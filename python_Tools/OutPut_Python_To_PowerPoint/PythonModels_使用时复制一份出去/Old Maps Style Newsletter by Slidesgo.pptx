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Lst>
  <p:sldSz cy="5143500" cx="9144000"/>
  <p:notesSz cx="6858000" cy="9144000"/>
  <p:embeddedFontLst>
    <p:embeddedFont>
      <p:font typeface="Cormorant Garamond"/>
      <p:regular r:id="rId59"/>
      <p:bold r:id="rId60"/>
      <p:italic r:id="rId61"/>
      <p:boldItalic r:id="rId62"/>
    </p:embeddedFon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Jua"/>
      <p:regular r:id="rId73"/>
    </p:embeddedFont>
    <p:embeddedFont>
      <p:font typeface="Open Sans"/>
      <p:regular r:id="rId74"/>
      <p:bold r:id="rId75"/>
      <p:italic r:id="rId76"/>
      <p:boldItalic r:id="rId7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FD1044C-748C-4667-A2F9-789F35D1457B}">
  <a:tblStyle styleId="{5FD1044C-748C-4667-A2F9-789F35D1457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Jua-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OpenSans-bold.fntdata"/><Relationship Id="rId30" Type="http://schemas.openxmlformats.org/officeDocument/2006/relationships/slide" Target="slides/slide24.xml"/><Relationship Id="rId74" Type="http://schemas.openxmlformats.org/officeDocument/2006/relationships/font" Target="fonts/OpenSans-regular.fntdata"/><Relationship Id="rId33" Type="http://schemas.openxmlformats.org/officeDocument/2006/relationships/slide" Target="slides/slide27.xml"/><Relationship Id="rId77" Type="http://schemas.openxmlformats.org/officeDocument/2006/relationships/font" Target="fonts/OpenSans-boldItalic.fntdata"/><Relationship Id="rId32" Type="http://schemas.openxmlformats.org/officeDocument/2006/relationships/slide" Target="slides/slide26.xml"/><Relationship Id="rId76" Type="http://schemas.openxmlformats.org/officeDocument/2006/relationships/font" Target="fonts/OpenSans-italic.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CormorantGaramond-boldItalic.fntdata"/><Relationship Id="rId61" Type="http://schemas.openxmlformats.org/officeDocument/2006/relationships/font" Target="fonts/CormorantGaramond-italic.fntdata"/><Relationship Id="rId20" Type="http://schemas.openxmlformats.org/officeDocument/2006/relationships/slide" Target="slides/slide14.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6.xml"/><Relationship Id="rId66" Type="http://schemas.openxmlformats.org/officeDocument/2006/relationships/font" Target="fonts/ProximaNova-boldItalic.fntdata"/><Relationship Id="rId21" Type="http://schemas.openxmlformats.org/officeDocument/2006/relationships/slide" Target="slides/slide15.xml"/><Relationship Id="rId65" Type="http://schemas.openxmlformats.org/officeDocument/2006/relationships/font" Target="fonts/ProximaNova-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font" Target="fonts/CormorantGaramond-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CormorantGaramond-regular.fntdata"/><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 name="Shape 835"/>
        <p:cNvGrpSpPr/>
        <p:nvPr/>
      </p:nvGrpSpPr>
      <p:grpSpPr>
        <a:xfrm>
          <a:off x="0" y="0"/>
          <a:ext cx="0" cy="0"/>
          <a:chOff x="0" y="0"/>
          <a:chExt cx="0" cy="0"/>
        </a:xfrm>
      </p:grpSpPr>
      <p:sp>
        <p:nvSpPr>
          <p:cNvPr id="836" name="Google Shape;83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837" name="Google Shape;83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 name="Shape 1036"/>
        <p:cNvGrpSpPr/>
        <p:nvPr/>
      </p:nvGrpSpPr>
      <p:grpSpPr>
        <a:xfrm>
          <a:off x="0" y="0"/>
          <a:ext cx="0" cy="0"/>
          <a:chOff x="0" y="0"/>
          <a:chExt cx="0" cy="0"/>
        </a:xfrm>
      </p:grpSpPr>
      <p:sp>
        <p:nvSpPr>
          <p:cNvPr id="1037" name="Google Shape;1037;g1256fe6264a_0_9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 name="Google Shape;1038;g1256fe6264a_0_9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 name="Shape 1192"/>
        <p:cNvGrpSpPr/>
        <p:nvPr/>
      </p:nvGrpSpPr>
      <p:grpSpPr>
        <a:xfrm>
          <a:off x="0" y="0"/>
          <a:ext cx="0" cy="0"/>
          <a:chOff x="0" y="0"/>
          <a:chExt cx="0" cy="0"/>
        </a:xfrm>
      </p:grpSpPr>
      <p:sp>
        <p:nvSpPr>
          <p:cNvPr id="1193" name="Google Shape;1193;g1256fe6264a_0_1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 name="Google Shape;1194;g1256fe6264a_0_1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8" name="Shape 1228"/>
        <p:cNvGrpSpPr/>
        <p:nvPr/>
      </p:nvGrpSpPr>
      <p:grpSpPr>
        <a:xfrm>
          <a:off x="0" y="0"/>
          <a:ext cx="0" cy="0"/>
          <a:chOff x="0" y="0"/>
          <a:chExt cx="0" cy="0"/>
        </a:xfrm>
      </p:grpSpPr>
      <p:sp>
        <p:nvSpPr>
          <p:cNvPr id="1229" name="Google Shape;1229;g1256fe6264a_0_1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0" name="Google Shape;1230;g1256fe6264a_0_1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4" name="Shape 1334"/>
        <p:cNvGrpSpPr/>
        <p:nvPr/>
      </p:nvGrpSpPr>
      <p:grpSpPr>
        <a:xfrm>
          <a:off x="0" y="0"/>
          <a:ext cx="0" cy="0"/>
          <a:chOff x="0" y="0"/>
          <a:chExt cx="0" cy="0"/>
        </a:xfrm>
      </p:grpSpPr>
      <p:sp>
        <p:nvSpPr>
          <p:cNvPr id="1335" name="Google Shape;1335;g1256fe6264a_0_1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6" name="Google Shape;1336;g1256fe6264a_0_1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4" name="Shape 1344"/>
        <p:cNvGrpSpPr/>
        <p:nvPr/>
      </p:nvGrpSpPr>
      <p:grpSpPr>
        <a:xfrm>
          <a:off x="0" y="0"/>
          <a:ext cx="0" cy="0"/>
          <a:chOff x="0" y="0"/>
          <a:chExt cx="0" cy="0"/>
        </a:xfrm>
      </p:grpSpPr>
      <p:sp>
        <p:nvSpPr>
          <p:cNvPr id="1345" name="Google Shape;1345;g1256fe6264a_0_1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6" name="Google Shape;1346;g1256fe6264a_0_1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1256fe6264a_0_1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1256fe6264a_0_1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6" name="Shape 1576"/>
        <p:cNvGrpSpPr/>
        <p:nvPr/>
      </p:nvGrpSpPr>
      <p:grpSpPr>
        <a:xfrm>
          <a:off x="0" y="0"/>
          <a:ext cx="0" cy="0"/>
          <a:chOff x="0" y="0"/>
          <a:chExt cx="0" cy="0"/>
        </a:xfrm>
      </p:grpSpPr>
      <p:sp>
        <p:nvSpPr>
          <p:cNvPr id="1577" name="Google Shape;1577;g1256fe6264a_0_1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8" name="Google Shape;1578;g1256fe6264a_0_1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8" name="Shape 1628"/>
        <p:cNvGrpSpPr/>
        <p:nvPr/>
      </p:nvGrpSpPr>
      <p:grpSpPr>
        <a:xfrm>
          <a:off x="0" y="0"/>
          <a:ext cx="0" cy="0"/>
          <a:chOff x="0" y="0"/>
          <a:chExt cx="0" cy="0"/>
        </a:xfrm>
      </p:grpSpPr>
      <p:sp>
        <p:nvSpPr>
          <p:cNvPr id="1629" name="Google Shape;1629;g1256fe6264a_0_2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0" name="Google Shape;1630;g1256fe6264a_0_2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5" name="Shape 1785"/>
        <p:cNvGrpSpPr/>
        <p:nvPr/>
      </p:nvGrpSpPr>
      <p:grpSpPr>
        <a:xfrm>
          <a:off x="0" y="0"/>
          <a:ext cx="0" cy="0"/>
          <a:chOff x="0" y="0"/>
          <a:chExt cx="0" cy="0"/>
        </a:xfrm>
      </p:grpSpPr>
      <p:sp>
        <p:nvSpPr>
          <p:cNvPr id="1786" name="Google Shape;1786;g1256fe6264a_0_1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7" name="Google Shape;1787;g1256fe6264a_0_1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3" name="Shape 1883"/>
        <p:cNvGrpSpPr/>
        <p:nvPr/>
      </p:nvGrpSpPr>
      <p:grpSpPr>
        <a:xfrm>
          <a:off x="0" y="0"/>
          <a:ext cx="0" cy="0"/>
          <a:chOff x="0" y="0"/>
          <a:chExt cx="0" cy="0"/>
        </a:xfrm>
      </p:grpSpPr>
      <p:sp>
        <p:nvSpPr>
          <p:cNvPr id="1884" name="Google Shape;1884;g1256fe6264a_0_18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5" name="Google Shape;1885;g1256fe6264a_0_18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3" name="Shape 2083"/>
        <p:cNvGrpSpPr/>
        <p:nvPr/>
      </p:nvGrpSpPr>
      <p:grpSpPr>
        <a:xfrm>
          <a:off x="0" y="0"/>
          <a:ext cx="0" cy="0"/>
          <a:chOff x="0" y="0"/>
          <a:chExt cx="0" cy="0"/>
        </a:xfrm>
      </p:grpSpPr>
      <p:sp>
        <p:nvSpPr>
          <p:cNvPr id="2084" name="Google Shape;2084;g1256fe6264a_0_3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5" name="Google Shape;2085;g1256fe6264a_0_3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9" name="Shape 2509"/>
        <p:cNvGrpSpPr/>
        <p:nvPr/>
      </p:nvGrpSpPr>
      <p:grpSpPr>
        <a:xfrm>
          <a:off x="0" y="0"/>
          <a:ext cx="0" cy="0"/>
          <a:chOff x="0" y="0"/>
          <a:chExt cx="0" cy="0"/>
        </a:xfrm>
      </p:grpSpPr>
      <p:sp>
        <p:nvSpPr>
          <p:cNvPr id="2510" name="Google Shape;2510;g1256fe6264a_0_2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1" name="Google Shape;2511;g1256fe6264a_0_2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7" name="Shape 2627"/>
        <p:cNvGrpSpPr/>
        <p:nvPr/>
      </p:nvGrpSpPr>
      <p:grpSpPr>
        <a:xfrm>
          <a:off x="0" y="0"/>
          <a:ext cx="0" cy="0"/>
          <a:chOff x="0" y="0"/>
          <a:chExt cx="0" cy="0"/>
        </a:xfrm>
      </p:grpSpPr>
      <p:sp>
        <p:nvSpPr>
          <p:cNvPr id="2628" name="Google Shape;2628;g1256fe6264a_0_24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9" name="Google Shape;2629;g1256fe6264a_0_24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1" name="Shape 2841"/>
        <p:cNvGrpSpPr/>
        <p:nvPr/>
      </p:nvGrpSpPr>
      <p:grpSpPr>
        <a:xfrm>
          <a:off x="0" y="0"/>
          <a:ext cx="0" cy="0"/>
          <a:chOff x="0" y="0"/>
          <a:chExt cx="0" cy="0"/>
        </a:xfrm>
      </p:grpSpPr>
      <p:sp>
        <p:nvSpPr>
          <p:cNvPr id="2842" name="Google Shape;2842;g1256fe6264a_0_2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3" name="Google Shape;2843;g1256fe6264a_0_2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6" name="Shape 2996"/>
        <p:cNvGrpSpPr/>
        <p:nvPr/>
      </p:nvGrpSpPr>
      <p:grpSpPr>
        <a:xfrm>
          <a:off x="0" y="0"/>
          <a:ext cx="0" cy="0"/>
          <a:chOff x="0" y="0"/>
          <a:chExt cx="0" cy="0"/>
        </a:xfrm>
      </p:grpSpPr>
      <p:sp>
        <p:nvSpPr>
          <p:cNvPr id="2997" name="Google Shape;2997;g1256fe6264a_0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8" name="Google Shape;2998;g1256fe6264a_0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4" name="Shape 3174"/>
        <p:cNvGrpSpPr/>
        <p:nvPr/>
      </p:nvGrpSpPr>
      <p:grpSpPr>
        <a:xfrm>
          <a:off x="0" y="0"/>
          <a:ext cx="0" cy="0"/>
          <a:chOff x="0" y="0"/>
          <a:chExt cx="0" cy="0"/>
        </a:xfrm>
      </p:grpSpPr>
      <p:sp>
        <p:nvSpPr>
          <p:cNvPr id="3175" name="Google Shape;3175;g1256fe6264a_0_28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6" name="Google Shape;3176;g1256fe6264a_0_28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3" name="Shape 3243"/>
        <p:cNvGrpSpPr/>
        <p:nvPr/>
      </p:nvGrpSpPr>
      <p:grpSpPr>
        <a:xfrm>
          <a:off x="0" y="0"/>
          <a:ext cx="0" cy="0"/>
          <a:chOff x="0" y="0"/>
          <a:chExt cx="0" cy="0"/>
        </a:xfrm>
      </p:grpSpPr>
      <p:sp>
        <p:nvSpPr>
          <p:cNvPr id="3244" name="Google Shape;3244;g1256fe6264a_0_37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45" name="Google Shape;3245;g1256fe6264a_0_37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3" name="Shape 3323"/>
        <p:cNvGrpSpPr/>
        <p:nvPr/>
      </p:nvGrpSpPr>
      <p:grpSpPr>
        <a:xfrm>
          <a:off x="0" y="0"/>
          <a:ext cx="0" cy="0"/>
          <a:chOff x="0" y="0"/>
          <a:chExt cx="0" cy="0"/>
        </a:xfrm>
      </p:grpSpPr>
      <p:sp>
        <p:nvSpPr>
          <p:cNvPr id="3324" name="Google Shape;3324;g11b36947419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5" name="Google Shape;3325;g11b36947419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3" name="Shape 3383"/>
        <p:cNvGrpSpPr/>
        <p:nvPr/>
      </p:nvGrpSpPr>
      <p:grpSpPr>
        <a:xfrm>
          <a:off x="0" y="0"/>
          <a:ext cx="0" cy="0"/>
          <a:chOff x="0" y="0"/>
          <a:chExt cx="0" cy="0"/>
        </a:xfrm>
      </p:grpSpPr>
      <p:sp>
        <p:nvSpPr>
          <p:cNvPr id="3384" name="Google Shape;3384;g1256fe6264a_0_30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5" name="Google Shape;3385;g1256fe6264a_0_30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9" name="Shape 3599"/>
        <p:cNvGrpSpPr/>
        <p:nvPr/>
      </p:nvGrpSpPr>
      <p:grpSpPr>
        <a:xfrm>
          <a:off x="0" y="0"/>
          <a:ext cx="0" cy="0"/>
          <a:chOff x="0" y="0"/>
          <a:chExt cx="0" cy="0"/>
        </a:xfrm>
      </p:grpSpPr>
      <p:sp>
        <p:nvSpPr>
          <p:cNvPr id="3600" name="Google Shape;3600;g1256fe6264a_0_3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1" name="Google Shape;3601;g1256fe6264a_0_3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g1256fe6264a_0_3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9" name="Google Shape;3609;g1256fe6264a_0_3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6" name="Shape 3676"/>
        <p:cNvGrpSpPr/>
        <p:nvPr/>
      </p:nvGrpSpPr>
      <p:grpSpPr>
        <a:xfrm>
          <a:off x="0" y="0"/>
          <a:ext cx="0" cy="0"/>
          <a:chOff x="0" y="0"/>
          <a:chExt cx="0" cy="0"/>
        </a:xfrm>
      </p:grpSpPr>
      <p:sp>
        <p:nvSpPr>
          <p:cNvPr id="3677" name="Google Shape;3677;g1256fe6264a_0_3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8" name="Google Shape;3678;g1256fe6264a_0_3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4" name="Shape 3764"/>
        <p:cNvGrpSpPr/>
        <p:nvPr/>
      </p:nvGrpSpPr>
      <p:grpSpPr>
        <a:xfrm>
          <a:off x="0" y="0"/>
          <a:ext cx="0" cy="0"/>
          <a:chOff x="0" y="0"/>
          <a:chExt cx="0" cy="0"/>
        </a:xfrm>
      </p:grpSpPr>
      <p:sp>
        <p:nvSpPr>
          <p:cNvPr id="3765" name="Google Shape;3765;g1256fe6264a_0_38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6" name="Google Shape;3766;g1256fe6264a_0_38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0" name="Shape 3790"/>
        <p:cNvGrpSpPr/>
        <p:nvPr/>
      </p:nvGrpSpPr>
      <p:grpSpPr>
        <a:xfrm>
          <a:off x="0" y="0"/>
          <a:ext cx="0" cy="0"/>
          <a:chOff x="0" y="0"/>
          <a:chExt cx="0" cy="0"/>
        </a:xfrm>
      </p:grpSpPr>
      <p:sp>
        <p:nvSpPr>
          <p:cNvPr id="3791" name="Google Shape;3791;g1256fe6264a_0_39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2" name="Google Shape;3792;g1256fe6264a_0_39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0" name="Shape 3820"/>
        <p:cNvGrpSpPr/>
        <p:nvPr/>
      </p:nvGrpSpPr>
      <p:grpSpPr>
        <a:xfrm>
          <a:off x="0" y="0"/>
          <a:ext cx="0" cy="0"/>
          <a:chOff x="0" y="0"/>
          <a:chExt cx="0" cy="0"/>
        </a:xfrm>
      </p:grpSpPr>
      <p:sp>
        <p:nvSpPr>
          <p:cNvPr id="3821" name="Google Shape;3821;g1256fe6264a_0_40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2" name="Google Shape;3822;g1256fe6264a_0_40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6" name="Shape 4586"/>
        <p:cNvGrpSpPr/>
        <p:nvPr/>
      </p:nvGrpSpPr>
      <p:grpSpPr>
        <a:xfrm>
          <a:off x="0" y="0"/>
          <a:ext cx="0" cy="0"/>
          <a:chOff x="0" y="0"/>
          <a:chExt cx="0" cy="0"/>
        </a:xfrm>
      </p:grpSpPr>
      <p:sp>
        <p:nvSpPr>
          <p:cNvPr id="4587" name="Google Shape;4587;g1256fe6264a_0_5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8" name="Google Shape;4588;g1256fe6264a_0_5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5" name="Shape 4795"/>
        <p:cNvGrpSpPr/>
        <p:nvPr/>
      </p:nvGrpSpPr>
      <p:grpSpPr>
        <a:xfrm>
          <a:off x="0" y="0"/>
          <a:ext cx="0" cy="0"/>
          <a:chOff x="0" y="0"/>
          <a:chExt cx="0" cy="0"/>
        </a:xfrm>
      </p:grpSpPr>
      <p:sp>
        <p:nvSpPr>
          <p:cNvPr id="4796" name="Google Shape;4796;g1256fe6264a_0_5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7" name="Google Shape;4797;g1256fe6264a_0_5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2" name="Shape 4872"/>
        <p:cNvGrpSpPr/>
        <p:nvPr/>
      </p:nvGrpSpPr>
      <p:grpSpPr>
        <a:xfrm>
          <a:off x="0" y="0"/>
          <a:ext cx="0" cy="0"/>
          <a:chOff x="0" y="0"/>
          <a:chExt cx="0" cy="0"/>
        </a:xfrm>
      </p:grpSpPr>
      <p:sp>
        <p:nvSpPr>
          <p:cNvPr id="4873" name="Google Shape;4873;g1256fe6264a_0_54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4" name="Google Shape;4874;g1256fe6264a_0_54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0" name="Shape 4920"/>
        <p:cNvGrpSpPr/>
        <p:nvPr/>
      </p:nvGrpSpPr>
      <p:grpSpPr>
        <a:xfrm>
          <a:off x="0" y="0"/>
          <a:ext cx="0" cy="0"/>
          <a:chOff x="0" y="0"/>
          <a:chExt cx="0" cy="0"/>
        </a:xfrm>
      </p:grpSpPr>
      <p:sp>
        <p:nvSpPr>
          <p:cNvPr id="4921" name="Google Shape;4921;g1256fe6264a_0_55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2" name="Google Shape;4922;g1256fe6264a_0_55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0" name="Shape 4940"/>
        <p:cNvGrpSpPr/>
        <p:nvPr/>
      </p:nvGrpSpPr>
      <p:grpSpPr>
        <a:xfrm>
          <a:off x="0" y="0"/>
          <a:ext cx="0" cy="0"/>
          <a:chOff x="0" y="0"/>
          <a:chExt cx="0" cy="0"/>
        </a:xfrm>
      </p:grpSpPr>
      <p:sp>
        <p:nvSpPr>
          <p:cNvPr id="4941" name="Google Shape;4941;g1256fe6264a_0_5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2" name="Google Shape;4942;g1256fe6264a_0_5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9" name="Shape 5169"/>
        <p:cNvGrpSpPr/>
        <p:nvPr/>
      </p:nvGrpSpPr>
      <p:grpSpPr>
        <a:xfrm>
          <a:off x="0" y="0"/>
          <a:ext cx="0" cy="0"/>
          <a:chOff x="0" y="0"/>
          <a:chExt cx="0" cy="0"/>
        </a:xfrm>
      </p:grpSpPr>
      <p:sp>
        <p:nvSpPr>
          <p:cNvPr id="5170" name="Google Shape;5170;g1256fe6264a_0_5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1" name="Google Shape;5171;g1256fe6264a_0_5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3" name="Shape 6443"/>
        <p:cNvGrpSpPr/>
        <p:nvPr/>
      </p:nvGrpSpPr>
      <p:grpSpPr>
        <a:xfrm>
          <a:off x="0" y="0"/>
          <a:ext cx="0" cy="0"/>
          <a:chOff x="0" y="0"/>
          <a:chExt cx="0" cy="0"/>
        </a:xfrm>
      </p:grpSpPr>
      <p:sp>
        <p:nvSpPr>
          <p:cNvPr id="6444" name="Google Shape;6444;g1256fe6264a_0_8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5" name="Google Shape;6445;g1256fe6264a_0_8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2" name="Shape 6492"/>
        <p:cNvGrpSpPr/>
        <p:nvPr/>
      </p:nvGrpSpPr>
      <p:grpSpPr>
        <a:xfrm>
          <a:off x="0" y="0"/>
          <a:ext cx="0" cy="0"/>
          <a:chOff x="0" y="0"/>
          <a:chExt cx="0" cy="0"/>
        </a:xfrm>
      </p:grpSpPr>
      <p:sp>
        <p:nvSpPr>
          <p:cNvPr id="6493" name="Google Shape;6493;g1256fe6264a_0_7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4" name="Google Shape;6494;g1256fe6264a_0_7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4" name="Shape 6604"/>
        <p:cNvGrpSpPr/>
        <p:nvPr/>
      </p:nvGrpSpPr>
      <p:grpSpPr>
        <a:xfrm>
          <a:off x="0" y="0"/>
          <a:ext cx="0" cy="0"/>
          <a:chOff x="0" y="0"/>
          <a:chExt cx="0" cy="0"/>
        </a:xfrm>
      </p:grpSpPr>
      <p:sp>
        <p:nvSpPr>
          <p:cNvPr id="6605" name="Google Shape;6605;g125a9925a35_0_4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6" name="Google Shape;6606;g125a9925a35_0_4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1" name="Shape 6611"/>
        <p:cNvGrpSpPr/>
        <p:nvPr/>
      </p:nvGrpSpPr>
      <p:grpSpPr>
        <a:xfrm>
          <a:off x="0" y="0"/>
          <a:ext cx="0" cy="0"/>
          <a:chOff x="0" y="0"/>
          <a:chExt cx="0" cy="0"/>
        </a:xfrm>
      </p:grpSpPr>
      <p:sp>
        <p:nvSpPr>
          <p:cNvPr id="6612" name="Google Shape;6612;g125a9925a35_0_4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3" name="Google Shape;6613;g125a9925a35_0_4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8" name="Shape 6618"/>
        <p:cNvGrpSpPr/>
        <p:nvPr/>
      </p:nvGrpSpPr>
      <p:grpSpPr>
        <a:xfrm>
          <a:off x="0" y="0"/>
          <a:ext cx="0" cy="0"/>
          <a:chOff x="0" y="0"/>
          <a:chExt cx="0" cy="0"/>
        </a:xfrm>
      </p:grpSpPr>
      <p:sp>
        <p:nvSpPr>
          <p:cNvPr id="6619" name="Google Shape;6619;g125a9925a35_0_4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0" name="Google Shape;6620;g125a9925a35_0_4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1" name="Shape 6641"/>
        <p:cNvGrpSpPr/>
        <p:nvPr/>
      </p:nvGrpSpPr>
      <p:grpSpPr>
        <a:xfrm>
          <a:off x="0" y="0"/>
          <a:ext cx="0" cy="0"/>
          <a:chOff x="0" y="0"/>
          <a:chExt cx="0" cy="0"/>
        </a:xfrm>
      </p:grpSpPr>
      <p:sp>
        <p:nvSpPr>
          <p:cNvPr id="6642" name="Google Shape;6642;g125a9925a35_0_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3" name="Google Shape;6643;g125a9925a35_0_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7" name="Shape 6657"/>
        <p:cNvGrpSpPr/>
        <p:nvPr/>
      </p:nvGrpSpPr>
      <p:grpSpPr>
        <a:xfrm>
          <a:off x="0" y="0"/>
          <a:ext cx="0" cy="0"/>
          <a:chOff x="0" y="0"/>
          <a:chExt cx="0" cy="0"/>
        </a:xfrm>
      </p:grpSpPr>
      <p:sp>
        <p:nvSpPr>
          <p:cNvPr id="6658" name="Google Shape;6658;g125a9925a35_0_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9" name="Google Shape;6659;g125a9925a35_0_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4" name="Shape 6994"/>
        <p:cNvGrpSpPr/>
        <p:nvPr/>
      </p:nvGrpSpPr>
      <p:grpSpPr>
        <a:xfrm>
          <a:off x="0" y="0"/>
          <a:ext cx="0" cy="0"/>
          <a:chOff x="0" y="0"/>
          <a:chExt cx="0" cy="0"/>
        </a:xfrm>
      </p:grpSpPr>
      <p:sp>
        <p:nvSpPr>
          <p:cNvPr id="6995" name="Google Shape;6995;g125a9925a35_0_7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6" name="Google Shape;6996;g125a9925a35_0_7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8" name="Shape 12908"/>
        <p:cNvGrpSpPr/>
        <p:nvPr/>
      </p:nvGrpSpPr>
      <p:grpSpPr>
        <a:xfrm>
          <a:off x="0" y="0"/>
          <a:ext cx="0" cy="0"/>
          <a:chOff x="0" y="0"/>
          <a:chExt cx="0" cy="0"/>
        </a:xfrm>
      </p:grpSpPr>
      <p:sp>
        <p:nvSpPr>
          <p:cNvPr id="12909" name="Google Shape;12909;g125a9925a35_0_6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0" name="Google Shape;12910;g125a9925a35_0_6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35" name="Shape 13335"/>
        <p:cNvGrpSpPr/>
        <p:nvPr/>
      </p:nvGrpSpPr>
      <p:grpSpPr>
        <a:xfrm>
          <a:off x="0" y="0"/>
          <a:ext cx="0" cy="0"/>
          <a:chOff x="0" y="0"/>
          <a:chExt cx="0" cy="0"/>
        </a:xfrm>
      </p:grpSpPr>
      <p:sp>
        <p:nvSpPr>
          <p:cNvPr id="13336" name="Google Shape;13336;g125a9925a35_0_7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37" name="Google Shape;13337;g125a9925a35_0_7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8" name="Shape 13498"/>
        <p:cNvGrpSpPr/>
        <p:nvPr/>
      </p:nvGrpSpPr>
      <p:grpSpPr>
        <a:xfrm>
          <a:off x="0" y="0"/>
          <a:ext cx="0" cy="0"/>
          <a:chOff x="0" y="0"/>
          <a:chExt cx="0" cy="0"/>
        </a:xfrm>
      </p:grpSpPr>
      <p:sp>
        <p:nvSpPr>
          <p:cNvPr id="13499" name="Google Shape;13499;g125a9925a35_0_7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00" name="Google Shape;13500;g125a9925a35_0_7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00" name="Shape 13900"/>
        <p:cNvGrpSpPr/>
        <p:nvPr/>
      </p:nvGrpSpPr>
      <p:grpSpPr>
        <a:xfrm>
          <a:off x="0" y="0"/>
          <a:ext cx="0" cy="0"/>
          <a:chOff x="0" y="0"/>
          <a:chExt cx="0" cy="0"/>
        </a:xfrm>
      </p:grpSpPr>
      <p:sp>
        <p:nvSpPr>
          <p:cNvPr id="13901" name="Google Shape;13901;g125a9925a35_0_7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2" name="Google Shape;13902;g125a9925a35_0_7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1" name="Shape 14271"/>
        <p:cNvGrpSpPr/>
        <p:nvPr/>
      </p:nvGrpSpPr>
      <p:grpSpPr>
        <a:xfrm>
          <a:off x="0" y="0"/>
          <a:ext cx="0" cy="0"/>
          <a:chOff x="0" y="0"/>
          <a:chExt cx="0" cy="0"/>
        </a:xfrm>
      </p:grpSpPr>
      <p:sp>
        <p:nvSpPr>
          <p:cNvPr id="14272" name="Google Shape;14272;g125a9925a35_0_12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73" name="Google Shape;14273;g125a9925a35_0_12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48" name="Shape 14648"/>
        <p:cNvGrpSpPr/>
        <p:nvPr/>
      </p:nvGrpSpPr>
      <p:grpSpPr>
        <a:xfrm>
          <a:off x="0" y="0"/>
          <a:ext cx="0" cy="0"/>
          <a:chOff x="0" y="0"/>
          <a:chExt cx="0" cy="0"/>
        </a:xfrm>
      </p:grpSpPr>
      <p:sp>
        <p:nvSpPr>
          <p:cNvPr id="14649" name="Google Shape;14649;g125a9925a35_0_128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0" name="Google Shape;14650;g125a9925a35_0_128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79" name="Shape 15079"/>
        <p:cNvGrpSpPr/>
        <p:nvPr/>
      </p:nvGrpSpPr>
      <p:grpSpPr>
        <a:xfrm>
          <a:off x="0" y="0"/>
          <a:ext cx="0" cy="0"/>
          <a:chOff x="0" y="0"/>
          <a:chExt cx="0" cy="0"/>
        </a:xfrm>
      </p:grpSpPr>
      <p:sp>
        <p:nvSpPr>
          <p:cNvPr id="15080" name="Google Shape;15080;g125a9925a35_0_13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81" name="Google Shape;15081;g125a9925a35_0_13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2" name="Shape 15872"/>
        <p:cNvGrpSpPr/>
        <p:nvPr/>
      </p:nvGrpSpPr>
      <p:grpSpPr>
        <a:xfrm>
          <a:off x="0" y="0"/>
          <a:ext cx="0" cy="0"/>
          <a:chOff x="0" y="0"/>
          <a:chExt cx="0" cy="0"/>
        </a:xfrm>
      </p:grpSpPr>
      <p:sp>
        <p:nvSpPr>
          <p:cNvPr id="15873" name="Google Shape;15873;g125a9925a35_0_80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74" name="Google Shape;15874;g125a9925a35_0_80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13" name="Shape 16613"/>
        <p:cNvGrpSpPr/>
        <p:nvPr/>
      </p:nvGrpSpPr>
      <p:grpSpPr>
        <a:xfrm>
          <a:off x="0" y="0"/>
          <a:ext cx="0" cy="0"/>
          <a:chOff x="0" y="0"/>
          <a:chExt cx="0" cy="0"/>
        </a:xfrm>
      </p:grpSpPr>
      <p:sp>
        <p:nvSpPr>
          <p:cNvPr id="16614" name="Google Shape;16614;g125a9925a35_0_88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15" name="Google Shape;16615;g125a9925a35_0_88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06" name="Shape 17306"/>
        <p:cNvGrpSpPr/>
        <p:nvPr/>
      </p:nvGrpSpPr>
      <p:grpSpPr>
        <a:xfrm>
          <a:off x="0" y="0"/>
          <a:ext cx="0" cy="0"/>
          <a:chOff x="0" y="0"/>
          <a:chExt cx="0" cy="0"/>
        </a:xfrm>
      </p:grpSpPr>
      <p:sp>
        <p:nvSpPr>
          <p:cNvPr id="17307" name="Google Shape;17307;g125a9925a35_0_9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08" name="Google Shape;17308;g125a9925a35_0_9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08" name="Shape 17608"/>
        <p:cNvGrpSpPr/>
        <p:nvPr/>
      </p:nvGrpSpPr>
      <p:grpSpPr>
        <a:xfrm>
          <a:off x="0" y="0"/>
          <a:ext cx="0" cy="0"/>
          <a:chOff x="0" y="0"/>
          <a:chExt cx="0" cy="0"/>
        </a:xfrm>
      </p:grpSpPr>
      <p:sp>
        <p:nvSpPr>
          <p:cNvPr id="17609" name="Google Shape;17609;g125a9925a35_0_9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10" name="Google Shape;17610;g125a9925a35_0_9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48" name="Shape 18248"/>
        <p:cNvGrpSpPr/>
        <p:nvPr/>
      </p:nvGrpSpPr>
      <p:grpSpPr>
        <a:xfrm>
          <a:off x="0" y="0"/>
          <a:ext cx="0" cy="0"/>
          <a:chOff x="0" y="0"/>
          <a:chExt cx="0" cy="0"/>
        </a:xfrm>
      </p:grpSpPr>
      <p:sp>
        <p:nvSpPr>
          <p:cNvPr id="18249" name="Google Shape;18249;g125a9925a35_0_12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50" name="Google Shape;18250;g125a9925a35_0_12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hyperlink" Target="http://bit.ly/2Tynxth" TargetMode="External"/><Relationship Id="rId4" Type="http://schemas.openxmlformats.org/officeDocument/2006/relationships/hyperlink" Target="http://bit.ly/2Tynxth" TargetMode="External"/><Relationship Id="rId5" Type="http://schemas.openxmlformats.org/officeDocument/2006/relationships/hyperlink" Target="http://bit.ly/2TyoMsr" TargetMode="External"/><Relationship Id="rId6"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10" name="Google Shape;10;p2"/>
          <p:cNvGrpSpPr/>
          <p:nvPr/>
        </p:nvGrpSpPr>
        <p:grpSpPr>
          <a:xfrm>
            <a:off x="1611101" y="4362194"/>
            <a:ext cx="2531580" cy="2124684"/>
            <a:chOff x="3167525" y="751950"/>
            <a:chExt cx="1309325" cy="1189300"/>
          </a:xfrm>
        </p:grpSpPr>
        <p:sp>
          <p:nvSpPr>
            <p:cNvPr id="11" name="Google Shape;11;p2"/>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 name="Google Shape;20;p2"/>
          <p:cNvGrpSpPr/>
          <p:nvPr/>
        </p:nvGrpSpPr>
        <p:grpSpPr>
          <a:xfrm rot="2492747">
            <a:off x="3575996" y="-1992616"/>
            <a:ext cx="2724666" cy="2883958"/>
            <a:chOff x="4373775" y="321250"/>
            <a:chExt cx="1456475" cy="1541625"/>
          </a:xfrm>
        </p:grpSpPr>
        <p:sp>
          <p:nvSpPr>
            <p:cNvPr id="21" name="Google Shape;21;p2"/>
            <p:cNvSpPr/>
            <p:nvPr/>
          </p:nvSpPr>
          <p:spPr>
            <a:xfrm>
              <a:off x="4373775" y="321250"/>
              <a:ext cx="1456475" cy="1541625"/>
            </a:xfrm>
            <a:custGeom>
              <a:rect b="b" l="l" r="r" t="t"/>
              <a:pathLst>
                <a:path extrusionOk="0" h="61665" w="58259">
                  <a:moveTo>
                    <a:pt x="38993" y="0"/>
                  </a:moveTo>
                  <a:cubicBezTo>
                    <a:pt x="38990" y="0"/>
                    <a:pt x="38987" y="0"/>
                    <a:pt x="38985" y="0"/>
                  </a:cubicBezTo>
                  <a:cubicBezTo>
                    <a:pt x="38784" y="1"/>
                    <a:pt x="38582" y="12"/>
                    <a:pt x="38385" y="28"/>
                  </a:cubicBezTo>
                  <a:cubicBezTo>
                    <a:pt x="38304" y="35"/>
                    <a:pt x="38245" y="107"/>
                    <a:pt x="38251" y="188"/>
                  </a:cubicBezTo>
                  <a:cubicBezTo>
                    <a:pt x="38257" y="266"/>
                    <a:pt x="38322" y="323"/>
                    <a:pt x="38397" y="323"/>
                  </a:cubicBezTo>
                  <a:lnTo>
                    <a:pt x="38411" y="323"/>
                  </a:lnTo>
                  <a:cubicBezTo>
                    <a:pt x="38601" y="307"/>
                    <a:pt x="38795" y="298"/>
                    <a:pt x="38989" y="295"/>
                  </a:cubicBezTo>
                  <a:cubicBezTo>
                    <a:pt x="39070" y="294"/>
                    <a:pt x="39135" y="227"/>
                    <a:pt x="39134" y="146"/>
                  </a:cubicBezTo>
                  <a:cubicBezTo>
                    <a:pt x="39133" y="67"/>
                    <a:pt x="39068" y="0"/>
                    <a:pt x="38993" y="0"/>
                  </a:cubicBezTo>
                  <a:close/>
                  <a:moveTo>
                    <a:pt x="39874" y="37"/>
                  </a:moveTo>
                  <a:cubicBezTo>
                    <a:pt x="39797" y="37"/>
                    <a:pt x="39732" y="93"/>
                    <a:pt x="39725" y="171"/>
                  </a:cubicBezTo>
                  <a:cubicBezTo>
                    <a:pt x="39717" y="251"/>
                    <a:pt x="39777" y="323"/>
                    <a:pt x="39857" y="332"/>
                  </a:cubicBezTo>
                  <a:cubicBezTo>
                    <a:pt x="40048" y="351"/>
                    <a:pt x="40242" y="375"/>
                    <a:pt x="40432" y="408"/>
                  </a:cubicBezTo>
                  <a:cubicBezTo>
                    <a:pt x="40439" y="409"/>
                    <a:pt x="40449" y="410"/>
                    <a:pt x="40456" y="410"/>
                  </a:cubicBezTo>
                  <a:cubicBezTo>
                    <a:pt x="40527" y="410"/>
                    <a:pt x="40589" y="358"/>
                    <a:pt x="40603" y="286"/>
                  </a:cubicBezTo>
                  <a:cubicBezTo>
                    <a:pt x="40616" y="205"/>
                    <a:pt x="40562" y="129"/>
                    <a:pt x="40482" y="116"/>
                  </a:cubicBezTo>
                  <a:cubicBezTo>
                    <a:pt x="40285" y="83"/>
                    <a:pt x="40084" y="57"/>
                    <a:pt x="39886" y="37"/>
                  </a:cubicBezTo>
                  <a:cubicBezTo>
                    <a:pt x="39882" y="37"/>
                    <a:pt x="39878" y="37"/>
                    <a:pt x="39874" y="37"/>
                  </a:cubicBezTo>
                  <a:close/>
                  <a:moveTo>
                    <a:pt x="37525" y="157"/>
                  </a:moveTo>
                  <a:cubicBezTo>
                    <a:pt x="37514" y="157"/>
                    <a:pt x="37504" y="158"/>
                    <a:pt x="37494" y="160"/>
                  </a:cubicBezTo>
                  <a:cubicBezTo>
                    <a:pt x="37453" y="168"/>
                    <a:pt x="37414" y="177"/>
                    <a:pt x="37374" y="186"/>
                  </a:cubicBezTo>
                  <a:cubicBezTo>
                    <a:pt x="37220" y="220"/>
                    <a:pt x="37063" y="269"/>
                    <a:pt x="36906" y="327"/>
                  </a:cubicBezTo>
                  <a:cubicBezTo>
                    <a:pt x="36828" y="356"/>
                    <a:pt x="36791" y="441"/>
                    <a:pt x="36819" y="517"/>
                  </a:cubicBezTo>
                  <a:cubicBezTo>
                    <a:pt x="36842" y="576"/>
                    <a:pt x="36898" y="612"/>
                    <a:pt x="36957" y="612"/>
                  </a:cubicBezTo>
                  <a:cubicBezTo>
                    <a:pt x="36974" y="612"/>
                    <a:pt x="36992" y="609"/>
                    <a:pt x="37009" y="604"/>
                  </a:cubicBezTo>
                  <a:cubicBezTo>
                    <a:pt x="37153" y="549"/>
                    <a:pt x="37298" y="506"/>
                    <a:pt x="37438" y="473"/>
                  </a:cubicBezTo>
                  <a:cubicBezTo>
                    <a:pt x="37475" y="466"/>
                    <a:pt x="37514" y="456"/>
                    <a:pt x="37552" y="449"/>
                  </a:cubicBezTo>
                  <a:cubicBezTo>
                    <a:pt x="37633" y="432"/>
                    <a:pt x="37685" y="354"/>
                    <a:pt x="37668" y="275"/>
                  </a:cubicBezTo>
                  <a:cubicBezTo>
                    <a:pt x="37653" y="205"/>
                    <a:pt x="37592" y="157"/>
                    <a:pt x="37525" y="157"/>
                  </a:cubicBezTo>
                  <a:close/>
                  <a:moveTo>
                    <a:pt x="41318" y="309"/>
                  </a:moveTo>
                  <a:cubicBezTo>
                    <a:pt x="41254" y="309"/>
                    <a:pt x="41195" y="351"/>
                    <a:pt x="41177" y="416"/>
                  </a:cubicBezTo>
                  <a:cubicBezTo>
                    <a:pt x="41155" y="496"/>
                    <a:pt x="41201" y="576"/>
                    <a:pt x="41279" y="599"/>
                  </a:cubicBezTo>
                  <a:cubicBezTo>
                    <a:pt x="41466" y="650"/>
                    <a:pt x="41651" y="710"/>
                    <a:pt x="41830" y="776"/>
                  </a:cubicBezTo>
                  <a:cubicBezTo>
                    <a:pt x="41847" y="782"/>
                    <a:pt x="41863" y="786"/>
                    <a:pt x="41880" y="786"/>
                  </a:cubicBezTo>
                  <a:cubicBezTo>
                    <a:pt x="41941" y="786"/>
                    <a:pt x="41996" y="748"/>
                    <a:pt x="42018" y="690"/>
                  </a:cubicBezTo>
                  <a:cubicBezTo>
                    <a:pt x="42047" y="612"/>
                    <a:pt x="42007" y="529"/>
                    <a:pt x="41930" y="500"/>
                  </a:cubicBezTo>
                  <a:cubicBezTo>
                    <a:pt x="41744" y="432"/>
                    <a:pt x="41553" y="369"/>
                    <a:pt x="41359" y="315"/>
                  </a:cubicBezTo>
                  <a:cubicBezTo>
                    <a:pt x="41345" y="311"/>
                    <a:pt x="41331" y="309"/>
                    <a:pt x="41318" y="309"/>
                  </a:cubicBezTo>
                  <a:close/>
                  <a:moveTo>
                    <a:pt x="36169" y="716"/>
                  </a:moveTo>
                  <a:cubicBezTo>
                    <a:pt x="36142" y="716"/>
                    <a:pt x="36115" y="723"/>
                    <a:pt x="36090" y="739"/>
                  </a:cubicBezTo>
                  <a:cubicBezTo>
                    <a:pt x="35924" y="843"/>
                    <a:pt x="35758" y="962"/>
                    <a:pt x="35596" y="1090"/>
                  </a:cubicBezTo>
                  <a:cubicBezTo>
                    <a:pt x="35532" y="1141"/>
                    <a:pt x="35522" y="1234"/>
                    <a:pt x="35573" y="1297"/>
                  </a:cubicBezTo>
                  <a:cubicBezTo>
                    <a:pt x="35601" y="1333"/>
                    <a:pt x="35645" y="1353"/>
                    <a:pt x="35688" y="1353"/>
                  </a:cubicBezTo>
                  <a:cubicBezTo>
                    <a:pt x="35720" y="1353"/>
                    <a:pt x="35753" y="1343"/>
                    <a:pt x="35780" y="1322"/>
                  </a:cubicBezTo>
                  <a:cubicBezTo>
                    <a:pt x="35935" y="1200"/>
                    <a:pt x="36091" y="1089"/>
                    <a:pt x="36247" y="989"/>
                  </a:cubicBezTo>
                  <a:cubicBezTo>
                    <a:pt x="36317" y="945"/>
                    <a:pt x="36338" y="854"/>
                    <a:pt x="36294" y="786"/>
                  </a:cubicBezTo>
                  <a:cubicBezTo>
                    <a:pt x="36266" y="740"/>
                    <a:pt x="36218" y="716"/>
                    <a:pt x="36169" y="716"/>
                  </a:cubicBezTo>
                  <a:close/>
                  <a:moveTo>
                    <a:pt x="42688" y="845"/>
                  </a:moveTo>
                  <a:cubicBezTo>
                    <a:pt x="42635" y="845"/>
                    <a:pt x="42583" y="874"/>
                    <a:pt x="42556" y="925"/>
                  </a:cubicBezTo>
                  <a:cubicBezTo>
                    <a:pt x="42519" y="997"/>
                    <a:pt x="42548" y="1086"/>
                    <a:pt x="42620" y="1123"/>
                  </a:cubicBezTo>
                  <a:cubicBezTo>
                    <a:pt x="42793" y="1213"/>
                    <a:pt x="42961" y="1309"/>
                    <a:pt x="43119" y="1411"/>
                  </a:cubicBezTo>
                  <a:cubicBezTo>
                    <a:pt x="43145" y="1426"/>
                    <a:pt x="43172" y="1434"/>
                    <a:pt x="43199" y="1434"/>
                  </a:cubicBezTo>
                  <a:cubicBezTo>
                    <a:pt x="43249" y="1434"/>
                    <a:pt x="43296" y="1411"/>
                    <a:pt x="43323" y="1365"/>
                  </a:cubicBezTo>
                  <a:cubicBezTo>
                    <a:pt x="43366" y="1297"/>
                    <a:pt x="43346" y="1205"/>
                    <a:pt x="43278" y="1162"/>
                  </a:cubicBezTo>
                  <a:cubicBezTo>
                    <a:pt x="43112" y="1056"/>
                    <a:pt x="42936" y="955"/>
                    <a:pt x="42756" y="862"/>
                  </a:cubicBezTo>
                  <a:cubicBezTo>
                    <a:pt x="42734" y="850"/>
                    <a:pt x="42711" y="845"/>
                    <a:pt x="42688" y="845"/>
                  </a:cubicBezTo>
                  <a:close/>
                  <a:moveTo>
                    <a:pt x="43906" y="1670"/>
                  </a:moveTo>
                  <a:cubicBezTo>
                    <a:pt x="43865" y="1670"/>
                    <a:pt x="43825" y="1687"/>
                    <a:pt x="43796" y="1720"/>
                  </a:cubicBezTo>
                  <a:cubicBezTo>
                    <a:pt x="43741" y="1781"/>
                    <a:pt x="43747" y="1874"/>
                    <a:pt x="43808" y="1928"/>
                  </a:cubicBezTo>
                  <a:cubicBezTo>
                    <a:pt x="43952" y="2055"/>
                    <a:pt x="44091" y="2190"/>
                    <a:pt x="44217" y="2329"/>
                  </a:cubicBezTo>
                  <a:cubicBezTo>
                    <a:pt x="44246" y="2361"/>
                    <a:pt x="44287" y="2379"/>
                    <a:pt x="44327" y="2379"/>
                  </a:cubicBezTo>
                  <a:cubicBezTo>
                    <a:pt x="44361" y="2379"/>
                    <a:pt x="44397" y="2365"/>
                    <a:pt x="44425" y="2340"/>
                  </a:cubicBezTo>
                  <a:cubicBezTo>
                    <a:pt x="44485" y="2285"/>
                    <a:pt x="44489" y="2192"/>
                    <a:pt x="44435" y="2132"/>
                  </a:cubicBezTo>
                  <a:cubicBezTo>
                    <a:pt x="44301" y="1984"/>
                    <a:pt x="44155" y="1841"/>
                    <a:pt x="44003" y="1707"/>
                  </a:cubicBezTo>
                  <a:cubicBezTo>
                    <a:pt x="43975" y="1682"/>
                    <a:pt x="43941" y="1670"/>
                    <a:pt x="43906" y="1670"/>
                  </a:cubicBezTo>
                  <a:close/>
                  <a:moveTo>
                    <a:pt x="35035" y="1654"/>
                  </a:moveTo>
                  <a:cubicBezTo>
                    <a:pt x="34996" y="1654"/>
                    <a:pt x="34958" y="1669"/>
                    <a:pt x="34929" y="1700"/>
                  </a:cubicBezTo>
                  <a:cubicBezTo>
                    <a:pt x="34791" y="1844"/>
                    <a:pt x="34657" y="1997"/>
                    <a:pt x="34531" y="2153"/>
                  </a:cubicBezTo>
                  <a:cubicBezTo>
                    <a:pt x="34480" y="2216"/>
                    <a:pt x="34490" y="2308"/>
                    <a:pt x="34553" y="2360"/>
                  </a:cubicBezTo>
                  <a:cubicBezTo>
                    <a:pt x="34580" y="2382"/>
                    <a:pt x="34614" y="2392"/>
                    <a:pt x="34646" y="2392"/>
                  </a:cubicBezTo>
                  <a:cubicBezTo>
                    <a:pt x="34688" y="2392"/>
                    <a:pt x="34732" y="2373"/>
                    <a:pt x="34761" y="2337"/>
                  </a:cubicBezTo>
                  <a:cubicBezTo>
                    <a:pt x="34882" y="2188"/>
                    <a:pt x="35011" y="2041"/>
                    <a:pt x="35142" y="1904"/>
                  </a:cubicBezTo>
                  <a:cubicBezTo>
                    <a:pt x="35198" y="1844"/>
                    <a:pt x="35197" y="1751"/>
                    <a:pt x="35137" y="1695"/>
                  </a:cubicBezTo>
                  <a:cubicBezTo>
                    <a:pt x="35108" y="1667"/>
                    <a:pt x="35072" y="1654"/>
                    <a:pt x="35035" y="1654"/>
                  </a:cubicBezTo>
                  <a:close/>
                  <a:moveTo>
                    <a:pt x="44859" y="2788"/>
                  </a:moveTo>
                  <a:cubicBezTo>
                    <a:pt x="44833" y="2788"/>
                    <a:pt x="44806" y="2795"/>
                    <a:pt x="44782" y="2810"/>
                  </a:cubicBezTo>
                  <a:cubicBezTo>
                    <a:pt x="44712" y="2853"/>
                    <a:pt x="44691" y="2943"/>
                    <a:pt x="44735" y="3013"/>
                  </a:cubicBezTo>
                  <a:cubicBezTo>
                    <a:pt x="44835" y="3174"/>
                    <a:pt x="44925" y="3344"/>
                    <a:pt x="45004" y="3516"/>
                  </a:cubicBezTo>
                  <a:cubicBezTo>
                    <a:pt x="45029" y="3570"/>
                    <a:pt x="45082" y="3602"/>
                    <a:pt x="45138" y="3602"/>
                  </a:cubicBezTo>
                  <a:cubicBezTo>
                    <a:pt x="45158" y="3602"/>
                    <a:pt x="45179" y="3598"/>
                    <a:pt x="45200" y="3589"/>
                  </a:cubicBezTo>
                  <a:cubicBezTo>
                    <a:pt x="45273" y="3555"/>
                    <a:pt x="45305" y="3467"/>
                    <a:pt x="45272" y="3393"/>
                  </a:cubicBezTo>
                  <a:cubicBezTo>
                    <a:pt x="45188" y="3210"/>
                    <a:pt x="45091" y="3031"/>
                    <a:pt x="44984" y="2858"/>
                  </a:cubicBezTo>
                  <a:cubicBezTo>
                    <a:pt x="44957" y="2813"/>
                    <a:pt x="44909" y="2788"/>
                    <a:pt x="44859" y="2788"/>
                  </a:cubicBezTo>
                  <a:close/>
                  <a:moveTo>
                    <a:pt x="34133" y="2818"/>
                  </a:moveTo>
                  <a:cubicBezTo>
                    <a:pt x="34083" y="2818"/>
                    <a:pt x="34035" y="2842"/>
                    <a:pt x="34007" y="2887"/>
                  </a:cubicBezTo>
                  <a:cubicBezTo>
                    <a:pt x="33901" y="3060"/>
                    <a:pt x="33801" y="3236"/>
                    <a:pt x="33711" y="3412"/>
                  </a:cubicBezTo>
                  <a:cubicBezTo>
                    <a:pt x="33674" y="3485"/>
                    <a:pt x="33703" y="3573"/>
                    <a:pt x="33775" y="3610"/>
                  </a:cubicBezTo>
                  <a:cubicBezTo>
                    <a:pt x="33798" y="3622"/>
                    <a:pt x="33821" y="3627"/>
                    <a:pt x="33842" y="3627"/>
                  </a:cubicBezTo>
                  <a:cubicBezTo>
                    <a:pt x="33896" y="3627"/>
                    <a:pt x="33949" y="3597"/>
                    <a:pt x="33975" y="3545"/>
                  </a:cubicBezTo>
                  <a:cubicBezTo>
                    <a:pt x="34062" y="3375"/>
                    <a:pt x="34157" y="3206"/>
                    <a:pt x="34259" y="3042"/>
                  </a:cubicBezTo>
                  <a:cubicBezTo>
                    <a:pt x="34301" y="2974"/>
                    <a:pt x="34281" y="2882"/>
                    <a:pt x="34212" y="2840"/>
                  </a:cubicBezTo>
                  <a:cubicBezTo>
                    <a:pt x="34187" y="2825"/>
                    <a:pt x="34160" y="2818"/>
                    <a:pt x="34133" y="2818"/>
                  </a:cubicBezTo>
                  <a:close/>
                  <a:moveTo>
                    <a:pt x="33498" y="4146"/>
                  </a:moveTo>
                  <a:cubicBezTo>
                    <a:pt x="33436" y="4146"/>
                    <a:pt x="33378" y="4184"/>
                    <a:pt x="33357" y="4246"/>
                  </a:cubicBezTo>
                  <a:cubicBezTo>
                    <a:pt x="33290" y="4442"/>
                    <a:pt x="33237" y="4638"/>
                    <a:pt x="33195" y="4830"/>
                  </a:cubicBezTo>
                  <a:cubicBezTo>
                    <a:pt x="33179" y="4909"/>
                    <a:pt x="33228" y="4989"/>
                    <a:pt x="33309" y="5005"/>
                  </a:cubicBezTo>
                  <a:cubicBezTo>
                    <a:pt x="33319" y="5007"/>
                    <a:pt x="33329" y="5010"/>
                    <a:pt x="33340" y="5010"/>
                  </a:cubicBezTo>
                  <a:cubicBezTo>
                    <a:pt x="33408" y="5010"/>
                    <a:pt x="33469" y="4961"/>
                    <a:pt x="33484" y="4892"/>
                  </a:cubicBezTo>
                  <a:cubicBezTo>
                    <a:pt x="33522" y="4711"/>
                    <a:pt x="33574" y="4526"/>
                    <a:pt x="33638" y="4340"/>
                  </a:cubicBezTo>
                  <a:cubicBezTo>
                    <a:pt x="33664" y="4263"/>
                    <a:pt x="33622" y="4179"/>
                    <a:pt x="33545" y="4153"/>
                  </a:cubicBezTo>
                  <a:cubicBezTo>
                    <a:pt x="33530" y="4148"/>
                    <a:pt x="33514" y="4146"/>
                    <a:pt x="33498" y="4146"/>
                  </a:cubicBezTo>
                  <a:close/>
                  <a:moveTo>
                    <a:pt x="45428" y="4141"/>
                  </a:moveTo>
                  <a:cubicBezTo>
                    <a:pt x="45416" y="4141"/>
                    <a:pt x="45404" y="4142"/>
                    <a:pt x="45392" y="4145"/>
                  </a:cubicBezTo>
                  <a:cubicBezTo>
                    <a:pt x="45312" y="4165"/>
                    <a:pt x="45264" y="4244"/>
                    <a:pt x="45283" y="4323"/>
                  </a:cubicBezTo>
                  <a:cubicBezTo>
                    <a:pt x="45329" y="4504"/>
                    <a:pt x="45364" y="4693"/>
                    <a:pt x="45390" y="4887"/>
                  </a:cubicBezTo>
                  <a:cubicBezTo>
                    <a:pt x="45398" y="4961"/>
                    <a:pt x="45462" y="5016"/>
                    <a:pt x="45535" y="5016"/>
                  </a:cubicBezTo>
                  <a:cubicBezTo>
                    <a:pt x="45541" y="5016"/>
                    <a:pt x="45548" y="5016"/>
                    <a:pt x="45553" y="5015"/>
                  </a:cubicBezTo>
                  <a:cubicBezTo>
                    <a:pt x="45634" y="5004"/>
                    <a:pt x="45691" y="4930"/>
                    <a:pt x="45681" y="4850"/>
                  </a:cubicBezTo>
                  <a:cubicBezTo>
                    <a:pt x="45655" y="4644"/>
                    <a:pt x="45618" y="4444"/>
                    <a:pt x="45569" y="4253"/>
                  </a:cubicBezTo>
                  <a:cubicBezTo>
                    <a:pt x="45553" y="4186"/>
                    <a:pt x="45494" y="4141"/>
                    <a:pt x="45428" y="4141"/>
                  </a:cubicBezTo>
                  <a:close/>
                  <a:moveTo>
                    <a:pt x="33243" y="5590"/>
                  </a:moveTo>
                  <a:cubicBezTo>
                    <a:pt x="33161" y="5590"/>
                    <a:pt x="33096" y="5657"/>
                    <a:pt x="33096" y="5739"/>
                  </a:cubicBezTo>
                  <a:cubicBezTo>
                    <a:pt x="33096" y="5951"/>
                    <a:pt x="33115" y="6157"/>
                    <a:pt x="33151" y="6353"/>
                  </a:cubicBezTo>
                  <a:cubicBezTo>
                    <a:pt x="33164" y="6424"/>
                    <a:pt x="33226" y="6473"/>
                    <a:pt x="33295" y="6473"/>
                  </a:cubicBezTo>
                  <a:cubicBezTo>
                    <a:pt x="33305" y="6473"/>
                    <a:pt x="33314" y="6472"/>
                    <a:pt x="33324" y="6469"/>
                  </a:cubicBezTo>
                  <a:cubicBezTo>
                    <a:pt x="33404" y="6455"/>
                    <a:pt x="33457" y="6378"/>
                    <a:pt x="33442" y="6297"/>
                  </a:cubicBezTo>
                  <a:cubicBezTo>
                    <a:pt x="33408" y="6120"/>
                    <a:pt x="33390" y="5931"/>
                    <a:pt x="33390" y="5738"/>
                  </a:cubicBezTo>
                  <a:cubicBezTo>
                    <a:pt x="33390" y="5656"/>
                    <a:pt x="33324" y="5590"/>
                    <a:pt x="33243" y="5590"/>
                  </a:cubicBezTo>
                  <a:close/>
                  <a:moveTo>
                    <a:pt x="45588" y="5603"/>
                  </a:moveTo>
                  <a:cubicBezTo>
                    <a:pt x="45506" y="5603"/>
                    <a:pt x="45441" y="5668"/>
                    <a:pt x="45441" y="5749"/>
                  </a:cubicBezTo>
                  <a:cubicBezTo>
                    <a:pt x="45439" y="5934"/>
                    <a:pt x="45433" y="6128"/>
                    <a:pt x="45419" y="6329"/>
                  </a:cubicBezTo>
                  <a:cubicBezTo>
                    <a:pt x="45412" y="6411"/>
                    <a:pt x="45474" y="6482"/>
                    <a:pt x="45556" y="6487"/>
                  </a:cubicBezTo>
                  <a:lnTo>
                    <a:pt x="45566" y="6487"/>
                  </a:lnTo>
                  <a:cubicBezTo>
                    <a:pt x="45643" y="6487"/>
                    <a:pt x="45707" y="6428"/>
                    <a:pt x="45715" y="6349"/>
                  </a:cubicBezTo>
                  <a:cubicBezTo>
                    <a:pt x="45728" y="6141"/>
                    <a:pt x="45735" y="5940"/>
                    <a:pt x="45736" y="5750"/>
                  </a:cubicBezTo>
                  <a:cubicBezTo>
                    <a:pt x="45736" y="5670"/>
                    <a:pt x="45670" y="5603"/>
                    <a:pt x="45589" y="5603"/>
                  </a:cubicBezTo>
                  <a:close/>
                  <a:moveTo>
                    <a:pt x="33384" y="6524"/>
                  </a:moveTo>
                  <a:cubicBezTo>
                    <a:pt x="33369" y="6524"/>
                    <a:pt x="33354" y="6527"/>
                    <a:pt x="33339" y="6531"/>
                  </a:cubicBezTo>
                  <a:cubicBezTo>
                    <a:pt x="33261" y="6557"/>
                    <a:pt x="33218" y="6640"/>
                    <a:pt x="33243" y="6717"/>
                  </a:cubicBezTo>
                  <a:cubicBezTo>
                    <a:pt x="33305" y="6910"/>
                    <a:pt x="33386" y="7101"/>
                    <a:pt x="33483" y="7283"/>
                  </a:cubicBezTo>
                  <a:cubicBezTo>
                    <a:pt x="33510" y="7333"/>
                    <a:pt x="33561" y="7362"/>
                    <a:pt x="33613" y="7362"/>
                  </a:cubicBezTo>
                  <a:cubicBezTo>
                    <a:pt x="33636" y="7362"/>
                    <a:pt x="33660" y="7355"/>
                    <a:pt x="33682" y="7343"/>
                  </a:cubicBezTo>
                  <a:cubicBezTo>
                    <a:pt x="33755" y="7305"/>
                    <a:pt x="33781" y="7215"/>
                    <a:pt x="33743" y="7143"/>
                  </a:cubicBezTo>
                  <a:cubicBezTo>
                    <a:pt x="33654" y="6977"/>
                    <a:pt x="33580" y="6803"/>
                    <a:pt x="33523" y="6626"/>
                  </a:cubicBezTo>
                  <a:cubicBezTo>
                    <a:pt x="33503" y="6564"/>
                    <a:pt x="33446" y="6524"/>
                    <a:pt x="33384" y="6524"/>
                  </a:cubicBezTo>
                  <a:close/>
                  <a:moveTo>
                    <a:pt x="45474" y="7073"/>
                  </a:moveTo>
                  <a:cubicBezTo>
                    <a:pt x="45401" y="7073"/>
                    <a:pt x="45339" y="7127"/>
                    <a:pt x="45330" y="7202"/>
                  </a:cubicBezTo>
                  <a:cubicBezTo>
                    <a:pt x="45304" y="7395"/>
                    <a:pt x="45277" y="7589"/>
                    <a:pt x="45248" y="7783"/>
                  </a:cubicBezTo>
                  <a:cubicBezTo>
                    <a:pt x="45236" y="7864"/>
                    <a:pt x="45293" y="7940"/>
                    <a:pt x="45372" y="7951"/>
                  </a:cubicBezTo>
                  <a:cubicBezTo>
                    <a:pt x="45380" y="7952"/>
                    <a:pt x="45388" y="7952"/>
                    <a:pt x="45395" y="7952"/>
                  </a:cubicBezTo>
                  <a:cubicBezTo>
                    <a:pt x="45467" y="7952"/>
                    <a:pt x="45530" y="7899"/>
                    <a:pt x="45541" y="7825"/>
                  </a:cubicBezTo>
                  <a:cubicBezTo>
                    <a:pt x="45569" y="7629"/>
                    <a:pt x="45597" y="7434"/>
                    <a:pt x="45623" y="7239"/>
                  </a:cubicBezTo>
                  <a:cubicBezTo>
                    <a:pt x="45633" y="7158"/>
                    <a:pt x="45576" y="7084"/>
                    <a:pt x="45495" y="7074"/>
                  </a:cubicBezTo>
                  <a:cubicBezTo>
                    <a:pt x="45488" y="7073"/>
                    <a:pt x="45481" y="7073"/>
                    <a:pt x="45474" y="7073"/>
                  </a:cubicBezTo>
                  <a:close/>
                  <a:moveTo>
                    <a:pt x="34119" y="7789"/>
                  </a:moveTo>
                  <a:cubicBezTo>
                    <a:pt x="34084" y="7789"/>
                    <a:pt x="34050" y="7801"/>
                    <a:pt x="34022" y="7826"/>
                  </a:cubicBezTo>
                  <a:cubicBezTo>
                    <a:pt x="33960" y="7879"/>
                    <a:pt x="33954" y="7972"/>
                    <a:pt x="34007" y="8034"/>
                  </a:cubicBezTo>
                  <a:cubicBezTo>
                    <a:pt x="34134" y="8179"/>
                    <a:pt x="34274" y="8319"/>
                    <a:pt x="34432" y="8466"/>
                  </a:cubicBezTo>
                  <a:cubicBezTo>
                    <a:pt x="34460" y="8492"/>
                    <a:pt x="34495" y="8504"/>
                    <a:pt x="34531" y="8504"/>
                  </a:cubicBezTo>
                  <a:cubicBezTo>
                    <a:pt x="34572" y="8504"/>
                    <a:pt x="34610" y="8488"/>
                    <a:pt x="34641" y="8458"/>
                  </a:cubicBezTo>
                  <a:cubicBezTo>
                    <a:pt x="34697" y="8397"/>
                    <a:pt x="34692" y="8304"/>
                    <a:pt x="34632" y="8249"/>
                  </a:cubicBezTo>
                  <a:cubicBezTo>
                    <a:pt x="34481" y="8111"/>
                    <a:pt x="34350" y="7977"/>
                    <a:pt x="34229" y="7840"/>
                  </a:cubicBezTo>
                  <a:cubicBezTo>
                    <a:pt x="34200" y="7806"/>
                    <a:pt x="34159" y="7789"/>
                    <a:pt x="34119" y="7789"/>
                  </a:cubicBezTo>
                  <a:close/>
                  <a:moveTo>
                    <a:pt x="35215" y="8770"/>
                  </a:moveTo>
                  <a:cubicBezTo>
                    <a:pt x="35170" y="8770"/>
                    <a:pt x="35127" y="8790"/>
                    <a:pt x="35098" y="8829"/>
                  </a:cubicBezTo>
                  <a:cubicBezTo>
                    <a:pt x="35048" y="8895"/>
                    <a:pt x="35062" y="8987"/>
                    <a:pt x="35127" y="9035"/>
                  </a:cubicBezTo>
                  <a:cubicBezTo>
                    <a:pt x="35286" y="9153"/>
                    <a:pt x="35447" y="9268"/>
                    <a:pt x="35611" y="9381"/>
                  </a:cubicBezTo>
                  <a:cubicBezTo>
                    <a:pt x="35636" y="9398"/>
                    <a:pt x="35665" y="9407"/>
                    <a:pt x="35694" y="9407"/>
                  </a:cubicBezTo>
                  <a:cubicBezTo>
                    <a:pt x="35741" y="9407"/>
                    <a:pt x="35787" y="9385"/>
                    <a:pt x="35817" y="9345"/>
                  </a:cubicBezTo>
                  <a:cubicBezTo>
                    <a:pt x="35863" y="9278"/>
                    <a:pt x="35847" y="9186"/>
                    <a:pt x="35780" y="9140"/>
                  </a:cubicBezTo>
                  <a:cubicBezTo>
                    <a:pt x="35619" y="9028"/>
                    <a:pt x="35459" y="8916"/>
                    <a:pt x="35304" y="8799"/>
                  </a:cubicBezTo>
                  <a:cubicBezTo>
                    <a:pt x="35277" y="8779"/>
                    <a:pt x="35246" y="8770"/>
                    <a:pt x="35215" y="8770"/>
                  </a:cubicBezTo>
                  <a:close/>
                  <a:moveTo>
                    <a:pt x="45264" y="8532"/>
                  </a:moveTo>
                  <a:cubicBezTo>
                    <a:pt x="45192" y="8532"/>
                    <a:pt x="45129" y="8586"/>
                    <a:pt x="45118" y="8659"/>
                  </a:cubicBezTo>
                  <a:cubicBezTo>
                    <a:pt x="45090" y="8855"/>
                    <a:pt x="45063" y="9051"/>
                    <a:pt x="45040" y="9247"/>
                  </a:cubicBezTo>
                  <a:cubicBezTo>
                    <a:pt x="45031" y="9328"/>
                    <a:pt x="45087" y="9401"/>
                    <a:pt x="45169" y="9411"/>
                  </a:cubicBezTo>
                  <a:cubicBezTo>
                    <a:pt x="45175" y="9412"/>
                    <a:pt x="45180" y="9412"/>
                    <a:pt x="45186" y="9412"/>
                  </a:cubicBezTo>
                  <a:cubicBezTo>
                    <a:pt x="45261" y="9412"/>
                    <a:pt x="45324" y="9356"/>
                    <a:pt x="45334" y="9282"/>
                  </a:cubicBezTo>
                  <a:cubicBezTo>
                    <a:pt x="45357" y="9088"/>
                    <a:pt x="45382" y="8893"/>
                    <a:pt x="45411" y="8700"/>
                  </a:cubicBezTo>
                  <a:cubicBezTo>
                    <a:pt x="45423" y="8621"/>
                    <a:pt x="45367" y="8545"/>
                    <a:pt x="45287" y="8534"/>
                  </a:cubicBezTo>
                  <a:cubicBezTo>
                    <a:pt x="45279" y="8533"/>
                    <a:pt x="45272" y="8532"/>
                    <a:pt x="45264" y="8532"/>
                  </a:cubicBezTo>
                  <a:close/>
                  <a:moveTo>
                    <a:pt x="36423" y="9614"/>
                  </a:moveTo>
                  <a:cubicBezTo>
                    <a:pt x="36377" y="9614"/>
                    <a:pt x="36331" y="9636"/>
                    <a:pt x="36302" y="9678"/>
                  </a:cubicBezTo>
                  <a:cubicBezTo>
                    <a:pt x="36256" y="9744"/>
                    <a:pt x="36272" y="9836"/>
                    <a:pt x="36339" y="9883"/>
                  </a:cubicBezTo>
                  <a:cubicBezTo>
                    <a:pt x="36501" y="9994"/>
                    <a:pt x="36661" y="10107"/>
                    <a:pt x="36818" y="10222"/>
                  </a:cubicBezTo>
                  <a:cubicBezTo>
                    <a:pt x="36845" y="10242"/>
                    <a:pt x="36876" y="10250"/>
                    <a:pt x="36906" y="10250"/>
                  </a:cubicBezTo>
                  <a:cubicBezTo>
                    <a:pt x="36951" y="10250"/>
                    <a:pt x="36996" y="10230"/>
                    <a:pt x="37023" y="10191"/>
                  </a:cubicBezTo>
                  <a:cubicBezTo>
                    <a:pt x="37072" y="10125"/>
                    <a:pt x="37058" y="10032"/>
                    <a:pt x="36992" y="9985"/>
                  </a:cubicBezTo>
                  <a:cubicBezTo>
                    <a:pt x="36833" y="9867"/>
                    <a:pt x="36671" y="9754"/>
                    <a:pt x="36507" y="9640"/>
                  </a:cubicBezTo>
                  <a:cubicBezTo>
                    <a:pt x="36482" y="9622"/>
                    <a:pt x="36452" y="9614"/>
                    <a:pt x="36423" y="9614"/>
                  </a:cubicBezTo>
                  <a:close/>
                  <a:moveTo>
                    <a:pt x="45107" y="9999"/>
                  </a:moveTo>
                  <a:cubicBezTo>
                    <a:pt x="45031" y="9999"/>
                    <a:pt x="44963" y="10059"/>
                    <a:pt x="44959" y="10138"/>
                  </a:cubicBezTo>
                  <a:cubicBezTo>
                    <a:pt x="44949" y="10311"/>
                    <a:pt x="44946" y="10473"/>
                    <a:pt x="44946" y="10631"/>
                  </a:cubicBezTo>
                  <a:lnTo>
                    <a:pt x="44947" y="10737"/>
                  </a:lnTo>
                  <a:cubicBezTo>
                    <a:pt x="44947" y="10817"/>
                    <a:pt x="45013" y="10882"/>
                    <a:pt x="45094" y="10882"/>
                  </a:cubicBezTo>
                  <a:lnTo>
                    <a:pt x="45097" y="10882"/>
                  </a:lnTo>
                  <a:cubicBezTo>
                    <a:pt x="45178" y="10881"/>
                    <a:pt x="45243" y="10814"/>
                    <a:pt x="45242" y="10733"/>
                  </a:cubicBezTo>
                  <a:lnTo>
                    <a:pt x="45241" y="10631"/>
                  </a:lnTo>
                  <a:cubicBezTo>
                    <a:pt x="45241" y="10479"/>
                    <a:pt x="45245" y="10322"/>
                    <a:pt x="45253" y="10154"/>
                  </a:cubicBezTo>
                  <a:cubicBezTo>
                    <a:pt x="45259" y="10072"/>
                    <a:pt x="45196" y="10002"/>
                    <a:pt x="45114" y="9999"/>
                  </a:cubicBezTo>
                  <a:cubicBezTo>
                    <a:pt x="45112" y="9999"/>
                    <a:pt x="45109" y="9999"/>
                    <a:pt x="45107" y="9999"/>
                  </a:cubicBezTo>
                  <a:close/>
                  <a:moveTo>
                    <a:pt x="37596" y="10507"/>
                  </a:moveTo>
                  <a:cubicBezTo>
                    <a:pt x="37556" y="10507"/>
                    <a:pt x="37515" y="10524"/>
                    <a:pt x="37486" y="10557"/>
                  </a:cubicBezTo>
                  <a:cubicBezTo>
                    <a:pt x="37432" y="10618"/>
                    <a:pt x="37438" y="10711"/>
                    <a:pt x="37499" y="10765"/>
                  </a:cubicBezTo>
                  <a:cubicBezTo>
                    <a:pt x="37546" y="10806"/>
                    <a:pt x="37593" y="10849"/>
                    <a:pt x="37638" y="10892"/>
                  </a:cubicBezTo>
                  <a:cubicBezTo>
                    <a:pt x="37732" y="10979"/>
                    <a:pt x="37825" y="11071"/>
                    <a:pt x="37915" y="11165"/>
                  </a:cubicBezTo>
                  <a:cubicBezTo>
                    <a:pt x="37942" y="11196"/>
                    <a:pt x="37983" y="11211"/>
                    <a:pt x="38021" y="11211"/>
                  </a:cubicBezTo>
                  <a:cubicBezTo>
                    <a:pt x="38057" y="11211"/>
                    <a:pt x="38093" y="11197"/>
                    <a:pt x="38122" y="11171"/>
                  </a:cubicBezTo>
                  <a:cubicBezTo>
                    <a:pt x="38181" y="11114"/>
                    <a:pt x="38184" y="11022"/>
                    <a:pt x="38128" y="10963"/>
                  </a:cubicBezTo>
                  <a:cubicBezTo>
                    <a:pt x="38035" y="10865"/>
                    <a:pt x="37937" y="10768"/>
                    <a:pt x="37839" y="10676"/>
                  </a:cubicBezTo>
                  <a:cubicBezTo>
                    <a:pt x="37792" y="10633"/>
                    <a:pt x="37742" y="10588"/>
                    <a:pt x="37694" y="10545"/>
                  </a:cubicBezTo>
                  <a:cubicBezTo>
                    <a:pt x="37666" y="10520"/>
                    <a:pt x="37631" y="10507"/>
                    <a:pt x="37596" y="10507"/>
                  </a:cubicBezTo>
                  <a:close/>
                  <a:moveTo>
                    <a:pt x="45163" y="11469"/>
                  </a:moveTo>
                  <a:cubicBezTo>
                    <a:pt x="45155" y="11469"/>
                    <a:pt x="45148" y="11469"/>
                    <a:pt x="45140" y="11470"/>
                  </a:cubicBezTo>
                  <a:cubicBezTo>
                    <a:pt x="45061" y="11482"/>
                    <a:pt x="45005" y="11558"/>
                    <a:pt x="45016" y="11639"/>
                  </a:cubicBezTo>
                  <a:cubicBezTo>
                    <a:pt x="45025" y="11700"/>
                    <a:pt x="45036" y="11762"/>
                    <a:pt x="45047" y="11824"/>
                  </a:cubicBezTo>
                  <a:cubicBezTo>
                    <a:pt x="45072" y="11958"/>
                    <a:pt x="45102" y="12095"/>
                    <a:pt x="45137" y="12230"/>
                  </a:cubicBezTo>
                  <a:cubicBezTo>
                    <a:pt x="45154" y="12297"/>
                    <a:pt x="45214" y="12341"/>
                    <a:pt x="45279" y="12341"/>
                  </a:cubicBezTo>
                  <a:cubicBezTo>
                    <a:pt x="45293" y="12341"/>
                    <a:pt x="45304" y="12339"/>
                    <a:pt x="45317" y="12336"/>
                  </a:cubicBezTo>
                  <a:cubicBezTo>
                    <a:pt x="45396" y="12315"/>
                    <a:pt x="45443" y="12235"/>
                    <a:pt x="45423" y="12157"/>
                  </a:cubicBezTo>
                  <a:cubicBezTo>
                    <a:pt x="45390" y="12029"/>
                    <a:pt x="45361" y="11899"/>
                    <a:pt x="45338" y="11771"/>
                  </a:cubicBezTo>
                  <a:cubicBezTo>
                    <a:pt x="45326" y="11712"/>
                    <a:pt x="45317" y="11653"/>
                    <a:pt x="45308" y="11594"/>
                  </a:cubicBezTo>
                  <a:cubicBezTo>
                    <a:pt x="45298" y="11522"/>
                    <a:pt x="45236" y="11469"/>
                    <a:pt x="45163" y="11469"/>
                  </a:cubicBezTo>
                  <a:close/>
                  <a:moveTo>
                    <a:pt x="38582" y="11599"/>
                  </a:moveTo>
                  <a:cubicBezTo>
                    <a:pt x="38553" y="11599"/>
                    <a:pt x="38523" y="11608"/>
                    <a:pt x="38498" y="11626"/>
                  </a:cubicBezTo>
                  <a:cubicBezTo>
                    <a:pt x="38432" y="11675"/>
                    <a:pt x="38416" y="11768"/>
                    <a:pt x="38463" y="11833"/>
                  </a:cubicBezTo>
                  <a:cubicBezTo>
                    <a:pt x="38575" y="11986"/>
                    <a:pt x="38680" y="12149"/>
                    <a:pt x="38779" y="12315"/>
                  </a:cubicBezTo>
                  <a:cubicBezTo>
                    <a:pt x="38807" y="12362"/>
                    <a:pt x="38856" y="12388"/>
                    <a:pt x="38906" y="12388"/>
                  </a:cubicBezTo>
                  <a:cubicBezTo>
                    <a:pt x="38932" y="12388"/>
                    <a:pt x="38958" y="12379"/>
                    <a:pt x="38979" y="12367"/>
                  </a:cubicBezTo>
                  <a:cubicBezTo>
                    <a:pt x="39051" y="12324"/>
                    <a:pt x="39072" y="12234"/>
                    <a:pt x="39031" y="12164"/>
                  </a:cubicBezTo>
                  <a:cubicBezTo>
                    <a:pt x="38928" y="11990"/>
                    <a:pt x="38817" y="11821"/>
                    <a:pt x="38702" y="11660"/>
                  </a:cubicBezTo>
                  <a:cubicBezTo>
                    <a:pt x="38674" y="11620"/>
                    <a:pt x="38628" y="11599"/>
                    <a:pt x="38582" y="11599"/>
                  </a:cubicBezTo>
                  <a:close/>
                  <a:moveTo>
                    <a:pt x="45560" y="12883"/>
                  </a:moveTo>
                  <a:cubicBezTo>
                    <a:pt x="45541" y="12883"/>
                    <a:pt x="45522" y="12887"/>
                    <a:pt x="45504" y="12894"/>
                  </a:cubicBezTo>
                  <a:cubicBezTo>
                    <a:pt x="45429" y="12925"/>
                    <a:pt x="45393" y="13012"/>
                    <a:pt x="45424" y="13086"/>
                  </a:cubicBezTo>
                  <a:cubicBezTo>
                    <a:pt x="45497" y="13266"/>
                    <a:pt x="45582" y="13450"/>
                    <a:pt x="45672" y="13633"/>
                  </a:cubicBezTo>
                  <a:cubicBezTo>
                    <a:pt x="45698" y="13685"/>
                    <a:pt x="45750" y="13714"/>
                    <a:pt x="45804" y="13714"/>
                  </a:cubicBezTo>
                  <a:cubicBezTo>
                    <a:pt x="45826" y="13714"/>
                    <a:pt x="45850" y="13710"/>
                    <a:pt x="45870" y="13698"/>
                  </a:cubicBezTo>
                  <a:cubicBezTo>
                    <a:pt x="45943" y="13662"/>
                    <a:pt x="45973" y="13572"/>
                    <a:pt x="45937" y="13500"/>
                  </a:cubicBezTo>
                  <a:cubicBezTo>
                    <a:pt x="45849" y="13323"/>
                    <a:pt x="45767" y="13147"/>
                    <a:pt x="45696" y="12975"/>
                  </a:cubicBezTo>
                  <a:cubicBezTo>
                    <a:pt x="45673" y="12918"/>
                    <a:pt x="45617" y="12883"/>
                    <a:pt x="45560" y="12883"/>
                  </a:cubicBezTo>
                  <a:close/>
                  <a:moveTo>
                    <a:pt x="39312" y="12876"/>
                  </a:moveTo>
                  <a:cubicBezTo>
                    <a:pt x="39292" y="12876"/>
                    <a:pt x="39271" y="12880"/>
                    <a:pt x="39252" y="12889"/>
                  </a:cubicBezTo>
                  <a:cubicBezTo>
                    <a:pt x="39179" y="12923"/>
                    <a:pt x="39144" y="13009"/>
                    <a:pt x="39179" y="13084"/>
                  </a:cubicBezTo>
                  <a:cubicBezTo>
                    <a:pt x="39256" y="13256"/>
                    <a:pt x="39329" y="13437"/>
                    <a:pt x="39397" y="13621"/>
                  </a:cubicBezTo>
                  <a:cubicBezTo>
                    <a:pt x="39419" y="13679"/>
                    <a:pt x="39476" y="13718"/>
                    <a:pt x="39535" y="13718"/>
                  </a:cubicBezTo>
                  <a:cubicBezTo>
                    <a:pt x="39553" y="13718"/>
                    <a:pt x="39571" y="13713"/>
                    <a:pt x="39587" y="13707"/>
                  </a:cubicBezTo>
                  <a:cubicBezTo>
                    <a:pt x="39663" y="13678"/>
                    <a:pt x="39702" y="13594"/>
                    <a:pt x="39674" y="13517"/>
                  </a:cubicBezTo>
                  <a:cubicBezTo>
                    <a:pt x="39604" y="13328"/>
                    <a:pt x="39526" y="13142"/>
                    <a:pt x="39447" y="12962"/>
                  </a:cubicBezTo>
                  <a:cubicBezTo>
                    <a:pt x="39422" y="12908"/>
                    <a:pt x="39368" y="12876"/>
                    <a:pt x="39312" y="12876"/>
                  </a:cubicBezTo>
                  <a:close/>
                  <a:moveTo>
                    <a:pt x="46235" y="14193"/>
                  </a:moveTo>
                  <a:cubicBezTo>
                    <a:pt x="46208" y="14193"/>
                    <a:pt x="46182" y="14200"/>
                    <a:pt x="46158" y="14215"/>
                  </a:cubicBezTo>
                  <a:cubicBezTo>
                    <a:pt x="46088" y="14257"/>
                    <a:pt x="46067" y="14348"/>
                    <a:pt x="46109" y="14417"/>
                  </a:cubicBezTo>
                  <a:cubicBezTo>
                    <a:pt x="46206" y="14577"/>
                    <a:pt x="46310" y="14742"/>
                    <a:pt x="46428" y="14921"/>
                  </a:cubicBezTo>
                  <a:cubicBezTo>
                    <a:pt x="46455" y="14963"/>
                    <a:pt x="46504" y="14987"/>
                    <a:pt x="46551" y="14987"/>
                  </a:cubicBezTo>
                  <a:cubicBezTo>
                    <a:pt x="46578" y="14987"/>
                    <a:pt x="46607" y="14978"/>
                    <a:pt x="46632" y="14962"/>
                  </a:cubicBezTo>
                  <a:cubicBezTo>
                    <a:pt x="46700" y="14918"/>
                    <a:pt x="46719" y="14827"/>
                    <a:pt x="46674" y="14758"/>
                  </a:cubicBezTo>
                  <a:cubicBezTo>
                    <a:pt x="46558" y="14582"/>
                    <a:pt x="46455" y="14421"/>
                    <a:pt x="46361" y="14264"/>
                  </a:cubicBezTo>
                  <a:cubicBezTo>
                    <a:pt x="46332" y="14218"/>
                    <a:pt x="46284" y="14193"/>
                    <a:pt x="46235" y="14193"/>
                  </a:cubicBezTo>
                  <a:close/>
                  <a:moveTo>
                    <a:pt x="39804" y="14265"/>
                  </a:moveTo>
                  <a:cubicBezTo>
                    <a:pt x="39791" y="14265"/>
                    <a:pt x="39778" y="14267"/>
                    <a:pt x="39765" y="14271"/>
                  </a:cubicBezTo>
                  <a:cubicBezTo>
                    <a:pt x="39686" y="14291"/>
                    <a:pt x="39640" y="14373"/>
                    <a:pt x="39661" y="14451"/>
                  </a:cubicBezTo>
                  <a:cubicBezTo>
                    <a:pt x="39711" y="14632"/>
                    <a:pt x="39757" y="14823"/>
                    <a:pt x="39800" y="15016"/>
                  </a:cubicBezTo>
                  <a:cubicBezTo>
                    <a:pt x="39815" y="15085"/>
                    <a:pt x="39876" y="15132"/>
                    <a:pt x="39944" y="15132"/>
                  </a:cubicBezTo>
                  <a:cubicBezTo>
                    <a:pt x="39954" y="15132"/>
                    <a:pt x="39965" y="15131"/>
                    <a:pt x="39974" y="15129"/>
                  </a:cubicBezTo>
                  <a:cubicBezTo>
                    <a:pt x="40053" y="15113"/>
                    <a:pt x="40104" y="15034"/>
                    <a:pt x="40087" y="14954"/>
                  </a:cubicBezTo>
                  <a:cubicBezTo>
                    <a:pt x="40043" y="14756"/>
                    <a:pt x="39996" y="14561"/>
                    <a:pt x="39945" y="14374"/>
                  </a:cubicBezTo>
                  <a:cubicBezTo>
                    <a:pt x="39928" y="14308"/>
                    <a:pt x="39868" y="14265"/>
                    <a:pt x="39804" y="14265"/>
                  </a:cubicBezTo>
                  <a:close/>
                  <a:moveTo>
                    <a:pt x="47053" y="15422"/>
                  </a:moveTo>
                  <a:cubicBezTo>
                    <a:pt x="47024" y="15422"/>
                    <a:pt x="46994" y="15431"/>
                    <a:pt x="46968" y="15449"/>
                  </a:cubicBezTo>
                  <a:cubicBezTo>
                    <a:pt x="46901" y="15495"/>
                    <a:pt x="46886" y="15587"/>
                    <a:pt x="46932" y="15654"/>
                  </a:cubicBezTo>
                  <a:cubicBezTo>
                    <a:pt x="47031" y="15795"/>
                    <a:pt x="47130" y="15934"/>
                    <a:pt x="47231" y="16075"/>
                  </a:cubicBezTo>
                  <a:lnTo>
                    <a:pt x="47274" y="16135"/>
                  </a:lnTo>
                  <a:cubicBezTo>
                    <a:pt x="47302" y="16175"/>
                    <a:pt x="47347" y="16197"/>
                    <a:pt x="47393" y="16197"/>
                  </a:cubicBezTo>
                  <a:cubicBezTo>
                    <a:pt x="47423" y="16197"/>
                    <a:pt x="47453" y="16189"/>
                    <a:pt x="47478" y="16171"/>
                  </a:cubicBezTo>
                  <a:cubicBezTo>
                    <a:pt x="47546" y="16125"/>
                    <a:pt x="47562" y="16032"/>
                    <a:pt x="47513" y="15967"/>
                  </a:cubicBezTo>
                  <a:lnTo>
                    <a:pt x="47471" y="15906"/>
                  </a:lnTo>
                  <a:cubicBezTo>
                    <a:pt x="47372" y="15766"/>
                    <a:pt x="47273" y="15626"/>
                    <a:pt x="47173" y="15485"/>
                  </a:cubicBezTo>
                  <a:cubicBezTo>
                    <a:pt x="47144" y="15444"/>
                    <a:pt x="47099" y="15422"/>
                    <a:pt x="47053" y="15422"/>
                  </a:cubicBezTo>
                  <a:close/>
                  <a:moveTo>
                    <a:pt x="40102" y="15707"/>
                  </a:moveTo>
                  <a:cubicBezTo>
                    <a:pt x="40094" y="15707"/>
                    <a:pt x="40086" y="15708"/>
                    <a:pt x="40078" y="15709"/>
                  </a:cubicBezTo>
                  <a:cubicBezTo>
                    <a:pt x="39998" y="15720"/>
                    <a:pt x="39943" y="15797"/>
                    <a:pt x="39954" y="15876"/>
                  </a:cubicBezTo>
                  <a:cubicBezTo>
                    <a:pt x="39983" y="16066"/>
                    <a:pt x="40007" y="16261"/>
                    <a:pt x="40028" y="16455"/>
                  </a:cubicBezTo>
                  <a:cubicBezTo>
                    <a:pt x="40037" y="16530"/>
                    <a:pt x="40100" y="16587"/>
                    <a:pt x="40175" y="16587"/>
                  </a:cubicBezTo>
                  <a:cubicBezTo>
                    <a:pt x="40180" y="16587"/>
                    <a:pt x="40185" y="16587"/>
                    <a:pt x="40191" y="16585"/>
                  </a:cubicBezTo>
                  <a:cubicBezTo>
                    <a:pt x="40270" y="16577"/>
                    <a:pt x="40330" y="16504"/>
                    <a:pt x="40321" y="16423"/>
                  </a:cubicBezTo>
                  <a:cubicBezTo>
                    <a:pt x="40300" y="16225"/>
                    <a:pt x="40274" y="16026"/>
                    <a:pt x="40246" y="15833"/>
                  </a:cubicBezTo>
                  <a:cubicBezTo>
                    <a:pt x="40235" y="15760"/>
                    <a:pt x="40175" y="15707"/>
                    <a:pt x="40102" y="15707"/>
                  </a:cubicBezTo>
                  <a:close/>
                  <a:moveTo>
                    <a:pt x="47902" y="16626"/>
                  </a:moveTo>
                  <a:cubicBezTo>
                    <a:pt x="47874" y="16626"/>
                    <a:pt x="47845" y="16635"/>
                    <a:pt x="47819" y="16652"/>
                  </a:cubicBezTo>
                  <a:cubicBezTo>
                    <a:pt x="47752" y="16699"/>
                    <a:pt x="47735" y="16790"/>
                    <a:pt x="47781" y="16857"/>
                  </a:cubicBezTo>
                  <a:cubicBezTo>
                    <a:pt x="47893" y="17019"/>
                    <a:pt x="48002" y="17180"/>
                    <a:pt x="48108" y="17344"/>
                  </a:cubicBezTo>
                  <a:cubicBezTo>
                    <a:pt x="48136" y="17388"/>
                    <a:pt x="48184" y="17411"/>
                    <a:pt x="48232" y="17411"/>
                  </a:cubicBezTo>
                  <a:cubicBezTo>
                    <a:pt x="48259" y="17411"/>
                    <a:pt x="48287" y="17403"/>
                    <a:pt x="48312" y="17387"/>
                  </a:cubicBezTo>
                  <a:cubicBezTo>
                    <a:pt x="48380" y="17342"/>
                    <a:pt x="48399" y="17251"/>
                    <a:pt x="48356" y="17182"/>
                  </a:cubicBezTo>
                  <a:cubicBezTo>
                    <a:pt x="48248" y="17017"/>
                    <a:pt x="48136" y="16854"/>
                    <a:pt x="48024" y="16690"/>
                  </a:cubicBezTo>
                  <a:cubicBezTo>
                    <a:pt x="47995" y="16648"/>
                    <a:pt x="47949" y="16626"/>
                    <a:pt x="47902" y="16626"/>
                  </a:cubicBezTo>
                  <a:close/>
                  <a:moveTo>
                    <a:pt x="40249" y="17174"/>
                  </a:moveTo>
                  <a:cubicBezTo>
                    <a:pt x="40246" y="17174"/>
                    <a:pt x="40242" y="17174"/>
                    <a:pt x="40239" y="17174"/>
                  </a:cubicBezTo>
                  <a:cubicBezTo>
                    <a:pt x="40159" y="17179"/>
                    <a:pt x="40095" y="17248"/>
                    <a:pt x="40100" y="17330"/>
                  </a:cubicBezTo>
                  <a:cubicBezTo>
                    <a:pt x="40112" y="17526"/>
                    <a:pt x="40119" y="17721"/>
                    <a:pt x="40125" y="17915"/>
                  </a:cubicBezTo>
                  <a:cubicBezTo>
                    <a:pt x="40126" y="17995"/>
                    <a:pt x="40192" y="18058"/>
                    <a:pt x="40272" y="18058"/>
                  </a:cubicBezTo>
                  <a:cubicBezTo>
                    <a:pt x="40273" y="18058"/>
                    <a:pt x="40274" y="18058"/>
                    <a:pt x="40277" y="18057"/>
                  </a:cubicBezTo>
                  <a:cubicBezTo>
                    <a:pt x="40358" y="18056"/>
                    <a:pt x="40423" y="17987"/>
                    <a:pt x="40420" y="17907"/>
                  </a:cubicBezTo>
                  <a:cubicBezTo>
                    <a:pt x="40415" y="17708"/>
                    <a:pt x="40407" y="17511"/>
                    <a:pt x="40396" y="17313"/>
                  </a:cubicBezTo>
                  <a:cubicBezTo>
                    <a:pt x="40391" y="17235"/>
                    <a:pt x="40329" y="17174"/>
                    <a:pt x="40249" y="17174"/>
                  </a:cubicBezTo>
                  <a:close/>
                  <a:moveTo>
                    <a:pt x="48690" y="17871"/>
                  </a:moveTo>
                  <a:cubicBezTo>
                    <a:pt x="48666" y="17871"/>
                    <a:pt x="48641" y="17877"/>
                    <a:pt x="48619" y="17889"/>
                  </a:cubicBezTo>
                  <a:cubicBezTo>
                    <a:pt x="48548" y="17929"/>
                    <a:pt x="48522" y="18020"/>
                    <a:pt x="48562" y="18090"/>
                  </a:cubicBezTo>
                  <a:cubicBezTo>
                    <a:pt x="48660" y="18266"/>
                    <a:pt x="48751" y="18439"/>
                    <a:pt x="48832" y="18605"/>
                  </a:cubicBezTo>
                  <a:cubicBezTo>
                    <a:pt x="48857" y="18658"/>
                    <a:pt x="48909" y="18689"/>
                    <a:pt x="48965" y="18689"/>
                  </a:cubicBezTo>
                  <a:cubicBezTo>
                    <a:pt x="48986" y="18689"/>
                    <a:pt x="49008" y="18683"/>
                    <a:pt x="49029" y="18673"/>
                  </a:cubicBezTo>
                  <a:cubicBezTo>
                    <a:pt x="49102" y="18637"/>
                    <a:pt x="49132" y="18549"/>
                    <a:pt x="49097" y="18476"/>
                  </a:cubicBezTo>
                  <a:cubicBezTo>
                    <a:pt x="49014" y="18305"/>
                    <a:pt x="48920" y="18126"/>
                    <a:pt x="48820" y="17946"/>
                  </a:cubicBezTo>
                  <a:cubicBezTo>
                    <a:pt x="48793" y="17898"/>
                    <a:pt x="48742" y="17871"/>
                    <a:pt x="48690" y="17871"/>
                  </a:cubicBezTo>
                  <a:close/>
                  <a:moveTo>
                    <a:pt x="40277" y="18649"/>
                  </a:moveTo>
                  <a:cubicBezTo>
                    <a:pt x="40197" y="18649"/>
                    <a:pt x="40131" y="18713"/>
                    <a:pt x="40130" y="18795"/>
                  </a:cubicBezTo>
                  <a:cubicBezTo>
                    <a:pt x="40129" y="18956"/>
                    <a:pt x="40126" y="19116"/>
                    <a:pt x="40120" y="19277"/>
                  </a:cubicBezTo>
                  <a:lnTo>
                    <a:pt x="40118" y="19380"/>
                  </a:lnTo>
                  <a:cubicBezTo>
                    <a:pt x="40115" y="19461"/>
                    <a:pt x="40180" y="19529"/>
                    <a:pt x="40262" y="19533"/>
                  </a:cubicBezTo>
                  <a:lnTo>
                    <a:pt x="40267" y="19533"/>
                  </a:lnTo>
                  <a:cubicBezTo>
                    <a:pt x="40345" y="19533"/>
                    <a:pt x="40411" y="19471"/>
                    <a:pt x="40411" y="19390"/>
                  </a:cubicBezTo>
                  <a:lnTo>
                    <a:pt x="40415" y="19285"/>
                  </a:lnTo>
                  <a:cubicBezTo>
                    <a:pt x="40419" y="19124"/>
                    <a:pt x="40423" y="18961"/>
                    <a:pt x="40424" y="18799"/>
                  </a:cubicBezTo>
                  <a:cubicBezTo>
                    <a:pt x="40425" y="18716"/>
                    <a:pt x="40360" y="18650"/>
                    <a:pt x="40278" y="18649"/>
                  </a:cubicBezTo>
                  <a:close/>
                  <a:moveTo>
                    <a:pt x="49305" y="19210"/>
                  </a:moveTo>
                  <a:cubicBezTo>
                    <a:pt x="49289" y="19210"/>
                    <a:pt x="49273" y="19213"/>
                    <a:pt x="49257" y="19218"/>
                  </a:cubicBezTo>
                  <a:cubicBezTo>
                    <a:pt x="49179" y="19244"/>
                    <a:pt x="49138" y="19327"/>
                    <a:pt x="49166" y="19405"/>
                  </a:cubicBezTo>
                  <a:cubicBezTo>
                    <a:pt x="49206" y="19528"/>
                    <a:pt x="49246" y="19652"/>
                    <a:pt x="49280" y="19775"/>
                  </a:cubicBezTo>
                  <a:cubicBezTo>
                    <a:pt x="49297" y="19836"/>
                    <a:pt x="49312" y="19898"/>
                    <a:pt x="49328" y="19958"/>
                  </a:cubicBezTo>
                  <a:cubicBezTo>
                    <a:pt x="49344" y="20025"/>
                    <a:pt x="49405" y="20070"/>
                    <a:pt x="49471" y="20070"/>
                  </a:cubicBezTo>
                  <a:cubicBezTo>
                    <a:pt x="49483" y="20070"/>
                    <a:pt x="49494" y="20068"/>
                    <a:pt x="49507" y="20065"/>
                  </a:cubicBezTo>
                  <a:cubicBezTo>
                    <a:pt x="49587" y="20045"/>
                    <a:pt x="49635" y="19966"/>
                    <a:pt x="49616" y="19886"/>
                  </a:cubicBezTo>
                  <a:cubicBezTo>
                    <a:pt x="49600" y="19824"/>
                    <a:pt x="49584" y="19761"/>
                    <a:pt x="49565" y="19696"/>
                  </a:cubicBezTo>
                  <a:cubicBezTo>
                    <a:pt x="49529" y="19569"/>
                    <a:pt x="49488" y="19438"/>
                    <a:pt x="49444" y="19309"/>
                  </a:cubicBezTo>
                  <a:cubicBezTo>
                    <a:pt x="49424" y="19247"/>
                    <a:pt x="49367" y="19210"/>
                    <a:pt x="49305" y="19210"/>
                  </a:cubicBezTo>
                  <a:close/>
                  <a:moveTo>
                    <a:pt x="40229" y="20122"/>
                  </a:moveTo>
                  <a:cubicBezTo>
                    <a:pt x="40152" y="20122"/>
                    <a:pt x="40086" y="20182"/>
                    <a:pt x="40081" y="20261"/>
                  </a:cubicBezTo>
                  <a:cubicBezTo>
                    <a:pt x="40069" y="20456"/>
                    <a:pt x="40057" y="20652"/>
                    <a:pt x="40041" y="20847"/>
                  </a:cubicBezTo>
                  <a:cubicBezTo>
                    <a:pt x="40035" y="20927"/>
                    <a:pt x="40095" y="20999"/>
                    <a:pt x="40176" y="21005"/>
                  </a:cubicBezTo>
                  <a:lnTo>
                    <a:pt x="40188" y="21005"/>
                  </a:lnTo>
                  <a:cubicBezTo>
                    <a:pt x="40264" y="21005"/>
                    <a:pt x="40329" y="20946"/>
                    <a:pt x="40336" y="20870"/>
                  </a:cubicBezTo>
                  <a:cubicBezTo>
                    <a:pt x="40352" y="20673"/>
                    <a:pt x="40365" y="20476"/>
                    <a:pt x="40376" y="20277"/>
                  </a:cubicBezTo>
                  <a:cubicBezTo>
                    <a:pt x="40380" y="20197"/>
                    <a:pt x="40319" y="20127"/>
                    <a:pt x="40237" y="20122"/>
                  </a:cubicBezTo>
                  <a:cubicBezTo>
                    <a:pt x="40235" y="20122"/>
                    <a:pt x="40232" y="20122"/>
                    <a:pt x="40229" y="20122"/>
                  </a:cubicBezTo>
                  <a:close/>
                  <a:moveTo>
                    <a:pt x="49625" y="20646"/>
                  </a:moveTo>
                  <a:cubicBezTo>
                    <a:pt x="49619" y="20646"/>
                    <a:pt x="49613" y="20646"/>
                    <a:pt x="49607" y="20647"/>
                  </a:cubicBezTo>
                  <a:cubicBezTo>
                    <a:pt x="49527" y="20656"/>
                    <a:pt x="49468" y="20728"/>
                    <a:pt x="49477" y="20809"/>
                  </a:cubicBezTo>
                  <a:cubicBezTo>
                    <a:pt x="49498" y="20995"/>
                    <a:pt x="49512" y="21190"/>
                    <a:pt x="49518" y="21386"/>
                  </a:cubicBezTo>
                  <a:cubicBezTo>
                    <a:pt x="49520" y="21465"/>
                    <a:pt x="49586" y="21529"/>
                    <a:pt x="49664" y="21529"/>
                  </a:cubicBezTo>
                  <a:lnTo>
                    <a:pt x="49668" y="21529"/>
                  </a:lnTo>
                  <a:cubicBezTo>
                    <a:pt x="49750" y="21526"/>
                    <a:pt x="49814" y="21458"/>
                    <a:pt x="49812" y="21376"/>
                  </a:cubicBezTo>
                  <a:cubicBezTo>
                    <a:pt x="49806" y="21173"/>
                    <a:pt x="49791" y="20971"/>
                    <a:pt x="49771" y="20777"/>
                  </a:cubicBezTo>
                  <a:cubicBezTo>
                    <a:pt x="49762" y="20701"/>
                    <a:pt x="49699" y="20646"/>
                    <a:pt x="49625" y="20646"/>
                  </a:cubicBezTo>
                  <a:close/>
                  <a:moveTo>
                    <a:pt x="40101" y="21591"/>
                  </a:moveTo>
                  <a:cubicBezTo>
                    <a:pt x="40027" y="21591"/>
                    <a:pt x="39964" y="21646"/>
                    <a:pt x="39955" y="21721"/>
                  </a:cubicBezTo>
                  <a:cubicBezTo>
                    <a:pt x="39933" y="21915"/>
                    <a:pt x="39908" y="22108"/>
                    <a:pt x="39879" y="22302"/>
                  </a:cubicBezTo>
                  <a:cubicBezTo>
                    <a:pt x="39868" y="22382"/>
                    <a:pt x="39923" y="22458"/>
                    <a:pt x="40005" y="22469"/>
                  </a:cubicBezTo>
                  <a:cubicBezTo>
                    <a:pt x="40012" y="22470"/>
                    <a:pt x="40020" y="22470"/>
                    <a:pt x="40027" y="22470"/>
                  </a:cubicBezTo>
                  <a:cubicBezTo>
                    <a:pt x="40099" y="22470"/>
                    <a:pt x="40161" y="22417"/>
                    <a:pt x="40172" y="22345"/>
                  </a:cubicBezTo>
                  <a:cubicBezTo>
                    <a:pt x="40201" y="22149"/>
                    <a:pt x="40226" y="21953"/>
                    <a:pt x="40248" y="21756"/>
                  </a:cubicBezTo>
                  <a:cubicBezTo>
                    <a:pt x="40259" y="21674"/>
                    <a:pt x="40201" y="21601"/>
                    <a:pt x="40119" y="21592"/>
                  </a:cubicBezTo>
                  <a:cubicBezTo>
                    <a:pt x="40113" y="21591"/>
                    <a:pt x="40107" y="21591"/>
                    <a:pt x="40101" y="21591"/>
                  </a:cubicBezTo>
                  <a:close/>
                  <a:moveTo>
                    <a:pt x="49649" y="22117"/>
                  </a:moveTo>
                  <a:cubicBezTo>
                    <a:pt x="49574" y="22117"/>
                    <a:pt x="49507" y="22177"/>
                    <a:pt x="49502" y="22255"/>
                  </a:cubicBezTo>
                  <a:cubicBezTo>
                    <a:pt x="49491" y="22439"/>
                    <a:pt x="49472" y="22635"/>
                    <a:pt x="49450" y="22835"/>
                  </a:cubicBezTo>
                  <a:cubicBezTo>
                    <a:pt x="49439" y="22917"/>
                    <a:pt x="49497" y="22990"/>
                    <a:pt x="49579" y="22999"/>
                  </a:cubicBezTo>
                  <a:cubicBezTo>
                    <a:pt x="49584" y="23000"/>
                    <a:pt x="49590" y="23000"/>
                    <a:pt x="49595" y="23000"/>
                  </a:cubicBezTo>
                  <a:cubicBezTo>
                    <a:pt x="49668" y="23000"/>
                    <a:pt x="49731" y="22945"/>
                    <a:pt x="49742" y="22867"/>
                  </a:cubicBezTo>
                  <a:cubicBezTo>
                    <a:pt x="49765" y="22663"/>
                    <a:pt x="49785" y="22463"/>
                    <a:pt x="49796" y="22273"/>
                  </a:cubicBezTo>
                  <a:cubicBezTo>
                    <a:pt x="49801" y="22193"/>
                    <a:pt x="49740" y="22122"/>
                    <a:pt x="49658" y="22117"/>
                  </a:cubicBezTo>
                  <a:cubicBezTo>
                    <a:pt x="49655" y="22117"/>
                    <a:pt x="49652" y="22117"/>
                    <a:pt x="49649" y="22117"/>
                  </a:cubicBezTo>
                  <a:close/>
                  <a:moveTo>
                    <a:pt x="39880" y="23048"/>
                  </a:moveTo>
                  <a:cubicBezTo>
                    <a:pt x="39810" y="23048"/>
                    <a:pt x="39747" y="23097"/>
                    <a:pt x="39734" y="23167"/>
                  </a:cubicBezTo>
                  <a:cubicBezTo>
                    <a:pt x="39696" y="23362"/>
                    <a:pt x="39655" y="23554"/>
                    <a:pt x="39613" y="23739"/>
                  </a:cubicBezTo>
                  <a:cubicBezTo>
                    <a:pt x="39594" y="23818"/>
                    <a:pt x="39644" y="23898"/>
                    <a:pt x="39723" y="23915"/>
                  </a:cubicBezTo>
                  <a:cubicBezTo>
                    <a:pt x="39736" y="23919"/>
                    <a:pt x="39747" y="23920"/>
                    <a:pt x="39757" y="23920"/>
                  </a:cubicBezTo>
                  <a:cubicBezTo>
                    <a:pt x="39824" y="23920"/>
                    <a:pt x="39885" y="23873"/>
                    <a:pt x="39899" y="23805"/>
                  </a:cubicBezTo>
                  <a:cubicBezTo>
                    <a:pt x="39943" y="23618"/>
                    <a:pt x="39984" y="23422"/>
                    <a:pt x="40022" y="23223"/>
                  </a:cubicBezTo>
                  <a:cubicBezTo>
                    <a:pt x="40039" y="23144"/>
                    <a:pt x="39986" y="23066"/>
                    <a:pt x="39907" y="23051"/>
                  </a:cubicBezTo>
                  <a:cubicBezTo>
                    <a:pt x="39898" y="23049"/>
                    <a:pt x="39889" y="23048"/>
                    <a:pt x="39880" y="23048"/>
                  </a:cubicBezTo>
                  <a:close/>
                  <a:moveTo>
                    <a:pt x="49466" y="23581"/>
                  </a:moveTo>
                  <a:cubicBezTo>
                    <a:pt x="49396" y="23581"/>
                    <a:pt x="49334" y="23632"/>
                    <a:pt x="49322" y="23703"/>
                  </a:cubicBezTo>
                  <a:cubicBezTo>
                    <a:pt x="49288" y="23896"/>
                    <a:pt x="49252" y="24088"/>
                    <a:pt x="49213" y="24280"/>
                  </a:cubicBezTo>
                  <a:cubicBezTo>
                    <a:pt x="49198" y="24358"/>
                    <a:pt x="49249" y="24438"/>
                    <a:pt x="49329" y="24453"/>
                  </a:cubicBezTo>
                  <a:cubicBezTo>
                    <a:pt x="49338" y="24454"/>
                    <a:pt x="49349" y="24455"/>
                    <a:pt x="49358" y="24455"/>
                  </a:cubicBezTo>
                  <a:cubicBezTo>
                    <a:pt x="49426" y="24455"/>
                    <a:pt x="49488" y="24408"/>
                    <a:pt x="49502" y="24336"/>
                  </a:cubicBezTo>
                  <a:cubicBezTo>
                    <a:pt x="49540" y="24142"/>
                    <a:pt x="49578" y="23948"/>
                    <a:pt x="49612" y="23753"/>
                  </a:cubicBezTo>
                  <a:cubicBezTo>
                    <a:pt x="49626" y="23674"/>
                    <a:pt x="49571" y="23598"/>
                    <a:pt x="49492" y="23583"/>
                  </a:cubicBezTo>
                  <a:cubicBezTo>
                    <a:pt x="49483" y="23582"/>
                    <a:pt x="49475" y="23581"/>
                    <a:pt x="49466" y="23581"/>
                  </a:cubicBezTo>
                  <a:close/>
                  <a:moveTo>
                    <a:pt x="39532" y="24481"/>
                  </a:moveTo>
                  <a:cubicBezTo>
                    <a:pt x="39468" y="24481"/>
                    <a:pt x="39410" y="24522"/>
                    <a:pt x="39391" y="24587"/>
                  </a:cubicBezTo>
                  <a:cubicBezTo>
                    <a:pt x="39335" y="24776"/>
                    <a:pt x="39275" y="24964"/>
                    <a:pt x="39215" y="25142"/>
                  </a:cubicBezTo>
                  <a:cubicBezTo>
                    <a:pt x="39189" y="25219"/>
                    <a:pt x="39228" y="25302"/>
                    <a:pt x="39305" y="25330"/>
                  </a:cubicBezTo>
                  <a:cubicBezTo>
                    <a:pt x="39321" y="25335"/>
                    <a:pt x="39338" y="25337"/>
                    <a:pt x="39354" y="25337"/>
                  </a:cubicBezTo>
                  <a:cubicBezTo>
                    <a:pt x="39414" y="25337"/>
                    <a:pt x="39473" y="25300"/>
                    <a:pt x="39491" y="25238"/>
                  </a:cubicBezTo>
                  <a:cubicBezTo>
                    <a:pt x="39555" y="25055"/>
                    <a:pt x="39617" y="24864"/>
                    <a:pt x="39674" y="24671"/>
                  </a:cubicBezTo>
                  <a:cubicBezTo>
                    <a:pt x="39696" y="24592"/>
                    <a:pt x="39653" y="24511"/>
                    <a:pt x="39574" y="24487"/>
                  </a:cubicBezTo>
                  <a:cubicBezTo>
                    <a:pt x="39560" y="24483"/>
                    <a:pt x="39545" y="24481"/>
                    <a:pt x="39532" y="24481"/>
                  </a:cubicBezTo>
                  <a:close/>
                  <a:moveTo>
                    <a:pt x="49172" y="25027"/>
                  </a:moveTo>
                  <a:cubicBezTo>
                    <a:pt x="49106" y="25027"/>
                    <a:pt x="49046" y="25074"/>
                    <a:pt x="49030" y="25142"/>
                  </a:cubicBezTo>
                  <a:lnTo>
                    <a:pt x="48903" y="25718"/>
                  </a:lnTo>
                  <a:cubicBezTo>
                    <a:pt x="48885" y="25796"/>
                    <a:pt x="48935" y="25875"/>
                    <a:pt x="49014" y="25893"/>
                  </a:cubicBezTo>
                  <a:cubicBezTo>
                    <a:pt x="49025" y="25895"/>
                    <a:pt x="49037" y="25897"/>
                    <a:pt x="49047" y="25897"/>
                  </a:cubicBezTo>
                  <a:cubicBezTo>
                    <a:pt x="49114" y="25897"/>
                    <a:pt x="49176" y="25850"/>
                    <a:pt x="49190" y="25782"/>
                  </a:cubicBezTo>
                  <a:lnTo>
                    <a:pt x="49318" y="25206"/>
                  </a:lnTo>
                  <a:cubicBezTo>
                    <a:pt x="49336" y="25127"/>
                    <a:pt x="49286" y="25048"/>
                    <a:pt x="49205" y="25031"/>
                  </a:cubicBezTo>
                  <a:cubicBezTo>
                    <a:pt x="49194" y="25028"/>
                    <a:pt x="49183" y="25027"/>
                    <a:pt x="49172" y="25027"/>
                  </a:cubicBezTo>
                  <a:close/>
                  <a:moveTo>
                    <a:pt x="39037" y="25868"/>
                  </a:moveTo>
                  <a:cubicBezTo>
                    <a:pt x="38979" y="25868"/>
                    <a:pt x="38925" y="25902"/>
                    <a:pt x="38901" y="25957"/>
                  </a:cubicBezTo>
                  <a:cubicBezTo>
                    <a:pt x="38825" y="26136"/>
                    <a:pt x="38743" y="26313"/>
                    <a:pt x="38658" y="26487"/>
                  </a:cubicBezTo>
                  <a:cubicBezTo>
                    <a:pt x="38622" y="26560"/>
                    <a:pt x="38652" y="26648"/>
                    <a:pt x="38726" y="26684"/>
                  </a:cubicBezTo>
                  <a:cubicBezTo>
                    <a:pt x="38746" y="26694"/>
                    <a:pt x="38768" y="26699"/>
                    <a:pt x="38790" y="26699"/>
                  </a:cubicBezTo>
                  <a:cubicBezTo>
                    <a:pt x="38844" y="26699"/>
                    <a:pt x="38897" y="26668"/>
                    <a:pt x="38923" y="26617"/>
                  </a:cubicBezTo>
                  <a:cubicBezTo>
                    <a:pt x="39010" y="26439"/>
                    <a:pt x="39093" y="26257"/>
                    <a:pt x="39171" y="26074"/>
                  </a:cubicBezTo>
                  <a:cubicBezTo>
                    <a:pt x="39203" y="25999"/>
                    <a:pt x="39169" y="25913"/>
                    <a:pt x="39094" y="25880"/>
                  </a:cubicBezTo>
                  <a:cubicBezTo>
                    <a:pt x="39075" y="25872"/>
                    <a:pt x="39056" y="25868"/>
                    <a:pt x="39037" y="25868"/>
                  </a:cubicBezTo>
                  <a:close/>
                  <a:moveTo>
                    <a:pt x="48860" y="26465"/>
                  </a:moveTo>
                  <a:cubicBezTo>
                    <a:pt x="48791" y="26465"/>
                    <a:pt x="48730" y="26513"/>
                    <a:pt x="48715" y="26584"/>
                  </a:cubicBezTo>
                  <a:cubicBezTo>
                    <a:pt x="48674" y="26777"/>
                    <a:pt x="48636" y="26972"/>
                    <a:pt x="48599" y="27164"/>
                  </a:cubicBezTo>
                  <a:cubicBezTo>
                    <a:pt x="48584" y="27246"/>
                    <a:pt x="48637" y="27322"/>
                    <a:pt x="48717" y="27338"/>
                  </a:cubicBezTo>
                  <a:cubicBezTo>
                    <a:pt x="48725" y="27339"/>
                    <a:pt x="48735" y="27340"/>
                    <a:pt x="48744" y="27340"/>
                  </a:cubicBezTo>
                  <a:cubicBezTo>
                    <a:pt x="48813" y="27340"/>
                    <a:pt x="48875" y="27291"/>
                    <a:pt x="48888" y="27217"/>
                  </a:cubicBezTo>
                  <a:cubicBezTo>
                    <a:pt x="48924" y="27025"/>
                    <a:pt x="48963" y="26834"/>
                    <a:pt x="49003" y="26642"/>
                  </a:cubicBezTo>
                  <a:cubicBezTo>
                    <a:pt x="49019" y="26564"/>
                    <a:pt x="48970" y="26486"/>
                    <a:pt x="48889" y="26468"/>
                  </a:cubicBezTo>
                  <a:cubicBezTo>
                    <a:pt x="48879" y="26466"/>
                    <a:pt x="48869" y="26465"/>
                    <a:pt x="48860" y="26465"/>
                  </a:cubicBezTo>
                  <a:close/>
                  <a:moveTo>
                    <a:pt x="20940" y="27049"/>
                  </a:moveTo>
                  <a:cubicBezTo>
                    <a:pt x="20861" y="27049"/>
                    <a:pt x="20793" y="27113"/>
                    <a:pt x="20791" y="27194"/>
                  </a:cubicBezTo>
                  <a:cubicBezTo>
                    <a:pt x="20789" y="27276"/>
                    <a:pt x="20856" y="27343"/>
                    <a:pt x="20937" y="27344"/>
                  </a:cubicBezTo>
                  <a:cubicBezTo>
                    <a:pt x="21129" y="27346"/>
                    <a:pt x="21325" y="27355"/>
                    <a:pt x="21516" y="27371"/>
                  </a:cubicBezTo>
                  <a:lnTo>
                    <a:pt x="21527" y="27371"/>
                  </a:lnTo>
                  <a:cubicBezTo>
                    <a:pt x="21604" y="27371"/>
                    <a:pt x="21668" y="27313"/>
                    <a:pt x="21675" y="27236"/>
                  </a:cubicBezTo>
                  <a:cubicBezTo>
                    <a:pt x="21681" y="27154"/>
                    <a:pt x="21620" y="27083"/>
                    <a:pt x="21539" y="27077"/>
                  </a:cubicBezTo>
                  <a:cubicBezTo>
                    <a:pt x="21341" y="27060"/>
                    <a:pt x="21140" y="27051"/>
                    <a:pt x="20940" y="27049"/>
                  </a:cubicBezTo>
                  <a:close/>
                  <a:moveTo>
                    <a:pt x="20053" y="27080"/>
                  </a:moveTo>
                  <a:cubicBezTo>
                    <a:pt x="20049" y="27080"/>
                    <a:pt x="20045" y="27081"/>
                    <a:pt x="20041" y="27081"/>
                  </a:cubicBezTo>
                  <a:cubicBezTo>
                    <a:pt x="19844" y="27097"/>
                    <a:pt x="19644" y="27121"/>
                    <a:pt x="19447" y="27151"/>
                  </a:cubicBezTo>
                  <a:cubicBezTo>
                    <a:pt x="19367" y="27162"/>
                    <a:pt x="19312" y="27239"/>
                    <a:pt x="19323" y="27318"/>
                  </a:cubicBezTo>
                  <a:cubicBezTo>
                    <a:pt x="19335" y="27390"/>
                    <a:pt x="19397" y="27443"/>
                    <a:pt x="19469" y="27443"/>
                  </a:cubicBezTo>
                  <a:cubicBezTo>
                    <a:pt x="19475" y="27443"/>
                    <a:pt x="19483" y="27442"/>
                    <a:pt x="19489" y="27442"/>
                  </a:cubicBezTo>
                  <a:cubicBezTo>
                    <a:pt x="19680" y="27414"/>
                    <a:pt x="19874" y="27391"/>
                    <a:pt x="20066" y="27375"/>
                  </a:cubicBezTo>
                  <a:cubicBezTo>
                    <a:pt x="20148" y="27368"/>
                    <a:pt x="20207" y="27297"/>
                    <a:pt x="20200" y="27215"/>
                  </a:cubicBezTo>
                  <a:cubicBezTo>
                    <a:pt x="20194" y="27137"/>
                    <a:pt x="20130" y="27080"/>
                    <a:pt x="20053" y="27080"/>
                  </a:cubicBezTo>
                  <a:close/>
                  <a:moveTo>
                    <a:pt x="22402" y="27191"/>
                  </a:moveTo>
                  <a:cubicBezTo>
                    <a:pt x="22332" y="27191"/>
                    <a:pt x="22271" y="27240"/>
                    <a:pt x="22258" y="27312"/>
                  </a:cubicBezTo>
                  <a:cubicBezTo>
                    <a:pt x="22243" y="27391"/>
                    <a:pt x="22296" y="27469"/>
                    <a:pt x="22376" y="27483"/>
                  </a:cubicBezTo>
                  <a:cubicBezTo>
                    <a:pt x="22565" y="27518"/>
                    <a:pt x="22756" y="27561"/>
                    <a:pt x="22942" y="27608"/>
                  </a:cubicBezTo>
                  <a:cubicBezTo>
                    <a:pt x="22955" y="27612"/>
                    <a:pt x="22968" y="27613"/>
                    <a:pt x="22980" y="27613"/>
                  </a:cubicBezTo>
                  <a:cubicBezTo>
                    <a:pt x="23045" y="27613"/>
                    <a:pt x="23105" y="27569"/>
                    <a:pt x="23120" y="27502"/>
                  </a:cubicBezTo>
                  <a:cubicBezTo>
                    <a:pt x="23141" y="27422"/>
                    <a:pt x="23093" y="27343"/>
                    <a:pt x="23014" y="27322"/>
                  </a:cubicBezTo>
                  <a:cubicBezTo>
                    <a:pt x="22822" y="27273"/>
                    <a:pt x="22625" y="27229"/>
                    <a:pt x="22429" y="27193"/>
                  </a:cubicBezTo>
                  <a:cubicBezTo>
                    <a:pt x="22420" y="27192"/>
                    <a:pt x="22411" y="27191"/>
                    <a:pt x="22402" y="27191"/>
                  </a:cubicBezTo>
                  <a:close/>
                  <a:moveTo>
                    <a:pt x="18600" y="27321"/>
                  </a:moveTo>
                  <a:cubicBezTo>
                    <a:pt x="18589" y="27321"/>
                    <a:pt x="18578" y="27323"/>
                    <a:pt x="18566" y="27325"/>
                  </a:cubicBezTo>
                  <a:cubicBezTo>
                    <a:pt x="18373" y="27375"/>
                    <a:pt x="18179" y="27431"/>
                    <a:pt x="17989" y="27491"/>
                  </a:cubicBezTo>
                  <a:cubicBezTo>
                    <a:pt x="17912" y="27515"/>
                    <a:pt x="17870" y="27599"/>
                    <a:pt x="17894" y="27676"/>
                  </a:cubicBezTo>
                  <a:cubicBezTo>
                    <a:pt x="17915" y="27739"/>
                    <a:pt x="17973" y="27778"/>
                    <a:pt x="18035" y="27778"/>
                  </a:cubicBezTo>
                  <a:cubicBezTo>
                    <a:pt x="18049" y="27778"/>
                    <a:pt x="18065" y="27776"/>
                    <a:pt x="18081" y="27772"/>
                  </a:cubicBezTo>
                  <a:cubicBezTo>
                    <a:pt x="18265" y="27713"/>
                    <a:pt x="18452" y="27659"/>
                    <a:pt x="18638" y="27612"/>
                  </a:cubicBezTo>
                  <a:cubicBezTo>
                    <a:pt x="18717" y="27592"/>
                    <a:pt x="18765" y="27511"/>
                    <a:pt x="18746" y="27433"/>
                  </a:cubicBezTo>
                  <a:cubicBezTo>
                    <a:pt x="18728" y="27366"/>
                    <a:pt x="18667" y="27321"/>
                    <a:pt x="18600" y="27321"/>
                  </a:cubicBezTo>
                  <a:close/>
                  <a:moveTo>
                    <a:pt x="38369" y="27180"/>
                  </a:moveTo>
                  <a:cubicBezTo>
                    <a:pt x="38318" y="27180"/>
                    <a:pt x="38269" y="27205"/>
                    <a:pt x="38242" y="27251"/>
                  </a:cubicBezTo>
                  <a:cubicBezTo>
                    <a:pt x="38143" y="27416"/>
                    <a:pt x="38036" y="27578"/>
                    <a:pt x="37926" y="27737"/>
                  </a:cubicBezTo>
                  <a:cubicBezTo>
                    <a:pt x="37880" y="27804"/>
                    <a:pt x="37895" y="27896"/>
                    <a:pt x="37962" y="27942"/>
                  </a:cubicBezTo>
                  <a:cubicBezTo>
                    <a:pt x="37988" y="27961"/>
                    <a:pt x="38016" y="27969"/>
                    <a:pt x="38046" y="27969"/>
                  </a:cubicBezTo>
                  <a:cubicBezTo>
                    <a:pt x="38092" y="27969"/>
                    <a:pt x="38138" y="27948"/>
                    <a:pt x="38168" y="27906"/>
                  </a:cubicBezTo>
                  <a:cubicBezTo>
                    <a:pt x="38282" y="27742"/>
                    <a:pt x="38392" y="27573"/>
                    <a:pt x="38494" y="27404"/>
                  </a:cubicBezTo>
                  <a:cubicBezTo>
                    <a:pt x="38537" y="27334"/>
                    <a:pt x="38514" y="27244"/>
                    <a:pt x="38444" y="27201"/>
                  </a:cubicBezTo>
                  <a:cubicBezTo>
                    <a:pt x="38421" y="27186"/>
                    <a:pt x="38395" y="27180"/>
                    <a:pt x="38369" y="27180"/>
                  </a:cubicBezTo>
                  <a:close/>
                  <a:moveTo>
                    <a:pt x="23823" y="27584"/>
                  </a:moveTo>
                  <a:cubicBezTo>
                    <a:pt x="23763" y="27584"/>
                    <a:pt x="23707" y="27620"/>
                    <a:pt x="23685" y="27679"/>
                  </a:cubicBezTo>
                  <a:cubicBezTo>
                    <a:pt x="23657" y="27756"/>
                    <a:pt x="23695" y="27840"/>
                    <a:pt x="23771" y="27869"/>
                  </a:cubicBezTo>
                  <a:cubicBezTo>
                    <a:pt x="23946" y="27933"/>
                    <a:pt x="24126" y="28008"/>
                    <a:pt x="24309" y="28088"/>
                  </a:cubicBezTo>
                  <a:cubicBezTo>
                    <a:pt x="24328" y="28097"/>
                    <a:pt x="24349" y="28101"/>
                    <a:pt x="24369" y="28101"/>
                  </a:cubicBezTo>
                  <a:cubicBezTo>
                    <a:pt x="24425" y="28101"/>
                    <a:pt x="24479" y="28068"/>
                    <a:pt x="24505" y="28014"/>
                  </a:cubicBezTo>
                  <a:cubicBezTo>
                    <a:pt x="24538" y="27938"/>
                    <a:pt x="24504" y="27851"/>
                    <a:pt x="24430" y="27819"/>
                  </a:cubicBezTo>
                  <a:cubicBezTo>
                    <a:pt x="24241" y="27736"/>
                    <a:pt x="24054" y="27660"/>
                    <a:pt x="23874" y="27593"/>
                  </a:cubicBezTo>
                  <a:cubicBezTo>
                    <a:pt x="23858" y="27586"/>
                    <a:pt x="23840" y="27584"/>
                    <a:pt x="23823" y="27584"/>
                  </a:cubicBezTo>
                  <a:close/>
                  <a:moveTo>
                    <a:pt x="17208" y="27796"/>
                  </a:moveTo>
                  <a:cubicBezTo>
                    <a:pt x="17188" y="27796"/>
                    <a:pt x="17168" y="27800"/>
                    <a:pt x="17148" y="27808"/>
                  </a:cubicBezTo>
                  <a:cubicBezTo>
                    <a:pt x="16966" y="27888"/>
                    <a:pt x="16784" y="27974"/>
                    <a:pt x="16607" y="28066"/>
                  </a:cubicBezTo>
                  <a:cubicBezTo>
                    <a:pt x="16535" y="28103"/>
                    <a:pt x="16507" y="28193"/>
                    <a:pt x="16544" y="28265"/>
                  </a:cubicBezTo>
                  <a:cubicBezTo>
                    <a:pt x="16571" y="28317"/>
                    <a:pt x="16622" y="28345"/>
                    <a:pt x="16676" y="28345"/>
                  </a:cubicBezTo>
                  <a:cubicBezTo>
                    <a:pt x="16698" y="28345"/>
                    <a:pt x="16720" y="28340"/>
                    <a:pt x="16744" y="28328"/>
                  </a:cubicBezTo>
                  <a:cubicBezTo>
                    <a:pt x="16915" y="28241"/>
                    <a:pt x="17091" y="28157"/>
                    <a:pt x="17267" y="28080"/>
                  </a:cubicBezTo>
                  <a:cubicBezTo>
                    <a:pt x="17342" y="28046"/>
                    <a:pt x="17375" y="27959"/>
                    <a:pt x="17343" y="27885"/>
                  </a:cubicBezTo>
                  <a:cubicBezTo>
                    <a:pt x="17319" y="27829"/>
                    <a:pt x="17265" y="27796"/>
                    <a:pt x="17208" y="27796"/>
                  </a:cubicBezTo>
                  <a:close/>
                  <a:moveTo>
                    <a:pt x="25167" y="28190"/>
                  </a:moveTo>
                  <a:cubicBezTo>
                    <a:pt x="25114" y="28190"/>
                    <a:pt x="25061" y="28220"/>
                    <a:pt x="25035" y="28271"/>
                  </a:cubicBezTo>
                  <a:cubicBezTo>
                    <a:pt x="24998" y="28343"/>
                    <a:pt x="25026" y="28431"/>
                    <a:pt x="25098" y="28469"/>
                  </a:cubicBezTo>
                  <a:cubicBezTo>
                    <a:pt x="25271" y="28559"/>
                    <a:pt x="25443" y="28652"/>
                    <a:pt x="25613" y="28747"/>
                  </a:cubicBezTo>
                  <a:cubicBezTo>
                    <a:pt x="25637" y="28761"/>
                    <a:pt x="25660" y="28767"/>
                    <a:pt x="25685" y="28767"/>
                  </a:cubicBezTo>
                  <a:cubicBezTo>
                    <a:pt x="25737" y="28767"/>
                    <a:pt x="25787" y="28739"/>
                    <a:pt x="25813" y="28690"/>
                  </a:cubicBezTo>
                  <a:cubicBezTo>
                    <a:pt x="25853" y="28618"/>
                    <a:pt x="25828" y="28529"/>
                    <a:pt x="25756" y="28489"/>
                  </a:cubicBezTo>
                  <a:cubicBezTo>
                    <a:pt x="25583" y="28392"/>
                    <a:pt x="25410" y="28298"/>
                    <a:pt x="25234" y="28207"/>
                  </a:cubicBezTo>
                  <a:cubicBezTo>
                    <a:pt x="25213" y="28196"/>
                    <a:pt x="25190" y="28190"/>
                    <a:pt x="25167" y="28190"/>
                  </a:cubicBezTo>
                  <a:close/>
                  <a:moveTo>
                    <a:pt x="48596" y="27918"/>
                  </a:moveTo>
                  <a:cubicBezTo>
                    <a:pt x="48525" y="27918"/>
                    <a:pt x="48464" y="27971"/>
                    <a:pt x="48454" y="28045"/>
                  </a:cubicBezTo>
                  <a:cubicBezTo>
                    <a:pt x="48425" y="28247"/>
                    <a:pt x="48400" y="28446"/>
                    <a:pt x="48383" y="28637"/>
                  </a:cubicBezTo>
                  <a:cubicBezTo>
                    <a:pt x="48375" y="28717"/>
                    <a:pt x="48434" y="28789"/>
                    <a:pt x="48516" y="28798"/>
                  </a:cubicBezTo>
                  <a:cubicBezTo>
                    <a:pt x="48521" y="28799"/>
                    <a:pt x="48524" y="28799"/>
                    <a:pt x="48529" y="28799"/>
                  </a:cubicBezTo>
                  <a:cubicBezTo>
                    <a:pt x="48605" y="28799"/>
                    <a:pt x="48669" y="28742"/>
                    <a:pt x="48677" y="28665"/>
                  </a:cubicBezTo>
                  <a:cubicBezTo>
                    <a:pt x="48694" y="28478"/>
                    <a:pt x="48718" y="28283"/>
                    <a:pt x="48745" y="28086"/>
                  </a:cubicBezTo>
                  <a:cubicBezTo>
                    <a:pt x="48756" y="28005"/>
                    <a:pt x="48702" y="27931"/>
                    <a:pt x="48620" y="27920"/>
                  </a:cubicBezTo>
                  <a:cubicBezTo>
                    <a:pt x="48612" y="27918"/>
                    <a:pt x="48604" y="27918"/>
                    <a:pt x="48596" y="27918"/>
                  </a:cubicBezTo>
                  <a:close/>
                  <a:moveTo>
                    <a:pt x="37503" y="28374"/>
                  </a:moveTo>
                  <a:cubicBezTo>
                    <a:pt x="37461" y="28374"/>
                    <a:pt x="37420" y="28391"/>
                    <a:pt x="37391" y="28425"/>
                  </a:cubicBezTo>
                  <a:cubicBezTo>
                    <a:pt x="37267" y="28571"/>
                    <a:pt x="37135" y="28714"/>
                    <a:pt x="36999" y="28851"/>
                  </a:cubicBezTo>
                  <a:cubicBezTo>
                    <a:pt x="36943" y="28910"/>
                    <a:pt x="36945" y="29004"/>
                    <a:pt x="37003" y="29061"/>
                  </a:cubicBezTo>
                  <a:cubicBezTo>
                    <a:pt x="37030" y="29089"/>
                    <a:pt x="37069" y="29103"/>
                    <a:pt x="37106" y="29103"/>
                  </a:cubicBezTo>
                  <a:cubicBezTo>
                    <a:pt x="37144" y="29103"/>
                    <a:pt x="37183" y="29089"/>
                    <a:pt x="37210" y="29060"/>
                  </a:cubicBezTo>
                  <a:cubicBezTo>
                    <a:pt x="37349" y="28916"/>
                    <a:pt x="37486" y="28768"/>
                    <a:pt x="37615" y="28617"/>
                  </a:cubicBezTo>
                  <a:cubicBezTo>
                    <a:pt x="37668" y="28555"/>
                    <a:pt x="37661" y="28462"/>
                    <a:pt x="37599" y="28410"/>
                  </a:cubicBezTo>
                  <a:cubicBezTo>
                    <a:pt x="37571" y="28386"/>
                    <a:pt x="37537" y="28374"/>
                    <a:pt x="37503" y="28374"/>
                  </a:cubicBezTo>
                  <a:close/>
                  <a:moveTo>
                    <a:pt x="15912" y="28499"/>
                  </a:moveTo>
                  <a:cubicBezTo>
                    <a:pt x="15884" y="28499"/>
                    <a:pt x="15856" y="28507"/>
                    <a:pt x="15831" y="28523"/>
                  </a:cubicBezTo>
                  <a:cubicBezTo>
                    <a:pt x="15677" y="28624"/>
                    <a:pt x="15524" y="28733"/>
                    <a:pt x="15378" y="28844"/>
                  </a:cubicBezTo>
                  <a:lnTo>
                    <a:pt x="15342" y="28871"/>
                  </a:lnTo>
                  <a:cubicBezTo>
                    <a:pt x="15278" y="28921"/>
                    <a:pt x="15265" y="29013"/>
                    <a:pt x="15315" y="29077"/>
                  </a:cubicBezTo>
                  <a:cubicBezTo>
                    <a:pt x="15345" y="29117"/>
                    <a:pt x="15388" y="29135"/>
                    <a:pt x="15433" y="29135"/>
                  </a:cubicBezTo>
                  <a:cubicBezTo>
                    <a:pt x="15464" y="29135"/>
                    <a:pt x="15496" y="29125"/>
                    <a:pt x="15521" y="29104"/>
                  </a:cubicBezTo>
                  <a:lnTo>
                    <a:pt x="15555" y="29077"/>
                  </a:lnTo>
                  <a:cubicBezTo>
                    <a:pt x="15698" y="28970"/>
                    <a:pt x="15844" y="28866"/>
                    <a:pt x="15993" y="28768"/>
                  </a:cubicBezTo>
                  <a:cubicBezTo>
                    <a:pt x="16060" y="28724"/>
                    <a:pt x="16080" y="28633"/>
                    <a:pt x="16034" y="28565"/>
                  </a:cubicBezTo>
                  <a:cubicBezTo>
                    <a:pt x="16007" y="28522"/>
                    <a:pt x="15960" y="28499"/>
                    <a:pt x="15912" y="28499"/>
                  </a:cubicBezTo>
                  <a:close/>
                  <a:moveTo>
                    <a:pt x="26454" y="28913"/>
                  </a:moveTo>
                  <a:cubicBezTo>
                    <a:pt x="26403" y="28913"/>
                    <a:pt x="26353" y="28938"/>
                    <a:pt x="26326" y="28984"/>
                  </a:cubicBezTo>
                  <a:cubicBezTo>
                    <a:pt x="26285" y="29056"/>
                    <a:pt x="26308" y="29145"/>
                    <a:pt x="26377" y="29187"/>
                  </a:cubicBezTo>
                  <a:lnTo>
                    <a:pt x="26885" y="29488"/>
                  </a:lnTo>
                  <a:cubicBezTo>
                    <a:pt x="26908" y="29501"/>
                    <a:pt x="26934" y="29509"/>
                    <a:pt x="26959" y="29509"/>
                  </a:cubicBezTo>
                  <a:cubicBezTo>
                    <a:pt x="27010" y="29509"/>
                    <a:pt x="27058" y="29483"/>
                    <a:pt x="27088" y="29436"/>
                  </a:cubicBezTo>
                  <a:cubicBezTo>
                    <a:pt x="27130" y="29365"/>
                    <a:pt x="27107" y="29274"/>
                    <a:pt x="27037" y="29233"/>
                  </a:cubicBezTo>
                  <a:lnTo>
                    <a:pt x="26529" y="28933"/>
                  </a:lnTo>
                  <a:cubicBezTo>
                    <a:pt x="26505" y="28919"/>
                    <a:pt x="26479" y="28913"/>
                    <a:pt x="26454" y="28913"/>
                  </a:cubicBezTo>
                  <a:close/>
                  <a:moveTo>
                    <a:pt x="36457" y="29407"/>
                  </a:moveTo>
                  <a:cubicBezTo>
                    <a:pt x="36424" y="29407"/>
                    <a:pt x="36390" y="29419"/>
                    <a:pt x="36362" y="29442"/>
                  </a:cubicBezTo>
                  <a:cubicBezTo>
                    <a:pt x="36213" y="29564"/>
                    <a:pt x="36058" y="29684"/>
                    <a:pt x="35903" y="29795"/>
                  </a:cubicBezTo>
                  <a:cubicBezTo>
                    <a:pt x="35837" y="29843"/>
                    <a:pt x="35821" y="29937"/>
                    <a:pt x="35869" y="30002"/>
                  </a:cubicBezTo>
                  <a:cubicBezTo>
                    <a:pt x="35898" y="30042"/>
                    <a:pt x="35942" y="30064"/>
                    <a:pt x="35988" y="30064"/>
                  </a:cubicBezTo>
                  <a:cubicBezTo>
                    <a:pt x="36018" y="30064"/>
                    <a:pt x="36048" y="30054"/>
                    <a:pt x="36075" y="30036"/>
                  </a:cubicBezTo>
                  <a:cubicBezTo>
                    <a:pt x="36236" y="29919"/>
                    <a:pt x="36396" y="29795"/>
                    <a:pt x="36550" y="29668"/>
                  </a:cubicBezTo>
                  <a:cubicBezTo>
                    <a:pt x="36613" y="29616"/>
                    <a:pt x="36621" y="29524"/>
                    <a:pt x="36569" y="29460"/>
                  </a:cubicBezTo>
                  <a:cubicBezTo>
                    <a:pt x="36540" y="29425"/>
                    <a:pt x="36499" y="29407"/>
                    <a:pt x="36457" y="29407"/>
                  </a:cubicBezTo>
                  <a:close/>
                  <a:moveTo>
                    <a:pt x="14757" y="29411"/>
                  </a:moveTo>
                  <a:cubicBezTo>
                    <a:pt x="14722" y="29411"/>
                    <a:pt x="14686" y="29424"/>
                    <a:pt x="14657" y="29450"/>
                  </a:cubicBezTo>
                  <a:cubicBezTo>
                    <a:pt x="14517" y="29579"/>
                    <a:pt x="14373" y="29718"/>
                    <a:pt x="14229" y="29865"/>
                  </a:cubicBezTo>
                  <a:cubicBezTo>
                    <a:pt x="14172" y="29922"/>
                    <a:pt x="14172" y="30016"/>
                    <a:pt x="14231" y="30073"/>
                  </a:cubicBezTo>
                  <a:cubicBezTo>
                    <a:pt x="14258" y="30102"/>
                    <a:pt x="14296" y="30115"/>
                    <a:pt x="14334" y="30115"/>
                  </a:cubicBezTo>
                  <a:cubicBezTo>
                    <a:pt x="14371" y="30115"/>
                    <a:pt x="14408" y="30102"/>
                    <a:pt x="14438" y="30073"/>
                  </a:cubicBezTo>
                  <a:cubicBezTo>
                    <a:pt x="14578" y="29932"/>
                    <a:pt x="14721" y="29794"/>
                    <a:pt x="14857" y="29668"/>
                  </a:cubicBezTo>
                  <a:cubicBezTo>
                    <a:pt x="14918" y="29613"/>
                    <a:pt x="14922" y="29519"/>
                    <a:pt x="14866" y="29459"/>
                  </a:cubicBezTo>
                  <a:cubicBezTo>
                    <a:pt x="14837" y="29427"/>
                    <a:pt x="14797" y="29411"/>
                    <a:pt x="14757" y="29411"/>
                  </a:cubicBezTo>
                  <a:close/>
                  <a:moveTo>
                    <a:pt x="27722" y="29659"/>
                  </a:moveTo>
                  <a:cubicBezTo>
                    <a:pt x="27671" y="29659"/>
                    <a:pt x="27621" y="29685"/>
                    <a:pt x="27594" y="29734"/>
                  </a:cubicBezTo>
                  <a:cubicBezTo>
                    <a:pt x="27554" y="29805"/>
                    <a:pt x="27578" y="29895"/>
                    <a:pt x="27650" y="29935"/>
                  </a:cubicBezTo>
                  <a:cubicBezTo>
                    <a:pt x="27821" y="30035"/>
                    <a:pt x="27994" y="30130"/>
                    <a:pt x="28168" y="30224"/>
                  </a:cubicBezTo>
                  <a:cubicBezTo>
                    <a:pt x="28190" y="30237"/>
                    <a:pt x="28214" y="30242"/>
                    <a:pt x="28238" y="30242"/>
                  </a:cubicBezTo>
                  <a:cubicBezTo>
                    <a:pt x="28290" y="30242"/>
                    <a:pt x="28341" y="30213"/>
                    <a:pt x="28367" y="30163"/>
                  </a:cubicBezTo>
                  <a:cubicBezTo>
                    <a:pt x="28405" y="30091"/>
                    <a:pt x="28379" y="30002"/>
                    <a:pt x="28307" y="29964"/>
                  </a:cubicBezTo>
                  <a:cubicBezTo>
                    <a:pt x="28136" y="29871"/>
                    <a:pt x="27965" y="29775"/>
                    <a:pt x="27795" y="29678"/>
                  </a:cubicBezTo>
                  <a:cubicBezTo>
                    <a:pt x="27772" y="29665"/>
                    <a:pt x="27747" y="29659"/>
                    <a:pt x="27722" y="29659"/>
                  </a:cubicBezTo>
                  <a:close/>
                  <a:moveTo>
                    <a:pt x="48480" y="29384"/>
                  </a:moveTo>
                  <a:cubicBezTo>
                    <a:pt x="48399" y="29384"/>
                    <a:pt x="48333" y="29449"/>
                    <a:pt x="48332" y="29530"/>
                  </a:cubicBezTo>
                  <a:cubicBezTo>
                    <a:pt x="48331" y="29572"/>
                    <a:pt x="48331" y="29613"/>
                    <a:pt x="48331" y="29654"/>
                  </a:cubicBezTo>
                  <a:cubicBezTo>
                    <a:pt x="48331" y="29796"/>
                    <a:pt x="48335" y="29939"/>
                    <a:pt x="48342" y="30078"/>
                  </a:cubicBezTo>
                  <a:lnTo>
                    <a:pt x="48344" y="30130"/>
                  </a:lnTo>
                  <a:cubicBezTo>
                    <a:pt x="48348" y="30210"/>
                    <a:pt x="48413" y="30270"/>
                    <a:pt x="48491" y="30270"/>
                  </a:cubicBezTo>
                  <a:cubicBezTo>
                    <a:pt x="48493" y="30270"/>
                    <a:pt x="48496" y="30270"/>
                    <a:pt x="48498" y="30269"/>
                  </a:cubicBezTo>
                  <a:cubicBezTo>
                    <a:pt x="48580" y="30265"/>
                    <a:pt x="48642" y="30196"/>
                    <a:pt x="48638" y="30114"/>
                  </a:cubicBezTo>
                  <a:lnTo>
                    <a:pt x="48636" y="30063"/>
                  </a:lnTo>
                  <a:cubicBezTo>
                    <a:pt x="48630" y="29930"/>
                    <a:pt x="48626" y="29791"/>
                    <a:pt x="48626" y="29654"/>
                  </a:cubicBezTo>
                  <a:cubicBezTo>
                    <a:pt x="48626" y="29614"/>
                    <a:pt x="48627" y="29574"/>
                    <a:pt x="48627" y="29533"/>
                  </a:cubicBezTo>
                  <a:cubicBezTo>
                    <a:pt x="48629" y="29453"/>
                    <a:pt x="48563" y="29386"/>
                    <a:pt x="48482" y="29384"/>
                  </a:cubicBezTo>
                  <a:close/>
                  <a:moveTo>
                    <a:pt x="35242" y="30243"/>
                  </a:moveTo>
                  <a:cubicBezTo>
                    <a:pt x="35217" y="30243"/>
                    <a:pt x="35193" y="30249"/>
                    <a:pt x="35170" y="30262"/>
                  </a:cubicBezTo>
                  <a:cubicBezTo>
                    <a:pt x="35001" y="30356"/>
                    <a:pt x="34828" y="30444"/>
                    <a:pt x="34655" y="30523"/>
                  </a:cubicBezTo>
                  <a:cubicBezTo>
                    <a:pt x="34582" y="30558"/>
                    <a:pt x="34549" y="30646"/>
                    <a:pt x="34583" y="30719"/>
                  </a:cubicBezTo>
                  <a:cubicBezTo>
                    <a:pt x="34608" y="30774"/>
                    <a:pt x="34661" y="30806"/>
                    <a:pt x="34717" y="30806"/>
                  </a:cubicBezTo>
                  <a:cubicBezTo>
                    <a:pt x="34738" y="30806"/>
                    <a:pt x="34758" y="30801"/>
                    <a:pt x="34778" y="30793"/>
                  </a:cubicBezTo>
                  <a:cubicBezTo>
                    <a:pt x="34959" y="30711"/>
                    <a:pt x="35137" y="30618"/>
                    <a:pt x="35315" y="30520"/>
                  </a:cubicBezTo>
                  <a:cubicBezTo>
                    <a:pt x="35385" y="30480"/>
                    <a:pt x="35411" y="30389"/>
                    <a:pt x="35371" y="30319"/>
                  </a:cubicBezTo>
                  <a:cubicBezTo>
                    <a:pt x="35344" y="30270"/>
                    <a:pt x="35293" y="30243"/>
                    <a:pt x="35242" y="30243"/>
                  </a:cubicBezTo>
                  <a:close/>
                  <a:moveTo>
                    <a:pt x="29028" y="30347"/>
                  </a:moveTo>
                  <a:cubicBezTo>
                    <a:pt x="28973" y="30347"/>
                    <a:pt x="28920" y="30378"/>
                    <a:pt x="28895" y="30432"/>
                  </a:cubicBezTo>
                  <a:cubicBezTo>
                    <a:pt x="28860" y="30505"/>
                    <a:pt x="28893" y="30593"/>
                    <a:pt x="28966" y="30628"/>
                  </a:cubicBezTo>
                  <a:cubicBezTo>
                    <a:pt x="29153" y="30714"/>
                    <a:pt x="29338" y="30794"/>
                    <a:pt x="29514" y="30865"/>
                  </a:cubicBezTo>
                  <a:cubicBezTo>
                    <a:pt x="29532" y="30872"/>
                    <a:pt x="29550" y="30876"/>
                    <a:pt x="29569" y="30876"/>
                  </a:cubicBezTo>
                  <a:cubicBezTo>
                    <a:pt x="29626" y="30876"/>
                    <a:pt x="29682" y="30840"/>
                    <a:pt x="29708" y="30784"/>
                  </a:cubicBezTo>
                  <a:cubicBezTo>
                    <a:pt x="29738" y="30708"/>
                    <a:pt x="29702" y="30621"/>
                    <a:pt x="29625" y="30592"/>
                  </a:cubicBezTo>
                  <a:cubicBezTo>
                    <a:pt x="29452" y="30523"/>
                    <a:pt x="29274" y="30445"/>
                    <a:pt x="29091" y="30361"/>
                  </a:cubicBezTo>
                  <a:cubicBezTo>
                    <a:pt x="29071" y="30351"/>
                    <a:pt x="29049" y="30347"/>
                    <a:pt x="29028" y="30347"/>
                  </a:cubicBezTo>
                  <a:close/>
                  <a:moveTo>
                    <a:pt x="13729" y="30467"/>
                  </a:moveTo>
                  <a:cubicBezTo>
                    <a:pt x="13688" y="30467"/>
                    <a:pt x="13648" y="30484"/>
                    <a:pt x="13619" y="30517"/>
                  </a:cubicBezTo>
                  <a:cubicBezTo>
                    <a:pt x="13488" y="30665"/>
                    <a:pt x="13359" y="30814"/>
                    <a:pt x="13230" y="30964"/>
                  </a:cubicBezTo>
                  <a:cubicBezTo>
                    <a:pt x="13176" y="31026"/>
                    <a:pt x="13184" y="31119"/>
                    <a:pt x="13246" y="31172"/>
                  </a:cubicBezTo>
                  <a:cubicBezTo>
                    <a:pt x="13273" y="31196"/>
                    <a:pt x="13308" y="31207"/>
                    <a:pt x="13341" y="31207"/>
                  </a:cubicBezTo>
                  <a:cubicBezTo>
                    <a:pt x="13383" y="31207"/>
                    <a:pt x="13424" y="31188"/>
                    <a:pt x="13453" y="31155"/>
                  </a:cubicBezTo>
                  <a:cubicBezTo>
                    <a:pt x="13581" y="31006"/>
                    <a:pt x="13708" y="30858"/>
                    <a:pt x="13839" y="30713"/>
                  </a:cubicBezTo>
                  <a:cubicBezTo>
                    <a:pt x="13892" y="30652"/>
                    <a:pt x="13887" y="30559"/>
                    <a:pt x="13826" y="30505"/>
                  </a:cubicBezTo>
                  <a:cubicBezTo>
                    <a:pt x="13798" y="30480"/>
                    <a:pt x="13763" y="30467"/>
                    <a:pt x="13729" y="30467"/>
                  </a:cubicBezTo>
                  <a:close/>
                  <a:moveTo>
                    <a:pt x="33891" y="30827"/>
                  </a:moveTo>
                  <a:cubicBezTo>
                    <a:pt x="33876" y="30827"/>
                    <a:pt x="33861" y="30830"/>
                    <a:pt x="33846" y="30834"/>
                  </a:cubicBezTo>
                  <a:cubicBezTo>
                    <a:pt x="33662" y="30892"/>
                    <a:pt x="33475" y="30941"/>
                    <a:pt x="33289" y="30980"/>
                  </a:cubicBezTo>
                  <a:cubicBezTo>
                    <a:pt x="33210" y="30997"/>
                    <a:pt x="33159" y="31075"/>
                    <a:pt x="33176" y="31155"/>
                  </a:cubicBezTo>
                  <a:cubicBezTo>
                    <a:pt x="33191" y="31224"/>
                    <a:pt x="33252" y="31273"/>
                    <a:pt x="33320" y="31273"/>
                  </a:cubicBezTo>
                  <a:cubicBezTo>
                    <a:pt x="33331" y="31273"/>
                    <a:pt x="33341" y="31271"/>
                    <a:pt x="33350" y="31268"/>
                  </a:cubicBezTo>
                  <a:cubicBezTo>
                    <a:pt x="33544" y="31227"/>
                    <a:pt x="33740" y="31176"/>
                    <a:pt x="33934" y="31115"/>
                  </a:cubicBezTo>
                  <a:cubicBezTo>
                    <a:pt x="34011" y="31090"/>
                    <a:pt x="34055" y="31008"/>
                    <a:pt x="34031" y="30930"/>
                  </a:cubicBezTo>
                  <a:cubicBezTo>
                    <a:pt x="34011" y="30868"/>
                    <a:pt x="33954" y="30827"/>
                    <a:pt x="33891" y="30827"/>
                  </a:cubicBezTo>
                  <a:close/>
                  <a:moveTo>
                    <a:pt x="30406" y="30866"/>
                  </a:moveTo>
                  <a:cubicBezTo>
                    <a:pt x="30341" y="30866"/>
                    <a:pt x="30282" y="30908"/>
                    <a:pt x="30264" y="30974"/>
                  </a:cubicBezTo>
                  <a:cubicBezTo>
                    <a:pt x="30241" y="31052"/>
                    <a:pt x="30287" y="31134"/>
                    <a:pt x="30365" y="31155"/>
                  </a:cubicBezTo>
                  <a:cubicBezTo>
                    <a:pt x="30561" y="31211"/>
                    <a:pt x="30759" y="31257"/>
                    <a:pt x="30951" y="31294"/>
                  </a:cubicBezTo>
                  <a:cubicBezTo>
                    <a:pt x="30961" y="31295"/>
                    <a:pt x="30969" y="31296"/>
                    <a:pt x="30978" y="31296"/>
                  </a:cubicBezTo>
                  <a:cubicBezTo>
                    <a:pt x="31048" y="31296"/>
                    <a:pt x="31110" y="31247"/>
                    <a:pt x="31124" y="31177"/>
                  </a:cubicBezTo>
                  <a:cubicBezTo>
                    <a:pt x="31139" y="31098"/>
                    <a:pt x="31086" y="31020"/>
                    <a:pt x="31007" y="31005"/>
                  </a:cubicBezTo>
                  <a:cubicBezTo>
                    <a:pt x="30822" y="30969"/>
                    <a:pt x="30633" y="30924"/>
                    <a:pt x="30446" y="30872"/>
                  </a:cubicBezTo>
                  <a:cubicBezTo>
                    <a:pt x="30432" y="30868"/>
                    <a:pt x="30419" y="30866"/>
                    <a:pt x="30406" y="30866"/>
                  </a:cubicBezTo>
                  <a:close/>
                  <a:moveTo>
                    <a:pt x="32445" y="31096"/>
                  </a:moveTo>
                  <a:cubicBezTo>
                    <a:pt x="32442" y="31096"/>
                    <a:pt x="32439" y="31096"/>
                    <a:pt x="32436" y="31097"/>
                  </a:cubicBezTo>
                  <a:cubicBezTo>
                    <a:pt x="32317" y="31104"/>
                    <a:pt x="32198" y="31108"/>
                    <a:pt x="32079" y="31108"/>
                  </a:cubicBezTo>
                  <a:cubicBezTo>
                    <a:pt x="32007" y="31108"/>
                    <a:pt x="31934" y="31106"/>
                    <a:pt x="31861" y="31104"/>
                  </a:cubicBezTo>
                  <a:cubicBezTo>
                    <a:pt x="31859" y="31104"/>
                    <a:pt x="31858" y="31104"/>
                    <a:pt x="31856" y="31104"/>
                  </a:cubicBezTo>
                  <a:cubicBezTo>
                    <a:pt x="31783" y="31104"/>
                    <a:pt x="31712" y="31164"/>
                    <a:pt x="31709" y="31244"/>
                  </a:cubicBezTo>
                  <a:cubicBezTo>
                    <a:pt x="31705" y="31326"/>
                    <a:pt x="31768" y="31394"/>
                    <a:pt x="31850" y="31398"/>
                  </a:cubicBezTo>
                  <a:cubicBezTo>
                    <a:pt x="31930" y="31402"/>
                    <a:pt x="32010" y="31403"/>
                    <a:pt x="32090" y="31403"/>
                  </a:cubicBezTo>
                  <a:cubicBezTo>
                    <a:pt x="32210" y="31403"/>
                    <a:pt x="32333" y="31399"/>
                    <a:pt x="32454" y="31391"/>
                  </a:cubicBezTo>
                  <a:cubicBezTo>
                    <a:pt x="32535" y="31385"/>
                    <a:pt x="32597" y="31316"/>
                    <a:pt x="32592" y="31235"/>
                  </a:cubicBezTo>
                  <a:cubicBezTo>
                    <a:pt x="32587" y="31156"/>
                    <a:pt x="32523" y="31096"/>
                    <a:pt x="32445" y="31096"/>
                  </a:cubicBezTo>
                  <a:close/>
                  <a:moveTo>
                    <a:pt x="48585" y="30854"/>
                  </a:moveTo>
                  <a:cubicBezTo>
                    <a:pt x="48577" y="30854"/>
                    <a:pt x="48569" y="30855"/>
                    <a:pt x="48561" y="30856"/>
                  </a:cubicBezTo>
                  <a:cubicBezTo>
                    <a:pt x="48482" y="30868"/>
                    <a:pt x="48426" y="30945"/>
                    <a:pt x="48440" y="31025"/>
                  </a:cubicBezTo>
                  <a:cubicBezTo>
                    <a:pt x="48471" y="31219"/>
                    <a:pt x="48508" y="31417"/>
                    <a:pt x="48552" y="31613"/>
                  </a:cubicBezTo>
                  <a:cubicBezTo>
                    <a:pt x="48567" y="31682"/>
                    <a:pt x="48627" y="31728"/>
                    <a:pt x="48694" y="31728"/>
                  </a:cubicBezTo>
                  <a:cubicBezTo>
                    <a:pt x="48705" y="31728"/>
                    <a:pt x="48717" y="31728"/>
                    <a:pt x="48726" y="31724"/>
                  </a:cubicBezTo>
                  <a:cubicBezTo>
                    <a:pt x="48807" y="31706"/>
                    <a:pt x="48857" y="31627"/>
                    <a:pt x="48839" y="31547"/>
                  </a:cubicBezTo>
                  <a:cubicBezTo>
                    <a:pt x="48797" y="31359"/>
                    <a:pt x="48760" y="31167"/>
                    <a:pt x="48731" y="30979"/>
                  </a:cubicBezTo>
                  <a:cubicBezTo>
                    <a:pt x="48719" y="30906"/>
                    <a:pt x="48656" y="30854"/>
                    <a:pt x="48585" y="30854"/>
                  </a:cubicBezTo>
                  <a:close/>
                  <a:moveTo>
                    <a:pt x="12771" y="31590"/>
                  </a:moveTo>
                  <a:cubicBezTo>
                    <a:pt x="12729" y="31590"/>
                    <a:pt x="12688" y="31607"/>
                    <a:pt x="12659" y="31642"/>
                  </a:cubicBezTo>
                  <a:lnTo>
                    <a:pt x="12283" y="32095"/>
                  </a:lnTo>
                  <a:cubicBezTo>
                    <a:pt x="12231" y="32157"/>
                    <a:pt x="12240" y="32251"/>
                    <a:pt x="12302" y="32303"/>
                  </a:cubicBezTo>
                  <a:cubicBezTo>
                    <a:pt x="12329" y="32326"/>
                    <a:pt x="12363" y="32338"/>
                    <a:pt x="12396" y="32338"/>
                  </a:cubicBezTo>
                  <a:cubicBezTo>
                    <a:pt x="12437" y="32338"/>
                    <a:pt x="12480" y="32320"/>
                    <a:pt x="12509" y="32285"/>
                  </a:cubicBezTo>
                  <a:lnTo>
                    <a:pt x="12886" y="31831"/>
                  </a:lnTo>
                  <a:cubicBezTo>
                    <a:pt x="12938" y="31768"/>
                    <a:pt x="12931" y="31675"/>
                    <a:pt x="12867" y="31624"/>
                  </a:cubicBezTo>
                  <a:cubicBezTo>
                    <a:pt x="12839" y="31601"/>
                    <a:pt x="12805" y="31590"/>
                    <a:pt x="12771" y="31590"/>
                  </a:cubicBezTo>
                  <a:close/>
                  <a:moveTo>
                    <a:pt x="48927" y="32286"/>
                  </a:moveTo>
                  <a:cubicBezTo>
                    <a:pt x="48912" y="32286"/>
                    <a:pt x="48898" y="32288"/>
                    <a:pt x="48883" y="32292"/>
                  </a:cubicBezTo>
                  <a:cubicBezTo>
                    <a:pt x="48806" y="32317"/>
                    <a:pt x="48764" y="32401"/>
                    <a:pt x="48787" y="32478"/>
                  </a:cubicBezTo>
                  <a:cubicBezTo>
                    <a:pt x="48847" y="32664"/>
                    <a:pt x="48914" y="32854"/>
                    <a:pt x="48986" y="33042"/>
                  </a:cubicBezTo>
                  <a:cubicBezTo>
                    <a:pt x="49009" y="33100"/>
                    <a:pt x="49065" y="33136"/>
                    <a:pt x="49125" y="33136"/>
                  </a:cubicBezTo>
                  <a:cubicBezTo>
                    <a:pt x="49142" y="33136"/>
                    <a:pt x="49161" y="33133"/>
                    <a:pt x="49177" y="33127"/>
                  </a:cubicBezTo>
                  <a:cubicBezTo>
                    <a:pt x="49254" y="33097"/>
                    <a:pt x="49292" y="33012"/>
                    <a:pt x="49262" y="32936"/>
                  </a:cubicBezTo>
                  <a:cubicBezTo>
                    <a:pt x="49193" y="32754"/>
                    <a:pt x="49127" y="32569"/>
                    <a:pt x="49069" y="32388"/>
                  </a:cubicBezTo>
                  <a:cubicBezTo>
                    <a:pt x="49048" y="32325"/>
                    <a:pt x="48990" y="32286"/>
                    <a:pt x="48927" y="32286"/>
                  </a:cubicBezTo>
                  <a:close/>
                  <a:moveTo>
                    <a:pt x="11823" y="32717"/>
                  </a:moveTo>
                  <a:cubicBezTo>
                    <a:pt x="11782" y="32717"/>
                    <a:pt x="11741" y="32734"/>
                    <a:pt x="11711" y="32767"/>
                  </a:cubicBezTo>
                  <a:cubicBezTo>
                    <a:pt x="11584" y="32914"/>
                    <a:pt x="11453" y="33060"/>
                    <a:pt x="11321" y="33203"/>
                  </a:cubicBezTo>
                  <a:cubicBezTo>
                    <a:pt x="11265" y="33264"/>
                    <a:pt x="11269" y="33357"/>
                    <a:pt x="11328" y="33412"/>
                  </a:cubicBezTo>
                  <a:cubicBezTo>
                    <a:pt x="11357" y="33438"/>
                    <a:pt x="11393" y="33451"/>
                    <a:pt x="11429" y="33451"/>
                  </a:cubicBezTo>
                  <a:cubicBezTo>
                    <a:pt x="11468" y="33451"/>
                    <a:pt x="11508" y="33435"/>
                    <a:pt x="11536" y="33404"/>
                  </a:cubicBezTo>
                  <a:cubicBezTo>
                    <a:pt x="11672" y="33257"/>
                    <a:pt x="11803" y="33110"/>
                    <a:pt x="11933" y="32961"/>
                  </a:cubicBezTo>
                  <a:cubicBezTo>
                    <a:pt x="11987" y="32900"/>
                    <a:pt x="11981" y="32807"/>
                    <a:pt x="11919" y="32754"/>
                  </a:cubicBezTo>
                  <a:cubicBezTo>
                    <a:pt x="11892" y="32729"/>
                    <a:pt x="11858" y="32717"/>
                    <a:pt x="11823" y="32717"/>
                  </a:cubicBezTo>
                  <a:close/>
                  <a:moveTo>
                    <a:pt x="49474" y="33655"/>
                  </a:moveTo>
                  <a:cubicBezTo>
                    <a:pt x="49453" y="33655"/>
                    <a:pt x="49432" y="33659"/>
                    <a:pt x="49411" y="33669"/>
                  </a:cubicBezTo>
                  <a:cubicBezTo>
                    <a:pt x="49338" y="33704"/>
                    <a:pt x="49306" y="33791"/>
                    <a:pt x="49341" y="33865"/>
                  </a:cubicBezTo>
                  <a:cubicBezTo>
                    <a:pt x="49424" y="34040"/>
                    <a:pt x="49513" y="34220"/>
                    <a:pt x="49606" y="34399"/>
                  </a:cubicBezTo>
                  <a:cubicBezTo>
                    <a:pt x="49632" y="34449"/>
                    <a:pt x="49684" y="34478"/>
                    <a:pt x="49736" y="34478"/>
                  </a:cubicBezTo>
                  <a:cubicBezTo>
                    <a:pt x="49759" y="34478"/>
                    <a:pt x="49783" y="34472"/>
                    <a:pt x="49807" y="34461"/>
                  </a:cubicBezTo>
                  <a:cubicBezTo>
                    <a:pt x="49879" y="34423"/>
                    <a:pt x="49906" y="34334"/>
                    <a:pt x="49869" y="34262"/>
                  </a:cubicBezTo>
                  <a:cubicBezTo>
                    <a:pt x="49777" y="34087"/>
                    <a:pt x="49689" y="33911"/>
                    <a:pt x="49607" y="33740"/>
                  </a:cubicBezTo>
                  <a:cubicBezTo>
                    <a:pt x="49583" y="33687"/>
                    <a:pt x="49530" y="33655"/>
                    <a:pt x="49474" y="33655"/>
                  </a:cubicBezTo>
                  <a:close/>
                  <a:moveTo>
                    <a:pt x="10809" y="33789"/>
                  </a:moveTo>
                  <a:cubicBezTo>
                    <a:pt x="10773" y="33789"/>
                    <a:pt x="10736" y="33802"/>
                    <a:pt x="10708" y="33830"/>
                  </a:cubicBezTo>
                  <a:cubicBezTo>
                    <a:pt x="10571" y="33962"/>
                    <a:pt x="10427" y="34095"/>
                    <a:pt x="10279" y="34225"/>
                  </a:cubicBezTo>
                  <a:cubicBezTo>
                    <a:pt x="10218" y="34277"/>
                    <a:pt x="10211" y="34371"/>
                    <a:pt x="10266" y="34432"/>
                  </a:cubicBezTo>
                  <a:cubicBezTo>
                    <a:pt x="10296" y="34466"/>
                    <a:pt x="10335" y="34483"/>
                    <a:pt x="10377" y="34483"/>
                  </a:cubicBezTo>
                  <a:cubicBezTo>
                    <a:pt x="10410" y="34483"/>
                    <a:pt x="10445" y="34471"/>
                    <a:pt x="10475" y="34447"/>
                  </a:cubicBezTo>
                  <a:cubicBezTo>
                    <a:pt x="10626" y="34312"/>
                    <a:pt x="10774" y="34177"/>
                    <a:pt x="10914" y="34043"/>
                  </a:cubicBezTo>
                  <a:cubicBezTo>
                    <a:pt x="10971" y="33986"/>
                    <a:pt x="10973" y="33894"/>
                    <a:pt x="10917" y="33834"/>
                  </a:cubicBezTo>
                  <a:cubicBezTo>
                    <a:pt x="10887" y="33804"/>
                    <a:pt x="10848" y="33789"/>
                    <a:pt x="10809" y="33789"/>
                  </a:cubicBezTo>
                  <a:close/>
                  <a:moveTo>
                    <a:pt x="9695" y="34753"/>
                  </a:moveTo>
                  <a:cubicBezTo>
                    <a:pt x="9663" y="34753"/>
                    <a:pt x="9631" y="34763"/>
                    <a:pt x="9604" y="34784"/>
                  </a:cubicBezTo>
                  <a:cubicBezTo>
                    <a:pt x="9450" y="34905"/>
                    <a:pt x="9296" y="35023"/>
                    <a:pt x="9139" y="35139"/>
                  </a:cubicBezTo>
                  <a:cubicBezTo>
                    <a:pt x="9073" y="35188"/>
                    <a:pt x="9058" y="35279"/>
                    <a:pt x="9108" y="35345"/>
                  </a:cubicBezTo>
                  <a:cubicBezTo>
                    <a:pt x="9136" y="35384"/>
                    <a:pt x="9181" y="35405"/>
                    <a:pt x="9227" y="35405"/>
                  </a:cubicBezTo>
                  <a:cubicBezTo>
                    <a:pt x="9258" y="35405"/>
                    <a:pt x="9289" y="35396"/>
                    <a:pt x="9314" y="35375"/>
                  </a:cubicBezTo>
                  <a:cubicBezTo>
                    <a:pt x="9472" y="35258"/>
                    <a:pt x="9630" y="35138"/>
                    <a:pt x="9786" y="35015"/>
                  </a:cubicBezTo>
                  <a:cubicBezTo>
                    <a:pt x="9849" y="34965"/>
                    <a:pt x="9861" y="34874"/>
                    <a:pt x="9811" y="34809"/>
                  </a:cubicBezTo>
                  <a:cubicBezTo>
                    <a:pt x="9782" y="34772"/>
                    <a:pt x="9739" y="34753"/>
                    <a:pt x="9695" y="34753"/>
                  </a:cubicBezTo>
                  <a:close/>
                  <a:moveTo>
                    <a:pt x="50169" y="34954"/>
                  </a:moveTo>
                  <a:cubicBezTo>
                    <a:pt x="50144" y="34954"/>
                    <a:pt x="50118" y="34961"/>
                    <a:pt x="50094" y="34975"/>
                  </a:cubicBezTo>
                  <a:cubicBezTo>
                    <a:pt x="50024" y="35018"/>
                    <a:pt x="50003" y="35108"/>
                    <a:pt x="50044" y="35178"/>
                  </a:cubicBezTo>
                  <a:cubicBezTo>
                    <a:pt x="50146" y="35348"/>
                    <a:pt x="50250" y="35516"/>
                    <a:pt x="50358" y="35684"/>
                  </a:cubicBezTo>
                  <a:cubicBezTo>
                    <a:pt x="50385" y="35727"/>
                    <a:pt x="50432" y="35752"/>
                    <a:pt x="50481" y="35752"/>
                  </a:cubicBezTo>
                  <a:cubicBezTo>
                    <a:pt x="50508" y="35752"/>
                    <a:pt x="50536" y="35744"/>
                    <a:pt x="50560" y="35727"/>
                  </a:cubicBezTo>
                  <a:cubicBezTo>
                    <a:pt x="50629" y="35684"/>
                    <a:pt x="50649" y="35592"/>
                    <a:pt x="50605" y="35524"/>
                  </a:cubicBezTo>
                  <a:cubicBezTo>
                    <a:pt x="50499" y="35359"/>
                    <a:pt x="50396" y="35192"/>
                    <a:pt x="50297" y="35025"/>
                  </a:cubicBezTo>
                  <a:cubicBezTo>
                    <a:pt x="50269" y="34980"/>
                    <a:pt x="50219" y="34954"/>
                    <a:pt x="50169" y="34954"/>
                  </a:cubicBezTo>
                  <a:close/>
                  <a:moveTo>
                    <a:pt x="8507" y="35623"/>
                  </a:moveTo>
                  <a:cubicBezTo>
                    <a:pt x="8478" y="35623"/>
                    <a:pt x="8449" y="35632"/>
                    <a:pt x="8423" y="35650"/>
                  </a:cubicBezTo>
                  <a:cubicBezTo>
                    <a:pt x="8262" y="35761"/>
                    <a:pt x="8100" y="35870"/>
                    <a:pt x="7937" y="35979"/>
                  </a:cubicBezTo>
                  <a:cubicBezTo>
                    <a:pt x="7868" y="36024"/>
                    <a:pt x="7850" y="36114"/>
                    <a:pt x="7896" y="36182"/>
                  </a:cubicBezTo>
                  <a:cubicBezTo>
                    <a:pt x="7923" y="36225"/>
                    <a:pt x="7970" y="36248"/>
                    <a:pt x="8017" y="36248"/>
                  </a:cubicBezTo>
                  <a:cubicBezTo>
                    <a:pt x="8046" y="36248"/>
                    <a:pt x="8074" y="36241"/>
                    <a:pt x="8100" y="36223"/>
                  </a:cubicBezTo>
                  <a:cubicBezTo>
                    <a:pt x="8264" y="36114"/>
                    <a:pt x="8428" y="36005"/>
                    <a:pt x="8590" y="35892"/>
                  </a:cubicBezTo>
                  <a:cubicBezTo>
                    <a:pt x="8657" y="35846"/>
                    <a:pt x="8675" y="35754"/>
                    <a:pt x="8628" y="35687"/>
                  </a:cubicBezTo>
                  <a:cubicBezTo>
                    <a:pt x="8600" y="35645"/>
                    <a:pt x="8554" y="35623"/>
                    <a:pt x="8507" y="35623"/>
                  </a:cubicBezTo>
                  <a:close/>
                  <a:moveTo>
                    <a:pt x="50974" y="36191"/>
                  </a:moveTo>
                  <a:cubicBezTo>
                    <a:pt x="50945" y="36191"/>
                    <a:pt x="50916" y="36199"/>
                    <a:pt x="50890" y="36217"/>
                  </a:cubicBezTo>
                  <a:cubicBezTo>
                    <a:pt x="50823" y="36264"/>
                    <a:pt x="50807" y="36355"/>
                    <a:pt x="50854" y="36422"/>
                  </a:cubicBezTo>
                  <a:cubicBezTo>
                    <a:pt x="50967" y="36583"/>
                    <a:pt x="51082" y="36744"/>
                    <a:pt x="51199" y="36904"/>
                  </a:cubicBezTo>
                  <a:cubicBezTo>
                    <a:pt x="51227" y="36945"/>
                    <a:pt x="51273" y="36965"/>
                    <a:pt x="51318" y="36965"/>
                  </a:cubicBezTo>
                  <a:cubicBezTo>
                    <a:pt x="51349" y="36965"/>
                    <a:pt x="51379" y="36956"/>
                    <a:pt x="51404" y="36937"/>
                  </a:cubicBezTo>
                  <a:cubicBezTo>
                    <a:pt x="51470" y="36888"/>
                    <a:pt x="51484" y="36796"/>
                    <a:pt x="51437" y="36731"/>
                  </a:cubicBezTo>
                  <a:cubicBezTo>
                    <a:pt x="51320" y="36572"/>
                    <a:pt x="51207" y="36413"/>
                    <a:pt x="51094" y="36253"/>
                  </a:cubicBezTo>
                  <a:cubicBezTo>
                    <a:pt x="51066" y="36213"/>
                    <a:pt x="51020" y="36191"/>
                    <a:pt x="50974" y="36191"/>
                  </a:cubicBezTo>
                  <a:close/>
                  <a:moveTo>
                    <a:pt x="7276" y="36439"/>
                  </a:moveTo>
                  <a:cubicBezTo>
                    <a:pt x="7249" y="36439"/>
                    <a:pt x="7221" y="36447"/>
                    <a:pt x="7196" y="36463"/>
                  </a:cubicBezTo>
                  <a:lnTo>
                    <a:pt x="6701" y="36780"/>
                  </a:lnTo>
                  <a:cubicBezTo>
                    <a:pt x="6633" y="36825"/>
                    <a:pt x="6613" y="36917"/>
                    <a:pt x="6658" y="36985"/>
                  </a:cubicBezTo>
                  <a:cubicBezTo>
                    <a:pt x="6685" y="37028"/>
                    <a:pt x="6732" y="37052"/>
                    <a:pt x="6781" y="37052"/>
                  </a:cubicBezTo>
                  <a:cubicBezTo>
                    <a:pt x="6808" y="37052"/>
                    <a:pt x="6836" y="37046"/>
                    <a:pt x="6860" y="37030"/>
                  </a:cubicBezTo>
                  <a:lnTo>
                    <a:pt x="7356" y="36710"/>
                  </a:lnTo>
                  <a:cubicBezTo>
                    <a:pt x="7424" y="36666"/>
                    <a:pt x="7444" y="36574"/>
                    <a:pt x="7399" y="36506"/>
                  </a:cubicBezTo>
                  <a:cubicBezTo>
                    <a:pt x="7372" y="36463"/>
                    <a:pt x="7324" y="36439"/>
                    <a:pt x="7276" y="36439"/>
                  </a:cubicBezTo>
                  <a:close/>
                  <a:moveTo>
                    <a:pt x="6039" y="37237"/>
                  </a:moveTo>
                  <a:cubicBezTo>
                    <a:pt x="6011" y="37237"/>
                    <a:pt x="5983" y="37244"/>
                    <a:pt x="5958" y="37260"/>
                  </a:cubicBezTo>
                  <a:cubicBezTo>
                    <a:pt x="5793" y="37369"/>
                    <a:pt x="5628" y="37477"/>
                    <a:pt x="5464" y="37587"/>
                  </a:cubicBezTo>
                  <a:cubicBezTo>
                    <a:pt x="5397" y="37634"/>
                    <a:pt x="5379" y="37725"/>
                    <a:pt x="5424" y="37792"/>
                  </a:cubicBezTo>
                  <a:cubicBezTo>
                    <a:pt x="5452" y="37834"/>
                    <a:pt x="5499" y="37858"/>
                    <a:pt x="5546" y="37858"/>
                  </a:cubicBezTo>
                  <a:cubicBezTo>
                    <a:pt x="5574" y="37858"/>
                    <a:pt x="5602" y="37848"/>
                    <a:pt x="5628" y="37831"/>
                  </a:cubicBezTo>
                  <a:cubicBezTo>
                    <a:pt x="5792" y="37722"/>
                    <a:pt x="5955" y="37614"/>
                    <a:pt x="6119" y="37507"/>
                  </a:cubicBezTo>
                  <a:cubicBezTo>
                    <a:pt x="6187" y="37463"/>
                    <a:pt x="6207" y="37372"/>
                    <a:pt x="6161" y="37304"/>
                  </a:cubicBezTo>
                  <a:cubicBezTo>
                    <a:pt x="6134" y="37260"/>
                    <a:pt x="6087" y="37237"/>
                    <a:pt x="6039" y="37237"/>
                  </a:cubicBezTo>
                  <a:close/>
                  <a:moveTo>
                    <a:pt x="51851" y="37378"/>
                  </a:moveTo>
                  <a:cubicBezTo>
                    <a:pt x="51820" y="37378"/>
                    <a:pt x="51788" y="37388"/>
                    <a:pt x="51762" y="37409"/>
                  </a:cubicBezTo>
                  <a:cubicBezTo>
                    <a:pt x="51697" y="37458"/>
                    <a:pt x="51684" y="37551"/>
                    <a:pt x="51735" y="37615"/>
                  </a:cubicBezTo>
                  <a:cubicBezTo>
                    <a:pt x="51855" y="37771"/>
                    <a:pt x="51977" y="37926"/>
                    <a:pt x="52099" y="38080"/>
                  </a:cubicBezTo>
                  <a:cubicBezTo>
                    <a:pt x="52129" y="38117"/>
                    <a:pt x="52171" y="38136"/>
                    <a:pt x="52216" y="38136"/>
                  </a:cubicBezTo>
                  <a:cubicBezTo>
                    <a:pt x="52247" y="38136"/>
                    <a:pt x="52279" y="38126"/>
                    <a:pt x="52308" y="38106"/>
                  </a:cubicBezTo>
                  <a:cubicBezTo>
                    <a:pt x="52371" y="38055"/>
                    <a:pt x="52381" y="37962"/>
                    <a:pt x="52330" y="37899"/>
                  </a:cubicBezTo>
                  <a:cubicBezTo>
                    <a:pt x="52210" y="37745"/>
                    <a:pt x="52088" y="37590"/>
                    <a:pt x="51968" y="37436"/>
                  </a:cubicBezTo>
                  <a:cubicBezTo>
                    <a:pt x="51939" y="37398"/>
                    <a:pt x="51895" y="37378"/>
                    <a:pt x="51851" y="37378"/>
                  </a:cubicBezTo>
                  <a:close/>
                  <a:moveTo>
                    <a:pt x="4815" y="38063"/>
                  </a:moveTo>
                  <a:cubicBezTo>
                    <a:pt x="4786" y="38063"/>
                    <a:pt x="4756" y="38071"/>
                    <a:pt x="4730" y="38090"/>
                  </a:cubicBezTo>
                  <a:cubicBezTo>
                    <a:pt x="4569" y="38204"/>
                    <a:pt x="4409" y="38321"/>
                    <a:pt x="4250" y="38440"/>
                  </a:cubicBezTo>
                  <a:cubicBezTo>
                    <a:pt x="4185" y="38488"/>
                    <a:pt x="4172" y="38580"/>
                    <a:pt x="4221" y="38646"/>
                  </a:cubicBezTo>
                  <a:cubicBezTo>
                    <a:pt x="4250" y="38684"/>
                    <a:pt x="4295" y="38705"/>
                    <a:pt x="4339" y="38705"/>
                  </a:cubicBezTo>
                  <a:cubicBezTo>
                    <a:pt x="4370" y="38705"/>
                    <a:pt x="4401" y="38696"/>
                    <a:pt x="4427" y="38674"/>
                  </a:cubicBezTo>
                  <a:cubicBezTo>
                    <a:pt x="4583" y="38558"/>
                    <a:pt x="4741" y="38444"/>
                    <a:pt x="4900" y="38330"/>
                  </a:cubicBezTo>
                  <a:cubicBezTo>
                    <a:pt x="4966" y="38284"/>
                    <a:pt x="4983" y="38192"/>
                    <a:pt x="4936" y="38125"/>
                  </a:cubicBezTo>
                  <a:cubicBezTo>
                    <a:pt x="4907" y="38084"/>
                    <a:pt x="4862" y="38063"/>
                    <a:pt x="4815" y="38063"/>
                  </a:cubicBezTo>
                  <a:close/>
                  <a:moveTo>
                    <a:pt x="52770" y="38530"/>
                  </a:moveTo>
                  <a:cubicBezTo>
                    <a:pt x="52738" y="38530"/>
                    <a:pt x="52705" y="38541"/>
                    <a:pt x="52677" y="38563"/>
                  </a:cubicBezTo>
                  <a:cubicBezTo>
                    <a:pt x="52615" y="38615"/>
                    <a:pt x="52605" y="38708"/>
                    <a:pt x="52656" y="38771"/>
                  </a:cubicBezTo>
                  <a:cubicBezTo>
                    <a:pt x="52780" y="38923"/>
                    <a:pt x="52906" y="39075"/>
                    <a:pt x="53031" y="39228"/>
                  </a:cubicBezTo>
                  <a:cubicBezTo>
                    <a:pt x="53059" y="39264"/>
                    <a:pt x="53102" y="39281"/>
                    <a:pt x="53144" y="39281"/>
                  </a:cubicBezTo>
                  <a:cubicBezTo>
                    <a:pt x="53177" y="39281"/>
                    <a:pt x="53210" y="39271"/>
                    <a:pt x="53237" y="39246"/>
                  </a:cubicBezTo>
                  <a:cubicBezTo>
                    <a:pt x="53300" y="39195"/>
                    <a:pt x="53309" y="39102"/>
                    <a:pt x="53258" y="39039"/>
                  </a:cubicBezTo>
                  <a:cubicBezTo>
                    <a:pt x="53134" y="38888"/>
                    <a:pt x="53009" y="38736"/>
                    <a:pt x="52885" y="38584"/>
                  </a:cubicBezTo>
                  <a:cubicBezTo>
                    <a:pt x="52856" y="38549"/>
                    <a:pt x="52814" y="38530"/>
                    <a:pt x="52770" y="38530"/>
                  </a:cubicBezTo>
                  <a:close/>
                  <a:moveTo>
                    <a:pt x="3643" y="38957"/>
                  </a:moveTo>
                  <a:cubicBezTo>
                    <a:pt x="3610" y="38957"/>
                    <a:pt x="3577" y="38968"/>
                    <a:pt x="3549" y="38990"/>
                  </a:cubicBezTo>
                  <a:lnTo>
                    <a:pt x="3439" y="39081"/>
                  </a:lnTo>
                  <a:cubicBezTo>
                    <a:pt x="3325" y="39178"/>
                    <a:pt x="3209" y="39277"/>
                    <a:pt x="3098" y="39380"/>
                  </a:cubicBezTo>
                  <a:cubicBezTo>
                    <a:pt x="3038" y="39436"/>
                    <a:pt x="3033" y="39529"/>
                    <a:pt x="3089" y="39590"/>
                  </a:cubicBezTo>
                  <a:cubicBezTo>
                    <a:pt x="3119" y="39621"/>
                    <a:pt x="3158" y="39637"/>
                    <a:pt x="3198" y="39637"/>
                  </a:cubicBezTo>
                  <a:cubicBezTo>
                    <a:pt x="3233" y="39637"/>
                    <a:pt x="3269" y="39625"/>
                    <a:pt x="3295" y="39599"/>
                  </a:cubicBezTo>
                  <a:cubicBezTo>
                    <a:pt x="3404" y="39498"/>
                    <a:pt x="3516" y="39401"/>
                    <a:pt x="3627" y="39307"/>
                  </a:cubicBezTo>
                  <a:lnTo>
                    <a:pt x="3736" y="39217"/>
                  </a:lnTo>
                  <a:cubicBezTo>
                    <a:pt x="3800" y="39166"/>
                    <a:pt x="3808" y="39073"/>
                    <a:pt x="3756" y="39009"/>
                  </a:cubicBezTo>
                  <a:cubicBezTo>
                    <a:pt x="3727" y="38974"/>
                    <a:pt x="3686" y="38957"/>
                    <a:pt x="3643" y="38957"/>
                  </a:cubicBezTo>
                  <a:close/>
                  <a:moveTo>
                    <a:pt x="53706" y="39670"/>
                  </a:moveTo>
                  <a:cubicBezTo>
                    <a:pt x="53673" y="39670"/>
                    <a:pt x="53640" y="39681"/>
                    <a:pt x="53613" y="39703"/>
                  </a:cubicBezTo>
                  <a:cubicBezTo>
                    <a:pt x="53551" y="39755"/>
                    <a:pt x="53542" y="39848"/>
                    <a:pt x="53593" y="39911"/>
                  </a:cubicBezTo>
                  <a:lnTo>
                    <a:pt x="53966" y="40365"/>
                  </a:lnTo>
                  <a:cubicBezTo>
                    <a:pt x="53996" y="40401"/>
                    <a:pt x="54038" y="40419"/>
                    <a:pt x="54080" y="40419"/>
                  </a:cubicBezTo>
                  <a:cubicBezTo>
                    <a:pt x="54114" y="40419"/>
                    <a:pt x="54146" y="40409"/>
                    <a:pt x="54172" y="40385"/>
                  </a:cubicBezTo>
                  <a:cubicBezTo>
                    <a:pt x="54235" y="40334"/>
                    <a:pt x="54245" y="40241"/>
                    <a:pt x="54194" y="40178"/>
                  </a:cubicBezTo>
                  <a:lnTo>
                    <a:pt x="53820" y="39723"/>
                  </a:lnTo>
                  <a:cubicBezTo>
                    <a:pt x="53791" y="39688"/>
                    <a:pt x="53749" y="39670"/>
                    <a:pt x="53706" y="39670"/>
                  </a:cubicBezTo>
                  <a:close/>
                  <a:moveTo>
                    <a:pt x="2567" y="39964"/>
                  </a:moveTo>
                  <a:cubicBezTo>
                    <a:pt x="2527" y="39964"/>
                    <a:pt x="2488" y="39979"/>
                    <a:pt x="2459" y="40010"/>
                  </a:cubicBezTo>
                  <a:cubicBezTo>
                    <a:pt x="2322" y="40156"/>
                    <a:pt x="2188" y="40306"/>
                    <a:pt x="2062" y="40457"/>
                  </a:cubicBezTo>
                  <a:cubicBezTo>
                    <a:pt x="2010" y="40519"/>
                    <a:pt x="2018" y="40611"/>
                    <a:pt x="2080" y="40664"/>
                  </a:cubicBezTo>
                  <a:cubicBezTo>
                    <a:pt x="2109" y="40688"/>
                    <a:pt x="2142" y="40699"/>
                    <a:pt x="2176" y="40699"/>
                  </a:cubicBezTo>
                  <a:cubicBezTo>
                    <a:pt x="2217" y="40699"/>
                    <a:pt x="2259" y="40681"/>
                    <a:pt x="2288" y="40647"/>
                  </a:cubicBezTo>
                  <a:cubicBezTo>
                    <a:pt x="2412" y="40500"/>
                    <a:pt x="2542" y="40354"/>
                    <a:pt x="2675" y="40213"/>
                  </a:cubicBezTo>
                  <a:cubicBezTo>
                    <a:pt x="2730" y="40153"/>
                    <a:pt x="2728" y="40059"/>
                    <a:pt x="2668" y="40004"/>
                  </a:cubicBezTo>
                  <a:cubicBezTo>
                    <a:pt x="2640" y="39977"/>
                    <a:pt x="2603" y="39964"/>
                    <a:pt x="2567" y="39964"/>
                  </a:cubicBezTo>
                  <a:close/>
                  <a:moveTo>
                    <a:pt x="54631" y="40818"/>
                  </a:moveTo>
                  <a:cubicBezTo>
                    <a:pt x="54599" y="40818"/>
                    <a:pt x="54568" y="40828"/>
                    <a:pt x="54541" y="40849"/>
                  </a:cubicBezTo>
                  <a:cubicBezTo>
                    <a:pt x="54476" y="40897"/>
                    <a:pt x="54464" y="40990"/>
                    <a:pt x="54514" y="41055"/>
                  </a:cubicBezTo>
                  <a:cubicBezTo>
                    <a:pt x="54634" y="41210"/>
                    <a:pt x="54752" y="41366"/>
                    <a:pt x="54869" y="41523"/>
                  </a:cubicBezTo>
                  <a:cubicBezTo>
                    <a:pt x="54899" y="41562"/>
                    <a:pt x="54944" y="41582"/>
                    <a:pt x="54988" y="41582"/>
                  </a:cubicBezTo>
                  <a:cubicBezTo>
                    <a:pt x="55019" y="41582"/>
                    <a:pt x="55050" y="41573"/>
                    <a:pt x="55076" y="41552"/>
                  </a:cubicBezTo>
                  <a:cubicBezTo>
                    <a:pt x="55141" y="41504"/>
                    <a:pt x="55154" y="41412"/>
                    <a:pt x="55106" y="41346"/>
                  </a:cubicBezTo>
                  <a:cubicBezTo>
                    <a:pt x="54987" y="41188"/>
                    <a:pt x="54867" y="41030"/>
                    <a:pt x="54748" y="40874"/>
                  </a:cubicBezTo>
                  <a:cubicBezTo>
                    <a:pt x="54719" y="40838"/>
                    <a:pt x="54675" y="40818"/>
                    <a:pt x="54631" y="40818"/>
                  </a:cubicBezTo>
                  <a:close/>
                  <a:moveTo>
                    <a:pt x="1634" y="41103"/>
                  </a:moveTo>
                  <a:cubicBezTo>
                    <a:pt x="1588" y="41103"/>
                    <a:pt x="1543" y="41125"/>
                    <a:pt x="1514" y="41165"/>
                  </a:cubicBezTo>
                  <a:cubicBezTo>
                    <a:pt x="1398" y="41329"/>
                    <a:pt x="1287" y="41498"/>
                    <a:pt x="1182" y="41665"/>
                  </a:cubicBezTo>
                  <a:cubicBezTo>
                    <a:pt x="1140" y="41733"/>
                    <a:pt x="1160" y="41825"/>
                    <a:pt x="1230" y="41867"/>
                  </a:cubicBezTo>
                  <a:cubicBezTo>
                    <a:pt x="1254" y="41881"/>
                    <a:pt x="1280" y="41890"/>
                    <a:pt x="1308" y="41890"/>
                  </a:cubicBezTo>
                  <a:cubicBezTo>
                    <a:pt x="1356" y="41890"/>
                    <a:pt x="1404" y="41865"/>
                    <a:pt x="1432" y="41820"/>
                  </a:cubicBezTo>
                  <a:cubicBezTo>
                    <a:pt x="1533" y="41658"/>
                    <a:pt x="1641" y="41495"/>
                    <a:pt x="1754" y="41336"/>
                  </a:cubicBezTo>
                  <a:cubicBezTo>
                    <a:pt x="1801" y="41271"/>
                    <a:pt x="1786" y="41179"/>
                    <a:pt x="1719" y="41131"/>
                  </a:cubicBezTo>
                  <a:cubicBezTo>
                    <a:pt x="1693" y="41112"/>
                    <a:pt x="1663" y="41103"/>
                    <a:pt x="1634" y="41103"/>
                  </a:cubicBezTo>
                  <a:close/>
                  <a:moveTo>
                    <a:pt x="55504" y="42006"/>
                  </a:moveTo>
                  <a:cubicBezTo>
                    <a:pt x="55475" y="42006"/>
                    <a:pt x="55446" y="42014"/>
                    <a:pt x="55420" y="42032"/>
                  </a:cubicBezTo>
                  <a:cubicBezTo>
                    <a:pt x="55354" y="42079"/>
                    <a:pt x="55338" y="42170"/>
                    <a:pt x="55384" y="42237"/>
                  </a:cubicBezTo>
                  <a:cubicBezTo>
                    <a:pt x="55497" y="42397"/>
                    <a:pt x="55606" y="42560"/>
                    <a:pt x="55713" y="42722"/>
                  </a:cubicBezTo>
                  <a:cubicBezTo>
                    <a:pt x="55741" y="42765"/>
                    <a:pt x="55790" y="42788"/>
                    <a:pt x="55837" y="42788"/>
                  </a:cubicBezTo>
                  <a:cubicBezTo>
                    <a:pt x="55865" y="42788"/>
                    <a:pt x="55894" y="42780"/>
                    <a:pt x="55916" y="42764"/>
                  </a:cubicBezTo>
                  <a:cubicBezTo>
                    <a:pt x="55984" y="42720"/>
                    <a:pt x="56003" y="42628"/>
                    <a:pt x="55958" y="42560"/>
                  </a:cubicBezTo>
                  <a:cubicBezTo>
                    <a:pt x="55850" y="42395"/>
                    <a:pt x="55739" y="42231"/>
                    <a:pt x="55626" y="42068"/>
                  </a:cubicBezTo>
                  <a:cubicBezTo>
                    <a:pt x="55597" y="42028"/>
                    <a:pt x="55551" y="42006"/>
                    <a:pt x="55504" y="42006"/>
                  </a:cubicBezTo>
                  <a:close/>
                  <a:moveTo>
                    <a:pt x="877" y="42368"/>
                  </a:moveTo>
                  <a:cubicBezTo>
                    <a:pt x="823" y="42368"/>
                    <a:pt x="771" y="42398"/>
                    <a:pt x="746" y="42450"/>
                  </a:cubicBezTo>
                  <a:cubicBezTo>
                    <a:pt x="655" y="42632"/>
                    <a:pt x="572" y="42816"/>
                    <a:pt x="499" y="42999"/>
                  </a:cubicBezTo>
                  <a:cubicBezTo>
                    <a:pt x="468" y="43074"/>
                    <a:pt x="504" y="43160"/>
                    <a:pt x="580" y="43191"/>
                  </a:cubicBezTo>
                  <a:cubicBezTo>
                    <a:pt x="598" y="43197"/>
                    <a:pt x="618" y="43201"/>
                    <a:pt x="635" y="43201"/>
                  </a:cubicBezTo>
                  <a:cubicBezTo>
                    <a:pt x="694" y="43201"/>
                    <a:pt x="749" y="43166"/>
                    <a:pt x="772" y="43109"/>
                  </a:cubicBezTo>
                  <a:cubicBezTo>
                    <a:pt x="844" y="42934"/>
                    <a:pt x="923" y="42756"/>
                    <a:pt x="1010" y="42581"/>
                  </a:cubicBezTo>
                  <a:cubicBezTo>
                    <a:pt x="1046" y="42507"/>
                    <a:pt x="1016" y="42419"/>
                    <a:pt x="943" y="42383"/>
                  </a:cubicBezTo>
                  <a:cubicBezTo>
                    <a:pt x="922" y="42373"/>
                    <a:pt x="899" y="42368"/>
                    <a:pt x="877" y="42368"/>
                  </a:cubicBezTo>
                  <a:close/>
                  <a:moveTo>
                    <a:pt x="43291" y="43477"/>
                  </a:moveTo>
                  <a:cubicBezTo>
                    <a:pt x="43233" y="43477"/>
                    <a:pt x="43174" y="43477"/>
                    <a:pt x="43117" y="43479"/>
                  </a:cubicBezTo>
                  <a:cubicBezTo>
                    <a:pt x="43035" y="43481"/>
                    <a:pt x="42971" y="43548"/>
                    <a:pt x="42972" y="43629"/>
                  </a:cubicBezTo>
                  <a:cubicBezTo>
                    <a:pt x="42975" y="43710"/>
                    <a:pt x="43043" y="43774"/>
                    <a:pt x="43119" y="43774"/>
                  </a:cubicBezTo>
                  <a:cubicBezTo>
                    <a:pt x="43121" y="43774"/>
                    <a:pt x="43122" y="43774"/>
                    <a:pt x="43123" y="43774"/>
                  </a:cubicBezTo>
                  <a:cubicBezTo>
                    <a:pt x="43173" y="43774"/>
                    <a:pt x="43224" y="43773"/>
                    <a:pt x="43276" y="43773"/>
                  </a:cubicBezTo>
                  <a:cubicBezTo>
                    <a:pt x="43426" y="43774"/>
                    <a:pt x="43564" y="43776"/>
                    <a:pt x="43699" y="43785"/>
                  </a:cubicBezTo>
                  <a:lnTo>
                    <a:pt x="43709" y="43785"/>
                  </a:lnTo>
                  <a:cubicBezTo>
                    <a:pt x="43785" y="43785"/>
                    <a:pt x="43850" y="43726"/>
                    <a:pt x="43855" y="43649"/>
                  </a:cubicBezTo>
                  <a:cubicBezTo>
                    <a:pt x="43863" y="43567"/>
                    <a:pt x="43801" y="43496"/>
                    <a:pt x="43719" y="43491"/>
                  </a:cubicBezTo>
                  <a:cubicBezTo>
                    <a:pt x="43584" y="43482"/>
                    <a:pt x="43443" y="43477"/>
                    <a:pt x="43291" y="43477"/>
                  </a:cubicBezTo>
                  <a:close/>
                  <a:moveTo>
                    <a:pt x="42237" y="43528"/>
                  </a:moveTo>
                  <a:cubicBezTo>
                    <a:pt x="42233" y="43528"/>
                    <a:pt x="42229" y="43528"/>
                    <a:pt x="42225" y="43528"/>
                  </a:cubicBezTo>
                  <a:lnTo>
                    <a:pt x="41637" y="43571"/>
                  </a:lnTo>
                  <a:cubicBezTo>
                    <a:pt x="41557" y="43577"/>
                    <a:pt x="41495" y="43647"/>
                    <a:pt x="41501" y="43728"/>
                  </a:cubicBezTo>
                  <a:cubicBezTo>
                    <a:pt x="41506" y="43806"/>
                    <a:pt x="41572" y="43866"/>
                    <a:pt x="41647" y="43866"/>
                  </a:cubicBezTo>
                  <a:lnTo>
                    <a:pt x="41658" y="43866"/>
                  </a:lnTo>
                  <a:lnTo>
                    <a:pt x="42246" y="43822"/>
                  </a:lnTo>
                  <a:cubicBezTo>
                    <a:pt x="42327" y="43817"/>
                    <a:pt x="42389" y="43747"/>
                    <a:pt x="42383" y="43665"/>
                  </a:cubicBezTo>
                  <a:cubicBezTo>
                    <a:pt x="42378" y="43588"/>
                    <a:pt x="42313" y="43528"/>
                    <a:pt x="42237" y="43528"/>
                  </a:cubicBezTo>
                  <a:close/>
                  <a:moveTo>
                    <a:pt x="40765" y="43635"/>
                  </a:moveTo>
                  <a:cubicBezTo>
                    <a:pt x="40762" y="43635"/>
                    <a:pt x="40758" y="43635"/>
                    <a:pt x="40754" y="43635"/>
                  </a:cubicBezTo>
                  <a:lnTo>
                    <a:pt x="40166" y="43678"/>
                  </a:lnTo>
                  <a:cubicBezTo>
                    <a:pt x="40084" y="43683"/>
                    <a:pt x="40022" y="43754"/>
                    <a:pt x="40030" y="43836"/>
                  </a:cubicBezTo>
                  <a:cubicBezTo>
                    <a:pt x="40035" y="43913"/>
                    <a:pt x="40100" y="43972"/>
                    <a:pt x="40176" y="43972"/>
                  </a:cubicBezTo>
                  <a:lnTo>
                    <a:pt x="40187" y="43972"/>
                  </a:lnTo>
                  <a:lnTo>
                    <a:pt x="40775" y="43930"/>
                  </a:lnTo>
                  <a:cubicBezTo>
                    <a:pt x="40856" y="43924"/>
                    <a:pt x="40918" y="43853"/>
                    <a:pt x="40912" y="43773"/>
                  </a:cubicBezTo>
                  <a:cubicBezTo>
                    <a:pt x="40907" y="43695"/>
                    <a:pt x="40842" y="43635"/>
                    <a:pt x="40765" y="43635"/>
                  </a:cubicBezTo>
                  <a:close/>
                  <a:moveTo>
                    <a:pt x="56309" y="43242"/>
                  </a:moveTo>
                  <a:cubicBezTo>
                    <a:pt x="56283" y="43242"/>
                    <a:pt x="56257" y="43249"/>
                    <a:pt x="56233" y="43263"/>
                  </a:cubicBezTo>
                  <a:cubicBezTo>
                    <a:pt x="56163" y="43305"/>
                    <a:pt x="56142" y="43395"/>
                    <a:pt x="56183" y="43465"/>
                  </a:cubicBezTo>
                  <a:cubicBezTo>
                    <a:pt x="56283" y="43632"/>
                    <a:pt x="56381" y="43802"/>
                    <a:pt x="56476" y="43972"/>
                  </a:cubicBezTo>
                  <a:cubicBezTo>
                    <a:pt x="56503" y="44021"/>
                    <a:pt x="56553" y="44048"/>
                    <a:pt x="56605" y="44048"/>
                  </a:cubicBezTo>
                  <a:cubicBezTo>
                    <a:pt x="56629" y="44048"/>
                    <a:pt x="56653" y="44042"/>
                    <a:pt x="56677" y="44028"/>
                  </a:cubicBezTo>
                  <a:cubicBezTo>
                    <a:pt x="56747" y="43989"/>
                    <a:pt x="56773" y="43899"/>
                    <a:pt x="56734" y="43827"/>
                  </a:cubicBezTo>
                  <a:cubicBezTo>
                    <a:pt x="56637" y="43655"/>
                    <a:pt x="56538" y="43483"/>
                    <a:pt x="56436" y="43314"/>
                  </a:cubicBezTo>
                  <a:cubicBezTo>
                    <a:pt x="56408" y="43267"/>
                    <a:pt x="56359" y="43242"/>
                    <a:pt x="56309" y="43242"/>
                  </a:cubicBezTo>
                  <a:close/>
                  <a:moveTo>
                    <a:pt x="39295" y="43742"/>
                  </a:moveTo>
                  <a:cubicBezTo>
                    <a:pt x="39291" y="43742"/>
                    <a:pt x="39288" y="43742"/>
                    <a:pt x="39284" y="43743"/>
                  </a:cubicBezTo>
                  <a:lnTo>
                    <a:pt x="38696" y="43785"/>
                  </a:lnTo>
                  <a:cubicBezTo>
                    <a:pt x="38614" y="43790"/>
                    <a:pt x="38552" y="43861"/>
                    <a:pt x="38559" y="43943"/>
                  </a:cubicBezTo>
                  <a:cubicBezTo>
                    <a:pt x="38565" y="44020"/>
                    <a:pt x="38630" y="44079"/>
                    <a:pt x="38706" y="44079"/>
                  </a:cubicBezTo>
                  <a:lnTo>
                    <a:pt x="38716" y="44079"/>
                  </a:lnTo>
                  <a:lnTo>
                    <a:pt x="39304" y="44037"/>
                  </a:lnTo>
                  <a:cubicBezTo>
                    <a:pt x="39386" y="44032"/>
                    <a:pt x="39448" y="43960"/>
                    <a:pt x="39442" y="43879"/>
                  </a:cubicBezTo>
                  <a:cubicBezTo>
                    <a:pt x="39437" y="43802"/>
                    <a:pt x="39372" y="43742"/>
                    <a:pt x="39295" y="43742"/>
                  </a:cubicBezTo>
                  <a:close/>
                  <a:moveTo>
                    <a:pt x="44578" y="43639"/>
                  </a:moveTo>
                  <a:cubicBezTo>
                    <a:pt x="44515" y="43639"/>
                    <a:pt x="44456" y="43681"/>
                    <a:pt x="44437" y="43744"/>
                  </a:cubicBezTo>
                  <a:cubicBezTo>
                    <a:pt x="44413" y="43822"/>
                    <a:pt x="44458" y="43905"/>
                    <a:pt x="44535" y="43928"/>
                  </a:cubicBezTo>
                  <a:cubicBezTo>
                    <a:pt x="44609" y="43950"/>
                    <a:pt x="44683" y="43976"/>
                    <a:pt x="44755" y="44005"/>
                  </a:cubicBezTo>
                  <a:cubicBezTo>
                    <a:pt x="44856" y="44044"/>
                    <a:pt x="44957" y="44090"/>
                    <a:pt x="45052" y="44142"/>
                  </a:cubicBezTo>
                  <a:cubicBezTo>
                    <a:pt x="45075" y="44155"/>
                    <a:pt x="45099" y="44161"/>
                    <a:pt x="45122" y="44161"/>
                  </a:cubicBezTo>
                  <a:cubicBezTo>
                    <a:pt x="45175" y="44161"/>
                    <a:pt x="45226" y="44132"/>
                    <a:pt x="45253" y="44082"/>
                  </a:cubicBezTo>
                  <a:cubicBezTo>
                    <a:pt x="45293" y="44010"/>
                    <a:pt x="45266" y="43920"/>
                    <a:pt x="45194" y="43882"/>
                  </a:cubicBezTo>
                  <a:cubicBezTo>
                    <a:pt x="45086" y="43825"/>
                    <a:pt x="44975" y="43774"/>
                    <a:pt x="44863" y="43729"/>
                  </a:cubicBezTo>
                  <a:cubicBezTo>
                    <a:pt x="44786" y="43698"/>
                    <a:pt x="44705" y="43672"/>
                    <a:pt x="44622" y="43646"/>
                  </a:cubicBezTo>
                  <a:cubicBezTo>
                    <a:pt x="44607" y="43641"/>
                    <a:pt x="44593" y="43639"/>
                    <a:pt x="44578" y="43639"/>
                  </a:cubicBezTo>
                  <a:close/>
                  <a:moveTo>
                    <a:pt x="37823" y="43850"/>
                  </a:moveTo>
                  <a:cubicBezTo>
                    <a:pt x="37820" y="43850"/>
                    <a:pt x="37817" y="43850"/>
                    <a:pt x="37813" y="43850"/>
                  </a:cubicBezTo>
                  <a:lnTo>
                    <a:pt x="37225" y="43892"/>
                  </a:lnTo>
                  <a:cubicBezTo>
                    <a:pt x="37144" y="43898"/>
                    <a:pt x="37082" y="43969"/>
                    <a:pt x="37089" y="44049"/>
                  </a:cubicBezTo>
                  <a:cubicBezTo>
                    <a:pt x="37094" y="44127"/>
                    <a:pt x="37159" y="44186"/>
                    <a:pt x="37236" y="44186"/>
                  </a:cubicBezTo>
                  <a:lnTo>
                    <a:pt x="37246" y="44186"/>
                  </a:lnTo>
                  <a:lnTo>
                    <a:pt x="37834" y="44144"/>
                  </a:lnTo>
                  <a:cubicBezTo>
                    <a:pt x="37916" y="44139"/>
                    <a:pt x="37978" y="44068"/>
                    <a:pt x="37971" y="43986"/>
                  </a:cubicBezTo>
                  <a:cubicBezTo>
                    <a:pt x="37966" y="43908"/>
                    <a:pt x="37900" y="43850"/>
                    <a:pt x="37823" y="43850"/>
                  </a:cubicBezTo>
                  <a:close/>
                  <a:moveTo>
                    <a:pt x="36353" y="43956"/>
                  </a:moveTo>
                  <a:cubicBezTo>
                    <a:pt x="36350" y="43956"/>
                    <a:pt x="36346" y="43956"/>
                    <a:pt x="36342" y="43956"/>
                  </a:cubicBezTo>
                  <a:lnTo>
                    <a:pt x="35754" y="44000"/>
                  </a:lnTo>
                  <a:cubicBezTo>
                    <a:pt x="35673" y="44005"/>
                    <a:pt x="35611" y="44075"/>
                    <a:pt x="35617" y="44156"/>
                  </a:cubicBezTo>
                  <a:cubicBezTo>
                    <a:pt x="35622" y="44234"/>
                    <a:pt x="35688" y="44294"/>
                    <a:pt x="35764" y="44294"/>
                  </a:cubicBezTo>
                  <a:cubicBezTo>
                    <a:pt x="35767" y="44294"/>
                    <a:pt x="35769" y="44293"/>
                    <a:pt x="35772" y="44293"/>
                  </a:cubicBezTo>
                  <a:cubicBezTo>
                    <a:pt x="35773" y="44293"/>
                    <a:pt x="35774" y="44293"/>
                    <a:pt x="35775" y="44294"/>
                  </a:cubicBezTo>
                  <a:lnTo>
                    <a:pt x="36363" y="44250"/>
                  </a:lnTo>
                  <a:cubicBezTo>
                    <a:pt x="36444" y="44245"/>
                    <a:pt x="36506" y="44175"/>
                    <a:pt x="36499" y="44094"/>
                  </a:cubicBezTo>
                  <a:cubicBezTo>
                    <a:pt x="36494" y="44016"/>
                    <a:pt x="36428" y="43956"/>
                    <a:pt x="36353" y="43956"/>
                  </a:cubicBezTo>
                  <a:close/>
                  <a:moveTo>
                    <a:pt x="34883" y="44062"/>
                  </a:moveTo>
                  <a:cubicBezTo>
                    <a:pt x="34879" y="44062"/>
                    <a:pt x="34876" y="44062"/>
                    <a:pt x="34872" y="44063"/>
                  </a:cubicBezTo>
                  <a:lnTo>
                    <a:pt x="34284" y="44105"/>
                  </a:lnTo>
                  <a:cubicBezTo>
                    <a:pt x="34202" y="44110"/>
                    <a:pt x="34140" y="44181"/>
                    <a:pt x="34147" y="44263"/>
                  </a:cubicBezTo>
                  <a:cubicBezTo>
                    <a:pt x="34152" y="44340"/>
                    <a:pt x="34218" y="44399"/>
                    <a:pt x="34294" y="44399"/>
                  </a:cubicBezTo>
                  <a:lnTo>
                    <a:pt x="34304" y="44399"/>
                  </a:lnTo>
                  <a:lnTo>
                    <a:pt x="34893" y="44357"/>
                  </a:lnTo>
                  <a:cubicBezTo>
                    <a:pt x="34974" y="44351"/>
                    <a:pt x="35036" y="44280"/>
                    <a:pt x="35029" y="44199"/>
                  </a:cubicBezTo>
                  <a:cubicBezTo>
                    <a:pt x="35024" y="44122"/>
                    <a:pt x="34960" y="44062"/>
                    <a:pt x="34883" y="44062"/>
                  </a:cubicBezTo>
                  <a:close/>
                  <a:moveTo>
                    <a:pt x="33413" y="44167"/>
                  </a:moveTo>
                  <a:cubicBezTo>
                    <a:pt x="33409" y="44167"/>
                    <a:pt x="33406" y="44168"/>
                    <a:pt x="33402" y="44168"/>
                  </a:cubicBezTo>
                  <a:lnTo>
                    <a:pt x="32813" y="44212"/>
                  </a:lnTo>
                  <a:cubicBezTo>
                    <a:pt x="32731" y="44218"/>
                    <a:pt x="32670" y="44290"/>
                    <a:pt x="32676" y="44371"/>
                  </a:cubicBezTo>
                  <a:cubicBezTo>
                    <a:pt x="32684" y="44448"/>
                    <a:pt x="32748" y="44507"/>
                    <a:pt x="32824" y="44507"/>
                  </a:cubicBezTo>
                  <a:cubicBezTo>
                    <a:pt x="32828" y="44507"/>
                    <a:pt x="32831" y="44507"/>
                    <a:pt x="32834" y="44506"/>
                  </a:cubicBezTo>
                  <a:lnTo>
                    <a:pt x="33422" y="44462"/>
                  </a:lnTo>
                  <a:cubicBezTo>
                    <a:pt x="33504" y="44457"/>
                    <a:pt x="33566" y="44387"/>
                    <a:pt x="33559" y="44305"/>
                  </a:cubicBezTo>
                  <a:cubicBezTo>
                    <a:pt x="33554" y="44227"/>
                    <a:pt x="33490" y="44167"/>
                    <a:pt x="33413" y="44167"/>
                  </a:cubicBezTo>
                  <a:close/>
                  <a:moveTo>
                    <a:pt x="354" y="43743"/>
                  </a:moveTo>
                  <a:cubicBezTo>
                    <a:pt x="289" y="43743"/>
                    <a:pt x="228" y="43786"/>
                    <a:pt x="211" y="43852"/>
                  </a:cubicBezTo>
                  <a:cubicBezTo>
                    <a:pt x="160" y="44049"/>
                    <a:pt x="116" y="44247"/>
                    <a:pt x="83" y="44441"/>
                  </a:cubicBezTo>
                  <a:cubicBezTo>
                    <a:pt x="71" y="44523"/>
                    <a:pt x="124" y="44599"/>
                    <a:pt x="205" y="44611"/>
                  </a:cubicBezTo>
                  <a:cubicBezTo>
                    <a:pt x="212" y="44615"/>
                    <a:pt x="221" y="44615"/>
                    <a:pt x="230" y="44615"/>
                  </a:cubicBezTo>
                  <a:cubicBezTo>
                    <a:pt x="299" y="44615"/>
                    <a:pt x="362" y="44564"/>
                    <a:pt x="374" y="44491"/>
                  </a:cubicBezTo>
                  <a:cubicBezTo>
                    <a:pt x="405" y="44306"/>
                    <a:pt x="446" y="44116"/>
                    <a:pt x="496" y="43928"/>
                  </a:cubicBezTo>
                  <a:cubicBezTo>
                    <a:pt x="517" y="43850"/>
                    <a:pt x="470" y="43769"/>
                    <a:pt x="392" y="43748"/>
                  </a:cubicBezTo>
                  <a:cubicBezTo>
                    <a:pt x="379" y="43745"/>
                    <a:pt x="366" y="43743"/>
                    <a:pt x="354" y="43743"/>
                  </a:cubicBezTo>
                  <a:close/>
                  <a:moveTo>
                    <a:pt x="31941" y="44288"/>
                  </a:moveTo>
                  <a:cubicBezTo>
                    <a:pt x="31936" y="44288"/>
                    <a:pt x="31932" y="44288"/>
                    <a:pt x="31927" y="44289"/>
                  </a:cubicBezTo>
                  <a:cubicBezTo>
                    <a:pt x="31731" y="44307"/>
                    <a:pt x="31534" y="44328"/>
                    <a:pt x="31338" y="44351"/>
                  </a:cubicBezTo>
                  <a:cubicBezTo>
                    <a:pt x="31257" y="44361"/>
                    <a:pt x="31200" y="44434"/>
                    <a:pt x="31209" y="44516"/>
                  </a:cubicBezTo>
                  <a:cubicBezTo>
                    <a:pt x="31216" y="44590"/>
                    <a:pt x="31281" y="44646"/>
                    <a:pt x="31355" y="44646"/>
                  </a:cubicBezTo>
                  <a:cubicBezTo>
                    <a:pt x="31359" y="44646"/>
                    <a:pt x="31362" y="44645"/>
                    <a:pt x="31367" y="44645"/>
                  </a:cubicBezTo>
                  <a:cubicBezTo>
                    <a:pt x="31369" y="44645"/>
                    <a:pt x="31371" y="44645"/>
                    <a:pt x="31373" y="44646"/>
                  </a:cubicBezTo>
                  <a:cubicBezTo>
                    <a:pt x="31566" y="44622"/>
                    <a:pt x="31761" y="44601"/>
                    <a:pt x="31956" y="44583"/>
                  </a:cubicBezTo>
                  <a:cubicBezTo>
                    <a:pt x="32037" y="44574"/>
                    <a:pt x="32097" y="44502"/>
                    <a:pt x="32088" y="44421"/>
                  </a:cubicBezTo>
                  <a:cubicBezTo>
                    <a:pt x="32081" y="44345"/>
                    <a:pt x="32018" y="44288"/>
                    <a:pt x="31941" y="44288"/>
                  </a:cubicBezTo>
                  <a:close/>
                  <a:moveTo>
                    <a:pt x="30479" y="44474"/>
                  </a:moveTo>
                  <a:cubicBezTo>
                    <a:pt x="30471" y="44474"/>
                    <a:pt x="30463" y="44475"/>
                    <a:pt x="30454" y="44476"/>
                  </a:cubicBezTo>
                  <a:cubicBezTo>
                    <a:pt x="30251" y="44510"/>
                    <a:pt x="30055" y="44548"/>
                    <a:pt x="29869" y="44586"/>
                  </a:cubicBezTo>
                  <a:cubicBezTo>
                    <a:pt x="29791" y="44603"/>
                    <a:pt x="29739" y="44681"/>
                    <a:pt x="29755" y="44760"/>
                  </a:cubicBezTo>
                  <a:cubicBezTo>
                    <a:pt x="29771" y="44830"/>
                    <a:pt x="29832" y="44878"/>
                    <a:pt x="29900" y="44878"/>
                  </a:cubicBezTo>
                  <a:cubicBezTo>
                    <a:pt x="29910" y="44878"/>
                    <a:pt x="29920" y="44877"/>
                    <a:pt x="29930" y="44877"/>
                  </a:cubicBezTo>
                  <a:cubicBezTo>
                    <a:pt x="30111" y="44837"/>
                    <a:pt x="30303" y="44801"/>
                    <a:pt x="30503" y="44768"/>
                  </a:cubicBezTo>
                  <a:cubicBezTo>
                    <a:pt x="30583" y="44754"/>
                    <a:pt x="30638" y="44678"/>
                    <a:pt x="30625" y="44598"/>
                  </a:cubicBezTo>
                  <a:cubicBezTo>
                    <a:pt x="30612" y="44526"/>
                    <a:pt x="30550" y="44474"/>
                    <a:pt x="30479" y="44474"/>
                  </a:cubicBezTo>
                  <a:close/>
                  <a:moveTo>
                    <a:pt x="45830" y="44391"/>
                  </a:moveTo>
                  <a:cubicBezTo>
                    <a:pt x="45792" y="44391"/>
                    <a:pt x="45754" y="44405"/>
                    <a:pt x="45725" y="44434"/>
                  </a:cubicBezTo>
                  <a:cubicBezTo>
                    <a:pt x="45668" y="44492"/>
                    <a:pt x="45668" y="44586"/>
                    <a:pt x="45726" y="44642"/>
                  </a:cubicBezTo>
                  <a:cubicBezTo>
                    <a:pt x="45856" y="44771"/>
                    <a:pt x="45979" y="44916"/>
                    <a:pt x="46092" y="45073"/>
                  </a:cubicBezTo>
                  <a:cubicBezTo>
                    <a:pt x="46122" y="45112"/>
                    <a:pt x="46166" y="45133"/>
                    <a:pt x="46212" y="45133"/>
                  </a:cubicBezTo>
                  <a:cubicBezTo>
                    <a:pt x="46243" y="45133"/>
                    <a:pt x="46273" y="45124"/>
                    <a:pt x="46299" y="45106"/>
                  </a:cubicBezTo>
                  <a:cubicBezTo>
                    <a:pt x="46365" y="45058"/>
                    <a:pt x="46380" y="44965"/>
                    <a:pt x="46332" y="44899"/>
                  </a:cubicBezTo>
                  <a:cubicBezTo>
                    <a:pt x="46210" y="44729"/>
                    <a:pt x="46076" y="44573"/>
                    <a:pt x="45933" y="44433"/>
                  </a:cubicBezTo>
                  <a:cubicBezTo>
                    <a:pt x="45905" y="44405"/>
                    <a:pt x="45867" y="44391"/>
                    <a:pt x="45830" y="44391"/>
                  </a:cubicBezTo>
                  <a:close/>
                  <a:moveTo>
                    <a:pt x="29041" y="44797"/>
                  </a:moveTo>
                  <a:cubicBezTo>
                    <a:pt x="29028" y="44797"/>
                    <a:pt x="29014" y="44798"/>
                    <a:pt x="29000" y="44802"/>
                  </a:cubicBezTo>
                  <a:cubicBezTo>
                    <a:pt x="28805" y="44859"/>
                    <a:pt x="28614" y="44923"/>
                    <a:pt x="28431" y="44990"/>
                  </a:cubicBezTo>
                  <a:cubicBezTo>
                    <a:pt x="28355" y="45018"/>
                    <a:pt x="28315" y="45104"/>
                    <a:pt x="28343" y="45179"/>
                  </a:cubicBezTo>
                  <a:cubicBezTo>
                    <a:pt x="28366" y="45239"/>
                    <a:pt x="28420" y="45276"/>
                    <a:pt x="28481" y="45276"/>
                  </a:cubicBezTo>
                  <a:cubicBezTo>
                    <a:pt x="28498" y="45276"/>
                    <a:pt x="28516" y="45274"/>
                    <a:pt x="28532" y="45267"/>
                  </a:cubicBezTo>
                  <a:cubicBezTo>
                    <a:pt x="28708" y="45203"/>
                    <a:pt x="28894" y="45142"/>
                    <a:pt x="29083" y="45086"/>
                  </a:cubicBezTo>
                  <a:cubicBezTo>
                    <a:pt x="29161" y="45063"/>
                    <a:pt x="29207" y="44982"/>
                    <a:pt x="29183" y="44903"/>
                  </a:cubicBezTo>
                  <a:cubicBezTo>
                    <a:pt x="29164" y="44839"/>
                    <a:pt x="29105" y="44797"/>
                    <a:pt x="29041" y="44797"/>
                  </a:cubicBezTo>
                  <a:close/>
                  <a:moveTo>
                    <a:pt x="57011" y="44537"/>
                  </a:moveTo>
                  <a:cubicBezTo>
                    <a:pt x="56990" y="44537"/>
                    <a:pt x="56968" y="44542"/>
                    <a:pt x="56947" y="44552"/>
                  </a:cubicBezTo>
                  <a:cubicBezTo>
                    <a:pt x="56874" y="44588"/>
                    <a:pt x="56844" y="44675"/>
                    <a:pt x="56879" y="44749"/>
                  </a:cubicBezTo>
                  <a:cubicBezTo>
                    <a:pt x="56966" y="44925"/>
                    <a:pt x="57046" y="45105"/>
                    <a:pt x="57123" y="45279"/>
                  </a:cubicBezTo>
                  <a:cubicBezTo>
                    <a:pt x="57148" y="45334"/>
                    <a:pt x="57201" y="45368"/>
                    <a:pt x="57258" y="45368"/>
                  </a:cubicBezTo>
                  <a:cubicBezTo>
                    <a:pt x="57278" y="45368"/>
                    <a:pt x="57297" y="45364"/>
                    <a:pt x="57316" y="45354"/>
                  </a:cubicBezTo>
                  <a:cubicBezTo>
                    <a:pt x="57391" y="45322"/>
                    <a:pt x="57426" y="45236"/>
                    <a:pt x="57393" y="45161"/>
                  </a:cubicBezTo>
                  <a:cubicBezTo>
                    <a:pt x="57316" y="44983"/>
                    <a:pt x="57232" y="44800"/>
                    <a:pt x="57144" y="44620"/>
                  </a:cubicBezTo>
                  <a:cubicBezTo>
                    <a:pt x="57118" y="44568"/>
                    <a:pt x="57066" y="44537"/>
                    <a:pt x="57011" y="44537"/>
                  </a:cubicBezTo>
                  <a:close/>
                  <a:moveTo>
                    <a:pt x="27669" y="45331"/>
                  </a:moveTo>
                  <a:cubicBezTo>
                    <a:pt x="27647" y="45331"/>
                    <a:pt x="27625" y="45336"/>
                    <a:pt x="27603" y="45346"/>
                  </a:cubicBezTo>
                  <a:cubicBezTo>
                    <a:pt x="27423" y="45436"/>
                    <a:pt x="27244" y="45535"/>
                    <a:pt x="27077" y="45638"/>
                  </a:cubicBezTo>
                  <a:cubicBezTo>
                    <a:pt x="27009" y="45681"/>
                    <a:pt x="26986" y="45771"/>
                    <a:pt x="27030" y="45841"/>
                  </a:cubicBezTo>
                  <a:cubicBezTo>
                    <a:pt x="27056" y="45886"/>
                    <a:pt x="27105" y="45910"/>
                    <a:pt x="27154" y="45910"/>
                  </a:cubicBezTo>
                  <a:cubicBezTo>
                    <a:pt x="27181" y="45910"/>
                    <a:pt x="27207" y="45904"/>
                    <a:pt x="27232" y="45890"/>
                  </a:cubicBezTo>
                  <a:cubicBezTo>
                    <a:pt x="27393" y="45791"/>
                    <a:pt x="27562" y="45697"/>
                    <a:pt x="27736" y="45610"/>
                  </a:cubicBezTo>
                  <a:cubicBezTo>
                    <a:pt x="27809" y="45573"/>
                    <a:pt x="27837" y="45483"/>
                    <a:pt x="27801" y="45411"/>
                  </a:cubicBezTo>
                  <a:cubicBezTo>
                    <a:pt x="27775" y="45360"/>
                    <a:pt x="27723" y="45331"/>
                    <a:pt x="27669" y="45331"/>
                  </a:cubicBezTo>
                  <a:close/>
                  <a:moveTo>
                    <a:pt x="148" y="45202"/>
                  </a:moveTo>
                  <a:cubicBezTo>
                    <a:pt x="68" y="45202"/>
                    <a:pt x="1" y="45266"/>
                    <a:pt x="1" y="45347"/>
                  </a:cubicBezTo>
                  <a:lnTo>
                    <a:pt x="1" y="45401"/>
                  </a:lnTo>
                  <a:cubicBezTo>
                    <a:pt x="1" y="45587"/>
                    <a:pt x="10" y="45772"/>
                    <a:pt x="30" y="45953"/>
                  </a:cubicBezTo>
                  <a:cubicBezTo>
                    <a:pt x="38" y="46028"/>
                    <a:pt x="102" y="46085"/>
                    <a:pt x="176" y="46085"/>
                  </a:cubicBezTo>
                  <a:cubicBezTo>
                    <a:pt x="179" y="46085"/>
                    <a:pt x="183" y="46084"/>
                    <a:pt x="186" y="46084"/>
                  </a:cubicBezTo>
                  <a:cubicBezTo>
                    <a:pt x="188" y="46084"/>
                    <a:pt x="189" y="46085"/>
                    <a:pt x="190" y="46085"/>
                  </a:cubicBezTo>
                  <a:cubicBezTo>
                    <a:pt x="272" y="46076"/>
                    <a:pt x="331" y="46003"/>
                    <a:pt x="322" y="45922"/>
                  </a:cubicBezTo>
                  <a:cubicBezTo>
                    <a:pt x="304" y="45751"/>
                    <a:pt x="295" y="45576"/>
                    <a:pt x="295" y="45401"/>
                  </a:cubicBezTo>
                  <a:lnTo>
                    <a:pt x="295" y="45349"/>
                  </a:lnTo>
                  <a:cubicBezTo>
                    <a:pt x="296" y="45269"/>
                    <a:pt x="231" y="45203"/>
                    <a:pt x="149" y="45202"/>
                  </a:cubicBezTo>
                  <a:close/>
                  <a:moveTo>
                    <a:pt x="46650" y="45605"/>
                  </a:moveTo>
                  <a:cubicBezTo>
                    <a:pt x="46630" y="45605"/>
                    <a:pt x="46609" y="45609"/>
                    <a:pt x="46590" y="45617"/>
                  </a:cubicBezTo>
                  <a:cubicBezTo>
                    <a:pt x="46516" y="45652"/>
                    <a:pt x="46483" y="45738"/>
                    <a:pt x="46516" y="45812"/>
                  </a:cubicBezTo>
                  <a:cubicBezTo>
                    <a:pt x="46593" y="45982"/>
                    <a:pt x="46661" y="46162"/>
                    <a:pt x="46721" y="46348"/>
                  </a:cubicBezTo>
                  <a:cubicBezTo>
                    <a:pt x="46741" y="46411"/>
                    <a:pt x="46799" y="46451"/>
                    <a:pt x="46861" y="46451"/>
                  </a:cubicBezTo>
                  <a:cubicBezTo>
                    <a:pt x="46875" y="46451"/>
                    <a:pt x="46891" y="46448"/>
                    <a:pt x="46904" y="46445"/>
                  </a:cubicBezTo>
                  <a:cubicBezTo>
                    <a:pt x="46982" y="46419"/>
                    <a:pt x="47025" y="46337"/>
                    <a:pt x="47000" y="46259"/>
                  </a:cubicBezTo>
                  <a:cubicBezTo>
                    <a:pt x="46938" y="46063"/>
                    <a:pt x="46865" y="45872"/>
                    <a:pt x="46785" y="45693"/>
                  </a:cubicBezTo>
                  <a:cubicBezTo>
                    <a:pt x="46760" y="45637"/>
                    <a:pt x="46707" y="45605"/>
                    <a:pt x="46650" y="45605"/>
                  </a:cubicBezTo>
                  <a:close/>
                  <a:moveTo>
                    <a:pt x="57579" y="45896"/>
                  </a:moveTo>
                  <a:cubicBezTo>
                    <a:pt x="57563" y="45896"/>
                    <a:pt x="57546" y="45899"/>
                    <a:pt x="57530" y="45904"/>
                  </a:cubicBezTo>
                  <a:cubicBezTo>
                    <a:pt x="57454" y="45931"/>
                    <a:pt x="57413" y="46015"/>
                    <a:pt x="57441" y="46092"/>
                  </a:cubicBezTo>
                  <a:cubicBezTo>
                    <a:pt x="57505" y="46276"/>
                    <a:pt x="57564" y="46462"/>
                    <a:pt x="57617" y="46646"/>
                  </a:cubicBezTo>
                  <a:cubicBezTo>
                    <a:pt x="57637" y="46710"/>
                    <a:pt x="57694" y="46752"/>
                    <a:pt x="57758" y="46752"/>
                  </a:cubicBezTo>
                  <a:cubicBezTo>
                    <a:pt x="57773" y="46752"/>
                    <a:pt x="57786" y="46751"/>
                    <a:pt x="57800" y="46746"/>
                  </a:cubicBezTo>
                  <a:cubicBezTo>
                    <a:pt x="57877" y="46725"/>
                    <a:pt x="57922" y="46643"/>
                    <a:pt x="57901" y="46565"/>
                  </a:cubicBezTo>
                  <a:cubicBezTo>
                    <a:pt x="57846" y="46375"/>
                    <a:pt x="57784" y="46184"/>
                    <a:pt x="57719" y="45994"/>
                  </a:cubicBezTo>
                  <a:cubicBezTo>
                    <a:pt x="57697" y="45934"/>
                    <a:pt x="57640" y="45896"/>
                    <a:pt x="57579" y="45896"/>
                  </a:cubicBezTo>
                  <a:close/>
                  <a:moveTo>
                    <a:pt x="26436" y="46132"/>
                  </a:moveTo>
                  <a:cubicBezTo>
                    <a:pt x="26402" y="46132"/>
                    <a:pt x="26369" y="46143"/>
                    <a:pt x="26341" y="46166"/>
                  </a:cubicBezTo>
                  <a:cubicBezTo>
                    <a:pt x="26189" y="46292"/>
                    <a:pt x="26040" y="46429"/>
                    <a:pt x="25897" y="46572"/>
                  </a:cubicBezTo>
                  <a:cubicBezTo>
                    <a:pt x="25839" y="46631"/>
                    <a:pt x="25839" y="46724"/>
                    <a:pt x="25897" y="46781"/>
                  </a:cubicBezTo>
                  <a:cubicBezTo>
                    <a:pt x="25927" y="46809"/>
                    <a:pt x="25964" y="46824"/>
                    <a:pt x="26001" y="46824"/>
                  </a:cubicBezTo>
                  <a:cubicBezTo>
                    <a:pt x="26040" y="46824"/>
                    <a:pt x="26077" y="46809"/>
                    <a:pt x="26106" y="46781"/>
                  </a:cubicBezTo>
                  <a:cubicBezTo>
                    <a:pt x="26242" y="46644"/>
                    <a:pt x="26385" y="46514"/>
                    <a:pt x="26530" y="46393"/>
                  </a:cubicBezTo>
                  <a:cubicBezTo>
                    <a:pt x="26593" y="46342"/>
                    <a:pt x="26601" y="46247"/>
                    <a:pt x="26550" y="46185"/>
                  </a:cubicBezTo>
                  <a:cubicBezTo>
                    <a:pt x="26520" y="46150"/>
                    <a:pt x="26478" y="46132"/>
                    <a:pt x="26436" y="46132"/>
                  </a:cubicBezTo>
                  <a:close/>
                  <a:moveTo>
                    <a:pt x="349" y="46656"/>
                  </a:moveTo>
                  <a:cubicBezTo>
                    <a:pt x="335" y="46656"/>
                    <a:pt x="321" y="46658"/>
                    <a:pt x="307" y="46663"/>
                  </a:cubicBezTo>
                  <a:cubicBezTo>
                    <a:pt x="228" y="46685"/>
                    <a:pt x="183" y="46767"/>
                    <a:pt x="206" y="46845"/>
                  </a:cubicBezTo>
                  <a:cubicBezTo>
                    <a:pt x="235" y="46945"/>
                    <a:pt x="267" y="47044"/>
                    <a:pt x="303" y="47143"/>
                  </a:cubicBezTo>
                  <a:cubicBezTo>
                    <a:pt x="336" y="47235"/>
                    <a:pt x="372" y="47327"/>
                    <a:pt x="410" y="47416"/>
                  </a:cubicBezTo>
                  <a:cubicBezTo>
                    <a:pt x="433" y="47473"/>
                    <a:pt x="488" y="47506"/>
                    <a:pt x="545" y="47506"/>
                  </a:cubicBezTo>
                  <a:cubicBezTo>
                    <a:pt x="563" y="47506"/>
                    <a:pt x="584" y="47502"/>
                    <a:pt x="603" y="47495"/>
                  </a:cubicBezTo>
                  <a:cubicBezTo>
                    <a:pt x="678" y="47463"/>
                    <a:pt x="715" y="47377"/>
                    <a:pt x="682" y="47302"/>
                  </a:cubicBezTo>
                  <a:cubicBezTo>
                    <a:pt x="645" y="47217"/>
                    <a:pt x="612" y="47132"/>
                    <a:pt x="582" y="47044"/>
                  </a:cubicBezTo>
                  <a:cubicBezTo>
                    <a:pt x="547" y="46950"/>
                    <a:pt x="517" y="46858"/>
                    <a:pt x="490" y="46763"/>
                  </a:cubicBezTo>
                  <a:cubicBezTo>
                    <a:pt x="471" y="46698"/>
                    <a:pt x="412" y="46656"/>
                    <a:pt x="349" y="46656"/>
                  </a:cubicBezTo>
                  <a:close/>
                  <a:moveTo>
                    <a:pt x="47066" y="47017"/>
                  </a:moveTo>
                  <a:cubicBezTo>
                    <a:pt x="47058" y="47017"/>
                    <a:pt x="47050" y="47017"/>
                    <a:pt x="47042" y="47019"/>
                  </a:cubicBezTo>
                  <a:cubicBezTo>
                    <a:pt x="46960" y="47031"/>
                    <a:pt x="46906" y="47107"/>
                    <a:pt x="46919" y="47188"/>
                  </a:cubicBezTo>
                  <a:cubicBezTo>
                    <a:pt x="46950" y="47375"/>
                    <a:pt x="46971" y="47567"/>
                    <a:pt x="46985" y="47760"/>
                  </a:cubicBezTo>
                  <a:cubicBezTo>
                    <a:pt x="46990" y="47838"/>
                    <a:pt x="47054" y="47897"/>
                    <a:pt x="47131" y="47897"/>
                  </a:cubicBezTo>
                  <a:cubicBezTo>
                    <a:pt x="47134" y="47897"/>
                    <a:pt x="47139" y="47897"/>
                    <a:pt x="47142" y="47898"/>
                  </a:cubicBezTo>
                  <a:cubicBezTo>
                    <a:pt x="47223" y="47892"/>
                    <a:pt x="47284" y="47822"/>
                    <a:pt x="47279" y="47741"/>
                  </a:cubicBezTo>
                  <a:cubicBezTo>
                    <a:pt x="47265" y="47539"/>
                    <a:pt x="47243" y="47337"/>
                    <a:pt x="47211" y="47141"/>
                  </a:cubicBezTo>
                  <a:cubicBezTo>
                    <a:pt x="47199" y="47068"/>
                    <a:pt x="47137" y="47017"/>
                    <a:pt x="47066" y="47017"/>
                  </a:cubicBezTo>
                  <a:close/>
                  <a:moveTo>
                    <a:pt x="25419" y="47194"/>
                  </a:moveTo>
                  <a:cubicBezTo>
                    <a:pt x="25375" y="47194"/>
                    <a:pt x="25332" y="47214"/>
                    <a:pt x="25302" y="47252"/>
                  </a:cubicBezTo>
                  <a:cubicBezTo>
                    <a:pt x="25183" y="47407"/>
                    <a:pt x="25066" y="47571"/>
                    <a:pt x="24954" y="47741"/>
                  </a:cubicBezTo>
                  <a:cubicBezTo>
                    <a:pt x="24910" y="47808"/>
                    <a:pt x="24928" y="47900"/>
                    <a:pt x="24997" y="47944"/>
                  </a:cubicBezTo>
                  <a:cubicBezTo>
                    <a:pt x="25023" y="47962"/>
                    <a:pt x="25050" y="47969"/>
                    <a:pt x="25077" y="47969"/>
                  </a:cubicBezTo>
                  <a:cubicBezTo>
                    <a:pt x="25126" y="47969"/>
                    <a:pt x="25172" y="47946"/>
                    <a:pt x="25200" y="47903"/>
                  </a:cubicBezTo>
                  <a:cubicBezTo>
                    <a:pt x="25308" y="47739"/>
                    <a:pt x="25421" y="47581"/>
                    <a:pt x="25536" y="47431"/>
                  </a:cubicBezTo>
                  <a:cubicBezTo>
                    <a:pt x="25585" y="47366"/>
                    <a:pt x="25573" y="47274"/>
                    <a:pt x="25509" y="47225"/>
                  </a:cubicBezTo>
                  <a:cubicBezTo>
                    <a:pt x="25482" y="47204"/>
                    <a:pt x="25450" y="47194"/>
                    <a:pt x="25419" y="47194"/>
                  </a:cubicBezTo>
                  <a:close/>
                  <a:moveTo>
                    <a:pt x="57966" y="47316"/>
                  </a:moveTo>
                  <a:cubicBezTo>
                    <a:pt x="57957" y="47316"/>
                    <a:pt x="57947" y="47317"/>
                    <a:pt x="57938" y="47319"/>
                  </a:cubicBezTo>
                  <a:cubicBezTo>
                    <a:pt x="57858" y="47334"/>
                    <a:pt x="57805" y="47412"/>
                    <a:pt x="57820" y="47492"/>
                  </a:cubicBezTo>
                  <a:cubicBezTo>
                    <a:pt x="57856" y="47683"/>
                    <a:pt x="57886" y="47875"/>
                    <a:pt x="57910" y="48065"/>
                  </a:cubicBezTo>
                  <a:cubicBezTo>
                    <a:pt x="57918" y="48139"/>
                    <a:pt x="57982" y="48195"/>
                    <a:pt x="58056" y="48195"/>
                  </a:cubicBezTo>
                  <a:cubicBezTo>
                    <a:pt x="58061" y="48195"/>
                    <a:pt x="58067" y="48195"/>
                    <a:pt x="58073" y="48192"/>
                  </a:cubicBezTo>
                  <a:cubicBezTo>
                    <a:pt x="58155" y="48183"/>
                    <a:pt x="58211" y="48109"/>
                    <a:pt x="58202" y="48029"/>
                  </a:cubicBezTo>
                  <a:cubicBezTo>
                    <a:pt x="58179" y="47832"/>
                    <a:pt x="58148" y="47634"/>
                    <a:pt x="58111" y="47436"/>
                  </a:cubicBezTo>
                  <a:cubicBezTo>
                    <a:pt x="58098" y="47365"/>
                    <a:pt x="58037" y="47316"/>
                    <a:pt x="57966" y="47316"/>
                  </a:cubicBezTo>
                  <a:close/>
                  <a:moveTo>
                    <a:pt x="955" y="47992"/>
                  </a:moveTo>
                  <a:cubicBezTo>
                    <a:pt x="928" y="47992"/>
                    <a:pt x="901" y="47999"/>
                    <a:pt x="877" y="48015"/>
                  </a:cubicBezTo>
                  <a:cubicBezTo>
                    <a:pt x="808" y="48060"/>
                    <a:pt x="788" y="48150"/>
                    <a:pt x="831" y="48220"/>
                  </a:cubicBezTo>
                  <a:cubicBezTo>
                    <a:pt x="938" y="48386"/>
                    <a:pt x="1057" y="48552"/>
                    <a:pt x="1184" y="48711"/>
                  </a:cubicBezTo>
                  <a:cubicBezTo>
                    <a:pt x="1212" y="48747"/>
                    <a:pt x="1254" y="48766"/>
                    <a:pt x="1299" y="48766"/>
                  </a:cubicBezTo>
                  <a:cubicBezTo>
                    <a:pt x="1331" y="48766"/>
                    <a:pt x="1365" y="48756"/>
                    <a:pt x="1391" y="48734"/>
                  </a:cubicBezTo>
                  <a:cubicBezTo>
                    <a:pt x="1454" y="48683"/>
                    <a:pt x="1465" y="48590"/>
                    <a:pt x="1414" y="48527"/>
                  </a:cubicBezTo>
                  <a:cubicBezTo>
                    <a:pt x="1293" y="48375"/>
                    <a:pt x="1181" y="48220"/>
                    <a:pt x="1081" y="48061"/>
                  </a:cubicBezTo>
                  <a:cubicBezTo>
                    <a:pt x="1052" y="48016"/>
                    <a:pt x="1004" y="47992"/>
                    <a:pt x="955" y="47992"/>
                  </a:cubicBezTo>
                  <a:close/>
                  <a:moveTo>
                    <a:pt x="24628" y="48436"/>
                  </a:moveTo>
                  <a:cubicBezTo>
                    <a:pt x="24575" y="48436"/>
                    <a:pt x="24524" y="48464"/>
                    <a:pt x="24498" y="48515"/>
                  </a:cubicBezTo>
                  <a:cubicBezTo>
                    <a:pt x="24406" y="48687"/>
                    <a:pt x="24317" y="48867"/>
                    <a:pt x="24234" y="49051"/>
                  </a:cubicBezTo>
                  <a:cubicBezTo>
                    <a:pt x="24198" y="49125"/>
                    <a:pt x="24231" y="49213"/>
                    <a:pt x="24306" y="49247"/>
                  </a:cubicBezTo>
                  <a:cubicBezTo>
                    <a:pt x="24326" y="49256"/>
                    <a:pt x="24347" y="49260"/>
                    <a:pt x="24368" y="49260"/>
                  </a:cubicBezTo>
                  <a:cubicBezTo>
                    <a:pt x="24424" y="49260"/>
                    <a:pt x="24477" y="49229"/>
                    <a:pt x="24502" y="49175"/>
                  </a:cubicBezTo>
                  <a:cubicBezTo>
                    <a:pt x="24584" y="48995"/>
                    <a:pt x="24670" y="48820"/>
                    <a:pt x="24760" y="48653"/>
                  </a:cubicBezTo>
                  <a:cubicBezTo>
                    <a:pt x="24797" y="48581"/>
                    <a:pt x="24770" y="48490"/>
                    <a:pt x="24698" y="48453"/>
                  </a:cubicBezTo>
                  <a:cubicBezTo>
                    <a:pt x="24675" y="48441"/>
                    <a:pt x="24651" y="48436"/>
                    <a:pt x="24628" y="48436"/>
                  </a:cubicBezTo>
                  <a:close/>
                  <a:moveTo>
                    <a:pt x="47137" y="48485"/>
                  </a:moveTo>
                  <a:cubicBezTo>
                    <a:pt x="47064" y="48485"/>
                    <a:pt x="46992" y="48547"/>
                    <a:pt x="46989" y="48625"/>
                  </a:cubicBezTo>
                  <a:cubicBezTo>
                    <a:pt x="46980" y="48813"/>
                    <a:pt x="46965" y="49002"/>
                    <a:pt x="46945" y="49207"/>
                  </a:cubicBezTo>
                  <a:cubicBezTo>
                    <a:pt x="46937" y="49288"/>
                    <a:pt x="46996" y="49361"/>
                    <a:pt x="47078" y="49368"/>
                  </a:cubicBezTo>
                  <a:cubicBezTo>
                    <a:pt x="47083" y="49370"/>
                    <a:pt x="47087" y="49370"/>
                    <a:pt x="47092" y="49370"/>
                  </a:cubicBezTo>
                  <a:cubicBezTo>
                    <a:pt x="47166" y="49370"/>
                    <a:pt x="47231" y="49313"/>
                    <a:pt x="47240" y="49236"/>
                  </a:cubicBezTo>
                  <a:cubicBezTo>
                    <a:pt x="47260" y="49025"/>
                    <a:pt x="47275" y="48830"/>
                    <a:pt x="47284" y="48639"/>
                  </a:cubicBezTo>
                  <a:cubicBezTo>
                    <a:pt x="47288" y="48558"/>
                    <a:pt x="47224" y="48489"/>
                    <a:pt x="47144" y="48485"/>
                  </a:cubicBezTo>
                  <a:cubicBezTo>
                    <a:pt x="47141" y="48485"/>
                    <a:pt x="47139" y="48485"/>
                    <a:pt x="47137" y="48485"/>
                  </a:cubicBezTo>
                  <a:close/>
                  <a:moveTo>
                    <a:pt x="58111" y="48783"/>
                  </a:moveTo>
                  <a:cubicBezTo>
                    <a:pt x="58030" y="48783"/>
                    <a:pt x="57965" y="48850"/>
                    <a:pt x="57965" y="48931"/>
                  </a:cubicBezTo>
                  <a:lnTo>
                    <a:pt x="57965" y="48985"/>
                  </a:lnTo>
                  <a:cubicBezTo>
                    <a:pt x="57965" y="49159"/>
                    <a:pt x="57959" y="49335"/>
                    <a:pt x="57946" y="49509"/>
                  </a:cubicBezTo>
                  <a:cubicBezTo>
                    <a:pt x="57941" y="49590"/>
                    <a:pt x="58001" y="49660"/>
                    <a:pt x="58082" y="49666"/>
                  </a:cubicBezTo>
                  <a:lnTo>
                    <a:pt x="58093" y="49666"/>
                  </a:lnTo>
                  <a:cubicBezTo>
                    <a:pt x="58170" y="49666"/>
                    <a:pt x="58235" y="49607"/>
                    <a:pt x="58240" y="49530"/>
                  </a:cubicBezTo>
                  <a:cubicBezTo>
                    <a:pt x="58253" y="49349"/>
                    <a:pt x="58259" y="49165"/>
                    <a:pt x="58259" y="48984"/>
                  </a:cubicBezTo>
                  <a:lnTo>
                    <a:pt x="58259" y="48928"/>
                  </a:lnTo>
                  <a:cubicBezTo>
                    <a:pt x="58259" y="48849"/>
                    <a:pt x="58194" y="48783"/>
                    <a:pt x="58112" y="48783"/>
                  </a:cubicBezTo>
                  <a:close/>
                  <a:moveTo>
                    <a:pt x="1895" y="49123"/>
                  </a:moveTo>
                  <a:cubicBezTo>
                    <a:pt x="1857" y="49123"/>
                    <a:pt x="1819" y="49138"/>
                    <a:pt x="1790" y="49168"/>
                  </a:cubicBezTo>
                  <a:cubicBezTo>
                    <a:pt x="1733" y="49228"/>
                    <a:pt x="1734" y="49320"/>
                    <a:pt x="1794" y="49377"/>
                  </a:cubicBezTo>
                  <a:cubicBezTo>
                    <a:pt x="1933" y="49510"/>
                    <a:pt x="2083" y="49644"/>
                    <a:pt x="2242" y="49775"/>
                  </a:cubicBezTo>
                  <a:cubicBezTo>
                    <a:pt x="2268" y="49798"/>
                    <a:pt x="2301" y="49809"/>
                    <a:pt x="2335" y="49809"/>
                  </a:cubicBezTo>
                  <a:cubicBezTo>
                    <a:pt x="2378" y="49809"/>
                    <a:pt x="2420" y="49791"/>
                    <a:pt x="2450" y="49758"/>
                  </a:cubicBezTo>
                  <a:cubicBezTo>
                    <a:pt x="2502" y="49696"/>
                    <a:pt x="2494" y="49601"/>
                    <a:pt x="2430" y="49549"/>
                  </a:cubicBezTo>
                  <a:cubicBezTo>
                    <a:pt x="2279" y="49423"/>
                    <a:pt x="2133" y="49294"/>
                    <a:pt x="1999" y="49165"/>
                  </a:cubicBezTo>
                  <a:cubicBezTo>
                    <a:pt x="1970" y="49137"/>
                    <a:pt x="1932" y="49123"/>
                    <a:pt x="1895" y="49123"/>
                  </a:cubicBezTo>
                  <a:close/>
                  <a:moveTo>
                    <a:pt x="24025" y="49781"/>
                  </a:moveTo>
                  <a:cubicBezTo>
                    <a:pt x="23966" y="49781"/>
                    <a:pt x="23909" y="49817"/>
                    <a:pt x="23888" y="49877"/>
                  </a:cubicBezTo>
                  <a:cubicBezTo>
                    <a:pt x="23819" y="50055"/>
                    <a:pt x="23752" y="50245"/>
                    <a:pt x="23687" y="50437"/>
                  </a:cubicBezTo>
                  <a:cubicBezTo>
                    <a:pt x="23661" y="50514"/>
                    <a:pt x="23702" y="50599"/>
                    <a:pt x="23780" y="50625"/>
                  </a:cubicBezTo>
                  <a:cubicBezTo>
                    <a:pt x="23796" y="50630"/>
                    <a:pt x="23812" y="50632"/>
                    <a:pt x="23827" y="50632"/>
                  </a:cubicBezTo>
                  <a:cubicBezTo>
                    <a:pt x="23889" y="50632"/>
                    <a:pt x="23946" y="50594"/>
                    <a:pt x="23965" y="50532"/>
                  </a:cubicBezTo>
                  <a:cubicBezTo>
                    <a:pt x="24029" y="50342"/>
                    <a:pt x="24095" y="50156"/>
                    <a:pt x="24162" y="49981"/>
                  </a:cubicBezTo>
                  <a:cubicBezTo>
                    <a:pt x="24192" y="49904"/>
                    <a:pt x="24153" y="49820"/>
                    <a:pt x="24077" y="49791"/>
                  </a:cubicBezTo>
                  <a:cubicBezTo>
                    <a:pt x="24060" y="49784"/>
                    <a:pt x="24042" y="49781"/>
                    <a:pt x="24025" y="49781"/>
                  </a:cubicBezTo>
                  <a:close/>
                  <a:moveTo>
                    <a:pt x="3039" y="50050"/>
                  </a:moveTo>
                  <a:cubicBezTo>
                    <a:pt x="2993" y="50050"/>
                    <a:pt x="2947" y="50072"/>
                    <a:pt x="2918" y="50113"/>
                  </a:cubicBezTo>
                  <a:cubicBezTo>
                    <a:pt x="2872" y="50178"/>
                    <a:pt x="2887" y="50271"/>
                    <a:pt x="2955" y="50317"/>
                  </a:cubicBezTo>
                  <a:cubicBezTo>
                    <a:pt x="3109" y="50425"/>
                    <a:pt x="3275" y="50537"/>
                    <a:pt x="3450" y="50649"/>
                  </a:cubicBezTo>
                  <a:cubicBezTo>
                    <a:pt x="3475" y="50665"/>
                    <a:pt x="3502" y="50672"/>
                    <a:pt x="3529" y="50672"/>
                  </a:cubicBezTo>
                  <a:cubicBezTo>
                    <a:pt x="3579" y="50672"/>
                    <a:pt x="3626" y="50647"/>
                    <a:pt x="3652" y="50605"/>
                  </a:cubicBezTo>
                  <a:cubicBezTo>
                    <a:pt x="3695" y="50537"/>
                    <a:pt x="3677" y="50445"/>
                    <a:pt x="3609" y="50402"/>
                  </a:cubicBezTo>
                  <a:cubicBezTo>
                    <a:pt x="3437" y="50291"/>
                    <a:pt x="3274" y="50182"/>
                    <a:pt x="3124" y="50077"/>
                  </a:cubicBezTo>
                  <a:cubicBezTo>
                    <a:pt x="3098" y="50059"/>
                    <a:pt x="3069" y="50050"/>
                    <a:pt x="3039" y="50050"/>
                  </a:cubicBezTo>
                  <a:close/>
                  <a:moveTo>
                    <a:pt x="46985" y="49954"/>
                  </a:moveTo>
                  <a:cubicBezTo>
                    <a:pt x="46912" y="49954"/>
                    <a:pt x="46849" y="50005"/>
                    <a:pt x="46837" y="50080"/>
                  </a:cubicBezTo>
                  <a:cubicBezTo>
                    <a:pt x="46809" y="50274"/>
                    <a:pt x="46779" y="50469"/>
                    <a:pt x="46750" y="50662"/>
                  </a:cubicBezTo>
                  <a:cubicBezTo>
                    <a:pt x="46738" y="50742"/>
                    <a:pt x="46794" y="50816"/>
                    <a:pt x="46873" y="50830"/>
                  </a:cubicBezTo>
                  <a:cubicBezTo>
                    <a:pt x="46882" y="50831"/>
                    <a:pt x="46889" y="50831"/>
                    <a:pt x="46897" y="50831"/>
                  </a:cubicBezTo>
                  <a:cubicBezTo>
                    <a:pt x="46968" y="50831"/>
                    <a:pt x="47031" y="50778"/>
                    <a:pt x="47042" y="50707"/>
                  </a:cubicBezTo>
                  <a:cubicBezTo>
                    <a:pt x="47071" y="50511"/>
                    <a:pt x="47100" y="50316"/>
                    <a:pt x="47129" y="50121"/>
                  </a:cubicBezTo>
                  <a:cubicBezTo>
                    <a:pt x="47141" y="50042"/>
                    <a:pt x="47085" y="49966"/>
                    <a:pt x="47004" y="49955"/>
                  </a:cubicBezTo>
                  <a:cubicBezTo>
                    <a:pt x="46998" y="49954"/>
                    <a:pt x="46991" y="49954"/>
                    <a:pt x="46985" y="49954"/>
                  </a:cubicBezTo>
                  <a:close/>
                  <a:moveTo>
                    <a:pt x="57971" y="50249"/>
                  </a:moveTo>
                  <a:cubicBezTo>
                    <a:pt x="57904" y="50249"/>
                    <a:pt x="57843" y="50298"/>
                    <a:pt x="57830" y="50368"/>
                  </a:cubicBezTo>
                  <a:cubicBezTo>
                    <a:pt x="57818" y="50426"/>
                    <a:pt x="57805" y="50487"/>
                    <a:pt x="57792" y="50547"/>
                  </a:cubicBezTo>
                  <a:cubicBezTo>
                    <a:pt x="57764" y="50675"/>
                    <a:pt x="57732" y="50804"/>
                    <a:pt x="57695" y="50929"/>
                  </a:cubicBezTo>
                  <a:cubicBezTo>
                    <a:pt x="57674" y="51006"/>
                    <a:pt x="57718" y="51089"/>
                    <a:pt x="57798" y="51111"/>
                  </a:cubicBezTo>
                  <a:cubicBezTo>
                    <a:pt x="57810" y="51115"/>
                    <a:pt x="57824" y="51116"/>
                    <a:pt x="57838" y="51116"/>
                  </a:cubicBezTo>
                  <a:cubicBezTo>
                    <a:pt x="57902" y="51116"/>
                    <a:pt x="57960" y="51073"/>
                    <a:pt x="57976" y="51010"/>
                  </a:cubicBezTo>
                  <a:cubicBezTo>
                    <a:pt x="58014" y="50879"/>
                    <a:pt x="58049" y="50745"/>
                    <a:pt x="58078" y="50613"/>
                  </a:cubicBezTo>
                  <a:cubicBezTo>
                    <a:pt x="58093" y="50549"/>
                    <a:pt x="58107" y="50487"/>
                    <a:pt x="58118" y="50424"/>
                  </a:cubicBezTo>
                  <a:cubicBezTo>
                    <a:pt x="58134" y="50344"/>
                    <a:pt x="58082" y="50267"/>
                    <a:pt x="58002" y="50252"/>
                  </a:cubicBezTo>
                  <a:cubicBezTo>
                    <a:pt x="57992" y="50250"/>
                    <a:pt x="57981" y="50249"/>
                    <a:pt x="57971" y="50249"/>
                  </a:cubicBezTo>
                  <a:close/>
                  <a:moveTo>
                    <a:pt x="4286" y="50838"/>
                  </a:moveTo>
                  <a:cubicBezTo>
                    <a:pt x="4235" y="50838"/>
                    <a:pt x="4185" y="50864"/>
                    <a:pt x="4158" y="50910"/>
                  </a:cubicBezTo>
                  <a:cubicBezTo>
                    <a:pt x="4116" y="50982"/>
                    <a:pt x="4141" y="51072"/>
                    <a:pt x="4210" y="51114"/>
                  </a:cubicBezTo>
                  <a:cubicBezTo>
                    <a:pt x="4380" y="51214"/>
                    <a:pt x="4553" y="51312"/>
                    <a:pt x="4724" y="51410"/>
                  </a:cubicBezTo>
                  <a:cubicBezTo>
                    <a:pt x="4746" y="51423"/>
                    <a:pt x="4771" y="51429"/>
                    <a:pt x="4796" y="51429"/>
                  </a:cubicBezTo>
                  <a:cubicBezTo>
                    <a:pt x="4847" y="51429"/>
                    <a:pt x="4896" y="51401"/>
                    <a:pt x="4925" y="51353"/>
                  </a:cubicBezTo>
                  <a:cubicBezTo>
                    <a:pt x="4965" y="51282"/>
                    <a:pt x="4941" y="51192"/>
                    <a:pt x="4869" y="51152"/>
                  </a:cubicBezTo>
                  <a:cubicBezTo>
                    <a:pt x="4698" y="51055"/>
                    <a:pt x="4528" y="50957"/>
                    <a:pt x="4360" y="50858"/>
                  </a:cubicBezTo>
                  <a:cubicBezTo>
                    <a:pt x="4337" y="50844"/>
                    <a:pt x="4311" y="50838"/>
                    <a:pt x="4286" y="50838"/>
                  </a:cubicBezTo>
                  <a:close/>
                  <a:moveTo>
                    <a:pt x="23564" y="51181"/>
                  </a:moveTo>
                  <a:cubicBezTo>
                    <a:pt x="23500" y="51181"/>
                    <a:pt x="23441" y="51222"/>
                    <a:pt x="23422" y="51287"/>
                  </a:cubicBezTo>
                  <a:cubicBezTo>
                    <a:pt x="23368" y="51477"/>
                    <a:pt x="23315" y="51668"/>
                    <a:pt x="23265" y="51859"/>
                  </a:cubicBezTo>
                  <a:cubicBezTo>
                    <a:pt x="23244" y="51937"/>
                    <a:pt x="23290" y="52018"/>
                    <a:pt x="23369" y="52039"/>
                  </a:cubicBezTo>
                  <a:cubicBezTo>
                    <a:pt x="23380" y="52043"/>
                    <a:pt x="23394" y="52044"/>
                    <a:pt x="23406" y="52044"/>
                  </a:cubicBezTo>
                  <a:cubicBezTo>
                    <a:pt x="23472" y="52044"/>
                    <a:pt x="23532" y="52001"/>
                    <a:pt x="23549" y="51935"/>
                  </a:cubicBezTo>
                  <a:cubicBezTo>
                    <a:pt x="23599" y="51746"/>
                    <a:pt x="23652" y="51558"/>
                    <a:pt x="23705" y="51370"/>
                  </a:cubicBezTo>
                  <a:cubicBezTo>
                    <a:pt x="23729" y="51291"/>
                    <a:pt x="23684" y="51210"/>
                    <a:pt x="23605" y="51187"/>
                  </a:cubicBezTo>
                  <a:cubicBezTo>
                    <a:pt x="23592" y="51183"/>
                    <a:pt x="23578" y="51181"/>
                    <a:pt x="23564" y="51181"/>
                  </a:cubicBezTo>
                  <a:close/>
                  <a:moveTo>
                    <a:pt x="5566" y="51567"/>
                  </a:moveTo>
                  <a:cubicBezTo>
                    <a:pt x="5514" y="51567"/>
                    <a:pt x="5464" y="51595"/>
                    <a:pt x="5437" y="51643"/>
                  </a:cubicBezTo>
                  <a:cubicBezTo>
                    <a:pt x="5397" y="51714"/>
                    <a:pt x="5423" y="51804"/>
                    <a:pt x="5494" y="51844"/>
                  </a:cubicBezTo>
                  <a:cubicBezTo>
                    <a:pt x="5665" y="51941"/>
                    <a:pt x="5836" y="52036"/>
                    <a:pt x="6008" y="52135"/>
                  </a:cubicBezTo>
                  <a:cubicBezTo>
                    <a:pt x="6030" y="52147"/>
                    <a:pt x="6056" y="52154"/>
                    <a:pt x="6081" y="52154"/>
                  </a:cubicBezTo>
                  <a:cubicBezTo>
                    <a:pt x="6131" y="52154"/>
                    <a:pt x="6181" y="52128"/>
                    <a:pt x="6209" y="52079"/>
                  </a:cubicBezTo>
                  <a:cubicBezTo>
                    <a:pt x="6248" y="52008"/>
                    <a:pt x="6224" y="51918"/>
                    <a:pt x="6153" y="51878"/>
                  </a:cubicBezTo>
                  <a:cubicBezTo>
                    <a:pt x="5982" y="51780"/>
                    <a:pt x="5809" y="51683"/>
                    <a:pt x="5638" y="51586"/>
                  </a:cubicBezTo>
                  <a:cubicBezTo>
                    <a:pt x="5615" y="51573"/>
                    <a:pt x="5590" y="51567"/>
                    <a:pt x="5566" y="51567"/>
                  </a:cubicBezTo>
                  <a:close/>
                  <a:moveTo>
                    <a:pt x="46762" y="51411"/>
                  </a:moveTo>
                  <a:cubicBezTo>
                    <a:pt x="46692" y="51411"/>
                    <a:pt x="46629" y="51464"/>
                    <a:pt x="46618" y="51538"/>
                  </a:cubicBezTo>
                  <a:cubicBezTo>
                    <a:pt x="46590" y="51734"/>
                    <a:pt x="46564" y="51931"/>
                    <a:pt x="46542" y="52127"/>
                  </a:cubicBezTo>
                  <a:cubicBezTo>
                    <a:pt x="46533" y="52207"/>
                    <a:pt x="46592" y="52281"/>
                    <a:pt x="46672" y="52290"/>
                  </a:cubicBezTo>
                  <a:cubicBezTo>
                    <a:pt x="46677" y="52291"/>
                    <a:pt x="46685" y="52291"/>
                    <a:pt x="46690" y="52291"/>
                  </a:cubicBezTo>
                  <a:cubicBezTo>
                    <a:pt x="46763" y="52291"/>
                    <a:pt x="46827" y="52235"/>
                    <a:pt x="46835" y="52161"/>
                  </a:cubicBezTo>
                  <a:cubicBezTo>
                    <a:pt x="46857" y="51966"/>
                    <a:pt x="46883" y="51772"/>
                    <a:pt x="46909" y="51579"/>
                  </a:cubicBezTo>
                  <a:cubicBezTo>
                    <a:pt x="46922" y="51498"/>
                    <a:pt x="46866" y="51424"/>
                    <a:pt x="46785" y="51413"/>
                  </a:cubicBezTo>
                  <a:cubicBezTo>
                    <a:pt x="46777" y="51412"/>
                    <a:pt x="46770" y="51411"/>
                    <a:pt x="46762" y="51411"/>
                  </a:cubicBezTo>
                  <a:close/>
                  <a:moveTo>
                    <a:pt x="57543" y="51654"/>
                  </a:moveTo>
                  <a:cubicBezTo>
                    <a:pt x="57485" y="51654"/>
                    <a:pt x="57431" y="51688"/>
                    <a:pt x="57407" y="51744"/>
                  </a:cubicBezTo>
                  <a:cubicBezTo>
                    <a:pt x="57334" y="51919"/>
                    <a:pt x="57252" y="52095"/>
                    <a:pt x="57163" y="52269"/>
                  </a:cubicBezTo>
                  <a:cubicBezTo>
                    <a:pt x="57127" y="52341"/>
                    <a:pt x="57155" y="52430"/>
                    <a:pt x="57227" y="52467"/>
                  </a:cubicBezTo>
                  <a:cubicBezTo>
                    <a:pt x="57250" y="52478"/>
                    <a:pt x="57271" y="52483"/>
                    <a:pt x="57294" y="52483"/>
                  </a:cubicBezTo>
                  <a:cubicBezTo>
                    <a:pt x="57348" y="52483"/>
                    <a:pt x="57399" y="52455"/>
                    <a:pt x="57425" y="52403"/>
                  </a:cubicBezTo>
                  <a:cubicBezTo>
                    <a:pt x="57518" y="52223"/>
                    <a:pt x="57603" y="52039"/>
                    <a:pt x="57679" y="51859"/>
                  </a:cubicBezTo>
                  <a:cubicBezTo>
                    <a:pt x="57711" y="51784"/>
                    <a:pt x="57675" y="51697"/>
                    <a:pt x="57601" y="51666"/>
                  </a:cubicBezTo>
                  <a:cubicBezTo>
                    <a:pt x="57582" y="51658"/>
                    <a:pt x="57562" y="51654"/>
                    <a:pt x="57543" y="51654"/>
                  </a:cubicBezTo>
                  <a:close/>
                  <a:moveTo>
                    <a:pt x="6845" y="52309"/>
                  </a:moveTo>
                  <a:cubicBezTo>
                    <a:pt x="6796" y="52309"/>
                    <a:pt x="6747" y="52334"/>
                    <a:pt x="6719" y="52380"/>
                  </a:cubicBezTo>
                  <a:cubicBezTo>
                    <a:pt x="6676" y="52449"/>
                    <a:pt x="6699" y="52540"/>
                    <a:pt x="6768" y="52582"/>
                  </a:cubicBezTo>
                  <a:cubicBezTo>
                    <a:pt x="6936" y="52684"/>
                    <a:pt x="7100" y="52787"/>
                    <a:pt x="7264" y="52893"/>
                  </a:cubicBezTo>
                  <a:cubicBezTo>
                    <a:pt x="7289" y="52909"/>
                    <a:pt x="7318" y="52916"/>
                    <a:pt x="7345" y="52916"/>
                  </a:cubicBezTo>
                  <a:cubicBezTo>
                    <a:pt x="7392" y="52916"/>
                    <a:pt x="7440" y="52891"/>
                    <a:pt x="7470" y="52850"/>
                  </a:cubicBezTo>
                  <a:cubicBezTo>
                    <a:pt x="7514" y="52782"/>
                    <a:pt x="7494" y="52690"/>
                    <a:pt x="7426" y="52647"/>
                  </a:cubicBezTo>
                  <a:cubicBezTo>
                    <a:pt x="7259" y="52538"/>
                    <a:pt x="7092" y="52433"/>
                    <a:pt x="6922" y="52330"/>
                  </a:cubicBezTo>
                  <a:cubicBezTo>
                    <a:pt x="6898" y="52316"/>
                    <a:pt x="6871" y="52309"/>
                    <a:pt x="6845" y="52309"/>
                  </a:cubicBezTo>
                  <a:close/>
                  <a:moveTo>
                    <a:pt x="23190" y="52607"/>
                  </a:moveTo>
                  <a:cubicBezTo>
                    <a:pt x="23124" y="52607"/>
                    <a:pt x="23063" y="52653"/>
                    <a:pt x="23047" y="52720"/>
                  </a:cubicBezTo>
                  <a:cubicBezTo>
                    <a:pt x="23001" y="52911"/>
                    <a:pt x="22954" y="53103"/>
                    <a:pt x="22908" y="53294"/>
                  </a:cubicBezTo>
                  <a:cubicBezTo>
                    <a:pt x="22888" y="53373"/>
                    <a:pt x="22937" y="53453"/>
                    <a:pt x="23016" y="53472"/>
                  </a:cubicBezTo>
                  <a:cubicBezTo>
                    <a:pt x="23027" y="53474"/>
                    <a:pt x="23039" y="53476"/>
                    <a:pt x="23050" y="53476"/>
                  </a:cubicBezTo>
                  <a:cubicBezTo>
                    <a:pt x="23117" y="53476"/>
                    <a:pt x="23178" y="53431"/>
                    <a:pt x="23193" y="53362"/>
                  </a:cubicBezTo>
                  <a:lnTo>
                    <a:pt x="23333" y="52790"/>
                  </a:lnTo>
                  <a:cubicBezTo>
                    <a:pt x="23352" y="52711"/>
                    <a:pt x="23303" y="52631"/>
                    <a:pt x="23224" y="52612"/>
                  </a:cubicBezTo>
                  <a:cubicBezTo>
                    <a:pt x="23213" y="52609"/>
                    <a:pt x="23201" y="52607"/>
                    <a:pt x="23190" y="52607"/>
                  </a:cubicBezTo>
                  <a:close/>
                  <a:moveTo>
                    <a:pt x="56851" y="52953"/>
                  </a:moveTo>
                  <a:cubicBezTo>
                    <a:pt x="56802" y="52953"/>
                    <a:pt x="56755" y="52977"/>
                    <a:pt x="56727" y="53020"/>
                  </a:cubicBezTo>
                  <a:cubicBezTo>
                    <a:pt x="56623" y="53180"/>
                    <a:pt x="56513" y="53342"/>
                    <a:pt x="56396" y="53499"/>
                  </a:cubicBezTo>
                  <a:cubicBezTo>
                    <a:pt x="56348" y="53565"/>
                    <a:pt x="56362" y="53658"/>
                    <a:pt x="56427" y="53705"/>
                  </a:cubicBezTo>
                  <a:cubicBezTo>
                    <a:pt x="56454" y="53725"/>
                    <a:pt x="56486" y="53734"/>
                    <a:pt x="56515" y="53734"/>
                  </a:cubicBezTo>
                  <a:cubicBezTo>
                    <a:pt x="56562" y="53734"/>
                    <a:pt x="56606" y="53714"/>
                    <a:pt x="56634" y="53673"/>
                  </a:cubicBezTo>
                  <a:cubicBezTo>
                    <a:pt x="56754" y="53510"/>
                    <a:pt x="56869" y="53344"/>
                    <a:pt x="56974" y="53180"/>
                  </a:cubicBezTo>
                  <a:cubicBezTo>
                    <a:pt x="57019" y="53112"/>
                    <a:pt x="56999" y="53020"/>
                    <a:pt x="56931" y="52977"/>
                  </a:cubicBezTo>
                  <a:cubicBezTo>
                    <a:pt x="56906" y="52961"/>
                    <a:pt x="56878" y="52953"/>
                    <a:pt x="56851" y="52953"/>
                  </a:cubicBezTo>
                  <a:close/>
                  <a:moveTo>
                    <a:pt x="46614" y="52878"/>
                  </a:moveTo>
                  <a:cubicBezTo>
                    <a:pt x="46542" y="52878"/>
                    <a:pt x="46474" y="52940"/>
                    <a:pt x="46470" y="53018"/>
                  </a:cubicBezTo>
                  <a:cubicBezTo>
                    <a:pt x="46464" y="53158"/>
                    <a:pt x="46461" y="53297"/>
                    <a:pt x="46461" y="53436"/>
                  </a:cubicBezTo>
                  <a:lnTo>
                    <a:pt x="46463" y="53618"/>
                  </a:lnTo>
                  <a:cubicBezTo>
                    <a:pt x="46464" y="53699"/>
                    <a:pt x="46530" y="53762"/>
                    <a:pt x="46609" y="53762"/>
                  </a:cubicBezTo>
                  <a:lnTo>
                    <a:pt x="46612" y="53762"/>
                  </a:lnTo>
                  <a:cubicBezTo>
                    <a:pt x="46693" y="53760"/>
                    <a:pt x="46758" y="53693"/>
                    <a:pt x="46757" y="53612"/>
                  </a:cubicBezTo>
                  <a:lnTo>
                    <a:pt x="46755" y="53436"/>
                  </a:lnTo>
                  <a:cubicBezTo>
                    <a:pt x="46755" y="53300"/>
                    <a:pt x="46758" y="53165"/>
                    <a:pt x="46764" y="53031"/>
                  </a:cubicBezTo>
                  <a:cubicBezTo>
                    <a:pt x="46768" y="52950"/>
                    <a:pt x="46705" y="52881"/>
                    <a:pt x="46624" y="52878"/>
                  </a:cubicBezTo>
                  <a:cubicBezTo>
                    <a:pt x="46620" y="52878"/>
                    <a:pt x="46617" y="52878"/>
                    <a:pt x="46614" y="52878"/>
                  </a:cubicBezTo>
                  <a:close/>
                  <a:moveTo>
                    <a:pt x="8073" y="53123"/>
                  </a:moveTo>
                  <a:cubicBezTo>
                    <a:pt x="8027" y="53123"/>
                    <a:pt x="7983" y="53144"/>
                    <a:pt x="7954" y="53183"/>
                  </a:cubicBezTo>
                  <a:cubicBezTo>
                    <a:pt x="7905" y="53249"/>
                    <a:pt x="7919" y="53340"/>
                    <a:pt x="7985" y="53390"/>
                  </a:cubicBezTo>
                  <a:cubicBezTo>
                    <a:pt x="8146" y="53508"/>
                    <a:pt x="8301" y="53628"/>
                    <a:pt x="8445" y="53747"/>
                  </a:cubicBezTo>
                  <a:cubicBezTo>
                    <a:pt x="8473" y="53768"/>
                    <a:pt x="8505" y="53781"/>
                    <a:pt x="8538" y="53781"/>
                  </a:cubicBezTo>
                  <a:cubicBezTo>
                    <a:pt x="8582" y="53781"/>
                    <a:pt x="8624" y="53762"/>
                    <a:pt x="8652" y="53727"/>
                  </a:cubicBezTo>
                  <a:cubicBezTo>
                    <a:pt x="8706" y="53664"/>
                    <a:pt x="8696" y="53571"/>
                    <a:pt x="8633" y="53520"/>
                  </a:cubicBezTo>
                  <a:cubicBezTo>
                    <a:pt x="8485" y="53399"/>
                    <a:pt x="8326" y="53275"/>
                    <a:pt x="8161" y="53152"/>
                  </a:cubicBezTo>
                  <a:cubicBezTo>
                    <a:pt x="8134" y="53132"/>
                    <a:pt x="8103" y="53123"/>
                    <a:pt x="8073" y="53123"/>
                  </a:cubicBezTo>
                  <a:close/>
                  <a:moveTo>
                    <a:pt x="9193" y="54081"/>
                  </a:moveTo>
                  <a:cubicBezTo>
                    <a:pt x="9156" y="54081"/>
                    <a:pt x="9118" y="54095"/>
                    <a:pt x="9089" y="54123"/>
                  </a:cubicBezTo>
                  <a:cubicBezTo>
                    <a:pt x="9032" y="54181"/>
                    <a:pt x="9032" y="54274"/>
                    <a:pt x="9088" y="54332"/>
                  </a:cubicBezTo>
                  <a:cubicBezTo>
                    <a:pt x="9148" y="54393"/>
                    <a:pt x="9209" y="54457"/>
                    <a:pt x="9268" y="54519"/>
                  </a:cubicBezTo>
                  <a:cubicBezTo>
                    <a:pt x="9340" y="54598"/>
                    <a:pt x="9409" y="54677"/>
                    <a:pt x="9479" y="54759"/>
                  </a:cubicBezTo>
                  <a:cubicBezTo>
                    <a:pt x="9507" y="54793"/>
                    <a:pt x="9550" y="54810"/>
                    <a:pt x="9591" y="54810"/>
                  </a:cubicBezTo>
                  <a:cubicBezTo>
                    <a:pt x="9625" y="54810"/>
                    <a:pt x="9660" y="54799"/>
                    <a:pt x="9687" y="54776"/>
                  </a:cubicBezTo>
                  <a:cubicBezTo>
                    <a:pt x="9749" y="54723"/>
                    <a:pt x="9756" y="54630"/>
                    <a:pt x="9703" y="54568"/>
                  </a:cubicBezTo>
                  <a:cubicBezTo>
                    <a:pt x="9632" y="54483"/>
                    <a:pt x="9559" y="54401"/>
                    <a:pt x="9485" y="54319"/>
                  </a:cubicBezTo>
                  <a:cubicBezTo>
                    <a:pt x="9424" y="54253"/>
                    <a:pt x="9362" y="54187"/>
                    <a:pt x="9299" y="54124"/>
                  </a:cubicBezTo>
                  <a:cubicBezTo>
                    <a:pt x="9269" y="54095"/>
                    <a:pt x="9231" y="54081"/>
                    <a:pt x="9193" y="54081"/>
                  </a:cubicBezTo>
                  <a:close/>
                  <a:moveTo>
                    <a:pt x="55961" y="54128"/>
                  </a:moveTo>
                  <a:cubicBezTo>
                    <a:pt x="55920" y="54128"/>
                    <a:pt x="55879" y="54145"/>
                    <a:pt x="55850" y="54179"/>
                  </a:cubicBezTo>
                  <a:cubicBezTo>
                    <a:pt x="55726" y="54322"/>
                    <a:pt x="55594" y="54468"/>
                    <a:pt x="55458" y="54609"/>
                  </a:cubicBezTo>
                  <a:cubicBezTo>
                    <a:pt x="55403" y="54669"/>
                    <a:pt x="55404" y="54762"/>
                    <a:pt x="55463" y="54819"/>
                  </a:cubicBezTo>
                  <a:cubicBezTo>
                    <a:pt x="55492" y="54847"/>
                    <a:pt x="55529" y="54860"/>
                    <a:pt x="55565" y="54860"/>
                  </a:cubicBezTo>
                  <a:cubicBezTo>
                    <a:pt x="55605" y="54860"/>
                    <a:pt x="55643" y="54846"/>
                    <a:pt x="55669" y="54814"/>
                  </a:cubicBezTo>
                  <a:cubicBezTo>
                    <a:pt x="55808" y="54668"/>
                    <a:pt x="55945" y="54519"/>
                    <a:pt x="56071" y="54372"/>
                  </a:cubicBezTo>
                  <a:cubicBezTo>
                    <a:pt x="56126" y="54312"/>
                    <a:pt x="56120" y="54217"/>
                    <a:pt x="56058" y="54165"/>
                  </a:cubicBezTo>
                  <a:cubicBezTo>
                    <a:pt x="56030" y="54140"/>
                    <a:pt x="55996" y="54128"/>
                    <a:pt x="55961" y="54128"/>
                  </a:cubicBezTo>
                  <a:close/>
                  <a:moveTo>
                    <a:pt x="22840" y="54040"/>
                  </a:moveTo>
                  <a:cubicBezTo>
                    <a:pt x="22773" y="54040"/>
                    <a:pt x="22713" y="54085"/>
                    <a:pt x="22697" y="54152"/>
                  </a:cubicBezTo>
                  <a:cubicBezTo>
                    <a:pt x="22650" y="54341"/>
                    <a:pt x="22600" y="54531"/>
                    <a:pt x="22550" y="54721"/>
                  </a:cubicBezTo>
                  <a:cubicBezTo>
                    <a:pt x="22529" y="54799"/>
                    <a:pt x="22575" y="54881"/>
                    <a:pt x="22655" y="54901"/>
                  </a:cubicBezTo>
                  <a:cubicBezTo>
                    <a:pt x="22667" y="54905"/>
                    <a:pt x="22681" y="54906"/>
                    <a:pt x="22693" y="54906"/>
                  </a:cubicBezTo>
                  <a:cubicBezTo>
                    <a:pt x="22758" y="54906"/>
                    <a:pt x="22818" y="54862"/>
                    <a:pt x="22834" y="54796"/>
                  </a:cubicBezTo>
                  <a:cubicBezTo>
                    <a:pt x="22886" y="54607"/>
                    <a:pt x="22936" y="54415"/>
                    <a:pt x="22983" y="54224"/>
                  </a:cubicBezTo>
                  <a:cubicBezTo>
                    <a:pt x="23003" y="54144"/>
                    <a:pt x="22955" y="54064"/>
                    <a:pt x="22876" y="54045"/>
                  </a:cubicBezTo>
                  <a:cubicBezTo>
                    <a:pt x="22864" y="54042"/>
                    <a:pt x="22852" y="54040"/>
                    <a:pt x="22840" y="54040"/>
                  </a:cubicBezTo>
                  <a:close/>
                  <a:moveTo>
                    <a:pt x="46696" y="54346"/>
                  </a:moveTo>
                  <a:cubicBezTo>
                    <a:pt x="46687" y="54346"/>
                    <a:pt x="46679" y="54347"/>
                    <a:pt x="46670" y="54348"/>
                  </a:cubicBezTo>
                  <a:cubicBezTo>
                    <a:pt x="46590" y="54362"/>
                    <a:pt x="46536" y="54438"/>
                    <a:pt x="46549" y="54518"/>
                  </a:cubicBezTo>
                  <a:cubicBezTo>
                    <a:pt x="46584" y="54720"/>
                    <a:pt x="46629" y="54918"/>
                    <a:pt x="46681" y="55109"/>
                  </a:cubicBezTo>
                  <a:cubicBezTo>
                    <a:pt x="46700" y="55175"/>
                    <a:pt x="46759" y="55217"/>
                    <a:pt x="46824" y="55217"/>
                  </a:cubicBezTo>
                  <a:cubicBezTo>
                    <a:pt x="46836" y="55217"/>
                    <a:pt x="46851" y="55216"/>
                    <a:pt x="46862" y="55211"/>
                  </a:cubicBezTo>
                  <a:cubicBezTo>
                    <a:pt x="46940" y="55189"/>
                    <a:pt x="46987" y="55108"/>
                    <a:pt x="46965" y="55029"/>
                  </a:cubicBezTo>
                  <a:cubicBezTo>
                    <a:pt x="46915" y="54847"/>
                    <a:pt x="46872" y="54659"/>
                    <a:pt x="46840" y="54468"/>
                  </a:cubicBezTo>
                  <a:cubicBezTo>
                    <a:pt x="46827" y="54396"/>
                    <a:pt x="46766" y="54346"/>
                    <a:pt x="46696" y="54346"/>
                  </a:cubicBezTo>
                  <a:close/>
                  <a:moveTo>
                    <a:pt x="54933" y="55185"/>
                  </a:moveTo>
                  <a:cubicBezTo>
                    <a:pt x="54898" y="55185"/>
                    <a:pt x="54862" y="55198"/>
                    <a:pt x="54833" y="55224"/>
                  </a:cubicBezTo>
                  <a:cubicBezTo>
                    <a:pt x="54693" y="55353"/>
                    <a:pt x="54545" y="55484"/>
                    <a:pt x="54396" y="55611"/>
                  </a:cubicBezTo>
                  <a:cubicBezTo>
                    <a:pt x="54335" y="55665"/>
                    <a:pt x="54327" y="55758"/>
                    <a:pt x="54379" y="55819"/>
                  </a:cubicBezTo>
                  <a:cubicBezTo>
                    <a:pt x="54409" y="55853"/>
                    <a:pt x="54451" y="55871"/>
                    <a:pt x="54492" y="55871"/>
                  </a:cubicBezTo>
                  <a:cubicBezTo>
                    <a:pt x="54527" y="55871"/>
                    <a:pt x="54560" y="55860"/>
                    <a:pt x="54587" y="55836"/>
                  </a:cubicBezTo>
                  <a:cubicBezTo>
                    <a:pt x="54739" y="55706"/>
                    <a:pt x="54889" y="55573"/>
                    <a:pt x="55032" y="55441"/>
                  </a:cubicBezTo>
                  <a:cubicBezTo>
                    <a:pt x="55092" y="55387"/>
                    <a:pt x="55096" y="55293"/>
                    <a:pt x="55041" y="55233"/>
                  </a:cubicBezTo>
                  <a:cubicBezTo>
                    <a:pt x="55012" y="55201"/>
                    <a:pt x="54973" y="55185"/>
                    <a:pt x="54933" y="55185"/>
                  </a:cubicBezTo>
                  <a:close/>
                  <a:moveTo>
                    <a:pt x="10132" y="55216"/>
                  </a:moveTo>
                  <a:cubicBezTo>
                    <a:pt x="10102" y="55216"/>
                    <a:pt x="10073" y="55224"/>
                    <a:pt x="10047" y="55243"/>
                  </a:cubicBezTo>
                  <a:cubicBezTo>
                    <a:pt x="9980" y="55289"/>
                    <a:pt x="9964" y="55382"/>
                    <a:pt x="10012" y="55448"/>
                  </a:cubicBezTo>
                  <a:cubicBezTo>
                    <a:pt x="10120" y="55599"/>
                    <a:pt x="10227" y="55758"/>
                    <a:pt x="10341" y="55930"/>
                  </a:cubicBezTo>
                  <a:cubicBezTo>
                    <a:pt x="10369" y="55974"/>
                    <a:pt x="10416" y="55997"/>
                    <a:pt x="10465" y="55997"/>
                  </a:cubicBezTo>
                  <a:cubicBezTo>
                    <a:pt x="10493" y="55997"/>
                    <a:pt x="10519" y="55990"/>
                    <a:pt x="10544" y="55974"/>
                  </a:cubicBezTo>
                  <a:cubicBezTo>
                    <a:pt x="10612" y="55930"/>
                    <a:pt x="10632" y="55839"/>
                    <a:pt x="10586" y="55770"/>
                  </a:cubicBezTo>
                  <a:cubicBezTo>
                    <a:pt x="10472" y="55594"/>
                    <a:pt x="10363" y="55433"/>
                    <a:pt x="10251" y="55278"/>
                  </a:cubicBezTo>
                  <a:cubicBezTo>
                    <a:pt x="10223" y="55237"/>
                    <a:pt x="10178" y="55216"/>
                    <a:pt x="10132" y="55216"/>
                  </a:cubicBezTo>
                  <a:close/>
                  <a:moveTo>
                    <a:pt x="22450" y="55462"/>
                  </a:moveTo>
                  <a:cubicBezTo>
                    <a:pt x="22387" y="55462"/>
                    <a:pt x="22329" y="55504"/>
                    <a:pt x="22310" y="55567"/>
                  </a:cubicBezTo>
                  <a:cubicBezTo>
                    <a:pt x="22254" y="55753"/>
                    <a:pt x="22194" y="55939"/>
                    <a:pt x="22131" y="56124"/>
                  </a:cubicBezTo>
                  <a:cubicBezTo>
                    <a:pt x="22105" y="56201"/>
                    <a:pt x="22146" y="56285"/>
                    <a:pt x="22224" y="56311"/>
                  </a:cubicBezTo>
                  <a:cubicBezTo>
                    <a:pt x="22239" y="56316"/>
                    <a:pt x="22256" y="56319"/>
                    <a:pt x="22271" y="56319"/>
                  </a:cubicBezTo>
                  <a:cubicBezTo>
                    <a:pt x="22333" y="56319"/>
                    <a:pt x="22390" y="56280"/>
                    <a:pt x="22410" y="56219"/>
                  </a:cubicBezTo>
                  <a:cubicBezTo>
                    <a:pt x="22473" y="56032"/>
                    <a:pt x="22534" y="55842"/>
                    <a:pt x="22592" y="55653"/>
                  </a:cubicBezTo>
                  <a:cubicBezTo>
                    <a:pt x="22617" y="55574"/>
                    <a:pt x="22571" y="55491"/>
                    <a:pt x="22494" y="55469"/>
                  </a:cubicBezTo>
                  <a:cubicBezTo>
                    <a:pt x="22479" y="55464"/>
                    <a:pt x="22465" y="55462"/>
                    <a:pt x="22450" y="55462"/>
                  </a:cubicBezTo>
                  <a:close/>
                  <a:moveTo>
                    <a:pt x="47127" y="55754"/>
                  </a:moveTo>
                  <a:cubicBezTo>
                    <a:pt x="47105" y="55754"/>
                    <a:pt x="47084" y="55758"/>
                    <a:pt x="47063" y="55768"/>
                  </a:cubicBezTo>
                  <a:cubicBezTo>
                    <a:pt x="46990" y="55803"/>
                    <a:pt x="46958" y="55891"/>
                    <a:pt x="46992" y="55964"/>
                  </a:cubicBezTo>
                  <a:cubicBezTo>
                    <a:pt x="47080" y="56152"/>
                    <a:pt x="47178" y="56331"/>
                    <a:pt x="47284" y="56497"/>
                  </a:cubicBezTo>
                  <a:cubicBezTo>
                    <a:pt x="47312" y="56542"/>
                    <a:pt x="47360" y="56566"/>
                    <a:pt x="47409" y="56566"/>
                  </a:cubicBezTo>
                  <a:cubicBezTo>
                    <a:pt x="47436" y="56566"/>
                    <a:pt x="47464" y="56558"/>
                    <a:pt x="47486" y="56543"/>
                  </a:cubicBezTo>
                  <a:cubicBezTo>
                    <a:pt x="47554" y="56499"/>
                    <a:pt x="47575" y="56408"/>
                    <a:pt x="47532" y="56339"/>
                  </a:cubicBezTo>
                  <a:cubicBezTo>
                    <a:pt x="47434" y="56185"/>
                    <a:pt x="47342" y="56016"/>
                    <a:pt x="47259" y="55839"/>
                  </a:cubicBezTo>
                  <a:cubicBezTo>
                    <a:pt x="47234" y="55785"/>
                    <a:pt x="47182" y="55754"/>
                    <a:pt x="47127" y="55754"/>
                  </a:cubicBezTo>
                  <a:close/>
                  <a:moveTo>
                    <a:pt x="53806" y="56133"/>
                  </a:moveTo>
                  <a:cubicBezTo>
                    <a:pt x="53774" y="56133"/>
                    <a:pt x="53743" y="56143"/>
                    <a:pt x="53716" y="56164"/>
                  </a:cubicBezTo>
                  <a:cubicBezTo>
                    <a:pt x="53618" y="56238"/>
                    <a:pt x="53520" y="56312"/>
                    <a:pt x="53420" y="56386"/>
                  </a:cubicBezTo>
                  <a:cubicBezTo>
                    <a:pt x="53362" y="56428"/>
                    <a:pt x="53304" y="56471"/>
                    <a:pt x="53247" y="56512"/>
                  </a:cubicBezTo>
                  <a:cubicBezTo>
                    <a:pt x="53179" y="56558"/>
                    <a:pt x="53164" y="56651"/>
                    <a:pt x="53211" y="56717"/>
                  </a:cubicBezTo>
                  <a:cubicBezTo>
                    <a:pt x="53239" y="56757"/>
                    <a:pt x="53285" y="56779"/>
                    <a:pt x="53331" y="56779"/>
                  </a:cubicBezTo>
                  <a:cubicBezTo>
                    <a:pt x="53361" y="56779"/>
                    <a:pt x="53391" y="56770"/>
                    <a:pt x="53417" y="56752"/>
                  </a:cubicBezTo>
                  <a:cubicBezTo>
                    <a:pt x="53477" y="56709"/>
                    <a:pt x="53536" y="56666"/>
                    <a:pt x="53594" y="56623"/>
                  </a:cubicBezTo>
                  <a:cubicBezTo>
                    <a:pt x="53695" y="56549"/>
                    <a:pt x="53795" y="56474"/>
                    <a:pt x="53894" y="56397"/>
                  </a:cubicBezTo>
                  <a:cubicBezTo>
                    <a:pt x="53959" y="56348"/>
                    <a:pt x="53972" y="56255"/>
                    <a:pt x="53922" y="56191"/>
                  </a:cubicBezTo>
                  <a:cubicBezTo>
                    <a:pt x="53893" y="56153"/>
                    <a:pt x="53850" y="56133"/>
                    <a:pt x="53806" y="56133"/>
                  </a:cubicBezTo>
                  <a:close/>
                  <a:moveTo>
                    <a:pt x="10932" y="56453"/>
                  </a:moveTo>
                  <a:cubicBezTo>
                    <a:pt x="10907" y="56453"/>
                    <a:pt x="10880" y="56460"/>
                    <a:pt x="10857" y="56475"/>
                  </a:cubicBezTo>
                  <a:cubicBezTo>
                    <a:pt x="10787" y="56517"/>
                    <a:pt x="10764" y="56608"/>
                    <a:pt x="10806" y="56677"/>
                  </a:cubicBezTo>
                  <a:cubicBezTo>
                    <a:pt x="10908" y="56844"/>
                    <a:pt x="11008" y="57013"/>
                    <a:pt x="11107" y="57182"/>
                  </a:cubicBezTo>
                  <a:cubicBezTo>
                    <a:pt x="11136" y="57229"/>
                    <a:pt x="11185" y="57255"/>
                    <a:pt x="11235" y="57255"/>
                  </a:cubicBezTo>
                  <a:cubicBezTo>
                    <a:pt x="11261" y="57255"/>
                    <a:pt x="11287" y="57248"/>
                    <a:pt x="11311" y="57235"/>
                  </a:cubicBezTo>
                  <a:cubicBezTo>
                    <a:pt x="11380" y="57193"/>
                    <a:pt x="11404" y="57102"/>
                    <a:pt x="11362" y="57033"/>
                  </a:cubicBezTo>
                  <a:cubicBezTo>
                    <a:pt x="11261" y="56863"/>
                    <a:pt x="11161" y="56693"/>
                    <a:pt x="11059" y="56524"/>
                  </a:cubicBezTo>
                  <a:cubicBezTo>
                    <a:pt x="11031" y="56479"/>
                    <a:pt x="10982" y="56453"/>
                    <a:pt x="10932" y="56453"/>
                  </a:cubicBezTo>
                  <a:close/>
                  <a:moveTo>
                    <a:pt x="52590" y="56971"/>
                  </a:moveTo>
                  <a:cubicBezTo>
                    <a:pt x="52564" y="56971"/>
                    <a:pt x="52538" y="56978"/>
                    <a:pt x="52515" y="56992"/>
                  </a:cubicBezTo>
                  <a:cubicBezTo>
                    <a:pt x="52344" y="57092"/>
                    <a:pt x="52173" y="57187"/>
                    <a:pt x="52006" y="57269"/>
                  </a:cubicBezTo>
                  <a:cubicBezTo>
                    <a:pt x="51934" y="57305"/>
                    <a:pt x="51905" y="57394"/>
                    <a:pt x="51941" y="57466"/>
                  </a:cubicBezTo>
                  <a:cubicBezTo>
                    <a:pt x="51968" y="57518"/>
                    <a:pt x="52020" y="57548"/>
                    <a:pt x="52073" y="57548"/>
                  </a:cubicBezTo>
                  <a:cubicBezTo>
                    <a:pt x="52096" y="57548"/>
                    <a:pt x="52119" y="57543"/>
                    <a:pt x="52138" y="57533"/>
                  </a:cubicBezTo>
                  <a:cubicBezTo>
                    <a:pt x="52311" y="57448"/>
                    <a:pt x="52489" y="57352"/>
                    <a:pt x="52666" y="57245"/>
                  </a:cubicBezTo>
                  <a:cubicBezTo>
                    <a:pt x="52736" y="57203"/>
                    <a:pt x="52758" y="57112"/>
                    <a:pt x="52717" y="57043"/>
                  </a:cubicBezTo>
                  <a:cubicBezTo>
                    <a:pt x="52689" y="56997"/>
                    <a:pt x="52640" y="56971"/>
                    <a:pt x="52590" y="56971"/>
                  </a:cubicBezTo>
                  <a:close/>
                  <a:moveTo>
                    <a:pt x="47965" y="56956"/>
                  </a:moveTo>
                  <a:cubicBezTo>
                    <a:pt x="47926" y="56956"/>
                    <a:pt x="47887" y="56971"/>
                    <a:pt x="47858" y="57001"/>
                  </a:cubicBezTo>
                  <a:cubicBezTo>
                    <a:pt x="47801" y="57060"/>
                    <a:pt x="47804" y="57153"/>
                    <a:pt x="47862" y="57209"/>
                  </a:cubicBezTo>
                  <a:cubicBezTo>
                    <a:pt x="48012" y="57356"/>
                    <a:pt x="48173" y="57485"/>
                    <a:pt x="48343" y="57595"/>
                  </a:cubicBezTo>
                  <a:cubicBezTo>
                    <a:pt x="48367" y="57612"/>
                    <a:pt x="48395" y="57620"/>
                    <a:pt x="48423" y="57620"/>
                  </a:cubicBezTo>
                  <a:cubicBezTo>
                    <a:pt x="48472" y="57620"/>
                    <a:pt x="48518" y="57596"/>
                    <a:pt x="48548" y="57552"/>
                  </a:cubicBezTo>
                  <a:cubicBezTo>
                    <a:pt x="48593" y="57483"/>
                    <a:pt x="48574" y="57393"/>
                    <a:pt x="48506" y="57348"/>
                  </a:cubicBezTo>
                  <a:cubicBezTo>
                    <a:pt x="48352" y="57247"/>
                    <a:pt x="48203" y="57130"/>
                    <a:pt x="48067" y="56997"/>
                  </a:cubicBezTo>
                  <a:cubicBezTo>
                    <a:pt x="48038" y="56969"/>
                    <a:pt x="48001" y="56956"/>
                    <a:pt x="47965" y="56956"/>
                  </a:cubicBezTo>
                  <a:close/>
                  <a:moveTo>
                    <a:pt x="21962" y="56852"/>
                  </a:moveTo>
                  <a:cubicBezTo>
                    <a:pt x="21905" y="56852"/>
                    <a:pt x="21849" y="56886"/>
                    <a:pt x="21825" y="56944"/>
                  </a:cubicBezTo>
                  <a:cubicBezTo>
                    <a:pt x="21750" y="57126"/>
                    <a:pt x="21672" y="57305"/>
                    <a:pt x="21590" y="57476"/>
                  </a:cubicBezTo>
                  <a:cubicBezTo>
                    <a:pt x="21556" y="57550"/>
                    <a:pt x="21588" y="57637"/>
                    <a:pt x="21661" y="57673"/>
                  </a:cubicBezTo>
                  <a:cubicBezTo>
                    <a:pt x="21682" y="57683"/>
                    <a:pt x="21704" y="57687"/>
                    <a:pt x="21724" y="57687"/>
                  </a:cubicBezTo>
                  <a:cubicBezTo>
                    <a:pt x="21780" y="57687"/>
                    <a:pt x="21833" y="57656"/>
                    <a:pt x="21858" y="57601"/>
                  </a:cubicBezTo>
                  <a:cubicBezTo>
                    <a:pt x="21941" y="57426"/>
                    <a:pt x="22021" y="57241"/>
                    <a:pt x="22099" y="57054"/>
                  </a:cubicBezTo>
                  <a:cubicBezTo>
                    <a:pt x="22129" y="56980"/>
                    <a:pt x="22094" y="56894"/>
                    <a:pt x="22017" y="56863"/>
                  </a:cubicBezTo>
                  <a:cubicBezTo>
                    <a:pt x="21999" y="56855"/>
                    <a:pt x="21981" y="56852"/>
                    <a:pt x="21962" y="56852"/>
                  </a:cubicBezTo>
                  <a:close/>
                  <a:moveTo>
                    <a:pt x="51258" y="57591"/>
                  </a:moveTo>
                  <a:cubicBezTo>
                    <a:pt x="51243" y="57591"/>
                    <a:pt x="51227" y="57593"/>
                    <a:pt x="51212" y="57598"/>
                  </a:cubicBezTo>
                  <a:cubicBezTo>
                    <a:pt x="51025" y="57658"/>
                    <a:pt x="50839" y="57707"/>
                    <a:pt x="50660" y="57739"/>
                  </a:cubicBezTo>
                  <a:cubicBezTo>
                    <a:pt x="50580" y="57753"/>
                    <a:pt x="50527" y="57830"/>
                    <a:pt x="50541" y="57910"/>
                  </a:cubicBezTo>
                  <a:cubicBezTo>
                    <a:pt x="50555" y="57981"/>
                    <a:pt x="50617" y="58031"/>
                    <a:pt x="50686" y="58031"/>
                  </a:cubicBezTo>
                  <a:cubicBezTo>
                    <a:pt x="50695" y="58031"/>
                    <a:pt x="50704" y="58030"/>
                    <a:pt x="50715" y="58028"/>
                  </a:cubicBezTo>
                  <a:cubicBezTo>
                    <a:pt x="50906" y="57992"/>
                    <a:pt x="51104" y="57942"/>
                    <a:pt x="51304" y="57878"/>
                  </a:cubicBezTo>
                  <a:cubicBezTo>
                    <a:pt x="51381" y="57853"/>
                    <a:pt x="51423" y="57770"/>
                    <a:pt x="51398" y="57692"/>
                  </a:cubicBezTo>
                  <a:cubicBezTo>
                    <a:pt x="51378" y="57631"/>
                    <a:pt x="51320" y="57591"/>
                    <a:pt x="51258" y="57591"/>
                  </a:cubicBezTo>
                  <a:close/>
                  <a:moveTo>
                    <a:pt x="49226" y="57687"/>
                  </a:moveTo>
                  <a:cubicBezTo>
                    <a:pt x="49161" y="57687"/>
                    <a:pt x="49101" y="57729"/>
                    <a:pt x="49083" y="57795"/>
                  </a:cubicBezTo>
                  <a:cubicBezTo>
                    <a:pt x="49063" y="57874"/>
                    <a:pt x="49107" y="57955"/>
                    <a:pt x="49187" y="57977"/>
                  </a:cubicBezTo>
                  <a:cubicBezTo>
                    <a:pt x="49383" y="58033"/>
                    <a:pt x="49587" y="58068"/>
                    <a:pt x="49795" y="58082"/>
                  </a:cubicBezTo>
                  <a:lnTo>
                    <a:pt x="49806" y="58082"/>
                  </a:lnTo>
                  <a:cubicBezTo>
                    <a:pt x="49883" y="58082"/>
                    <a:pt x="49947" y="58024"/>
                    <a:pt x="49953" y="57945"/>
                  </a:cubicBezTo>
                  <a:cubicBezTo>
                    <a:pt x="49958" y="57863"/>
                    <a:pt x="49898" y="57793"/>
                    <a:pt x="49817" y="57787"/>
                  </a:cubicBezTo>
                  <a:cubicBezTo>
                    <a:pt x="49628" y="57773"/>
                    <a:pt x="49442" y="57741"/>
                    <a:pt x="49265" y="57692"/>
                  </a:cubicBezTo>
                  <a:cubicBezTo>
                    <a:pt x="49252" y="57689"/>
                    <a:pt x="49239" y="57687"/>
                    <a:pt x="49226" y="57687"/>
                  </a:cubicBezTo>
                  <a:close/>
                  <a:moveTo>
                    <a:pt x="11688" y="57721"/>
                  </a:moveTo>
                  <a:cubicBezTo>
                    <a:pt x="11662" y="57721"/>
                    <a:pt x="11636" y="57728"/>
                    <a:pt x="11612" y="57743"/>
                  </a:cubicBezTo>
                  <a:cubicBezTo>
                    <a:pt x="11543" y="57785"/>
                    <a:pt x="11519" y="57875"/>
                    <a:pt x="11561" y="57945"/>
                  </a:cubicBezTo>
                  <a:cubicBezTo>
                    <a:pt x="11664" y="58115"/>
                    <a:pt x="11768" y="58284"/>
                    <a:pt x="11873" y="58450"/>
                  </a:cubicBezTo>
                  <a:cubicBezTo>
                    <a:pt x="11901" y="58494"/>
                    <a:pt x="11948" y="58519"/>
                    <a:pt x="11998" y="58519"/>
                  </a:cubicBezTo>
                  <a:cubicBezTo>
                    <a:pt x="12025" y="58519"/>
                    <a:pt x="12052" y="58511"/>
                    <a:pt x="12076" y="58497"/>
                  </a:cubicBezTo>
                  <a:cubicBezTo>
                    <a:pt x="12145" y="58453"/>
                    <a:pt x="12166" y="58362"/>
                    <a:pt x="12123" y="58293"/>
                  </a:cubicBezTo>
                  <a:cubicBezTo>
                    <a:pt x="12019" y="58128"/>
                    <a:pt x="11916" y="57961"/>
                    <a:pt x="11814" y="57792"/>
                  </a:cubicBezTo>
                  <a:cubicBezTo>
                    <a:pt x="11786" y="57747"/>
                    <a:pt x="11738" y="57721"/>
                    <a:pt x="11688" y="57721"/>
                  </a:cubicBezTo>
                  <a:close/>
                  <a:moveTo>
                    <a:pt x="21312" y="58177"/>
                  </a:moveTo>
                  <a:cubicBezTo>
                    <a:pt x="21262" y="58177"/>
                    <a:pt x="21213" y="58203"/>
                    <a:pt x="21186" y="58250"/>
                  </a:cubicBezTo>
                  <a:cubicBezTo>
                    <a:pt x="21140" y="58327"/>
                    <a:pt x="21095" y="58401"/>
                    <a:pt x="21047" y="58477"/>
                  </a:cubicBezTo>
                  <a:cubicBezTo>
                    <a:pt x="20994" y="58565"/>
                    <a:pt x="20935" y="58652"/>
                    <a:pt x="20876" y="58738"/>
                  </a:cubicBezTo>
                  <a:cubicBezTo>
                    <a:pt x="20830" y="58805"/>
                    <a:pt x="20846" y="58896"/>
                    <a:pt x="20913" y="58943"/>
                  </a:cubicBezTo>
                  <a:cubicBezTo>
                    <a:pt x="20939" y="58960"/>
                    <a:pt x="20968" y="58968"/>
                    <a:pt x="20997" y="58968"/>
                  </a:cubicBezTo>
                  <a:cubicBezTo>
                    <a:pt x="21045" y="58968"/>
                    <a:pt x="21090" y="58946"/>
                    <a:pt x="21118" y="58905"/>
                  </a:cubicBezTo>
                  <a:cubicBezTo>
                    <a:pt x="21181" y="58817"/>
                    <a:pt x="21239" y="58725"/>
                    <a:pt x="21298" y="58633"/>
                  </a:cubicBezTo>
                  <a:cubicBezTo>
                    <a:pt x="21346" y="58556"/>
                    <a:pt x="21393" y="58477"/>
                    <a:pt x="21440" y="58399"/>
                  </a:cubicBezTo>
                  <a:cubicBezTo>
                    <a:pt x="21481" y="58329"/>
                    <a:pt x="21456" y="58239"/>
                    <a:pt x="21387" y="58198"/>
                  </a:cubicBezTo>
                  <a:cubicBezTo>
                    <a:pt x="21363" y="58184"/>
                    <a:pt x="21337" y="58177"/>
                    <a:pt x="21312" y="58177"/>
                  </a:cubicBezTo>
                  <a:close/>
                  <a:moveTo>
                    <a:pt x="12490" y="58959"/>
                  </a:moveTo>
                  <a:cubicBezTo>
                    <a:pt x="12460" y="58959"/>
                    <a:pt x="12430" y="58968"/>
                    <a:pt x="12404" y="58987"/>
                  </a:cubicBezTo>
                  <a:cubicBezTo>
                    <a:pt x="12338" y="59033"/>
                    <a:pt x="12323" y="59126"/>
                    <a:pt x="12370" y="59192"/>
                  </a:cubicBezTo>
                  <a:cubicBezTo>
                    <a:pt x="12493" y="59365"/>
                    <a:pt x="12612" y="59520"/>
                    <a:pt x="12731" y="59669"/>
                  </a:cubicBezTo>
                  <a:cubicBezTo>
                    <a:pt x="12761" y="59704"/>
                    <a:pt x="12804" y="59724"/>
                    <a:pt x="12846" y="59724"/>
                  </a:cubicBezTo>
                  <a:cubicBezTo>
                    <a:pt x="12879" y="59724"/>
                    <a:pt x="12911" y="59713"/>
                    <a:pt x="12938" y="59691"/>
                  </a:cubicBezTo>
                  <a:cubicBezTo>
                    <a:pt x="13001" y="59639"/>
                    <a:pt x="13011" y="59546"/>
                    <a:pt x="12959" y="59483"/>
                  </a:cubicBezTo>
                  <a:cubicBezTo>
                    <a:pt x="12844" y="59339"/>
                    <a:pt x="12729" y="59188"/>
                    <a:pt x="12609" y="59020"/>
                  </a:cubicBezTo>
                  <a:cubicBezTo>
                    <a:pt x="12581" y="58981"/>
                    <a:pt x="12535" y="58959"/>
                    <a:pt x="12490" y="58959"/>
                  </a:cubicBezTo>
                  <a:close/>
                  <a:moveTo>
                    <a:pt x="20447" y="59366"/>
                  </a:moveTo>
                  <a:cubicBezTo>
                    <a:pt x="20407" y="59366"/>
                    <a:pt x="20367" y="59383"/>
                    <a:pt x="20339" y="59415"/>
                  </a:cubicBezTo>
                  <a:cubicBezTo>
                    <a:pt x="20208" y="59558"/>
                    <a:pt x="20072" y="59696"/>
                    <a:pt x="19933" y="59826"/>
                  </a:cubicBezTo>
                  <a:cubicBezTo>
                    <a:pt x="19874" y="59883"/>
                    <a:pt x="19871" y="59975"/>
                    <a:pt x="19927" y="60035"/>
                  </a:cubicBezTo>
                  <a:cubicBezTo>
                    <a:pt x="19957" y="60066"/>
                    <a:pt x="19996" y="60082"/>
                    <a:pt x="20035" y="60082"/>
                  </a:cubicBezTo>
                  <a:cubicBezTo>
                    <a:pt x="20071" y="60082"/>
                    <a:pt x="20108" y="60068"/>
                    <a:pt x="20134" y="60041"/>
                  </a:cubicBezTo>
                  <a:cubicBezTo>
                    <a:pt x="20279" y="59906"/>
                    <a:pt x="20421" y="59762"/>
                    <a:pt x="20556" y="59612"/>
                  </a:cubicBezTo>
                  <a:cubicBezTo>
                    <a:pt x="20612" y="59552"/>
                    <a:pt x="20607" y="59458"/>
                    <a:pt x="20546" y="59405"/>
                  </a:cubicBezTo>
                  <a:cubicBezTo>
                    <a:pt x="20518" y="59379"/>
                    <a:pt x="20482" y="59366"/>
                    <a:pt x="20447" y="59366"/>
                  </a:cubicBezTo>
                  <a:close/>
                  <a:moveTo>
                    <a:pt x="13442" y="60082"/>
                  </a:moveTo>
                  <a:cubicBezTo>
                    <a:pt x="13403" y="60082"/>
                    <a:pt x="13364" y="60097"/>
                    <a:pt x="13335" y="60127"/>
                  </a:cubicBezTo>
                  <a:cubicBezTo>
                    <a:pt x="13278" y="60186"/>
                    <a:pt x="13281" y="60279"/>
                    <a:pt x="13339" y="60335"/>
                  </a:cubicBezTo>
                  <a:cubicBezTo>
                    <a:pt x="13488" y="60479"/>
                    <a:pt x="13640" y="60612"/>
                    <a:pt x="13795" y="60732"/>
                  </a:cubicBezTo>
                  <a:cubicBezTo>
                    <a:pt x="13823" y="60752"/>
                    <a:pt x="13855" y="60763"/>
                    <a:pt x="13886" y="60763"/>
                  </a:cubicBezTo>
                  <a:cubicBezTo>
                    <a:pt x="13929" y="60763"/>
                    <a:pt x="13974" y="60743"/>
                    <a:pt x="14004" y="60705"/>
                  </a:cubicBezTo>
                  <a:cubicBezTo>
                    <a:pt x="14053" y="60640"/>
                    <a:pt x="14042" y="60549"/>
                    <a:pt x="13978" y="60499"/>
                  </a:cubicBezTo>
                  <a:cubicBezTo>
                    <a:pt x="13831" y="60385"/>
                    <a:pt x="13686" y="60260"/>
                    <a:pt x="13545" y="60123"/>
                  </a:cubicBezTo>
                  <a:cubicBezTo>
                    <a:pt x="13516" y="60095"/>
                    <a:pt x="13479" y="60082"/>
                    <a:pt x="13442" y="60082"/>
                  </a:cubicBezTo>
                  <a:close/>
                  <a:moveTo>
                    <a:pt x="19351" y="60348"/>
                  </a:moveTo>
                  <a:cubicBezTo>
                    <a:pt x="19321" y="60348"/>
                    <a:pt x="19291" y="60357"/>
                    <a:pt x="19266" y="60376"/>
                  </a:cubicBezTo>
                  <a:cubicBezTo>
                    <a:pt x="19108" y="60488"/>
                    <a:pt x="18946" y="60592"/>
                    <a:pt x="18782" y="60687"/>
                  </a:cubicBezTo>
                  <a:cubicBezTo>
                    <a:pt x="18712" y="60730"/>
                    <a:pt x="18688" y="60818"/>
                    <a:pt x="18729" y="60890"/>
                  </a:cubicBezTo>
                  <a:cubicBezTo>
                    <a:pt x="18756" y="60937"/>
                    <a:pt x="18806" y="60963"/>
                    <a:pt x="18856" y="60963"/>
                  </a:cubicBezTo>
                  <a:cubicBezTo>
                    <a:pt x="18881" y="60963"/>
                    <a:pt x="18907" y="60957"/>
                    <a:pt x="18931" y="60943"/>
                  </a:cubicBezTo>
                  <a:cubicBezTo>
                    <a:pt x="19103" y="60844"/>
                    <a:pt x="19273" y="60733"/>
                    <a:pt x="19438" y="60616"/>
                  </a:cubicBezTo>
                  <a:cubicBezTo>
                    <a:pt x="19504" y="60568"/>
                    <a:pt x="19519" y="60475"/>
                    <a:pt x="19472" y="60410"/>
                  </a:cubicBezTo>
                  <a:cubicBezTo>
                    <a:pt x="19442" y="60370"/>
                    <a:pt x="19397" y="60348"/>
                    <a:pt x="19351" y="60348"/>
                  </a:cubicBezTo>
                  <a:close/>
                  <a:moveTo>
                    <a:pt x="14632" y="60939"/>
                  </a:moveTo>
                  <a:cubicBezTo>
                    <a:pt x="14578" y="60939"/>
                    <a:pt x="14526" y="60969"/>
                    <a:pt x="14500" y="61021"/>
                  </a:cubicBezTo>
                  <a:cubicBezTo>
                    <a:pt x="14464" y="61093"/>
                    <a:pt x="14493" y="61182"/>
                    <a:pt x="14565" y="61218"/>
                  </a:cubicBezTo>
                  <a:cubicBezTo>
                    <a:pt x="14745" y="61308"/>
                    <a:pt x="14935" y="61387"/>
                    <a:pt x="15128" y="61451"/>
                  </a:cubicBezTo>
                  <a:cubicBezTo>
                    <a:pt x="15144" y="61457"/>
                    <a:pt x="15158" y="61459"/>
                    <a:pt x="15175" y="61459"/>
                  </a:cubicBezTo>
                  <a:cubicBezTo>
                    <a:pt x="15237" y="61459"/>
                    <a:pt x="15294" y="61421"/>
                    <a:pt x="15315" y="61358"/>
                  </a:cubicBezTo>
                  <a:cubicBezTo>
                    <a:pt x="15341" y="61281"/>
                    <a:pt x="15300" y="61197"/>
                    <a:pt x="15222" y="61171"/>
                  </a:cubicBezTo>
                  <a:cubicBezTo>
                    <a:pt x="15043" y="61112"/>
                    <a:pt x="14866" y="61038"/>
                    <a:pt x="14697" y="60955"/>
                  </a:cubicBezTo>
                  <a:cubicBezTo>
                    <a:pt x="14676" y="60944"/>
                    <a:pt x="14654" y="60939"/>
                    <a:pt x="14632" y="60939"/>
                  </a:cubicBezTo>
                  <a:close/>
                  <a:moveTo>
                    <a:pt x="18062" y="61052"/>
                  </a:moveTo>
                  <a:cubicBezTo>
                    <a:pt x="18044" y="61052"/>
                    <a:pt x="18026" y="61055"/>
                    <a:pt x="18008" y="61062"/>
                  </a:cubicBezTo>
                  <a:cubicBezTo>
                    <a:pt x="17827" y="61131"/>
                    <a:pt x="17644" y="61190"/>
                    <a:pt x="17463" y="61236"/>
                  </a:cubicBezTo>
                  <a:cubicBezTo>
                    <a:pt x="17384" y="61257"/>
                    <a:pt x="17336" y="61336"/>
                    <a:pt x="17357" y="61415"/>
                  </a:cubicBezTo>
                  <a:cubicBezTo>
                    <a:pt x="17374" y="61483"/>
                    <a:pt x="17434" y="61526"/>
                    <a:pt x="17499" y="61526"/>
                  </a:cubicBezTo>
                  <a:cubicBezTo>
                    <a:pt x="17512" y="61526"/>
                    <a:pt x="17524" y="61525"/>
                    <a:pt x="17537" y="61522"/>
                  </a:cubicBezTo>
                  <a:cubicBezTo>
                    <a:pt x="17729" y="61474"/>
                    <a:pt x="17924" y="61410"/>
                    <a:pt x="18115" y="61336"/>
                  </a:cubicBezTo>
                  <a:cubicBezTo>
                    <a:pt x="18189" y="61306"/>
                    <a:pt x="18228" y="61222"/>
                    <a:pt x="18199" y="61145"/>
                  </a:cubicBezTo>
                  <a:cubicBezTo>
                    <a:pt x="18176" y="61088"/>
                    <a:pt x="18121" y="61052"/>
                    <a:pt x="18062" y="61052"/>
                  </a:cubicBezTo>
                  <a:close/>
                  <a:moveTo>
                    <a:pt x="16038" y="61350"/>
                  </a:moveTo>
                  <a:cubicBezTo>
                    <a:pt x="15963" y="61350"/>
                    <a:pt x="15897" y="61406"/>
                    <a:pt x="15890" y="61483"/>
                  </a:cubicBezTo>
                  <a:cubicBezTo>
                    <a:pt x="15882" y="61563"/>
                    <a:pt x="15941" y="61636"/>
                    <a:pt x="16023" y="61644"/>
                  </a:cubicBezTo>
                  <a:cubicBezTo>
                    <a:pt x="16157" y="61658"/>
                    <a:pt x="16292" y="61664"/>
                    <a:pt x="16428" y="61664"/>
                  </a:cubicBezTo>
                  <a:cubicBezTo>
                    <a:pt x="16497" y="61664"/>
                    <a:pt x="16565" y="61663"/>
                    <a:pt x="16633" y="61660"/>
                  </a:cubicBezTo>
                  <a:cubicBezTo>
                    <a:pt x="16715" y="61656"/>
                    <a:pt x="16777" y="61587"/>
                    <a:pt x="16774" y="61506"/>
                  </a:cubicBezTo>
                  <a:cubicBezTo>
                    <a:pt x="16770" y="61426"/>
                    <a:pt x="16703" y="61365"/>
                    <a:pt x="16628" y="61365"/>
                  </a:cubicBezTo>
                  <a:cubicBezTo>
                    <a:pt x="16625" y="61365"/>
                    <a:pt x="16622" y="61365"/>
                    <a:pt x="16619" y="61365"/>
                  </a:cubicBezTo>
                  <a:cubicBezTo>
                    <a:pt x="16555" y="61368"/>
                    <a:pt x="16491" y="61370"/>
                    <a:pt x="16427" y="61370"/>
                  </a:cubicBezTo>
                  <a:cubicBezTo>
                    <a:pt x="16301" y="61370"/>
                    <a:pt x="16175" y="61364"/>
                    <a:pt x="16052" y="61351"/>
                  </a:cubicBezTo>
                  <a:cubicBezTo>
                    <a:pt x="16047" y="61350"/>
                    <a:pt x="16043" y="61350"/>
                    <a:pt x="16038" y="6135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446900" y="375200"/>
              <a:ext cx="1332325" cy="1409700"/>
            </a:xfrm>
            <a:custGeom>
              <a:rect b="b" l="l" r="r" t="t"/>
              <a:pathLst>
                <a:path extrusionOk="0" h="56388" w="53293">
                  <a:moveTo>
                    <a:pt x="36741" y="250"/>
                  </a:moveTo>
                  <a:cubicBezTo>
                    <a:pt x="36875" y="250"/>
                    <a:pt x="37007" y="255"/>
                    <a:pt x="37136" y="265"/>
                  </a:cubicBezTo>
                  <a:cubicBezTo>
                    <a:pt x="38731" y="388"/>
                    <a:pt x="39849" y="2058"/>
                    <a:pt x="40093" y="3567"/>
                  </a:cubicBezTo>
                  <a:cubicBezTo>
                    <a:pt x="40232" y="4431"/>
                    <a:pt x="40206" y="5331"/>
                    <a:pt x="40180" y="6202"/>
                  </a:cubicBezTo>
                  <a:cubicBezTo>
                    <a:pt x="40150" y="7213"/>
                    <a:pt x="40121" y="8260"/>
                    <a:pt x="40346" y="9267"/>
                  </a:cubicBezTo>
                  <a:cubicBezTo>
                    <a:pt x="40665" y="10686"/>
                    <a:pt x="41466" y="11928"/>
                    <a:pt x="42240" y="13130"/>
                  </a:cubicBezTo>
                  <a:cubicBezTo>
                    <a:pt x="42879" y="14121"/>
                    <a:pt x="43540" y="15148"/>
                    <a:pt x="43923" y="16264"/>
                  </a:cubicBezTo>
                  <a:cubicBezTo>
                    <a:pt x="44699" y="18532"/>
                    <a:pt x="44291" y="20992"/>
                    <a:pt x="43896" y="23371"/>
                  </a:cubicBezTo>
                  <a:cubicBezTo>
                    <a:pt x="43551" y="25443"/>
                    <a:pt x="43195" y="27585"/>
                    <a:pt x="43592" y="29648"/>
                  </a:cubicBezTo>
                  <a:cubicBezTo>
                    <a:pt x="44167" y="32624"/>
                    <a:pt x="46192" y="35024"/>
                    <a:pt x="48152" y="37345"/>
                  </a:cubicBezTo>
                  <a:cubicBezTo>
                    <a:pt x="48389" y="37627"/>
                    <a:pt x="48625" y="37908"/>
                    <a:pt x="48858" y="38187"/>
                  </a:cubicBezTo>
                  <a:cubicBezTo>
                    <a:pt x="50829" y="40558"/>
                    <a:pt x="53035" y="43716"/>
                    <a:pt x="52583" y="47137"/>
                  </a:cubicBezTo>
                  <a:cubicBezTo>
                    <a:pt x="52372" y="48736"/>
                    <a:pt x="51571" y="50346"/>
                    <a:pt x="50200" y="51925"/>
                  </a:cubicBezTo>
                  <a:cubicBezTo>
                    <a:pt x="49622" y="52591"/>
                    <a:pt x="48774" y="53333"/>
                    <a:pt x="47866" y="53333"/>
                  </a:cubicBezTo>
                  <a:cubicBezTo>
                    <a:pt x="47750" y="53333"/>
                    <a:pt x="47633" y="53321"/>
                    <a:pt x="47516" y="53295"/>
                  </a:cubicBezTo>
                  <a:cubicBezTo>
                    <a:pt x="46676" y="53111"/>
                    <a:pt x="46134" y="52259"/>
                    <a:pt x="45969" y="51499"/>
                  </a:cubicBezTo>
                  <a:cubicBezTo>
                    <a:pt x="45802" y="50736"/>
                    <a:pt x="45896" y="49931"/>
                    <a:pt x="45986" y="49152"/>
                  </a:cubicBezTo>
                  <a:lnTo>
                    <a:pt x="46015" y="48904"/>
                  </a:lnTo>
                  <a:cubicBezTo>
                    <a:pt x="46287" y="46479"/>
                    <a:pt x="46296" y="42110"/>
                    <a:pt x="43296" y="40078"/>
                  </a:cubicBezTo>
                  <a:cubicBezTo>
                    <a:pt x="41843" y="39095"/>
                    <a:pt x="40021" y="38914"/>
                    <a:pt x="38226" y="38914"/>
                  </a:cubicBezTo>
                  <a:cubicBezTo>
                    <a:pt x="38065" y="38914"/>
                    <a:pt x="37905" y="38915"/>
                    <a:pt x="37745" y="38918"/>
                  </a:cubicBezTo>
                  <a:cubicBezTo>
                    <a:pt x="34477" y="38968"/>
                    <a:pt x="31195" y="39315"/>
                    <a:pt x="27987" y="39950"/>
                  </a:cubicBezTo>
                  <a:cubicBezTo>
                    <a:pt x="23055" y="40929"/>
                    <a:pt x="20024" y="42748"/>
                    <a:pt x="18719" y="45515"/>
                  </a:cubicBezTo>
                  <a:cubicBezTo>
                    <a:pt x="18118" y="46786"/>
                    <a:pt x="17932" y="48206"/>
                    <a:pt x="17750" y="49578"/>
                  </a:cubicBezTo>
                  <a:cubicBezTo>
                    <a:pt x="17728" y="49746"/>
                    <a:pt x="17706" y="49913"/>
                    <a:pt x="17683" y="50081"/>
                  </a:cubicBezTo>
                  <a:cubicBezTo>
                    <a:pt x="17487" y="51507"/>
                    <a:pt x="17202" y="53137"/>
                    <a:pt x="16289" y="54420"/>
                  </a:cubicBezTo>
                  <a:cubicBezTo>
                    <a:pt x="15620" y="55358"/>
                    <a:pt x="14439" y="56137"/>
                    <a:pt x="13230" y="56137"/>
                  </a:cubicBezTo>
                  <a:cubicBezTo>
                    <a:pt x="12950" y="56137"/>
                    <a:pt x="12669" y="56096"/>
                    <a:pt x="12392" y="56005"/>
                  </a:cubicBezTo>
                  <a:cubicBezTo>
                    <a:pt x="11058" y="55564"/>
                    <a:pt x="10394" y="54292"/>
                    <a:pt x="9689" y="52944"/>
                  </a:cubicBezTo>
                  <a:cubicBezTo>
                    <a:pt x="9299" y="52193"/>
                    <a:pt x="8893" y="51419"/>
                    <a:pt x="8360" y="50787"/>
                  </a:cubicBezTo>
                  <a:cubicBezTo>
                    <a:pt x="7452" y="49711"/>
                    <a:pt x="6147" y="49034"/>
                    <a:pt x="4884" y="48380"/>
                  </a:cubicBezTo>
                  <a:cubicBezTo>
                    <a:pt x="3286" y="47550"/>
                    <a:pt x="1775" y="46769"/>
                    <a:pt x="1038" y="45250"/>
                  </a:cubicBezTo>
                  <a:cubicBezTo>
                    <a:pt x="268" y="43664"/>
                    <a:pt x="625" y="41542"/>
                    <a:pt x="1949" y="39847"/>
                  </a:cubicBezTo>
                  <a:cubicBezTo>
                    <a:pt x="3151" y="38309"/>
                    <a:pt x="4907" y="37277"/>
                    <a:pt x="6604" y="36354"/>
                  </a:cubicBezTo>
                  <a:lnTo>
                    <a:pt x="6993" y="36143"/>
                  </a:lnTo>
                  <a:cubicBezTo>
                    <a:pt x="8592" y="35277"/>
                    <a:pt x="10245" y="34380"/>
                    <a:pt x="11536" y="33065"/>
                  </a:cubicBezTo>
                  <a:cubicBezTo>
                    <a:pt x="12116" y="32474"/>
                    <a:pt x="12632" y="31792"/>
                    <a:pt x="13132" y="31132"/>
                  </a:cubicBezTo>
                  <a:cubicBezTo>
                    <a:pt x="14175" y="29753"/>
                    <a:pt x="15160" y="28450"/>
                    <a:pt x="16684" y="27870"/>
                  </a:cubicBezTo>
                  <a:cubicBezTo>
                    <a:pt x="17204" y="27673"/>
                    <a:pt x="17768" y="27573"/>
                    <a:pt x="18371" y="27573"/>
                  </a:cubicBezTo>
                  <a:cubicBezTo>
                    <a:pt x="19642" y="27573"/>
                    <a:pt x="21094" y="28011"/>
                    <a:pt x="22712" y="28880"/>
                  </a:cubicBezTo>
                  <a:cubicBezTo>
                    <a:pt x="23137" y="29110"/>
                    <a:pt x="23566" y="29357"/>
                    <a:pt x="23982" y="29597"/>
                  </a:cubicBezTo>
                  <a:cubicBezTo>
                    <a:pt x="25412" y="30422"/>
                    <a:pt x="26892" y="31276"/>
                    <a:pt x="28542" y="31567"/>
                  </a:cubicBezTo>
                  <a:cubicBezTo>
                    <a:pt x="28940" y="31637"/>
                    <a:pt x="29346" y="31672"/>
                    <a:pt x="29757" y="31672"/>
                  </a:cubicBezTo>
                  <a:cubicBezTo>
                    <a:pt x="31833" y="31672"/>
                    <a:pt x="34014" y="30796"/>
                    <a:pt x="35676" y="29245"/>
                  </a:cubicBezTo>
                  <a:cubicBezTo>
                    <a:pt x="37884" y="27183"/>
                    <a:pt x="38841" y="24451"/>
                    <a:pt x="39257" y="22522"/>
                  </a:cubicBezTo>
                  <a:cubicBezTo>
                    <a:pt x="40305" y="17645"/>
                    <a:pt x="39117" y="12376"/>
                    <a:pt x="36074" y="8423"/>
                  </a:cubicBezTo>
                  <a:cubicBezTo>
                    <a:pt x="35846" y="8127"/>
                    <a:pt x="35606" y="7835"/>
                    <a:pt x="35372" y="7551"/>
                  </a:cubicBezTo>
                  <a:cubicBezTo>
                    <a:pt x="34822" y="6883"/>
                    <a:pt x="34254" y="6191"/>
                    <a:pt x="33834" y="5428"/>
                  </a:cubicBezTo>
                  <a:cubicBezTo>
                    <a:pt x="33154" y="4194"/>
                    <a:pt x="33001" y="2917"/>
                    <a:pt x="33416" y="1925"/>
                  </a:cubicBezTo>
                  <a:cubicBezTo>
                    <a:pt x="33908" y="748"/>
                    <a:pt x="35412" y="250"/>
                    <a:pt x="36741" y="250"/>
                  </a:cubicBezTo>
                  <a:close/>
                  <a:moveTo>
                    <a:pt x="36719" y="1"/>
                  </a:moveTo>
                  <a:cubicBezTo>
                    <a:pt x="35278" y="1"/>
                    <a:pt x="33720" y="544"/>
                    <a:pt x="33182" y="1831"/>
                  </a:cubicBezTo>
                  <a:cubicBezTo>
                    <a:pt x="32738" y="2894"/>
                    <a:pt x="32894" y="4250"/>
                    <a:pt x="33612" y="5552"/>
                  </a:cubicBezTo>
                  <a:cubicBezTo>
                    <a:pt x="34043" y="6336"/>
                    <a:pt x="34619" y="7036"/>
                    <a:pt x="35176" y="7713"/>
                  </a:cubicBezTo>
                  <a:cubicBezTo>
                    <a:pt x="35408" y="7995"/>
                    <a:pt x="35648" y="8286"/>
                    <a:pt x="35873" y="8579"/>
                  </a:cubicBezTo>
                  <a:cubicBezTo>
                    <a:pt x="38870" y="12474"/>
                    <a:pt x="40042" y="17668"/>
                    <a:pt x="39009" y="22471"/>
                  </a:cubicBezTo>
                  <a:cubicBezTo>
                    <a:pt x="38602" y="24366"/>
                    <a:pt x="37663" y="27047"/>
                    <a:pt x="35502" y="29064"/>
                  </a:cubicBezTo>
                  <a:cubicBezTo>
                    <a:pt x="33887" y="30572"/>
                    <a:pt x="31772" y="31424"/>
                    <a:pt x="29758" y="31424"/>
                  </a:cubicBezTo>
                  <a:cubicBezTo>
                    <a:pt x="29361" y="31424"/>
                    <a:pt x="28969" y="31390"/>
                    <a:pt x="28584" y="31323"/>
                  </a:cubicBezTo>
                  <a:cubicBezTo>
                    <a:pt x="26978" y="31040"/>
                    <a:pt x="25518" y="30196"/>
                    <a:pt x="24106" y="29381"/>
                  </a:cubicBezTo>
                  <a:cubicBezTo>
                    <a:pt x="23689" y="29141"/>
                    <a:pt x="23256" y="28891"/>
                    <a:pt x="22828" y="28661"/>
                  </a:cubicBezTo>
                  <a:cubicBezTo>
                    <a:pt x="21175" y="27770"/>
                    <a:pt x="19682" y="27324"/>
                    <a:pt x="18369" y="27324"/>
                  </a:cubicBezTo>
                  <a:cubicBezTo>
                    <a:pt x="17735" y="27324"/>
                    <a:pt x="17143" y="27428"/>
                    <a:pt x="16594" y="27636"/>
                  </a:cubicBezTo>
                  <a:cubicBezTo>
                    <a:pt x="15002" y="28243"/>
                    <a:pt x="13949" y="29634"/>
                    <a:pt x="12931" y="30980"/>
                  </a:cubicBezTo>
                  <a:cubicBezTo>
                    <a:pt x="12435" y="31634"/>
                    <a:pt x="11925" y="32311"/>
                    <a:pt x="11357" y="32889"/>
                  </a:cubicBezTo>
                  <a:cubicBezTo>
                    <a:pt x="10091" y="34178"/>
                    <a:pt x="8455" y="35065"/>
                    <a:pt x="6872" y="35922"/>
                  </a:cubicBezTo>
                  <a:lnTo>
                    <a:pt x="6484" y="36134"/>
                  </a:lnTo>
                  <a:cubicBezTo>
                    <a:pt x="4764" y="37071"/>
                    <a:pt x="2981" y="38118"/>
                    <a:pt x="1751" y="39694"/>
                  </a:cubicBezTo>
                  <a:cubicBezTo>
                    <a:pt x="370" y="41465"/>
                    <a:pt x="1" y="43690"/>
                    <a:pt x="814" y="45361"/>
                  </a:cubicBezTo>
                  <a:cubicBezTo>
                    <a:pt x="1589" y="46955"/>
                    <a:pt x="3205" y="47793"/>
                    <a:pt x="4770" y="48603"/>
                  </a:cubicBezTo>
                  <a:cubicBezTo>
                    <a:pt x="6011" y="49246"/>
                    <a:pt x="7294" y="49911"/>
                    <a:pt x="8170" y="50949"/>
                  </a:cubicBezTo>
                  <a:cubicBezTo>
                    <a:pt x="8686" y="51561"/>
                    <a:pt x="9083" y="52322"/>
                    <a:pt x="9469" y="53060"/>
                  </a:cubicBezTo>
                  <a:cubicBezTo>
                    <a:pt x="10166" y="54393"/>
                    <a:pt x="10884" y="55771"/>
                    <a:pt x="12315" y="56243"/>
                  </a:cubicBezTo>
                  <a:cubicBezTo>
                    <a:pt x="12617" y="56343"/>
                    <a:pt x="12922" y="56387"/>
                    <a:pt x="13227" y="56387"/>
                  </a:cubicBezTo>
                  <a:cubicBezTo>
                    <a:pt x="14523" y="56387"/>
                    <a:pt x="15784" y="55561"/>
                    <a:pt x="16490" y="54565"/>
                  </a:cubicBezTo>
                  <a:cubicBezTo>
                    <a:pt x="17436" y="53237"/>
                    <a:pt x="17728" y="51571"/>
                    <a:pt x="17927" y="50114"/>
                  </a:cubicBezTo>
                  <a:cubicBezTo>
                    <a:pt x="17951" y="49947"/>
                    <a:pt x="17973" y="49778"/>
                    <a:pt x="17995" y="49611"/>
                  </a:cubicBezTo>
                  <a:cubicBezTo>
                    <a:pt x="18174" y="48257"/>
                    <a:pt x="18359" y="46857"/>
                    <a:pt x="18942" y="45621"/>
                  </a:cubicBezTo>
                  <a:cubicBezTo>
                    <a:pt x="20211" y="42932"/>
                    <a:pt x="23184" y="41158"/>
                    <a:pt x="28032" y="40197"/>
                  </a:cubicBezTo>
                  <a:cubicBezTo>
                    <a:pt x="31225" y="39565"/>
                    <a:pt x="34492" y="39219"/>
                    <a:pt x="37746" y="39169"/>
                  </a:cubicBezTo>
                  <a:cubicBezTo>
                    <a:pt x="37904" y="39167"/>
                    <a:pt x="38061" y="39166"/>
                    <a:pt x="38219" y="39166"/>
                  </a:cubicBezTo>
                  <a:cubicBezTo>
                    <a:pt x="39977" y="39166"/>
                    <a:pt x="41755" y="39340"/>
                    <a:pt x="43153" y="40287"/>
                  </a:cubicBezTo>
                  <a:cubicBezTo>
                    <a:pt x="46043" y="42245"/>
                    <a:pt x="46029" y="46510"/>
                    <a:pt x="45762" y="48878"/>
                  </a:cubicBezTo>
                  <a:lnTo>
                    <a:pt x="45733" y="49124"/>
                  </a:lnTo>
                  <a:cubicBezTo>
                    <a:pt x="45640" y="49925"/>
                    <a:pt x="45546" y="50752"/>
                    <a:pt x="45720" y="51554"/>
                  </a:cubicBezTo>
                  <a:cubicBezTo>
                    <a:pt x="45888" y="52332"/>
                    <a:pt x="46445" y="53320"/>
                    <a:pt x="47458" y="53542"/>
                  </a:cubicBezTo>
                  <a:cubicBezTo>
                    <a:pt x="47590" y="53571"/>
                    <a:pt x="47724" y="53585"/>
                    <a:pt x="47859" y="53585"/>
                  </a:cubicBezTo>
                  <a:cubicBezTo>
                    <a:pt x="48666" y="53585"/>
                    <a:pt x="49531" y="53075"/>
                    <a:pt x="50385" y="52090"/>
                  </a:cubicBezTo>
                  <a:cubicBezTo>
                    <a:pt x="51789" y="50473"/>
                    <a:pt x="52610" y="48818"/>
                    <a:pt x="52829" y="47171"/>
                  </a:cubicBezTo>
                  <a:cubicBezTo>
                    <a:pt x="53293" y="43654"/>
                    <a:pt x="51052" y="40438"/>
                    <a:pt x="49048" y="38029"/>
                  </a:cubicBezTo>
                  <a:cubicBezTo>
                    <a:pt x="48815" y="37748"/>
                    <a:pt x="48578" y="37468"/>
                    <a:pt x="48341" y="37185"/>
                  </a:cubicBezTo>
                  <a:cubicBezTo>
                    <a:pt x="46402" y="34889"/>
                    <a:pt x="44397" y="32515"/>
                    <a:pt x="43837" y="29602"/>
                  </a:cubicBezTo>
                  <a:cubicBezTo>
                    <a:pt x="43447" y="27584"/>
                    <a:pt x="43799" y="25464"/>
                    <a:pt x="44139" y="23414"/>
                  </a:cubicBezTo>
                  <a:cubicBezTo>
                    <a:pt x="44541" y="21003"/>
                    <a:pt x="44954" y="18512"/>
                    <a:pt x="44157" y="16184"/>
                  </a:cubicBezTo>
                  <a:cubicBezTo>
                    <a:pt x="43765" y="15040"/>
                    <a:pt x="43095" y="14001"/>
                    <a:pt x="42447" y="12996"/>
                  </a:cubicBezTo>
                  <a:cubicBezTo>
                    <a:pt x="41686" y="11813"/>
                    <a:pt x="40895" y="10590"/>
                    <a:pt x="40588" y="9214"/>
                  </a:cubicBezTo>
                  <a:cubicBezTo>
                    <a:pt x="40368" y="8237"/>
                    <a:pt x="40398" y="7208"/>
                    <a:pt x="40428" y="6211"/>
                  </a:cubicBezTo>
                  <a:cubicBezTo>
                    <a:pt x="40454" y="5329"/>
                    <a:pt x="40481" y="4417"/>
                    <a:pt x="40337" y="3529"/>
                  </a:cubicBezTo>
                  <a:cubicBezTo>
                    <a:pt x="40079" y="1925"/>
                    <a:pt x="38875" y="149"/>
                    <a:pt x="37152" y="17"/>
                  </a:cubicBezTo>
                  <a:cubicBezTo>
                    <a:pt x="37010" y="6"/>
                    <a:pt x="36865" y="1"/>
                    <a:pt x="36719"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4828650" y="1088400"/>
              <a:ext cx="120975" cy="119050"/>
            </a:xfrm>
            <a:custGeom>
              <a:rect b="b" l="l" r="r" t="t"/>
              <a:pathLst>
                <a:path extrusionOk="0" h="4762" w="4839">
                  <a:moveTo>
                    <a:pt x="3201" y="149"/>
                  </a:moveTo>
                  <a:cubicBezTo>
                    <a:pt x="3605" y="149"/>
                    <a:pt x="3944" y="306"/>
                    <a:pt x="4188" y="616"/>
                  </a:cubicBezTo>
                  <a:cubicBezTo>
                    <a:pt x="4683" y="1247"/>
                    <a:pt x="4683" y="2365"/>
                    <a:pt x="4188" y="3163"/>
                  </a:cubicBezTo>
                  <a:cubicBezTo>
                    <a:pt x="3719" y="3917"/>
                    <a:pt x="3046" y="4432"/>
                    <a:pt x="2341" y="4576"/>
                  </a:cubicBezTo>
                  <a:cubicBezTo>
                    <a:pt x="2211" y="4602"/>
                    <a:pt x="2081" y="4615"/>
                    <a:pt x="1952" y="4615"/>
                  </a:cubicBezTo>
                  <a:cubicBezTo>
                    <a:pt x="1263" y="4615"/>
                    <a:pt x="615" y="4252"/>
                    <a:pt x="351" y="3681"/>
                  </a:cubicBezTo>
                  <a:cubicBezTo>
                    <a:pt x="150" y="3245"/>
                    <a:pt x="163" y="2761"/>
                    <a:pt x="388" y="2244"/>
                  </a:cubicBezTo>
                  <a:cubicBezTo>
                    <a:pt x="804" y="1285"/>
                    <a:pt x="1835" y="504"/>
                    <a:pt x="2592" y="255"/>
                  </a:cubicBezTo>
                  <a:cubicBezTo>
                    <a:pt x="2806" y="184"/>
                    <a:pt x="3011" y="149"/>
                    <a:pt x="3201" y="149"/>
                  </a:cubicBezTo>
                  <a:close/>
                  <a:moveTo>
                    <a:pt x="3205" y="0"/>
                  </a:moveTo>
                  <a:cubicBezTo>
                    <a:pt x="2999" y="0"/>
                    <a:pt x="2778" y="38"/>
                    <a:pt x="2546" y="114"/>
                  </a:cubicBezTo>
                  <a:cubicBezTo>
                    <a:pt x="1758" y="373"/>
                    <a:pt x="687" y="1187"/>
                    <a:pt x="252" y="2184"/>
                  </a:cubicBezTo>
                  <a:cubicBezTo>
                    <a:pt x="13" y="2734"/>
                    <a:pt x="1" y="3273"/>
                    <a:pt x="217" y="3742"/>
                  </a:cubicBezTo>
                  <a:cubicBezTo>
                    <a:pt x="504" y="4365"/>
                    <a:pt x="1208" y="4761"/>
                    <a:pt x="1955" y="4761"/>
                  </a:cubicBezTo>
                  <a:cubicBezTo>
                    <a:pt x="2092" y="4761"/>
                    <a:pt x="2231" y="4747"/>
                    <a:pt x="2372" y="4720"/>
                  </a:cubicBezTo>
                  <a:cubicBezTo>
                    <a:pt x="3116" y="4570"/>
                    <a:pt x="3823" y="4030"/>
                    <a:pt x="4313" y="3241"/>
                  </a:cubicBezTo>
                  <a:cubicBezTo>
                    <a:pt x="4839" y="2394"/>
                    <a:pt x="4834" y="1201"/>
                    <a:pt x="4303" y="525"/>
                  </a:cubicBezTo>
                  <a:cubicBezTo>
                    <a:pt x="4031" y="178"/>
                    <a:pt x="3652" y="0"/>
                    <a:pt x="320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527675" y="1067650"/>
              <a:ext cx="1071950" cy="607750"/>
            </a:xfrm>
            <a:custGeom>
              <a:rect b="b" l="l" r="r" t="t"/>
              <a:pathLst>
                <a:path extrusionOk="0" h="24310" w="42878">
                  <a:moveTo>
                    <a:pt x="36523" y="144"/>
                  </a:moveTo>
                  <a:cubicBezTo>
                    <a:pt x="36648" y="144"/>
                    <a:pt x="36775" y="163"/>
                    <a:pt x="36899" y="207"/>
                  </a:cubicBezTo>
                  <a:cubicBezTo>
                    <a:pt x="37791" y="519"/>
                    <a:pt x="37909" y="1672"/>
                    <a:pt x="38012" y="2691"/>
                  </a:cubicBezTo>
                  <a:lnTo>
                    <a:pt x="38028" y="2839"/>
                  </a:lnTo>
                  <a:cubicBezTo>
                    <a:pt x="38274" y="5207"/>
                    <a:pt x="39586" y="7434"/>
                    <a:pt x="41537" y="8797"/>
                  </a:cubicBezTo>
                  <a:cubicBezTo>
                    <a:pt x="41584" y="8831"/>
                    <a:pt x="41633" y="8864"/>
                    <a:pt x="41680" y="8897"/>
                  </a:cubicBezTo>
                  <a:cubicBezTo>
                    <a:pt x="41952" y="9083"/>
                    <a:pt x="42233" y="9275"/>
                    <a:pt x="42424" y="9539"/>
                  </a:cubicBezTo>
                  <a:cubicBezTo>
                    <a:pt x="42630" y="9826"/>
                    <a:pt x="42721" y="10265"/>
                    <a:pt x="42492" y="10554"/>
                  </a:cubicBezTo>
                  <a:cubicBezTo>
                    <a:pt x="42356" y="10726"/>
                    <a:pt x="42170" y="10794"/>
                    <a:pt x="41959" y="10794"/>
                  </a:cubicBezTo>
                  <a:cubicBezTo>
                    <a:pt x="41568" y="10794"/>
                    <a:pt x="41094" y="10560"/>
                    <a:pt x="40704" y="10314"/>
                  </a:cubicBezTo>
                  <a:cubicBezTo>
                    <a:pt x="38731" y="9072"/>
                    <a:pt x="36191" y="8422"/>
                    <a:pt x="33333" y="8422"/>
                  </a:cubicBezTo>
                  <a:cubicBezTo>
                    <a:pt x="33174" y="8422"/>
                    <a:pt x="33015" y="8424"/>
                    <a:pt x="32854" y="8428"/>
                  </a:cubicBezTo>
                  <a:cubicBezTo>
                    <a:pt x="30121" y="8496"/>
                    <a:pt x="27418" y="9100"/>
                    <a:pt x="24805" y="9684"/>
                  </a:cubicBezTo>
                  <a:cubicBezTo>
                    <a:pt x="22268" y="10252"/>
                    <a:pt x="19647" y="10838"/>
                    <a:pt x="17337" y="12157"/>
                  </a:cubicBezTo>
                  <a:cubicBezTo>
                    <a:pt x="14745" y="13638"/>
                    <a:pt x="13044" y="15858"/>
                    <a:pt x="12668" y="18251"/>
                  </a:cubicBezTo>
                  <a:cubicBezTo>
                    <a:pt x="12584" y="18782"/>
                    <a:pt x="12566" y="19326"/>
                    <a:pt x="12548" y="19854"/>
                  </a:cubicBezTo>
                  <a:cubicBezTo>
                    <a:pt x="12534" y="20284"/>
                    <a:pt x="12518" y="20727"/>
                    <a:pt x="12468" y="21159"/>
                  </a:cubicBezTo>
                  <a:cubicBezTo>
                    <a:pt x="12375" y="21956"/>
                    <a:pt x="12100" y="23041"/>
                    <a:pt x="11309" y="23695"/>
                  </a:cubicBezTo>
                  <a:cubicBezTo>
                    <a:pt x="10956" y="23986"/>
                    <a:pt x="10466" y="24155"/>
                    <a:pt x="9990" y="24155"/>
                  </a:cubicBezTo>
                  <a:cubicBezTo>
                    <a:pt x="9531" y="24155"/>
                    <a:pt x="9085" y="23997"/>
                    <a:pt x="8790" y="23641"/>
                  </a:cubicBezTo>
                  <a:cubicBezTo>
                    <a:pt x="8439" y="23216"/>
                    <a:pt x="8374" y="22663"/>
                    <a:pt x="8305" y="22076"/>
                  </a:cubicBezTo>
                  <a:cubicBezTo>
                    <a:pt x="8278" y="21841"/>
                    <a:pt x="8248" y="21596"/>
                    <a:pt x="8199" y="21363"/>
                  </a:cubicBezTo>
                  <a:cubicBezTo>
                    <a:pt x="7948" y="20168"/>
                    <a:pt x="7048" y="19119"/>
                    <a:pt x="5906" y="18686"/>
                  </a:cubicBezTo>
                  <a:cubicBezTo>
                    <a:pt x="5276" y="18448"/>
                    <a:pt x="4575" y="18379"/>
                    <a:pt x="3896" y="18310"/>
                  </a:cubicBezTo>
                  <a:cubicBezTo>
                    <a:pt x="2823" y="18204"/>
                    <a:pt x="1810" y="18103"/>
                    <a:pt x="1096" y="17390"/>
                  </a:cubicBezTo>
                  <a:cubicBezTo>
                    <a:pt x="199" y="16497"/>
                    <a:pt x="277" y="14979"/>
                    <a:pt x="815" y="13940"/>
                  </a:cubicBezTo>
                  <a:cubicBezTo>
                    <a:pt x="1412" y="12793"/>
                    <a:pt x="2516" y="11936"/>
                    <a:pt x="3402" y="11246"/>
                  </a:cubicBezTo>
                  <a:cubicBezTo>
                    <a:pt x="5470" y="9640"/>
                    <a:pt x="7594" y="8041"/>
                    <a:pt x="9712" y="6493"/>
                  </a:cubicBezTo>
                  <a:cubicBezTo>
                    <a:pt x="9981" y="6297"/>
                    <a:pt x="10169" y="6202"/>
                    <a:pt x="10295" y="6202"/>
                  </a:cubicBezTo>
                  <a:cubicBezTo>
                    <a:pt x="10311" y="6202"/>
                    <a:pt x="10327" y="6204"/>
                    <a:pt x="10348" y="6206"/>
                  </a:cubicBezTo>
                  <a:cubicBezTo>
                    <a:pt x="10459" y="6231"/>
                    <a:pt x="10529" y="6357"/>
                    <a:pt x="10626" y="6534"/>
                  </a:cubicBezTo>
                  <a:cubicBezTo>
                    <a:pt x="10687" y="6643"/>
                    <a:pt x="10755" y="6767"/>
                    <a:pt x="10848" y="6891"/>
                  </a:cubicBezTo>
                  <a:cubicBezTo>
                    <a:pt x="10898" y="6957"/>
                    <a:pt x="10943" y="7019"/>
                    <a:pt x="10985" y="7078"/>
                  </a:cubicBezTo>
                  <a:cubicBezTo>
                    <a:pt x="11272" y="7476"/>
                    <a:pt x="11462" y="7740"/>
                    <a:pt x="12114" y="7953"/>
                  </a:cubicBezTo>
                  <a:cubicBezTo>
                    <a:pt x="12482" y="8073"/>
                    <a:pt x="12863" y="8131"/>
                    <a:pt x="13239" y="8131"/>
                  </a:cubicBezTo>
                  <a:cubicBezTo>
                    <a:pt x="14166" y="8131"/>
                    <a:pt x="15068" y="7780"/>
                    <a:pt x="15679" y="7139"/>
                  </a:cubicBezTo>
                  <a:cubicBezTo>
                    <a:pt x="16092" y="6705"/>
                    <a:pt x="16405" y="6150"/>
                    <a:pt x="16707" y="5614"/>
                  </a:cubicBezTo>
                  <a:cubicBezTo>
                    <a:pt x="17223" y="4699"/>
                    <a:pt x="17711" y="3833"/>
                    <a:pt x="18649" y="3573"/>
                  </a:cubicBezTo>
                  <a:cubicBezTo>
                    <a:pt x="18827" y="3524"/>
                    <a:pt x="19002" y="3501"/>
                    <a:pt x="19175" y="3501"/>
                  </a:cubicBezTo>
                  <a:cubicBezTo>
                    <a:pt x="20144" y="3501"/>
                    <a:pt x="21039" y="4214"/>
                    <a:pt x="21908" y="4906"/>
                  </a:cubicBezTo>
                  <a:cubicBezTo>
                    <a:pt x="22119" y="5075"/>
                    <a:pt x="22337" y="5248"/>
                    <a:pt x="22548" y="5405"/>
                  </a:cubicBezTo>
                  <a:cubicBezTo>
                    <a:pt x="23904" y="6406"/>
                    <a:pt x="25577" y="6940"/>
                    <a:pt x="27254" y="6940"/>
                  </a:cubicBezTo>
                  <a:cubicBezTo>
                    <a:pt x="27861" y="6940"/>
                    <a:pt x="28468" y="6870"/>
                    <a:pt x="29061" y="6727"/>
                  </a:cubicBezTo>
                  <a:cubicBezTo>
                    <a:pt x="31292" y="6191"/>
                    <a:pt x="33236" y="4644"/>
                    <a:pt x="34261" y="2590"/>
                  </a:cubicBezTo>
                  <a:cubicBezTo>
                    <a:pt x="34339" y="2431"/>
                    <a:pt x="34413" y="2270"/>
                    <a:pt x="34488" y="2108"/>
                  </a:cubicBezTo>
                  <a:cubicBezTo>
                    <a:pt x="34689" y="1668"/>
                    <a:pt x="34897" y="1213"/>
                    <a:pt x="35207" y="840"/>
                  </a:cubicBezTo>
                  <a:cubicBezTo>
                    <a:pt x="35521" y="462"/>
                    <a:pt x="36017" y="144"/>
                    <a:pt x="36523" y="144"/>
                  </a:cubicBezTo>
                  <a:close/>
                  <a:moveTo>
                    <a:pt x="36520" y="0"/>
                  </a:moveTo>
                  <a:cubicBezTo>
                    <a:pt x="35966" y="0"/>
                    <a:pt x="35429" y="342"/>
                    <a:pt x="35089" y="749"/>
                  </a:cubicBezTo>
                  <a:cubicBezTo>
                    <a:pt x="34767" y="1137"/>
                    <a:pt x="34554" y="1602"/>
                    <a:pt x="34349" y="2051"/>
                  </a:cubicBezTo>
                  <a:cubicBezTo>
                    <a:pt x="34275" y="2212"/>
                    <a:pt x="34202" y="2372"/>
                    <a:pt x="34123" y="2529"/>
                  </a:cubicBezTo>
                  <a:cubicBezTo>
                    <a:pt x="33118" y="4544"/>
                    <a:pt x="31211" y="6062"/>
                    <a:pt x="29021" y="6588"/>
                  </a:cubicBezTo>
                  <a:cubicBezTo>
                    <a:pt x="28440" y="6728"/>
                    <a:pt x="27844" y="6796"/>
                    <a:pt x="27250" y="6796"/>
                  </a:cubicBezTo>
                  <a:cubicBezTo>
                    <a:pt x="25603" y="6796"/>
                    <a:pt x="23962" y="6273"/>
                    <a:pt x="22632" y="5289"/>
                  </a:cubicBezTo>
                  <a:cubicBezTo>
                    <a:pt x="22423" y="5134"/>
                    <a:pt x="22216" y="4969"/>
                    <a:pt x="21996" y="4795"/>
                  </a:cubicBezTo>
                  <a:cubicBezTo>
                    <a:pt x="21106" y="4086"/>
                    <a:pt x="20189" y="3357"/>
                    <a:pt x="19174" y="3357"/>
                  </a:cubicBezTo>
                  <a:cubicBezTo>
                    <a:pt x="18988" y="3357"/>
                    <a:pt x="18799" y="3382"/>
                    <a:pt x="18606" y="3435"/>
                  </a:cubicBezTo>
                  <a:cubicBezTo>
                    <a:pt x="17609" y="3712"/>
                    <a:pt x="17083" y="4644"/>
                    <a:pt x="16574" y="5546"/>
                  </a:cubicBezTo>
                  <a:cubicBezTo>
                    <a:pt x="16276" y="6073"/>
                    <a:pt x="15969" y="6619"/>
                    <a:pt x="15567" y="7041"/>
                  </a:cubicBezTo>
                  <a:cubicBezTo>
                    <a:pt x="14984" y="7653"/>
                    <a:pt x="14124" y="7987"/>
                    <a:pt x="13237" y="7987"/>
                  </a:cubicBezTo>
                  <a:cubicBezTo>
                    <a:pt x="12875" y="7987"/>
                    <a:pt x="12508" y="7931"/>
                    <a:pt x="12154" y="7816"/>
                  </a:cubicBezTo>
                  <a:cubicBezTo>
                    <a:pt x="11549" y="7619"/>
                    <a:pt x="11379" y="7384"/>
                    <a:pt x="11100" y="6996"/>
                  </a:cubicBezTo>
                  <a:cubicBezTo>
                    <a:pt x="11057" y="6935"/>
                    <a:pt x="11012" y="6873"/>
                    <a:pt x="10961" y="6806"/>
                  </a:cubicBezTo>
                  <a:cubicBezTo>
                    <a:pt x="10874" y="6688"/>
                    <a:pt x="10810" y="6570"/>
                    <a:pt x="10752" y="6465"/>
                  </a:cubicBezTo>
                  <a:cubicBezTo>
                    <a:pt x="10645" y="6270"/>
                    <a:pt x="10552" y="6103"/>
                    <a:pt x="10374" y="6064"/>
                  </a:cubicBezTo>
                  <a:cubicBezTo>
                    <a:pt x="10350" y="6059"/>
                    <a:pt x="10324" y="6056"/>
                    <a:pt x="10297" y="6056"/>
                  </a:cubicBezTo>
                  <a:cubicBezTo>
                    <a:pt x="10134" y="6056"/>
                    <a:pt x="9926" y="6155"/>
                    <a:pt x="9625" y="6376"/>
                  </a:cubicBezTo>
                  <a:cubicBezTo>
                    <a:pt x="7505" y="7923"/>
                    <a:pt x="5381" y="9523"/>
                    <a:pt x="3311" y="11132"/>
                  </a:cubicBezTo>
                  <a:cubicBezTo>
                    <a:pt x="2412" y="11828"/>
                    <a:pt x="1295" y="12697"/>
                    <a:pt x="684" y="13873"/>
                  </a:cubicBezTo>
                  <a:cubicBezTo>
                    <a:pt x="137" y="14926"/>
                    <a:pt x="0" y="16508"/>
                    <a:pt x="990" y="17495"/>
                  </a:cubicBezTo>
                  <a:cubicBezTo>
                    <a:pt x="1742" y="18244"/>
                    <a:pt x="2827" y="18353"/>
                    <a:pt x="3878" y="18458"/>
                  </a:cubicBezTo>
                  <a:cubicBezTo>
                    <a:pt x="4548" y="18526"/>
                    <a:pt x="5240" y="18595"/>
                    <a:pt x="5852" y="18826"/>
                  </a:cubicBezTo>
                  <a:cubicBezTo>
                    <a:pt x="6947" y="19240"/>
                    <a:pt x="7812" y="20249"/>
                    <a:pt x="8053" y="21394"/>
                  </a:cubicBezTo>
                  <a:cubicBezTo>
                    <a:pt x="8101" y="21620"/>
                    <a:pt x="8129" y="21860"/>
                    <a:pt x="8156" y="22094"/>
                  </a:cubicBezTo>
                  <a:cubicBezTo>
                    <a:pt x="8225" y="22677"/>
                    <a:pt x="8296" y="23278"/>
                    <a:pt x="8675" y="23736"/>
                  </a:cubicBezTo>
                  <a:cubicBezTo>
                    <a:pt x="9006" y="24136"/>
                    <a:pt x="9490" y="24310"/>
                    <a:pt x="9985" y="24310"/>
                  </a:cubicBezTo>
                  <a:cubicBezTo>
                    <a:pt x="10497" y="24310"/>
                    <a:pt x="11021" y="24124"/>
                    <a:pt x="11405" y="23813"/>
                  </a:cubicBezTo>
                  <a:cubicBezTo>
                    <a:pt x="12060" y="23271"/>
                    <a:pt x="12479" y="22362"/>
                    <a:pt x="12616" y="21181"/>
                  </a:cubicBezTo>
                  <a:cubicBezTo>
                    <a:pt x="12667" y="20744"/>
                    <a:pt x="12682" y="20296"/>
                    <a:pt x="12696" y="19865"/>
                  </a:cubicBezTo>
                  <a:cubicBezTo>
                    <a:pt x="12713" y="19341"/>
                    <a:pt x="12732" y="18800"/>
                    <a:pt x="12813" y="18278"/>
                  </a:cubicBezTo>
                  <a:cubicBezTo>
                    <a:pt x="13181" y="15931"/>
                    <a:pt x="14856" y="13747"/>
                    <a:pt x="17409" y="12290"/>
                  </a:cubicBezTo>
                  <a:cubicBezTo>
                    <a:pt x="19698" y="10982"/>
                    <a:pt x="22310" y="10397"/>
                    <a:pt x="24834" y="9833"/>
                  </a:cubicBezTo>
                  <a:cubicBezTo>
                    <a:pt x="27443" y="9250"/>
                    <a:pt x="30140" y="8646"/>
                    <a:pt x="32856" y="8579"/>
                  </a:cubicBezTo>
                  <a:cubicBezTo>
                    <a:pt x="33015" y="8575"/>
                    <a:pt x="33173" y="8573"/>
                    <a:pt x="33329" y="8573"/>
                  </a:cubicBezTo>
                  <a:cubicBezTo>
                    <a:pt x="36161" y="8573"/>
                    <a:pt x="38674" y="9217"/>
                    <a:pt x="40623" y="10443"/>
                  </a:cubicBezTo>
                  <a:cubicBezTo>
                    <a:pt x="41155" y="10777"/>
                    <a:pt x="41605" y="10945"/>
                    <a:pt x="41961" y="10945"/>
                  </a:cubicBezTo>
                  <a:cubicBezTo>
                    <a:pt x="42233" y="10945"/>
                    <a:pt x="42449" y="10847"/>
                    <a:pt x="42605" y="10649"/>
                  </a:cubicBezTo>
                  <a:cubicBezTo>
                    <a:pt x="42878" y="10303"/>
                    <a:pt x="42779" y="9788"/>
                    <a:pt x="42539" y="9456"/>
                  </a:cubicBezTo>
                  <a:cubicBezTo>
                    <a:pt x="42335" y="9172"/>
                    <a:pt x="42042" y="8971"/>
                    <a:pt x="41759" y="8777"/>
                  </a:cubicBezTo>
                  <a:cubicBezTo>
                    <a:pt x="41712" y="8746"/>
                    <a:pt x="41666" y="8712"/>
                    <a:pt x="41618" y="8681"/>
                  </a:cubicBezTo>
                  <a:cubicBezTo>
                    <a:pt x="39701" y="7340"/>
                    <a:pt x="38412" y="5153"/>
                    <a:pt x="38170" y="2827"/>
                  </a:cubicBezTo>
                  <a:lnTo>
                    <a:pt x="38154" y="2679"/>
                  </a:lnTo>
                  <a:cubicBezTo>
                    <a:pt x="38051" y="1671"/>
                    <a:pt x="37924" y="414"/>
                    <a:pt x="36944" y="72"/>
                  </a:cubicBezTo>
                  <a:cubicBezTo>
                    <a:pt x="36804" y="22"/>
                    <a:pt x="36661" y="0"/>
                    <a:pt x="36520"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5594200" y="1383800"/>
              <a:ext cx="131725" cy="260175"/>
            </a:xfrm>
            <a:custGeom>
              <a:rect b="b" l="l" r="r" t="t"/>
              <a:pathLst>
                <a:path extrusionOk="0" h="10407" w="5269">
                  <a:moveTo>
                    <a:pt x="1133" y="147"/>
                  </a:moveTo>
                  <a:cubicBezTo>
                    <a:pt x="1250" y="147"/>
                    <a:pt x="1371" y="169"/>
                    <a:pt x="1497" y="210"/>
                  </a:cubicBezTo>
                  <a:cubicBezTo>
                    <a:pt x="2983" y="715"/>
                    <a:pt x="4628" y="3968"/>
                    <a:pt x="4793" y="4849"/>
                  </a:cubicBezTo>
                  <a:cubicBezTo>
                    <a:pt x="5116" y="6562"/>
                    <a:pt x="4682" y="8417"/>
                    <a:pt x="3635" y="9810"/>
                  </a:cubicBezTo>
                  <a:cubicBezTo>
                    <a:pt x="3509" y="9976"/>
                    <a:pt x="3370" y="10138"/>
                    <a:pt x="3188" y="10213"/>
                  </a:cubicBezTo>
                  <a:cubicBezTo>
                    <a:pt x="3113" y="10244"/>
                    <a:pt x="3035" y="10259"/>
                    <a:pt x="2957" y="10259"/>
                  </a:cubicBezTo>
                  <a:cubicBezTo>
                    <a:pt x="2599" y="10259"/>
                    <a:pt x="2236" y="9954"/>
                    <a:pt x="2027" y="9592"/>
                  </a:cubicBezTo>
                  <a:cubicBezTo>
                    <a:pt x="1458" y="8609"/>
                    <a:pt x="1558" y="7399"/>
                    <a:pt x="1656" y="6228"/>
                  </a:cubicBezTo>
                  <a:cubicBezTo>
                    <a:pt x="1759" y="4996"/>
                    <a:pt x="1867" y="3723"/>
                    <a:pt x="1200" y="2697"/>
                  </a:cubicBezTo>
                  <a:cubicBezTo>
                    <a:pt x="1093" y="2533"/>
                    <a:pt x="968" y="2380"/>
                    <a:pt x="847" y="2231"/>
                  </a:cubicBezTo>
                  <a:cubicBezTo>
                    <a:pt x="685" y="2031"/>
                    <a:pt x="517" y="1825"/>
                    <a:pt x="398" y="1596"/>
                  </a:cubicBezTo>
                  <a:cubicBezTo>
                    <a:pt x="204" y="1220"/>
                    <a:pt x="169" y="694"/>
                    <a:pt x="480" y="415"/>
                  </a:cubicBezTo>
                  <a:cubicBezTo>
                    <a:pt x="681" y="236"/>
                    <a:pt x="897" y="147"/>
                    <a:pt x="1133" y="147"/>
                  </a:cubicBezTo>
                  <a:close/>
                  <a:moveTo>
                    <a:pt x="1134" y="1"/>
                  </a:moveTo>
                  <a:cubicBezTo>
                    <a:pt x="861" y="1"/>
                    <a:pt x="610" y="103"/>
                    <a:pt x="383" y="307"/>
                  </a:cubicBezTo>
                  <a:cubicBezTo>
                    <a:pt x="0" y="650"/>
                    <a:pt x="54" y="1252"/>
                    <a:pt x="268" y="1665"/>
                  </a:cubicBezTo>
                  <a:cubicBezTo>
                    <a:pt x="393" y="1907"/>
                    <a:pt x="567" y="2120"/>
                    <a:pt x="734" y="2326"/>
                  </a:cubicBezTo>
                  <a:cubicBezTo>
                    <a:pt x="852" y="2471"/>
                    <a:pt x="975" y="2622"/>
                    <a:pt x="1077" y="2779"/>
                  </a:cubicBezTo>
                  <a:cubicBezTo>
                    <a:pt x="1716" y="3763"/>
                    <a:pt x="1611" y="5011"/>
                    <a:pt x="1511" y="6218"/>
                  </a:cubicBezTo>
                  <a:cubicBezTo>
                    <a:pt x="1410" y="7411"/>
                    <a:pt x="1306" y="8644"/>
                    <a:pt x="1900" y="9666"/>
                  </a:cubicBezTo>
                  <a:cubicBezTo>
                    <a:pt x="2135" y="10070"/>
                    <a:pt x="2544" y="10407"/>
                    <a:pt x="2961" y="10407"/>
                  </a:cubicBezTo>
                  <a:cubicBezTo>
                    <a:pt x="3055" y="10407"/>
                    <a:pt x="3152" y="10389"/>
                    <a:pt x="3248" y="10351"/>
                  </a:cubicBezTo>
                  <a:cubicBezTo>
                    <a:pt x="3462" y="10262"/>
                    <a:pt x="3618" y="10082"/>
                    <a:pt x="3755" y="9899"/>
                  </a:cubicBezTo>
                  <a:cubicBezTo>
                    <a:pt x="4827" y="8474"/>
                    <a:pt x="5268" y="6577"/>
                    <a:pt x="4940" y="4825"/>
                  </a:cubicBezTo>
                  <a:cubicBezTo>
                    <a:pt x="4771" y="3924"/>
                    <a:pt x="3079" y="595"/>
                    <a:pt x="1547" y="74"/>
                  </a:cubicBezTo>
                  <a:cubicBezTo>
                    <a:pt x="1404" y="25"/>
                    <a:pt x="1266" y="1"/>
                    <a:pt x="113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5306675" y="408475"/>
              <a:ext cx="244950" cy="634925"/>
            </a:xfrm>
            <a:custGeom>
              <a:rect b="b" l="l" r="r" t="t"/>
              <a:pathLst>
                <a:path extrusionOk="0" h="25397" w="9798">
                  <a:moveTo>
                    <a:pt x="2092" y="147"/>
                  </a:moveTo>
                  <a:cubicBezTo>
                    <a:pt x="3310" y="177"/>
                    <a:pt x="4228" y="1666"/>
                    <a:pt x="4466" y="2662"/>
                  </a:cubicBezTo>
                  <a:cubicBezTo>
                    <a:pt x="4646" y="3418"/>
                    <a:pt x="4655" y="4215"/>
                    <a:pt x="4665" y="4986"/>
                  </a:cubicBezTo>
                  <a:cubicBezTo>
                    <a:pt x="4671" y="5540"/>
                    <a:pt x="4677" y="6113"/>
                    <a:pt x="4746" y="6671"/>
                  </a:cubicBezTo>
                  <a:cubicBezTo>
                    <a:pt x="4986" y="8616"/>
                    <a:pt x="5965" y="10361"/>
                    <a:pt x="6911" y="12049"/>
                  </a:cubicBezTo>
                  <a:cubicBezTo>
                    <a:pt x="7645" y="13357"/>
                    <a:pt x="8405" y="14709"/>
                    <a:pt x="8820" y="16153"/>
                  </a:cubicBezTo>
                  <a:cubicBezTo>
                    <a:pt x="9642" y="19005"/>
                    <a:pt x="9044" y="22248"/>
                    <a:pt x="7257" y="24619"/>
                  </a:cubicBezTo>
                  <a:cubicBezTo>
                    <a:pt x="6938" y="25042"/>
                    <a:pt x="6640" y="25248"/>
                    <a:pt x="6350" y="25248"/>
                  </a:cubicBezTo>
                  <a:cubicBezTo>
                    <a:pt x="6323" y="25248"/>
                    <a:pt x="6297" y="25246"/>
                    <a:pt x="6270" y="25243"/>
                  </a:cubicBezTo>
                  <a:cubicBezTo>
                    <a:pt x="5923" y="25197"/>
                    <a:pt x="5686" y="24843"/>
                    <a:pt x="5630" y="24515"/>
                  </a:cubicBezTo>
                  <a:cubicBezTo>
                    <a:pt x="5574" y="24176"/>
                    <a:pt x="5655" y="23823"/>
                    <a:pt x="5733" y="23482"/>
                  </a:cubicBezTo>
                  <a:lnTo>
                    <a:pt x="5745" y="23426"/>
                  </a:lnTo>
                  <a:cubicBezTo>
                    <a:pt x="7112" y="17399"/>
                    <a:pt x="5721" y="10846"/>
                    <a:pt x="2020" y="5896"/>
                  </a:cubicBezTo>
                  <a:cubicBezTo>
                    <a:pt x="1932" y="5778"/>
                    <a:pt x="1842" y="5659"/>
                    <a:pt x="1751" y="5540"/>
                  </a:cubicBezTo>
                  <a:cubicBezTo>
                    <a:pt x="1090" y="4672"/>
                    <a:pt x="405" y="3773"/>
                    <a:pt x="249" y="2709"/>
                  </a:cubicBezTo>
                  <a:cubicBezTo>
                    <a:pt x="152" y="2053"/>
                    <a:pt x="399" y="1256"/>
                    <a:pt x="865" y="731"/>
                  </a:cubicBezTo>
                  <a:cubicBezTo>
                    <a:pt x="1101" y="464"/>
                    <a:pt x="1498" y="149"/>
                    <a:pt x="2055" y="149"/>
                  </a:cubicBezTo>
                  <a:cubicBezTo>
                    <a:pt x="2067" y="149"/>
                    <a:pt x="2080" y="149"/>
                    <a:pt x="2092" y="147"/>
                  </a:cubicBezTo>
                  <a:close/>
                  <a:moveTo>
                    <a:pt x="2058" y="0"/>
                  </a:moveTo>
                  <a:cubicBezTo>
                    <a:pt x="1571" y="0"/>
                    <a:pt x="1122" y="217"/>
                    <a:pt x="754" y="631"/>
                  </a:cubicBezTo>
                  <a:cubicBezTo>
                    <a:pt x="261" y="1188"/>
                    <a:pt x="0" y="2032"/>
                    <a:pt x="103" y="2730"/>
                  </a:cubicBezTo>
                  <a:cubicBezTo>
                    <a:pt x="265" y="3831"/>
                    <a:pt x="961" y="4746"/>
                    <a:pt x="1633" y="5629"/>
                  </a:cubicBezTo>
                  <a:cubicBezTo>
                    <a:pt x="1725" y="5749"/>
                    <a:pt x="1814" y="5866"/>
                    <a:pt x="1904" y="5985"/>
                  </a:cubicBezTo>
                  <a:cubicBezTo>
                    <a:pt x="5577" y="10900"/>
                    <a:pt x="6960" y="17408"/>
                    <a:pt x="5603" y="23393"/>
                  </a:cubicBezTo>
                  <a:lnTo>
                    <a:pt x="5589" y="23448"/>
                  </a:lnTo>
                  <a:cubicBezTo>
                    <a:pt x="5508" y="23804"/>
                    <a:pt x="5424" y="24173"/>
                    <a:pt x="5486" y="24540"/>
                  </a:cubicBezTo>
                  <a:cubicBezTo>
                    <a:pt x="5548" y="24908"/>
                    <a:pt x="5815" y="25334"/>
                    <a:pt x="6253" y="25390"/>
                  </a:cubicBezTo>
                  <a:cubicBezTo>
                    <a:pt x="6286" y="25393"/>
                    <a:pt x="6320" y="25396"/>
                    <a:pt x="6353" y="25396"/>
                  </a:cubicBezTo>
                  <a:cubicBezTo>
                    <a:pt x="6692" y="25396"/>
                    <a:pt x="7027" y="25170"/>
                    <a:pt x="7377" y="24708"/>
                  </a:cubicBezTo>
                  <a:cubicBezTo>
                    <a:pt x="9190" y="22303"/>
                    <a:pt x="9798" y="19010"/>
                    <a:pt x="8963" y="16114"/>
                  </a:cubicBezTo>
                  <a:cubicBezTo>
                    <a:pt x="8543" y="14654"/>
                    <a:pt x="7780" y="13294"/>
                    <a:pt x="7042" y="11978"/>
                  </a:cubicBezTo>
                  <a:cubicBezTo>
                    <a:pt x="6101" y="10302"/>
                    <a:pt x="5129" y="8570"/>
                    <a:pt x="4893" y="6655"/>
                  </a:cubicBezTo>
                  <a:cubicBezTo>
                    <a:pt x="4825" y="6105"/>
                    <a:pt x="4818" y="5536"/>
                    <a:pt x="4811" y="4986"/>
                  </a:cubicBezTo>
                  <a:cubicBezTo>
                    <a:pt x="4803" y="4206"/>
                    <a:pt x="4794" y="3400"/>
                    <a:pt x="4609" y="2628"/>
                  </a:cubicBezTo>
                  <a:cubicBezTo>
                    <a:pt x="4361" y="1587"/>
                    <a:pt x="3392" y="33"/>
                    <a:pt x="2096" y="1"/>
                  </a:cubicBezTo>
                  <a:cubicBezTo>
                    <a:pt x="2083" y="0"/>
                    <a:pt x="2071" y="0"/>
                    <a:pt x="205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5342275" y="443325"/>
              <a:ext cx="63750" cy="81900"/>
            </a:xfrm>
            <a:custGeom>
              <a:rect b="b" l="l" r="r" t="t"/>
              <a:pathLst>
                <a:path extrusionOk="0" h="3276" w="2550">
                  <a:moveTo>
                    <a:pt x="1008" y="146"/>
                  </a:moveTo>
                  <a:cubicBezTo>
                    <a:pt x="1138" y="146"/>
                    <a:pt x="1272" y="184"/>
                    <a:pt x="1410" y="258"/>
                  </a:cubicBezTo>
                  <a:cubicBezTo>
                    <a:pt x="1972" y="565"/>
                    <a:pt x="2402" y="1433"/>
                    <a:pt x="2384" y="1946"/>
                  </a:cubicBezTo>
                  <a:cubicBezTo>
                    <a:pt x="2369" y="2369"/>
                    <a:pt x="2159" y="2761"/>
                    <a:pt x="1839" y="2969"/>
                  </a:cubicBezTo>
                  <a:cubicBezTo>
                    <a:pt x="1674" y="3076"/>
                    <a:pt x="1481" y="3129"/>
                    <a:pt x="1293" y="3129"/>
                  </a:cubicBezTo>
                  <a:cubicBezTo>
                    <a:pt x="1088" y="3129"/>
                    <a:pt x="887" y="3066"/>
                    <a:pt x="733" y="2940"/>
                  </a:cubicBezTo>
                  <a:cubicBezTo>
                    <a:pt x="400" y="2673"/>
                    <a:pt x="151" y="1914"/>
                    <a:pt x="175" y="1247"/>
                  </a:cubicBezTo>
                  <a:cubicBezTo>
                    <a:pt x="192" y="797"/>
                    <a:pt x="330" y="459"/>
                    <a:pt x="563" y="297"/>
                  </a:cubicBezTo>
                  <a:cubicBezTo>
                    <a:pt x="707" y="197"/>
                    <a:pt x="856" y="146"/>
                    <a:pt x="1008" y="146"/>
                  </a:cubicBezTo>
                  <a:close/>
                  <a:moveTo>
                    <a:pt x="1006" y="0"/>
                  </a:moveTo>
                  <a:cubicBezTo>
                    <a:pt x="824" y="0"/>
                    <a:pt x="646" y="59"/>
                    <a:pt x="477" y="176"/>
                  </a:cubicBezTo>
                  <a:cubicBezTo>
                    <a:pt x="203" y="366"/>
                    <a:pt x="43" y="746"/>
                    <a:pt x="26" y="1243"/>
                  </a:cubicBezTo>
                  <a:cubicBezTo>
                    <a:pt x="0" y="1963"/>
                    <a:pt x="269" y="2759"/>
                    <a:pt x="638" y="3057"/>
                  </a:cubicBezTo>
                  <a:cubicBezTo>
                    <a:pt x="818" y="3202"/>
                    <a:pt x="1053" y="3275"/>
                    <a:pt x="1292" y="3275"/>
                  </a:cubicBezTo>
                  <a:cubicBezTo>
                    <a:pt x="1508" y="3275"/>
                    <a:pt x="1729" y="3215"/>
                    <a:pt x="1917" y="3095"/>
                  </a:cubicBezTo>
                  <a:cubicBezTo>
                    <a:pt x="2278" y="2862"/>
                    <a:pt x="2513" y="2424"/>
                    <a:pt x="2530" y="1954"/>
                  </a:cubicBezTo>
                  <a:cubicBezTo>
                    <a:pt x="2549" y="1386"/>
                    <a:pt x="2096" y="466"/>
                    <a:pt x="1479" y="130"/>
                  </a:cubicBezTo>
                  <a:cubicBezTo>
                    <a:pt x="1321" y="43"/>
                    <a:pt x="1162" y="0"/>
                    <a:pt x="100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474900" y="806250"/>
              <a:ext cx="46800" cy="154700"/>
            </a:xfrm>
            <a:custGeom>
              <a:rect b="b" l="l" r="r" t="t"/>
              <a:pathLst>
                <a:path extrusionOk="0" h="6188" w="1872">
                  <a:moveTo>
                    <a:pt x="639" y="149"/>
                  </a:moveTo>
                  <a:cubicBezTo>
                    <a:pt x="721" y="149"/>
                    <a:pt x="815" y="226"/>
                    <a:pt x="882" y="298"/>
                  </a:cubicBezTo>
                  <a:cubicBezTo>
                    <a:pt x="1010" y="430"/>
                    <a:pt x="1069" y="626"/>
                    <a:pt x="1121" y="798"/>
                  </a:cubicBezTo>
                  <a:cubicBezTo>
                    <a:pt x="1367" y="1611"/>
                    <a:pt x="1621" y="2452"/>
                    <a:pt x="1678" y="3313"/>
                  </a:cubicBezTo>
                  <a:cubicBezTo>
                    <a:pt x="1723" y="3983"/>
                    <a:pt x="1657" y="4949"/>
                    <a:pt x="1095" y="5745"/>
                  </a:cubicBezTo>
                  <a:cubicBezTo>
                    <a:pt x="984" y="5902"/>
                    <a:pt x="818" y="6039"/>
                    <a:pt x="670" y="6039"/>
                  </a:cubicBezTo>
                  <a:cubicBezTo>
                    <a:pt x="632" y="6039"/>
                    <a:pt x="595" y="6030"/>
                    <a:pt x="561" y="6009"/>
                  </a:cubicBezTo>
                  <a:cubicBezTo>
                    <a:pt x="444" y="5941"/>
                    <a:pt x="411" y="5776"/>
                    <a:pt x="392" y="5607"/>
                  </a:cubicBezTo>
                  <a:cubicBezTo>
                    <a:pt x="272" y="4476"/>
                    <a:pt x="148" y="3166"/>
                    <a:pt x="231" y="1913"/>
                  </a:cubicBezTo>
                  <a:cubicBezTo>
                    <a:pt x="233" y="1877"/>
                    <a:pt x="237" y="1826"/>
                    <a:pt x="239" y="1763"/>
                  </a:cubicBezTo>
                  <a:cubicBezTo>
                    <a:pt x="256" y="1392"/>
                    <a:pt x="306" y="268"/>
                    <a:pt x="598" y="156"/>
                  </a:cubicBezTo>
                  <a:cubicBezTo>
                    <a:pt x="610" y="152"/>
                    <a:pt x="625" y="149"/>
                    <a:pt x="639" y="149"/>
                  </a:cubicBezTo>
                  <a:close/>
                  <a:moveTo>
                    <a:pt x="641" y="1"/>
                  </a:moveTo>
                  <a:cubicBezTo>
                    <a:pt x="609" y="1"/>
                    <a:pt x="577" y="6"/>
                    <a:pt x="546" y="18"/>
                  </a:cubicBezTo>
                  <a:cubicBezTo>
                    <a:pt x="210" y="145"/>
                    <a:pt x="129" y="928"/>
                    <a:pt x="92" y="1754"/>
                  </a:cubicBezTo>
                  <a:cubicBezTo>
                    <a:pt x="89" y="1816"/>
                    <a:pt x="87" y="1867"/>
                    <a:pt x="84" y="1903"/>
                  </a:cubicBezTo>
                  <a:cubicBezTo>
                    <a:pt x="0" y="3167"/>
                    <a:pt x="123" y="4486"/>
                    <a:pt x="246" y="5622"/>
                  </a:cubicBezTo>
                  <a:cubicBezTo>
                    <a:pt x="268" y="5829"/>
                    <a:pt x="313" y="6034"/>
                    <a:pt x="485" y="6136"/>
                  </a:cubicBezTo>
                  <a:cubicBezTo>
                    <a:pt x="546" y="6172"/>
                    <a:pt x="608" y="6188"/>
                    <a:pt x="671" y="6188"/>
                  </a:cubicBezTo>
                  <a:cubicBezTo>
                    <a:pt x="872" y="6188"/>
                    <a:pt x="1077" y="6028"/>
                    <a:pt x="1217" y="5829"/>
                  </a:cubicBezTo>
                  <a:cubicBezTo>
                    <a:pt x="1804" y="4997"/>
                    <a:pt x="1872" y="3996"/>
                    <a:pt x="1827" y="3302"/>
                  </a:cubicBezTo>
                  <a:cubicBezTo>
                    <a:pt x="1769" y="2425"/>
                    <a:pt x="1512" y="1576"/>
                    <a:pt x="1264" y="754"/>
                  </a:cubicBezTo>
                  <a:cubicBezTo>
                    <a:pt x="1207" y="566"/>
                    <a:pt x="1143" y="353"/>
                    <a:pt x="990" y="194"/>
                  </a:cubicBezTo>
                  <a:cubicBezTo>
                    <a:pt x="866" y="65"/>
                    <a:pt x="749" y="1"/>
                    <a:pt x="64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603925" y="1136950"/>
              <a:ext cx="886950" cy="480850"/>
            </a:xfrm>
            <a:custGeom>
              <a:rect b="b" l="l" r="r" t="t"/>
              <a:pathLst>
                <a:path extrusionOk="0" h="19234" w="35478">
                  <a:moveTo>
                    <a:pt x="33176" y="147"/>
                  </a:moveTo>
                  <a:cubicBezTo>
                    <a:pt x="33271" y="147"/>
                    <a:pt x="33436" y="248"/>
                    <a:pt x="33669" y="731"/>
                  </a:cubicBezTo>
                  <a:cubicBezTo>
                    <a:pt x="34012" y="1439"/>
                    <a:pt x="34331" y="2175"/>
                    <a:pt x="34640" y="2886"/>
                  </a:cubicBezTo>
                  <a:cubicBezTo>
                    <a:pt x="34798" y="3250"/>
                    <a:pt x="34955" y="3613"/>
                    <a:pt x="35117" y="3974"/>
                  </a:cubicBezTo>
                  <a:cubicBezTo>
                    <a:pt x="35250" y="4270"/>
                    <a:pt x="35359" y="4663"/>
                    <a:pt x="35132" y="4853"/>
                  </a:cubicBezTo>
                  <a:cubicBezTo>
                    <a:pt x="35049" y="4922"/>
                    <a:pt x="34944" y="4946"/>
                    <a:pt x="34826" y="4946"/>
                  </a:cubicBezTo>
                  <a:cubicBezTo>
                    <a:pt x="34718" y="4946"/>
                    <a:pt x="34601" y="4927"/>
                    <a:pt x="34480" y="4904"/>
                  </a:cubicBezTo>
                  <a:cubicBezTo>
                    <a:pt x="33681" y="4750"/>
                    <a:pt x="32878" y="4684"/>
                    <a:pt x="32073" y="4684"/>
                  </a:cubicBezTo>
                  <a:cubicBezTo>
                    <a:pt x="29802" y="4684"/>
                    <a:pt x="27517" y="5203"/>
                    <a:pt x="25289" y="5709"/>
                  </a:cubicBezTo>
                  <a:cubicBezTo>
                    <a:pt x="24580" y="5870"/>
                    <a:pt x="23847" y="6036"/>
                    <a:pt x="23130" y="6183"/>
                  </a:cubicBezTo>
                  <a:cubicBezTo>
                    <a:pt x="22351" y="6341"/>
                    <a:pt x="21555" y="6482"/>
                    <a:pt x="20786" y="6617"/>
                  </a:cubicBezTo>
                  <a:cubicBezTo>
                    <a:pt x="19365" y="6867"/>
                    <a:pt x="17899" y="7127"/>
                    <a:pt x="16483" y="7509"/>
                  </a:cubicBezTo>
                  <a:cubicBezTo>
                    <a:pt x="13908" y="8201"/>
                    <a:pt x="11940" y="9199"/>
                    <a:pt x="10469" y="10559"/>
                  </a:cubicBezTo>
                  <a:cubicBezTo>
                    <a:pt x="8658" y="12232"/>
                    <a:pt x="7677" y="14500"/>
                    <a:pt x="7844" y="16625"/>
                  </a:cubicBezTo>
                  <a:cubicBezTo>
                    <a:pt x="7854" y="16745"/>
                    <a:pt x="7867" y="16868"/>
                    <a:pt x="7879" y="16989"/>
                  </a:cubicBezTo>
                  <a:cubicBezTo>
                    <a:pt x="7930" y="17465"/>
                    <a:pt x="7983" y="17957"/>
                    <a:pt x="7817" y="18397"/>
                  </a:cubicBezTo>
                  <a:cubicBezTo>
                    <a:pt x="7700" y="18705"/>
                    <a:pt x="7395" y="18979"/>
                    <a:pt x="7074" y="19060"/>
                  </a:cubicBezTo>
                  <a:cubicBezTo>
                    <a:pt x="7016" y="19075"/>
                    <a:pt x="6950" y="19086"/>
                    <a:pt x="6879" y="19086"/>
                  </a:cubicBezTo>
                  <a:cubicBezTo>
                    <a:pt x="6755" y="19086"/>
                    <a:pt x="6617" y="19052"/>
                    <a:pt x="6493" y="18946"/>
                  </a:cubicBezTo>
                  <a:cubicBezTo>
                    <a:pt x="6268" y="18752"/>
                    <a:pt x="6209" y="18426"/>
                    <a:pt x="6152" y="18111"/>
                  </a:cubicBezTo>
                  <a:lnTo>
                    <a:pt x="6136" y="18018"/>
                  </a:lnTo>
                  <a:cubicBezTo>
                    <a:pt x="5842" y="16430"/>
                    <a:pt x="4823" y="15019"/>
                    <a:pt x="3408" y="14241"/>
                  </a:cubicBezTo>
                  <a:cubicBezTo>
                    <a:pt x="3122" y="14083"/>
                    <a:pt x="2819" y="13950"/>
                    <a:pt x="2525" y="13821"/>
                  </a:cubicBezTo>
                  <a:cubicBezTo>
                    <a:pt x="2179" y="13669"/>
                    <a:pt x="1821" y="13514"/>
                    <a:pt x="1493" y="13317"/>
                  </a:cubicBezTo>
                  <a:cubicBezTo>
                    <a:pt x="796" y="12897"/>
                    <a:pt x="357" y="12319"/>
                    <a:pt x="287" y="11730"/>
                  </a:cubicBezTo>
                  <a:cubicBezTo>
                    <a:pt x="157" y="10629"/>
                    <a:pt x="1203" y="9758"/>
                    <a:pt x="2128" y="9123"/>
                  </a:cubicBezTo>
                  <a:lnTo>
                    <a:pt x="5083" y="7097"/>
                  </a:lnTo>
                  <a:cubicBezTo>
                    <a:pt x="5683" y="6685"/>
                    <a:pt x="6364" y="6219"/>
                    <a:pt x="7138" y="6157"/>
                  </a:cubicBezTo>
                  <a:cubicBezTo>
                    <a:pt x="7199" y="6153"/>
                    <a:pt x="7259" y="6151"/>
                    <a:pt x="7320" y="6151"/>
                  </a:cubicBezTo>
                  <a:cubicBezTo>
                    <a:pt x="7726" y="6151"/>
                    <a:pt x="8133" y="6251"/>
                    <a:pt x="8528" y="6348"/>
                  </a:cubicBezTo>
                  <a:cubicBezTo>
                    <a:pt x="8934" y="6448"/>
                    <a:pt x="9355" y="6551"/>
                    <a:pt x="9780" y="6551"/>
                  </a:cubicBezTo>
                  <a:lnTo>
                    <a:pt x="9804" y="6551"/>
                  </a:lnTo>
                  <a:cubicBezTo>
                    <a:pt x="11047" y="6540"/>
                    <a:pt x="12028" y="5683"/>
                    <a:pt x="12977" y="4853"/>
                  </a:cubicBezTo>
                  <a:cubicBezTo>
                    <a:pt x="13879" y="4065"/>
                    <a:pt x="14812" y="3250"/>
                    <a:pt x="15959" y="3176"/>
                  </a:cubicBezTo>
                  <a:cubicBezTo>
                    <a:pt x="16016" y="3173"/>
                    <a:pt x="16073" y="3171"/>
                    <a:pt x="16130" y="3171"/>
                  </a:cubicBezTo>
                  <a:cubicBezTo>
                    <a:pt x="16988" y="3171"/>
                    <a:pt x="17800" y="3581"/>
                    <a:pt x="18586" y="3980"/>
                  </a:cubicBezTo>
                  <a:cubicBezTo>
                    <a:pt x="18872" y="4125"/>
                    <a:pt x="19164" y="4272"/>
                    <a:pt x="19457" y="4400"/>
                  </a:cubicBezTo>
                  <a:cubicBezTo>
                    <a:pt x="20623" y="4909"/>
                    <a:pt x="21845" y="5110"/>
                    <a:pt x="23059" y="5110"/>
                  </a:cubicBezTo>
                  <a:cubicBezTo>
                    <a:pt x="25571" y="5110"/>
                    <a:pt x="28048" y="4249"/>
                    <a:pt x="29920" y="3477"/>
                  </a:cubicBezTo>
                  <a:cubicBezTo>
                    <a:pt x="30985" y="3038"/>
                    <a:pt x="32025" y="2496"/>
                    <a:pt x="32437" y="1506"/>
                  </a:cubicBezTo>
                  <a:cubicBezTo>
                    <a:pt x="32486" y="1391"/>
                    <a:pt x="32533" y="1264"/>
                    <a:pt x="32582" y="1134"/>
                  </a:cubicBezTo>
                  <a:cubicBezTo>
                    <a:pt x="32745" y="699"/>
                    <a:pt x="32949" y="157"/>
                    <a:pt x="33172" y="147"/>
                  </a:cubicBezTo>
                  <a:cubicBezTo>
                    <a:pt x="33173" y="147"/>
                    <a:pt x="33175" y="147"/>
                    <a:pt x="33176" y="147"/>
                  </a:cubicBezTo>
                  <a:close/>
                  <a:moveTo>
                    <a:pt x="33178" y="0"/>
                  </a:moveTo>
                  <a:cubicBezTo>
                    <a:pt x="33175" y="0"/>
                    <a:pt x="33171" y="1"/>
                    <a:pt x="33167" y="1"/>
                  </a:cubicBezTo>
                  <a:cubicBezTo>
                    <a:pt x="32847" y="15"/>
                    <a:pt x="32643" y="558"/>
                    <a:pt x="32446" y="1083"/>
                  </a:cubicBezTo>
                  <a:cubicBezTo>
                    <a:pt x="32398" y="1212"/>
                    <a:pt x="32351" y="1339"/>
                    <a:pt x="32302" y="1452"/>
                  </a:cubicBezTo>
                  <a:cubicBezTo>
                    <a:pt x="31909" y="2392"/>
                    <a:pt x="30899" y="2917"/>
                    <a:pt x="29865" y="3343"/>
                  </a:cubicBezTo>
                  <a:cubicBezTo>
                    <a:pt x="27230" y="4429"/>
                    <a:pt x="24989" y="4968"/>
                    <a:pt x="23036" y="4968"/>
                  </a:cubicBezTo>
                  <a:cubicBezTo>
                    <a:pt x="21748" y="4968"/>
                    <a:pt x="20585" y="4733"/>
                    <a:pt x="19517" y="4267"/>
                  </a:cubicBezTo>
                  <a:cubicBezTo>
                    <a:pt x="19228" y="4141"/>
                    <a:pt x="18936" y="3994"/>
                    <a:pt x="18654" y="3851"/>
                  </a:cubicBezTo>
                  <a:cubicBezTo>
                    <a:pt x="17852" y="3445"/>
                    <a:pt x="17024" y="3026"/>
                    <a:pt x="16131" y="3026"/>
                  </a:cubicBezTo>
                  <a:cubicBezTo>
                    <a:pt x="16071" y="3026"/>
                    <a:pt x="16011" y="3028"/>
                    <a:pt x="15951" y="3032"/>
                  </a:cubicBezTo>
                  <a:cubicBezTo>
                    <a:pt x="14752" y="3109"/>
                    <a:pt x="13802" y="3940"/>
                    <a:pt x="12881" y="4745"/>
                  </a:cubicBezTo>
                  <a:cubicBezTo>
                    <a:pt x="11910" y="5593"/>
                    <a:pt x="10991" y="6395"/>
                    <a:pt x="9804" y="6406"/>
                  </a:cubicBezTo>
                  <a:cubicBezTo>
                    <a:pt x="9800" y="6406"/>
                    <a:pt x="9796" y="6406"/>
                    <a:pt x="9792" y="6406"/>
                  </a:cubicBezTo>
                  <a:cubicBezTo>
                    <a:pt x="9383" y="6406"/>
                    <a:pt x="8967" y="6304"/>
                    <a:pt x="8566" y="6206"/>
                  </a:cubicBezTo>
                  <a:cubicBezTo>
                    <a:pt x="8161" y="6106"/>
                    <a:pt x="7743" y="6003"/>
                    <a:pt x="7319" y="6003"/>
                  </a:cubicBezTo>
                  <a:cubicBezTo>
                    <a:pt x="7255" y="6003"/>
                    <a:pt x="7191" y="6006"/>
                    <a:pt x="7127" y="6011"/>
                  </a:cubicBezTo>
                  <a:cubicBezTo>
                    <a:pt x="6314" y="6077"/>
                    <a:pt x="5587" y="6576"/>
                    <a:pt x="5001" y="6977"/>
                  </a:cubicBezTo>
                  <a:lnTo>
                    <a:pt x="2046" y="9003"/>
                  </a:lnTo>
                  <a:cubicBezTo>
                    <a:pt x="1085" y="9661"/>
                    <a:pt x="1" y="10569"/>
                    <a:pt x="141" y="11747"/>
                  </a:cubicBezTo>
                  <a:cubicBezTo>
                    <a:pt x="244" y="12617"/>
                    <a:pt x="985" y="13183"/>
                    <a:pt x="1417" y="13443"/>
                  </a:cubicBezTo>
                  <a:cubicBezTo>
                    <a:pt x="1752" y="13647"/>
                    <a:pt x="2115" y="13805"/>
                    <a:pt x="2466" y="13958"/>
                  </a:cubicBezTo>
                  <a:cubicBezTo>
                    <a:pt x="2756" y="14085"/>
                    <a:pt x="3056" y="14216"/>
                    <a:pt x="3338" y="14371"/>
                  </a:cubicBezTo>
                  <a:cubicBezTo>
                    <a:pt x="4713" y="15126"/>
                    <a:pt x="5706" y="16502"/>
                    <a:pt x="5991" y="18045"/>
                  </a:cubicBezTo>
                  <a:lnTo>
                    <a:pt x="6008" y="18137"/>
                  </a:lnTo>
                  <a:cubicBezTo>
                    <a:pt x="6067" y="18462"/>
                    <a:pt x="6132" y="18829"/>
                    <a:pt x="6398" y="19057"/>
                  </a:cubicBezTo>
                  <a:cubicBezTo>
                    <a:pt x="6533" y="19174"/>
                    <a:pt x="6701" y="19234"/>
                    <a:pt x="6883" y="19234"/>
                  </a:cubicBezTo>
                  <a:cubicBezTo>
                    <a:pt x="6956" y="19234"/>
                    <a:pt x="7032" y="19223"/>
                    <a:pt x="7112" y="19206"/>
                  </a:cubicBezTo>
                  <a:cubicBezTo>
                    <a:pt x="7482" y="19112"/>
                    <a:pt x="7822" y="18809"/>
                    <a:pt x="7957" y="18453"/>
                  </a:cubicBezTo>
                  <a:cubicBezTo>
                    <a:pt x="8135" y="17981"/>
                    <a:pt x="8081" y="17470"/>
                    <a:pt x="8028" y="16976"/>
                  </a:cubicBezTo>
                  <a:cubicBezTo>
                    <a:pt x="8015" y="16854"/>
                    <a:pt x="8002" y="16735"/>
                    <a:pt x="7993" y="16616"/>
                  </a:cubicBezTo>
                  <a:cubicBezTo>
                    <a:pt x="7829" y="14535"/>
                    <a:pt x="8793" y="12313"/>
                    <a:pt x="10571" y="10669"/>
                  </a:cubicBezTo>
                  <a:cubicBezTo>
                    <a:pt x="12025" y="9327"/>
                    <a:pt x="13971" y="8340"/>
                    <a:pt x="16524" y="7653"/>
                  </a:cubicBezTo>
                  <a:cubicBezTo>
                    <a:pt x="17933" y="7272"/>
                    <a:pt x="19397" y="7015"/>
                    <a:pt x="20813" y="6764"/>
                  </a:cubicBezTo>
                  <a:cubicBezTo>
                    <a:pt x="21584" y="6628"/>
                    <a:pt x="22381" y="6487"/>
                    <a:pt x="23161" y="6328"/>
                  </a:cubicBezTo>
                  <a:cubicBezTo>
                    <a:pt x="23881" y="6181"/>
                    <a:pt x="24615" y="6015"/>
                    <a:pt x="25324" y="5854"/>
                  </a:cubicBezTo>
                  <a:cubicBezTo>
                    <a:pt x="27545" y="5350"/>
                    <a:pt x="29820" y="4833"/>
                    <a:pt x="32077" y="4833"/>
                  </a:cubicBezTo>
                  <a:cubicBezTo>
                    <a:pt x="32873" y="4833"/>
                    <a:pt x="33667" y="4897"/>
                    <a:pt x="34455" y="5049"/>
                  </a:cubicBezTo>
                  <a:cubicBezTo>
                    <a:pt x="34560" y="5069"/>
                    <a:pt x="34691" y="5094"/>
                    <a:pt x="34823" y="5094"/>
                  </a:cubicBezTo>
                  <a:cubicBezTo>
                    <a:pt x="34966" y="5094"/>
                    <a:pt x="35112" y="5065"/>
                    <a:pt x="35229" y="4968"/>
                  </a:cubicBezTo>
                  <a:cubicBezTo>
                    <a:pt x="35469" y="4767"/>
                    <a:pt x="35478" y="4413"/>
                    <a:pt x="35255" y="3914"/>
                  </a:cubicBezTo>
                  <a:cubicBezTo>
                    <a:pt x="35093" y="3553"/>
                    <a:pt x="34936" y="3191"/>
                    <a:pt x="34778" y="2828"/>
                  </a:cubicBezTo>
                  <a:cubicBezTo>
                    <a:pt x="34468" y="2115"/>
                    <a:pt x="34148" y="1378"/>
                    <a:pt x="33805" y="668"/>
                  </a:cubicBezTo>
                  <a:cubicBezTo>
                    <a:pt x="33584" y="213"/>
                    <a:pt x="33381" y="0"/>
                    <a:pt x="3317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647075" y="1246450"/>
              <a:ext cx="403775" cy="260500"/>
            </a:xfrm>
            <a:custGeom>
              <a:rect b="b" l="l" r="r" t="t"/>
              <a:pathLst>
                <a:path extrusionOk="0" h="10420" w="16151">
                  <a:moveTo>
                    <a:pt x="14857" y="149"/>
                  </a:moveTo>
                  <a:cubicBezTo>
                    <a:pt x="15308" y="149"/>
                    <a:pt x="15746" y="323"/>
                    <a:pt x="15832" y="697"/>
                  </a:cubicBezTo>
                  <a:cubicBezTo>
                    <a:pt x="15980" y="1334"/>
                    <a:pt x="15039" y="1706"/>
                    <a:pt x="14748" y="1805"/>
                  </a:cubicBezTo>
                  <a:cubicBezTo>
                    <a:pt x="14526" y="1881"/>
                    <a:pt x="14303" y="1956"/>
                    <a:pt x="14079" y="2031"/>
                  </a:cubicBezTo>
                  <a:cubicBezTo>
                    <a:pt x="12393" y="2597"/>
                    <a:pt x="10648" y="3184"/>
                    <a:pt x="9106" y="4125"/>
                  </a:cubicBezTo>
                  <a:cubicBezTo>
                    <a:pt x="7115" y="5343"/>
                    <a:pt x="5792" y="7010"/>
                    <a:pt x="5381" y="8820"/>
                  </a:cubicBezTo>
                  <a:cubicBezTo>
                    <a:pt x="5365" y="8887"/>
                    <a:pt x="5352" y="8954"/>
                    <a:pt x="5337" y="9022"/>
                  </a:cubicBezTo>
                  <a:cubicBezTo>
                    <a:pt x="5274" y="9328"/>
                    <a:pt x="5208" y="9645"/>
                    <a:pt x="5035" y="9899"/>
                  </a:cubicBezTo>
                  <a:cubicBezTo>
                    <a:pt x="4890" y="10113"/>
                    <a:pt x="4632" y="10273"/>
                    <a:pt x="4389" y="10273"/>
                  </a:cubicBezTo>
                  <a:cubicBezTo>
                    <a:pt x="4298" y="10273"/>
                    <a:pt x="4209" y="10250"/>
                    <a:pt x="4129" y="10200"/>
                  </a:cubicBezTo>
                  <a:cubicBezTo>
                    <a:pt x="3826" y="10012"/>
                    <a:pt x="3851" y="9640"/>
                    <a:pt x="3877" y="9211"/>
                  </a:cubicBezTo>
                  <a:cubicBezTo>
                    <a:pt x="3900" y="8857"/>
                    <a:pt x="3924" y="8494"/>
                    <a:pt x="3755" y="8199"/>
                  </a:cubicBezTo>
                  <a:cubicBezTo>
                    <a:pt x="3541" y="7824"/>
                    <a:pt x="3119" y="7719"/>
                    <a:pt x="2686" y="7719"/>
                  </a:cubicBezTo>
                  <a:cubicBezTo>
                    <a:pt x="2438" y="7719"/>
                    <a:pt x="2185" y="7752"/>
                    <a:pt x="1964" y="7791"/>
                  </a:cubicBezTo>
                  <a:cubicBezTo>
                    <a:pt x="1854" y="7810"/>
                    <a:pt x="1655" y="7839"/>
                    <a:pt x="1433" y="7839"/>
                  </a:cubicBezTo>
                  <a:cubicBezTo>
                    <a:pt x="1030" y="7839"/>
                    <a:pt x="552" y="7745"/>
                    <a:pt x="405" y="7332"/>
                  </a:cubicBezTo>
                  <a:cubicBezTo>
                    <a:pt x="179" y="6705"/>
                    <a:pt x="934" y="6236"/>
                    <a:pt x="1599" y="5824"/>
                  </a:cubicBezTo>
                  <a:cubicBezTo>
                    <a:pt x="1850" y="5669"/>
                    <a:pt x="2085" y="5523"/>
                    <a:pt x="2242" y="5382"/>
                  </a:cubicBezTo>
                  <a:cubicBezTo>
                    <a:pt x="3212" y="4505"/>
                    <a:pt x="4188" y="3701"/>
                    <a:pt x="5460" y="3520"/>
                  </a:cubicBezTo>
                  <a:cubicBezTo>
                    <a:pt x="5686" y="3487"/>
                    <a:pt x="5916" y="3476"/>
                    <a:pt x="6146" y="3476"/>
                  </a:cubicBezTo>
                  <a:cubicBezTo>
                    <a:pt x="6385" y="3476"/>
                    <a:pt x="6624" y="3488"/>
                    <a:pt x="6859" y="3499"/>
                  </a:cubicBezTo>
                  <a:cubicBezTo>
                    <a:pt x="7096" y="3511"/>
                    <a:pt x="7338" y="3523"/>
                    <a:pt x="7579" y="3523"/>
                  </a:cubicBezTo>
                  <a:cubicBezTo>
                    <a:pt x="7834" y="3523"/>
                    <a:pt x="8089" y="3509"/>
                    <a:pt x="8341" y="3469"/>
                  </a:cubicBezTo>
                  <a:cubicBezTo>
                    <a:pt x="9526" y="3280"/>
                    <a:pt x="10517" y="2531"/>
                    <a:pt x="11473" y="1805"/>
                  </a:cubicBezTo>
                  <a:cubicBezTo>
                    <a:pt x="12444" y="1070"/>
                    <a:pt x="13448" y="309"/>
                    <a:pt x="14637" y="162"/>
                  </a:cubicBezTo>
                  <a:cubicBezTo>
                    <a:pt x="14709" y="153"/>
                    <a:pt x="14783" y="149"/>
                    <a:pt x="14857" y="149"/>
                  </a:cubicBezTo>
                  <a:close/>
                  <a:moveTo>
                    <a:pt x="14851" y="1"/>
                  </a:moveTo>
                  <a:cubicBezTo>
                    <a:pt x="14773" y="1"/>
                    <a:pt x="14695" y="5"/>
                    <a:pt x="14619" y="15"/>
                  </a:cubicBezTo>
                  <a:cubicBezTo>
                    <a:pt x="13390" y="167"/>
                    <a:pt x="12371" y="940"/>
                    <a:pt x="11384" y="1686"/>
                  </a:cubicBezTo>
                  <a:cubicBezTo>
                    <a:pt x="10441" y="2402"/>
                    <a:pt x="9466" y="3141"/>
                    <a:pt x="8318" y="3324"/>
                  </a:cubicBezTo>
                  <a:cubicBezTo>
                    <a:pt x="8075" y="3362"/>
                    <a:pt x="7827" y="3375"/>
                    <a:pt x="7578" y="3375"/>
                  </a:cubicBezTo>
                  <a:cubicBezTo>
                    <a:pt x="7340" y="3375"/>
                    <a:pt x="7101" y="3363"/>
                    <a:pt x="6866" y="3352"/>
                  </a:cubicBezTo>
                  <a:cubicBezTo>
                    <a:pt x="6629" y="3341"/>
                    <a:pt x="6387" y="3329"/>
                    <a:pt x="6143" y="3329"/>
                  </a:cubicBezTo>
                  <a:cubicBezTo>
                    <a:pt x="5909" y="3329"/>
                    <a:pt x="5673" y="3340"/>
                    <a:pt x="5440" y="3373"/>
                  </a:cubicBezTo>
                  <a:cubicBezTo>
                    <a:pt x="4127" y="3561"/>
                    <a:pt x="3131" y="4378"/>
                    <a:pt x="2144" y="5272"/>
                  </a:cubicBezTo>
                  <a:cubicBezTo>
                    <a:pt x="1999" y="5405"/>
                    <a:pt x="1767" y="5548"/>
                    <a:pt x="1524" y="5699"/>
                  </a:cubicBezTo>
                  <a:cubicBezTo>
                    <a:pt x="845" y="6120"/>
                    <a:pt x="0" y="6642"/>
                    <a:pt x="266" y="7382"/>
                  </a:cubicBezTo>
                  <a:cubicBezTo>
                    <a:pt x="444" y="7877"/>
                    <a:pt x="992" y="7986"/>
                    <a:pt x="1440" y="7986"/>
                  </a:cubicBezTo>
                  <a:cubicBezTo>
                    <a:pt x="1671" y="7986"/>
                    <a:pt x="1876" y="7957"/>
                    <a:pt x="1990" y="7937"/>
                  </a:cubicBezTo>
                  <a:cubicBezTo>
                    <a:pt x="2204" y="7899"/>
                    <a:pt x="2448" y="7865"/>
                    <a:pt x="2686" y="7865"/>
                  </a:cubicBezTo>
                  <a:cubicBezTo>
                    <a:pt x="3075" y="7865"/>
                    <a:pt x="3446" y="7957"/>
                    <a:pt x="3627" y="8272"/>
                  </a:cubicBezTo>
                  <a:cubicBezTo>
                    <a:pt x="3774" y="8529"/>
                    <a:pt x="3753" y="8870"/>
                    <a:pt x="3730" y="9202"/>
                  </a:cubicBezTo>
                  <a:cubicBezTo>
                    <a:pt x="3702" y="9637"/>
                    <a:pt x="3672" y="10089"/>
                    <a:pt x="4050" y="10325"/>
                  </a:cubicBezTo>
                  <a:cubicBezTo>
                    <a:pt x="4155" y="10391"/>
                    <a:pt x="4270" y="10419"/>
                    <a:pt x="4385" y="10419"/>
                  </a:cubicBezTo>
                  <a:cubicBezTo>
                    <a:pt x="4681" y="10419"/>
                    <a:pt x="4987" y="10233"/>
                    <a:pt x="5156" y="9981"/>
                  </a:cubicBezTo>
                  <a:cubicBezTo>
                    <a:pt x="5344" y="9702"/>
                    <a:pt x="5414" y="9372"/>
                    <a:pt x="5481" y="9051"/>
                  </a:cubicBezTo>
                  <a:cubicBezTo>
                    <a:pt x="5494" y="8984"/>
                    <a:pt x="5508" y="8917"/>
                    <a:pt x="5523" y="8851"/>
                  </a:cubicBezTo>
                  <a:cubicBezTo>
                    <a:pt x="6065" y="6462"/>
                    <a:pt x="8048" y="4944"/>
                    <a:pt x="9182" y="4250"/>
                  </a:cubicBezTo>
                  <a:cubicBezTo>
                    <a:pt x="10709" y="3319"/>
                    <a:pt x="12446" y="2734"/>
                    <a:pt x="14125" y="2170"/>
                  </a:cubicBezTo>
                  <a:cubicBezTo>
                    <a:pt x="14349" y="2096"/>
                    <a:pt x="14572" y="2021"/>
                    <a:pt x="14794" y="1944"/>
                  </a:cubicBezTo>
                  <a:cubicBezTo>
                    <a:pt x="15115" y="1835"/>
                    <a:pt x="16150" y="1420"/>
                    <a:pt x="15976" y="664"/>
                  </a:cubicBezTo>
                  <a:cubicBezTo>
                    <a:pt x="15872" y="211"/>
                    <a:pt x="15364" y="1"/>
                    <a:pt x="1485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2129082" y="715483"/>
            <a:ext cx="3475090" cy="5277261"/>
            <a:chOff x="1962725" y="422100"/>
            <a:chExt cx="1592325" cy="2418100"/>
          </a:xfrm>
        </p:grpSpPr>
        <p:sp>
          <p:nvSpPr>
            <p:cNvPr id="32" name="Google Shape;32;p2"/>
            <p:cNvSpPr/>
            <p:nvPr/>
          </p:nvSpPr>
          <p:spPr>
            <a:xfrm>
              <a:off x="3218150" y="2758150"/>
              <a:ext cx="49375" cy="28550"/>
            </a:xfrm>
            <a:custGeom>
              <a:rect b="b" l="l" r="r" t="t"/>
              <a:pathLst>
                <a:path extrusionOk="0" h="1142" w="1975">
                  <a:moveTo>
                    <a:pt x="925" y="118"/>
                  </a:moveTo>
                  <a:cubicBezTo>
                    <a:pt x="729" y="0"/>
                    <a:pt x="465" y="12"/>
                    <a:pt x="280" y="146"/>
                  </a:cubicBezTo>
                  <a:cubicBezTo>
                    <a:pt x="96" y="280"/>
                    <a:pt x="1" y="530"/>
                    <a:pt x="48" y="753"/>
                  </a:cubicBezTo>
                  <a:cubicBezTo>
                    <a:pt x="535" y="1141"/>
                    <a:pt x="1302" y="1108"/>
                    <a:pt x="1755" y="680"/>
                  </a:cubicBezTo>
                  <a:cubicBezTo>
                    <a:pt x="1873" y="568"/>
                    <a:pt x="1974" y="407"/>
                    <a:pt x="1930" y="249"/>
                  </a:cubicBezTo>
                  <a:cubicBezTo>
                    <a:pt x="1878" y="74"/>
                    <a:pt x="1670" y="0"/>
                    <a:pt x="1489" y="0"/>
                  </a:cubicBezTo>
                  <a:cubicBezTo>
                    <a:pt x="1309" y="1"/>
                    <a:pt x="1126" y="51"/>
                    <a:pt x="950" y="1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065575" y="1803150"/>
              <a:ext cx="72500" cy="29275"/>
            </a:xfrm>
            <a:custGeom>
              <a:rect b="b" l="l" r="r" t="t"/>
              <a:pathLst>
                <a:path extrusionOk="0" h="1171" w="2900">
                  <a:moveTo>
                    <a:pt x="575" y="95"/>
                  </a:moveTo>
                  <a:cubicBezTo>
                    <a:pt x="1353" y="116"/>
                    <a:pt x="2126" y="329"/>
                    <a:pt x="2805" y="709"/>
                  </a:cubicBezTo>
                  <a:cubicBezTo>
                    <a:pt x="2849" y="733"/>
                    <a:pt x="2900" y="773"/>
                    <a:pt x="2888" y="823"/>
                  </a:cubicBezTo>
                  <a:cubicBezTo>
                    <a:pt x="2877" y="864"/>
                    <a:pt x="2830" y="882"/>
                    <a:pt x="2789" y="892"/>
                  </a:cubicBezTo>
                  <a:cubicBezTo>
                    <a:pt x="1892" y="1110"/>
                    <a:pt x="959" y="1170"/>
                    <a:pt x="44" y="1071"/>
                  </a:cubicBezTo>
                  <a:cubicBezTo>
                    <a:pt x="1" y="941"/>
                    <a:pt x="143" y="818"/>
                    <a:pt x="278" y="799"/>
                  </a:cubicBezTo>
                  <a:cubicBezTo>
                    <a:pt x="414" y="782"/>
                    <a:pt x="555" y="821"/>
                    <a:pt x="688" y="791"/>
                  </a:cubicBezTo>
                  <a:cubicBezTo>
                    <a:pt x="822" y="762"/>
                    <a:pt x="946" y="607"/>
                    <a:pt x="871" y="492"/>
                  </a:cubicBezTo>
                  <a:cubicBezTo>
                    <a:pt x="761" y="496"/>
                    <a:pt x="648" y="497"/>
                    <a:pt x="547" y="451"/>
                  </a:cubicBezTo>
                  <a:cubicBezTo>
                    <a:pt x="446" y="406"/>
                    <a:pt x="365" y="300"/>
                    <a:pt x="380" y="190"/>
                  </a:cubicBezTo>
                  <a:cubicBezTo>
                    <a:pt x="396" y="81"/>
                    <a:pt x="539" y="0"/>
                    <a:pt x="624" y="7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3140600" y="1818775"/>
              <a:ext cx="26200" cy="15075"/>
            </a:xfrm>
            <a:custGeom>
              <a:rect b="b" l="l" r="r" t="t"/>
              <a:pathLst>
                <a:path extrusionOk="0" h="603" w="1048">
                  <a:moveTo>
                    <a:pt x="879" y="152"/>
                  </a:moveTo>
                  <a:cubicBezTo>
                    <a:pt x="628" y="65"/>
                    <a:pt x="342" y="85"/>
                    <a:pt x="107" y="209"/>
                  </a:cubicBezTo>
                  <a:cubicBezTo>
                    <a:pt x="69" y="230"/>
                    <a:pt x="28" y="258"/>
                    <a:pt x="18" y="302"/>
                  </a:cubicBezTo>
                  <a:cubicBezTo>
                    <a:pt x="0" y="377"/>
                    <a:pt x="87" y="432"/>
                    <a:pt x="159" y="459"/>
                  </a:cubicBezTo>
                  <a:cubicBezTo>
                    <a:pt x="357" y="535"/>
                    <a:pt x="583" y="602"/>
                    <a:pt x="777" y="513"/>
                  </a:cubicBezTo>
                  <a:cubicBezTo>
                    <a:pt x="970" y="424"/>
                    <a:pt x="1047" y="103"/>
                    <a:pt x="861"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2946075" y="1760675"/>
              <a:ext cx="122150" cy="50475"/>
            </a:xfrm>
            <a:custGeom>
              <a:rect b="b" l="l" r="r" t="t"/>
              <a:pathLst>
                <a:path extrusionOk="0" h="2019" w="4886">
                  <a:moveTo>
                    <a:pt x="3528" y="1951"/>
                  </a:moveTo>
                  <a:cubicBezTo>
                    <a:pt x="3426" y="1936"/>
                    <a:pt x="3319" y="1913"/>
                    <a:pt x="3247" y="1839"/>
                  </a:cubicBezTo>
                  <a:cubicBezTo>
                    <a:pt x="3154" y="1744"/>
                    <a:pt x="3147" y="1591"/>
                    <a:pt x="3075" y="1481"/>
                  </a:cubicBezTo>
                  <a:cubicBezTo>
                    <a:pt x="2919" y="1238"/>
                    <a:pt x="2565" y="1289"/>
                    <a:pt x="2282" y="1239"/>
                  </a:cubicBezTo>
                  <a:cubicBezTo>
                    <a:pt x="1991" y="1189"/>
                    <a:pt x="1740" y="1011"/>
                    <a:pt x="1480" y="869"/>
                  </a:cubicBezTo>
                  <a:cubicBezTo>
                    <a:pt x="1219" y="729"/>
                    <a:pt x="910" y="620"/>
                    <a:pt x="633" y="723"/>
                  </a:cubicBezTo>
                  <a:cubicBezTo>
                    <a:pt x="440" y="795"/>
                    <a:pt x="179" y="940"/>
                    <a:pt x="76" y="761"/>
                  </a:cubicBezTo>
                  <a:cubicBezTo>
                    <a:pt x="1" y="632"/>
                    <a:pt x="130" y="471"/>
                    <a:pt x="272" y="427"/>
                  </a:cubicBezTo>
                  <a:cubicBezTo>
                    <a:pt x="412" y="383"/>
                    <a:pt x="568" y="402"/>
                    <a:pt x="706" y="351"/>
                  </a:cubicBezTo>
                  <a:cubicBezTo>
                    <a:pt x="932" y="267"/>
                    <a:pt x="1088" y="7"/>
                    <a:pt x="1330" y="4"/>
                  </a:cubicBezTo>
                  <a:cubicBezTo>
                    <a:pt x="1593" y="0"/>
                    <a:pt x="1760" y="303"/>
                    <a:pt x="2014" y="378"/>
                  </a:cubicBezTo>
                  <a:cubicBezTo>
                    <a:pt x="2166" y="422"/>
                    <a:pt x="2327" y="378"/>
                    <a:pt x="2485" y="372"/>
                  </a:cubicBezTo>
                  <a:cubicBezTo>
                    <a:pt x="2903" y="355"/>
                    <a:pt x="3281" y="603"/>
                    <a:pt x="3625" y="841"/>
                  </a:cubicBezTo>
                  <a:lnTo>
                    <a:pt x="4751" y="1619"/>
                  </a:lnTo>
                  <a:cubicBezTo>
                    <a:pt x="4784" y="1642"/>
                    <a:pt x="4819" y="1666"/>
                    <a:pt x="4840" y="1702"/>
                  </a:cubicBezTo>
                  <a:cubicBezTo>
                    <a:pt x="4886" y="1781"/>
                    <a:pt x="4840" y="1889"/>
                    <a:pt x="4763" y="1941"/>
                  </a:cubicBezTo>
                  <a:cubicBezTo>
                    <a:pt x="4688" y="1992"/>
                    <a:pt x="4591" y="2002"/>
                    <a:pt x="4499" y="2006"/>
                  </a:cubicBezTo>
                  <a:cubicBezTo>
                    <a:pt x="4174" y="2018"/>
                    <a:pt x="3848" y="2002"/>
                    <a:pt x="3528" y="19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017925" y="1821550"/>
              <a:ext cx="20525" cy="14275"/>
            </a:xfrm>
            <a:custGeom>
              <a:rect b="b" l="l" r="r" t="t"/>
              <a:pathLst>
                <a:path extrusionOk="0" h="571" w="821">
                  <a:moveTo>
                    <a:pt x="5" y="206"/>
                  </a:moveTo>
                  <a:cubicBezTo>
                    <a:pt x="120" y="62"/>
                    <a:pt x="326" y="0"/>
                    <a:pt x="501" y="57"/>
                  </a:cubicBezTo>
                  <a:cubicBezTo>
                    <a:pt x="677" y="114"/>
                    <a:pt x="809" y="284"/>
                    <a:pt x="820" y="470"/>
                  </a:cubicBezTo>
                  <a:cubicBezTo>
                    <a:pt x="542" y="571"/>
                    <a:pt x="206" y="495"/>
                    <a:pt x="0" y="28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2873700" y="718825"/>
              <a:ext cx="368900" cy="399900"/>
            </a:xfrm>
            <a:custGeom>
              <a:rect b="b" l="l" r="r" t="t"/>
              <a:pathLst>
                <a:path extrusionOk="0" h="15996" w="14756">
                  <a:moveTo>
                    <a:pt x="1284" y="368"/>
                  </a:moveTo>
                  <a:cubicBezTo>
                    <a:pt x="826" y="1199"/>
                    <a:pt x="1" y="3789"/>
                    <a:pt x="549" y="4437"/>
                  </a:cubicBezTo>
                  <a:cubicBezTo>
                    <a:pt x="1099" y="5084"/>
                    <a:pt x="1558" y="6008"/>
                    <a:pt x="3116" y="6101"/>
                  </a:cubicBezTo>
                  <a:cubicBezTo>
                    <a:pt x="4674" y="6194"/>
                    <a:pt x="5500" y="5825"/>
                    <a:pt x="6140" y="6379"/>
                  </a:cubicBezTo>
                  <a:cubicBezTo>
                    <a:pt x="6781" y="6934"/>
                    <a:pt x="9624" y="8968"/>
                    <a:pt x="8341" y="10355"/>
                  </a:cubicBezTo>
                  <a:cubicBezTo>
                    <a:pt x="7058" y="11742"/>
                    <a:pt x="4436" y="13838"/>
                    <a:pt x="6508" y="13406"/>
                  </a:cubicBezTo>
                  <a:cubicBezTo>
                    <a:pt x="9167" y="12852"/>
                    <a:pt x="10449" y="15996"/>
                    <a:pt x="11273" y="15719"/>
                  </a:cubicBezTo>
                  <a:cubicBezTo>
                    <a:pt x="12099" y="15442"/>
                    <a:pt x="12373" y="14147"/>
                    <a:pt x="11640" y="12852"/>
                  </a:cubicBezTo>
                  <a:cubicBezTo>
                    <a:pt x="10906" y="11557"/>
                    <a:pt x="10999" y="10078"/>
                    <a:pt x="11732" y="10909"/>
                  </a:cubicBezTo>
                  <a:cubicBezTo>
                    <a:pt x="12465" y="11742"/>
                    <a:pt x="14756" y="11835"/>
                    <a:pt x="12649" y="9524"/>
                  </a:cubicBezTo>
                  <a:cubicBezTo>
                    <a:pt x="10540" y="7210"/>
                    <a:pt x="10999" y="6101"/>
                    <a:pt x="10082" y="5362"/>
                  </a:cubicBezTo>
                  <a:cubicBezTo>
                    <a:pt x="9165" y="4623"/>
                    <a:pt x="7516" y="3050"/>
                    <a:pt x="6783" y="2312"/>
                  </a:cubicBezTo>
                  <a:cubicBezTo>
                    <a:pt x="6049" y="1571"/>
                    <a:pt x="6417" y="1849"/>
                    <a:pt x="5042" y="925"/>
                  </a:cubicBezTo>
                  <a:cubicBezTo>
                    <a:pt x="3667" y="0"/>
                    <a:pt x="2750" y="184"/>
                    <a:pt x="2658" y="647"/>
                  </a:cubicBezTo>
                  <a:cubicBezTo>
                    <a:pt x="2566" y="1111"/>
                    <a:pt x="2109" y="554"/>
                    <a:pt x="1833" y="463"/>
                  </a:cubicBezTo>
                  <a:cubicBezTo>
                    <a:pt x="1559" y="368"/>
                    <a:pt x="1284" y="368"/>
                    <a:pt x="1284" y="3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2461875" y="703275"/>
              <a:ext cx="157525" cy="147275"/>
            </a:xfrm>
            <a:custGeom>
              <a:rect b="b" l="l" r="r" t="t"/>
              <a:pathLst>
                <a:path extrusionOk="0" h="5891" w="6301">
                  <a:moveTo>
                    <a:pt x="1237" y="16"/>
                  </a:moveTo>
                  <a:cubicBezTo>
                    <a:pt x="852" y="25"/>
                    <a:pt x="533" y="311"/>
                    <a:pt x="472" y="695"/>
                  </a:cubicBezTo>
                  <a:cubicBezTo>
                    <a:pt x="327" y="1614"/>
                    <a:pt x="0" y="3208"/>
                    <a:pt x="343" y="3764"/>
                  </a:cubicBezTo>
                  <a:cubicBezTo>
                    <a:pt x="801" y="4504"/>
                    <a:pt x="1260" y="5891"/>
                    <a:pt x="1993" y="4965"/>
                  </a:cubicBezTo>
                  <a:cubicBezTo>
                    <a:pt x="2726" y="4041"/>
                    <a:pt x="2634" y="2839"/>
                    <a:pt x="3276" y="2561"/>
                  </a:cubicBezTo>
                  <a:cubicBezTo>
                    <a:pt x="3917" y="2285"/>
                    <a:pt x="6300" y="1266"/>
                    <a:pt x="4376" y="528"/>
                  </a:cubicBezTo>
                  <a:cubicBezTo>
                    <a:pt x="3173" y="65"/>
                    <a:pt x="1969" y="0"/>
                    <a:pt x="1237" y="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2541475" y="709525"/>
              <a:ext cx="222275" cy="231200"/>
            </a:xfrm>
            <a:custGeom>
              <a:rect b="b" l="l" r="r" t="t"/>
              <a:pathLst>
                <a:path extrusionOk="0" h="9248" w="8891">
                  <a:moveTo>
                    <a:pt x="459" y="2496"/>
                  </a:moveTo>
                  <a:cubicBezTo>
                    <a:pt x="92" y="3144"/>
                    <a:pt x="0" y="4068"/>
                    <a:pt x="367" y="4161"/>
                  </a:cubicBezTo>
                  <a:cubicBezTo>
                    <a:pt x="733" y="4254"/>
                    <a:pt x="459" y="4809"/>
                    <a:pt x="549" y="5178"/>
                  </a:cubicBezTo>
                  <a:cubicBezTo>
                    <a:pt x="641" y="5549"/>
                    <a:pt x="1375" y="5456"/>
                    <a:pt x="2107" y="5456"/>
                  </a:cubicBezTo>
                  <a:cubicBezTo>
                    <a:pt x="2842" y="5456"/>
                    <a:pt x="3849" y="5826"/>
                    <a:pt x="2657" y="6104"/>
                  </a:cubicBezTo>
                  <a:cubicBezTo>
                    <a:pt x="1466" y="6380"/>
                    <a:pt x="641" y="6473"/>
                    <a:pt x="1374" y="7121"/>
                  </a:cubicBezTo>
                  <a:cubicBezTo>
                    <a:pt x="2107" y="7768"/>
                    <a:pt x="2382" y="9248"/>
                    <a:pt x="3574" y="8786"/>
                  </a:cubicBezTo>
                  <a:cubicBezTo>
                    <a:pt x="4766" y="8324"/>
                    <a:pt x="6049" y="7677"/>
                    <a:pt x="6599" y="7677"/>
                  </a:cubicBezTo>
                  <a:cubicBezTo>
                    <a:pt x="7147" y="7677"/>
                    <a:pt x="8890" y="8324"/>
                    <a:pt x="8248" y="6936"/>
                  </a:cubicBezTo>
                  <a:cubicBezTo>
                    <a:pt x="7607" y="5550"/>
                    <a:pt x="6965" y="5364"/>
                    <a:pt x="6781" y="4347"/>
                  </a:cubicBezTo>
                  <a:cubicBezTo>
                    <a:pt x="6599" y="3329"/>
                    <a:pt x="6965" y="1"/>
                    <a:pt x="5956" y="925"/>
                  </a:cubicBezTo>
                  <a:cubicBezTo>
                    <a:pt x="4948" y="1850"/>
                    <a:pt x="4764" y="3145"/>
                    <a:pt x="4032" y="2590"/>
                  </a:cubicBezTo>
                  <a:cubicBezTo>
                    <a:pt x="3298" y="2036"/>
                    <a:pt x="2291" y="1204"/>
                    <a:pt x="1648" y="1572"/>
                  </a:cubicBezTo>
                  <a:cubicBezTo>
                    <a:pt x="1007" y="1942"/>
                    <a:pt x="459" y="2496"/>
                    <a:pt x="459" y="249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2488750" y="524550"/>
              <a:ext cx="137500" cy="104075"/>
            </a:xfrm>
            <a:custGeom>
              <a:rect b="b" l="l" r="r" t="t"/>
              <a:pathLst>
                <a:path extrusionOk="0" h="4163" w="5500">
                  <a:moveTo>
                    <a:pt x="2476" y="1110"/>
                  </a:moveTo>
                  <a:cubicBezTo>
                    <a:pt x="1376" y="1758"/>
                    <a:pt x="1" y="3424"/>
                    <a:pt x="734" y="3792"/>
                  </a:cubicBezTo>
                  <a:cubicBezTo>
                    <a:pt x="1469" y="4162"/>
                    <a:pt x="2847" y="3124"/>
                    <a:pt x="3301" y="2590"/>
                  </a:cubicBezTo>
                  <a:cubicBezTo>
                    <a:pt x="5500" y="0"/>
                    <a:pt x="2476" y="1110"/>
                    <a:pt x="2476" y="11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536875" y="582375"/>
              <a:ext cx="171875" cy="117925"/>
            </a:xfrm>
            <a:custGeom>
              <a:rect b="b" l="l" r="r" t="t"/>
              <a:pathLst>
                <a:path extrusionOk="0" h="4717" w="6875">
                  <a:moveTo>
                    <a:pt x="1559" y="1018"/>
                  </a:moveTo>
                  <a:cubicBezTo>
                    <a:pt x="1010" y="2220"/>
                    <a:pt x="1" y="3422"/>
                    <a:pt x="1193" y="3515"/>
                  </a:cubicBezTo>
                  <a:cubicBezTo>
                    <a:pt x="2384" y="3607"/>
                    <a:pt x="2568" y="3976"/>
                    <a:pt x="2660" y="4346"/>
                  </a:cubicBezTo>
                  <a:cubicBezTo>
                    <a:pt x="2750" y="4717"/>
                    <a:pt x="3760" y="4253"/>
                    <a:pt x="4675" y="3976"/>
                  </a:cubicBezTo>
                  <a:cubicBezTo>
                    <a:pt x="5592" y="3699"/>
                    <a:pt x="6508" y="3792"/>
                    <a:pt x="6691" y="2867"/>
                  </a:cubicBezTo>
                  <a:cubicBezTo>
                    <a:pt x="6874" y="1942"/>
                    <a:pt x="6508" y="1481"/>
                    <a:pt x="5865" y="740"/>
                  </a:cubicBezTo>
                  <a:cubicBezTo>
                    <a:pt x="5225" y="0"/>
                    <a:pt x="4582" y="556"/>
                    <a:pt x="4033" y="1295"/>
                  </a:cubicBezTo>
                  <a:cubicBezTo>
                    <a:pt x="3483" y="2035"/>
                    <a:pt x="2567" y="1479"/>
                    <a:pt x="2383" y="1111"/>
                  </a:cubicBezTo>
                  <a:cubicBezTo>
                    <a:pt x="2201" y="740"/>
                    <a:pt x="1559" y="1018"/>
                    <a:pt x="1559" y="10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2607625" y="471200"/>
              <a:ext cx="52300" cy="31800"/>
            </a:xfrm>
            <a:custGeom>
              <a:rect b="b" l="l" r="r" t="t"/>
              <a:pathLst>
                <a:path extrusionOk="0" h="1272" w="2092">
                  <a:moveTo>
                    <a:pt x="110" y="514"/>
                  </a:moveTo>
                  <a:cubicBezTo>
                    <a:pt x="31" y="602"/>
                    <a:pt x="1" y="736"/>
                    <a:pt x="62" y="838"/>
                  </a:cubicBezTo>
                  <a:cubicBezTo>
                    <a:pt x="233" y="1127"/>
                    <a:pt x="682" y="1227"/>
                    <a:pt x="1049" y="1252"/>
                  </a:cubicBezTo>
                  <a:cubicBezTo>
                    <a:pt x="1343" y="1272"/>
                    <a:pt x="1687" y="1268"/>
                    <a:pt x="1865" y="1032"/>
                  </a:cubicBezTo>
                  <a:cubicBezTo>
                    <a:pt x="2091" y="733"/>
                    <a:pt x="1850" y="267"/>
                    <a:pt x="1502" y="133"/>
                  </a:cubicBezTo>
                  <a:cubicBezTo>
                    <a:pt x="1153" y="1"/>
                    <a:pt x="765" y="94"/>
                    <a:pt x="404" y="18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028500" y="922850"/>
              <a:ext cx="31975" cy="46075"/>
            </a:xfrm>
            <a:custGeom>
              <a:rect b="b" l="l" r="r" t="t"/>
              <a:pathLst>
                <a:path extrusionOk="0" h="1843" w="1279">
                  <a:moveTo>
                    <a:pt x="464" y="1735"/>
                  </a:moveTo>
                  <a:cubicBezTo>
                    <a:pt x="548" y="1809"/>
                    <a:pt x="679" y="1842"/>
                    <a:pt x="783" y="1794"/>
                  </a:cubicBezTo>
                  <a:cubicBezTo>
                    <a:pt x="1075" y="1658"/>
                    <a:pt x="1196" y="1267"/>
                    <a:pt x="1236" y="945"/>
                  </a:cubicBezTo>
                  <a:cubicBezTo>
                    <a:pt x="1268" y="687"/>
                    <a:pt x="1278" y="383"/>
                    <a:pt x="1052" y="214"/>
                  </a:cubicBezTo>
                  <a:cubicBezTo>
                    <a:pt x="767" y="1"/>
                    <a:pt x="294" y="192"/>
                    <a:pt x="148" y="491"/>
                  </a:cubicBezTo>
                  <a:cubicBezTo>
                    <a:pt x="0" y="791"/>
                    <a:pt x="76" y="1138"/>
                    <a:pt x="156" y="14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2908800" y="1003975"/>
              <a:ext cx="93250" cy="84675"/>
            </a:xfrm>
            <a:custGeom>
              <a:rect b="b" l="l" r="r" t="t"/>
              <a:pathLst>
                <a:path extrusionOk="0" h="3387" w="3730">
                  <a:moveTo>
                    <a:pt x="956" y="84"/>
                  </a:moveTo>
                  <a:cubicBezTo>
                    <a:pt x="832" y="121"/>
                    <a:pt x="736" y="224"/>
                    <a:pt x="714" y="353"/>
                  </a:cubicBezTo>
                  <a:cubicBezTo>
                    <a:pt x="592" y="1090"/>
                    <a:pt x="1" y="1684"/>
                    <a:pt x="337" y="2278"/>
                  </a:cubicBezTo>
                  <a:cubicBezTo>
                    <a:pt x="703" y="2926"/>
                    <a:pt x="1712" y="3387"/>
                    <a:pt x="1895" y="2926"/>
                  </a:cubicBezTo>
                  <a:cubicBezTo>
                    <a:pt x="2079" y="2463"/>
                    <a:pt x="2630" y="2648"/>
                    <a:pt x="2904" y="2648"/>
                  </a:cubicBezTo>
                  <a:cubicBezTo>
                    <a:pt x="3179" y="2648"/>
                    <a:pt x="3730" y="2555"/>
                    <a:pt x="3087" y="1631"/>
                  </a:cubicBezTo>
                  <a:cubicBezTo>
                    <a:pt x="2642" y="988"/>
                    <a:pt x="2193" y="1400"/>
                    <a:pt x="1528" y="199"/>
                  </a:cubicBezTo>
                  <a:cubicBezTo>
                    <a:pt x="1441" y="43"/>
                    <a:pt x="1235" y="1"/>
                    <a:pt x="1064" y="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2730075" y="710825"/>
              <a:ext cx="87150" cy="124325"/>
            </a:xfrm>
            <a:custGeom>
              <a:rect b="b" l="l" r="r" t="t"/>
              <a:pathLst>
                <a:path extrusionOk="0" h="4973" w="3486">
                  <a:moveTo>
                    <a:pt x="999" y="818"/>
                  </a:moveTo>
                  <a:cubicBezTo>
                    <a:pt x="840" y="897"/>
                    <a:pt x="761" y="1087"/>
                    <a:pt x="825" y="1256"/>
                  </a:cubicBezTo>
                  <a:cubicBezTo>
                    <a:pt x="963" y="1617"/>
                    <a:pt x="1105" y="1826"/>
                    <a:pt x="613" y="2075"/>
                  </a:cubicBezTo>
                  <a:cubicBezTo>
                    <a:pt x="1" y="2384"/>
                    <a:pt x="246" y="2384"/>
                    <a:pt x="857" y="3308"/>
                  </a:cubicBezTo>
                  <a:cubicBezTo>
                    <a:pt x="1469" y="4233"/>
                    <a:pt x="1774" y="4973"/>
                    <a:pt x="2263" y="4357"/>
                  </a:cubicBezTo>
                  <a:cubicBezTo>
                    <a:pt x="2752" y="3741"/>
                    <a:pt x="3486" y="2691"/>
                    <a:pt x="2935" y="2199"/>
                  </a:cubicBezTo>
                  <a:cubicBezTo>
                    <a:pt x="2386" y="1706"/>
                    <a:pt x="3181" y="104"/>
                    <a:pt x="2324" y="41"/>
                  </a:cubicBezTo>
                  <a:cubicBezTo>
                    <a:pt x="1760" y="1"/>
                    <a:pt x="1318" y="658"/>
                    <a:pt x="999" y="8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2690400" y="422100"/>
              <a:ext cx="85575" cy="123300"/>
            </a:xfrm>
            <a:custGeom>
              <a:rect b="b" l="l" r="r" t="t"/>
              <a:pathLst>
                <a:path extrusionOk="0" h="4932" w="3423">
                  <a:moveTo>
                    <a:pt x="123" y="801"/>
                  </a:moveTo>
                  <a:cubicBezTo>
                    <a:pt x="368" y="1418"/>
                    <a:pt x="917" y="1542"/>
                    <a:pt x="917" y="2034"/>
                  </a:cubicBezTo>
                  <a:cubicBezTo>
                    <a:pt x="917" y="2526"/>
                    <a:pt x="62" y="2896"/>
                    <a:pt x="1222" y="3390"/>
                  </a:cubicBezTo>
                  <a:cubicBezTo>
                    <a:pt x="2383" y="3883"/>
                    <a:pt x="3118" y="4932"/>
                    <a:pt x="3239" y="4377"/>
                  </a:cubicBezTo>
                  <a:cubicBezTo>
                    <a:pt x="3361" y="3823"/>
                    <a:pt x="3422" y="2773"/>
                    <a:pt x="3056" y="2281"/>
                  </a:cubicBezTo>
                  <a:cubicBezTo>
                    <a:pt x="2690" y="1789"/>
                    <a:pt x="2112" y="938"/>
                    <a:pt x="1529" y="678"/>
                  </a:cubicBezTo>
                  <a:cubicBezTo>
                    <a:pt x="1" y="0"/>
                    <a:pt x="123" y="801"/>
                    <a:pt x="123" y="80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2603300" y="511475"/>
              <a:ext cx="63425" cy="44750"/>
            </a:xfrm>
            <a:custGeom>
              <a:rect b="b" l="l" r="r" t="t"/>
              <a:pathLst>
                <a:path extrusionOk="0" h="1790" w="2537">
                  <a:moveTo>
                    <a:pt x="307" y="494"/>
                  </a:moveTo>
                  <a:cubicBezTo>
                    <a:pt x="1" y="618"/>
                    <a:pt x="123" y="1789"/>
                    <a:pt x="734" y="1789"/>
                  </a:cubicBezTo>
                  <a:cubicBezTo>
                    <a:pt x="1346" y="1789"/>
                    <a:pt x="2537" y="525"/>
                    <a:pt x="1895" y="310"/>
                  </a:cubicBezTo>
                  <a:cubicBezTo>
                    <a:pt x="980" y="0"/>
                    <a:pt x="307" y="494"/>
                    <a:pt x="307" y="49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2717900" y="590050"/>
              <a:ext cx="74875" cy="89400"/>
            </a:xfrm>
            <a:custGeom>
              <a:rect b="b" l="l" r="r" t="t"/>
              <a:pathLst>
                <a:path extrusionOk="0" h="3576" w="2995">
                  <a:moveTo>
                    <a:pt x="1" y="371"/>
                  </a:moveTo>
                  <a:cubicBezTo>
                    <a:pt x="306" y="988"/>
                    <a:pt x="183" y="2405"/>
                    <a:pt x="734" y="2405"/>
                  </a:cubicBezTo>
                  <a:cubicBezTo>
                    <a:pt x="1284" y="2405"/>
                    <a:pt x="1346" y="2590"/>
                    <a:pt x="1652" y="2960"/>
                  </a:cubicBezTo>
                  <a:cubicBezTo>
                    <a:pt x="1957" y="3329"/>
                    <a:pt x="2995" y="3576"/>
                    <a:pt x="2995" y="2159"/>
                  </a:cubicBezTo>
                  <a:cubicBezTo>
                    <a:pt x="2995" y="742"/>
                    <a:pt x="2689" y="1"/>
                    <a:pt x="2141" y="186"/>
                  </a:cubicBezTo>
                  <a:cubicBezTo>
                    <a:pt x="1591" y="370"/>
                    <a:pt x="673" y="803"/>
                    <a:pt x="552" y="618"/>
                  </a:cubicBezTo>
                  <a:cubicBezTo>
                    <a:pt x="429" y="433"/>
                    <a:pt x="1" y="371"/>
                    <a:pt x="1" y="37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2782050" y="469850"/>
              <a:ext cx="48900" cy="55550"/>
            </a:xfrm>
            <a:custGeom>
              <a:rect b="b" l="l" r="r" t="t"/>
              <a:pathLst>
                <a:path extrusionOk="0" h="2222" w="1956">
                  <a:moveTo>
                    <a:pt x="1" y="309"/>
                  </a:moveTo>
                  <a:cubicBezTo>
                    <a:pt x="184" y="742"/>
                    <a:pt x="123" y="2221"/>
                    <a:pt x="856" y="2221"/>
                  </a:cubicBezTo>
                  <a:cubicBezTo>
                    <a:pt x="1590" y="2221"/>
                    <a:pt x="1956" y="1112"/>
                    <a:pt x="1102" y="556"/>
                  </a:cubicBezTo>
                  <a:cubicBezTo>
                    <a:pt x="245" y="1"/>
                    <a:pt x="1" y="309"/>
                    <a:pt x="1" y="30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2801925" y="634750"/>
              <a:ext cx="42775" cy="70950"/>
            </a:xfrm>
            <a:custGeom>
              <a:rect b="b" l="l" r="r" t="t"/>
              <a:pathLst>
                <a:path extrusionOk="0" h="2838" w="1711">
                  <a:moveTo>
                    <a:pt x="673" y="495"/>
                  </a:moveTo>
                  <a:cubicBezTo>
                    <a:pt x="123" y="1049"/>
                    <a:pt x="0" y="1666"/>
                    <a:pt x="427" y="1912"/>
                  </a:cubicBezTo>
                  <a:cubicBezTo>
                    <a:pt x="855" y="2158"/>
                    <a:pt x="1711" y="2837"/>
                    <a:pt x="1405" y="1420"/>
                  </a:cubicBezTo>
                  <a:cubicBezTo>
                    <a:pt x="1099" y="1"/>
                    <a:pt x="673" y="495"/>
                    <a:pt x="673" y="49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962725" y="709125"/>
              <a:ext cx="1331850" cy="1262750"/>
            </a:xfrm>
            <a:custGeom>
              <a:rect b="b" l="l" r="r" t="t"/>
              <a:pathLst>
                <a:path extrusionOk="0" h="50510" w="53274">
                  <a:moveTo>
                    <a:pt x="48752" y="17523"/>
                  </a:moveTo>
                  <a:cubicBezTo>
                    <a:pt x="49150" y="18416"/>
                    <a:pt x="49699" y="19525"/>
                    <a:pt x="50035" y="20266"/>
                  </a:cubicBezTo>
                  <a:cubicBezTo>
                    <a:pt x="50372" y="21006"/>
                    <a:pt x="50890" y="22053"/>
                    <a:pt x="51318" y="22239"/>
                  </a:cubicBezTo>
                  <a:cubicBezTo>
                    <a:pt x="51747" y="22424"/>
                    <a:pt x="51747" y="22763"/>
                    <a:pt x="52082" y="23011"/>
                  </a:cubicBezTo>
                  <a:cubicBezTo>
                    <a:pt x="52418" y="23257"/>
                    <a:pt x="53274" y="23811"/>
                    <a:pt x="52845" y="24337"/>
                  </a:cubicBezTo>
                  <a:cubicBezTo>
                    <a:pt x="52417" y="24862"/>
                    <a:pt x="51410" y="25908"/>
                    <a:pt x="50737" y="25940"/>
                  </a:cubicBezTo>
                  <a:cubicBezTo>
                    <a:pt x="50065" y="25971"/>
                    <a:pt x="48659" y="25662"/>
                    <a:pt x="48048" y="26095"/>
                  </a:cubicBezTo>
                  <a:cubicBezTo>
                    <a:pt x="47437" y="26526"/>
                    <a:pt x="46276" y="27297"/>
                    <a:pt x="46367" y="27390"/>
                  </a:cubicBezTo>
                  <a:cubicBezTo>
                    <a:pt x="46459" y="27481"/>
                    <a:pt x="46795" y="27419"/>
                    <a:pt x="47131" y="27174"/>
                  </a:cubicBezTo>
                  <a:cubicBezTo>
                    <a:pt x="47468" y="26927"/>
                    <a:pt x="48658" y="26526"/>
                    <a:pt x="48658" y="26711"/>
                  </a:cubicBezTo>
                  <a:cubicBezTo>
                    <a:pt x="48658" y="26895"/>
                    <a:pt x="48627" y="27328"/>
                    <a:pt x="48597" y="27728"/>
                  </a:cubicBezTo>
                  <a:cubicBezTo>
                    <a:pt x="48566" y="28129"/>
                    <a:pt x="48445" y="28345"/>
                    <a:pt x="48780" y="28438"/>
                  </a:cubicBezTo>
                  <a:cubicBezTo>
                    <a:pt x="49117" y="28531"/>
                    <a:pt x="49300" y="28808"/>
                    <a:pt x="49544" y="28839"/>
                  </a:cubicBezTo>
                  <a:cubicBezTo>
                    <a:pt x="49788" y="28870"/>
                    <a:pt x="50307" y="28222"/>
                    <a:pt x="50490" y="28346"/>
                  </a:cubicBezTo>
                  <a:cubicBezTo>
                    <a:pt x="50674" y="28470"/>
                    <a:pt x="51315" y="28808"/>
                    <a:pt x="50582" y="29209"/>
                  </a:cubicBezTo>
                  <a:cubicBezTo>
                    <a:pt x="49848" y="29610"/>
                    <a:pt x="49238" y="30010"/>
                    <a:pt x="49024" y="30134"/>
                  </a:cubicBezTo>
                  <a:cubicBezTo>
                    <a:pt x="48810" y="30258"/>
                    <a:pt x="48078" y="30935"/>
                    <a:pt x="48016" y="30595"/>
                  </a:cubicBezTo>
                  <a:cubicBezTo>
                    <a:pt x="47955" y="30256"/>
                    <a:pt x="48047" y="29826"/>
                    <a:pt x="48321" y="29702"/>
                  </a:cubicBezTo>
                  <a:cubicBezTo>
                    <a:pt x="48596" y="29578"/>
                    <a:pt x="48901" y="29054"/>
                    <a:pt x="48444" y="29331"/>
                  </a:cubicBezTo>
                  <a:cubicBezTo>
                    <a:pt x="47986" y="29609"/>
                    <a:pt x="46092" y="30163"/>
                    <a:pt x="46031" y="30440"/>
                  </a:cubicBezTo>
                  <a:cubicBezTo>
                    <a:pt x="45970" y="30718"/>
                    <a:pt x="45725" y="30934"/>
                    <a:pt x="45908" y="31212"/>
                  </a:cubicBezTo>
                  <a:cubicBezTo>
                    <a:pt x="46092" y="31489"/>
                    <a:pt x="46305" y="31766"/>
                    <a:pt x="45572" y="32013"/>
                  </a:cubicBezTo>
                  <a:cubicBezTo>
                    <a:pt x="44838" y="32259"/>
                    <a:pt x="44534" y="32228"/>
                    <a:pt x="44319" y="32691"/>
                  </a:cubicBezTo>
                  <a:cubicBezTo>
                    <a:pt x="44319" y="32691"/>
                    <a:pt x="44021" y="33654"/>
                    <a:pt x="43815" y="33955"/>
                  </a:cubicBezTo>
                  <a:cubicBezTo>
                    <a:pt x="43608" y="34256"/>
                    <a:pt x="43540" y="34325"/>
                    <a:pt x="43402" y="34232"/>
                  </a:cubicBezTo>
                  <a:cubicBezTo>
                    <a:pt x="43265" y="34139"/>
                    <a:pt x="43105" y="33862"/>
                    <a:pt x="43265" y="34417"/>
                  </a:cubicBezTo>
                  <a:cubicBezTo>
                    <a:pt x="43425" y="34971"/>
                    <a:pt x="43837" y="35458"/>
                    <a:pt x="43013" y="36036"/>
                  </a:cubicBezTo>
                  <a:cubicBezTo>
                    <a:pt x="42187" y="36613"/>
                    <a:pt x="41042" y="37331"/>
                    <a:pt x="41018" y="37561"/>
                  </a:cubicBezTo>
                  <a:cubicBezTo>
                    <a:pt x="40996" y="37792"/>
                    <a:pt x="40721" y="38069"/>
                    <a:pt x="40972" y="38902"/>
                  </a:cubicBezTo>
                  <a:cubicBezTo>
                    <a:pt x="41224" y="39735"/>
                    <a:pt x="41636" y="41352"/>
                    <a:pt x="41202" y="41330"/>
                  </a:cubicBezTo>
                  <a:cubicBezTo>
                    <a:pt x="40766" y="41306"/>
                    <a:pt x="40399" y="40312"/>
                    <a:pt x="40285" y="39988"/>
                  </a:cubicBezTo>
                  <a:cubicBezTo>
                    <a:pt x="40170" y="39664"/>
                    <a:pt x="40102" y="38716"/>
                    <a:pt x="39506" y="38740"/>
                  </a:cubicBezTo>
                  <a:cubicBezTo>
                    <a:pt x="38911" y="38763"/>
                    <a:pt x="37513" y="38486"/>
                    <a:pt x="37169" y="38647"/>
                  </a:cubicBezTo>
                  <a:cubicBezTo>
                    <a:pt x="36826" y="38808"/>
                    <a:pt x="36895" y="39040"/>
                    <a:pt x="36092" y="38925"/>
                  </a:cubicBezTo>
                  <a:cubicBezTo>
                    <a:pt x="35290" y="38808"/>
                    <a:pt x="34328" y="38878"/>
                    <a:pt x="33686" y="39618"/>
                  </a:cubicBezTo>
                  <a:cubicBezTo>
                    <a:pt x="33045" y="40359"/>
                    <a:pt x="33456" y="40751"/>
                    <a:pt x="33341" y="40937"/>
                  </a:cubicBezTo>
                  <a:cubicBezTo>
                    <a:pt x="33227" y="41120"/>
                    <a:pt x="32999" y="42369"/>
                    <a:pt x="33159" y="42809"/>
                  </a:cubicBezTo>
                  <a:cubicBezTo>
                    <a:pt x="33318" y="43249"/>
                    <a:pt x="33571" y="44265"/>
                    <a:pt x="33984" y="44497"/>
                  </a:cubicBezTo>
                  <a:cubicBezTo>
                    <a:pt x="34397" y="44728"/>
                    <a:pt x="35358" y="44890"/>
                    <a:pt x="35748" y="44636"/>
                  </a:cubicBezTo>
                  <a:cubicBezTo>
                    <a:pt x="36137" y="44383"/>
                    <a:pt x="36595" y="44151"/>
                    <a:pt x="36595" y="43805"/>
                  </a:cubicBezTo>
                  <a:cubicBezTo>
                    <a:pt x="36595" y="43457"/>
                    <a:pt x="36503" y="43181"/>
                    <a:pt x="36984" y="43181"/>
                  </a:cubicBezTo>
                  <a:cubicBezTo>
                    <a:pt x="37466" y="43181"/>
                    <a:pt x="38451" y="42903"/>
                    <a:pt x="38292" y="43320"/>
                  </a:cubicBezTo>
                  <a:cubicBezTo>
                    <a:pt x="38132" y="43736"/>
                    <a:pt x="37627" y="44615"/>
                    <a:pt x="37581" y="45100"/>
                  </a:cubicBezTo>
                  <a:cubicBezTo>
                    <a:pt x="37534" y="45585"/>
                    <a:pt x="37421" y="45931"/>
                    <a:pt x="37763" y="45931"/>
                  </a:cubicBezTo>
                  <a:cubicBezTo>
                    <a:pt x="38107" y="45931"/>
                    <a:pt x="39000" y="45700"/>
                    <a:pt x="39345" y="45885"/>
                  </a:cubicBezTo>
                  <a:cubicBezTo>
                    <a:pt x="39690" y="46070"/>
                    <a:pt x="39986" y="46209"/>
                    <a:pt x="39849" y="47180"/>
                  </a:cubicBezTo>
                  <a:cubicBezTo>
                    <a:pt x="39711" y="48151"/>
                    <a:pt x="39619" y="48682"/>
                    <a:pt x="40100" y="48959"/>
                  </a:cubicBezTo>
                  <a:cubicBezTo>
                    <a:pt x="40582" y="49237"/>
                    <a:pt x="40971" y="49237"/>
                    <a:pt x="41614" y="49075"/>
                  </a:cubicBezTo>
                  <a:cubicBezTo>
                    <a:pt x="42254" y="48914"/>
                    <a:pt x="42896" y="49538"/>
                    <a:pt x="42896" y="49538"/>
                  </a:cubicBezTo>
                  <a:lnTo>
                    <a:pt x="42461" y="50279"/>
                  </a:lnTo>
                  <a:cubicBezTo>
                    <a:pt x="42231" y="49909"/>
                    <a:pt x="42414" y="49470"/>
                    <a:pt x="42003" y="49446"/>
                  </a:cubicBezTo>
                  <a:cubicBezTo>
                    <a:pt x="41590" y="49424"/>
                    <a:pt x="41384" y="49655"/>
                    <a:pt x="41384" y="49655"/>
                  </a:cubicBezTo>
                  <a:cubicBezTo>
                    <a:pt x="41384" y="49655"/>
                    <a:pt x="41476" y="50509"/>
                    <a:pt x="40879" y="50048"/>
                  </a:cubicBezTo>
                  <a:cubicBezTo>
                    <a:pt x="40284" y="49586"/>
                    <a:pt x="39734" y="49354"/>
                    <a:pt x="39413" y="49170"/>
                  </a:cubicBezTo>
                  <a:cubicBezTo>
                    <a:pt x="39092" y="48985"/>
                    <a:pt x="38634" y="49008"/>
                    <a:pt x="38634" y="48753"/>
                  </a:cubicBezTo>
                  <a:cubicBezTo>
                    <a:pt x="38634" y="48499"/>
                    <a:pt x="38451" y="48082"/>
                    <a:pt x="38221" y="47968"/>
                  </a:cubicBezTo>
                  <a:cubicBezTo>
                    <a:pt x="37992" y="47851"/>
                    <a:pt x="38107" y="47483"/>
                    <a:pt x="37877" y="47344"/>
                  </a:cubicBezTo>
                  <a:cubicBezTo>
                    <a:pt x="37648" y="47204"/>
                    <a:pt x="36502" y="47159"/>
                    <a:pt x="35975" y="46835"/>
                  </a:cubicBezTo>
                  <a:cubicBezTo>
                    <a:pt x="35447" y="46511"/>
                    <a:pt x="34898" y="45610"/>
                    <a:pt x="34394" y="45771"/>
                  </a:cubicBezTo>
                  <a:cubicBezTo>
                    <a:pt x="33889" y="45933"/>
                    <a:pt x="30750" y="45587"/>
                    <a:pt x="29857" y="44499"/>
                  </a:cubicBezTo>
                  <a:cubicBezTo>
                    <a:pt x="28962" y="43414"/>
                    <a:pt x="29741" y="43414"/>
                    <a:pt x="29399" y="42881"/>
                  </a:cubicBezTo>
                  <a:cubicBezTo>
                    <a:pt x="29054" y="42350"/>
                    <a:pt x="26259" y="38835"/>
                    <a:pt x="25870" y="38164"/>
                  </a:cubicBezTo>
                  <a:cubicBezTo>
                    <a:pt x="25480" y="37494"/>
                    <a:pt x="24817" y="37586"/>
                    <a:pt x="25343" y="38512"/>
                  </a:cubicBezTo>
                  <a:cubicBezTo>
                    <a:pt x="25870" y="39436"/>
                    <a:pt x="27244" y="41726"/>
                    <a:pt x="27428" y="41909"/>
                  </a:cubicBezTo>
                  <a:cubicBezTo>
                    <a:pt x="27611" y="42094"/>
                    <a:pt x="27794" y="42789"/>
                    <a:pt x="27085" y="42094"/>
                  </a:cubicBezTo>
                  <a:cubicBezTo>
                    <a:pt x="26375" y="41401"/>
                    <a:pt x="26283" y="40545"/>
                    <a:pt x="25893" y="40499"/>
                  </a:cubicBezTo>
                  <a:cubicBezTo>
                    <a:pt x="25504" y="40453"/>
                    <a:pt x="24839" y="39921"/>
                    <a:pt x="24885" y="39782"/>
                  </a:cubicBezTo>
                  <a:cubicBezTo>
                    <a:pt x="24931" y="39643"/>
                    <a:pt x="25366" y="39621"/>
                    <a:pt x="25298" y="39482"/>
                  </a:cubicBezTo>
                  <a:cubicBezTo>
                    <a:pt x="25229" y="39342"/>
                    <a:pt x="24289" y="37539"/>
                    <a:pt x="23831" y="37100"/>
                  </a:cubicBezTo>
                  <a:cubicBezTo>
                    <a:pt x="23373" y="36661"/>
                    <a:pt x="22548" y="36269"/>
                    <a:pt x="22342" y="35991"/>
                  </a:cubicBezTo>
                  <a:cubicBezTo>
                    <a:pt x="22135" y="35714"/>
                    <a:pt x="21126" y="34303"/>
                    <a:pt x="20737" y="32894"/>
                  </a:cubicBezTo>
                  <a:cubicBezTo>
                    <a:pt x="20347" y="31484"/>
                    <a:pt x="20829" y="28847"/>
                    <a:pt x="20737" y="28409"/>
                  </a:cubicBezTo>
                  <a:cubicBezTo>
                    <a:pt x="20645" y="27969"/>
                    <a:pt x="20599" y="27207"/>
                    <a:pt x="20026" y="26767"/>
                  </a:cubicBezTo>
                  <a:cubicBezTo>
                    <a:pt x="19454" y="26328"/>
                    <a:pt x="18377" y="25788"/>
                    <a:pt x="18529" y="25605"/>
                  </a:cubicBezTo>
                  <a:cubicBezTo>
                    <a:pt x="18681" y="25420"/>
                    <a:pt x="19201" y="25666"/>
                    <a:pt x="18896" y="25080"/>
                  </a:cubicBezTo>
                  <a:cubicBezTo>
                    <a:pt x="18590" y="24495"/>
                    <a:pt x="18070" y="23693"/>
                    <a:pt x="17643" y="23016"/>
                  </a:cubicBezTo>
                  <a:cubicBezTo>
                    <a:pt x="17215" y="22337"/>
                    <a:pt x="15534" y="20272"/>
                    <a:pt x="14924" y="19655"/>
                  </a:cubicBezTo>
                  <a:cubicBezTo>
                    <a:pt x="14313" y="19040"/>
                    <a:pt x="12418" y="17776"/>
                    <a:pt x="11777" y="17653"/>
                  </a:cubicBezTo>
                  <a:cubicBezTo>
                    <a:pt x="11137" y="17529"/>
                    <a:pt x="10219" y="16944"/>
                    <a:pt x="9914" y="17037"/>
                  </a:cubicBezTo>
                  <a:cubicBezTo>
                    <a:pt x="9609" y="17130"/>
                    <a:pt x="9456" y="17653"/>
                    <a:pt x="9456" y="17746"/>
                  </a:cubicBezTo>
                  <a:cubicBezTo>
                    <a:pt x="9456" y="17839"/>
                    <a:pt x="8479" y="18332"/>
                    <a:pt x="8203" y="18425"/>
                  </a:cubicBezTo>
                  <a:cubicBezTo>
                    <a:pt x="7929" y="18517"/>
                    <a:pt x="7837" y="18301"/>
                    <a:pt x="7806" y="17992"/>
                  </a:cubicBezTo>
                  <a:cubicBezTo>
                    <a:pt x="7775" y="17684"/>
                    <a:pt x="7318" y="17560"/>
                    <a:pt x="7043" y="18085"/>
                  </a:cubicBezTo>
                  <a:cubicBezTo>
                    <a:pt x="6768" y="18608"/>
                    <a:pt x="7532" y="18085"/>
                    <a:pt x="7043" y="18856"/>
                  </a:cubicBezTo>
                  <a:cubicBezTo>
                    <a:pt x="6555" y="19628"/>
                    <a:pt x="5608" y="20737"/>
                    <a:pt x="4202" y="21506"/>
                  </a:cubicBezTo>
                  <a:cubicBezTo>
                    <a:pt x="2796" y="22278"/>
                    <a:pt x="2093" y="22924"/>
                    <a:pt x="1758" y="22863"/>
                  </a:cubicBezTo>
                  <a:cubicBezTo>
                    <a:pt x="1422" y="22801"/>
                    <a:pt x="1208" y="22617"/>
                    <a:pt x="1850" y="22216"/>
                  </a:cubicBezTo>
                  <a:cubicBezTo>
                    <a:pt x="2491" y="21815"/>
                    <a:pt x="3590" y="21384"/>
                    <a:pt x="4079" y="20952"/>
                  </a:cubicBezTo>
                  <a:cubicBezTo>
                    <a:pt x="4569" y="20520"/>
                    <a:pt x="4966" y="19874"/>
                    <a:pt x="4966" y="19566"/>
                  </a:cubicBezTo>
                  <a:cubicBezTo>
                    <a:pt x="4966" y="19257"/>
                    <a:pt x="4935" y="19164"/>
                    <a:pt x="4416" y="19133"/>
                  </a:cubicBezTo>
                  <a:cubicBezTo>
                    <a:pt x="3896" y="19102"/>
                    <a:pt x="3621" y="18981"/>
                    <a:pt x="3316" y="19102"/>
                  </a:cubicBezTo>
                  <a:cubicBezTo>
                    <a:pt x="3011" y="19226"/>
                    <a:pt x="3042" y="18701"/>
                    <a:pt x="2888" y="18302"/>
                  </a:cubicBezTo>
                  <a:cubicBezTo>
                    <a:pt x="2735" y="17900"/>
                    <a:pt x="2062" y="18055"/>
                    <a:pt x="1910" y="18055"/>
                  </a:cubicBezTo>
                  <a:cubicBezTo>
                    <a:pt x="1758" y="18055"/>
                    <a:pt x="627" y="16791"/>
                    <a:pt x="1055" y="15960"/>
                  </a:cubicBezTo>
                  <a:cubicBezTo>
                    <a:pt x="1484" y="15128"/>
                    <a:pt x="1819" y="14449"/>
                    <a:pt x="2338" y="14449"/>
                  </a:cubicBezTo>
                  <a:cubicBezTo>
                    <a:pt x="2858" y="14449"/>
                    <a:pt x="3468" y="14295"/>
                    <a:pt x="3347" y="13587"/>
                  </a:cubicBezTo>
                  <a:cubicBezTo>
                    <a:pt x="3224" y="12877"/>
                    <a:pt x="1912" y="13278"/>
                    <a:pt x="1515" y="13278"/>
                  </a:cubicBezTo>
                  <a:cubicBezTo>
                    <a:pt x="1515" y="13278"/>
                    <a:pt x="887" y="13340"/>
                    <a:pt x="826" y="12892"/>
                  </a:cubicBezTo>
                  <a:cubicBezTo>
                    <a:pt x="767" y="12446"/>
                    <a:pt x="536" y="12307"/>
                    <a:pt x="338" y="12214"/>
                  </a:cubicBezTo>
                  <a:cubicBezTo>
                    <a:pt x="139" y="12122"/>
                    <a:pt x="1" y="11937"/>
                    <a:pt x="505" y="11659"/>
                  </a:cubicBezTo>
                  <a:cubicBezTo>
                    <a:pt x="1010" y="11383"/>
                    <a:pt x="1651" y="10859"/>
                    <a:pt x="1850" y="10812"/>
                  </a:cubicBezTo>
                  <a:cubicBezTo>
                    <a:pt x="2048" y="10766"/>
                    <a:pt x="2291" y="10797"/>
                    <a:pt x="2338" y="10952"/>
                  </a:cubicBezTo>
                  <a:cubicBezTo>
                    <a:pt x="2384" y="11105"/>
                    <a:pt x="2093" y="11491"/>
                    <a:pt x="2338" y="11491"/>
                  </a:cubicBezTo>
                  <a:cubicBezTo>
                    <a:pt x="2583" y="11491"/>
                    <a:pt x="3392" y="11398"/>
                    <a:pt x="3224" y="11074"/>
                  </a:cubicBezTo>
                  <a:cubicBezTo>
                    <a:pt x="3057" y="10750"/>
                    <a:pt x="2476" y="10319"/>
                    <a:pt x="2338" y="10243"/>
                  </a:cubicBezTo>
                  <a:cubicBezTo>
                    <a:pt x="2201" y="10165"/>
                    <a:pt x="2032" y="9810"/>
                    <a:pt x="1881" y="9595"/>
                  </a:cubicBezTo>
                  <a:cubicBezTo>
                    <a:pt x="1728" y="9380"/>
                    <a:pt x="1055" y="8994"/>
                    <a:pt x="979" y="8824"/>
                  </a:cubicBezTo>
                  <a:cubicBezTo>
                    <a:pt x="903" y="8655"/>
                    <a:pt x="979" y="8083"/>
                    <a:pt x="979" y="8083"/>
                  </a:cubicBezTo>
                  <a:cubicBezTo>
                    <a:pt x="1032" y="7952"/>
                    <a:pt x="986" y="8021"/>
                    <a:pt x="1399" y="7999"/>
                  </a:cubicBezTo>
                  <a:cubicBezTo>
                    <a:pt x="1812" y="7975"/>
                    <a:pt x="2087" y="7791"/>
                    <a:pt x="2338" y="7282"/>
                  </a:cubicBezTo>
                  <a:cubicBezTo>
                    <a:pt x="2590" y="6773"/>
                    <a:pt x="2774" y="6241"/>
                    <a:pt x="3209" y="6033"/>
                  </a:cubicBezTo>
                  <a:cubicBezTo>
                    <a:pt x="3645" y="5826"/>
                    <a:pt x="4607" y="5247"/>
                    <a:pt x="5179" y="5039"/>
                  </a:cubicBezTo>
                  <a:cubicBezTo>
                    <a:pt x="5752" y="4831"/>
                    <a:pt x="6050" y="5085"/>
                    <a:pt x="6645" y="5246"/>
                  </a:cubicBezTo>
                  <a:cubicBezTo>
                    <a:pt x="7242" y="5408"/>
                    <a:pt x="7791" y="5987"/>
                    <a:pt x="8456" y="5894"/>
                  </a:cubicBezTo>
                  <a:cubicBezTo>
                    <a:pt x="9121" y="5801"/>
                    <a:pt x="9785" y="6194"/>
                    <a:pt x="10451" y="6241"/>
                  </a:cubicBezTo>
                  <a:cubicBezTo>
                    <a:pt x="11115" y="6287"/>
                    <a:pt x="11138" y="6472"/>
                    <a:pt x="11778" y="6311"/>
                  </a:cubicBezTo>
                  <a:cubicBezTo>
                    <a:pt x="12420" y="6149"/>
                    <a:pt x="12420" y="6889"/>
                    <a:pt x="13130" y="6981"/>
                  </a:cubicBezTo>
                  <a:cubicBezTo>
                    <a:pt x="13841" y="7073"/>
                    <a:pt x="14644" y="8045"/>
                    <a:pt x="15399" y="7652"/>
                  </a:cubicBezTo>
                  <a:cubicBezTo>
                    <a:pt x="16155" y="7258"/>
                    <a:pt x="16682" y="6727"/>
                    <a:pt x="17393" y="6519"/>
                  </a:cubicBezTo>
                  <a:cubicBezTo>
                    <a:pt x="18103" y="6312"/>
                    <a:pt x="18127" y="6242"/>
                    <a:pt x="18309" y="6356"/>
                  </a:cubicBezTo>
                  <a:cubicBezTo>
                    <a:pt x="18493" y="6473"/>
                    <a:pt x="18791" y="6449"/>
                    <a:pt x="18838" y="6195"/>
                  </a:cubicBezTo>
                  <a:cubicBezTo>
                    <a:pt x="18884" y="5941"/>
                    <a:pt x="18998" y="5502"/>
                    <a:pt x="19250" y="6056"/>
                  </a:cubicBezTo>
                  <a:cubicBezTo>
                    <a:pt x="19501" y="6611"/>
                    <a:pt x="19686" y="7605"/>
                    <a:pt x="19984" y="7073"/>
                  </a:cubicBezTo>
                  <a:cubicBezTo>
                    <a:pt x="20282" y="6543"/>
                    <a:pt x="20489" y="5918"/>
                    <a:pt x="20695" y="6543"/>
                  </a:cubicBezTo>
                  <a:cubicBezTo>
                    <a:pt x="20901" y="7167"/>
                    <a:pt x="21037" y="7190"/>
                    <a:pt x="21198" y="6866"/>
                  </a:cubicBezTo>
                  <a:cubicBezTo>
                    <a:pt x="21358" y="6543"/>
                    <a:pt x="21955" y="6819"/>
                    <a:pt x="22276" y="7027"/>
                  </a:cubicBezTo>
                  <a:cubicBezTo>
                    <a:pt x="22596" y="7235"/>
                    <a:pt x="22986" y="7490"/>
                    <a:pt x="23559" y="7744"/>
                  </a:cubicBezTo>
                  <a:cubicBezTo>
                    <a:pt x="24132" y="7999"/>
                    <a:pt x="24567" y="7884"/>
                    <a:pt x="24980" y="8138"/>
                  </a:cubicBezTo>
                  <a:cubicBezTo>
                    <a:pt x="25392" y="8392"/>
                    <a:pt x="25782" y="8600"/>
                    <a:pt x="25392" y="8831"/>
                  </a:cubicBezTo>
                  <a:cubicBezTo>
                    <a:pt x="25004" y="9062"/>
                    <a:pt x="24545" y="9456"/>
                    <a:pt x="25255" y="9456"/>
                  </a:cubicBezTo>
                  <a:cubicBezTo>
                    <a:pt x="25965" y="9456"/>
                    <a:pt x="27202" y="8948"/>
                    <a:pt x="27455" y="9225"/>
                  </a:cubicBezTo>
                  <a:cubicBezTo>
                    <a:pt x="27707" y="9502"/>
                    <a:pt x="28234" y="10150"/>
                    <a:pt x="28348" y="9572"/>
                  </a:cubicBezTo>
                  <a:cubicBezTo>
                    <a:pt x="28464" y="8994"/>
                    <a:pt x="28005" y="8878"/>
                    <a:pt x="28211" y="8694"/>
                  </a:cubicBezTo>
                  <a:cubicBezTo>
                    <a:pt x="28418" y="8509"/>
                    <a:pt x="29173" y="7885"/>
                    <a:pt x="29403" y="8209"/>
                  </a:cubicBezTo>
                  <a:cubicBezTo>
                    <a:pt x="29632" y="8532"/>
                    <a:pt x="29700" y="9017"/>
                    <a:pt x="30709" y="9203"/>
                  </a:cubicBezTo>
                  <a:cubicBezTo>
                    <a:pt x="31718" y="9388"/>
                    <a:pt x="32199" y="9504"/>
                    <a:pt x="32473" y="9365"/>
                  </a:cubicBezTo>
                  <a:cubicBezTo>
                    <a:pt x="32748" y="9225"/>
                    <a:pt x="32588" y="8556"/>
                    <a:pt x="32932" y="8579"/>
                  </a:cubicBezTo>
                  <a:cubicBezTo>
                    <a:pt x="33274" y="8602"/>
                    <a:pt x="33893" y="8486"/>
                    <a:pt x="33917" y="8926"/>
                  </a:cubicBezTo>
                  <a:cubicBezTo>
                    <a:pt x="33940" y="9366"/>
                    <a:pt x="34272" y="10402"/>
                    <a:pt x="34259" y="9920"/>
                  </a:cubicBezTo>
                  <a:cubicBezTo>
                    <a:pt x="34243" y="9202"/>
                    <a:pt x="34181" y="9114"/>
                    <a:pt x="34878" y="8788"/>
                  </a:cubicBezTo>
                  <a:cubicBezTo>
                    <a:pt x="35130" y="8670"/>
                    <a:pt x="35383" y="7886"/>
                    <a:pt x="34970" y="7493"/>
                  </a:cubicBezTo>
                  <a:cubicBezTo>
                    <a:pt x="34558" y="7099"/>
                    <a:pt x="33825" y="7239"/>
                    <a:pt x="33825" y="6245"/>
                  </a:cubicBezTo>
                  <a:cubicBezTo>
                    <a:pt x="33825" y="5250"/>
                    <a:pt x="33985" y="4812"/>
                    <a:pt x="34123" y="3978"/>
                  </a:cubicBezTo>
                  <a:cubicBezTo>
                    <a:pt x="34260" y="3146"/>
                    <a:pt x="33985" y="3007"/>
                    <a:pt x="34123" y="2059"/>
                  </a:cubicBezTo>
                  <a:cubicBezTo>
                    <a:pt x="34260" y="1112"/>
                    <a:pt x="34170" y="117"/>
                    <a:pt x="34878" y="117"/>
                  </a:cubicBezTo>
                  <a:cubicBezTo>
                    <a:pt x="35589" y="117"/>
                    <a:pt x="35681" y="278"/>
                    <a:pt x="36024" y="324"/>
                  </a:cubicBezTo>
                  <a:cubicBezTo>
                    <a:pt x="36368" y="371"/>
                    <a:pt x="36712" y="0"/>
                    <a:pt x="36322" y="1156"/>
                  </a:cubicBezTo>
                  <a:cubicBezTo>
                    <a:pt x="35933" y="2312"/>
                    <a:pt x="36116" y="2428"/>
                    <a:pt x="35520" y="2451"/>
                  </a:cubicBezTo>
                  <a:cubicBezTo>
                    <a:pt x="34924" y="2475"/>
                    <a:pt x="34695" y="2221"/>
                    <a:pt x="34809" y="2544"/>
                  </a:cubicBezTo>
                  <a:cubicBezTo>
                    <a:pt x="34924" y="2868"/>
                    <a:pt x="34948" y="3075"/>
                    <a:pt x="34763" y="3469"/>
                  </a:cubicBezTo>
                  <a:cubicBezTo>
                    <a:pt x="34579" y="3862"/>
                    <a:pt x="34258" y="3630"/>
                    <a:pt x="34786" y="4093"/>
                  </a:cubicBezTo>
                  <a:cubicBezTo>
                    <a:pt x="35314" y="4555"/>
                    <a:pt x="35931" y="5596"/>
                    <a:pt x="35817" y="6103"/>
                  </a:cubicBezTo>
                  <a:cubicBezTo>
                    <a:pt x="35703" y="6612"/>
                    <a:pt x="35543" y="7212"/>
                    <a:pt x="35909" y="7305"/>
                  </a:cubicBezTo>
                  <a:cubicBezTo>
                    <a:pt x="36275" y="7398"/>
                    <a:pt x="36436" y="7352"/>
                    <a:pt x="36436" y="7814"/>
                  </a:cubicBezTo>
                  <a:cubicBezTo>
                    <a:pt x="36436" y="8275"/>
                    <a:pt x="36506" y="9085"/>
                    <a:pt x="36688" y="8646"/>
                  </a:cubicBezTo>
                  <a:cubicBezTo>
                    <a:pt x="36872" y="8206"/>
                    <a:pt x="36826" y="7259"/>
                    <a:pt x="37238" y="7675"/>
                  </a:cubicBezTo>
                  <a:cubicBezTo>
                    <a:pt x="37651" y="8092"/>
                    <a:pt x="37673" y="8206"/>
                    <a:pt x="37627" y="8784"/>
                  </a:cubicBezTo>
                  <a:cubicBezTo>
                    <a:pt x="37581" y="9362"/>
                    <a:pt x="37925" y="10333"/>
                    <a:pt x="38314" y="9708"/>
                  </a:cubicBezTo>
                  <a:cubicBezTo>
                    <a:pt x="38704" y="9084"/>
                    <a:pt x="38819" y="8182"/>
                    <a:pt x="38979" y="8136"/>
                  </a:cubicBezTo>
                  <a:cubicBezTo>
                    <a:pt x="39139" y="8089"/>
                    <a:pt x="38634" y="7443"/>
                    <a:pt x="38772" y="7211"/>
                  </a:cubicBezTo>
                  <a:cubicBezTo>
                    <a:pt x="38911" y="6980"/>
                    <a:pt x="39711" y="6380"/>
                    <a:pt x="40262" y="7096"/>
                  </a:cubicBezTo>
                  <a:cubicBezTo>
                    <a:pt x="40811" y="7813"/>
                    <a:pt x="40514" y="8205"/>
                    <a:pt x="40445" y="8552"/>
                  </a:cubicBezTo>
                  <a:cubicBezTo>
                    <a:pt x="40377" y="8898"/>
                    <a:pt x="41156" y="9523"/>
                    <a:pt x="40788" y="10054"/>
                  </a:cubicBezTo>
                  <a:cubicBezTo>
                    <a:pt x="40422" y="10585"/>
                    <a:pt x="40124" y="10863"/>
                    <a:pt x="39735" y="11049"/>
                  </a:cubicBezTo>
                  <a:cubicBezTo>
                    <a:pt x="39345" y="11233"/>
                    <a:pt x="39139" y="11164"/>
                    <a:pt x="38772" y="11049"/>
                  </a:cubicBezTo>
                  <a:cubicBezTo>
                    <a:pt x="38406" y="10932"/>
                    <a:pt x="38451" y="10888"/>
                    <a:pt x="38521" y="11302"/>
                  </a:cubicBezTo>
                  <a:cubicBezTo>
                    <a:pt x="38590" y="11719"/>
                    <a:pt x="38361" y="12180"/>
                    <a:pt x="38132" y="12251"/>
                  </a:cubicBezTo>
                  <a:cubicBezTo>
                    <a:pt x="37902" y="12320"/>
                    <a:pt x="37811" y="12390"/>
                    <a:pt x="37353" y="12134"/>
                  </a:cubicBezTo>
                  <a:cubicBezTo>
                    <a:pt x="36895" y="11880"/>
                    <a:pt x="36596" y="11880"/>
                    <a:pt x="37009" y="12088"/>
                  </a:cubicBezTo>
                  <a:cubicBezTo>
                    <a:pt x="37422" y="12296"/>
                    <a:pt x="37744" y="12504"/>
                    <a:pt x="37904" y="12504"/>
                  </a:cubicBezTo>
                  <a:cubicBezTo>
                    <a:pt x="38063" y="12504"/>
                    <a:pt x="38246" y="12435"/>
                    <a:pt x="38063" y="12782"/>
                  </a:cubicBezTo>
                  <a:cubicBezTo>
                    <a:pt x="37880" y="13129"/>
                    <a:pt x="37765" y="13823"/>
                    <a:pt x="37261" y="13823"/>
                  </a:cubicBezTo>
                  <a:cubicBezTo>
                    <a:pt x="36756" y="13823"/>
                    <a:pt x="36872" y="14077"/>
                    <a:pt x="36620" y="14170"/>
                  </a:cubicBezTo>
                  <a:cubicBezTo>
                    <a:pt x="36368" y="14262"/>
                    <a:pt x="36070" y="14123"/>
                    <a:pt x="36184" y="14262"/>
                  </a:cubicBezTo>
                  <a:cubicBezTo>
                    <a:pt x="36299" y="14402"/>
                    <a:pt x="36620" y="14586"/>
                    <a:pt x="36344" y="14863"/>
                  </a:cubicBezTo>
                  <a:cubicBezTo>
                    <a:pt x="36344" y="14863"/>
                    <a:pt x="35863" y="15094"/>
                    <a:pt x="35634" y="15348"/>
                  </a:cubicBezTo>
                  <a:cubicBezTo>
                    <a:pt x="35404" y="15603"/>
                    <a:pt x="34808" y="16620"/>
                    <a:pt x="34695" y="17198"/>
                  </a:cubicBezTo>
                  <a:cubicBezTo>
                    <a:pt x="34579" y="17776"/>
                    <a:pt x="34373" y="18146"/>
                    <a:pt x="34877" y="18839"/>
                  </a:cubicBezTo>
                  <a:cubicBezTo>
                    <a:pt x="35382" y="19534"/>
                    <a:pt x="36825" y="20829"/>
                    <a:pt x="37695" y="21150"/>
                  </a:cubicBezTo>
                  <a:cubicBezTo>
                    <a:pt x="38566" y="21474"/>
                    <a:pt x="40170" y="21590"/>
                    <a:pt x="40308" y="22306"/>
                  </a:cubicBezTo>
                  <a:cubicBezTo>
                    <a:pt x="40445" y="23023"/>
                    <a:pt x="40948" y="25127"/>
                    <a:pt x="41453" y="25103"/>
                  </a:cubicBezTo>
                  <a:cubicBezTo>
                    <a:pt x="41956" y="25080"/>
                    <a:pt x="42300" y="23739"/>
                    <a:pt x="41888" y="23115"/>
                  </a:cubicBezTo>
                  <a:cubicBezTo>
                    <a:pt x="41476" y="22491"/>
                    <a:pt x="41546" y="22444"/>
                    <a:pt x="42209" y="22051"/>
                  </a:cubicBezTo>
                  <a:cubicBezTo>
                    <a:pt x="42874" y="21657"/>
                    <a:pt x="43286" y="20502"/>
                    <a:pt x="42646" y="19694"/>
                  </a:cubicBezTo>
                  <a:cubicBezTo>
                    <a:pt x="42005" y="18885"/>
                    <a:pt x="42486" y="18838"/>
                    <a:pt x="42577" y="18005"/>
                  </a:cubicBezTo>
                  <a:cubicBezTo>
                    <a:pt x="42668" y="17173"/>
                    <a:pt x="42371" y="17034"/>
                    <a:pt x="42394" y="16480"/>
                  </a:cubicBezTo>
                  <a:cubicBezTo>
                    <a:pt x="42418" y="15925"/>
                    <a:pt x="42326" y="14976"/>
                    <a:pt x="43058" y="15278"/>
                  </a:cubicBezTo>
                  <a:cubicBezTo>
                    <a:pt x="43792" y="15578"/>
                    <a:pt x="44112" y="15093"/>
                    <a:pt x="44663" y="15532"/>
                  </a:cubicBezTo>
                  <a:cubicBezTo>
                    <a:pt x="45212" y="15971"/>
                    <a:pt x="45510" y="16687"/>
                    <a:pt x="45990" y="16873"/>
                  </a:cubicBezTo>
                  <a:cubicBezTo>
                    <a:pt x="46472" y="17058"/>
                    <a:pt x="46289" y="17150"/>
                    <a:pt x="46334" y="17775"/>
                  </a:cubicBezTo>
                  <a:cubicBezTo>
                    <a:pt x="46380" y="18399"/>
                    <a:pt x="46540" y="19230"/>
                    <a:pt x="47205" y="19092"/>
                  </a:cubicBezTo>
                  <a:cubicBezTo>
                    <a:pt x="47868" y="18953"/>
                    <a:pt x="48305" y="17797"/>
                    <a:pt x="48487" y="17590"/>
                  </a:cubicBezTo>
                  <a:cubicBezTo>
                    <a:pt x="48676" y="17377"/>
                    <a:pt x="48752" y="17523"/>
                    <a:pt x="48752" y="1752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3181525" y="1362575"/>
              <a:ext cx="32700" cy="19250"/>
            </a:xfrm>
            <a:custGeom>
              <a:rect b="b" l="l" r="r" t="t"/>
              <a:pathLst>
                <a:path extrusionOk="0" h="770" w="1308">
                  <a:moveTo>
                    <a:pt x="57" y="1"/>
                  </a:moveTo>
                  <a:cubicBezTo>
                    <a:pt x="2" y="0"/>
                    <a:pt x="6" y="84"/>
                    <a:pt x="0" y="139"/>
                  </a:cubicBezTo>
                  <a:cubicBezTo>
                    <a:pt x="84" y="176"/>
                    <a:pt x="58" y="191"/>
                    <a:pt x="114" y="266"/>
                  </a:cubicBezTo>
                  <a:cubicBezTo>
                    <a:pt x="295" y="507"/>
                    <a:pt x="565" y="679"/>
                    <a:pt x="859" y="739"/>
                  </a:cubicBezTo>
                  <a:cubicBezTo>
                    <a:pt x="1012" y="770"/>
                    <a:pt x="1202" y="754"/>
                    <a:pt x="1275" y="617"/>
                  </a:cubicBezTo>
                  <a:cubicBezTo>
                    <a:pt x="1304" y="561"/>
                    <a:pt x="1308" y="492"/>
                    <a:pt x="1283" y="433"/>
                  </a:cubicBezTo>
                  <a:cubicBezTo>
                    <a:pt x="1202" y="233"/>
                    <a:pt x="905" y="262"/>
                    <a:pt x="739" y="128"/>
                  </a:cubicBezTo>
                  <a:cubicBezTo>
                    <a:pt x="699" y="96"/>
                    <a:pt x="666" y="55"/>
                    <a:pt x="621" y="32"/>
                  </a:cubicBezTo>
                  <a:cubicBezTo>
                    <a:pt x="579" y="13"/>
                    <a:pt x="533" y="11"/>
                    <a:pt x="486" y="10"/>
                  </a:cubicBezTo>
                  <a:cubicBezTo>
                    <a:pt x="344" y="8"/>
                    <a:pt x="200" y="5"/>
                    <a:pt x="57"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3238825" y="1333700"/>
              <a:ext cx="81775" cy="91700"/>
            </a:xfrm>
            <a:custGeom>
              <a:rect b="b" l="l" r="r" t="t"/>
              <a:pathLst>
                <a:path extrusionOk="0" h="3668" w="3271">
                  <a:moveTo>
                    <a:pt x="1284" y="246"/>
                  </a:moveTo>
                  <a:cubicBezTo>
                    <a:pt x="946" y="738"/>
                    <a:pt x="0" y="2496"/>
                    <a:pt x="92" y="2650"/>
                  </a:cubicBezTo>
                  <a:cubicBezTo>
                    <a:pt x="183" y="2803"/>
                    <a:pt x="274" y="3142"/>
                    <a:pt x="825" y="3051"/>
                  </a:cubicBezTo>
                  <a:cubicBezTo>
                    <a:pt x="1374" y="2959"/>
                    <a:pt x="1803" y="2650"/>
                    <a:pt x="1833" y="2928"/>
                  </a:cubicBezTo>
                  <a:cubicBezTo>
                    <a:pt x="1864" y="3204"/>
                    <a:pt x="1833" y="3359"/>
                    <a:pt x="2171" y="3328"/>
                  </a:cubicBezTo>
                  <a:cubicBezTo>
                    <a:pt x="2507" y="3297"/>
                    <a:pt x="3025" y="3667"/>
                    <a:pt x="3148" y="3421"/>
                  </a:cubicBezTo>
                  <a:cubicBezTo>
                    <a:pt x="3271" y="3174"/>
                    <a:pt x="3117" y="2589"/>
                    <a:pt x="2965" y="2343"/>
                  </a:cubicBezTo>
                  <a:cubicBezTo>
                    <a:pt x="2813" y="2096"/>
                    <a:pt x="3025" y="1449"/>
                    <a:pt x="2599" y="1449"/>
                  </a:cubicBezTo>
                  <a:cubicBezTo>
                    <a:pt x="2171" y="1449"/>
                    <a:pt x="1560" y="1542"/>
                    <a:pt x="1560" y="1233"/>
                  </a:cubicBezTo>
                  <a:cubicBezTo>
                    <a:pt x="1560" y="925"/>
                    <a:pt x="2110" y="124"/>
                    <a:pt x="1926" y="62"/>
                  </a:cubicBezTo>
                  <a:cubicBezTo>
                    <a:pt x="1744" y="0"/>
                    <a:pt x="1284" y="246"/>
                    <a:pt x="1284" y="24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2120050" y="1191050"/>
              <a:ext cx="33650" cy="35825"/>
            </a:xfrm>
            <a:custGeom>
              <a:rect b="b" l="l" r="r" t="t"/>
              <a:pathLst>
                <a:path extrusionOk="0" h="1433" w="1346">
                  <a:moveTo>
                    <a:pt x="1331" y="345"/>
                  </a:moveTo>
                  <a:cubicBezTo>
                    <a:pt x="1275" y="789"/>
                    <a:pt x="1045" y="1259"/>
                    <a:pt x="627" y="1399"/>
                  </a:cubicBezTo>
                  <a:cubicBezTo>
                    <a:pt x="571" y="1421"/>
                    <a:pt x="509" y="1433"/>
                    <a:pt x="452" y="1429"/>
                  </a:cubicBezTo>
                  <a:cubicBezTo>
                    <a:pt x="294" y="1417"/>
                    <a:pt x="173" y="1292"/>
                    <a:pt x="63" y="1177"/>
                  </a:cubicBezTo>
                  <a:cubicBezTo>
                    <a:pt x="49" y="1155"/>
                    <a:pt x="30" y="1136"/>
                    <a:pt x="19" y="1110"/>
                  </a:cubicBezTo>
                  <a:cubicBezTo>
                    <a:pt x="1" y="1058"/>
                    <a:pt x="31" y="1000"/>
                    <a:pt x="63" y="955"/>
                  </a:cubicBezTo>
                  <a:cubicBezTo>
                    <a:pt x="188" y="767"/>
                    <a:pt x="349" y="608"/>
                    <a:pt x="536" y="486"/>
                  </a:cubicBezTo>
                  <a:cubicBezTo>
                    <a:pt x="584" y="457"/>
                    <a:pt x="645" y="427"/>
                    <a:pt x="701" y="427"/>
                  </a:cubicBezTo>
                  <a:lnTo>
                    <a:pt x="705" y="427"/>
                  </a:lnTo>
                  <a:cubicBezTo>
                    <a:pt x="797" y="383"/>
                    <a:pt x="862" y="278"/>
                    <a:pt x="932" y="194"/>
                  </a:cubicBezTo>
                  <a:cubicBezTo>
                    <a:pt x="1016" y="91"/>
                    <a:pt x="1177" y="1"/>
                    <a:pt x="1277" y="91"/>
                  </a:cubicBezTo>
                  <a:cubicBezTo>
                    <a:pt x="1345" y="149"/>
                    <a:pt x="1345" y="258"/>
                    <a:pt x="1331" y="34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964775" y="1283375"/>
              <a:ext cx="26150" cy="19075"/>
            </a:xfrm>
            <a:custGeom>
              <a:rect b="b" l="l" r="r" t="t"/>
              <a:pathLst>
                <a:path extrusionOk="0" h="763" w="1046">
                  <a:moveTo>
                    <a:pt x="1027" y="129"/>
                  </a:moveTo>
                  <a:cubicBezTo>
                    <a:pt x="902" y="414"/>
                    <a:pt x="649" y="640"/>
                    <a:pt x="353" y="729"/>
                  </a:cubicBezTo>
                  <a:cubicBezTo>
                    <a:pt x="276" y="748"/>
                    <a:pt x="195" y="763"/>
                    <a:pt x="126" y="729"/>
                  </a:cubicBezTo>
                  <a:cubicBezTo>
                    <a:pt x="52" y="700"/>
                    <a:pt x="0" y="610"/>
                    <a:pt x="35" y="541"/>
                  </a:cubicBezTo>
                  <a:cubicBezTo>
                    <a:pt x="52" y="497"/>
                    <a:pt x="96" y="471"/>
                    <a:pt x="138" y="444"/>
                  </a:cubicBezTo>
                  <a:cubicBezTo>
                    <a:pt x="243" y="371"/>
                    <a:pt x="335" y="274"/>
                    <a:pt x="402" y="164"/>
                  </a:cubicBezTo>
                  <a:cubicBezTo>
                    <a:pt x="372" y="125"/>
                    <a:pt x="390" y="63"/>
                    <a:pt x="432" y="35"/>
                  </a:cubicBezTo>
                  <a:cubicBezTo>
                    <a:pt x="475" y="5"/>
                    <a:pt x="537" y="1"/>
                    <a:pt x="593" y="5"/>
                  </a:cubicBezTo>
                  <a:cubicBezTo>
                    <a:pt x="706" y="5"/>
                    <a:pt x="820" y="5"/>
                    <a:pt x="933" y="9"/>
                  </a:cubicBezTo>
                  <a:cubicBezTo>
                    <a:pt x="973" y="9"/>
                    <a:pt x="1021" y="12"/>
                    <a:pt x="1036" y="49"/>
                  </a:cubicBezTo>
                  <a:cubicBezTo>
                    <a:pt x="1046" y="74"/>
                    <a:pt x="1037" y="104"/>
                    <a:pt x="1027" y="1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972425" y="1144750"/>
              <a:ext cx="26000" cy="13425"/>
            </a:xfrm>
            <a:custGeom>
              <a:rect b="b" l="l" r="r" t="t"/>
              <a:pathLst>
                <a:path extrusionOk="0" h="537" w="1040">
                  <a:moveTo>
                    <a:pt x="981" y="408"/>
                  </a:moveTo>
                  <a:cubicBezTo>
                    <a:pt x="739" y="530"/>
                    <a:pt x="441" y="536"/>
                    <a:pt x="190" y="428"/>
                  </a:cubicBezTo>
                  <a:cubicBezTo>
                    <a:pt x="127" y="397"/>
                    <a:pt x="64" y="361"/>
                    <a:pt x="34" y="299"/>
                  </a:cubicBezTo>
                  <a:cubicBezTo>
                    <a:pt x="1" y="237"/>
                    <a:pt x="13" y="148"/>
                    <a:pt x="75" y="119"/>
                  </a:cubicBezTo>
                  <a:cubicBezTo>
                    <a:pt x="112" y="101"/>
                    <a:pt x="157" y="108"/>
                    <a:pt x="198" y="113"/>
                  </a:cubicBezTo>
                  <a:cubicBezTo>
                    <a:pt x="311" y="124"/>
                    <a:pt x="427" y="112"/>
                    <a:pt x="533" y="75"/>
                  </a:cubicBezTo>
                  <a:cubicBezTo>
                    <a:pt x="533" y="34"/>
                    <a:pt x="581" y="1"/>
                    <a:pt x="625" y="4"/>
                  </a:cubicBezTo>
                  <a:cubicBezTo>
                    <a:pt x="672" y="9"/>
                    <a:pt x="716" y="42"/>
                    <a:pt x="751" y="76"/>
                  </a:cubicBezTo>
                  <a:cubicBezTo>
                    <a:pt x="828" y="140"/>
                    <a:pt x="907" y="205"/>
                    <a:pt x="982" y="272"/>
                  </a:cubicBezTo>
                  <a:cubicBezTo>
                    <a:pt x="1009" y="295"/>
                    <a:pt x="1040" y="325"/>
                    <a:pt x="1030" y="359"/>
                  </a:cubicBezTo>
                  <a:cubicBezTo>
                    <a:pt x="1023" y="382"/>
                    <a:pt x="1003" y="397"/>
                    <a:pt x="981" y="4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2769475" y="872200"/>
              <a:ext cx="48125" cy="53525"/>
            </a:xfrm>
            <a:custGeom>
              <a:rect b="b" l="l" r="r" t="t"/>
              <a:pathLst>
                <a:path extrusionOk="0" h="2141" w="1925">
                  <a:moveTo>
                    <a:pt x="687" y="116"/>
                  </a:moveTo>
                  <a:cubicBezTo>
                    <a:pt x="584" y="393"/>
                    <a:pt x="664" y="857"/>
                    <a:pt x="446" y="995"/>
                  </a:cubicBezTo>
                  <a:cubicBezTo>
                    <a:pt x="228" y="1134"/>
                    <a:pt x="0" y="1260"/>
                    <a:pt x="286" y="1457"/>
                  </a:cubicBezTo>
                  <a:cubicBezTo>
                    <a:pt x="573" y="1653"/>
                    <a:pt x="1157" y="2140"/>
                    <a:pt x="1466" y="2024"/>
                  </a:cubicBezTo>
                  <a:cubicBezTo>
                    <a:pt x="1776" y="1908"/>
                    <a:pt x="1924" y="1723"/>
                    <a:pt x="1695" y="1271"/>
                  </a:cubicBezTo>
                  <a:cubicBezTo>
                    <a:pt x="1466" y="821"/>
                    <a:pt x="1214" y="459"/>
                    <a:pt x="1111" y="312"/>
                  </a:cubicBezTo>
                  <a:cubicBezTo>
                    <a:pt x="894" y="0"/>
                    <a:pt x="687" y="116"/>
                    <a:pt x="687" y="1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2753100" y="899125"/>
              <a:ext cx="16500" cy="16600"/>
            </a:xfrm>
            <a:custGeom>
              <a:rect b="b" l="l" r="r" t="t"/>
              <a:pathLst>
                <a:path extrusionOk="0" h="664" w="660">
                  <a:moveTo>
                    <a:pt x="215" y="131"/>
                  </a:moveTo>
                  <a:cubicBezTo>
                    <a:pt x="151" y="300"/>
                    <a:pt x="0" y="663"/>
                    <a:pt x="275" y="663"/>
                  </a:cubicBezTo>
                  <a:cubicBezTo>
                    <a:pt x="333" y="664"/>
                    <a:pt x="395" y="645"/>
                    <a:pt x="432" y="600"/>
                  </a:cubicBezTo>
                  <a:cubicBezTo>
                    <a:pt x="476" y="549"/>
                    <a:pt x="479" y="482"/>
                    <a:pt x="507" y="425"/>
                  </a:cubicBezTo>
                  <a:cubicBezTo>
                    <a:pt x="550" y="338"/>
                    <a:pt x="610" y="269"/>
                    <a:pt x="642" y="172"/>
                  </a:cubicBezTo>
                  <a:cubicBezTo>
                    <a:pt x="652" y="140"/>
                    <a:pt x="659" y="102"/>
                    <a:pt x="643" y="74"/>
                  </a:cubicBezTo>
                  <a:cubicBezTo>
                    <a:pt x="628" y="49"/>
                    <a:pt x="600" y="38"/>
                    <a:pt x="574" y="29"/>
                  </a:cubicBezTo>
                  <a:cubicBezTo>
                    <a:pt x="494" y="7"/>
                    <a:pt x="412" y="0"/>
                    <a:pt x="332" y="11"/>
                  </a:cubicBezTo>
                  <a:cubicBezTo>
                    <a:pt x="306" y="13"/>
                    <a:pt x="280" y="19"/>
                    <a:pt x="260" y="38"/>
                  </a:cubicBezTo>
                  <a:cubicBezTo>
                    <a:pt x="245" y="53"/>
                    <a:pt x="236" y="74"/>
                    <a:pt x="229" y="94"/>
                  </a:cubicBezTo>
                  <a:cubicBezTo>
                    <a:pt x="224" y="105"/>
                    <a:pt x="220" y="117"/>
                    <a:pt x="215" y="13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983625" y="1907750"/>
              <a:ext cx="571425" cy="932450"/>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 name="Google Shape;60;p2"/>
          <p:cNvSpPr txBox="1"/>
          <p:nvPr>
            <p:ph idx="1" type="subTitle"/>
          </p:nvPr>
        </p:nvSpPr>
        <p:spPr>
          <a:xfrm rot="-431">
            <a:off x="1149625" y="3400085"/>
            <a:ext cx="4791000" cy="409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1" name="Google Shape;61;p2"/>
          <p:cNvSpPr txBox="1"/>
          <p:nvPr>
            <p:ph type="ctrTitle"/>
          </p:nvPr>
        </p:nvSpPr>
        <p:spPr>
          <a:xfrm>
            <a:off x="1149625" y="1481200"/>
            <a:ext cx="5662200" cy="1743000"/>
          </a:xfrm>
          <a:prstGeom prst="rect">
            <a:avLst/>
          </a:prstGeom>
        </p:spPr>
        <p:txBody>
          <a:bodyPr anchorCtr="0" anchor="ctr" bIns="91425" lIns="91425" spcFirstLastPara="1" rIns="91425" wrap="square" tIns="91425">
            <a:noAutofit/>
          </a:bodyPr>
          <a:lstStyle>
            <a:lvl1pPr lvl="0" rtl="0" algn="l">
              <a:lnSpc>
                <a:spcPct val="80000"/>
              </a:lnSpc>
              <a:spcBef>
                <a:spcPts val="0"/>
              </a:spcBef>
              <a:spcAft>
                <a:spcPts val="0"/>
              </a:spcAft>
              <a:buClr>
                <a:srgbClr val="191919"/>
              </a:buClr>
              <a:buSzPts val="5200"/>
              <a:buNone/>
              <a:defRPr sz="6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62" name="Shape 62"/>
        <p:cNvGrpSpPr/>
        <p:nvPr/>
      </p:nvGrpSpPr>
      <p:grpSpPr>
        <a:xfrm>
          <a:off x="0" y="0"/>
          <a:ext cx="0" cy="0"/>
          <a:chOff x="0" y="0"/>
          <a:chExt cx="0" cy="0"/>
        </a:xfrm>
      </p:grpSpPr>
      <p:pic>
        <p:nvPicPr>
          <p:cNvPr id="63" name="Google Shape;63;p3"/>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64" name="Google Shape;64;p3"/>
          <p:cNvSpPr/>
          <p:nvPr/>
        </p:nvSpPr>
        <p:spPr>
          <a:xfrm>
            <a:off x="2981600" y="357325"/>
            <a:ext cx="3196793" cy="4627012"/>
          </a:xfrm>
          <a:custGeom>
            <a:rect b="b" l="l" r="r" t="t"/>
            <a:pathLst>
              <a:path extrusionOk="0" h="43649" w="30157">
                <a:moveTo>
                  <a:pt x="4400" y="21918"/>
                </a:moveTo>
                <a:cubicBezTo>
                  <a:pt x="6232" y="21734"/>
                  <a:pt x="6691" y="20346"/>
                  <a:pt x="8066" y="24138"/>
                </a:cubicBezTo>
                <a:cubicBezTo>
                  <a:pt x="9441" y="27929"/>
                  <a:pt x="10542" y="28762"/>
                  <a:pt x="10542" y="30518"/>
                </a:cubicBezTo>
                <a:cubicBezTo>
                  <a:pt x="10542" y="32275"/>
                  <a:pt x="9350" y="34865"/>
                  <a:pt x="9900" y="36528"/>
                </a:cubicBezTo>
                <a:cubicBezTo>
                  <a:pt x="10450" y="38193"/>
                  <a:pt x="13291" y="43648"/>
                  <a:pt x="14299" y="43094"/>
                </a:cubicBezTo>
                <a:cubicBezTo>
                  <a:pt x="15308" y="42539"/>
                  <a:pt x="15857" y="38747"/>
                  <a:pt x="16866" y="37823"/>
                </a:cubicBezTo>
                <a:cubicBezTo>
                  <a:pt x="17874" y="36898"/>
                  <a:pt x="18791" y="34772"/>
                  <a:pt x="20624" y="34309"/>
                </a:cubicBezTo>
                <a:cubicBezTo>
                  <a:pt x="22456" y="33845"/>
                  <a:pt x="24840" y="33200"/>
                  <a:pt x="25023" y="30332"/>
                </a:cubicBezTo>
                <a:cubicBezTo>
                  <a:pt x="25206" y="27465"/>
                  <a:pt x="26123" y="21455"/>
                  <a:pt x="25482" y="17202"/>
                </a:cubicBezTo>
                <a:cubicBezTo>
                  <a:pt x="25024" y="14172"/>
                  <a:pt x="28506" y="11192"/>
                  <a:pt x="29331" y="9897"/>
                </a:cubicBezTo>
                <a:cubicBezTo>
                  <a:pt x="30156" y="8602"/>
                  <a:pt x="29697" y="6661"/>
                  <a:pt x="28322" y="7216"/>
                </a:cubicBezTo>
                <a:cubicBezTo>
                  <a:pt x="26948" y="7770"/>
                  <a:pt x="26122" y="9158"/>
                  <a:pt x="25756" y="8602"/>
                </a:cubicBezTo>
                <a:cubicBezTo>
                  <a:pt x="25390" y="8047"/>
                  <a:pt x="25390" y="6106"/>
                  <a:pt x="24656" y="6289"/>
                </a:cubicBezTo>
                <a:cubicBezTo>
                  <a:pt x="23921" y="6474"/>
                  <a:pt x="20165" y="7769"/>
                  <a:pt x="20897" y="6844"/>
                </a:cubicBezTo>
                <a:cubicBezTo>
                  <a:pt x="21631" y="5920"/>
                  <a:pt x="25756" y="5735"/>
                  <a:pt x="24013" y="4255"/>
                </a:cubicBezTo>
                <a:cubicBezTo>
                  <a:pt x="22273" y="2775"/>
                  <a:pt x="22822" y="1"/>
                  <a:pt x="19523" y="649"/>
                </a:cubicBezTo>
                <a:cubicBezTo>
                  <a:pt x="16224" y="1297"/>
                  <a:pt x="14481" y="3700"/>
                  <a:pt x="12190" y="4809"/>
                </a:cubicBezTo>
                <a:cubicBezTo>
                  <a:pt x="9899" y="5918"/>
                  <a:pt x="7700" y="6659"/>
                  <a:pt x="6509" y="7861"/>
                </a:cubicBezTo>
                <a:cubicBezTo>
                  <a:pt x="5317" y="9063"/>
                  <a:pt x="4033" y="10450"/>
                  <a:pt x="4217" y="11744"/>
                </a:cubicBezTo>
                <a:cubicBezTo>
                  <a:pt x="4400" y="13039"/>
                  <a:pt x="5683" y="13778"/>
                  <a:pt x="3759" y="14888"/>
                </a:cubicBezTo>
                <a:cubicBezTo>
                  <a:pt x="1835" y="15997"/>
                  <a:pt x="0" y="16922"/>
                  <a:pt x="1467" y="17755"/>
                </a:cubicBezTo>
                <a:cubicBezTo>
                  <a:pt x="2933" y="18587"/>
                  <a:pt x="2842" y="19235"/>
                  <a:pt x="2659" y="19789"/>
                </a:cubicBezTo>
                <a:cubicBezTo>
                  <a:pt x="2475" y="20344"/>
                  <a:pt x="2659" y="21454"/>
                  <a:pt x="3393" y="21732"/>
                </a:cubicBezTo>
                <a:cubicBezTo>
                  <a:pt x="4125" y="22011"/>
                  <a:pt x="4400" y="21918"/>
                  <a:pt x="4400" y="21918"/>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a:off x="5499251" y="3994605"/>
            <a:ext cx="545577" cy="403628"/>
          </a:xfrm>
          <a:custGeom>
            <a:rect b="b" l="l" r="r" t="t"/>
            <a:pathLst>
              <a:path extrusionOk="0" h="3978" w="5377">
                <a:moveTo>
                  <a:pt x="5377" y="1666"/>
                </a:moveTo>
                <a:cubicBezTo>
                  <a:pt x="5316" y="2068"/>
                  <a:pt x="5316" y="2468"/>
                  <a:pt x="4736" y="2745"/>
                </a:cubicBezTo>
                <a:cubicBezTo>
                  <a:pt x="4155" y="3022"/>
                  <a:pt x="3269" y="3978"/>
                  <a:pt x="2933" y="3854"/>
                </a:cubicBezTo>
                <a:cubicBezTo>
                  <a:pt x="2596" y="3730"/>
                  <a:pt x="2261" y="3484"/>
                  <a:pt x="1987" y="3422"/>
                </a:cubicBezTo>
                <a:cubicBezTo>
                  <a:pt x="1711" y="3360"/>
                  <a:pt x="948" y="3484"/>
                  <a:pt x="977" y="3330"/>
                </a:cubicBezTo>
                <a:cubicBezTo>
                  <a:pt x="1008" y="3176"/>
                  <a:pt x="1375" y="3021"/>
                  <a:pt x="1375" y="2836"/>
                </a:cubicBezTo>
                <a:cubicBezTo>
                  <a:pt x="1375" y="2652"/>
                  <a:pt x="1436" y="2282"/>
                  <a:pt x="1069" y="2282"/>
                </a:cubicBezTo>
                <a:cubicBezTo>
                  <a:pt x="703" y="2282"/>
                  <a:pt x="0" y="2067"/>
                  <a:pt x="488" y="2005"/>
                </a:cubicBezTo>
                <a:cubicBezTo>
                  <a:pt x="977" y="1943"/>
                  <a:pt x="1406" y="1789"/>
                  <a:pt x="1283" y="1634"/>
                </a:cubicBezTo>
                <a:cubicBezTo>
                  <a:pt x="1161" y="1481"/>
                  <a:pt x="734" y="1572"/>
                  <a:pt x="580" y="1572"/>
                </a:cubicBezTo>
                <a:cubicBezTo>
                  <a:pt x="429" y="1572"/>
                  <a:pt x="91" y="1665"/>
                  <a:pt x="336" y="1202"/>
                </a:cubicBezTo>
                <a:cubicBezTo>
                  <a:pt x="580" y="740"/>
                  <a:pt x="824" y="401"/>
                  <a:pt x="947" y="340"/>
                </a:cubicBezTo>
                <a:cubicBezTo>
                  <a:pt x="1069" y="278"/>
                  <a:pt x="1496" y="371"/>
                  <a:pt x="1558" y="679"/>
                </a:cubicBezTo>
                <a:cubicBezTo>
                  <a:pt x="1618" y="987"/>
                  <a:pt x="1987" y="1665"/>
                  <a:pt x="2046" y="1233"/>
                </a:cubicBezTo>
                <a:cubicBezTo>
                  <a:pt x="2107" y="802"/>
                  <a:pt x="2230" y="524"/>
                  <a:pt x="2353" y="771"/>
                </a:cubicBezTo>
                <a:cubicBezTo>
                  <a:pt x="2475" y="1016"/>
                  <a:pt x="2322" y="1202"/>
                  <a:pt x="2566" y="833"/>
                </a:cubicBezTo>
                <a:cubicBezTo>
                  <a:pt x="2810" y="462"/>
                  <a:pt x="2995" y="431"/>
                  <a:pt x="3238" y="586"/>
                </a:cubicBezTo>
                <a:cubicBezTo>
                  <a:pt x="3484" y="741"/>
                  <a:pt x="3727" y="957"/>
                  <a:pt x="3727" y="679"/>
                </a:cubicBezTo>
                <a:cubicBezTo>
                  <a:pt x="3727" y="401"/>
                  <a:pt x="3911" y="0"/>
                  <a:pt x="4124" y="155"/>
                </a:cubicBezTo>
                <a:cubicBezTo>
                  <a:pt x="4339" y="310"/>
                  <a:pt x="4613" y="401"/>
                  <a:pt x="4827" y="648"/>
                </a:cubicBezTo>
                <a:cubicBezTo>
                  <a:pt x="5042" y="897"/>
                  <a:pt x="5377" y="1666"/>
                  <a:pt x="5377" y="1666"/>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 name="Google Shape;66;p3"/>
          <p:cNvGrpSpPr/>
          <p:nvPr/>
        </p:nvGrpSpPr>
        <p:grpSpPr>
          <a:xfrm rot="1424753">
            <a:off x="-1136515" y="-510682"/>
            <a:ext cx="2077861" cy="2101372"/>
            <a:chOff x="3636950" y="4013525"/>
            <a:chExt cx="746800" cy="755250"/>
          </a:xfrm>
        </p:grpSpPr>
        <p:sp>
          <p:nvSpPr>
            <p:cNvPr id="67" name="Google Shape;67;p3"/>
            <p:cNvSpPr/>
            <p:nvPr/>
          </p:nvSpPr>
          <p:spPr>
            <a:xfrm>
              <a:off x="3694900" y="4067825"/>
              <a:ext cx="645075" cy="645025"/>
            </a:xfrm>
            <a:custGeom>
              <a:rect b="b" l="l" r="r" t="t"/>
              <a:pathLst>
                <a:path extrusionOk="0" h="25801" w="25803">
                  <a:moveTo>
                    <a:pt x="12673" y="1895"/>
                  </a:moveTo>
                  <a:lnTo>
                    <a:pt x="12526" y="3078"/>
                  </a:lnTo>
                  <a:cubicBezTo>
                    <a:pt x="11793" y="3106"/>
                    <a:pt x="11080" y="3215"/>
                    <a:pt x="10396" y="3395"/>
                  </a:cubicBezTo>
                  <a:lnTo>
                    <a:pt x="10090" y="2256"/>
                  </a:lnTo>
                  <a:cubicBezTo>
                    <a:pt x="10917" y="2037"/>
                    <a:pt x="11781" y="1914"/>
                    <a:pt x="12673" y="1895"/>
                  </a:cubicBezTo>
                  <a:close/>
                  <a:moveTo>
                    <a:pt x="13137" y="1895"/>
                  </a:moveTo>
                  <a:cubicBezTo>
                    <a:pt x="14026" y="1914"/>
                    <a:pt x="14892" y="2037"/>
                    <a:pt x="15718" y="2256"/>
                  </a:cubicBezTo>
                  <a:lnTo>
                    <a:pt x="15413" y="3395"/>
                  </a:lnTo>
                  <a:cubicBezTo>
                    <a:pt x="14728" y="3215"/>
                    <a:pt x="14015" y="3106"/>
                    <a:pt x="13282" y="3078"/>
                  </a:cubicBezTo>
                  <a:lnTo>
                    <a:pt x="13137" y="1895"/>
                  </a:lnTo>
                  <a:close/>
                  <a:moveTo>
                    <a:pt x="10019" y="2276"/>
                  </a:moveTo>
                  <a:lnTo>
                    <a:pt x="10325" y="3415"/>
                  </a:lnTo>
                  <a:cubicBezTo>
                    <a:pt x="9511" y="3637"/>
                    <a:pt x="8739" y="3959"/>
                    <a:pt x="8022" y="4370"/>
                  </a:cubicBezTo>
                  <a:lnTo>
                    <a:pt x="7433" y="3349"/>
                  </a:lnTo>
                  <a:cubicBezTo>
                    <a:pt x="8237" y="2888"/>
                    <a:pt x="9105" y="2524"/>
                    <a:pt x="10019" y="2276"/>
                  </a:cubicBezTo>
                  <a:close/>
                  <a:moveTo>
                    <a:pt x="15790" y="2276"/>
                  </a:moveTo>
                  <a:cubicBezTo>
                    <a:pt x="16704" y="2524"/>
                    <a:pt x="17571" y="2888"/>
                    <a:pt x="18376" y="3350"/>
                  </a:cubicBezTo>
                  <a:lnTo>
                    <a:pt x="17787" y="4371"/>
                  </a:lnTo>
                  <a:cubicBezTo>
                    <a:pt x="17071" y="3961"/>
                    <a:pt x="16299" y="3637"/>
                    <a:pt x="15485" y="3416"/>
                  </a:cubicBezTo>
                  <a:lnTo>
                    <a:pt x="15790" y="2276"/>
                  </a:lnTo>
                  <a:close/>
                  <a:moveTo>
                    <a:pt x="18440" y="3388"/>
                  </a:moveTo>
                  <a:cubicBezTo>
                    <a:pt x="19251" y="3861"/>
                    <a:pt x="19996" y="4436"/>
                    <a:pt x="20659" y="5094"/>
                  </a:cubicBezTo>
                  <a:cubicBezTo>
                    <a:pt x="20677" y="5111"/>
                    <a:pt x="20695" y="5129"/>
                    <a:pt x="20711" y="5145"/>
                  </a:cubicBezTo>
                  <a:cubicBezTo>
                    <a:pt x="21368" y="5809"/>
                    <a:pt x="21944" y="6553"/>
                    <a:pt x="22417" y="7365"/>
                  </a:cubicBezTo>
                  <a:lnTo>
                    <a:pt x="21395" y="7955"/>
                  </a:lnTo>
                  <a:cubicBezTo>
                    <a:pt x="20974" y="7232"/>
                    <a:pt x="20461" y="6569"/>
                    <a:pt x="19876" y="5979"/>
                  </a:cubicBezTo>
                  <a:cubicBezTo>
                    <a:pt x="19860" y="5960"/>
                    <a:pt x="19841" y="5944"/>
                    <a:pt x="19825" y="5927"/>
                  </a:cubicBezTo>
                  <a:cubicBezTo>
                    <a:pt x="19236" y="5341"/>
                    <a:pt x="18571" y="4829"/>
                    <a:pt x="17849" y="4407"/>
                  </a:cubicBezTo>
                  <a:lnTo>
                    <a:pt x="18440" y="3388"/>
                  </a:lnTo>
                  <a:close/>
                  <a:moveTo>
                    <a:pt x="7369" y="3388"/>
                  </a:moveTo>
                  <a:lnTo>
                    <a:pt x="7958" y="4409"/>
                  </a:lnTo>
                  <a:cubicBezTo>
                    <a:pt x="7236" y="4830"/>
                    <a:pt x="6573" y="5343"/>
                    <a:pt x="5983" y="5928"/>
                  </a:cubicBezTo>
                  <a:cubicBezTo>
                    <a:pt x="5964" y="5945"/>
                    <a:pt x="5948" y="5963"/>
                    <a:pt x="5931" y="5980"/>
                  </a:cubicBezTo>
                  <a:cubicBezTo>
                    <a:pt x="5345" y="6569"/>
                    <a:pt x="4833" y="7233"/>
                    <a:pt x="4411" y="7956"/>
                  </a:cubicBezTo>
                  <a:lnTo>
                    <a:pt x="3390" y="7366"/>
                  </a:lnTo>
                  <a:cubicBezTo>
                    <a:pt x="3864" y="6553"/>
                    <a:pt x="4439" y="5809"/>
                    <a:pt x="5097" y="5145"/>
                  </a:cubicBezTo>
                  <a:cubicBezTo>
                    <a:pt x="5115" y="5128"/>
                    <a:pt x="5133" y="5111"/>
                    <a:pt x="5149" y="5094"/>
                  </a:cubicBezTo>
                  <a:cubicBezTo>
                    <a:pt x="5812" y="4436"/>
                    <a:pt x="6557" y="3861"/>
                    <a:pt x="7369" y="3388"/>
                  </a:cubicBezTo>
                  <a:close/>
                  <a:moveTo>
                    <a:pt x="12108" y="6481"/>
                  </a:moveTo>
                  <a:lnTo>
                    <a:pt x="11932" y="7915"/>
                  </a:lnTo>
                  <a:cubicBezTo>
                    <a:pt x="11713" y="7959"/>
                    <a:pt x="11498" y="8015"/>
                    <a:pt x="11290" y="8086"/>
                  </a:cubicBezTo>
                  <a:cubicBezTo>
                    <a:pt x="11066" y="8161"/>
                    <a:pt x="10848" y="8251"/>
                    <a:pt x="10641" y="8356"/>
                  </a:cubicBezTo>
                  <a:cubicBezTo>
                    <a:pt x="10481" y="8435"/>
                    <a:pt x="10325" y="8524"/>
                    <a:pt x="10175" y="8620"/>
                  </a:cubicBezTo>
                  <a:lnTo>
                    <a:pt x="8857" y="7858"/>
                  </a:lnTo>
                  <a:cubicBezTo>
                    <a:pt x="9285" y="7513"/>
                    <a:pt x="9758" y="7223"/>
                    <a:pt x="10264" y="6996"/>
                  </a:cubicBezTo>
                  <a:cubicBezTo>
                    <a:pt x="10373" y="6948"/>
                    <a:pt x="10483" y="6901"/>
                    <a:pt x="10596" y="6858"/>
                  </a:cubicBezTo>
                  <a:cubicBezTo>
                    <a:pt x="11075" y="6674"/>
                    <a:pt x="11582" y="6546"/>
                    <a:pt x="12108" y="6481"/>
                  </a:cubicBezTo>
                  <a:close/>
                  <a:moveTo>
                    <a:pt x="13700" y="6481"/>
                  </a:moveTo>
                  <a:lnTo>
                    <a:pt x="13700" y="6481"/>
                  </a:lnTo>
                  <a:cubicBezTo>
                    <a:pt x="14226" y="6546"/>
                    <a:pt x="14733" y="6673"/>
                    <a:pt x="15213" y="6858"/>
                  </a:cubicBezTo>
                  <a:cubicBezTo>
                    <a:pt x="15325" y="6900"/>
                    <a:pt x="15435" y="6948"/>
                    <a:pt x="15544" y="6996"/>
                  </a:cubicBezTo>
                  <a:cubicBezTo>
                    <a:pt x="16052" y="7223"/>
                    <a:pt x="16523" y="7513"/>
                    <a:pt x="16951" y="7858"/>
                  </a:cubicBezTo>
                  <a:lnTo>
                    <a:pt x="15634" y="8620"/>
                  </a:lnTo>
                  <a:cubicBezTo>
                    <a:pt x="15484" y="8523"/>
                    <a:pt x="15327" y="8435"/>
                    <a:pt x="15167" y="8356"/>
                  </a:cubicBezTo>
                  <a:cubicBezTo>
                    <a:pt x="14959" y="8251"/>
                    <a:pt x="14742" y="8161"/>
                    <a:pt x="14519" y="8086"/>
                  </a:cubicBezTo>
                  <a:cubicBezTo>
                    <a:pt x="14310" y="8015"/>
                    <a:pt x="14096" y="7959"/>
                    <a:pt x="13877" y="7915"/>
                  </a:cubicBezTo>
                  <a:lnTo>
                    <a:pt x="13700" y="6481"/>
                  </a:lnTo>
                  <a:close/>
                  <a:moveTo>
                    <a:pt x="11923" y="8000"/>
                  </a:moveTo>
                  <a:lnTo>
                    <a:pt x="11874" y="8399"/>
                  </a:lnTo>
                  <a:cubicBezTo>
                    <a:pt x="11754" y="8426"/>
                    <a:pt x="11637" y="8457"/>
                    <a:pt x="11520" y="8493"/>
                  </a:cubicBezTo>
                  <a:cubicBezTo>
                    <a:pt x="11259" y="8576"/>
                    <a:pt x="11006" y="8682"/>
                    <a:pt x="10766" y="8808"/>
                  </a:cubicBezTo>
                  <a:cubicBezTo>
                    <a:pt x="10719" y="8833"/>
                    <a:pt x="10674" y="8857"/>
                    <a:pt x="10630" y="8883"/>
                  </a:cubicBezTo>
                  <a:lnTo>
                    <a:pt x="10253" y="8665"/>
                  </a:lnTo>
                  <a:cubicBezTo>
                    <a:pt x="10385" y="8581"/>
                    <a:pt x="10522" y="8506"/>
                    <a:pt x="10663" y="8434"/>
                  </a:cubicBezTo>
                  <a:cubicBezTo>
                    <a:pt x="10877" y="8326"/>
                    <a:pt x="11100" y="8233"/>
                    <a:pt x="11331" y="8157"/>
                  </a:cubicBezTo>
                  <a:cubicBezTo>
                    <a:pt x="11523" y="8093"/>
                    <a:pt x="11720" y="8039"/>
                    <a:pt x="11923" y="8000"/>
                  </a:cubicBezTo>
                  <a:close/>
                  <a:moveTo>
                    <a:pt x="13887" y="8000"/>
                  </a:moveTo>
                  <a:lnTo>
                    <a:pt x="13887" y="8000"/>
                  </a:lnTo>
                  <a:cubicBezTo>
                    <a:pt x="14088" y="8039"/>
                    <a:pt x="14285" y="8093"/>
                    <a:pt x="14478" y="8157"/>
                  </a:cubicBezTo>
                  <a:cubicBezTo>
                    <a:pt x="14708" y="8233"/>
                    <a:pt x="14932" y="8326"/>
                    <a:pt x="15146" y="8434"/>
                  </a:cubicBezTo>
                  <a:cubicBezTo>
                    <a:pt x="15286" y="8506"/>
                    <a:pt x="15423" y="8583"/>
                    <a:pt x="15556" y="8665"/>
                  </a:cubicBezTo>
                  <a:lnTo>
                    <a:pt x="15180" y="8883"/>
                  </a:lnTo>
                  <a:cubicBezTo>
                    <a:pt x="15134" y="8857"/>
                    <a:pt x="15089" y="8833"/>
                    <a:pt x="15043" y="8808"/>
                  </a:cubicBezTo>
                  <a:cubicBezTo>
                    <a:pt x="14803" y="8682"/>
                    <a:pt x="14551" y="8576"/>
                    <a:pt x="14288" y="8493"/>
                  </a:cubicBezTo>
                  <a:cubicBezTo>
                    <a:pt x="14174" y="8457"/>
                    <a:pt x="14055" y="8426"/>
                    <a:pt x="13936" y="8399"/>
                  </a:cubicBezTo>
                  <a:lnTo>
                    <a:pt x="13887" y="8000"/>
                  </a:lnTo>
                  <a:close/>
                  <a:moveTo>
                    <a:pt x="13966" y="8652"/>
                  </a:moveTo>
                  <a:cubicBezTo>
                    <a:pt x="14035" y="8671"/>
                    <a:pt x="14100" y="8688"/>
                    <a:pt x="14166" y="8708"/>
                  </a:cubicBezTo>
                  <a:cubicBezTo>
                    <a:pt x="14434" y="8789"/>
                    <a:pt x="14691" y="8895"/>
                    <a:pt x="14935" y="9022"/>
                  </a:cubicBezTo>
                  <a:lnTo>
                    <a:pt x="14074" y="9520"/>
                  </a:lnTo>
                  <a:lnTo>
                    <a:pt x="14008" y="8986"/>
                  </a:lnTo>
                  <a:lnTo>
                    <a:pt x="13966" y="8652"/>
                  </a:lnTo>
                  <a:close/>
                  <a:moveTo>
                    <a:pt x="11842" y="8653"/>
                  </a:moveTo>
                  <a:lnTo>
                    <a:pt x="11801" y="8987"/>
                  </a:lnTo>
                  <a:lnTo>
                    <a:pt x="11735" y="9522"/>
                  </a:lnTo>
                  <a:lnTo>
                    <a:pt x="10873" y="9023"/>
                  </a:lnTo>
                  <a:cubicBezTo>
                    <a:pt x="11117" y="8895"/>
                    <a:pt x="11375" y="8788"/>
                    <a:pt x="11643" y="8708"/>
                  </a:cubicBezTo>
                  <a:cubicBezTo>
                    <a:pt x="11708" y="8688"/>
                    <a:pt x="11775" y="8671"/>
                    <a:pt x="11842" y="8653"/>
                  </a:cubicBezTo>
                  <a:close/>
                  <a:moveTo>
                    <a:pt x="12984" y="1317"/>
                  </a:moveTo>
                  <a:lnTo>
                    <a:pt x="13046" y="1823"/>
                  </a:lnTo>
                  <a:lnTo>
                    <a:pt x="13055" y="1898"/>
                  </a:lnTo>
                  <a:lnTo>
                    <a:pt x="13201" y="3081"/>
                  </a:lnTo>
                  <a:lnTo>
                    <a:pt x="13210" y="3154"/>
                  </a:lnTo>
                  <a:lnTo>
                    <a:pt x="13598" y="6310"/>
                  </a:lnTo>
                  <a:lnTo>
                    <a:pt x="13608" y="6393"/>
                  </a:lnTo>
                  <a:lnTo>
                    <a:pt x="13619" y="6475"/>
                  </a:lnTo>
                  <a:lnTo>
                    <a:pt x="13794" y="7905"/>
                  </a:lnTo>
                  <a:lnTo>
                    <a:pt x="13804" y="7989"/>
                  </a:lnTo>
                  <a:lnTo>
                    <a:pt x="13854" y="8385"/>
                  </a:lnTo>
                  <a:lnTo>
                    <a:pt x="13885" y="8640"/>
                  </a:lnTo>
                  <a:lnTo>
                    <a:pt x="13943" y="9110"/>
                  </a:lnTo>
                  <a:lnTo>
                    <a:pt x="13999" y="9570"/>
                  </a:lnTo>
                  <a:lnTo>
                    <a:pt x="13527" y="9843"/>
                  </a:lnTo>
                  <a:lnTo>
                    <a:pt x="13029" y="10132"/>
                  </a:lnTo>
                  <a:cubicBezTo>
                    <a:pt x="13014" y="10132"/>
                    <a:pt x="13000" y="10131"/>
                    <a:pt x="12985" y="10131"/>
                  </a:cubicBezTo>
                  <a:lnTo>
                    <a:pt x="12985" y="8524"/>
                  </a:lnTo>
                  <a:lnTo>
                    <a:pt x="12984" y="8524"/>
                  </a:lnTo>
                  <a:lnTo>
                    <a:pt x="12984" y="8284"/>
                  </a:lnTo>
                  <a:lnTo>
                    <a:pt x="12984" y="7904"/>
                  </a:lnTo>
                  <a:lnTo>
                    <a:pt x="12984" y="7825"/>
                  </a:lnTo>
                  <a:lnTo>
                    <a:pt x="12984" y="6434"/>
                  </a:lnTo>
                  <a:lnTo>
                    <a:pt x="12984" y="6354"/>
                  </a:lnTo>
                  <a:lnTo>
                    <a:pt x="12984" y="6274"/>
                  </a:lnTo>
                  <a:lnTo>
                    <a:pt x="12984" y="3148"/>
                  </a:lnTo>
                  <a:lnTo>
                    <a:pt x="12984" y="3074"/>
                  </a:lnTo>
                  <a:lnTo>
                    <a:pt x="12984" y="1895"/>
                  </a:lnTo>
                  <a:lnTo>
                    <a:pt x="12984" y="1822"/>
                  </a:lnTo>
                  <a:lnTo>
                    <a:pt x="12984" y="1317"/>
                  </a:lnTo>
                  <a:close/>
                  <a:moveTo>
                    <a:pt x="3353" y="7429"/>
                  </a:moveTo>
                  <a:lnTo>
                    <a:pt x="4374" y="8019"/>
                  </a:lnTo>
                  <a:cubicBezTo>
                    <a:pt x="3963" y="8735"/>
                    <a:pt x="3640" y="9507"/>
                    <a:pt x="3419" y="10321"/>
                  </a:cubicBezTo>
                  <a:lnTo>
                    <a:pt x="2280" y="10015"/>
                  </a:lnTo>
                  <a:cubicBezTo>
                    <a:pt x="2527" y="9101"/>
                    <a:pt x="2892" y="8233"/>
                    <a:pt x="3353" y="7429"/>
                  </a:cubicBezTo>
                  <a:close/>
                  <a:moveTo>
                    <a:pt x="22456" y="7429"/>
                  </a:moveTo>
                  <a:cubicBezTo>
                    <a:pt x="22918" y="8233"/>
                    <a:pt x="23281" y="9101"/>
                    <a:pt x="23529" y="10015"/>
                  </a:cubicBezTo>
                  <a:lnTo>
                    <a:pt x="22390" y="10321"/>
                  </a:lnTo>
                  <a:cubicBezTo>
                    <a:pt x="22168" y="9507"/>
                    <a:pt x="21846" y="8735"/>
                    <a:pt x="21434" y="8019"/>
                  </a:cubicBezTo>
                  <a:lnTo>
                    <a:pt x="22456" y="7429"/>
                  </a:lnTo>
                  <a:close/>
                  <a:moveTo>
                    <a:pt x="6985" y="6868"/>
                  </a:moveTo>
                  <a:lnTo>
                    <a:pt x="8642" y="7827"/>
                  </a:lnTo>
                  <a:lnTo>
                    <a:pt x="8713" y="7868"/>
                  </a:lnTo>
                  <a:lnTo>
                    <a:pt x="8789" y="7911"/>
                  </a:lnTo>
                  <a:lnTo>
                    <a:pt x="10099" y="8669"/>
                  </a:lnTo>
                  <a:lnTo>
                    <a:pt x="10178" y="8714"/>
                  </a:lnTo>
                  <a:lnTo>
                    <a:pt x="10549" y="8930"/>
                  </a:lnTo>
                  <a:lnTo>
                    <a:pt x="10791" y="9069"/>
                  </a:lnTo>
                  <a:lnTo>
                    <a:pt x="10848" y="9102"/>
                  </a:lnTo>
                  <a:lnTo>
                    <a:pt x="11724" y="9608"/>
                  </a:lnTo>
                  <a:lnTo>
                    <a:pt x="11762" y="9631"/>
                  </a:lnTo>
                  <a:lnTo>
                    <a:pt x="11799" y="9653"/>
                  </a:lnTo>
                  <a:lnTo>
                    <a:pt x="12359" y="9977"/>
                  </a:lnTo>
                  <a:lnTo>
                    <a:pt x="12638" y="10138"/>
                  </a:lnTo>
                  <a:cubicBezTo>
                    <a:pt x="12578" y="10143"/>
                    <a:pt x="12520" y="10151"/>
                    <a:pt x="12463" y="10159"/>
                  </a:cubicBezTo>
                  <a:cubicBezTo>
                    <a:pt x="12197" y="10203"/>
                    <a:pt x="11943" y="10282"/>
                    <a:pt x="11709" y="10396"/>
                  </a:cubicBezTo>
                  <a:cubicBezTo>
                    <a:pt x="11694" y="10402"/>
                    <a:pt x="11680" y="10410"/>
                    <a:pt x="11667" y="10417"/>
                  </a:cubicBezTo>
                  <a:cubicBezTo>
                    <a:pt x="11652" y="10426"/>
                    <a:pt x="11638" y="10432"/>
                    <a:pt x="11623" y="10440"/>
                  </a:cubicBezTo>
                  <a:cubicBezTo>
                    <a:pt x="11504" y="10503"/>
                    <a:pt x="11389" y="10574"/>
                    <a:pt x="11280" y="10653"/>
                  </a:cubicBezTo>
                  <a:cubicBezTo>
                    <a:pt x="11181" y="10724"/>
                    <a:pt x="11088" y="10801"/>
                    <a:pt x="11000" y="10884"/>
                  </a:cubicBezTo>
                  <a:lnTo>
                    <a:pt x="9867" y="9751"/>
                  </a:lnTo>
                  <a:lnTo>
                    <a:pt x="9697" y="9581"/>
                  </a:lnTo>
                  <a:lnTo>
                    <a:pt x="9429" y="9312"/>
                  </a:lnTo>
                  <a:lnTo>
                    <a:pt x="9372" y="9256"/>
                  </a:lnTo>
                  <a:lnTo>
                    <a:pt x="8389" y="8273"/>
                  </a:lnTo>
                  <a:lnTo>
                    <a:pt x="8330" y="8214"/>
                  </a:lnTo>
                  <a:lnTo>
                    <a:pt x="8275" y="8160"/>
                  </a:lnTo>
                  <a:lnTo>
                    <a:pt x="6985" y="6868"/>
                  </a:lnTo>
                  <a:close/>
                  <a:moveTo>
                    <a:pt x="9027" y="10869"/>
                  </a:moveTo>
                  <a:lnTo>
                    <a:pt x="9526" y="11731"/>
                  </a:lnTo>
                  <a:lnTo>
                    <a:pt x="8991" y="11797"/>
                  </a:lnTo>
                  <a:lnTo>
                    <a:pt x="8657" y="11838"/>
                  </a:lnTo>
                  <a:cubicBezTo>
                    <a:pt x="8672" y="11771"/>
                    <a:pt x="8692" y="11705"/>
                    <a:pt x="8712" y="11639"/>
                  </a:cubicBezTo>
                  <a:cubicBezTo>
                    <a:pt x="8793" y="11371"/>
                    <a:pt x="8898" y="11114"/>
                    <a:pt x="9027" y="10869"/>
                  </a:cubicBezTo>
                  <a:close/>
                  <a:moveTo>
                    <a:pt x="16781" y="10869"/>
                  </a:moveTo>
                  <a:cubicBezTo>
                    <a:pt x="16909" y="11113"/>
                    <a:pt x="17016" y="11371"/>
                    <a:pt x="17096" y="11639"/>
                  </a:cubicBezTo>
                  <a:cubicBezTo>
                    <a:pt x="17115" y="11705"/>
                    <a:pt x="17135" y="11771"/>
                    <a:pt x="17151" y="11838"/>
                  </a:cubicBezTo>
                  <a:lnTo>
                    <a:pt x="16817" y="11797"/>
                  </a:lnTo>
                  <a:lnTo>
                    <a:pt x="16284" y="11731"/>
                  </a:lnTo>
                  <a:lnTo>
                    <a:pt x="16781" y="10869"/>
                  </a:lnTo>
                  <a:close/>
                  <a:moveTo>
                    <a:pt x="8667" y="10249"/>
                  </a:moveTo>
                  <a:lnTo>
                    <a:pt x="8885" y="10626"/>
                  </a:lnTo>
                  <a:cubicBezTo>
                    <a:pt x="8859" y="10670"/>
                    <a:pt x="8835" y="10716"/>
                    <a:pt x="8811" y="10762"/>
                  </a:cubicBezTo>
                  <a:cubicBezTo>
                    <a:pt x="8684" y="11002"/>
                    <a:pt x="8579" y="11253"/>
                    <a:pt x="8496" y="11516"/>
                  </a:cubicBezTo>
                  <a:cubicBezTo>
                    <a:pt x="8460" y="11632"/>
                    <a:pt x="8429" y="11750"/>
                    <a:pt x="8402" y="11869"/>
                  </a:cubicBezTo>
                  <a:lnTo>
                    <a:pt x="8002" y="11918"/>
                  </a:lnTo>
                  <a:cubicBezTo>
                    <a:pt x="8042" y="11716"/>
                    <a:pt x="8097" y="11519"/>
                    <a:pt x="8160" y="11327"/>
                  </a:cubicBezTo>
                  <a:cubicBezTo>
                    <a:pt x="8236" y="11096"/>
                    <a:pt x="8329" y="10872"/>
                    <a:pt x="8437" y="10659"/>
                  </a:cubicBezTo>
                  <a:cubicBezTo>
                    <a:pt x="8507" y="10519"/>
                    <a:pt x="8585" y="10381"/>
                    <a:pt x="8667" y="10249"/>
                  </a:cubicBezTo>
                  <a:close/>
                  <a:moveTo>
                    <a:pt x="17141" y="10250"/>
                  </a:moveTo>
                  <a:cubicBezTo>
                    <a:pt x="17225" y="10382"/>
                    <a:pt x="17301" y="10520"/>
                    <a:pt x="17371" y="10660"/>
                  </a:cubicBezTo>
                  <a:cubicBezTo>
                    <a:pt x="17480" y="10874"/>
                    <a:pt x="17573" y="11097"/>
                    <a:pt x="17649" y="11328"/>
                  </a:cubicBezTo>
                  <a:cubicBezTo>
                    <a:pt x="17714" y="11520"/>
                    <a:pt x="17766" y="11717"/>
                    <a:pt x="17807" y="11920"/>
                  </a:cubicBezTo>
                  <a:lnTo>
                    <a:pt x="17406" y="11871"/>
                  </a:lnTo>
                  <a:cubicBezTo>
                    <a:pt x="17379" y="11752"/>
                    <a:pt x="17349" y="11634"/>
                    <a:pt x="17312" y="11519"/>
                  </a:cubicBezTo>
                  <a:cubicBezTo>
                    <a:pt x="17230" y="11255"/>
                    <a:pt x="17123" y="11003"/>
                    <a:pt x="16998" y="10763"/>
                  </a:cubicBezTo>
                  <a:cubicBezTo>
                    <a:pt x="16973" y="10717"/>
                    <a:pt x="16949" y="10672"/>
                    <a:pt x="16923" y="10627"/>
                  </a:cubicBezTo>
                  <a:lnTo>
                    <a:pt x="17141" y="10250"/>
                  </a:lnTo>
                  <a:close/>
                  <a:moveTo>
                    <a:pt x="7860" y="8853"/>
                  </a:moveTo>
                  <a:lnTo>
                    <a:pt x="8623" y="10172"/>
                  </a:lnTo>
                  <a:cubicBezTo>
                    <a:pt x="8527" y="10321"/>
                    <a:pt x="8438" y="10477"/>
                    <a:pt x="8358" y="10637"/>
                  </a:cubicBezTo>
                  <a:cubicBezTo>
                    <a:pt x="8254" y="10846"/>
                    <a:pt x="8164" y="11062"/>
                    <a:pt x="8088" y="11285"/>
                  </a:cubicBezTo>
                  <a:cubicBezTo>
                    <a:pt x="8019" y="11495"/>
                    <a:pt x="7961" y="11708"/>
                    <a:pt x="7918" y="11928"/>
                  </a:cubicBezTo>
                  <a:lnTo>
                    <a:pt x="6484" y="12104"/>
                  </a:lnTo>
                  <a:cubicBezTo>
                    <a:pt x="6550" y="11578"/>
                    <a:pt x="6678" y="11072"/>
                    <a:pt x="6861" y="10592"/>
                  </a:cubicBezTo>
                  <a:cubicBezTo>
                    <a:pt x="6903" y="10479"/>
                    <a:pt x="6949" y="10370"/>
                    <a:pt x="6999" y="10261"/>
                  </a:cubicBezTo>
                  <a:cubicBezTo>
                    <a:pt x="7226" y="9754"/>
                    <a:pt x="7516" y="9281"/>
                    <a:pt x="7860" y="8853"/>
                  </a:cubicBezTo>
                  <a:close/>
                  <a:moveTo>
                    <a:pt x="17948" y="8854"/>
                  </a:moveTo>
                  <a:cubicBezTo>
                    <a:pt x="18293" y="9282"/>
                    <a:pt x="18582" y="9755"/>
                    <a:pt x="18809" y="10262"/>
                  </a:cubicBezTo>
                  <a:cubicBezTo>
                    <a:pt x="18859" y="10370"/>
                    <a:pt x="18905" y="10481"/>
                    <a:pt x="18948" y="10593"/>
                  </a:cubicBezTo>
                  <a:cubicBezTo>
                    <a:pt x="19132" y="11073"/>
                    <a:pt x="19260" y="11580"/>
                    <a:pt x="19324" y="12106"/>
                  </a:cubicBezTo>
                  <a:lnTo>
                    <a:pt x="17890" y="11929"/>
                  </a:lnTo>
                  <a:cubicBezTo>
                    <a:pt x="17847" y="11709"/>
                    <a:pt x="17790" y="11495"/>
                    <a:pt x="17720" y="11287"/>
                  </a:cubicBezTo>
                  <a:cubicBezTo>
                    <a:pt x="17646" y="11064"/>
                    <a:pt x="17555" y="10846"/>
                    <a:pt x="17451" y="10638"/>
                  </a:cubicBezTo>
                  <a:cubicBezTo>
                    <a:pt x="17370" y="10478"/>
                    <a:pt x="17281" y="10322"/>
                    <a:pt x="17187" y="10173"/>
                  </a:cubicBezTo>
                  <a:lnTo>
                    <a:pt x="17948" y="8854"/>
                  </a:lnTo>
                  <a:close/>
                  <a:moveTo>
                    <a:pt x="13292" y="3152"/>
                  </a:moveTo>
                  <a:cubicBezTo>
                    <a:pt x="14015" y="3180"/>
                    <a:pt x="14719" y="3287"/>
                    <a:pt x="15393" y="3465"/>
                  </a:cubicBezTo>
                  <a:cubicBezTo>
                    <a:pt x="15417" y="3472"/>
                    <a:pt x="15441" y="3478"/>
                    <a:pt x="15465" y="3484"/>
                  </a:cubicBezTo>
                  <a:cubicBezTo>
                    <a:pt x="16271" y="3705"/>
                    <a:pt x="17039" y="4025"/>
                    <a:pt x="17749" y="4433"/>
                  </a:cubicBezTo>
                  <a:cubicBezTo>
                    <a:pt x="17771" y="4446"/>
                    <a:pt x="17791" y="4458"/>
                    <a:pt x="17812" y="4471"/>
                  </a:cubicBezTo>
                  <a:cubicBezTo>
                    <a:pt x="18529" y="4890"/>
                    <a:pt x="19186" y="5397"/>
                    <a:pt x="19772" y="5979"/>
                  </a:cubicBezTo>
                  <a:cubicBezTo>
                    <a:pt x="19790" y="5995"/>
                    <a:pt x="19806" y="6014"/>
                    <a:pt x="19824" y="6030"/>
                  </a:cubicBezTo>
                  <a:cubicBezTo>
                    <a:pt x="20405" y="6615"/>
                    <a:pt x="20912" y="7275"/>
                    <a:pt x="21331" y="7991"/>
                  </a:cubicBezTo>
                  <a:cubicBezTo>
                    <a:pt x="21343" y="8011"/>
                    <a:pt x="21356" y="8033"/>
                    <a:pt x="21368" y="8054"/>
                  </a:cubicBezTo>
                  <a:cubicBezTo>
                    <a:pt x="21776" y="8765"/>
                    <a:pt x="22097" y="9530"/>
                    <a:pt x="22317" y="10338"/>
                  </a:cubicBezTo>
                  <a:cubicBezTo>
                    <a:pt x="22324" y="10361"/>
                    <a:pt x="22331" y="10385"/>
                    <a:pt x="22337" y="10409"/>
                  </a:cubicBezTo>
                  <a:cubicBezTo>
                    <a:pt x="22515" y="11085"/>
                    <a:pt x="22622" y="11788"/>
                    <a:pt x="22651" y="12511"/>
                  </a:cubicBezTo>
                  <a:lnTo>
                    <a:pt x="19486" y="12123"/>
                  </a:lnTo>
                  <a:cubicBezTo>
                    <a:pt x="19422" y="11563"/>
                    <a:pt x="19286" y="11023"/>
                    <a:pt x="19088" y="10512"/>
                  </a:cubicBezTo>
                  <a:lnTo>
                    <a:pt x="20228" y="9867"/>
                  </a:lnTo>
                  <a:lnTo>
                    <a:pt x="18966" y="10216"/>
                  </a:lnTo>
                  <a:cubicBezTo>
                    <a:pt x="18722" y="9669"/>
                    <a:pt x="18409" y="9161"/>
                    <a:pt x="18034" y="8704"/>
                  </a:cubicBezTo>
                  <a:lnTo>
                    <a:pt x="19313" y="6492"/>
                  </a:lnTo>
                  <a:lnTo>
                    <a:pt x="17101" y="7771"/>
                  </a:lnTo>
                  <a:cubicBezTo>
                    <a:pt x="16643" y="7396"/>
                    <a:pt x="16135" y="7083"/>
                    <a:pt x="15588" y="6839"/>
                  </a:cubicBezTo>
                  <a:lnTo>
                    <a:pt x="15938" y="5576"/>
                  </a:lnTo>
                  <a:lnTo>
                    <a:pt x="15293" y="6716"/>
                  </a:lnTo>
                  <a:cubicBezTo>
                    <a:pt x="14783" y="6519"/>
                    <a:pt x="14242" y="6382"/>
                    <a:pt x="13680" y="6316"/>
                  </a:cubicBezTo>
                  <a:lnTo>
                    <a:pt x="13292" y="3152"/>
                  </a:lnTo>
                  <a:close/>
                  <a:moveTo>
                    <a:pt x="12515" y="3154"/>
                  </a:moveTo>
                  <a:lnTo>
                    <a:pt x="12127" y="6319"/>
                  </a:lnTo>
                  <a:cubicBezTo>
                    <a:pt x="11567" y="6382"/>
                    <a:pt x="11027" y="6519"/>
                    <a:pt x="10516" y="6716"/>
                  </a:cubicBezTo>
                  <a:lnTo>
                    <a:pt x="9871" y="5576"/>
                  </a:lnTo>
                  <a:lnTo>
                    <a:pt x="10220" y="6839"/>
                  </a:lnTo>
                  <a:cubicBezTo>
                    <a:pt x="9673" y="7083"/>
                    <a:pt x="9165" y="7396"/>
                    <a:pt x="8708" y="7771"/>
                  </a:cubicBezTo>
                  <a:lnTo>
                    <a:pt x="6495" y="6492"/>
                  </a:lnTo>
                  <a:lnTo>
                    <a:pt x="6495" y="6492"/>
                  </a:lnTo>
                  <a:lnTo>
                    <a:pt x="7775" y="8704"/>
                  </a:lnTo>
                  <a:cubicBezTo>
                    <a:pt x="7399" y="9162"/>
                    <a:pt x="7087" y="9669"/>
                    <a:pt x="6843" y="10216"/>
                  </a:cubicBezTo>
                  <a:lnTo>
                    <a:pt x="5580" y="9866"/>
                  </a:lnTo>
                  <a:lnTo>
                    <a:pt x="6720" y="10511"/>
                  </a:lnTo>
                  <a:cubicBezTo>
                    <a:pt x="6522" y="11022"/>
                    <a:pt x="6386" y="11563"/>
                    <a:pt x="6320" y="12125"/>
                  </a:cubicBezTo>
                  <a:lnTo>
                    <a:pt x="3156" y="12513"/>
                  </a:lnTo>
                  <a:cubicBezTo>
                    <a:pt x="3184" y="11790"/>
                    <a:pt x="3291" y="11086"/>
                    <a:pt x="3469" y="10411"/>
                  </a:cubicBezTo>
                  <a:cubicBezTo>
                    <a:pt x="3476" y="10387"/>
                    <a:pt x="3482" y="10364"/>
                    <a:pt x="3488" y="10340"/>
                  </a:cubicBezTo>
                  <a:cubicBezTo>
                    <a:pt x="3709" y="9533"/>
                    <a:pt x="4029" y="8766"/>
                    <a:pt x="4437" y="8056"/>
                  </a:cubicBezTo>
                  <a:cubicBezTo>
                    <a:pt x="4449" y="8034"/>
                    <a:pt x="4462" y="8013"/>
                    <a:pt x="4475" y="7993"/>
                  </a:cubicBezTo>
                  <a:cubicBezTo>
                    <a:pt x="4894" y="7277"/>
                    <a:pt x="5401" y="6618"/>
                    <a:pt x="5983" y="6032"/>
                  </a:cubicBezTo>
                  <a:cubicBezTo>
                    <a:pt x="5999" y="6015"/>
                    <a:pt x="6018" y="5997"/>
                    <a:pt x="6034" y="5981"/>
                  </a:cubicBezTo>
                  <a:cubicBezTo>
                    <a:pt x="6619" y="5399"/>
                    <a:pt x="7279" y="4892"/>
                    <a:pt x="7995" y="4473"/>
                  </a:cubicBezTo>
                  <a:cubicBezTo>
                    <a:pt x="8015" y="4460"/>
                    <a:pt x="8037" y="4449"/>
                    <a:pt x="8058" y="4436"/>
                  </a:cubicBezTo>
                  <a:cubicBezTo>
                    <a:pt x="8768" y="4029"/>
                    <a:pt x="9534" y="3707"/>
                    <a:pt x="10342" y="3487"/>
                  </a:cubicBezTo>
                  <a:cubicBezTo>
                    <a:pt x="10365" y="3480"/>
                    <a:pt x="10389" y="3474"/>
                    <a:pt x="10413" y="3467"/>
                  </a:cubicBezTo>
                  <a:cubicBezTo>
                    <a:pt x="11088" y="3289"/>
                    <a:pt x="11791" y="3183"/>
                    <a:pt x="12515" y="3154"/>
                  </a:cubicBezTo>
                  <a:close/>
                  <a:moveTo>
                    <a:pt x="18937" y="6984"/>
                  </a:moveTo>
                  <a:lnTo>
                    <a:pt x="17979" y="8641"/>
                  </a:lnTo>
                  <a:lnTo>
                    <a:pt x="17938" y="8712"/>
                  </a:lnTo>
                  <a:lnTo>
                    <a:pt x="17894" y="8787"/>
                  </a:lnTo>
                  <a:lnTo>
                    <a:pt x="17137" y="10098"/>
                  </a:lnTo>
                  <a:lnTo>
                    <a:pt x="17092" y="10177"/>
                  </a:lnTo>
                  <a:lnTo>
                    <a:pt x="16877" y="10548"/>
                  </a:lnTo>
                  <a:lnTo>
                    <a:pt x="16738" y="10789"/>
                  </a:lnTo>
                  <a:lnTo>
                    <a:pt x="16704" y="10848"/>
                  </a:lnTo>
                  <a:lnTo>
                    <a:pt x="16197" y="11723"/>
                  </a:lnTo>
                  <a:lnTo>
                    <a:pt x="16175" y="11761"/>
                  </a:lnTo>
                  <a:lnTo>
                    <a:pt x="16153" y="11798"/>
                  </a:lnTo>
                  <a:lnTo>
                    <a:pt x="15830" y="12357"/>
                  </a:lnTo>
                  <a:lnTo>
                    <a:pt x="15668" y="12636"/>
                  </a:lnTo>
                  <a:cubicBezTo>
                    <a:pt x="15663" y="12576"/>
                    <a:pt x="15655" y="12517"/>
                    <a:pt x="15646" y="12460"/>
                  </a:cubicBezTo>
                  <a:cubicBezTo>
                    <a:pt x="15604" y="12195"/>
                    <a:pt x="15523" y="11941"/>
                    <a:pt x="15410" y="11706"/>
                  </a:cubicBezTo>
                  <a:cubicBezTo>
                    <a:pt x="15404" y="11692"/>
                    <a:pt x="15395" y="11678"/>
                    <a:pt x="15388" y="11664"/>
                  </a:cubicBezTo>
                  <a:cubicBezTo>
                    <a:pt x="15381" y="11649"/>
                    <a:pt x="15374" y="11635"/>
                    <a:pt x="15367" y="11621"/>
                  </a:cubicBezTo>
                  <a:cubicBezTo>
                    <a:pt x="15304" y="11501"/>
                    <a:pt x="15232" y="11386"/>
                    <a:pt x="15154" y="11277"/>
                  </a:cubicBezTo>
                  <a:cubicBezTo>
                    <a:pt x="15083" y="11179"/>
                    <a:pt x="15005" y="11086"/>
                    <a:pt x="14923" y="10998"/>
                  </a:cubicBezTo>
                  <a:lnTo>
                    <a:pt x="16055" y="9865"/>
                  </a:lnTo>
                  <a:lnTo>
                    <a:pt x="16225" y="9695"/>
                  </a:lnTo>
                  <a:lnTo>
                    <a:pt x="16493" y="9427"/>
                  </a:lnTo>
                  <a:lnTo>
                    <a:pt x="16550" y="9370"/>
                  </a:lnTo>
                  <a:lnTo>
                    <a:pt x="17533" y="8388"/>
                  </a:lnTo>
                  <a:lnTo>
                    <a:pt x="17592" y="8328"/>
                  </a:lnTo>
                  <a:lnTo>
                    <a:pt x="17647" y="8274"/>
                  </a:lnTo>
                  <a:lnTo>
                    <a:pt x="18937" y="6984"/>
                  </a:lnTo>
                  <a:close/>
                  <a:moveTo>
                    <a:pt x="2259" y="10086"/>
                  </a:moveTo>
                  <a:lnTo>
                    <a:pt x="3398" y="10392"/>
                  </a:lnTo>
                  <a:cubicBezTo>
                    <a:pt x="3218" y="11077"/>
                    <a:pt x="3109" y="11790"/>
                    <a:pt x="3080" y="12522"/>
                  </a:cubicBezTo>
                  <a:lnTo>
                    <a:pt x="1898" y="12669"/>
                  </a:lnTo>
                  <a:cubicBezTo>
                    <a:pt x="1918" y="11778"/>
                    <a:pt x="2041" y="10913"/>
                    <a:pt x="2259" y="10086"/>
                  </a:cubicBezTo>
                  <a:close/>
                  <a:moveTo>
                    <a:pt x="23548" y="10086"/>
                  </a:moveTo>
                  <a:cubicBezTo>
                    <a:pt x="23767" y="10913"/>
                    <a:pt x="23891" y="11778"/>
                    <a:pt x="23909" y="12669"/>
                  </a:cubicBezTo>
                  <a:lnTo>
                    <a:pt x="22726" y="12522"/>
                  </a:lnTo>
                  <a:cubicBezTo>
                    <a:pt x="22698" y="11789"/>
                    <a:pt x="22590" y="11076"/>
                    <a:pt x="22409" y="10392"/>
                  </a:cubicBezTo>
                  <a:lnTo>
                    <a:pt x="23548" y="10086"/>
                  </a:lnTo>
                  <a:close/>
                  <a:moveTo>
                    <a:pt x="9570" y="11805"/>
                  </a:moveTo>
                  <a:lnTo>
                    <a:pt x="9842" y="12278"/>
                  </a:lnTo>
                  <a:lnTo>
                    <a:pt x="10131" y="12777"/>
                  </a:lnTo>
                  <a:cubicBezTo>
                    <a:pt x="10131" y="12790"/>
                    <a:pt x="10130" y="12805"/>
                    <a:pt x="10130" y="12819"/>
                  </a:cubicBezTo>
                  <a:lnTo>
                    <a:pt x="1822" y="12819"/>
                  </a:lnTo>
                  <a:lnTo>
                    <a:pt x="1822" y="12820"/>
                  </a:lnTo>
                  <a:lnTo>
                    <a:pt x="1318" y="12820"/>
                  </a:lnTo>
                  <a:lnTo>
                    <a:pt x="1824" y="12758"/>
                  </a:lnTo>
                  <a:lnTo>
                    <a:pt x="1898" y="12749"/>
                  </a:lnTo>
                  <a:lnTo>
                    <a:pt x="3080" y="12604"/>
                  </a:lnTo>
                  <a:lnTo>
                    <a:pt x="3155" y="12594"/>
                  </a:lnTo>
                  <a:lnTo>
                    <a:pt x="6310" y="12206"/>
                  </a:lnTo>
                  <a:lnTo>
                    <a:pt x="6392" y="12196"/>
                  </a:lnTo>
                  <a:lnTo>
                    <a:pt x="6475" y="12186"/>
                  </a:lnTo>
                  <a:lnTo>
                    <a:pt x="7905" y="12010"/>
                  </a:lnTo>
                  <a:lnTo>
                    <a:pt x="7989" y="12000"/>
                  </a:lnTo>
                  <a:lnTo>
                    <a:pt x="8385" y="11952"/>
                  </a:lnTo>
                  <a:lnTo>
                    <a:pt x="8639" y="11921"/>
                  </a:lnTo>
                  <a:lnTo>
                    <a:pt x="9110" y="11862"/>
                  </a:lnTo>
                  <a:lnTo>
                    <a:pt x="9570" y="11805"/>
                  </a:lnTo>
                  <a:close/>
                  <a:moveTo>
                    <a:pt x="24489" y="12982"/>
                  </a:moveTo>
                  <a:lnTo>
                    <a:pt x="23984" y="13044"/>
                  </a:lnTo>
                  <a:lnTo>
                    <a:pt x="23910" y="13052"/>
                  </a:lnTo>
                  <a:lnTo>
                    <a:pt x="22728" y="13198"/>
                  </a:lnTo>
                  <a:lnTo>
                    <a:pt x="22654" y="13207"/>
                  </a:lnTo>
                  <a:lnTo>
                    <a:pt x="19499" y="13595"/>
                  </a:lnTo>
                  <a:lnTo>
                    <a:pt x="19416" y="13606"/>
                  </a:lnTo>
                  <a:lnTo>
                    <a:pt x="19334" y="13616"/>
                  </a:lnTo>
                  <a:lnTo>
                    <a:pt x="17904" y="13791"/>
                  </a:lnTo>
                  <a:lnTo>
                    <a:pt x="17819" y="13802"/>
                  </a:lnTo>
                  <a:lnTo>
                    <a:pt x="17424" y="13851"/>
                  </a:lnTo>
                  <a:lnTo>
                    <a:pt x="17169" y="13882"/>
                  </a:lnTo>
                  <a:lnTo>
                    <a:pt x="16699" y="13940"/>
                  </a:lnTo>
                  <a:lnTo>
                    <a:pt x="16238" y="13997"/>
                  </a:lnTo>
                  <a:lnTo>
                    <a:pt x="15966" y="13524"/>
                  </a:lnTo>
                  <a:lnTo>
                    <a:pt x="15677" y="13026"/>
                  </a:lnTo>
                  <a:cubicBezTo>
                    <a:pt x="15677" y="13011"/>
                    <a:pt x="15678" y="12997"/>
                    <a:pt x="15678" y="12982"/>
                  </a:cubicBezTo>
                  <a:close/>
                  <a:moveTo>
                    <a:pt x="8656" y="13964"/>
                  </a:moveTo>
                  <a:lnTo>
                    <a:pt x="8990" y="14005"/>
                  </a:lnTo>
                  <a:lnTo>
                    <a:pt x="9524" y="14070"/>
                  </a:lnTo>
                  <a:lnTo>
                    <a:pt x="9026" y="14931"/>
                  </a:lnTo>
                  <a:cubicBezTo>
                    <a:pt x="8898" y="14688"/>
                    <a:pt x="8791" y="14430"/>
                    <a:pt x="8712" y="14162"/>
                  </a:cubicBezTo>
                  <a:cubicBezTo>
                    <a:pt x="8692" y="14098"/>
                    <a:pt x="8672" y="14031"/>
                    <a:pt x="8656" y="13964"/>
                  </a:cubicBezTo>
                  <a:close/>
                  <a:moveTo>
                    <a:pt x="17152" y="13965"/>
                  </a:moveTo>
                  <a:cubicBezTo>
                    <a:pt x="17135" y="14031"/>
                    <a:pt x="17116" y="14098"/>
                    <a:pt x="17097" y="14163"/>
                  </a:cubicBezTo>
                  <a:cubicBezTo>
                    <a:pt x="17016" y="14431"/>
                    <a:pt x="16910" y="14688"/>
                    <a:pt x="16782" y="14933"/>
                  </a:cubicBezTo>
                  <a:lnTo>
                    <a:pt x="16285" y="14072"/>
                  </a:lnTo>
                  <a:lnTo>
                    <a:pt x="16818" y="14006"/>
                  </a:lnTo>
                  <a:lnTo>
                    <a:pt x="17152" y="13965"/>
                  </a:lnTo>
                  <a:close/>
                  <a:moveTo>
                    <a:pt x="12905" y="10443"/>
                  </a:moveTo>
                  <a:cubicBezTo>
                    <a:pt x="12917" y="10443"/>
                    <a:pt x="12932" y="10444"/>
                    <a:pt x="12944" y="10444"/>
                  </a:cubicBezTo>
                  <a:cubicBezTo>
                    <a:pt x="12957" y="10444"/>
                    <a:pt x="12972" y="10444"/>
                    <a:pt x="12984" y="10446"/>
                  </a:cubicBezTo>
                  <a:cubicBezTo>
                    <a:pt x="13049" y="10448"/>
                    <a:pt x="13112" y="10452"/>
                    <a:pt x="13174" y="10459"/>
                  </a:cubicBezTo>
                  <a:cubicBezTo>
                    <a:pt x="13183" y="10460"/>
                    <a:pt x="13194" y="10462"/>
                    <a:pt x="13202" y="10463"/>
                  </a:cubicBezTo>
                  <a:cubicBezTo>
                    <a:pt x="13238" y="10467"/>
                    <a:pt x="13273" y="10472"/>
                    <a:pt x="13309" y="10478"/>
                  </a:cubicBezTo>
                  <a:cubicBezTo>
                    <a:pt x="13349" y="10484"/>
                    <a:pt x="13390" y="10493"/>
                    <a:pt x="13429" y="10501"/>
                  </a:cubicBezTo>
                  <a:cubicBezTo>
                    <a:pt x="13686" y="10558"/>
                    <a:pt x="13927" y="10654"/>
                    <a:pt x="14148" y="10784"/>
                  </a:cubicBezTo>
                  <a:cubicBezTo>
                    <a:pt x="14161" y="10793"/>
                    <a:pt x="14177" y="10800"/>
                    <a:pt x="14191" y="10809"/>
                  </a:cubicBezTo>
                  <a:cubicBezTo>
                    <a:pt x="14206" y="10819"/>
                    <a:pt x="14221" y="10829"/>
                    <a:pt x="14235" y="10838"/>
                  </a:cubicBezTo>
                  <a:cubicBezTo>
                    <a:pt x="14305" y="10883"/>
                    <a:pt x="14373" y="10932"/>
                    <a:pt x="14438" y="10985"/>
                  </a:cubicBezTo>
                  <a:cubicBezTo>
                    <a:pt x="14486" y="11025"/>
                    <a:pt x="14534" y="11066"/>
                    <a:pt x="14581" y="11110"/>
                  </a:cubicBezTo>
                  <a:cubicBezTo>
                    <a:pt x="14592" y="11119"/>
                    <a:pt x="14600" y="11128"/>
                    <a:pt x="14610" y="11138"/>
                  </a:cubicBezTo>
                  <a:cubicBezTo>
                    <a:pt x="14620" y="11147"/>
                    <a:pt x="14630" y="11155"/>
                    <a:pt x="14640" y="11164"/>
                  </a:cubicBezTo>
                  <a:cubicBezTo>
                    <a:pt x="14649" y="11174"/>
                    <a:pt x="14659" y="11184"/>
                    <a:pt x="14667" y="11194"/>
                  </a:cubicBezTo>
                  <a:cubicBezTo>
                    <a:pt x="14676" y="11205"/>
                    <a:pt x="14686" y="11213"/>
                    <a:pt x="14695" y="11223"/>
                  </a:cubicBezTo>
                  <a:cubicBezTo>
                    <a:pt x="14738" y="11270"/>
                    <a:pt x="14779" y="11318"/>
                    <a:pt x="14820" y="11367"/>
                  </a:cubicBezTo>
                  <a:cubicBezTo>
                    <a:pt x="14871" y="11432"/>
                    <a:pt x="14920" y="11500"/>
                    <a:pt x="14966" y="11569"/>
                  </a:cubicBezTo>
                  <a:cubicBezTo>
                    <a:pt x="14975" y="11583"/>
                    <a:pt x="14986" y="11599"/>
                    <a:pt x="14995" y="11613"/>
                  </a:cubicBezTo>
                  <a:cubicBezTo>
                    <a:pt x="15004" y="11628"/>
                    <a:pt x="15013" y="11643"/>
                    <a:pt x="15021" y="11657"/>
                  </a:cubicBezTo>
                  <a:cubicBezTo>
                    <a:pt x="15151" y="11876"/>
                    <a:pt x="15247" y="12119"/>
                    <a:pt x="15304" y="12376"/>
                  </a:cubicBezTo>
                  <a:cubicBezTo>
                    <a:pt x="15312" y="12416"/>
                    <a:pt x="15320" y="12455"/>
                    <a:pt x="15326" y="12495"/>
                  </a:cubicBezTo>
                  <a:cubicBezTo>
                    <a:pt x="15332" y="12530"/>
                    <a:pt x="15337" y="12567"/>
                    <a:pt x="15342" y="12603"/>
                  </a:cubicBezTo>
                  <a:cubicBezTo>
                    <a:pt x="15343" y="12611"/>
                    <a:pt x="15344" y="12621"/>
                    <a:pt x="15346" y="12631"/>
                  </a:cubicBezTo>
                  <a:cubicBezTo>
                    <a:pt x="15352" y="12693"/>
                    <a:pt x="15357" y="12757"/>
                    <a:pt x="15358" y="12820"/>
                  </a:cubicBezTo>
                  <a:cubicBezTo>
                    <a:pt x="15358" y="12833"/>
                    <a:pt x="15360" y="12847"/>
                    <a:pt x="15360" y="12861"/>
                  </a:cubicBezTo>
                  <a:cubicBezTo>
                    <a:pt x="15360" y="12873"/>
                    <a:pt x="15361" y="12887"/>
                    <a:pt x="15361" y="12901"/>
                  </a:cubicBezTo>
                  <a:cubicBezTo>
                    <a:pt x="15361" y="12913"/>
                    <a:pt x="15360" y="12928"/>
                    <a:pt x="15360" y="12940"/>
                  </a:cubicBezTo>
                  <a:cubicBezTo>
                    <a:pt x="15360" y="12953"/>
                    <a:pt x="15360" y="12968"/>
                    <a:pt x="15358" y="12980"/>
                  </a:cubicBezTo>
                  <a:cubicBezTo>
                    <a:pt x="15356" y="13045"/>
                    <a:pt x="15352" y="13108"/>
                    <a:pt x="15346" y="13170"/>
                  </a:cubicBezTo>
                  <a:cubicBezTo>
                    <a:pt x="15344" y="13179"/>
                    <a:pt x="15343" y="13190"/>
                    <a:pt x="15342" y="13198"/>
                  </a:cubicBezTo>
                  <a:cubicBezTo>
                    <a:pt x="15338" y="13234"/>
                    <a:pt x="15332" y="13269"/>
                    <a:pt x="15326" y="13305"/>
                  </a:cubicBezTo>
                  <a:cubicBezTo>
                    <a:pt x="15320" y="13346"/>
                    <a:pt x="15312" y="13386"/>
                    <a:pt x="15304" y="13425"/>
                  </a:cubicBezTo>
                  <a:cubicBezTo>
                    <a:pt x="15247" y="13682"/>
                    <a:pt x="15151" y="13923"/>
                    <a:pt x="15021" y="14144"/>
                  </a:cubicBezTo>
                  <a:cubicBezTo>
                    <a:pt x="15012" y="14158"/>
                    <a:pt x="15004" y="14173"/>
                    <a:pt x="14995" y="14187"/>
                  </a:cubicBezTo>
                  <a:cubicBezTo>
                    <a:pt x="14986" y="14202"/>
                    <a:pt x="14975" y="14217"/>
                    <a:pt x="14966" y="14232"/>
                  </a:cubicBezTo>
                  <a:cubicBezTo>
                    <a:pt x="14922" y="14301"/>
                    <a:pt x="14872" y="14369"/>
                    <a:pt x="14820" y="14434"/>
                  </a:cubicBezTo>
                  <a:cubicBezTo>
                    <a:pt x="14779" y="14483"/>
                    <a:pt x="14738" y="14531"/>
                    <a:pt x="14695" y="14577"/>
                  </a:cubicBezTo>
                  <a:cubicBezTo>
                    <a:pt x="14686" y="14588"/>
                    <a:pt x="14676" y="14596"/>
                    <a:pt x="14667" y="14606"/>
                  </a:cubicBezTo>
                  <a:cubicBezTo>
                    <a:pt x="14659" y="14616"/>
                    <a:pt x="14649" y="14626"/>
                    <a:pt x="14640" y="14636"/>
                  </a:cubicBezTo>
                  <a:cubicBezTo>
                    <a:pt x="14631" y="14646"/>
                    <a:pt x="14621" y="14655"/>
                    <a:pt x="14610" y="14663"/>
                  </a:cubicBezTo>
                  <a:cubicBezTo>
                    <a:pt x="14602" y="14672"/>
                    <a:pt x="14592" y="14682"/>
                    <a:pt x="14581" y="14691"/>
                  </a:cubicBezTo>
                  <a:cubicBezTo>
                    <a:pt x="14534" y="14734"/>
                    <a:pt x="14486" y="14776"/>
                    <a:pt x="14438" y="14816"/>
                  </a:cubicBezTo>
                  <a:cubicBezTo>
                    <a:pt x="14373" y="14867"/>
                    <a:pt x="14305" y="14916"/>
                    <a:pt x="14235" y="14962"/>
                  </a:cubicBezTo>
                  <a:cubicBezTo>
                    <a:pt x="14221" y="14972"/>
                    <a:pt x="14206" y="14982"/>
                    <a:pt x="14191" y="14991"/>
                  </a:cubicBezTo>
                  <a:cubicBezTo>
                    <a:pt x="14177" y="15000"/>
                    <a:pt x="14161" y="15009"/>
                    <a:pt x="14148" y="15017"/>
                  </a:cubicBezTo>
                  <a:cubicBezTo>
                    <a:pt x="13928" y="15147"/>
                    <a:pt x="13686" y="15243"/>
                    <a:pt x="13429" y="15300"/>
                  </a:cubicBezTo>
                  <a:cubicBezTo>
                    <a:pt x="13390" y="15308"/>
                    <a:pt x="13349" y="15316"/>
                    <a:pt x="13309" y="15322"/>
                  </a:cubicBezTo>
                  <a:cubicBezTo>
                    <a:pt x="13274" y="15329"/>
                    <a:pt x="13238" y="15333"/>
                    <a:pt x="13202" y="15338"/>
                  </a:cubicBezTo>
                  <a:cubicBezTo>
                    <a:pt x="13194" y="15339"/>
                    <a:pt x="13183" y="15341"/>
                    <a:pt x="13174" y="15342"/>
                  </a:cubicBezTo>
                  <a:cubicBezTo>
                    <a:pt x="13112" y="15348"/>
                    <a:pt x="13049" y="15352"/>
                    <a:pt x="12984" y="15354"/>
                  </a:cubicBezTo>
                  <a:cubicBezTo>
                    <a:pt x="12972" y="15354"/>
                    <a:pt x="12957" y="15356"/>
                    <a:pt x="12944" y="15356"/>
                  </a:cubicBezTo>
                  <a:cubicBezTo>
                    <a:pt x="12932" y="15356"/>
                    <a:pt x="12917" y="15357"/>
                    <a:pt x="12905" y="15357"/>
                  </a:cubicBezTo>
                  <a:cubicBezTo>
                    <a:pt x="12891" y="15357"/>
                    <a:pt x="12877" y="15356"/>
                    <a:pt x="12864" y="15356"/>
                  </a:cubicBezTo>
                  <a:cubicBezTo>
                    <a:pt x="12851" y="15356"/>
                    <a:pt x="12837" y="15356"/>
                    <a:pt x="12824" y="15354"/>
                  </a:cubicBezTo>
                  <a:cubicBezTo>
                    <a:pt x="12759" y="15352"/>
                    <a:pt x="12696" y="15348"/>
                    <a:pt x="12634" y="15342"/>
                  </a:cubicBezTo>
                  <a:cubicBezTo>
                    <a:pt x="12625" y="15341"/>
                    <a:pt x="12615" y="15339"/>
                    <a:pt x="12607" y="15338"/>
                  </a:cubicBezTo>
                  <a:cubicBezTo>
                    <a:pt x="12570" y="15334"/>
                    <a:pt x="12535" y="15329"/>
                    <a:pt x="12499" y="15322"/>
                  </a:cubicBezTo>
                  <a:cubicBezTo>
                    <a:pt x="12459" y="15316"/>
                    <a:pt x="12419" y="15308"/>
                    <a:pt x="12380" y="15300"/>
                  </a:cubicBezTo>
                  <a:cubicBezTo>
                    <a:pt x="12123" y="15243"/>
                    <a:pt x="11881" y="15147"/>
                    <a:pt x="11660" y="15017"/>
                  </a:cubicBezTo>
                  <a:cubicBezTo>
                    <a:pt x="11647" y="15008"/>
                    <a:pt x="11632" y="15000"/>
                    <a:pt x="11617" y="14991"/>
                  </a:cubicBezTo>
                  <a:cubicBezTo>
                    <a:pt x="11603" y="14982"/>
                    <a:pt x="11587" y="14972"/>
                    <a:pt x="11574" y="14962"/>
                  </a:cubicBezTo>
                  <a:cubicBezTo>
                    <a:pt x="11504" y="14918"/>
                    <a:pt x="11436" y="14868"/>
                    <a:pt x="11371" y="14816"/>
                  </a:cubicBezTo>
                  <a:cubicBezTo>
                    <a:pt x="11322" y="14776"/>
                    <a:pt x="11275" y="14734"/>
                    <a:pt x="11228" y="14691"/>
                  </a:cubicBezTo>
                  <a:cubicBezTo>
                    <a:pt x="11217" y="14682"/>
                    <a:pt x="11209" y="14672"/>
                    <a:pt x="11198" y="14663"/>
                  </a:cubicBezTo>
                  <a:cubicBezTo>
                    <a:pt x="11189" y="14655"/>
                    <a:pt x="11179" y="14646"/>
                    <a:pt x="11168" y="14636"/>
                  </a:cubicBezTo>
                  <a:cubicBezTo>
                    <a:pt x="11159" y="14627"/>
                    <a:pt x="11151" y="14617"/>
                    <a:pt x="11141" y="14606"/>
                  </a:cubicBezTo>
                  <a:cubicBezTo>
                    <a:pt x="11132" y="14598"/>
                    <a:pt x="11123" y="14588"/>
                    <a:pt x="11114" y="14577"/>
                  </a:cubicBezTo>
                  <a:cubicBezTo>
                    <a:pt x="11070" y="14531"/>
                    <a:pt x="11029" y="14483"/>
                    <a:pt x="10989" y="14434"/>
                  </a:cubicBezTo>
                  <a:cubicBezTo>
                    <a:pt x="10937" y="14369"/>
                    <a:pt x="10889" y="14301"/>
                    <a:pt x="10842" y="14232"/>
                  </a:cubicBezTo>
                  <a:cubicBezTo>
                    <a:pt x="10833" y="14217"/>
                    <a:pt x="10823" y="14202"/>
                    <a:pt x="10813" y="14187"/>
                  </a:cubicBezTo>
                  <a:cubicBezTo>
                    <a:pt x="10804" y="14173"/>
                    <a:pt x="10796" y="14158"/>
                    <a:pt x="10788" y="14144"/>
                  </a:cubicBezTo>
                  <a:cubicBezTo>
                    <a:pt x="10658" y="13924"/>
                    <a:pt x="10562" y="13682"/>
                    <a:pt x="10506" y="13425"/>
                  </a:cubicBezTo>
                  <a:cubicBezTo>
                    <a:pt x="10497" y="13386"/>
                    <a:pt x="10488" y="13346"/>
                    <a:pt x="10482" y="13305"/>
                  </a:cubicBezTo>
                  <a:cubicBezTo>
                    <a:pt x="10476" y="13270"/>
                    <a:pt x="10472" y="13234"/>
                    <a:pt x="10467" y="13198"/>
                  </a:cubicBezTo>
                  <a:cubicBezTo>
                    <a:pt x="10466" y="13190"/>
                    <a:pt x="10465" y="13179"/>
                    <a:pt x="10463" y="13170"/>
                  </a:cubicBezTo>
                  <a:cubicBezTo>
                    <a:pt x="10456" y="13107"/>
                    <a:pt x="10451" y="13043"/>
                    <a:pt x="10450" y="12980"/>
                  </a:cubicBezTo>
                  <a:cubicBezTo>
                    <a:pt x="10450" y="12968"/>
                    <a:pt x="10448" y="12953"/>
                    <a:pt x="10448" y="12940"/>
                  </a:cubicBezTo>
                  <a:cubicBezTo>
                    <a:pt x="10448" y="12928"/>
                    <a:pt x="10447" y="12913"/>
                    <a:pt x="10447" y="12901"/>
                  </a:cubicBezTo>
                  <a:cubicBezTo>
                    <a:pt x="10447" y="12887"/>
                    <a:pt x="10448" y="12873"/>
                    <a:pt x="10448" y="12861"/>
                  </a:cubicBezTo>
                  <a:cubicBezTo>
                    <a:pt x="10448" y="12847"/>
                    <a:pt x="10448" y="12833"/>
                    <a:pt x="10450" y="12820"/>
                  </a:cubicBezTo>
                  <a:cubicBezTo>
                    <a:pt x="10452" y="12755"/>
                    <a:pt x="10456" y="12692"/>
                    <a:pt x="10463" y="12631"/>
                  </a:cubicBezTo>
                  <a:cubicBezTo>
                    <a:pt x="10465" y="12621"/>
                    <a:pt x="10466" y="12611"/>
                    <a:pt x="10467" y="12603"/>
                  </a:cubicBezTo>
                  <a:cubicBezTo>
                    <a:pt x="10471" y="12567"/>
                    <a:pt x="10476" y="12531"/>
                    <a:pt x="10482" y="12495"/>
                  </a:cubicBezTo>
                  <a:cubicBezTo>
                    <a:pt x="10488" y="12455"/>
                    <a:pt x="10497" y="12415"/>
                    <a:pt x="10506" y="12376"/>
                  </a:cubicBezTo>
                  <a:cubicBezTo>
                    <a:pt x="10562" y="12119"/>
                    <a:pt x="10658" y="11877"/>
                    <a:pt x="10788" y="11657"/>
                  </a:cubicBezTo>
                  <a:cubicBezTo>
                    <a:pt x="10797" y="11643"/>
                    <a:pt x="10804" y="11628"/>
                    <a:pt x="10813" y="11613"/>
                  </a:cubicBezTo>
                  <a:cubicBezTo>
                    <a:pt x="10823" y="11599"/>
                    <a:pt x="10833" y="11583"/>
                    <a:pt x="10842" y="11569"/>
                  </a:cubicBezTo>
                  <a:cubicBezTo>
                    <a:pt x="10887" y="11500"/>
                    <a:pt x="10936" y="11432"/>
                    <a:pt x="10989" y="11367"/>
                  </a:cubicBezTo>
                  <a:cubicBezTo>
                    <a:pt x="11029" y="11318"/>
                    <a:pt x="11070" y="11270"/>
                    <a:pt x="11114" y="11223"/>
                  </a:cubicBezTo>
                  <a:cubicBezTo>
                    <a:pt x="11123" y="11213"/>
                    <a:pt x="11132" y="11205"/>
                    <a:pt x="11141" y="11194"/>
                  </a:cubicBezTo>
                  <a:cubicBezTo>
                    <a:pt x="11150" y="11185"/>
                    <a:pt x="11159" y="11175"/>
                    <a:pt x="11168" y="11164"/>
                  </a:cubicBezTo>
                  <a:cubicBezTo>
                    <a:pt x="11178" y="11155"/>
                    <a:pt x="11188" y="11147"/>
                    <a:pt x="11198" y="11138"/>
                  </a:cubicBezTo>
                  <a:cubicBezTo>
                    <a:pt x="11206" y="11128"/>
                    <a:pt x="11217" y="11119"/>
                    <a:pt x="11228" y="11110"/>
                  </a:cubicBezTo>
                  <a:cubicBezTo>
                    <a:pt x="11275" y="11066"/>
                    <a:pt x="11322" y="11025"/>
                    <a:pt x="11371" y="10985"/>
                  </a:cubicBezTo>
                  <a:cubicBezTo>
                    <a:pt x="11436" y="10933"/>
                    <a:pt x="11504" y="10885"/>
                    <a:pt x="11574" y="10838"/>
                  </a:cubicBezTo>
                  <a:cubicBezTo>
                    <a:pt x="11587" y="10829"/>
                    <a:pt x="11603" y="10819"/>
                    <a:pt x="11617" y="10809"/>
                  </a:cubicBezTo>
                  <a:cubicBezTo>
                    <a:pt x="11632" y="10800"/>
                    <a:pt x="11647" y="10792"/>
                    <a:pt x="11660" y="10784"/>
                  </a:cubicBezTo>
                  <a:cubicBezTo>
                    <a:pt x="11880" y="10654"/>
                    <a:pt x="12123" y="10558"/>
                    <a:pt x="12380" y="10501"/>
                  </a:cubicBezTo>
                  <a:cubicBezTo>
                    <a:pt x="12419" y="10493"/>
                    <a:pt x="12459" y="10484"/>
                    <a:pt x="12499" y="10478"/>
                  </a:cubicBezTo>
                  <a:cubicBezTo>
                    <a:pt x="12534" y="10472"/>
                    <a:pt x="12570" y="10468"/>
                    <a:pt x="12607" y="10463"/>
                  </a:cubicBezTo>
                  <a:cubicBezTo>
                    <a:pt x="12615" y="10462"/>
                    <a:pt x="12625" y="10460"/>
                    <a:pt x="12634" y="10459"/>
                  </a:cubicBezTo>
                  <a:cubicBezTo>
                    <a:pt x="12697" y="10452"/>
                    <a:pt x="12761" y="10447"/>
                    <a:pt x="12824" y="10446"/>
                  </a:cubicBezTo>
                  <a:cubicBezTo>
                    <a:pt x="12837" y="10446"/>
                    <a:pt x="12851" y="10444"/>
                    <a:pt x="12864" y="10444"/>
                  </a:cubicBezTo>
                  <a:cubicBezTo>
                    <a:pt x="12877" y="10444"/>
                    <a:pt x="12891" y="10443"/>
                    <a:pt x="12905" y="10443"/>
                  </a:cubicBezTo>
                  <a:close/>
                  <a:moveTo>
                    <a:pt x="8002" y="13882"/>
                  </a:moveTo>
                  <a:lnTo>
                    <a:pt x="8402" y="13931"/>
                  </a:lnTo>
                  <a:cubicBezTo>
                    <a:pt x="8429" y="14049"/>
                    <a:pt x="8460" y="14168"/>
                    <a:pt x="8496" y="14283"/>
                  </a:cubicBezTo>
                  <a:cubicBezTo>
                    <a:pt x="8579" y="14548"/>
                    <a:pt x="8686" y="14799"/>
                    <a:pt x="8811" y="15039"/>
                  </a:cubicBezTo>
                  <a:cubicBezTo>
                    <a:pt x="8835" y="15085"/>
                    <a:pt x="8860" y="15130"/>
                    <a:pt x="8886" y="15176"/>
                  </a:cubicBezTo>
                  <a:lnTo>
                    <a:pt x="8667" y="15552"/>
                  </a:lnTo>
                  <a:cubicBezTo>
                    <a:pt x="8584" y="15419"/>
                    <a:pt x="8507" y="15282"/>
                    <a:pt x="8437" y="15142"/>
                  </a:cubicBezTo>
                  <a:cubicBezTo>
                    <a:pt x="8329" y="14928"/>
                    <a:pt x="8236" y="14704"/>
                    <a:pt x="8160" y="14474"/>
                  </a:cubicBezTo>
                  <a:cubicBezTo>
                    <a:pt x="8095" y="14281"/>
                    <a:pt x="8042" y="14084"/>
                    <a:pt x="8002" y="13882"/>
                  </a:cubicBezTo>
                  <a:close/>
                  <a:moveTo>
                    <a:pt x="17806" y="13884"/>
                  </a:moveTo>
                  <a:lnTo>
                    <a:pt x="17806" y="13884"/>
                  </a:lnTo>
                  <a:cubicBezTo>
                    <a:pt x="17765" y="14085"/>
                    <a:pt x="17713" y="14281"/>
                    <a:pt x="17648" y="14475"/>
                  </a:cubicBezTo>
                  <a:cubicBezTo>
                    <a:pt x="17571" y="14706"/>
                    <a:pt x="17479" y="14929"/>
                    <a:pt x="17370" y="15143"/>
                  </a:cubicBezTo>
                  <a:cubicBezTo>
                    <a:pt x="17300" y="15283"/>
                    <a:pt x="17223" y="15420"/>
                    <a:pt x="17140" y="15553"/>
                  </a:cubicBezTo>
                  <a:lnTo>
                    <a:pt x="16921" y="15177"/>
                  </a:lnTo>
                  <a:cubicBezTo>
                    <a:pt x="16947" y="15131"/>
                    <a:pt x="16972" y="15086"/>
                    <a:pt x="16997" y="15040"/>
                  </a:cubicBezTo>
                  <a:cubicBezTo>
                    <a:pt x="17123" y="14800"/>
                    <a:pt x="17229" y="14549"/>
                    <a:pt x="17311" y="14285"/>
                  </a:cubicBezTo>
                  <a:cubicBezTo>
                    <a:pt x="17347" y="14171"/>
                    <a:pt x="17378" y="14052"/>
                    <a:pt x="17405" y="13934"/>
                  </a:cubicBezTo>
                  <a:lnTo>
                    <a:pt x="17806" y="13884"/>
                  </a:lnTo>
                  <a:close/>
                  <a:moveTo>
                    <a:pt x="23909" y="13133"/>
                  </a:moveTo>
                  <a:cubicBezTo>
                    <a:pt x="23891" y="14023"/>
                    <a:pt x="23767" y="14888"/>
                    <a:pt x="23548" y="15714"/>
                  </a:cubicBezTo>
                  <a:lnTo>
                    <a:pt x="22409" y="15409"/>
                  </a:lnTo>
                  <a:cubicBezTo>
                    <a:pt x="22590" y="14724"/>
                    <a:pt x="22698" y="14012"/>
                    <a:pt x="22727" y="13278"/>
                  </a:cubicBezTo>
                  <a:lnTo>
                    <a:pt x="23909" y="13133"/>
                  </a:lnTo>
                  <a:close/>
                  <a:moveTo>
                    <a:pt x="1899" y="13134"/>
                  </a:moveTo>
                  <a:lnTo>
                    <a:pt x="3082" y="13279"/>
                  </a:lnTo>
                  <a:cubicBezTo>
                    <a:pt x="3110" y="14013"/>
                    <a:pt x="3219" y="14727"/>
                    <a:pt x="3399" y="15410"/>
                  </a:cubicBezTo>
                  <a:lnTo>
                    <a:pt x="2260" y="15715"/>
                  </a:lnTo>
                  <a:cubicBezTo>
                    <a:pt x="2041" y="14888"/>
                    <a:pt x="1918" y="14023"/>
                    <a:pt x="1899" y="13134"/>
                  </a:cubicBezTo>
                  <a:close/>
                  <a:moveTo>
                    <a:pt x="6484" y="13696"/>
                  </a:moveTo>
                  <a:lnTo>
                    <a:pt x="7918" y="13873"/>
                  </a:lnTo>
                  <a:cubicBezTo>
                    <a:pt x="7963" y="14093"/>
                    <a:pt x="8019" y="14306"/>
                    <a:pt x="8088" y="14516"/>
                  </a:cubicBezTo>
                  <a:cubicBezTo>
                    <a:pt x="8164" y="14738"/>
                    <a:pt x="8254" y="14956"/>
                    <a:pt x="8358" y="15163"/>
                  </a:cubicBezTo>
                  <a:cubicBezTo>
                    <a:pt x="8438" y="15323"/>
                    <a:pt x="8527" y="15480"/>
                    <a:pt x="8623" y="15630"/>
                  </a:cubicBezTo>
                  <a:lnTo>
                    <a:pt x="7860" y="16947"/>
                  </a:lnTo>
                  <a:cubicBezTo>
                    <a:pt x="7516" y="16519"/>
                    <a:pt x="7226" y="16048"/>
                    <a:pt x="6999" y="15540"/>
                  </a:cubicBezTo>
                  <a:cubicBezTo>
                    <a:pt x="6949" y="15432"/>
                    <a:pt x="6903" y="15321"/>
                    <a:pt x="6861" y="15209"/>
                  </a:cubicBezTo>
                  <a:cubicBezTo>
                    <a:pt x="6676" y="14729"/>
                    <a:pt x="6548" y="14223"/>
                    <a:pt x="6484" y="13696"/>
                  </a:cubicBezTo>
                  <a:close/>
                  <a:moveTo>
                    <a:pt x="19323" y="13696"/>
                  </a:moveTo>
                  <a:cubicBezTo>
                    <a:pt x="19258" y="14224"/>
                    <a:pt x="19131" y="14730"/>
                    <a:pt x="18947" y="15209"/>
                  </a:cubicBezTo>
                  <a:cubicBezTo>
                    <a:pt x="18904" y="15321"/>
                    <a:pt x="18858" y="15431"/>
                    <a:pt x="18808" y="15540"/>
                  </a:cubicBezTo>
                  <a:cubicBezTo>
                    <a:pt x="18581" y="16048"/>
                    <a:pt x="18292" y="16519"/>
                    <a:pt x="17947" y="16947"/>
                  </a:cubicBezTo>
                  <a:lnTo>
                    <a:pt x="17184" y="15630"/>
                  </a:lnTo>
                  <a:cubicBezTo>
                    <a:pt x="17280" y="15480"/>
                    <a:pt x="17369" y="15323"/>
                    <a:pt x="17450" y="15163"/>
                  </a:cubicBezTo>
                  <a:cubicBezTo>
                    <a:pt x="17554" y="14955"/>
                    <a:pt x="17644" y="14738"/>
                    <a:pt x="17719" y="14516"/>
                  </a:cubicBezTo>
                  <a:cubicBezTo>
                    <a:pt x="17788" y="14306"/>
                    <a:pt x="17846" y="14093"/>
                    <a:pt x="17889" y="13873"/>
                  </a:cubicBezTo>
                  <a:lnTo>
                    <a:pt x="19323" y="13696"/>
                  </a:lnTo>
                  <a:close/>
                  <a:moveTo>
                    <a:pt x="11735" y="16280"/>
                  </a:moveTo>
                  <a:lnTo>
                    <a:pt x="11801" y="16813"/>
                  </a:lnTo>
                  <a:lnTo>
                    <a:pt x="11842" y="17148"/>
                  </a:lnTo>
                  <a:cubicBezTo>
                    <a:pt x="11775" y="17132"/>
                    <a:pt x="11708" y="17113"/>
                    <a:pt x="11643" y="17093"/>
                  </a:cubicBezTo>
                  <a:cubicBezTo>
                    <a:pt x="11375" y="17012"/>
                    <a:pt x="11118" y="16906"/>
                    <a:pt x="10873" y="16777"/>
                  </a:cubicBezTo>
                  <a:lnTo>
                    <a:pt x="11735" y="16280"/>
                  </a:lnTo>
                  <a:close/>
                  <a:moveTo>
                    <a:pt x="14074" y="16281"/>
                  </a:moveTo>
                  <a:lnTo>
                    <a:pt x="14935" y="16778"/>
                  </a:lnTo>
                  <a:cubicBezTo>
                    <a:pt x="14692" y="16906"/>
                    <a:pt x="14434" y="17013"/>
                    <a:pt x="14166" y="17095"/>
                  </a:cubicBezTo>
                  <a:cubicBezTo>
                    <a:pt x="14100" y="17113"/>
                    <a:pt x="14035" y="17132"/>
                    <a:pt x="13967" y="17149"/>
                  </a:cubicBezTo>
                  <a:lnTo>
                    <a:pt x="14009" y="16814"/>
                  </a:lnTo>
                  <a:lnTo>
                    <a:pt x="14074" y="16281"/>
                  </a:lnTo>
                  <a:close/>
                  <a:moveTo>
                    <a:pt x="10630" y="16920"/>
                  </a:moveTo>
                  <a:cubicBezTo>
                    <a:pt x="10674" y="16945"/>
                    <a:pt x="10719" y="16969"/>
                    <a:pt x="10766" y="16994"/>
                  </a:cubicBezTo>
                  <a:cubicBezTo>
                    <a:pt x="11006" y="17121"/>
                    <a:pt x="11257" y="17226"/>
                    <a:pt x="11520" y="17309"/>
                  </a:cubicBezTo>
                  <a:cubicBezTo>
                    <a:pt x="11636" y="17345"/>
                    <a:pt x="11754" y="17376"/>
                    <a:pt x="11873" y="17402"/>
                  </a:cubicBezTo>
                  <a:lnTo>
                    <a:pt x="11921" y="17803"/>
                  </a:lnTo>
                  <a:cubicBezTo>
                    <a:pt x="11720" y="17762"/>
                    <a:pt x="11523" y="17709"/>
                    <a:pt x="11331" y="17645"/>
                  </a:cubicBezTo>
                  <a:cubicBezTo>
                    <a:pt x="11100" y="17570"/>
                    <a:pt x="10877" y="17477"/>
                    <a:pt x="10663" y="17368"/>
                  </a:cubicBezTo>
                  <a:cubicBezTo>
                    <a:pt x="10522" y="17297"/>
                    <a:pt x="10385" y="17220"/>
                    <a:pt x="10253" y="17137"/>
                  </a:cubicBezTo>
                  <a:lnTo>
                    <a:pt x="10630" y="16920"/>
                  </a:lnTo>
                  <a:close/>
                  <a:moveTo>
                    <a:pt x="15180" y="16920"/>
                  </a:moveTo>
                  <a:lnTo>
                    <a:pt x="15556" y="17137"/>
                  </a:lnTo>
                  <a:cubicBezTo>
                    <a:pt x="15423" y="17221"/>
                    <a:pt x="15286" y="17297"/>
                    <a:pt x="15146" y="17368"/>
                  </a:cubicBezTo>
                  <a:cubicBezTo>
                    <a:pt x="14931" y="17477"/>
                    <a:pt x="14708" y="17570"/>
                    <a:pt x="14478" y="17645"/>
                  </a:cubicBezTo>
                  <a:cubicBezTo>
                    <a:pt x="14285" y="17710"/>
                    <a:pt x="14088" y="17762"/>
                    <a:pt x="13886" y="17803"/>
                  </a:cubicBezTo>
                  <a:lnTo>
                    <a:pt x="13934" y="17402"/>
                  </a:lnTo>
                  <a:cubicBezTo>
                    <a:pt x="14055" y="17376"/>
                    <a:pt x="14172" y="17345"/>
                    <a:pt x="14288" y="17309"/>
                  </a:cubicBezTo>
                  <a:cubicBezTo>
                    <a:pt x="14550" y="17226"/>
                    <a:pt x="14802" y="17121"/>
                    <a:pt x="15043" y="16994"/>
                  </a:cubicBezTo>
                  <a:cubicBezTo>
                    <a:pt x="15089" y="16969"/>
                    <a:pt x="15134" y="16945"/>
                    <a:pt x="15180" y="16920"/>
                  </a:cubicBezTo>
                  <a:close/>
                  <a:moveTo>
                    <a:pt x="3418" y="15480"/>
                  </a:moveTo>
                  <a:cubicBezTo>
                    <a:pt x="3640" y="16293"/>
                    <a:pt x="3961" y="17066"/>
                    <a:pt x="4373" y="17782"/>
                  </a:cubicBezTo>
                  <a:lnTo>
                    <a:pt x="3352" y="18371"/>
                  </a:lnTo>
                  <a:cubicBezTo>
                    <a:pt x="2892" y="17570"/>
                    <a:pt x="2527" y="16701"/>
                    <a:pt x="2279" y="15786"/>
                  </a:cubicBezTo>
                  <a:lnTo>
                    <a:pt x="3418" y="15480"/>
                  </a:lnTo>
                  <a:close/>
                  <a:moveTo>
                    <a:pt x="22390" y="15481"/>
                  </a:moveTo>
                  <a:lnTo>
                    <a:pt x="23529" y="15787"/>
                  </a:lnTo>
                  <a:cubicBezTo>
                    <a:pt x="23281" y="16701"/>
                    <a:pt x="22918" y="17570"/>
                    <a:pt x="22456" y="18372"/>
                  </a:cubicBezTo>
                  <a:lnTo>
                    <a:pt x="21434" y="17783"/>
                  </a:lnTo>
                  <a:cubicBezTo>
                    <a:pt x="21846" y="17067"/>
                    <a:pt x="22170" y="16295"/>
                    <a:pt x="22390" y="15481"/>
                  </a:cubicBezTo>
                  <a:close/>
                  <a:moveTo>
                    <a:pt x="10141" y="13167"/>
                  </a:moveTo>
                  <a:cubicBezTo>
                    <a:pt x="10146" y="13227"/>
                    <a:pt x="10153" y="13285"/>
                    <a:pt x="10162" y="13341"/>
                  </a:cubicBezTo>
                  <a:cubicBezTo>
                    <a:pt x="10205" y="13608"/>
                    <a:pt x="10285" y="13861"/>
                    <a:pt x="10399" y="14096"/>
                  </a:cubicBezTo>
                  <a:cubicBezTo>
                    <a:pt x="10405" y="14110"/>
                    <a:pt x="10413" y="14124"/>
                    <a:pt x="10420" y="14139"/>
                  </a:cubicBezTo>
                  <a:cubicBezTo>
                    <a:pt x="10429" y="14152"/>
                    <a:pt x="10435" y="14167"/>
                    <a:pt x="10442" y="14182"/>
                  </a:cubicBezTo>
                  <a:cubicBezTo>
                    <a:pt x="10506" y="14302"/>
                    <a:pt x="10576" y="14418"/>
                    <a:pt x="10656" y="14527"/>
                  </a:cubicBezTo>
                  <a:cubicBezTo>
                    <a:pt x="10726" y="14625"/>
                    <a:pt x="10803" y="14718"/>
                    <a:pt x="10886" y="14805"/>
                  </a:cubicBezTo>
                  <a:lnTo>
                    <a:pt x="9754" y="15937"/>
                  </a:lnTo>
                  <a:lnTo>
                    <a:pt x="9584" y="16108"/>
                  </a:lnTo>
                  <a:lnTo>
                    <a:pt x="9315" y="16376"/>
                  </a:lnTo>
                  <a:lnTo>
                    <a:pt x="9259" y="16433"/>
                  </a:lnTo>
                  <a:lnTo>
                    <a:pt x="8275" y="17416"/>
                  </a:lnTo>
                  <a:lnTo>
                    <a:pt x="8216" y="17475"/>
                  </a:lnTo>
                  <a:lnTo>
                    <a:pt x="8162" y="17529"/>
                  </a:lnTo>
                  <a:lnTo>
                    <a:pt x="6871" y="18820"/>
                  </a:lnTo>
                  <a:lnTo>
                    <a:pt x="7830" y="17163"/>
                  </a:lnTo>
                  <a:lnTo>
                    <a:pt x="7871" y="17092"/>
                  </a:lnTo>
                  <a:lnTo>
                    <a:pt x="7914" y="17015"/>
                  </a:lnTo>
                  <a:lnTo>
                    <a:pt x="8671" y="15705"/>
                  </a:lnTo>
                  <a:lnTo>
                    <a:pt x="8717" y="15627"/>
                  </a:lnTo>
                  <a:lnTo>
                    <a:pt x="8932" y="15255"/>
                  </a:lnTo>
                  <a:lnTo>
                    <a:pt x="9072" y="15014"/>
                  </a:lnTo>
                  <a:lnTo>
                    <a:pt x="9105" y="14956"/>
                  </a:lnTo>
                  <a:lnTo>
                    <a:pt x="9611" y="14080"/>
                  </a:lnTo>
                  <a:lnTo>
                    <a:pt x="9634" y="14043"/>
                  </a:lnTo>
                  <a:lnTo>
                    <a:pt x="9656" y="14006"/>
                  </a:lnTo>
                  <a:lnTo>
                    <a:pt x="9980" y="13446"/>
                  </a:lnTo>
                  <a:lnTo>
                    <a:pt x="10141" y="13167"/>
                  </a:lnTo>
                  <a:close/>
                  <a:moveTo>
                    <a:pt x="14808" y="14919"/>
                  </a:moveTo>
                  <a:lnTo>
                    <a:pt x="15940" y="16051"/>
                  </a:lnTo>
                  <a:lnTo>
                    <a:pt x="16110" y="16221"/>
                  </a:lnTo>
                  <a:lnTo>
                    <a:pt x="16380" y="16489"/>
                  </a:lnTo>
                  <a:lnTo>
                    <a:pt x="16436" y="16546"/>
                  </a:lnTo>
                  <a:lnTo>
                    <a:pt x="17420" y="17529"/>
                  </a:lnTo>
                  <a:lnTo>
                    <a:pt x="17479" y="17588"/>
                  </a:lnTo>
                  <a:lnTo>
                    <a:pt x="17533" y="17643"/>
                  </a:lnTo>
                  <a:lnTo>
                    <a:pt x="18824" y="18934"/>
                  </a:lnTo>
                  <a:lnTo>
                    <a:pt x="17167" y="17975"/>
                  </a:lnTo>
                  <a:lnTo>
                    <a:pt x="17096" y="17934"/>
                  </a:lnTo>
                  <a:lnTo>
                    <a:pt x="17019" y="17890"/>
                  </a:lnTo>
                  <a:lnTo>
                    <a:pt x="15709" y="17133"/>
                  </a:lnTo>
                  <a:lnTo>
                    <a:pt x="15631" y="17088"/>
                  </a:lnTo>
                  <a:lnTo>
                    <a:pt x="15259" y="16873"/>
                  </a:lnTo>
                  <a:lnTo>
                    <a:pt x="15018" y="16734"/>
                  </a:lnTo>
                  <a:lnTo>
                    <a:pt x="14960" y="16700"/>
                  </a:lnTo>
                  <a:lnTo>
                    <a:pt x="14084" y="16193"/>
                  </a:lnTo>
                  <a:lnTo>
                    <a:pt x="14047" y="16172"/>
                  </a:lnTo>
                  <a:lnTo>
                    <a:pt x="14010" y="16149"/>
                  </a:lnTo>
                  <a:lnTo>
                    <a:pt x="13450" y="15826"/>
                  </a:lnTo>
                  <a:lnTo>
                    <a:pt x="13171" y="15664"/>
                  </a:lnTo>
                  <a:cubicBezTo>
                    <a:pt x="13231" y="15659"/>
                    <a:pt x="13289" y="15651"/>
                    <a:pt x="13345" y="15642"/>
                  </a:cubicBezTo>
                  <a:cubicBezTo>
                    <a:pt x="13611" y="15600"/>
                    <a:pt x="13865" y="15519"/>
                    <a:pt x="14100" y="15406"/>
                  </a:cubicBezTo>
                  <a:cubicBezTo>
                    <a:pt x="14114" y="15400"/>
                    <a:pt x="14128" y="15393"/>
                    <a:pt x="14143" y="15384"/>
                  </a:cubicBezTo>
                  <a:cubicBezTo>
                    <a:pt x="14156" y="15377"/>
                    <a:pt x="14171" y="15370"/>
                    <a:pt x="14185" y="15363"/>
                  </a:cubicBezTo>
                  <a:cubicBezTo>
                    <a:pt x="14305" y="15300"/>
                    <a:pt x="14419" y="15228"/>
                    <a:pt x="14530" y="15150"/>
                  </a:cubicBezTo>
                  <a:cubicBezTo>
                    <a:pt x="14628" y="15079"/>
                    <a:pt x="14721" y="15001"/>
                    <a:pt x="14808" y="14919"/>
                  </a:cubicBezTo>
                  <a:close/>
                  <a:moveTo>
                    <a:pt x="10176" y="17183"/>
                  </a:moveTo>
                  <a:cubicBezTo>
                    <a:pt x="10325" y="17278"/>
                    <a:pt x="10481" y="17366"/>
                    <a:pt x="10641" y="17447"/>
                  </a:cubicBezTo>
                  <a:cubicBezTo>
                    <a:pt x="10849" y="17551"/>
                    <a:pt x="11066" y="17642"/>
                    <a:pt x="11290" y="17716"/>
                  </a:cubicBezTo>
                  <a:cubicBezTo>
                    <a:pt x="11498" y="17785"/>
                    <a:pt x="11713" y="17844"/>
                    <a:pt x="11932" y="17886"/>
                  </a:cubicBezTo>
                  <a:lnTo>
                    <a:pt x="12108" y="19320"/>
                  </a:lnTo>
                  <a:cubicBezTo>
                    <a:pt x="11582" y="19254"/>
                    <a:pt x="11075" y="19127"/>
                    <a:pt x="10596" y="18944"/>
                  </a:cubicBezTo>
                  <a:cubicBezTo>
                    <a:pt x="10483" y="18902"/>
                    <a:pt x="10374" y="18855"/>
                    <a:pt x="10264" y="18806"/>
                  </a:cubicBezTo>
                  <a:cubicBezTo>
                    <a:pt x="9758" y="18579"/>
                    <a:pt x="9285" y="18289"/>
                    <a:pt x="8857" y="17944"/>
                  </a:cubicBezTo>
                  <a:lnTo>
                    <a:pt x="10176" y="17183"/>
                  </a:lnTo>
                  <a:close/>
                  <a:moveTo>
                    <a:pt x="15632" y="17183"/>
                  </a:moveTo>
                  <a:lnTo>
                    <a:pt x="16950" y="17944"/>
                  </a:lnTo>
                  <a:cubicBezTo>
                    <a:pt x="16522" y="18289"/>
                    <a:pt x="16050" y="18579"/>
                    <a:pt x="15543" y="18806"/>
                  </a:cubicBezTo>
                  <a:cubicBezTo>
                    <a:pt x="15435" y="18855"/>
                    <a:pt x="15324" y="18902"/>
                    <a:pt x="15212" y="18944"/>
                  </a:cubicBezTo>
                  <a:cubicBezTo>
                    <a:pt x="14732" y="19129"/>
                    <a:pt x="14225" y="19256"/>
                    <a:pt x="13699" y="19320"/>
                  </a:cubicBezTo>
                  <a:lnTo>
                    <a:pt x="13876" y="17886"/>
                  </a:lnTo>
                  <a:cubicBezTo>
                    <a:pt x="14096" y="17844"/>
                    <a:pt x="14310" y="17786"/>
                    <a:pt x="14517" y="17716"/>
                  </a:cubicBezTo>
                  <a:cubicBezTo>
                    <a:pt x="14741" y="17642"/>
                    <a:pt x="14959" y="17551"/>
                    <a:pt x="15166" y="17447"/>
                  </a:cubicBezTo>
                  <a:cubicBezTo>
                    <a:pt x="15326" y="17366"/>
                    <a:pt x="15482" y="17278"/>
                    <a:pt x="15632" y="17183"/>
                  </a:cubicBezTo>
                  <a:close/>
                  <a:moveTo>
                    <a:pt x="15938" y="20224"/>
                  </a:moveTo>
                  <a:lnTo>
                    <a:pt x="15938" y="20224"/>
                  </a:lnTo>
                  <a:lnTo>
                    <a:pt x="15938" y="20224"/>
                  </a:lnTo>
                  <a:close/>
                  <a:moveTo>
                    <a:pt x="21397" y="17845"/>
                  </a:moveTo>
                  <a:lnTo>
                    <a:pt x="22419" y="18434"/>
                  </a:lnTo>
                  <a:cubicBezTo>
                    <a:pt x="21944" y="19247"/>
                    <a:pt x="21370" y="19994"/>
                    <a:pt x="20711" y="20656"/>
                  </a:cubicBezTo>
                  <a:cubicBezTo>
                    <a:pt x="20695" y="20673"/>
                    <a:pt x="20676" y="20691"/>
                    <a:pt x="20659" y="20707"/>
                  </a:cubicBezTo>
                  <a:cubicBezTo>
                    <a:pt x="19996" y="21364"/>
                    <a:pt x="19251" y="21940"/>
                    <a:pt x="18439" y="22414"/>
                  </a:cubicBezTo>
                  <a:lnTo>
                    <a:pt x="17850" y="21392"/>
                  </a:lnTo>
                  <a:cubicBezTo>
                    <a:pt x="18572" y="20970"/>
                    <a:pt x="19236" y="20458"/>
                    <a:pt x="19826" y="19872"/>
                  </a:cubicBezTo>
                  <a:cubicBezTo>
                    <a:pt x="19844" y="19856"/>
                    <a:pt x="19861" y="19837"/>
                    <a:pt x="19877" y="19821"/>
                  </a:cubicBezTo>
                  <a:cubicBezTo>
                    <a:pt x="20463" y="19232"/>
                    <a:pt x="20975" y="18567"/>
                    <a:pt x="21397" y="17845"/>
                  </a:cubicBezTo>
                  <a:close/>
                  <a:moveTo>
                    <a:pt x="4412" y="17848"/>
                  </a:moveTo>
                  <a:cubicBezTo>
                    <a:pt x="4834" y="18570"/>
                    <a:pt x="5346" y="19233"/>
                    <a:pt x="5932" y="19824"/>
                  </a:cubicBezTo>
                  <a:cubicBezTo>
                    <a:pt x="5949" y="19841"/>
                    <a:pt x="5967" y="19858"/>
                    <a:pt x="5984" y="19876"/>
                  </a:cubicBezTo>
                  <a:cubicBezTo>
                    <a:pt x="6573" y="20461"/>
                    <a:pt x="7237" y="20971"/>
                    <a:pt x="7960" y="21394"/>
                  </a:cubicBezTo>
                  <a:lnTo>
                    <a:pt x="7369" y="22415"/>
                  </a:lnTo>
                  <a:cubicBezTo>
                    <a:pt x="6557" y="21941"/>
                    <a:pt x="5812" y="21366"/>
                    <a:pt x="5149" y="20708"/>
                  </a:cubicBezTo>
                  <a:cubicBezTo>
                    <a:pt x="5131" y="20692"/>
                    <a:pt x="5115" y="20673"/>
                    <a:pt x="5097" y="20657"/>
                  </a:cubicBezTo>
                  <a:cubicBezTo>
                    <a:pt x="4440" y="19994"/>
                    <a:pt x="3864" y="19248"/>
                    <a:pt x="3391" y="18437"/>
                  </a:cubicBezTo>
                  <a:lnTo>
                    <a:pt x="4412" y="17848"/>
                  </a:lnTo>
                  <a:close/>
                  <a:moveTo>
                    <a:pt x="22652" y="13288"/>
                  </a:moveTo>
                  <a:lnTo>
                    <a:pt x="22652" y="13288"/>
                  </a:lnTo>
                  <a:cubicBezTo>
                    <a:pt x="22623" y="14011"/>
                    <a:pt x="22517" y="14715"/>
                    <a:pt x="22338" y="15389"/>
                  </a:cubicBezTo>
                  <a:cubicBezTo>
                    <a:pt x="22332" y="15413"/>
                    <a:pt x="22326" y="15437"/>
                    <a:pt x="22320" y="15461"/>
                  </a:cubicBezTo>
                  <a:cubicBezTo>
                    <a:pt x="22099" y="16267"/>
                    <a:pt x="21779" y="17035"/>
                    <a:pt x="21370" y="17745"/>
                  </a:cubicBezTo>
                  <a:cubicBezTo>
                    <a:pt x="21358" y="17767"/>
                    <a:pt x="21346" y="17787"/>
                    <a:pt x="21332" y="17808"/>
                  </a:cubicBezTo>
                  <a:cubicBezTo>
                    <a:pt x="20913" y="18525"/>
                    <a:pt x="20407" y="19182"/>
                    <a:pt x="19825" y="19768"/>
                  </a:cubicBezTo>
                  <a:cubicBezTo>
                    <a:pt x="19808" y="19786"/>
                    <a:pt x="19790" y="19803"/>
                    <a:pt x="19773" y="19820"/>
                  </a:cubicBezTo>
                  <a:cubicBezTo>
                    <a:pt x="19188" y="20402"/>
                    <a:pt x="18529" y="20908"/>
                    <a:pt x="17813" y="21327"/>
                  </a:cubicBezTo>
                  <a:cubicBezTo>
                    <a:pt x="17792" y="21341"/>
                    <a:pt x="17771" y="21352"/>
                    <a:pt x="17750" y="21364"/>
                  </a:cubicBezTo>
                  <a:cubicBezTo>
                    <a:pt x="17039" y="21772"/>
                    <a:pt x="16273" y="22094"/>
                    <a:pt x="15466" y="22314"/>
                  </a:cubicBezTo>
                  <a:cubicBezTo>
                    <a:pt x="15443" y="22321"/>
                    <a:pt x="15418" y="22327"/>
                    <a:pt x="15394" y="22333"/>
                  </a:cubicBezTo>
                  <a:cubicBezTo>
                    <a:pt x="14719" y="22512"/>
                    <a:pt x="14016" y="22618"/>
                    <a:pt x="13293" y="22647"/>
                  </a:cubicBezTo>
                  <a:lnTo>
                    <a:pt x="13681" y="19483"/>
                  </a:lnTo>
                  <a:cubicBezTo>
                    <a:pt x="14242" y="19418"/>
                    <a:pt x="14783" y="19283"/>
                    <a:pt x="15293" y="19084"/>
                  </a:cubicBezTo>
                  <a:lnTo>
                    <a:pt x="15938" y="20224"/>
                  </a:lnTo>
                  <a:lnTo>
                    <a:pt x="15588" y="18962"/>
                  </a:lnTo>
                  <a:cubicBezTo>
                    <a:pt x="16135" y="18718"/>
                    <a:pt x="16645" y="18404"/>
                    <a:pt x="17101" y="18030"/>
                  </a:cubicBezTo>
                  <a:lnTo>
                    <a:pt x="19313" y="19309"/>
                  </a:lnTo>
                  <a:lnTo>
                    <a:pt x="18034" y="17097"/>
                  </a:lnTo>
                  <a:cubicBezTo>
                    <a:pt x="18409" y="16639"/>
                    <a:pt x="18722" y="16131"/>
                    <a:pt x="18966" y="15584"/>
                  </a:cubicBezTo>
                  <a:lnTo>
                    <a:pt x="20228" y="15934"/>
                  </a:lnTo>
                  <a:lnTo>
                    <a:pt x="20228" y="15934"/>
                  </a:lnTo>
                  <a:lnTo>
                    <a:pt x="19088" y="15289"/>
                  </a:lnTo>
                  <a:cubicBezTo>
                    <a:pt x="19286" y="14779"/>
                    <a:pt x="19422" y="14238"/>
                    <a:pt x="19488" y="13676"/>
                  </a:cubicBezTo>
                  <a:lnTo>
                    <a:pt x="22652" y="13288"/>
                  </a:lnTo>
                  <a:close/>
                  <a:moveTo>
                    <a:pt x="3158" y="13289"/>
                  </a:moveTo>
                  <a:lnTo>
                    <a:pt x="6323" y="13677"/>
                  </a:lnTo>
                  <a:cubicBezTo>
                    <a:pt x="6386" y="14239"/>
                    <a:pt x="6523" y="14780"/>
                    <a:pt x="6720" y="15289"/>
                  </a:cubicBezTo>
                  <a:lnTo>
                    <a:pt x="5580" y="15934"/>
                  </a:lnTo>
                  <a:lnTo>
                    <a:pt x="5580" y="15934"/>
                  </a:lnTo>
                  <a:lnTo>
                    <a:pt x="6843" y="15584"/>
                  </a:lnTo>
                  <a:cubicBezTo>
                    <a:pt x="7087" y="16131"/>
                    <a:pt x="7400" y="16641"/>
                    <a:pt x="7775" y="17097"/>
                  </a:cubicBezTo>
                  <a:lnTo>
                    <a:pt x="6495" y="19309"/>
                  </a:lnTo>
                  <a:lnTo>
                    <a:pt x="8708" y="18030"/>
                  </a:lnTo>
                  <a:cubicBezTo>
                    <a:pt x="9166" y="18404"/>
                    <a:pt x="9673" y="18718"/>
                    <a:pt x="10220" y="18961"/>
                  </a:cubicBezTo>
                  <a:lnTo>
                    <a:pt x="9871" y="20224"/>
                  </a:lnTo>
                  <a:lnTo>
                    <a:pt x="10516" y="19084"/>
                  </a:lnTo>
                  <a:cubicBezTo>
                    <a:pt x="11027" y="19281"/>
                    <a:pt x="11567" y="19418"/>
                    <a:pt x="12129" y="19484"/>
                  </a:cubicBezTo>
                  <a:lnTo>
                    <a:pt x="12518" y="22648"/>
                  </a:lnTo>
                  <a:cubicBezTo>
                    <a:pt x="11794" y="22619"/>
                    <a:pt x="11090" y="22513"/>
                    <a:pt x="10415" y="22334"/>
                  </a:cubicBezTo>
                  <a:cubicBezTo>
                    <a:pt x="10392" y="22328"/>
                    <a:pt x="10368" y="22322"/>
                    <a:pt x="10344" y="22315"/>
                  </a:cubicBezTo>
                  <a:cubicBezTo>
                    <a:pt x="9537" y="22095"/>
                    <a:pt x="8769" y="21775"/>
                    <a:pt x="8061" y="21365"/>
                  </a:cubicBezTo>
                  <a:cubicBezTo>
                    <a:pt x="8038" y="21353"/>
                    <a:pt x="8017" y="21342"/>
                    <a:pt x="7997" y="21328"/>
                  </a:cubicBezTo>
                  <a:cubicBezTo>
                    <a:pt x="7280" y="20909"/>
                    <a:pt x="6622" y="20403"/>
                    <a:pt x="6036" y="19821"/>
                  </a:cubicBezTo>
                  <a:cubicBezTo>
                    <a:pt x="6019" y="19804"/>
                    <a:pt x="6002" y="19786"/>
                    <a:pt x="5985" y="19769"/>
                  </a:cubicBezTo>
                  <a:cubicBezTo>
                    <a:pt x="5404" y="19183"/>
                    <a:pt x="4896" y="18525"/>
                    <a:pt x="4477" y="17809"/>
                  </a:cubicBezTo>
                  <a:cubicBezTo>
                    <a:pt x="4465" y="17788"/>
                    <a:pt x="4453" y="17767"/>
                    <a:pt x="4440" y="17746"/>
                  </a:cubicBezTo>
                  <a:cubicBezTo>
                    <a:pt x="4033" y="17035"/>
                    <a:pt x="3712" y="16268"/>
                    <a:pt x="3491" y="15462"/>
                  </a:cubicBezTo>
                  <a:cubicBezTo>
                    <a:pt x="3485" y="15438"/>
                    <a:pt x="3478" y="15414"/>
                    <a:pt x="3471" y="15390"/>
                  </a:cubicBezTo>
                  <a:cubicBezTo>
                    <a:pt x="3294" y="14715"/>
                    <a:pt x="3187" y="14012"/>
                    <a:pt x="3158" y="13289"/>
                  </a:cubicBezTo>
                  <a:close/>
                  <a:moveTo>
                    <a:pt x="8021" y="21430"/>
                  </a:moveTo>
                  <a:cubicBezTo>
                    <a:pt x="8737" y="21842"/>
                    <a:pt x="9509" y="22166"/>
                    <a:pt x="10323" y="22386"/>
                  </a:cubicBezTo>
                  <a:lnTo>
                    <a:pt x="10019" y="23526"/>
                  </a:lnTo>
                  <a:cubicBezTo>
                    <a:pt x="9105" y="23277"/>
                    <a:pt x="8237" y="22915"/>
                    <a:pt x="7432" y="22452"/>
                  </a:cubicBezTo>
                  <a:lnTo>
                    <a:pt x="8021" y="21430"/>
                  </a:lnTo>
                  <a:close/>
                  <a:moveTo>
                    <a:pt x="17786" y="21431"/>
                  </a:moveTo>
                  <a:lnTo>
                    <a:pt x="18375" y="22453"/>
                  </a:lnTo>
                  <a:cubicBezTo>
                    <a:pt x="17571" y="22915"/>
                    <a:pt x="16704" y="23277"/>
                    <a:pt x="15790" y="23526"/>
                  </a:cubicBezTo>
                  <a:lnTo>
                    <a:pt x="15484" y="22388"/>
                  </a:lnTo>
                  <a:cubicBezTo>
                    <a:pt x="16297" y="22166"/>
                    <a:pt x="17070" y="21843"/>
                    <a:pt x="17786" y="21431"/>
                  </a:cubicBezTo>
                  <a:close/>
                  <a:moveTo>
                    <a:pt x="10396" y="22406"/>
                  </a:moveTo>
                  <a:cubicBezTo>
                    <a:pt x="11081" y="22587"/>
                    <a:pt x="11794" y="22695"/>
                    <a:pt x="12526" y="22724"/>
                  </a:cubicBezTo>
                  <a:lnTo>
                    <a:pt x="12673" y="23907"/>
                  </a:lnTo>
                  <a:cubicBezTo>
                    <a:pt x="11781" y="23887"/>
                    <a:pt x="10917" y="23763"/>
                    <a:pt x="10090" y="23545"/>
                  </a:cubicBezTo>
                  <a:lnTo>
                    <a:pt x="10396" y="22406"/>
                  </a:lnTo>
                  <a:close/>
                  <a:moveTo>
                    <a:pt x="15413" y="22406"/>
                  </a:moveTo>
                  <a:lnTo>
                    <a:pt x="15718" y="23545"/>
                  </a:lnTo>
                  <a:cubicBezTo>
                    <a:pt x="14892" y="23763"/>
                    <a:pt x="14026" y="23887"/>
                    <a:pt x="13137" y="23907"/>
                  </a:cubicBezTo>
                  <a:lnTo>
                    <a:pt x="13282" y="22724"/>
                  </a:lnTo>
                  <a:cubicBezTo>
                    <a:pt x="14016" y="22695"/>
                    <a:pt x="14729" y="22587"/>
                    <a:pt x="15413" y="22406"/>
                  </a:cubicBezTo>
                  <a:close/>
                  <a:moveTo>
                    <a:pt x="12780" y="15671"/>
                  </a:moveTo>
                  <a:cubicBezTo>
                    <a:pt x="12794" y="15671"/>
                    <a:pt x="12809" y="15672"/>
                    <a:pt x="12823" y="15672"/>
                  </a:cubicBezTo>
                  <a:lnTo>
                    <a:pt x="12823" y="17278"/>
                  </a:lnTo>
                  <a:lnTo>
                    <a:pt x="12824" y="17278"/>
                  </a:lnTo>
                  <a:lnTo>
                    <a:pt x="12824" y="17519"/>
                  </a:lnTo>
                  <a:lnTo>
                    <a:pt x="12824" y="17898"/>
                  </a:lnTo>
                  <a:lnTo>
                    <a:pt x="12824" y="17978"/>
                  </a:lnTo>
                  <a:lnTo>
                    <a:pt x="12824" y="19368"/>
                  </a:lnTo>
                  <a:lnTo>
                    <a:pt x="12824" y="19448"/>
                  </a:lnTo>
                  <a:lnTo>
                    <a:pt x="12824" y="19528"/>
                  </a:lnTo>
                  <a:lnTo>
                    <a:pt x="12824" y="22654"/>
                  </a:lnTo>
                  <a:lnTo>
                    <a:pt x="12824" y="22728"/>
                  </a:lnTo>
                  <a:lnTo>
                    <a:pt x="12824" y="23907"/>
                  </a:lnTo>
                  <a:lnTo>
                    <a:pt x="12824" y="23980"/>
                  </a:lnTo>
                  <a:lnTo>
                    <a:pt x="12824" y="24484"/>
                  </a:lnTo>
                  <a:lnTo>
                    <a:pt x="12762" y="23979"/>
                  </a:lnTo>
                  <a:lnTo>
                    <a:pt x="12753" y="23905"/>
                  </a:lnTo>
                  <a:lnTo>
                    <a:pt x="12608" y="22721"/>
                  </a:lnTo>
                  <a:lnTo>
                    <a:pt x="12598" y="22648"/>
                  </a:lnTo>
                  <a:lnTo>
                    <a:pt x="12210" y="19492"/>
                  </a:lnTo>
                  <a:lnTo>
                    <a:pt x="12200" y="19409"/>
                  </a:lnTo>
                  <a:lnTo>
                    <a:pt x="12190" y="19327"/>
                  </a:lnTo>
                  <a:lnTo>
                    <a:pt x="12014" y="17897"/>
                  </a:lnTo>
                  <a:lnTo>
                    <a:pt x="12004" y="17813"/>
                  </a:lnTo>
                  <a:lnTo>
                    <a:pt x="11954" y="17417"/>
                  </a:lnTo>
                  <a:lnTo>
                    <a:pt x="11924" y="17163"/>
                  </a:lnTo>
                  <a:lnTo>
                    <a:pt x="11866" y="16693"/>
                  </a:lnTo>
                  <a:lnTo>
                    <a:pt x="11809" y="16231"/>
                  </a:lnTo>
                  <a:lnTo>
                    <a:pt x="12282" y="15960"/>
                  </a:lnTo>
                  <a:lnTo>
                    <a:pt x="12780" y="15671"/>
                  </a:lnTo>
                  <a:close/>
                  <a:moveTo>
                    <a:pt x="12902" y="1"/>
                  </a:moveTo>
                  <a:lnTo>
                    <a:pt x="12679" y="1819"/>
                  </a:lnTo>
                  <a:cubicBezTo>
                    <a:pt x="12441" y="1824"/>
                    <a:pt x="12206" y="1837"/>
                    <a:pt x="11973" y="1857"/>
                  </a:cubicBezTo>
                  <a:lnTo>
                    <a:pt x="11943" y="1514"/>
                  </a:lnTo>
                  <a:lnTo>
                    <a:pt x="11870" y="1522"/>
                  </a:lnTo>
                  <a:lnTo>
                    <a:pt x="11900" y="1862"/>
                  </a:lnTo>
                  <a:cubicBezTo>
                    <a:pt x="11601" y="1889"/>
                    <a:pt x="11306" y="1927"/>
                    <a:pt x="11014" y="1978"/>
                  </a:cubicBezTo>
                  <a:lnTo>
                    <a:pt x="10955" y="1641"/>
                  </a:lnTo>
                  <a:lnTo>
                    <a:pt x="10882" y="1654"/>
                  </a:lnTo>
                  <a:lnTo>
                    <a:pt x="10941" y="1991"/>
                  </a:lnTo>
                  <a:cubicBezTo>
                    <a:pt x="10646" y="2044"/>
                    <a:pt x="10356" y="2107"/>
                    <a:pt x="10069" y="2183"/>
                  </a:cubicBezTo>
                  <a:lnTo>
                    <a:pt x="9982" y="1854"/>
                  </a:lnTo>
                  <a:lnTo>
                    <a:pt x="9911" y="1873"/>
                  </a:lnTo>
                  <a:lnTo>
                    <a:pt x="9998" y="2203"/>
                  </a:lnTo>
                  <a:cubicBezTo>
                    <a:pt x="9709" y="2281"/>
                    <a:pt x="9426" y="2373"/>
                    <a:pt x="9147" y="2473"/>
                  </a:cubicBezTo>
                  <a:lnTo>
                    <a:pt x="9030" y="2152"/>
                  </a:lnTo>
                  <a:lnTo>
                    <a:pt x="8960" y="2178"/>
                  </a:lnTo>
                  <a:lnTo>
                    <a:pt x="9078" y="2499"/>
                  </a:lnTo>
                  <a:cubicBezTo>
                    <a:pt x="8798" y="2602"/>
                    <a:pt x="8522" y="2716"/>
                    <a:pt x="8253" y="2840"/>
                  </a:cubicBezTo>
                  <a:lnTo>
                    <a:pt x="8108" y="2530"/>
                  </a:lnTo>
                  <a:lnTo>
                    <a:pt x="8041" y="2561"/>
                  </a:lnTo>
                  <a:lnTo>
                    <a:pt x="8185" y="2871"/>
                  </a:lnTo>
                  <a:cubicBezTo>
                    <a:pt x="7916" y="2999"/>
                    <a:pt x="7650" y="3136"/>
                    <a:pt x="7393" y="3284"/>
                  </a:cubicBezTo>
                  <a:lnTo>
                    <a:pt x="7222" y="2988"/>
                  </a:lnTo>
                  <a:lnTo>
                    <a:pt x="7159" y="3025"/>
                  </a:lnTo>
                  <a:lnTo>
                    <a:pt x="7330" y="3323"/>
                  </a:lnTo>
                  <a:cubicBezTo>
                    <a:pt x="7072" y="3474"/>
                    <a:pt x="6823" y="3635"/>
                    <a:pt x="6578" y="3805"/>
                  </a:cubicBezTo>
                  <a:lnTo>
                    <a:pt x="6380" y="3521"/>
                  </a:lnTo>
                  <a:lnTo>
                    <a:pt x="6319" y="3564"/>
                  </a:lnTo>
                  <a:lnTo>
                    <a:pt x="6518" y="3848"/>
                  </a:lnTo>
                  <a:cubicBezTo>
                    <a:pt x="6274" y="4019"/>
                    <a:pt x="6038" y="4201"/>
                    <a:pt x="5809" y="4392"/>
                  </a:cubicBezTo>
                  <a:lnTo>
                    <a:pt x="5586" y="4127"/>
                  </a:lnTo>
                  <a:lnTo>
                    <a:pt x="5530" y="4174"/>
                  </a:lnTo>
                  <a:lnTo>
                    <a:pt x="5753" y="4439"/>
                  </a:lnTo>
                  <a:cubicBezTo>
                    <a:pt x="5526" y="4632"/>
                    <a:pt x="5306" y="4831"/>
                    <a:pt x="5094" y="5042"/>
                  </a:cubicBezTo>
                  <a:lnTo>
                    <a:pt x="4849" y="4797"/>
                  </a:lnTo>
                  <a:lnTo>
                    <a:pt x="4797" y="4849"/>
                  </a:lnTo>
                  <a:lnTo>
                    <a:pt x="5043" y="5094"/>
                  </a:lnTo>
                  <a:cubicBezTo>
                    <a:pt x="4832" y="5305"/>
                    <a:pt x="4632" y="5526"/>
                    <a:pt x="4440" y="5753"/>
                  </a:cubicBezTo>
                  <a:lnTo>
                    <a:pt x="4174" y="5530"/>
                  </a:lnTo>
                  <a:lnTo>
                    <a:pt x="4127" y="5587"/>
                  </a:lnTo>
                  <a:lnTo>
                    <a:pt x="4393" y="5810"/>
                  </a:lnTo>
                  <a:cubicBezTo>
                    <a:pt x="4202" y="6038"/>
                    <a:pt x="4019" y="6274"/>
                    <a:pt x="3848" y="6517"/>
                  </a:cubicBezTo>
                  <a:lnTo>
                    <a:pt x="3564" y="6319"/>
                  </a:lnTo>
                  <a:lnTo>
                    <a:pt x="3522" y="6379"/>
                  </a:lnTo>
                  <a:lnTo>
                    <a:pt x="3806" y="6578"/>
                  </a:lnTo>
                  <a:cubicBezTo>
                    <a:pt x="3635" y="6822"/>
                    <a:pt x="3474" y="7072"/>
                    <a:pt x="3323" y="7330"/>
                  </a:cubicBezTo>
                  <a:lnTo>
                    <a:pt x="3026" y="7158"/>
                  </a:lnTo>
                  <a:lnTo>
                    <a:pt x="2987" y="7222"/>
                  </a:lnTo>
                  <a:lnTo>
                    <a:pt x="3285" y="7393"/>
                  </a:lnTo>
                  <a:cubicBezTo>
                    <a:pt x="3136" y="7651"/>
                    <a:pt x="3000" y="7915"/>
                    <a:pt x="2872" y="8185"/>
                  </a:cubicBezTo>
                  <a:lnTo>
                    <a:pt x="2561" y="8039"/>
                  </a:lnTo>
                  <a:lnTo>
                    <a:pt x="2530" y="8106"/>
                  </a:lnTo>
                  <a:lnTo>
                    <a:pt x="2841" y="8251"/>
                  </a:lnTo>
                  <a:cubicBezTo>
                    <a:pt x="2716" y="8520"/>
                    <a:pt x="2603" y="8795"/>
                    <a:pt x="2499" y="9076"/>
                  </a:cubicBezTo>
                  <a:lnTo>
                    <a:pt x="2178" y="8958"/>
                  </a:lnTo>
                  <a:lnTo>
                    <a:pt x="2152" y="9029"/>
                  </a:lnTo>
                  <a:lnTo>
                    <a:pt x="2474" y="9146"/>
                  </a:lnTo>
                  <a:cubicBezTo>
                    <a:pt x="2373" y="9425"/>
                    <a:pt x="2281" y="9709"/>
                    <a:pt x="2202" y="9997"/>
                  </a:cubicBezTo>
                  <a:lnTo>
                    <a:pt x="1873" y="9910"/>
                  </a:lnTo>
                  <a:lnTo>
                    <a:pt x="1855" y="9980"/>
                  </a:lnTo>
                  <a:lnTo>
                    <a:pt x="2183" y="10068"/>
                  </a:lnTo>
                  <a:cubicBezTo>
                    <a:pt x="2107" y="10354"/>
                    <a:pt x="2043" y="10645"/>
                    <a:pt x="1991" y="10939"/>
                  </a:cubicBezTo>
                  <a:lnTo>
                    <a:pt x="1654" y="10881"/>
                  </a:lnTo>
                  <a:lnTo>
                    <a:pt x="1641" y="10953"/>
                  </a:lnTo>
                  <a:lnTo>
                    <a:pt x="1978" y="11012"/>
                  </a:lnTo>
                  <a:cubicBezTo>
                    <a:pt x="1928" y="11304"/>
                    <a:pt x="1889" y="11599"/>
                    <a:pt x="1862" y="11898"/>
                  </a:cubicBezTo>
                  <a:lnTo>
                    <a:pt x="1521" y="11869"/>
                  </a:lnTo>
                  <a:lnTo>
                    <a:pt x="1515" y="11942"/>
                  </a:lnTo>
                  <a:lnTo>
                    <a:pt x="1857" y="11972"/>
                  </a:lnTo>
                  <a:cubicBezTo>
                    <a:pt x="1837" y="12205"/>
                    <a:pt x="1825" y="12440"/>
                    <a:pt x="1820" y="12677"/>
                  </a:cubicBezTo>
                  <a:lnTo>
                    <a:pt x="1" y="12901"/>
                  </a:lnTo>
                  <a:lnTo>
                    <a:pt x="1820" y="13124"/>
                  </a:lnTo>
                  <a:cubicBezTo>
                    <a:pt x="1825" y="13361"/>
                    <a:pt x="1837" y="13595"/>
                    <a:pt x="1857" y="13829"/>
                  </a:cubicBezTo>
                  <a:lnTo>
                    <a:pt x="1515" y="13858"/>
                  </a:lnTo>
                  <a:lnTo>
                    <a:pt x="1521" y="13933"/>
                  </a:lnTo>
                  <a:lnTo>
                    <a:pt x="1862" y="13903"/>
                  </a:lnTo>
                  <a:cubicBezTo>
                    <a:pt x="1889" y="14202"/>
                    <a:pt x="1928" y="14497"/>
                    <a:pt x="1978" y="14789"/>
                  </a:cubicBezTo>
                  <a:lnTo>
                    <a:pt x="1641" y="14848"/>
                  </a:lnTo>
                  <a:lnTo>
                    <a:pt x="1654" y="14920"/>
                  </a:lnTo>
                  <a:lnTo>
                    <a:pt x="1991" y="14861"/>
                  </a:lnTo>
                  <a:cubicBezTo>
                    <a:pt x="2043" y="15156"/>
                    <a:pt x="2107" y="15446"/>
                    <a:pt x="2183" y="15733"/>
                  </a:cubicBezTo>
                  <a:lnTo>
                    <a:pt x="1855" y="15821"/>
                  </a:lnTo>
                  <a:lnTo>
                    <a:pt x="1873" y="15891"/>
                  </a:lnTo>
                  <a:lnTo>
                    <a:pt x="2202" y="15803"/>
                  </a:lnTo>
                  <a:cubicBezTo>
                    <a:pt x="2281" y="16092"/>
                    <a:pt x="2373" y="16376"/>
                    <a:pt x="2474" y="16654"/>
                  </a:cubicBezTo>
                  <a:lnTo>
                    <a:pt x="2152" y="16772"/>
                  </a:lnTo>
                  <a:lnTo>
                    <a:pt x="2178" y="16842"/>
                  </a:lnTo>
                  <a:lnTo>
                    <a:pt x="2499" y="16725"/>
                  </a:lnTo>
                  <a:cubicBezTo>
                    <a:pt x="2603" y="17004"/>
                    <a:pt x="2717" y="17281"/>
                    <a:pt x="2841" y="17550"/>
                  </a:cubicBezTo>
                  <a:lnTo>
                    <a:pt x="2530" y="17694"/>
                  </a:lnTo>
                  <a:lnTo>
                    <a:pt x="2561" y="17761"/>
                  </a:lnTo>
                  <a:lnTo>
                    <a:pt x="2872" y="17617"/>
                  </a:lnTo>
                  <a:cubicBezTo>
                    <a:pt x="3000" y="17886"/>
                    <a:pt x="3136" y="18152"/>
                    <a:pt x="3285" y="18408"/>
                  </a:cubicBezTo>
                  <a:lnTo>
                    <a:pt x="2987" y="18581"/>
                  </a:lnTo>
                  <a:lnTo>
                    <a:pt x="3026" y="18644"/>
                  </a:lnTo>
                  <a:lnTo>
                    <a:pt x="3323" y="18472"/>
                  </a:lnTo>
                  <a:cubicBezTo>
                    <a:pt x="3474" y="18730"/>
                    <a:pt x="3635" y="18980"/>
                    <a:pt x="3806" y="19223"/>
                  </a:cubicBezTo>
                  <a:lnTo>
                    <a:pt x="3522" y="19423"/>
                  </a:lnTo>
                  <a:lnTo>
                    <a:pt x="3564" y="19483"/>
                  </a:lnTo>
                  <a:lnTo>
                    <a:pt x="3848" y="19284"/>
                  </a:lnTo>
                  <a:cubicBezTo>
                    <a:pt x="4019" y="19528"/>
                    <a:pt x="4202" y="19764"/>
                    <a:pt x="4393" y="19992"/>
                  </a:cubicBezTo>
                  <a:lnTo>
                    <a:pt x="4127" y="20216"/>
                  </a:lnTo>
                  <a:lnTo>
                    <a:pt x="4174" y="20273"/>
                  </a:lnTo>
                  <a:lnTo>
                    <a:pt x="4440" y="20049"/>
                  </a:lnTo>
                  <a:cubicBezTo>
                    <a:pt x="4632" y="20276"/>
                    <a:pt x="4832" y="20497"/>
                    <a:pt x="5043" y="20708"/>
                  </a:cubicBezTo>
                  <a:lnTo>
                    <a:pt x="4797" y="20954"/>
                  </a:lnTo>
                  <a:lnTo>
                    <a:pt x="4849" y="21005"/>
                  </a:lnTo>
                  <a:lnTo>
                    <a:pt x="5094" y="20760"/>
                  </a:lnTo>
                  <a:cubicBezTo>
                    <a:pt x="5306" y="20970"/>
                    <a:pt x="5526" y="21170"/>
                    <a:pt x="5753" y="21362"/>
                  </a:cubicBezTo>
                  <a:lnTo>
                    <a:pt x="5530" y="21627"/>
                  </a:lnTo>
                  <a:lnTo>
                    <a:pt x="5586" y="21676"/>
                  </a:lnTo>
                  <a:lnTo>
                    <a:pt x="5809" y="21410"/>
                  </a:lnTo>
                  <a:cubicBezTo>
                    <a:pt x="6038" y="21601"/>
                    <a:pt x="6274" y="21782"/>
                    <a:pt x="6518" y="21955"/>
                  </a:cubicBezTo>
                  <a:lnTo>
                    <a:pt x="6319" y="22238"/>
                  </a:lnTo>
                  <a:lnTo>
                    <a:pt x="6380" y="22281"/>
                  </a:lnTo>
                  <a:lnTo>
                    <a:pt x="6578" y="21997"/>
                  </a:lnTo>
                  <a:cubicBezTo>
                    <a:pt x="6823" y="22167"/>
                    <a:pt x="7072" y="22328"/>
                    <a:pt x="7330" y="22479"/>
                  </a:cubicBezTo>
                  <a:lnTo>
                    <a:pt x="7159" y="22777"/>
                  </a:lnTo>
                  <a:lnTo>
                    <a:pt x="7222" y="22814"/>
                  </a:lnTo>
                  <a:lnTo>
                    <a:pt x="7393" y="22518"/>
                  </a:lnTo>
                  <a:cubicBezTo>
                    <a:pt x="7651" y="22666"/>
                    <a:pt x="7916" y="22803"/>
                    <a:pt x="8185" y="22931"/>
                  </a:cubicBezTo>
                  <a:lnTo>
                    <a:pt x="8041" y="23241"/>
                  </a:lnTo>
                  <a:lnTo>
                    <a:pt x="8108" y="23272"/>
                  </a:lnTo>
                  <a:lnTo>
                    <a:pt x="8253" y="22962"/>
                  </a:lnTo>
                  <a:cubicBezTo>
                    <a:pt x="8522" y="23086"/>
                    <a:pt x="8796" y="23200"/>
                    <a:pt x="9078" y="23303"/>
                  </a:cubicBezTo>
                  <a:lnTo>
                    <a:pt x="8960" y="23624"/>
                  </a:lnTo>
                  <a:lnTo>
                    <a:pt x="9030" y="23650"/>
                  </a:lnTo>
                  <a:lnTo>
                    <a:pt x="9147" y="23329"/>
                  </a:lnTo>
                  <a:cubicBezTo>
                    <a:pt x="9426" y="23430"/>
                    <a:pt x="9709" y="23521"/>
                    <a:pt x="9998" y="23600"/>
                  </a:cubicBezTo>
                  <a:lnTo>
                    <a:pt x="9911" y="23928"/>
                  </a:lnTo>
                  <a:lnTo>
                    <a:pt x="9982" y="23948"/>
                  </a:lnTo>
                  <a:lnTo>
                    <a:pt x="10069" y="23619"/>
                  </a:lnTo>
                  <a:cubicBezTo>
                    <a:pt x="10356" y="23695"/>
                    <a:pt x="10647" y="23758"/>
                    <a:pt x="10941" y="23812"/>
                  </a:cubicBezTo>
                  <a:lnTo>
                    <a:pt x="10882" y="24148"/>
                  </a:lnTo>
                  <a:lnTo>
                    <a:pt x="10955" y="24160"/>
                  </a:lnTo>
                  <a:lnTo>
                    <a:pt x="11014" y="23824"/>
                  </a:lnTo>
                  <a:cubicBezTo>
                    <a:pt x="11306" y="23875"/>
                    <a:pt x="11601" y="23913"/>
                    <a:pt x="11900" y="23941"/>
                  </a:cubicBezTo>
                  <a:lnTo>
                    <a:pt x="11870" y="24281"/>
                  </a:lnTo>
                  <a:lnTo>
                    <a:pt x="11943" y="24287"/>
                  </a:lnTo>
                  <a:lnTo>
                    <a:pt x="11973" y="23946"/>
                  </a:lnTo>
                  <a:cubicBezTo>
                    <a:pt x="12206" y="23964"/>
                    <a:pt x="12441" y="23978"/>
                    <a:pt x="12679" y="23983"/>
                  </a:cubicBezTo>
                  <a:lnTo>
                    <a:pt x="12902" y="25801"/>
                  </a:lnTo>
                  <a:lnTo>
                    <a:pt x="13125" y="23983"/>
                  </a:lnTo>
                  <a:cubicBezTo>
                    <a:pt x="13362" y="23978"/>
                    <a:pt x="13597" y="23964"/>
                    <a:pt x="13830" y="23946"/>
                  </a:cubicBezTo>
                  <a:lnTo>
                    <a:pt x="13860" y="24287"/>
                  </a:lnTo>
                  <a:lnTo>
                    <a:pt x="13933" y="24281"/>
                  </a:lnTo>
                  <a:lnTo>
                    <a:pt x="13903" y="23941"/>
                  </a:lnTo>
                  <a:cubicBezTo>
                    <a:pt x="14203" y="23913"/>
                    <a:pt x="14499" y="23875"/>
                    <a:pt x="14790" y="23824"/>
                  </a:cubicBezTo>
                  <a:lnTo>
                    <a:pt x="14850" y="24160"/>
                  </a:lnTo>
                  <a:lnTo>
                    <a:pt x="14922" y="24148"/>
                  </a:lnTo>
                  <a:lnTo>
                    <a:pt x="14862" y="23812"/>
                  </a:lnTo>
                  <a:cubicBezTo>
                    <a:pt x="15157" y="23758"/>
                    <a:pt x="15448" y="23695"/>
                    <a:pt x="15734" y="23619"/>
                  </a:cubicBezTo>
                  <a:lnTo>
                    <a:pt x="15822" y="23948"/>
                  </a:lnTo>
                  <a:lnTo>
                    <a:pt x="15893" y="23928"/>
                  </a:lnTo>
                  <a:lnTo>
                    <a:pt x="15805" y="23600"/>
                  </a:lnTo>
                  <a:cubicBezTo>
                    <a:pt x="16094" y="23521"/>
                    <a:pt x="16378" y="23430"/>
                    <a:pt x="16656" y="23329"/>
                  </a:cubicBezTo>
                  <a:lnTo>
                    <a:pt x="16774" y="23650"/>
                  </a:lnTo>
                  <a:lnTo>
                    <a:pt x="16843" y="23624"/>
                  </a:lnTo>
                  <a:lnTo>
                    <a:pt x="16725" y="23303"/>
                  </a:lnTo>
                  <a:cubicBezTo>
                    <a:pt x="17006" y="23200"/>
                    <a:pt x="17281" y="23085"/>
                    <a:pt x="17551" y="22962"/>
                  </a:cubicBezTo>
                  <a:lnTo>
                    <a:pt x="17695" y="23272"/>
                  </a:lnTo>
                  <a:lnTo>
                    <a:pt x="17762" y="23241"/>
                  </a:lnTo>
                  <a:lnTo>
                    <a:pt x="17618" y="22931"/>
                  </a:lnTo>
                  <a:cubicBezTo>
                    <a:pt x="17888" y="22803"/>
                    <a:pt x="18153" y="22666"/>
                    <a:pt x="18410" y="22518"/>
                  </a:cubicBezTo>
                  <a:lnTo>
                    <a:pt x="18581" y="22814"/>
                  </a:lnTo>
                  <a:lnTo>
                    <a:pt x="18644" y="22777"/>
                  </a:lnTo>
                  <a:lnTo>
                    <a:pt x="18473" y="22479"/>
                  </a:lnTo>
                  <a:cubicBezTo>
                    <a:pt x="18731" y="22328"/>
                    <a:pt x="18982" y="22167"/>
                    <a:pt x="19225" y="21997"/>
                  </a:cubicBezTo>
                  <a:lnTo>
                    <a:pt x="19423" y="22281"/>
                  </a:lnTo>
                  <a:lnTo>
                    <a:pt x="19484" y="22238"/>
                  </a:lnTo>
                  <a:lnTo>
                    <a:pt x="19286" y="21955"/>
                  </a:lnTo>
                  <a:cubicBezTo>
                    <a:pt x="19530" y="21782"/>
                    <a:pt x="19766" y="21601"/>
                    <a:pt x="19994" y="21410"/>
                  </a:cubicBezTo>
                  <a:lnTo>
                    <a:pt x="20217" y="21676"/>
                  </a:lnTo>
                  <a:lnTo>
                    <a:pt x="20274" y="21627"/>
                  </a:lnTo>
                  <a:lnTo>
                    <a:pt x="20051" y="21362"/>
                  </a:lnTo>
                  <a:cubicBezTo>
                    <a:pt x="20278" y="21170"/>
                    <a:pt x="20498" y="20970"/>
                    <a:pt x="20710" y="20760"/>
                  </a:cubicBezTo>
                  <a:lnTo>
                    <a:pt x="20955" y="21005"/>
                  </a:lnTo>
                  <a:lnTo>
                    <a:pt x="21006" y="20954"/>
                  </a:lnTo>
                  <a:lnTo>
                    <a:pt x="20762" y="20708"/>
                  </a:lnTo>
                  <a:cubicBezTo>
                    <a:pt x="20971" y="20497"/>
                    <a:pt x="21171" y="20276"/>
                    <a:pt x="21363" y="20049"/>
                  </a:cubicBezTo>
                  <a:lnTo>
                    <a:pt x="21629" y="20273"/>
                  </a:lnTo>
                  <a:lnTo>
                    <a:pt x="21677" y="20216"/>
                  </a:lnTo>
                  <a:lnTo>
                    <a:pt x="21412" y="19992"/>
                  </a:lnTo>
                  <a:cubicBezTo>
                    <a:pt x="21602" y="19764"/>
                    <a:pt x="21784" y="19528"/>
                    <a:pt x="21955" y="19284"/>
                  </a:cubicBezTo>
                  <a:lnTo>
                    <a:pt x="22239" y="19483"/>
                  </a:lnTo>
                  <a:lnTo>
                    <a:pt x="22281" y="19423"/>
                  </a:lnTo>
                  <a:lnTo>
                    <a:pt x="21998" y="19223"/>
                  </a:lnTo>
                  <a:cubicBezTo>
                    <a:pt x="22168" y="18980"/>
                    <a:pt x="22330" y="18730"/>
                    <a:pt x="22480" y="18472"/>
                  </a:cubicBezTo>
                  <a:lnTo>
                    <a:pt x="22779" y="18644"/>
                  </a:lnTo>
                  <a:lnTo>
                    <a:pt x="22816" y="18581"/>
                  </a:lnTo>
                  <a:lnTo>
                    <a:pt x="22519" y="18408"/>
                  </a:lnTo>
                  <a:cubicBezTo>
                    <a:pt x="22667" y="18150"/>
                    <a:pt x="22804" y="17886"/>
                    <a:pt x="22931" y="17617"/>
                  </a:cubicBezTo>
                  <a:lnTo>
                    <a:pt x="23243" y="17762"/>
                  </a:lnTo>
                  <a:lnTo>
                    <a:pt x="23274" y="17695"/>
                  </a:lnTo>
                  <a:lnTo>
                    <a:pt x="22962" y="17551"/>
                  </a:lnTo>
                  <a:cubicBezTo>
                    <a:pt x="23088" y="17282"/>
                    <a:pt x="23202" y="17007"/>
                    <a:pt x="23305" y="16726"/>
                  </a:cubicBezTo>
                  <a:lnTo>
                    <a:pt x="23626" y="16843"/>
                  </a:lnTo>
                  <a:lnTo>
                    <a:pt x="23652" y="16773"/>
                  </a:lnTo>
                  <a:lnTo>
                    <a:pt x="23331" y="16656"/>
                  </a:lnTo>
                  <a:cubicBezTo>
                    <a:pt x="23431" y="16378"/>
                    <a:pt x="23523" y="16094"/>
                    <a:pt x="23601" y="15805"/>
                  </a:cubicBezTo>
                  <a:lnTo>
                    <a:pt x="23930" y="15893"/>
                  </a:lnTo>
                  <a:lnTo>
                    <a:pt x="23950" y="15822"/>
                  </a:lnTo>
                  <a:lnTo>
                    <a:pt x="23621" y="15734"/>
                  </a:lnTo>
                  <a:cubicBezTo>
                    <a:pt x="23697" y="15447"/>
                    <a:pt x="23760" y="15156"/>
                    <a:pt x="23812" y="14862"/>
                  </a:cubicBezTo>
                  <a:lnTo>
                    <a:pt x="24149" y="14921"/>
                  </a:lnTo>
                  <a:lnTo>
                    <a:pt x="24162" y="14849"/>
                  </a:lnTo>
                  <a:lnTo>
                    <a:pt x="23826" y="14790"/>
                  </a:lnTo>
                  <a:cubicBezTo>
                    <a:pt x="23875" y="14498"/>
                    <a:pt x="23915" y="14203"/>
                    <a:pt x="23941" y="13904"/>
                  </a:cubicBezTo>
                  <a:lnTo>
                    <a:pt x="24282" y="13934"/>
                  </a:lnTo>
                  <a:lnTo>
                    <a:pt x="24288" y="13859"/>
                  </a:lnTo>
                  <a:lnTo>
                    <a:pt x="23947" y="13830"/>
                  </a:lnTo>
                  <a:cubicBezTo>
                    <a:pt x="23966" y="13596"/>
                    <a:pt x="23979" y="13362"/>
                    <a:pt x="23984" y="13125"/>
                  </a:cubicBezTo>
                  <a:lnTo>
                    <a:pt x="25803" y="12901"/>
                  </a:lnTo>
                  <a:lnTo>
                    <a:pt x="23984" y="12677"/>
                  </a:lnTo>
                  <a:cubicBezTo>
                    <a:pt x="23979" y="12440"/>
                    <a:pt x="23966" y="12205"/>
                    <a:pt x="23947" y="11972"/>
                  </a:cubicBezTo>
                  <a:lnTo>
                    <a:pt x="24288" y="11942"/>
                  </a:lnTo>
                  <a:lnTo>
                    <a:pt x="24282" y="11869"/>
                  </a:lnTo>
                  <a:lnTo>
                    <a:pt x="23941" y="11898"/>
                  </a:lnTo>
                  <a:cubicBezTo>
                    <a:pt x="23915" y="11599"/>
                    <a:pt x="23875" y="11304"/>
                    <a:pt x="23826" y="11012"/>
                  </a:cubicBezTo>
                  <a:lnTo>
                    <a:pt x="24162" y="10953"/>
                  </a:lnTo>
                  <a:lnTo>
                    <a:pt x="24149" y="10881"/>
                  </a:lnTo>
                  <a:lnTo>
                    <a:pt x="23812" y="10939"/>
                  </a:lnTo>
                  <a:cubicBezTo>
                    <a:pt x="23760" y="10644"/>
                    <a:pt x="23697" y="10354"/>
                    <a:pt x="23621" y="10068"/>
                  </a:cubicBezTo>
                  <a:lnTo>
                    <a:pt x="23950" y="9980"/>
                  </a:lnTo>
                  <a:lnTo>
                    <a:pt x="23930" y="9910"/>
                  </a:lnTo>
                  <a:lnTo>
                    <a:pt x="23601" y="9997"/>
                  </a:lnTo>
                  <a:cubicBezTo>
                    <a:pt x="23523" y="9709"/>
                    <a:pt x="23431" y="9425"/>
                    <a:pt x="23331" y="9146"/>
                  </a:cubicBezTo>
                  <a:lnTo>
                    <a:pt x="23652" y="9029"/>
                  </a:lnTo>
                  <a:lnTo>
                    <a:pt x="23626" y="8958"/>
                  </a:lnTo>
                  <a:lnTo>
                    <a:pt x="23305" y="9076"/>
                  </a:lnTo>
                  <a:cubicBezTo>
                    <a:pt x="23202" y="8796"/>
                    <a:pt x="23086" y="8520"/>
                    <a:pt x="22962" y="8251"/>
                  </a:cubicBezTo>
                  <a:lnTo>
                    <a:pt x="23274" y="8106"/>
                  </a:lnTo>
                  <a:lnTo>
                    <a:pt x="23243" y="8039"/>
                  </a:lnTo>
                  <a:lnTo>
                    <a:pt x="22931" y="8185"/>
                  </a:lnTo>
                  <a:cubicBezTo>
                    <a:pt x="22804" y="7915"/>
                    <a:pt x="22667" y="7650"/>
                    <a:pt x="22519" y="7393"/>
                  </a:cubicBezTo>
                  <a:lnTo>
                    <a:pt x="22816" y="7222"/>
                  </a:lnTo>
                  <a:lnTo>
                    <a:pt x="22779" y="7158"/>
                  </a:lnTo>
                  <a:lnTo>
                    <a:pt x="22480" y="7330"/>
                  </a:lnTo>
                  <a:cubicBezTo>
                    <a:pt x="22330" y="7072"/>
                    <a:pt x="22168" y="6822"/>
                    <a:pt x="21998" y="6578"/>
                  </a:cubicBezTo>
                  <a:lnTo>
                    <a:pt x="22281" y="6379"/>
                  </a:lnTo>
                  <a:lnTo>
                    <a:pt x="22239" y="6319"/>
                  </a:lnTo>
                  <a:lnTo>
                    <a:pt x="21955" y="6517"/>
                  </a:lnTo>
                  <a:cubicBezTo>
                    <a:pt x="21784" y="6274"/>
                    <a:pt x="21602" y="6038"/>
                    <a:pt x="21412" y="5810"/>
                  </a:cubicBezTo>
                  <a:lnTo>
                    <a:pt x="21677" y="5587"/>
                  </a:lnTo>
                  <a:lnTo>
                    <a:pt x="21629" y="5530"/>
                  </a:lnTo>
                  <a:lnTo>
                    <a:pt x="21363" y="5753"/>
                  </a:lnTo>
                  <a:cubicBezTo>
                    <a:pt x="21171" y="5526"/>
                    <a:pt x="20971" y="5305"/>
                    <a:pt x="20762" y="5094"/>
                  </a:cubicBezTo>
                  <a:lnTo>
                    <a:pt x="21006" y="4849"/>
                  </a:lnTo>
                  <a:lnTo>
                    <a:pt x="20955" y="4797"/>
                  </a:lnTo>
                  <a:lnTo>
                    <a:pt x="20710" y="5042"/>
                  </a:lnTo>
                  <a:cubicBezTo>
                    <a:pt x="20498" y="4831"/>
                    <a:pt x="20278" y="4632"/>
                    <a:pt x="20051" y="4439"/>
                  </a:cubicBezTo>
                  <a:lnTo>
                    <a:pt x="20274" y="4174"/>
                  </a:lnTo>
                  <a:lnTo>
                    <a:pt x="20217" y="4127"/>
                  </a:lnTo>
                  <a:lnTo>
                    <a:pt x="19994" y="4392"/>
                  </a:lnTo>
                  <a:cubicBezTo>
                    <a:pt x="19766" y="4201"/>
                    <a:pt x="19530" y="4019"/>
                    <a:pt x="19286" y="3848"/>
                  </a:cubicBezTo>
                  <a:lnTo>
                    <a:pt x="19484" y="3564"/>
                  </a:lnTo>
                  <a:lnTo>
                    <a:pt x="19423" y="3521"/>
                  </a:lnTo>
                  <a:lnTo>
                    <a:pt x="19225" y="3805"/>
                  </a:lnTo>
                  <a:cubicBezTo>
                    <a:pt x="18982" y="3635"/>
                    <a:pt x="18731" y="3474"/>
                    <a:pt x="18473" y="3323"/>
                  </a:cubicBezTo>
                  <a:lnTo>
                    <a:pt x="18644" y="3025"/>
                  </a:lnTo>
                  <a:lnTo>
                    <a:pt x="18581" y="2988"/>
                  </a:lnTo>
                  <a:lnTo>
                    <a:pt x="18410" y="3284"/>
                  </a:lnTo>
                  <a:cubicBezTo>
                    <a:pt x="18152" y="3136"/>
                    <a:pt x="17888" y="2999"/>
                    <a:pt x="17618" y="2871"/>
                  </a:cubicBezTo>
                  <a:lnTo>
                    <a:pt x="17762" y="2561"/>
                  </a:lnTo>
                  <a:lnTo>
                    <a:pt x="17695" y="2530"/>
                  </a:lnTo>
                  <a:lnTo>
                    <a:pt x="17551" y="2840"/>
                  </a:lnTo>
                  <a:cubicBezTo>
                    <a:pt x="17281" y="2715"/>
                    <a:pt x="17007" y="2602"/>
                    <a:pt x="16725" y="2499"/>
                  </a:cubicBezTo>
                  <a:lnTo>
                    <a:pt x="16843" y="2178"/>
                  </a:lnTo>
                  <a:lnTo>
                    <a:pt x="16774" y="2152"/>
                  </a:lnTo>
                  <a:lnTo>
                    <a:pt x="16656" y="2473"/>
                  </a:lnTo>
                  <a:cubicBezTo>
                    <a:pt x="16378" y="2373"/>
                    <a:pt x="16094" y="2281"/>
                    <a:pt x="15805" y="2203"/>
                  </a:cubicBezTo>
                  <a:lnTo>
                    <a:pt x="15893" y="1873"/>
                  </a:lnTo>
                  <a:lnTo>
                    <a:pt x="15822" y="1854"/>
                  </a:lnTo>
                  <a:lnTo>
                    <a:pt x="15734" y="2183"/>
                  </a:lnTo>
                  <a:cubicBezTo>
                    <a:pt x="15448" y="2107"/>
                    <a:pt x="15156" y="2044"/>
                    <a:pt x="14862" y="1991"/>
                  </a:cubicBezTo>
                  <a:lnTo>
                    <a:pt x="14922" y="1654"/>
                  </a:lnTo>
                  <a:lnTo>
                    <a:pt x="14850" y="1641"/>
                  </a:lnTo>
                  <a:lnTo>
                    <a:pt x="14790" y="1978"/>
                  </a:lnTo>
                  <a:cubicBezTo>
                    <a:pt x="14499" y="1927"/>
                    <a:pt x="14203" y="1889"/>
                    <a:pt x="13903" y="1862"/>
                  </a:cubicBezTo>
                  <a:lnTo>
                    <a:pt x="13933" y="1522"/>
                  </a:lnTo>
                  <a:lnTo>
                    <a:pt x="13860" y="1514"/>
                  </a:lnTo>
                  <a:lnTo>
                    <a:pt x="13830" y="1857"/>
                  </a:lnTo>
                  <a:cubicBezTo>
                    <a:pt x="13597" y="1837"/>
                    <a:pt x="13362" y="1824"/>
                    <a:pt x="13125" y="1819"/>
                  </a:cubicBezTo>
                  <a:lnTo>
                    <a:pt x="12902"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a:off x="3963050" y="4335925"/>
              <a:ext cx="108825" cy="108800"/>
            </a:xfrm>
            <a:custGeom>
              <a:rect b="b" l="l" r="r" t="t"/>
              <a:pathLst>
                <a:path extrusionOk="0" h="4352" w="4353">
                  <a:moveTo>
                    <a:pt x="2217" y="244"/>
                  </a:moveTo>
                  <a:cubicBezTo>
                    <a:pt x="2229" y="244"/>
                    <a:pt x="2244" y="244"/>
                    <a:pt x="2257" y="245"/>
                  </a:cubicBezTo>
                  <a:cubicBezTo>
                    <a:pt x="2446" y="254"/>
                    <a:pt x="2630" y="289"/>
                    <a:pt x="2801" y="348"/>
                  </a:cubicBezTo>
                  <a:lnTo>
                    <a:pt x="2781" y="666"/>
                  </a:lnTo>
                  <a:lnTo>
                    <a:pt x="2779" y="707"/>
                  </a:lnTo>
                  <a:lnTo>
                    <a:pt x="2776" y="746"/>
                  </a:lnTo>
                  <a:lnTo>
                    <a:pt x="2770" y="862"/>
                  </a:lnTo>
                  <a:lnTo>
                    <a:pt x="2866" y="758"/>
                  </a:lnTo>
                  <a:lnTo>
                    <a:pt x="2899" y="722"/>
                  </a:lnTo>
                  <a:lnTo>
                    <a:pt x="2933" y="686"/>
                  </a:lnTo>
                  <a:lnTo>
                    <a:pt x="3115" y="487"/>
                  </a:lnTo>
                  <a:cubicBezTo>
                    <a:pt x="3248" y="560"/>
                    <a:pt x="3371" y="651"/>
                    <a:pt x="3483" y="753"/>
                  </a:cubicBezTo>
                  <a:lnTo>
                    <a:pt x="3486" y="755"/>
                  </a:lnTo>
                  <a:lnTo>
                    <a:pt x="3509" y="779"/>
                  </a:lnTo>
                  <a:lnTo>
                    <a:pt x="3514" y="784"/>
                  </a:lnTo>
                  <a:cubicBezTo>
                    <a:pt x="3518" y="787"/>
                    <a:pt x="3522" y="791"/>
                    <a:pt x="3526" y="794"/>
                  </a:cubicBezTo>
                  <a:lnTo>
                    <a:pt x="3521" y="797"/>
                  </a:lnTo>
                  <a:lnTo>
                    <a:pt x="3513" y="805"/>
                  </a:lnTo>
                  <a:lnTo>
                    <a:pt x="3478" y="832"/>
                  </a:lnTo>
                  <a:lnTo>
                    <a:pt x="3411" y="887"/>
                  </a:lnTo>
                  <a:lnTo>
                    <a:pt x="3115" y="1127"/>
                  </a:lnTo>
                  <a:lnTo>
                    <a:pt x="2816" y="1368"/>
                  </a:lnTo>
                  <a:cubicBezTo>
                    <a:pt x="2827" y="1377"/>
                    <a:pt x="2837" y="1384"/>
                    <a:pt x="2847" y="1394"/>
                  </a:cubicBezTo>
                  <a:cubicBezTo>
                    <a:pt x="2858" y="1403"/>
                    <a:pt x="2867" y="1411"/>
                    <a:pt x="2877" y="1421"/>
                  </a:cubicBezTo>
                  <a:cubicBezTo>
                    <a:pt x="2888" y="1430"/>
                    <a:pt x="2898" y="1439"/>
                    <a:pt x="2907" y="1447"/>
                  </a:cubicBezTo>
                  <a:cubicBezTo>
                    <a:pt x="2915" y="1457"/>
                    <a:pt x="2925" y="1467"/>
                    <a:pt x="2934" y="1477"/>
                  </a:cubicBezTo>
                  <a:cubicBezTo>
                    <a:pt x="2943" y="1488"/>
                    <a:pt x="2952" y="1497"/>
                    <a:pt x="2961" y="1507"/>
                  </a:cubicBezTo>
                  <a:cubicBezTo>
                    <a:pt x="2970" y="1518"/>
                    <a:pt x="2977" y="1528"/>
                    <a:pt x="2987" y="1538"/>
                  </a:cubicBezTo>
                  <a:lnTo>
                    <a:pt x="3228" y="1240"/>
                  </a:lnTo>
                  <a:lnTo>
                    <a:pt x="3467" y="944"/>
                  </a:lnTo>
                  <a:lnTo>
                    <a:pt x="3522" y="877"/>
                  </a:lnTo>
                  <a:lnTo>
                    <a:pt x="3550" y="842"/>
                  </a:lnTo>
                  <a:lnTo>
                    <a:pt x="3557" y="833"/>
                  </a:lnTo>
                  <a:lnTo>
                    <a:pt x="3560" y="828"/>
                  </a:lnTo>
                  <a:cubicBezTo>
                    <a:pt x="3564" y="832"/>
                    <a:pt x="3569" y="837"/>
                    <a:pt x="3571" y="841"/>
                  </a:cubicBezTo>
                  <a:lnTo>
                    <a:pt x="3576" y="846"/>
                  </a:lnTo>
                  <a:lnTo>
                    <a:pt x="3599" y="869"/>
                  </a:lnTo>
                  <a:lnTo>
                    <a:pt x="3602" y="872"/>
                  </a:lnTo>
                  <a:cubicBezTo>
                    <a:pt x="3712" y="991"/>
                    <a:pt x="3806" y="1124"/>
                    <a:pt x="3883" y="1267"/>
                  </a:cubicBezTo>
                  <a:lnTo>
                    <a:pt x="3673" y="1453"/>
                  </a:lnTo>
                  <a:lnTo>
                    <a:pt x="3637" y="1486"/>
                  </a:lnTo>
                  <a:lnTo>
                    <a:pt x="3600" y="1518"/>
                  </a:lnTo>
                  <a:lnTo>
                    <a:pt x="3501" y="1605"/>
                  </a:lnTo>
                  <a:lnTo>
                    <a:pt x="3611" y="1600"/>
                  </a:lnTo>
                  <a:lnTo>
                    <a:pt x="3651" y="1599"/>
                  </a:lnTo>
                  <a:lnTo>
                    <a:pt x="3691" y="1597"/>
                  </a:lnTo>
                  <a:lnTo>
                    <a:pt x="4017" y="1584"/>
                  </a:lnTo>
                  <a:cubicBezTo>
                    <a:pt x="4070" y="1746"/>
                    <a:pt x="4101" y="1917"/>
                    <a:pt x="4109" y="2096"/>
                  </a:cubicBezTo>
                  <a:cubicBezTo>
                    <a:pt x="4109" y="2110"/>
                    <a:pt x="4110" y="2123"/>
                    <a:pt x="4110" y="2137"/>
                  </a:cubicBezTo>
                  <a:lnTo>
                    <a:pt x="4110" y="2152"/>
                  </a:lnTo>
                  <a:lnTo>
                    <a:pt x="3962" y="2137"/>
                  </a:lnTo>
                  <a:lnTo>
                    <a:pt x="3754" y="2115"/>
                  </a:lnTo>
                  <a:lnTo>
                    <a:pt x="3713" y="2111"/>
                  </a:lnTo>
                  <a:lnTo>
                    <a:pt x="3582" y="2096"/>
                  </a:lnTo>
                  <a:lnTo>
                    <a:pt x="3199" y="2056"/>
                  </a:lnTo>
                  <a:lnTo>
                    <a:pt x="3199" y="2056"/>
                  </a:lnTo>
                  <a:cubicBezTo>
                    <a:pt x="3201" y="2070"/>
                    <a:pt x="3202" y="2084"/>
                    <a:pt x="3203" y="2096"/>
                  </a:cubicBezTo>
                  <a:cubicBezTo>
                    <a:pt x="3205" y="2110"/>
                    <a:pt x="3205" y="2123"/>
                    <a:pt x="3206" y="2137"/>
                  </a:cubicBezTo>
                  <a:cubicBezTo>
                    <a:pt x="3206" y="2149"/>
                    <a:pt x="3208" y="2163"/>
                    <a:pt x="3208" y="2177"/>
                  </a:cubicBezTo>
                  <a:cubicBezTo>
                    <a:pt x="3208" y="2189"/>
                    <a:pt x="3207" y="2204"/>
                    <a:pt x="3206" y="2216"/>
                  </a:cubicBezTo>
                  <a:cubicBezTo>
                    <a:pt x="3206" y="2229"/>
                    <a:pt x="3204" y="2244"/>
                    <a:pt x="3203" y="2256"/>
                  </a:cubicBezTo>
                  <a:cubicBezTo>
                    <a:pt x="3202" y="2270"/>
                    <a:pt x="3201" y="2283"/>
                    <a:pt x="3199" y="2297"/>
                  </a:cubicBezTo>
                  <a:lnTo>
                    <a:pt x="3582" y="2256"/>
                  </a:lnTo>
                  <a:lnTo>
                    <a:pt x="3713" y="2242"/>
                  </a:lnTo>
                  <a:lnTo>
                    <a:pt x="3754" y="2239"/>
                  </a:lnTo>
                  <a:lnTo>
                    <a:pt x="3962" y="2216"/>
                  </a:lnTo>
                  <a:lnTo>
                    <a:pt x="4110" y="2201"/>
                  </a:lnTo>
                  <a:lnTo>
                    <a:pt x="4110" y="2216"/>
                  </a:lnTo>
                  <a:cubicBezTo>
                    <a:pt x="4110" y="2229"/>
                    <a:pt x="4110" y="2244"/>
                    <a:pt x="4109" y="2256"/>
                  </a:cubicBezTo>
                  <a:cubicBezTo>
                    <a:pt x="4101" y="2446"/>
                    <a:pt x="4066" y="2629"/>
                    <a:pt x="4007" y="2801"/>
                  </a:cubicBezTo>
                  <a:lnTo>
                    <a:pt x="3688" y="2781"/>
                  </a:lnTo>
                  <a:lnTo>
                    <a:pt x="3649" y="2778"/>
                  </a:lnTo>
                  <a:lnTo>
                    <a:pt x="3609" y="2776"/>
                  </a:lnTo>
                  <a:lnTo>
                    <a:pt x="3492" y="2770"/>
                  </a:lnTo>
                  <a:lnTo>
                    <a:pt x="3597" y="2865"/>
                  </a:lnTo>
                  <a:lnTo>
                    <a:pt x="3634" y="2899"/>
                  </a:lnTo>
                  <a:lnTo>
                    <a:pt x="3670" y="2932"/>
                  </a:lnTo>
                  <a:lnTo>
                    <a:pt x="3868" y="3114"/>
                  </a:lnTo>
                  <a:cubicBezTo>
                    <a:pt x="3794" y="3247"/>
                    <a:pt x="3704" y="3371"/>
                    <a:pt x="3602" y="3483"/>
                  </a:cubicBezTo>
                  <a:lnTo>
                    <a:pt x="3599" y="3485"/>
                  </a:lnTo>
                  <a:lnTo>
                    <a:pt x="3576" y="3509"/>
                  </a:lnTo>
                  <a:lnTo>
                    <a:pt x="3572" y="3514"/>
                  </a:lnTo>
                  <a:cubicBezTo>
                    <a:pt x="3567" y="3518"/>
                    <a:pt x="3563" y="3521"/>
                    <a:pt x="3560" y="3525"/>
                  </a:cubicBezTo>
                  <a:lnTo>
                    <a:pt x="3557" y="3520"/>
                  </a:lnTo>
                  <a:lnTo>
                    <a:pt x="3550" y="3513"/>
                  </a:lnTo>
                  <a:lnTo>
                    <a:pt x="3522" y="3478"/>
                  </a:lnTo>
                  <a:lnTo>
                    <a:pt x="3468" y="3411"/>
                  </a:lnTo>
                  <a:lnTo>
                    <a:pt x="3228" y="3114"/>
                  </a:lnTo>
                  <a:lnTo>
                    <a:pt x="2987" y="2817"/>
                  </a:lnTo>
                  <a:cubicBezTo>
                    <a:pt x="2978" y="2827"/>
                    <a:pt x="2970" y="2837"/>
                    <a:pt x="2961" y="2847"/>
                  </a:cubicBezTo>
                  <a:cubicBezTo>
                    <a:pt x="2953" y="2857"/>
                    <a:pt x="2943" y="2866"/>
                    <a:pt x="2934" y="2876"/>
                  </a:cubicBezTo>
                  <a:cubicBezTo>
                    <a:pt x="2925" y="2887"/>
                    <a:pt x="2915" y="2897"/>
                    <a:pt x="2907" y="2906"/>
                  </a:cubicBezTo>
                  <a:cubicBezTo>
                    <a:pt x="2898" y="2916"/>
                    <a:pt x="2888" y="2924"/>
                    <a:pt x="2877" y="2933"/>
                  </a:cubicBezTo>
                  <a:cubicBezTo>
                    <a:pt x="2867" y="2942"/>
                    <a:pt x="2858" y="2952"/>
                    <a:pt x="2847" y="2960"/>
                  </a:cubicBezTo>
                  <a:cubicBezTo>
                    <a:pt x="2837" y="2969"/>
                    <a:pt x="2827" y="2977"/>
                    <a:pt x="2816" y="2986"/>
                  </a:cubicBezTo>
                  <a:lnTo>
                    <a:pt x="3115" y="3227"/>
                  </a:lnTo>
                  <a:lnTo>
                    <a:pt x="3411" y="3468"/>
                  </a:lnTo>
                  <a:lnTo>
                    <a:pt x="3478" y="3521"/>
                  </a:lnTo>
                  <a:lnTo>
                    <a:pt x="3513" y="3550"/>
                  </a:lnTo>
                  <a:lnTo>
                    <a:pt x="3521" y="3556"/>
                  </a:lnTo>
                  <a:lnTo>
                    <a:pt x="3526" y="3560"/>
                  </a:lnTo>
                  <a:cubicBezTo>
                    <a:pt x="3522" y="3565"/>
                    <a:pt x="3518" y="3568"/>
                    <a:pt x="3514" y="3571"/>
                  </a:cubicBezTo>
                  <a:lnTo>
                    <a:pt x="3509" y="3576"/>
                  </a:lnTo>
                  <a:lnTo>
                    <a:pt x="3486" y="3599"/>
                  </a:lnTo>
                  <a:lnTo>
                    <a:pt x="3483" y="3602"/>
                  </a:lnTo>
                  <a:cubicBezTo>
                    <a:pt x="3363" y="3711"/>
                    <a:pt x="3230" y="3805"/>
                    <a:pt x="3088" y="3882"/>
                  </a:cubicBezTo>
                  <a:lnTo>
                    <a:pt x="2902" y="3673"/>
                  </a:lnTo>
                  <a:lnTo>
                    <a:pt x="2870" y="3637"/>
                  </a:lnTo>
                  <a:lnTo>
                    <a:pt x="2837" y="3601"/>
                  </a:lnTo>
                  <a:lnTo>
                    <a:pt x="2749" y="3501"/>
                  </a:lnTo>
                  <a:lnTo>
                    <a:pt x="2749" y="3501"/>
                  </a:lnTo>
                  <a:lnTo>
                    <a:pt x="2754" y="3611"/>
                  </a:lnTo>
                  <a:lnTo>
                    <a:pt x="2757" y="3650"/>
                  </a:lnTo>
                  <a:lnTo>
                    <a:pt x="2758" y="3690"/>
                  </a:lnTo>
                  <a:lnTo>
                    <a:pt x="2772" y="4016"/>
                  </a:lnTo>
                  <a:cubicBezTo>
                    <a:pt x="2609" y="4070"/>
                    <a:pt x="2438" y="4101"/>
                    <a:pt x="2258" y="4108"/>
                  </a:cubicBezTo>
                  <a:cubicBezTo>
                    <a:pt x="2246" y="4108"/>
                    <a:pt x="2231" y="4109"/>
                    <a:pt x="2218" y="4109"/>
                  </a:cubicBezTo>
                  <a:lnTo>
                    <a:pt x="2202" y="4109"/>
                  </a:lnTo>
                  <a:lnTo>
                    <a:pt x="2218" y="3962"/>
                  </a:lnTo>
                  <a:lnTo>
                    <a:pt x="2241" y="3753"/>
                  </a:lnTo>
                  <a:lnTo>
                    <a:pt x="2244" y="3712"/>
                  </a:lnTo>
                  <a:lnTo>
                    <a:pt x="2258" y="3581"/>
                  </a:lnTo>
                  <a:lnTo>
                    <a:pt x="2298" y="3199"/>
                  </a:lnTo>
                  <a:lnTo>
                    <a:pt x="2298" y="3199"/>
                  </a:lnTo>
                  <a:cubicBezTo>
                    <a:pt x="2285" y="3200"/>
                    <a:pt x="2272" y="3201"/>
                    <a:pt x="2258" y="3202"/>
                  </a:cubicBezTo>
                  <a:cubicBezTo>
                    <a:pt x="2246" y="3204"/>
                    <a:pt x="2231" y="3204"/>
                    <a:pt x="2218" y="3205"/>
                  </a:cubicBezTo>
                  <a:cubicBezTo>
                    <a:pt x="2206" y="3205"/>
                    <a:pt x="2191" y="3209"/>
                    <a:pt x="2179" y="3209"/>
                  </a:cubicBezTo>
                  <a:cubicBezTo>
                    <a:pt x="2164" y="3209"/>
                    <a:pt x="2151" y="3207"/>
                    <a:pt x="2138" y="3205"/>
                  </a:cubicBezTo>
                  <a:cubicBezTo>
                    <a:pt x="2125" y="3204"/>
                    <a:pt x="2111" y="3204"/>
                    <a:pt x="2098" y="3202"/>
                  </a:cubicBezTo>
                  <a:cubicBezTo>
                    <a:pt x="2085" y="3201"/>
                    <a:pt x="2071" y="3200"/>
                    <a:pt x="2058" y="3199"/>
                  </a:cubicBezTo>
                  <a:lnTo>
                    <a:pt x="2058" y="3199"/>
                  </a:lnTo>
                  <a:lnTo>
                    <a:pt x="2098" y="3581"/>
                  </a:lnTo>
                  <a:lnTo>
                    <a:pt x="2113" y="3712"/>
                  </a:lnTo>
                  <a:lnTo>
                    <a:pt x="2116" y="3753"/>
                  </a:lnTo>
                  <a:lnTo>
                    <a:pt x="2138" y="3962"/>
                  </a:lnTo>
                  <a:lnTo>
                    <a:pt x="2154" y="4109"/>
                  </a:lnTo>
                  <a:lnTo>
                    <a:pt x="2138" y="4109"/>
                  </a:lnTo>
                  <a:cubicBezTo>
                    <a:pt x="2125" y="4109"/>
                    <a:pt x="2111" y="4109"/>
                    <a:pt x="2098" y="4108"/>
                  </a:cubicBezTo>
                  <a:cubicBezTo>
                    <a:pt x="1908" y="4101"/>
                    <a:pt x="1726" y="4066"/>
                    <a:pt x="1553" y="4006"/>
                  </a:cubicBezTo>
                  <a:lnTo>
                    <a:pt x="1573" y="3688"/>
                  </a:lnTo>
                  <a:lnTo>
                    <a:pt x="1576" y="3648"/>
                  </a:lnTo>
                  <a:lnTo>
                    <a:pt x="1578" y="3608"/>
                  </a:lnTo>
                  <a:lnTo>
                    <a:pt x="1584" y="3492"/>
                  </a:lnTo>
                  <a:lnTo>
                    <a:pt x="1490" y="3597"/>
                  </a:lnTo>
                  <a:lnTo>
                    <a:pt x="1455" y="3633"/>
                  </a:lnTo>
                  <a:lnTo>
                    <a:pt x="1422" y="3669"/>
                  </a:lnTo>
                  <a:lnTo>
                    <a:pt x="1241" y="3867"/>
                  </a:lnTo>
                  <a:cubicBezTo>
                    <a:pt x="1108" y="3794"/>
                    <a:pt x="984" y="3703"/>
                    <a:pt x="872" y="3602"/>
                  </a:cubicBezTo>
                  <a:lnTo>
                    <a:pt x="869" y="3599"/>
                  </a:lnTo>
                  <a:lnTo>
                    <a:pt x="846" y="3576"/>
                  </a:lnTo>
                  <a:lnTo>
                    <a:pt x="841" y="3571"/>
                  </a:lnTo>
                  <a:cubicBezTo>
                    <a:pt x="836" y="3567"/>
                    <a:pt x="833" y="3562"/>
                    <a:pt x="829" y="3560"/>
                  </a:cubicBezTo>
                  <a:lnTo>
                    <a:pt x="834" y="3556"/>
                  </a:lnTo>
                  <a:lnTo>
                    <a:pt x="842" y="3550"/>
                  </a:lnTo>
                  <a:lnTo>
                    <a:pt x="877" y="3521"/>
                  </a:lnTo>
                  <a:lnTo>
                    <a:pt x="944" y="3468"/>
                  </a:lnTo>
                  <a:lnTo>
                    <a:pt x="1241" y="3227"/>
                  </a:lnTo>
                  <a:lnTo>
                    <a:pt x="1538" y="2986"/>
                  </a:lnTo>
                  <a:cubicBezTo>
                    <a:pt x="1528" y="2977"/>
                    <a:pt x="1517" y="2969"/>
                    <a:pt x="1507" y="2960"/>
                  </a:cubicBezTo>
                  <a:cubicBezTo>
                    <a:pt x="1497" y="2952"/>
                    <a:pt x="1488" y="2942"/>
                    <a:pt x="1478" y="2933"/>
                  </a:cubicBezTo>
                  <a:cubicBezTo>
                    <a:pt x="1468" y="2924"/>
                    <a:pt x="1458" y="2916"/>
                    <a:pt x="1448" y="2906"/>
                  </a:cubicBezTo>
                  <a:cubicBezTo>
                    <a:pt x="1439" y="2897"/>
                    <a:pt x="1430" y="2887"/>
                    <a:pt x="1421" y="2876"/>
                  </a:cubicBezTo>
                  <a:cubicBezTo>
                    <a:pt x="1412" y="2866"/>
                    <a:pt x="1403" y="2857"/>
                    <a:pt x="1394" y="2846"/>
                  </a:cubicBezTo>
                  <a:cubicBezTo>
                    <a:pt x="1385" y="2836"/>
                    <a:pt x="1377" y="2826"/>
                    <a:pt x="1368" y="2815"/>
                  </a:cubicBezTo>
                  <a:lnTo>
                    <a:pt x="1127" y="3114"/>
                  </a:lnTo>
                  <a:lnTo>
                    <a:pt x="887" y="3411"/>
                  </a:lnTo>
                  <a:lnTo>
                    <a:pt x="833" y="3478"/>
                  </a:lnTo>
                  <a:lnTo>
                    <a:pt x="804" y="3513"/>
                  </a:lnTo>
                  <a:lnTo>
                    <a:pt x="798" y="3520"/>
                  </a:lnTo>
                  <a:lnTo>
                    <a:pt x="794" y="3525"/>
                  </a:lnTo>
                  <a:cubicBezTo>
                    <a:pt x="790" y="3521"/>
                    <a:pt x="787" y="3518"/>
                    <a:pt x="784" y="3514"/>
                  </a:cubicBezTo>
                  <a:lnTo>
                    <a:pt x="779" y="3509"/>
                  </a:lnTo>
                  <a:lnTo>
                    <a:pt x="756" y="3485"/>
                  </a:lnTo>
                  <a:lnTo>
                    <a:pt x="753" y="3483"/>
                  </a:lnTo>
                  <a:cubicBezTo>
                    <a:pt x="643" y="3363"/>
                    <a:pt x="550" y="3230"/>
                    <a:pt x="472" y="3087"/>
                  </a:cubicBezTo>
                  <a:lnTo>
                    <a:pt x="682" y="2901"/>
                  </a:lnTo>
                  <a:lnTo>
                    <a:pt x="718" y="2869"/>
                  </a:lnTo>
                  <a:lnTo>
                    <a:pt x="754" y="2837"/>
                  </a:lnTo>
                  <a:lnTo>
                    <a:pt x="854" y="2749"/>
                  </a:lnTo>
                  <a:lnTo>
                    <a:pt x="744" y="2755"/>
                  </a:lnTo>
                  <a:lnTo>
                    <a:pt x="704" y="2756"/>
                  </a:lnTo>
                  <a:lnTo>
                    <a:pt x="664" y="2757"/>
                  </a:lnTo>
                  <a:lnTo>
                    <a:pt x="338" y="2771"/>
                  </a:lnTo>
                  <a:cubicBezTo>
                    <a:pt x="284" y="2608"/>
                    <a:pt x="253" y="2437"/>
                    <a:pt x="246" y="2257"/>
                  </a:cubicBezTo>
                  <a:cubicBezTo>
                    <a:pt x="246" y="2245"/>
                    <a:pt x="245" y="2230"/>
                    <a:pt x="245" y="2218"/>
                  </a:cubicBezTo>
                  <a:lnTo>
                    <a:pt x="245" y="2203"/>
                  </a:lnTo>
                  <a:lnTo>
                    <a:pt x="393" y="2218"/>
                  </a:lnTo>
                  <a:lnTo>
                    <a:pt x="601" y="2240"/>
                  </a:lnTo>
                  <a:lnTo>
                    <a:pt x="642" y="2244"/>
                  </a:lnTo>
                  <a:lnTo>
                    <a:pt x="773" y="2257"/>
                  </a:lnTo>
                  <a:lnTo>
                    <a:pt x="1155" y="2298"/>
                  </a:lnTo>
                  <a:cubicBezTo>
                    <a:pt x="1154" y="2285"/>
                    <a:pt x="1153" y="2271"/>
                    <a:pt x="1151" y="2257"/>
                  </a:cubicBezTo>
                  <a:cubicBezTo>
                    <a:pt x="1150" y="2245"/>
                    <a:pt x="1150" y="2230"/>
                    <a:pt x="1149" y="2218"/>
                  </a:cubicBezTo>
                  <a:cubicBezTo>
                    <a:pt x="1149" y="2205"/>
                    <a:pt x="1146" y="2190"/>
                    <a:pt x="1146" y="2178"/>
                  </a:cubicBezTo>
                  <a:cubicBezTo>
                    <a:pt x="1146" y="2164"/>
                    <a:pt x="1148" y="2151"/>
                    <a:pt x="1149" y="2138"/>
                  </a:cubicBezTo>
                  <a:cubicBezTo>
                    <a:pt x="1149" y="2125"/>
                    <a:pt x="1150" y="2111"/>
                    <a:pt x="1151" y="2097"/>
                  </a:cubicBezTo>
                  <a:cubicBezTo>
                    <a:pt x="1153" y="2085"/>
                    <a:pt x="1154" y="2071"/>
                    <a:pt x="1155" y="2058"/>
                  </a:cubicBezTo>
                  <a:lnTo>
                    <a:pt x="1155" y="2058"/>
                  </a:lnTo>
                  <a:lnTo>
                    <a:pt x="773" y="2097"/>
                  </a:lnTo>
                  <a:lnTo>
                    <a:pt x="642" y="2112"/>
                  </a:lnTo>
                  <a:lnTo>
                    <a:pt x="601" y="2116"/>
                  </a:lnTo>
                  <a:lnTo>
                    <a:pt x="393" y="2138"/>
                  </a:lnTo>
                  <a:lnTo>
                    <a:pt x="245" y="2153"/>
                  </a:lnTo>
                  <a:lnTo>
                    <a:pt x="245" y="2138"/>
                  </a:lnTo>
                  <a:cubicBezTo>
                    <a:pt x="245" y="2125"/>
                    <a:pt x="245" y="2111"/>
                    <a:pt x="246" y="2097"/>
                  </a:cubicBezTo>
                  <a:cubicBezTo>
                    <a:pt x="253" y="1909"/>
                    <a:pt x="289" y="1725"/>
                    <a:pt x="348" y="1554"/>
                  </a:cubicBezTo>
                  <a:lnTo>
                    <a:pt x="666" y="1573"/>
                  </a:lnTo>
                  <a:lnTo>
                    <a:pt x="706" y="1575"/>
                  </a:lnTo>
                  <a:lnTo>
                    <a:pt x="747" y="1578"/>
                  </a:lnTo>
                  <a:lnTo>
                    <a:pt x="862" y="1585"/>
                  </a:lnTo>
                  <a:lnTo>
                    <a:pt x="758" y="1489"/>
                  </a:lnTo>
                  <a:lnTo>
                    <a:pt x="722" y="1456"/>
                  </a:lnTo>
                  <a:lnTo>
                    <a:pt x="686" y="1422"/>
                  </a:lnTo>
                  <a:lnTo>
                    <a:pt x="488" y="1240"/>
                  </a:lnTo>
                  <a:cubicBezTo>
                    <a:pt x="561" y="1107"/>
                    <a:pt x="651" y="983"/>
                    <a:pt x="753" y="872"/>
                  </a:cubicBezTo>
                  <a:lnTo>
                    <a:pt x="756" y="869"/>
                  </a:lnTo>
                  <a:lnTo>
                    <a:pt x="779" y="846"/>
                  </a:lnTo>
                  <a:lnTo>
                    <a:pt x="784" y="841"/>
                  </a:lnTo>
                  <a:cubicBezTo>
                    <a:pt x="788" y="837"/>
                    <a:pt x="792" y="832"/>
                    <a:pt x="794" y="828"/>
                  </a:cubicBezTo>
                  <a:lnTo>
                    <a:pt x="798" y="833"/>
                  </a:lnTo>
                  <a:lnTo>
                    <a:pt x="804" y="842"/>
                  </a:lnTo>
                  <a:lnTo>
                    <a:pt x="833" y="877"/>
                  </a:lnTo>
                  <a:lnTo>
                    <a:pt x="887" y="944"/>
                  </a:lnTo>
                  <a:lnTo>
                    <a:pt x="1127" y="1240"/>
                  </a:lnTo>
                  <a:lnTo>
                    <a:pt x="1368" y="1538"/>
                  </a:lnTo>
                  <a:cubicBezTo>
                    <a:pt x="1377" y="1528"/>
                    <a:pt x="1385" y="1518"/>
                    <a:pt x="1394" y="1507"/>
                  </a:cubicBezTo>
                  <a:cubicBezTo>
                    <a:pt x="1403" y="1497"/>
                    <a:pt x="1412" y="1488"/>
                    <a:pt x="1421" y="1477"/>
                  </a:cubicBezTo>
                  <a:cubicBezTo>
                    <a:pt x="1430" y="1467"/>
                    <a:pt x="1439" y="1457"/>
                    <a:pt x="1448" y="1447"/>
                  </a:cubicBezTo>
                  <a:cubicBezTo>
                    <a:pt x="1458" y="1439"/>
                    <a:pt x="1468" y="1430"/>
                    <a:pt x="1478" y="1421"/>
                  </a:cubicBezTo>
                  <a:cubicBezTo>
                    <a:pt x="1488" y="1411"/>
                    <a:pt x="1497" y="1403"/>
                    <a:pt x="1507" y="1394"/>
                  </a:cubicBezTo>
                  <a:cubicBezTo>
                    <a:pt x="1517" y="1384"/>
                    <a:pt x="1528" y="1377"/>
                    <a:pt x="1538" y="1368"/>
                  </a:cubicBezTo>
                  <a:lnTo>
                    <a:pt x="1241" y="1127"/>
                  </a:lnTo>
                  <a:lnTo>
                    <a:pt x="944" y="887"/>
                  </a:lnTo>
                  <a:lnTo>
                    <a:pt x="877" y="832"/>
                  </a:lnTo>
                  <a:lnTo>
                    <a:pt x="842" y="805"/>
                  </a:lnTo>
                  <a:lnTo>
                    <a:pt x="834" y="797"/>
                  </a:lnTo>
                  <a:lnTo>
                    <a:pt x="829" y="794"/>
                  </a:lnTo>
                  <a:cubicBezTo>
                    <a:pt x="833" y="790"/>
                    <a:pt x="836" y="786"/>
                    <a:pt x="841" y="784"/>
                  </a:cubicBezTo>
                  <a:lnTo>
                    <a:pt x="846" y="779"/>
                  </a:lnTo>
                  <a:lnTo>
                    <a:pt x="869" y="755"/>
                  </a:lnTo>
                  <a:lnTo>
                    <a:pt x="872" y="753"/>
                  </a:lnTo>
                  <a:cubicBezTo>
                    <a:pt x="991" y="643"/>
                    <a:pt x="1124" y="549"/>
                    <a:pt x="1268" y="471"/>
                  </a:cubicBezTo>
                  <a:lnTo>
                    <a:pt x="1453" y="682"/>
                  </a:lnTo>
                  <a:lnTo>
                    <a:pt x="1485" y="718"/>
                  </a:lnTo>
                  <a:lnTo>
                    <a:pt x="1517" y="754"/>
                  </a:lnTo>
                  <a:lnTo>
                    <a:pt x="1605" y="853"/>
                  </a:lnTo>
                  <a:lnTo>
                    <a:pt x="1600" y="744"/>
                  </a:lnTo>
                  <a:lnTo>
                    <a:pt x="1599" y="703"/>
                  </a:lnTo>
                  <a:lnTo>
                    <a:pt x="1598" y="663"/>
                  </a:lnTo>
                  <a:lnTo>
                    <a:pt x="1583" y="337"/>
                  </a:lnTo>
                  <a:cubicBezTo>
                    <a:pt x="1746" y="285"/>
                    <a:pt x="1918" y="254"/>
                    <a:pt x="2097" y="245"/>
                  </a:cubicBezTo>
                  <a:cubicBezTo>
                    <a:pt x="2110" y="245"/>
                    <a:pt x="2124" y="244"/>
                    <a:pt x="2136" y="244"/>
                  </a:cubicBezTo>
                  <a:lnTo>
                    <a:pt x="2152" y="244"/>
                  </a:lnTo>
                  <a:lnTo>
                    <a:pt x="2136" y="393"/>
                  </a:lnTo>
                  <a:lnTo>
                    <a:pt x="2115" y="600"/>
                  </a:lnTo>
                  <a:lnTo>
                    <a:pt x="2111" y="642"/>
                  </a:lnTo>
                  <a:lnTo>
                    <a:pt x="2097" y="774"/>
                  </a:lnTo>
                  <a:lnTo>
                    <a:pt x="2057" y="1155"/>
                  </a:lnTo>
                  <a:cubicBezTo>
                    <a:pt x="2069" y="1153"/>
                    <a:pt x="2084" y="1152"/>
                    <a:pt x="2097" y="1151"/>
                  </a:cubicBezTo>
                  <a:cubicBezTo>
                    <a:pt x="2110" y="1150"/>
                    <a:pt x="2124" y="1150"/>
                    <a:pt x="2136" y="1148"/>
                  </a:cubicBezTo>
                  <a:cubicBezTo>
                    <a:pt x="2150" y="1148"/>
                    <a:pt x="2164" y="1146"/>
                    <a:pt x="2177" y="1146"/>
                  </a:cubicBezTo>
                  <a:cubicBezTo>
                    <a:pt x="2191" y="1146"/>
                    <a:pt x="2204" y="1147"/>
                    <a:pt x="2217" y="1148"/>
                  </a:cubicBezTo>
                  <a:cubicBezTo>
                    <a:pt x="2229" y="1148"/>
                    <a:pt x="2244" y="1150"/>
                    <a:pt x="2257" y="1151"/>
                  </a:cubicBezTo>
                  <a:cubicBezTo>
                    <a:pt x="2270" y="1152"/>
                    <a:pt x="2284" y="1153"/>
                    <a:pt x="2296" y="1155"/>
                  </a:cubicBezTo>
                  <a:lnTo>
                    <a:pt x="2257" y="774"/>
                  </a:lnTo>
                  <a:lnTo>
                    <a:pt x="2243" y="642"/>
                  </a:lnTo>
                  <a:lnTo>
                    <a:pt x="2239" y="600"/>
                  </a:lnTo>
                  <a:lnTo>
                    <a:pt x="2217" y="393"/>
                  </a:lnTo>
                  <a:lnTo>
                    <a:pt x="2201" y="244"/>
                  </a:lnTo>
                  <a:close/>
                  <a:moveTo>
                    <a:pt x="2177" y="1"/>
                  </a:moveTo>
                  <a:cubicBezTo>
                    <a:pt x="2164" y="1"/>
                    <a:pt x="2150" y="2"/>
                    <a:pt x="2136" y="2"/>
                  </a:cubicBezTo>
                  <a:cubicBezTo>
                    <a:pt x="2124" y="2"/>
                    <a:pt x="2110" y="2"/>
                    <a:pt x="2097" y="3"/>
                  </a:cubicBezTo>
                  <a:cubicBezTo>
                    <a:pt x="2084" y="3"/>
                    <a:pt x="2072" y="3"/>
                    <a:pt x="2059" y="4"/>
                  </a:cubicBezTo>
                  <a:cubicBezTo>
                    <a:pt x="1623" y="28"/>
                    <a:pt x="1220" y="181"/>
                    <a:pt x="888" y="426"/>
                  </a:cubicBezTo>
                  <a:cubicBezTo>
                    <a:pt x="873" y="437"/>
                    <a:pt x="859" y="450"/>
                    <a:pt x="844" y="461"/>
                  </a:cubicBezTo>
                  <a:cubicBezTo>
                    <a:pt x="828" y="472"/>
                    <a:pt x="814" y="484"/>
                    <a:pt x="798" y="496"/>
                  </a:cubicBezTo>
                  <a:cubicBezTo>
                    <a:pt x="773" y="517"/>
                    <a:pt x="749" y="537"/>
                    <a:pt x="725" y="559"/>
                  </a:cubicBezTo>
                  <a:cubicBezTo>
                    <a:pt x="716" y="567"/>
                    <a:pt x="706" y="576"/>
                    <a:pt x="697" y="584"/>
                  </a:cubicBezTo>
                  <a:cubicBezTo>
                    <a:pt x="687" y="593"/>
                    <a:pt x="679" y="601"/>
                    <a:pt x="668" y="611"/>
                  </a:cubicBezTo>
                  <a:cubicBezTo>
                    <a:pt x="659" y="620"/>
                    <a:pt x="649" y="629"/>
                    <a:pt x="638" y="637"/>
                  </a:cubicBezTo>
                  <a:cubicBezTo>
                    <a:pt x="629" y="647"/>
                    <a:pt x="620" y="657"/>
                    <a:pt x="611" y="667"/>
                  </a:cubicBezTo>
                  <a:cubicBezTo>
                    <a:pt x="602" y="677"/>
                    <a:pt x="593" y="687"/>
                    <a:pt x="584" y="697"/>
                  </a:cubicBezTo>
                  <a:cubicBezTo>
                    <a:pt x="576" y="707"/>
                    <a:pt x="567" y="715"/>
                    <a:pt x="560" y="724"/>
                  </a:cubicBezTo>
                  <a:cubicBezTo>
                    <a:pt x="537" y="749"/>
                    <a:pt x="517" y="772"/>
                    <a:pt x="496" y="797"/>
                  </a:cubicBezTo>
                  <a:cubicBezTo>
                    <a:pt x="485" y="812"/>
                    <a:pt x="473" y="827"/>
                    <a:pt x="462" y="843"/>
                  </a:cubicBezTo>
                  <a:cubicBezTo>
                    <a:pt x="450" y="857"/>
                    <a:pt x="438" y="873"/>
                    <a:pt x="427" y="888"/>
                  </a:cubicBezTo>
                  <a:cubicBezTo>
                    <a:pt x="181" y="1219"/>
                    <a:pt x="29" y="1622"/>
                    <a:pt x="5" y="2059"/>
                  </a:cubicBezTo>
                  <a:cubicBezTo>
                    <a:pt x="4" y="2072"/>
                    <a:pt x="4" y="2083"/>
                    <a:pt x="4" y="2096"/>
                  </a:cubicBezTo>
                  <a:cubicBezTo>
                    <a:pt x="4" y="2109"/>
                    <a:pt x="3" y="2123"/>
                    <a:pt x="3" y="2137"/>
                  </a:cubicBezTo>
                  <a:cubicBezTo>
                    <a:pt x="3" y="2149"/>
                    <a:pt x="1" y="2163"/>
                    <a:pt x="1" y="2177"/>
                  </a:cubicBezTo>
                  <a:cubicBezTo>
                    <a:pt x="1" y="2189"/>
                    <a:pt x="3" y="2204"/>
                    <a:pt x="3" y="2216"/>
                  </a:cubicBezTo>
                  <a:cubicBezTo>
                    <a:pt x="3" y="2229"/>
                    <a:pt x="3" y="2244"/>
                    <a:pt x="4" y="2256"/>
                  </a:cubicBezTo>
                  <a:cubicBezTo>
                    <a:pt x="4" y="2270"/>
                    <a:pt x="4" y="2281"/>
                    <a:pt x="5" y="2293"/>
                  </a:cubicBezTo>
                  <a:cubicBezTo>
                    <a:pt x="29" y="2731"/>
                    <a:pt x="181" y="3133"/>
                    <a:pt x="427" y="3464"/>
                  </a:cubicBezTo>
                  <a:cubicBezTo>
                    <a:pt x="438" y="3480"/>
                    <a:pt x="450" y="3494"/>
                    <a:pt x="462" y="3510"/>
                  </a:cubicBezTo>
                  <a:cubicBezTo>
                    <a:pt x="473" y="3525"/>
                    <a:pt x="485" y="3540"/>
                    <a:pt x="496" y="3555"/>
                  </a:cubicBezTo>
                  <a:cubicBezTo>
                    <a:pt x="517" y="3579"/>
                    <a:pt x="537" y="3604"/>
                    <a:pt x="560" y="3629"/>
                  </a:cubicBezTo>
                  <a:cubicBezTo>
                    <a:pt x="567" y="3638"/>
                    <a:pt x="576" y="3647"/>
                    <a:pt x="584" y="3655"/>
                  </a:cubicBezTo>
                  <a:cubicBezTo>
                    <a:pt x="593" y="3666"/>
                    <a:pt x="602" y="3675"/>
                    <a:pt x="611" y="3685"/>
                  </a:cubicBezTo>
                  <a:cubicBezTo>
                    <a:pt x="620" y="3695"/>
                    <a:pt x="629" y="3705"/>
                    <a:pt x="638" y="3715"/>
                  </a:cubicBezTo>
                  <a:cubicBezTo>
                    <a:pt x="648" y="3725"/>
                    <a:pt x="658" y="3733"/>
                    <a:pt x="668" y="3742"/>
                  </a:cubicBezTo>
                  <a:cubicBezTo>
                    <a:pt x="677" y="3751"/>
                    <a:pt x="687" y="3760"/>
                    <a:pt x="697" y="3769"/>
                  </a:cubicBezTo>
                  <a:cubicBezTo>
                    <a:pt x="706" y="3777"/>
                    <a:pt x="716" y="3785"/>
                    <a:pt x="725" y="3794"/>
                  </a:cubicBezTo>
                  <a:cubicBezTo>
                    <a:pt x="749" y="3815"/>
                    <a:pt x="772" y="3836"/>
                    <a:pt x="798" y="3857"/>
                  </a:cubicBezTo>
                  <a:cubicBezTo>
                    <a:pt x="813" y="3868"/>
                    <a:pt x="828" y="3880"/>
                    <a:pt x="844" y="3892"/>
                  </a:cubicBezTo>
                  <a:cubicBezTo>
                    <a:pt x="857" y="3903"/>
                    <a:pt x="873" y="3914"/>
                    <a:pt x="888" y="3927"/>
                  </a:cubicBezTo>
                  <a:cubicBezTo>
                    <a:pt x="1220" y="4171"/>
                    <a:pt x="1623" y="4325"/>
                    <a:pt x="2059" y="4349"/>
                  </a:cubicBezTo>
                  <a:cubicBezTo>
                    <a:pt x="2072" y="4350"/>
                    <a:pt x="2084" y="4350"/>
                    <a:pt x="2097" y="4350"/>
                  </a:cubicBezTo>
                  <a:cubicBezTo>
                    <a:pt x="2110" y="4350"/>
                    <a:pt x="2124" y="4351"/>
                    <a:pt x="2136" y="4351"/>
                  </a:cubicBezTo>
                  <a:cubicBezTo>
                    <a:pt x="2150" y="4351"/>
                    <a:pt x="2164" y="4352"/>
                    <a:pt x="2177" y="4352"/>
                  </a:cubicBezTo>
                  <a:cubicBezTo>
                    <a:pt x="2190" y="4352"/>
                    <a:pt x="2205" y="4351"/>
                    <a:pt x="2217" y="4351"/>
                  </a:cubicBezTo>
                  <a:cubicBezTo>
                    <a:pt x="2230" y="4351"/>
                    <a:pt x="2244" y="4351"/>
                    <a:pt x="2257" y="4350"/>
                  </a:cubicBezTo>
                  <a:cubicBezTo>
                    <a:pt x="2270" y="4350"/>
                    <a:pt x="2282" y="4350"/>
                    <a:pt x="2294" y="4349"/>
                  </a:cubicBezTo>
                  <a:cubicBezTo>
                    <a:pt x="2732" y="4325"/>
                    <a:pt x="3134" y="4171"/>
                    <a:pt x="3465" y="3927"/>
                  </a:cubicBezTo>
                  <a:cubicBezTo>
                    <a:pt x="3482" y="3915"/>
                    <a:pt x="3496" y="3903"/>
                    <a:pt x="3512" y="3892"/>
                  </a:cubicBezTo>
                  <a:cubicBezTo>
                    <a:pt x="3527" y="3880"/>
                    <a:pt x="3542" y="3869"/>
                    <a:pt x="3557" y="3857"/>
                  </a:cubicBezTo>
                  <a:cubicBezTo>
                    <a:pt x="3582" y="3836"/>
                    <a:pt x="3606" y="3815"/>
                    <a:pt x="3630" y="3794"/>
                  </a:cubicBezTo>
                  <a:cubicBezTo>
                    <a:pt x="3640" y="3785"/>
                    <a:pt x="3649" y="3777"/>
                    <a:pt x="3657" y="3769"/>
                  </a:cubicBezTo>
                  <a:cubicBezTo>
                    <a:pt x="3668" y="3760"/>
                    <a:pt x="3677" y="3751"/>
                    <a:pt x="3686" y="3742"/>
                  </a:cubicBezTo>
                  <a:cubicBezTo>
                    <a:pt x="3695" y="3733"/>
                    <a:pt x="3706" y="3724"/>
                    <a:pt x="3716" y="3715"/>
                  </a:cubicBezTo>
                  <a:cubicBezTo>
                    <a:pt x="3724" y="3706"/>
                    <a:pt x="3734" y="3696"/>
                    <a:pt x="3743" y="3685"/>
                  </a:cubicBezTo>
                  <a:cubicBezTo>
                    <a:pt x="3752" y="3676"/>
                    <a:pt x="3760" y="3666"/>
                    <a:pt x="3770" y="3655"/>
                  </a:cubicBezTo>
                  <a:cubicBezTo>
                    <a:pt x="3778" y="3647"/>
                    <a:pt x="3786" y="3638"/>
                    <a:pt x="3794" y="3629"/>
                  </a:cubicBezTo>
                  <a:cubicBezTo>
                    <a:pt x="3816" y="3604"/>
                    <a:pt x="3837" y="3581"/>
                    <a:pt x="3857" y="3555"/>
                  </a:cubicBezTo>
                  <a:cubicBezTo>
                    <a:pt x="3869" y="3541"/>
                    <a:pt x="3881" y="3525"/>
                    <a:pt x="3892" y="3510"/>
                  </a:cubicBezTo>
                  <a:cubicBezTo>
                    <a:pt x="3904" y="3495"/>
                    <a:pt x="3915" y="3480"/>
                    <a:pt x="3928" y="3464"/>
                  </a:cubicBezTo>
                  <a:cubicBezTo>
                    <a:pt x="4172" y="3133"/>
                    <a:pt x="4326" y="2731"/>
                    <a:pt x="4349" y="2293"/>
                  </a:cubicBezTo>
                  <a:cubicBezTo>
                    <a:pt x="4351" y="2281"/>
                    <a:pt x="4351" y="2270"/>
                    <a:pt x="4351" y="2256"/>
                  </a:cubicBezTo>
                  <a:cubicBezTo>
                    <a:pt x="4351" y="2244"/>
                    <a:pt x="4352" y="2229"/>
                    <a:pt x="4352" y="2216"/>
                  </a:cubicBezTo>
                  <a:cubicBezTo>
                    <a:pt x="4352" y="2204"/>
                    <a:pt x="4353" y="2189"/>
                    <a:pt x="4353" y="2177"/>
                  </a:cubicBezTo>
                  <a:cubicBezTo>
                    <a:pt x="4353" y="2163"/>
                    <a:pt x="4352" y="2149"/>
                    <a:pt x="4352" y="2137"/>
                  </a:cubicBezTo>
                  <a:cubicBezTo>
                    <a:pt x="4352" y="2123"/>
                    <a:pt x="4352" y="2109"/>
                    <a:pt x="4351" y="2096"/>
                  </a:cubicBezTo>
                  <a:cubicBezTo>
                    <a:pt x="4351" y="2083"/>
                    <a:pt x="4351" y="2072"/>
                    <a:pt x="4349" y="2059"/>
                  </a:cubicBezTo>
                  <a:cubicBezTo>
                    <a:pt x="4326" y="1622"/>
                    <a:pt x="4172" y="1219"/>
                    <a:pt x="3928" y="888"/>
                  </a:cubicBezTo>
                  <a:cubicBezTo>
                    <a:pt x="3915" y="873"/>
                    <a:pt x="3904" y="858"/>
                    <a:pt x="3892" y="843"/>
                  </a:cubicBezTo>
                  <a:cubicBezTo>
                    <a:pt x="3881" y="827"/>
                    <a:pt x="3869" y="813"/>
                    <a:pt x="3857" y="797"/>
                  </a:cubicBezTo>
                  <a:cubicBezTo>
                    <a:pt x="3837" y="774"/>
                    <a:pt x="3816" y="749"/>
                    <a:pt x="3794" y="724"/>
                  </a:cubicBezTo>
                  <a:cubicBezTo>
                    <a:pt x="3786" y="715"/>
                    <a:pt x="3778" y="707"/>
                    <a:pt x="3770" y="697"/>
                  </a:cubicBezTo>
                  <a:cubicBezTo>
                    <a:pt x="3760" y="687"/>
                    <a:pt x="3752" y="678"/>
                    <a:pt x="3743" y="667"/>
                  </a:cubicBezTo>
                  <a:cubicBezTo>
                    <a:pt x="3734" y="658"/>
                    <a:pt x="3724" y="648"/>
                    <a:pt x="3716" y="637"/>
                  </a:cubicBezTo>
                  <a:cubicBezTo>
                    <a:pt x="3707" y="629"/>
                    <a:pt x="3696" y="620"/>
                    <a:pt x="3686" y="611"/>
                  </a:cubicBezTo>
                  <a:cubicBezTo>
                    <a:pt x="3677" y="601"/>
                    <a:pt x="3667" y="593"/>
                    <a:pt x="3656" y="584"/>
                  </a:cubicBezTo>
                  <a:cubicBezTo>
                    <a:pt x="3647" y="576"/>
                    <a:pt x="3639" y="567"/>
                    <a:pt x="3629" y="559"/>
                  </a:cubicBezTo>
                  <a:cubicBezTo>
                    <a:pt x="3605" y="537"/>
                    <a:pt x="3582" y="517"/>
                    <a:pt x="3556" y="496"/>
                  </a:cubicBezTo>
                  <a:cubicBezTo>
                    <a:pt x="3542" y="485"/>
                    <a:pt x="3526" y="472"/>
                    <a:pt x="3511" y="461"/>
                  </a:cubicBezTo>
                  <a:cubicBezTo>
                    <a:pt x="3496" y="450"/>
                    <a:pt x="3481" y="438"/>
                    <a:pt x="3465" y="426"/>
                  </a:cubicBezTo>
                  <a:cubicBezTo>
                    <a:pt x="3134" y="181"/>
                    <a:pt x="2732" y="28"/>
                    <a:pt x="2294" y="4"/>
                  </a:cubicBezTo>
                  <a:cubicBezTo>
                    <a:pt x="2282" y="3"/>
                    <a:pt x="2270" y="3"/>
                    <a:pt x="2257" y="3"/>
                  </a:cubicBezTo>
                  <a:cubicBezTo>
                    <a:pt x="2244" y="3"/>
                    <a:pt x="2230" y="2"/>
                    <a:pt x="2217" y="2"/>
                  </a:cubicBezTo>
                  <a:cubicBezTo>
                    <a:pt x="2205" y="2"/>
                    <a:pt x="2190" y="1"/>
                    <a:pt x="2177"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a:off x="3894875" y="4215625"/>
              <a:ext cx="5325" cy="6775"/>
            </a:xfrm>
            <a:custGeom>
              <a:rect b="b" l="l" r="r" t="t"/>
              <a:pathLst>
                <a:path extrusionOk="0" h="271" w="213">
                  <a:moveTo>
                    <a:pt x="46" y="1"/>
                  </a:moveTo>
                  <a:lnTo>
                    <a:pt x="1" y="33"/>
                  </a:lnTo>
                  <a:lnTo>
                    <a:pt x="167" y="270"/>
                  </a:lnTo>
                  <a:cubicBezTo>
                    <a:pt x="182" y="260"/>
                    <a:pt x="197" y="249"/>
                    <a:pt x="212" y="239"/>
                  </a:cubicBezTo>
                  <a:lnTo>
                    <a:pt x="46"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3"/>
            <p:cNvSpPr/>
            <p:nvPr/>
          </p:nvSpPr>
          <p:spPr>
            <a:xfrm>
              <a:off x="3880200" y="4226925"/>
              <a:ext cx="5775" cy="6475"/>
            </a:xfrm>
            <a:custGeom>
              <a:rect b="b" l="l" r="r" t="t"/>
              <a:pathLst>
                <a:path extrusionOk="0" h="259" w="231">
                  <a:moveTo>
                    <a:pt x="43" y="1"/>
                  </a:moveTo>
                  <a:lnTo>
                    <a:pt x="1" y="35"/>
                  </a:lnTo>
                  <a:lnTo>
                    <a:pt x="187" y="259"/>
                  </a:lnTo>
                  <a:lnTo>
                    <a:pt x="231" y="224"/>
                  </a:lnTo>
                  <a:lnTo>
                    <a:pt x="43"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3"/>
            <p:cNvSpPr/>
            <p:nvPr/>
          </p:nvSpPr>
          <p:spPr>
            <a:xfrm>
              <a:off x="3926975" y="4197200"/>
              <a:ext cx="4325" cy="7125"/>
            </a:xfrm>
            <a:custGeom>
              <a:rect b="b" l="l" r="r" t="t"/>
              <a:pathLst>
                <a:path extrusionOk="0" h="285" w="173">
                  <a:moveTo>
                    <a:pt x="50" y="0"/>
                  </a:moveTo>
                  <a:lnTo>
                    <a:pt x="0" y="24"/>
                  </a:lnTo>
                  <a:lnTo>
                    <a:pt x="122" y="285"/>
                  </a:lnTo>
                  <a:lnTo>
                    <a:pt x="173" y="262"/>
                  </a:lnTo>
                  <a:lnTo>
                    <a:pt x="50"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3"/>
            <p:cNvSpPr/>
            <p:nvPr/>
          </p:nvSpPr>
          <p:spPr>
            <a:xfrm>
              <a:off x="3910525" y="4205725"/>
              <a:ext cx="4800" cy="7000"/>
            </a:xfrm>
            <a:custGeom>
              <a:rect b="b" l="l" r="r" t="t"/>
              <a:pathLst>
                <a:path extrusionOk="0" h="280" w="192">
                  <a:moveTo>
                    <a:pt x="47" y="1"/>
                  </a:moveTo>
                  <a:lnTo>
                    <a:pt x="0" y="28"/>
                  </a:lnTo>
                  <a:lnTo>
                    <a:pt x="144" y="279"/>
                  </a:lnTo>
                  <a:cubicBezTo>
                    <a:pt x="160" y="271"/>
                    <a:pt x="175" y="261"/>
                    <a:pt x="192" y="251"/>
                  </a:cubicBezTo>
                  <a:lnTo>
                    <a:pt x="47"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3"/>
            <p:cNvSpPr/>
            <p:nvPr/>
          </p:nvSpPr>
          <p:spPr>
            <a:xfrm>
              <a:off x="3979875" y="4180675"/>
              <a:ext cx="2625" cy="7375"/>
            </a:xfrm>
            <a:custGeom>
              <a:rect b="b" l="l" r="r" t="t"/>
              <a:pathLst>
                <a:path extrusionOk="0" h="295" w="105">
                  <a:moveTo>
                    <a:pt x="54" y="1"/>
                  </a:moveTo>
                  <a:lnTo>
                    <a:pt x="0" y="10"/>
                  </a:lnTo>
                  <a:lnTo>
                    <a:pt x="50" y="295"/>
                  </a:lnTo>
                  <a:cubicBezTo>
                    <a:pt x="69" y="293"/>
                    <a:pt x="87" y="289"/>
                    <a:pt x="105" y="285"/>
                  </a:cubicBezTo>
                  <a:lnTo>
                    <a:pt x="54"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3"/>
            <p:cNvSpPr/>
            <p:nvPr/>
          </p:nvSpPr>
          <p:spPr>
            <a:xfrm>
              <a:off x="3961750" y="4184650"/>
              <a:ext cx="3225" cy="7375"/>
            </a:xfrm>
            <a:custGeom>
              <a:rect b="b" l="l" r="r" t="t"/>
              <a:pathLst>
                <a:path extrusionOk="0" h="295" w="129">
                  <a:moveTo>
                    <a:pt x="54" y="1"/>
                  </a:moveTo>
                  <a:lnTo>
                    <a:pt x="0" y="15"/>
                  </a:lnTo>
                  <a:lnTo>
                    <a:pt x="75" y="295"/>
                  </a:lnTo>
                  <a:cubicBezTo>
                    <a:pt x="93" y="289"/>
                    <a:pt x="110" y="284"/>
                    <a:pt x="128" y="280"/>
                  </a:cubicBezTo>
                  <a:lnTo>
                    <a:pt x="54"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3"/>
            <p:cNvSpPr/>
            <p:nvPr/>
          </p:nvSpPr>
          <p:spPr>
            <a:xfrm>
              <a:off x="3824350" y="4299800"/>
              <a:ext cx="7150" cy="4325"/>
            </a:xfrm>
            <a:custGeom>
              <a:rect b="b" l="l" r="r" t="t"/>
              <a:pathLst>
                <a:path extrusionOk="0" h="173" w="286">
                  <a:moveTo>
                    <a:pt x="25" y="0"/>
                  </a:moveTo>
                  <a:lnTo>
                    <a:pt x="1" y="50"/>
                  </a:lnTo>
                  <a:lnTo>
                    <a:pt x="263" y="173"/>
                  </a:lnTo>
                  <a:lnTo>
                    <a:pt x="286" y="122"/>
                  </a:lnTo>
                  <a:lnTo>
                    <a:pt x="25"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3"/>
            <p:cNvSpPr/>
            <p:nvPr/>
          </p:nvSpPr>
          <p:spPr>
            <a:xfrm>
              <a:off x="3807825" y="4352700"/>
              <a:ext cx="7375" cy="2625"/>
            </a:xfrm>
            <a:custGeom>
              <a:rect b="b" l="l" r="r" t="t"/>
              <a:pathLst>
                <a:path extrusionOk="0" h="105" w="295">
                  <a:moveTo>
                    <a:pt x="10" y="0"/>
                  </a:moveTo>
                  <a:lnTo>
                    <a:pt x="1" y="54"/>
                  </a:lnTo>
                  <a:lnTo>
                    <a:pt x="285" y="105"/>
                  </a:lnTo>
                  <a:cubicBezTo>
                    <a:pt x="288" y="87"/>
                    <a:pt x="291" y="69"/>
                    <a:pt x="295" y="50"/>
                  </a:cubicBezTo>
                  <a:lnTo>
                    <a:pt x="10"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3"/>
            <p:cNvSpPr/>
            <p:nvPr/>
          </p:nvSpPr>
          <p:spPr>
            <a:xfrm>
              <a:off x="3817300" y="4316900"/>
              <a:ext cx="7250" cy="3825"/>
            </a:xfrm>
            <a:custGeom>
              <a:rect b="b" l="l" r="r" t="t"/>
              <a:pathLst>
                <a:path extrusionOk="0" h="153" w="290">
                  <a:moveTo>
                    <a:pt x="19" y="0"/>
                  </a:moveTo>
                  <a:lnTo>
                    <a:pt x="0" y="52"/>
                  </a:lnTo>
                  <a:lnTo>
                    <a:pt x="272" y="152"/>
                  </a:lnTo>
                  <a:cubicBezTo>
                    <a:pt x="278" y="135"/>
                    <a:pt x="283" y="117"/>
                    <a:pt x="289" y="100"/>
                  </a:cubicBezTo>
                  <a:lnTo>
                    <a:pt x="19"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3"/>
            <p:cNvSpPr/>
            <p:nvPr/>
          </p:nvSpPr>
          <p:spPr>
            <a:xfrm>
              <a:off x="3854050" y="4253025"/>
              <a:ext cx="6475" cy="5775"/>
            </a:xfrm>
            <a:custGeom>
              <a:rect b="b" l="l" r="r" t="t"/>
              <a:pathLst>
                <a:path extrusionOk="0" h="231" w="259">
                  <a:moveTo>
                    <a:pt x="36" y="1"/>
                  </a:moveTo>
                  <a:lnTo>
                    <a:pt x="0" y="43"/>
                  </a:lnTo>
                  <a:lnTo>
                    <a:pt x="224" y="231"/>
                  </a:lnTo>
                  <a:lnTo>
                    <a:pt x="258" y="188"/>
                  </a:lnTo>
                  <a:lnTo>
                    <a:pt x="36"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3"/>
            <p:cNvSpPr/>
            <p:nvPr/>
          </p:nvSpPr>
          <p:spPr>
            <a:xfrm>
              <a:off x="4222125" y="4371125"/>
              <a:ext cx="7425" cy="2000"/>
            </a:xfrm>
            <a:custGeom>
              <a:rect b="b" l="l" r="r" t="t"/>
              <a:pathLst>
                <a:path extrusionOk="0" h="80" w="297">
                  <a:moveTo>
                    <a:pt x="292" y="0"/>
                  </a:moveTo>
                  <a:lnTo>
                    <a:pt x="1" y="26"/>
                  </a:lnTo>
                  <a:cubicBezTo>
                    <a:pt x="4" y="44"/>
                    <a:pt x="5" y="62"/>
                    <a:pt x="6" y="80"/>
                  </a:cubicBezTo>
                  <a:lnTo>
                    <a:pt x="297" y="54"/>
                  </a:lnTo>
                  <a:lnTo>
                    <a:pt x="292"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3"/>
            <p:cNvSpPr/>
            <p:nvPr/>
          </p:nvSpPr>
          <p:spPr>
            <a:xfrm>
              <a:off x="3811800" y="4334625"/>
              <a:ext cx="7375" cy="3200"/>
            </a:xfrm>
            <a:custGeom>
              <a:rect b="b" l="l" r="r" t="t"/>
              <a:pathLst>
                <a:path extrusionOk="0" h="128" w="295">
                  <a:moveTo>
                    <a:pt x="14" y="0"/>
                  </a:moveTo>
                  <a:lnTo>
                    <a:pt x="0" y="53"/>
                  </a:lnTo>
                  <a:lnTo>
                    <a:pt x="280" y="127"/>
                  </a:lnTo>
                  <a:cubicBezTo>
                    <a:pt x="285" y="110"/>
                    <a:pt x="289" y="93"/>
                    <a:pt x="295" y="75"/>
                  </a:cubicBezTo>
                  <a:lnTo>
                    <a:pt x="14"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3"/>
            <p:cNvSpPr/>
            <p:nvPr/>
          </p:nvSpPr>
          <p:spPr>
            <a:xfrm>
              <a:off x="3998300" y="4178300"/>
              <a:ext cx="2000" cy="7400"/>
            </a:xfrm>
            <a:custGeom>
              <a:rect b="b" l="l" r="r" t="t"/>
              <a:pathLst>
                <a:path extrusionOk="0" h="296" w="80">
                  <a:moveTo>
                    <a:pt x="54" y="1"/>
                  </a:moveTo>
                  <a:lnTo>
                    <a:pt x="0" y="6"/>
                  </a:lnTo>
                  <a:lnTo>
                    <a:pt x="26" y="296"/>
                  </a:lnTo>
                  <a:cubicBezTo>
                    <a:pt x="42" y="295"/>
                    <a:pt x="60" y="292"/>
                    <a:pt x="80" y="291"/>
                  </a:cubicBezTo>
                  <a:lnTo>
                    <a:pt x="54"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3"/>
            <p:cNvSpPr/>
            <p:nvPr/>
          </p:nvSpPr>
          <p:spPr>
            <a:xfrm>
              <a:off x="3842800" y="4267725"/>
              <a:ext cx="6750" cy="5325"/>
            </a:xfrm>
            <a:custGeom>
              <a:rect b="b" l="l" r="r" t="t"/>
              <a:pathLst>
                <a:path extrusionOk="0" h="213" w="270">
                  <a:moveTo>
                    <a:pt x="33" y="1"/>
                  </a:moveTo>
                  <a:lnTo>
                    <a:pt x="1" y="46"/>
                  </a:lnTo>
                  <a:lnTo>
                    <a:pt x="239" y="212"/>
                  </a:lnTo>
                  <a:cubicBezTo>
                    <a:pt x="249" y="197"/>
                    <a:pt x="260" y="182"/>
                    <a:pt x="270" y="167"/>
                  </a:cubicBezTo>
                  <a:lnTo>
                    <a:pt x="33"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a:off x="3832875" y="4283350"/>
              <a:ext cx="6975" cy="4800"/>
            </a:xfrm>
            <a:custGeom>
              <a:rect b="b" l="l" r="r" t="t"/>
              <a:pathLst>
                <a:path extrusionOk="0" h="192" w="279">
                  <a:moveTo>
                    <a:pt x="27" y="0"/>
                  </a:moveTo>
                  <a:lnTo>
                    <a:pt x="0" y="48"/>
                  </a:lnTo>
                  <a:lnTo>
                    <a:pt x="251" y="192"/>
                  </a:lnTo>
                  <a:cubicBezTo>
                    <a:pt x="259" y="177"/>
                    <a:pt x="269" y="161"/>
                    <a:pt x="279" y="145"/>
                  </a:cubicBezTo>
                  <a:lnTo>
                    <a:pt x="27"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3"/>
            <p:cNvSpPr/>
            <p:nvPr/>
          </p:nvSpPr>
          <p:spPr>
            <a:xfrm>
              <a:off x="3805475" y="4371125"/>
              <a:ext cx="7400" cy="2000"/>
            </a:xfrm>
            <a:custGeom>
              <a:rect b="b" l="l" r="r" t="t"/>
              <a:pathLst>
                <a:path extrusionOk="0" h="80" w="296">
                  <a:moveTo>
                    <a:pt x="6" y="0"/>
                  </a:moveTo>
                  <a:lnTo>
                    <a:pt x="1" y="54"/>
                  </a:lnTo>
                  <a:lnTo>
                    <a:pt x="291" y="80"/>
                  </a:lnTo>
                  <a:cubicBezTo>
                    <a:pt x="292" y="62"/>
                    <a:pt x="295" y="44"/>
                    <a:pt x="296" y="26"/>
                  </a:cubicBezTo>
                  <a:lnTo>
                    <a:pt x="6"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3"/>
            <p:cNvSpPr/>
            <p:nvPr/>
          </p:nvSpPr>
          <p:spPr>
            <a:xfrm>
              <a:off x="4185450" y="4267725"/>
              <a:ext cx="6750" cy="5325"/>
            </a:xfrm>
            <a:custGeom>
              <a:rect b="b" l="l" r="r" t="t"/>
              <a:pathLst>
                <a:path extrusionOk="0" h="213" w="270">
                  <a:moveTo>
                    <a:pt x="239" y="1"/>
                  </a:moveTo>
                  <a:lnTo>
                    <a:pt x="1" y="167"/>
                  </a:lnTo>
                  <a:cubicBezTo>
                    <a:pt x="11" y="182"/>
                    <a:pt x="21" y="197"/>
                    <a:pt x="31" y="212"/>
                  </a:cubicBezTo>
                  <a:lnTo>
                    <a:pt x="270" y="46"/>
                  </a:lnTo>
                  <a:lnTo>
                    <a:pt x="239"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a:off x="4203500" y="4299800"/>
              <a:ext cx="7150" cy="4325"/>
            </a:xfrm>
            <a:custGeom>
              <a:rect b="b" l="l" r="r" t="t"/>
              <a:pathLst>
                <a:path extrusionOk="0" h="173" w="286">
                  <a:moveTo>
                    <a:pt x="263" y="0"/>
                  </a:moveTo>
                  <a:lnTo>
                    <a:pt x="1" y="122"/>
                  </a:lnTo>
                  <a:lnTo>
                    <a:pt x="23" y="173"/>
                  </a:lnTo>
                  <a:lnTo>
                    <a:pt x="286" y="50"/>
                  </a:lnTo>
                  <a:lnTo>
                    <a:pt x="263"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3"/>
            <p:cNvSpPr/>
            <p:nvPr/>
          </p:nvSpPr>
          <p:spPr>
            <a:xfrm>
              <a:off x="4174500" y="4253025"/>
              <a:ext cx="6450" cy="5775"/>
            </a:xfrm>
            <a:custGeom>
              <a:rect b="b" l="l" r="r" t="t"/>
              <a:pathLst>
                <a:path extrusionOk="0" h="231" w="258">
                  <a:moveTo>
                    <a:pt x="223" y="1"/>
                  </a:moveTo>
                  <a:lnTo>
                    <a:pt x="0" y="188"/>
                  </a:lnTo>
                  <a:lnTo>
                    <a:pt x="35" y="231"/>
                  </a:lnTo>
                  <a:lnTo>
                    <a:pt x="258" y="43"/>
                  </a:lnTo>
                  <a:lnTo>
                    <a:pt x="223"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a:off x="4195125" y="4283350"/>
              <a:ext cx="6975" cy="4800"/>
            </a:xfrm>
            <a:custGeom>
              <a:rect b="b" l="l" r="r" t="t"/>
              <a:pathLst>
                <a:path extrusionOk="0" h="192" w="279">
                  <a:moveTo>
                    <a:pt x="252" y="0"/>
                  </a:moveTo>
                  <a:lnTo>
                    <a:pt x="0" y="145"/>
                  </a:lnTo>
                  <a:cubicBezTo>
                    <a:pt x="10" y="160"/>
                    <a:pt x="20" y="175"/>
                    <a:pt x="28" y="192"/>
                  </a:cubicBezTo>
                  <a:lnTo>
                    <a:pt x="279" y="48"/>
                  </a:lnTo>
                  <a:lnTo>
                    <a:pt x="252"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3"/>
            <p:cNvSpPr/>
            <p:nvPr/>
          </p:nvSpPr>
          <p:spPr>
            <a:xfrm>
              <a:off x="4219775" y="4352700"/>
              <a:ext cx="7375" cy="2625"/>
            </a:xfrm>
            <a:custGeom>
              <a:rect b="b" l="l" r="r" t="t"/>
              <a:pathLst>
                <a:path extrusionOk="0" h="105" w="295">
                  <a:moveTo>
                    <a:pt x="286" y="0"/>
                  </a:moveTo>
                  <a:lnTo>
                    <a:pt x="1" y="51"/>
                  </a:lnTo>
                  <a:cubicBezTo>
                    <a:pt x="5" y="69"/>
                    <a:pt x="7" y="87"/>
                    <a:pt x="10" y="105"/>
                  </a:cubicBezTo>
                  <a:lnTo>
                    <a:pt x="295" y="54"/>
                  </a:lnTo>
                  <a:lnTo>
                    <a:pt x="286"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3"/>
            <p:cNvSpPr/>
            <p:nvPr/>
          </p:nvSpPr>
          <p:spPr>
            <a:xfrm>
              <a:off x="4215825" y="4334625"/>
              <a:ext cx="7400" cy="3200"/>
            </a:xfrm>
            <a:custGeom>
              <a:rect b="b" l="l" r="r" t="t"/>
              <a:pathLst>
                <a:path extrusionOk="0" h="128" w="296">
                  <a:moveTo>
                    <a:pt x="282" y="0"/>
                  </a:moveTo>
                  <a:lnTo>
                    <a:pt x="1" y="75"/>
                  </a:lnTo>
                  <a:cubicBezTo>
                    <a:pt x="7" y="93"/>
                    <a:pt x="12" y="110"/>
                    <a:pt x="15" y="127"/>
                  </a:cubicBezTo>
                  <a:lnTo>
                    <a:pt x="296" y="53"/>
                  </a:lnTo>
                  <a:lnTo>
                    <a:pt x="282"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3"/>
            <p:cNvSpPr/>
            <p:nvPr/>
          </p:nvSpPr>
          <p:spPr>
            <a:xfrm>
              <a:off x="4210400" y="4316900"/>
              <a:ext cx="7300" cy="3825"/>
            </a:xfrm>
            <a:custGeom>
              <a:rect b="b" l="l" r="r" t="t"/>
              <a:pathLst>
                <a:path extrusionOk="0" h="153" w="292">
                  <a:moveTo>
                    <a:pt x="272" y="0"/>
                  </a:moveTo>
                  <a:lnTo>
                    <a:pt x="0" y="100"/>
                  </a:lnTo>
                  <a:cubicBezTo>
                    <a:pt x="7" y="117"/>
                    <a:pt x="14" y="135"/>
                    <a:pt x="20" y="152"/>
                  </a:cubicBezTo>
                  <a:lnTo>
                    <a:pt x="291" y="52"/>
                  </a:lnTo>
                  <a:lnTo>
                    <a:pt x="272"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a:off x="4052500" y="4180675"/>
              <a:ext cx="2650" cy="7375"/>
            </a:xfrm>
            <a:custGeom>
              <a:rect b="b" l="l" r="r" t="t"/>
              <a:pathLst>
                <a:path extrusionOk="0" h="295" w="106">
                  <a:moveTo>
                    <a:pt x="51" y="1"/>
                  </a:moveTo>
                  <a:lnTo>
                    <a:pt x="1" y="285"/>
                  </a:lnTo>
                  <a:cubicBezTo>
                    <a:pt x="19" y="289"/>
                    <a:pt x="37" y="291"/>
                    <a:pt x="56" y="295"/>
                  </a:cubicBezTo>
                  <a:lnTo>
                    <a:pt x="105" y="10"/>
                  </a:lnTo>
                  <a:lnTo>
                    <a:pt x="51"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3"/>
            <p:cNvSpPr/>
            <p:nvPr/>
          </p:nvSpPr>
          <p:spPr>
            <a:xfrm>
              <a:off x="4070025" y="4184625"/>
              <a:ext cx="3225" cy="7375"/>
            </a:xfrm>
            <a:custGeom>
              <a:rect b="b" l="l" r="r" t="t"/>
              <a:pathLst>
                <a:path extrusionOk="0" h="295" w="129">
                  <a:moveTo>
                    <a:pt x="75" y="1"/>
                  </a:moveTo>
                  <a:lnTo>
                    <a:pt x="0" y="280"/>
                  </a:lnTo>
                  <a:cubicBezTo>
                    <a:pt x="18" y="285"/>
                    <a:pt x="35" y="289"/>
                    <a:pt x="53" y="295"/>
                  </a:cubicBezTo>
                  <a:lnTo>
                    <a:pt x="128" y="14"/>
                  </a:lnTo>
                  <a:lnTo>
                    <a:pt x="75"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3"/>
            <p:cNvSpPr/>
            <p:nvPr/>
          </p:nvSpPr>
          <p:spPr>
            <a:xfrm>
              <a:off x="4149050" y="4226875"/>
              <a:ext cx="5750" cy="6475"/>
            </a:xfrm>
            <a:custGeom>
              <a:rect b="b" l="l" r="r" t="t"/>
              <a:pathLst>
                <a:path extrusionOk="0" h="259" w="230">
                  <a:moveTo>
                    <a:pt x="187" y="1"/>
                  </a:moveTo>
                  <a:lnTo>
                    <a:pt x="1" y="224"/>
                  </a:lnTo>
                  <a:lnTo>
                    <a:pt x="43" y="259"/>
                  </a:lnTo>
                  <a:lnTo>
                    <a:pt x="230" y="36"/>
                  </a:lnTo>
                  <a:lnTo>
                    <a:pt x="187"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3"/>
            <p:cNvSpPr/>
            <p:nvPr/>
          </p:nvSpPr>
          <p:spPr>
            <a:xfrm>
              <a:off x="4034700" y="4178300"/>
              <a:ext cx="2050" cy="7400"/>
            </a:xfrm>
            <a:custGeom>
              <a:rect b="b" l="l" r="r" t="t"/>
              <a:pathLst>
                <a:path extrusionOk="0" h="296" w="82">
                  <a:moveTo>
                    <a:pt x="27" y="1"/>
                  </a:moveTo>
                  <a:lnTo>
                    <a:pt x="1" y="291"/>
                  </a:lnTo>
                  <a:cubicBezTo>
                    <a:pt x="19" y="292"/>
                    <a:pt x="37" y="295"/>
                    <a:pt x="56" y="296"/>
                  </a:cubicBezTo>
                  <a:lnTo>
                    <a:pt x="81" y="6"/>
                  </a:lnTo>
                  <a:lnTo>
                    <a:pt x="27"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4087150" y="4190125"/>
              <a:ext cx="3800" cy="7300"/>
            </a:xfrm>
            <a:custGeom>
              <a:rect b="b" l="l" r="r" t="t"/>
              <a:pathLst>
                <a:path extrusionOk="0" h="292" w="152">
                  <a:moveTo>
                    <a:pt x="100" y="0"/>
                  </a:moveTo>
                  <a:lnTo>
                    <a:pt x="0" y="273"/>
                  </a:lnTo>
                  <a:cubicBezTo>
                    <a:pt x="17" y="279"/>
                    <a:pt x="35" y="284"/>
                    <a:pt x="52" y="291"/>
                  </a:cubicBezTo>
                  <a:lnTo>
                    <a:pt x="151" y="20"/>
                  </a:lnTo>
                  <a:lnTo>
                    <a:pt x="100"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4134800" y="4215650"/>
              <a:ext cx="5300" cy="6750"/>
            </a:xfrm>
            <a:custGeom>
              <a:rect b="b" l="l" r="r" t="t"/>
              <a:pathLst>
                <a:path extrusionOk="0" h="270" w="212">
                  <a:moveTo>
                    <a:pt x="166" y="1"/>
                  </a:moveTo>
                  <a:lnTo>
                    <a:pt x="0" y="238"/>
                  </a:lnTo>
                  <a:cubicBezTo>
                    <a:pt x="16" y="248"/>
                    <a:pt x="30" y="259"/>
                    <a:pt x="46" y="269"/>
                  </a:cubicBezTo>
                  <a:lnTo>
                    <a:pt x="212" y="32"/>
                  </a:lnTo>
                  <a:lnTo>
                    <a:pt x="166"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4103725" y="4197225"/>
              <a:ext cx="4375" cy="7150"/>
            </a:xfrm>
            <a:custGeom>
              <a:rect b="b" l="l" r="r" t="t"/>
              <a:pathLst>
                <a:path extrusionOk="0" h="286" w="175">
                  <a:moveTo>
                    <a:pt x="124" y="0"/>
                  </a:moveTo>
                  <a:lnTo>
                    <a:pt x="1" y="262"/>
                  </a:lnTo>
                  <a:lnTo>
                    <a:pt x="51" y="286"/>
                  </a:lnTo>
                  <a:lnTo>
                    <a:pt x="174" y="24"/>
                  </a:lnTo>
                  <a:lnTo>
                    <a:pt x="124"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4119675" y="4205725"/>
              <a:ext cx="4825" cy="7000"/>
            </a:xfrm>
            <a:custGeom>
              <a:rect b="b" l="l" r="r" t="t"/>
              <a:pathLst>
                <a:path extrusionOk="0" h="280" w="193">
                  <a:moveTo>
                    <a:pt x="145" y="1"/>
                  </a:moveTo>
                  <a:lnTo>
                    <a:pt x="1" y="251"/>
                  </a:lnTo>
                  <a:cubicBezTo>
                    <a:pt x="16" y="261"/>
                    <a:pt x="31" y="269"/>
                    <a:pt x="48" y="279"/>
                  </a:cubicBezTo>
                  <a:lnTo>
                    <a:pt x="192" y="28"/>
                  </a:lnTo>
                  <a:lnTo>
                    <a:pt x="145"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3944075" y="4190175"/>
              <a:ext cx="3800" cy="7250"/>
            </a:xfrm>
            <a:custGeom>
              <a:rect b="b" l="l" r="r" t="t"/>
              <a:pathLst>
                <a:path extrusionOk="0" h="290" w="152">
                  <a:moveTo>
                    <a:pt x="52" y="0"/>
                  </a:moveTo>
                  <a:lnTo>
                    <a:pt x="0" y="18"/>
                  </a:lnTo>
                  <a:lnTo>
                    <a:pt x="100" y="289"/>
                  </a:lnTo>
                  <a:cubicBezTo>
                    <a:pt x="117" y="282"/>
                    <a:pt x="134" y="276"/>
                    <a:pt x="152" y="271"/>
                  </a:cubicBezTo>
                  <a:lnTo>
                    <a:pt x="52"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4149050" y="4547325"/>
              <a:ext cx="5750" cy="6475"/>
            </a:xfrm>
            <a:custGeom>
              <a:rect b="b" l="l" r="r" t="t"/>
              <a:pathLst>
                <a:path extrusionOk="0" h="259" w="230">
                  <a:moveTo>
                    <a:pt x="43" y="0"/>
                  </a:moveTo>
                  <a:lnTo>
                    <a:pt x="1" y="35"/>
                  </a:lnTo>
                  <a:lnTo>
                    <a:pt x="187" y="258"/>
                  </a:lnTo>
                  <a:lnTo>
                    <a:pt x="230" y="223"/>
                  </a:lnTo>
                  <a:lnTo>
                    <a:pt x="43"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4174500" y="4521900"/>
              <a:ext cx="6450" cy="5750"/>
            </a:xfrm>
            <a:custGeom>
              <a:rect b="b" l="l" r="r" t="t"/>
              <a:pathLst>
                <a:path extrusionOk="0" h="230" w="258">
                  <a:moveTo>
                    <a:pt x="35" y="1"/>
                  </a:moveTo>
                  <a:lnTo>
                    <a:pt x="0" y="43"/>
                  </a:lnTo>
                  <a:lnTo>
                    <a:pt x="223" y="230"/>
                  </a:lnTo>
                  <a:lnTo>
                    <a:pt x="258" y="188"/>
                  </a:lnTo>
                  <a:lnTo>
                    <a:pt x="35"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4119675" y="4567975"/>
              <a:ext cx="4825" cy="7000"/>
            </a:xfrm>
            <a:custGeom>
              <a:rect b="b" l="l" r="r" t="t"/>
              <a:pathLst>
                <a:path extrusionOk="0" h="280" w="193">
                  <a:moveTo>
                    <a:pt x="48" y="1"/>
                  </a:moveTo>
                  <a:cubicBezTo>
                    <a:pt x="33" y="10"/>
                    <a:pt x="17" y="20"/>
                    <a:pt x="1" y="29"/>
                  </a:cubicBezTo>
                  <a:lnTo>
                    <a:pt x="145" y="279"/>
                  </a:lnTo>
                  <a:lnTo>
                    <a:pt x="192" y="252"/>
                  </a:lnTo>
                  <a:lnTo>
                    <a:pt x="48"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a:off x="4134800" y="4558300"/>
              <a:ext cx="5300" cy="6750"/>
            </a:xfrm>
            <a:custGeom>
              <a:rect b="b" l="l" r="r" t="t"/>
              <a:pathLst>
                <a:path extrusionOk="0" h="270" w="212">
                  <a:moveTo>
                    <a:pt x="46" y="1"/>
                  </a:moveTo>
                  <a:cubicBezTo>
                    <a:pt x="30" y="11"/>
                    <a:pt x="16" y="21"/>
                    <a:pt x="0" y="32"/>
                  </a:cubicBezTo>
                  <a:lnTo>
                    <a:pt x="166" y="270"/>
                  </a:lnTo>
                  <a:lnTo>
                    <a:pt x="212" y="238"/>
                  </a:lnTo>
                  <a:lnTo>
                    <a:pt x="46"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4052500" y="4592600"/>
              <a:ext cx="2650" cy="7375"/>
            </a:xfrm>
            <a:custGeom>
              <a:rect b="b" l="l" r="r" t="t"/>
              <a:pathLst>
                <a:path extrusionOk="0" h="295" w="106">
                  <a:moveTo>
                    <a:pt x="56" y="1"/>
                  </a:moveTo>
                  <a:cubicBezTo>
                    <a:pt x="37" y="4"/>
                    <a:pt x="19" y="7"/>
                    <a:pt x="1" y="10"/>
                  </a:cubicBezTo>
                  <a:lnTo>
                    <a:pt x="51" y="295"/>
                  </a:lnTo>
                  <a:lnTo>
                    <a:pt x="105" y="286"/>
                  </a:lnTo>
                  <a:lnTo>
                    <a:pt x="56"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4103700" y="4576325"/>
              <a:ext cx="4375" cy="7150"/>
            </a:xfrm>
            <a:custGeom>
              <a:rect b="b" l="l" r="r" t="t"/>
              <a:pathLst>
                <a:path extrusionOk="0" h="286" w="175">
                  <a:moveTo>
                    <a:pt x="51" y="1"/>
                  </a:moveTo>
                  <a:lnTo>
                    <a:pt x="1" y="24"/>
                  </a:lnTo>
                  <a:lnTo>
                    <a:pt x="124" y="286"/>
                  </a:lnTo>
                  <a:lnTo>
                    <a:pt x="174" y="263"/>
                  </a:lnTo>
                  <a:lnTo>
                    <a:pt x="51"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4034700" y="4595000"/>
              <a:ext cx="2050" cy="7400"/>
            </a:xfrm>
            <a:custGeom>
              <a:rect b="b" l="l" r="r" t="t"/>
              <a:pathLst>
                <a:path extrusionOk="0" h="296" w="82">
                  <a:moveTo>
                    <a:pt x="56" y="1"/>
                  </a:moveTo>
                  <a:cubicBezTo>
                    <a:pt x="37" y="2"/>
                    <a:pt x="19" y="3"/>
                    <a:pt x="1" y="6"/>
                  </a:cubicBezTo>
                  <a:lnTo>
                    <a:pt x="27" y="296"/>
                  </a:lnTo>
                  <a:lnTo>
                    <a:pt x="81" y="291"/>
                  </a:lnTo>
                  <a:lnTo>
                    <a:pt x="56"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3"/>
            <p:cNvSpPr/>
            <p:nvPr/>
          </p:nvSpPr>
          <p:spPr>
            <a:xfrm>
              <a:off x="4087150" y="4583275"/>
              <a:ext cx="3800" cy="7250"/>
            </a:xfrm>
            <a:custGeom>
              <a:rect b="b" l="l" r="r" t="t"/>
              <a:pathLst>
                <a:path extrusionOk="0" h="290" w="152">
                  <a:moveTo>
                    <a:pt x="52" y="0"/>
                  </a:moveTo>
                  <a:cubicBezTo>
                    <a:pt x="35" y="7"/>
                    <a:pt x="17" y="13"/>
                    <a:pt x="0" y="18"/>
                  </a:cubicBezTo>
                  <a:lnTo>
                    <a:pt x="100" y="289"/>
                  </a:lnTo>
                  <a:lnTo>
                    <a:pt x="151" y="271"/>
                  </a:lnTo>
                  <a:lnTo>
                    <a:pt x="52"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4070025" y="4588700"/>
              <a:ext cx="3225" cy="7375"/>
            </a:xfrm>
            <a:custGeom>
              <a:rect b="b" l="l" r="r" t="t"/>
              <a:pathLst>
                <a:path extrusionOk="0" h="295" w="129">
                  <a:moveTo>
                    <a:pt x="53" y="0"/>
                  </a:moveTo>
                  <a:cubicBezTo>
                    <a:pt x="35" y="5"/>
                    <a:pt x="18" y="10"/>
                    <a:pt x="0" y="13"/>
                  </a:cubicBezTo>
                  <a:lnTo>
                    <a:pt x="75" y="294"/>
                  </a:lnTo>
                  <a:lnTo>
                    <a:pt x="128" y="280"/>
                  </a:lnTo>
                  <a:lnTo>
                    <a:pt x="53"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4222125" y="4407550"/>
              <a:ext cx="7425" cy="2025"/>
            </a:xfrm>
            <a:custGeom>
              <a:rect b="b" l="l" r="r" t="t"/>
              <a:pathLst>
                <a:path extrusionOk="0" h="81" w="297">
                  <a:moveTo>
                    <a:pt x="6" y="0"/>
                  </a:moveTo>
                  <a:cubicBezTo>
                    <a:pt x="5" y="19"/>
                    <a:pt x="3" y="36"/>
                    <a:pt x="1" y="55"/>
                  </a:cubicBezTo>
                  <a:lnTo>
                    <a:pt x="292" y="80"/>
                  </a:lnTo>
                  <a:lnTo>
                    <a:pt x="297" y="26"/>
                  </a:lnTo>
                  <a:lnTo>
                    <a:pt x="6"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4215825" y="4442875"/>
              <a:ext cx="7400" cy="3225"/>
            </a:xfrm>
            <a:custGeom>
              <a:rect b="b" l="l" r="r" t="t"/>
              <a:pathLst>
                <a:path extrusionOk="0" h="129" w="296">
                  <a:moveTo>
                    <a:pt x="15" y="1"/>
                  </a:moveTo>
                  <a:cubicBezTo>
                    <a:pt x="10" y="19"/>
                    <a:pt x="6" y="36"/>
                    <a:pt x="1" y="53"/>
                  </a:cubicBezTo>
                  <a:lnTo>
                    <a:pt x="282" y="128"/>
                  </a:lnTo>
                  <a:lnTo>
                    <a:pt x="296" y="76"/>
                  </a:lnTo>
                  <a:lnTo>
                    <a:pt x="15"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4219775" y="4425325"/>
              <a:ext cx="7375" cy="2650"/>
            </a:xfrm>
            <a:custGeom>
              <a:rect b="b" l="l" r="r" t="t"/>
              <a:pathLst>
                <a:path extrusionOk="0" h="106" w="295">
                  <a:moveTo>
                    <a:pt x="10" y="1"/>
                  </a:moveTo>
                  <a:cubicBezTo>
                    <a:pt x="7" y="19"/>
                    <a:pt x="5" y="37"/>
                    <a:pt x="1" y="56"/>
                  </a:cubicBezTo>
                  <a:lnTo>
                    <a:pt x="286" y="105"/>
                  </a:lnTo>
                  <a:lnTo>
                    <a:pt x="295" y="51"/>
                  </a:lnTo>
                  <a:lnTo>
                    <a:pt x="10"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4210450" y="4459975"/>
              <a:ext cx="7250" cy="3800"/>
            </a:xfrm>
            <a:custGeom>
              <a:rect b="b" l="l" r="r" t="t"/>
              <a:pathLst>
                <a:path extrusionOk="0" h="152" w="290">
                  <a:moveTo>
                    <a:pt x="18" y="1"/>
                  </a:moveTo>
                  <a:cubicBezTo>
                    <a:pt x="12" y="17"/>
                    <a:pt x="6" y="35"/>
                    <a:pt x="0" y="52"/>
                  </a:cubicBezTo>
                  <a:lnTo>
                    <a:pt x="271" y="151"/>
                  </a:lnTo>
                  <a:lnTo>
                    <a:pt x="289" y="100"/>
                  </a:lnTo>
                  <a:lnTo>
                    <a:pt x="18"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4195150" y="4492500"/>
              <a:ext cx="7000" cy="4825"/>
            </a:xfrm>
            <a:custGeom>
              <a:rect b="b" l="l" r="r" t="t"/>
              <a:pathLst>
                <a:path extrusionOk="0" h="193" w="280">
                  <a:moveTo>
                    <a:pt x="29" y="1"/>
                  </a:moveTo>
                  <a:cubicBezTo>
                    <a:pt x="20" y="16"/>
                    <a:pt x="11" y="32"/>
                    <a:pt x="0" y="48"/>
                  </a:cubicBezTo>
                  <a:lnTo>
                    <a:pt x="252" y="193"/>
                  </a:lnTo>
                  <a:lnTo>
                    <a:pt x="279" y="145"/>
                  </a:lnTo>
                  <a:lnTo>
                    <a:pt x="29"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4203500" y="4476550"/>
              <a:ext cx="7150" cy="4375"/>
            </a:xfrm>
            <a:custGeom>
              <a:rect b="b" l="l" r="r" t="t"/>
              <a:pathLst>
                <a:path extrusionOk="0" h="175" w="286">
                  <a:moveTo>
                    <a:pt x="23" y="1"/>
                  </a:moveTo>
                  <a:lnTo>
                    <a:pt x="1" y="52"/>
                  </a:lnTo>
                  <a:lnTo>
                    <a:pt x="263" y="174"/>
                  </a:lnTo>
                  <a:lnTo>
                    <a:pt x="286" y="124"/>
                  </a:lnTo>
                  <a:lnTo>
                    <a:pt x="23"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4185450" y="4507650"/>
              <a:ext cx="6750" cy="5300"/>
            </a:xfrm>
            <a:custGeom>
              <a:rect b="b" l="l" r="r" t="t"/>
              <a:pathLst>
                <a:path extrusionOk="0" h="212" w="270">
                  <a:moveTo>
                    <a:pt x="31" y="0"/>
                  </a:moveTo>
                  <a:cubicBezTo>
                    <a:pt x="21" y="16"/>
                    <a:pt x="11" y="30"/>
                    <a:pt x="1" y="46"/>
                  </a:cubicBezTo>
                  <a:lnTo>
                    <a:pt x="238" y="212"/>
                  </a:lnTo>
                  <a:lnTo>
                    <a:pt x="270" y="167"/>
                  </a:lnTo>
                  <a:lnTo>
                    <a:pt x="31"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3979875" y="4592625"/>
              <a:ext cx="2625" cy="7375"/>
            </a:xfrm>
            <a:custGeom>
              <a:rect b="b" l="l" r="r" t="t"/>
              <a:pathLst>
                <a:path extrusionOk="0" h="295" w="105">
                  <a:moveTo>
                    <a:pt x="51" y="1"/>
                  </a:moveTo>
                  <a:lnTo>
                    <a:pt x="0" y="287"/>
                  </a:lnTo>
                  <a:lnTo>
                    <a:pt x="54" y="295"/>
                  </a:lnTo>
                  <a:lnTo>
                    <a:pt x="105" y="10"/>
                  </a:lnTo>
                  <a:cubicBezTo>
                    <a:pt x="87" y="8"/>
                    <a:pt x="69" y="5"/>
                    <a:pt x="5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3"/>
            <p:cNvSpPr/>
            <p:nvPr/>
          </p:nvSpPr>
          <p:spPr>
            <a:xfrm>
              <a:off x="3824350" y="4476550"/>
              <a:ext cx="7150" cy="4375"/>
            </a:xfrm>
            <a:custGeom>
              <a:rect b="b" l="l" r="r" t="t"/>
              <a:pathLst>
                <a:path extrusionOk="0" h="175" w="286">
                  <a:moveTo>
                    <a:pt x="263" y="1"/>
                  </a:moveTo>
                  <a:lnTo>
                    <a:pt x="1" y="124"/>
                  </a:lnTo>
                  <a:lnTo>
                    <a:pt x="25" y="174"/>
                  </a:lnTo>
                  <a:lnTo>
                    <a:pt x="286" y="52"/>
                  </a:lnTo>
                  <a:lnTo>
                    <a:pt x="263"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3"/>
            <p:cNvSpPr/>
            <p:nvPr/>
          </p:nvSpPr>
          <p:spPr>
            <a:xfrm>
              <a:off x="3832900" y="4492500"/>
              <a:ext cx="7000" cy="4825"/>
            </a:xfrm>
            <a:custGeom>
              <a:rect b="b" l="l" r="r" t="t"/>
              <a:pathLst>
                <a:path extrusionOk="0" h="193" w="280">
                  <a:moveTo>
                    <a:pt x="251" y="1"/>
                  </a:moveTo>
                  <a:lnTo>
                    <a:pt x="0" y="145"/>
                  </a:lnTo>
                  <a:lnTo>
                    <a:pt x="28" y="193"/>
                  </a:lnTo>
                  <a:lnTo>
                    <a:pt x="279" y="48"/>
                  </a:lnTo>
                  <a:cubicBezTo>
                    <a:pt x="271" y="33"/>
                    <a:pt x="260" y="17"/>
                    <a:pt x="25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3854050" y="4521875"/>
              <a:ext cx="6475" cy="5750"/>
            </a:xfrm>
            <a:custGeom>
              <a:rect b="b" l="l" r="r" t="t"/>
              <a:pathLst>
                <a:path extrusionOk="0" h="230" w="259">
                  <a:moveTo>
                    <a:pt x="224" y="1"/>
                  </a:moveTo>
                  <a:lnTo>
                    <a:pt x="0" y="188"/>
                  </a:lnTo>
                  <a:lnTo>
                    <a:pt x="36" y="230"/>
                  </a:lnTo>
                  <a:lnTo>
                    <a:pt x="258" y="43"/>
                  </a:lnTo>
                  <a:lnTo>
                    <a:pt x="224"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3842800" y="4507650"/>
              <a:ext cx="6750" cy="5300"/>
            </a:xfrm>
            <a:custGeom>
              <a:rect b="b" l="l" r="r" t="t"/>
              <a:pathLst>
                <a:path extrusionOk="0" h="212" w="270">
                  <a:moveTo>
                    <a:pt x="239" y="0"/>
                  </a:moveTo>
                  <a:lnTo>
                    <a:pt x="1" y="167"/>
                  </a:lnTo>
                  <a:lnTo>
                    <a:pt x="32" y="212"/>
                  </a:lnTo>
                  <a:lnTo>
                    <a:pt x="270" y="46"/>
                  </a:lnTo>
                  <a:cubicBezTo>
                    <a:pt x="260" y="30"/>
                    <a:pt x="249" y="16"/>
                    <a:pt x="239"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3807850" y="4425325"/>
              <a:ext cx="7375" cy="2650"/>
            </a:xfrm>
            <a:custGeom>
              <a:rect b="b" l="l" r="r" t="t"/>
              <a:pathLst>
                <a:path extrusionOk="0" h="106" w="295">
                  <a:moveTo>
                    <a:pt x="285" y="1"/>
                  </a:moveTo>
                  <a:lnTo>
                    <a:pt x="1" y="51"/>
                  </a:lnTo>
                  <a:lnTo>
                    <a:pt x="10" y="105"/>
                  </a:lnTo>
                  <a:lnTo>
                    <a:pt x="295" y="56"/>
                  </a:lnTo>
                  <a:cubicBezTo>
                    <a:pt x="291" y="37"/>
                    <a:pt x="288" y="19"/>
                    <a:pt x="285"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3811800" y="4442875"/>
              <a:ext cx="7375" cy="3225"/>
            </a:xfrm>
            <a:custGeom>
              <a:rect b="b" l="l" r="r" t="t"/>
              <a:pathLst>
                <a:path extrusionOk="0" h="129" w="295">
                  <a:moveTo>
                    <a:pt x="280" y="1"/>
                  </a:moveTo>
                  <a:lnTo>
                    <a:pt x="0" y="75"/>
                  </a:lnTo>
                  <a:lnTo>
                    <a:pt x="14" y="128"/>
                  </a:lnTo>
                  <a:lnTo>
                    <a:pt x="295" y="53"/>
                  </a:lnTo>
                  <a:cubicBezTo>
                    <a:pt x="289" y="36"/>
                    <a:pt x="284" y="17"/>
                    <a:pt x="280"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3817350" y="4460000"/>
              <a:ext cx="7275" cy="3800"/>
            </a:xfrm>
            <a:custGeom>
              <a:rect b="b" l="l" r="r" t="t"/>
              <a:pathLst>
                <a:path extrusionOk="0" h="152" w="291">
                  <a:moveTo>
                    <a:pt x="271" y="1"/>
                  </a:moveTo>
                  <a:lnTo>
                    <a:pt x="0" y="100"/>
                  </a:lnTo>
                  <a:lnTo>
                    <a:pt x="19" y="151"/>
                  </a:lnTo>
                  <a:lnTo>
                    <a:pt x="290" y="52"/>
                  </a:lnTo>
                  <a:cubicBezTo>
                    <a:pt x="282" y="36"/>
                    <a:pt x="277" y="17"/>
                    <a:pt x="27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a:off x="3910525" y="4567975"/>
              <a:ext cx="4800" cy="7000"/>
            </a:xfrm>
            <a:custGeom>
              <a:rect b="b" l="l" r="r" t="t"/>
              <a:pathLst>
                <a:path extrusionOk="0" h="280" w="192">
                  <a:moveTo>
                    <a:pt x="144" y="1"/>
                  </a:moveTo>
                  <a:lnTo>
                    <a:pt x="0" y="252"/>
                  </a:lnTo>
                  <a:lnTo>
                    <a:pt x="47" y="279"/>
                  </a:lnTo>
                  <a:lnTo>
                    <a:pt x="192" y="29"/>
                  </a:lnTo>
                  <a:cubicBezTo>
                    <a:pt x="176" y="20"/>
                    <a:pt x="161" y="11"/>
                    <a:pt x="14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a:off x="3805475" y="4407575"/>
              <a:ext cx="7400" cy="2025"/>
            </a:xfrm>
            <a:custGeom>
              <a:rect b="b" l="l" r="r" t="t"/>
              <a:pathLst>
                <a:path extrusionOk="0" h="81" w="296">
                  <a:moveTo>
                    <a:pt x="291" y="0"/>
                  </a:moveTo>
                  <a:lnTo>
                    <a:pt x="1" y="26"/>
                  </a:lnTo>
                  <a:lnTo>
                    <a:pt x="6" y="81"/>
                  </a:lnTo>
                  <a:lnTo>
                    <a:pt x="296" y="55"/>
                  </a:lnTo>
                  <a:cubicBezTo>
                    <a:pt x="293" y="36"/>
                    <a:pt x="292" y="19"/>
                    <a:pt x="291"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3944050" y="4583275"/>
              <a:ext cx="3775" cy="7275"/>
            </a:xfrm>
            <a:custGeom>
              <a:rect b="b" l="l" r="r" t="t"/>
              <a:pathLst>
                <a:path extrusionOk="0" h="291" w="151">
                  <a:moveTo>
                    <a:pt x="99" y="0"/>
                  </a:moveTo>
                  <a:lnTo>
                    <a:pt x="0" y="271"/>
                  </a:lnTo>
                  <a:lnTo>
                    <a:pt x="52" y="290"/>
                  </a:lnTo>
                  <a:lnTo>
                    <a:pt x="151" y="18"/>
                  </a:lnTo>
                  <a:cubicBezTo>
                    <a:pt x="134" y="12"/>
                    <a:pt x="117" y="7"/>
                    <a:pt x="99"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3961775" y="4588725"/>
              <a:ext cx="3225" cy="7375"/>
            </a:xfrm>
            <a:custGeom>
              <a:rect b="b" l="l" r="r" t="t"/>
              <a:pathLst>
                <a:path extrusionOk="0" h="295" w="129">
                  <a:moveTo>
                    <a:pt x="75" y="0"/>
                  </a:moveTo>
                  <a:lnTo>
                    <a:pt x="0" y="280"/>
                  </a:lnTo>
                  <a:lnTo>
                    <a:pt x="54" y="294"/>
                  </a:lnTo>
                  <a:lnTo>
                    <a:pt x="128" y="15"/>
                  </a:lnTo>
                  <a:cubicBezTo>
                    <a:pt x="111" y="9"/>
                    <a:pt x="94" y="5"/>
                    <a:pt x="7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3"/>
            <p:cNvSpPr/>
            <p:nvPr/>
          </p:nvSpPr>
          <p:spPr>
            <a:xfrm>
              <a:off x="3880175" y="4547325"/>
              <a:ext cx="5750" cy="6475"/>
            </a:xfrm>
            <a:custGeom>
              <a:rect b="b" l="l" r="r" t="t"/>
              <a:pathLst>
                <a:path extrusionOk="0" h="259" w="230">
                  <a:moveTo>
                    <a:pt x="187" y="0"/>
                  </a:moveTo>
                  <a:lnTo>
                    <a:pt x="1" y="223"/>
                  </a:lnTo>
                  <a:lnTo>
                    <a:pt x="43" y="258"/>
                  </a:lnTo>
                  <a:lnTo>
                    <a:pt x="230" y="35"/>
                  </a:lnTo>
                  <a:lnTo>
                    <a:pt x="187"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3"/>
            <p:cNvSpPr/>
            <p:nvPr/>
          </p:nvSpPr>
          <p:spPr>
            <a:xfrm>
              <a:off x="3998300" y="4595000"/>
              <a:ext cx="2000" cy="7400"/>
            </a:xfrm>
            <a:custGeom>
              <a:rect b="b" l="l" r="r" t="t"/>
              <a:pathLst>
                <a:path extrusionOk="0" h="296" w="80">
                  <a:moveTo>
                    <a:pt x="26" y="1"/>
                  </a:moveTo>
                  <a:lnTo>
                    <a:pt x="0" y="291"/>
                  </a:lnTo>
                  <a:lnTo>
                    <a:pt x="54" y="296"/>
                  </a:lnTo>
                  <a:lnTo>
                    <a:pt x="80" y="6"/>
                  </a:lnTo>
                  <a:cubicBezTo>
                    <a:pt x="62" y="4"/>
                    <a:pt x="43" y="3"/>
                    <a:pt x="26"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3894875" y="4558300"/>
              <a:ext cx="5325" cy="6725"/>
            </a:xfrm>
            <a:custGeom>
              <a:rect b="b" l="l" r="r" t="t"/>
              <a:pathLst>
                <a:path extrusionOk="0" h="269" w="213">
                  <a:moveTo>
                    <a:pt x="167" y="1"/>
                  </a:moveTo>
                  <a:lnTo>
                    <a:pt x="1" y="238"/>
                  </a:lnTo>
                  <a:lnTo>
                    <a:pt x="46" y="269"/>
                  </a:lnTo>
                  <a:lnTo>
                    <a:pt x="212" y="32"/>
                  </a:lnTo>
                  <a:cubicBezTo>
                    <a:pt x="197" y="21"/>
                    <a:pt x="182" y="11"/>
                    <a:pt x="167"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3926925" y="4576325"/>
              <a:ext cx="4350" cy="7150"/>
            </a:xfrm>
            <a:custGeom>
              <a:rect b="b" l="l" r="r" t="t"/>
              <a:pathLst>
                <a:path extrusionOk="0" h="286" w="174">
                  <a:moveTo>
                    <a:pt x="123" y="1"/>
                  </a:moveTo>
                  <a:lnTo>
                    <a:pt x="0" y="263"/>
                  </a:lnTo>
                  <a:lnTo>
                    <a:pt x="51" y="286"/>
                  </a:lnTo>
                  <a:lnTo>
                    <a:pt x="174" y="24"/>
                  </a:lnTo>
                  <a:lnTo>
                    <a:pt x="123"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3998575" y="4371450"/>
              <a:ext cx="37800" cy="37825"/>
            </a:xfrm>
            <a:custGeom>
              <a:rect b="b" l="l" r="r" t="t"/>
              <a:pathLst>
                <a:path extrusionOk="0" h="1513" w="1512">
                  <a:moveTo>
                    <a:pt x="756" y="1"/>
                  </a:moveTo>
                  <a:cubicBezTo>
                    <a:pt x="741" y="1"/>
                    <a:pt x="729" y="3"/>
                    <a:pt x="715" y="4"/>
                  </a:cubicBezTo>
                  <a:cubicBezTo>
                    <a:pt x="703" y="5"/>
                    <a:pt x="689" y="5"/>
                    <a:pt x="676" y="6"/>
                  </a:cubicBezTo>
                  <a:cubicBezTo>
                    <a:pt x="652" y="9"/>
                    <a:pt x="628" y="13"/>
                    <a:pt x="605" y="16"/>
                  </a:cubicBezTo>
                  <a:cubicBezTo>
                    <a:pt x="508" y="36"/>
                    <a:pt x="419" y="75"/>
                    <a:pt x="339" y="126"/>
                  </a:cubicBezTo>
                  <a:cubicBezTo>
                    <a:pt x="320" y="139"/>
                    <a:pt x="301" y="153"/>
                    <a:pt x="281" y="169"/>
                  </a:cubicBezTo>
                  <a:cubicBezTo>
                    <a:pt x="271" y="178"/>
                    <a:pt x="260" y="186"/>
                    <a:pt x="251" y="196"/>
                  </a:cubicBezTo>
                  <a:cubicBezTo>
                    <a:pt x="241" y="205"/>
                    <a:pt x="231" y="214"/>
                    <a:pt x="222" y="222"/>
                  </a:cubicBezTo>
                  <a:cubicBezTo>
                    <a:pt x="213" y="232"/>
                    <a:pt x="204" y="242"/>
                    <a:pt x="194" y="252"/>
                  </a:cubicBezTo>
                  <a:cubicBezTo>
                    <a:pt x="186" y="263"/>
                    <a:pt x="177" y="272"/>
                    <a:pt x="168" y="282"/>
                  </a:cubicBezTo>
                  <a:cubicBezTo>
                    <a:pt x="152" y="300"/>
                    <a:pt x="140" y="319"/>
                    <a:pt x="125" y="340"/>
                  </a:cubicBezTo>
                  <a:cubicBezTo>
                    <a:pt x="73" y="418"/>
                    <a:pt x="34" y="509"/>
                    <a:pt x="16" y="606"/>
                  </a:cubicBezTo>
                  <a:cubicBezTo>
                    <a:pt x="11" y="629"/>
                    <a:pt x="8" y="653"/>
                    <a:pt x="6" y="676"/>
                  </a:cubicBezTo>
                  <a:cubicBezTo>
                    <a:pt x="4" y="690"/>
                    <a:pt x="4" y="704"/>
                    <a:pt x="2" y="717"/>
                  </a:cubicBezTo>
                  <a:cubicBezTo>
                    <a:pt x="1" y="730"/>
                    <a:pt x="0" y="743"/>
                    <a:pt x="0" y="757"/>
                  </a:cubicBezTo>
                  <a:cubicBezTo>
                    <a:pt x="0" y="769"/>
                    <a:pt x="1" y="784"/>
                    <a:pt x="2" y="797"/>
                  </a:cubicBezTo>
                  <a:cubicBezTo>
                    <a:pt x="4" y="809"/>
                    <a:pt x="4" y="824"/>
                    <a:pt x="6" y="836"/>
                  </a:cubicBezTo>
                  <a:cubicBezTo>
                    <a:pt x="8" y="860"/>
                    <a:pt x="12" y="885"/>
                    <a:pt x="16" y="907"/>
                  </a:cubicBezTo>
                  <a:cubicBezTo>
                    <a:pt x="34" y="1004"/>
                    <a:pt x="74" y="1093"/>
                    <a:pt x="125" y="1174"/>
                  </a:cubicBezTo>
                  <a:cubicBezTo>
                    <a:pt x="138" y="1192"/>
                    <a:pt x="152" y="1212"/>
                    <a:pt x="168" y="1231"/>
                  </a:cubicBezTo>
                  <a:cubicBezTo>
                    <a:pt x="177" y="1242"/>
                    <a:pt x="186" y="1252"/>
                    <a:pt x="194" y="1261"/>
                  </a:cubicBezTo>
                  <a:cubicBezTo>
                    <a:pt x="204" y="1272"/>
                    <a:pt x="213" y="1282"/>
                    <a:pt x="222" y="1290"/>
                  </a:cubicBezTo>
                  <a:cubicBezTo>
                    <a:pt x="231" y="1300"/>
                    <a:pt x="241" y="1309"/>
                    <a:pt x="251" y="1318"/>
                  </a:cubicBezTo>
                  <a:cubicBezTo>
                    <a:pt x="261" y="1326"/>
                    <a:pt x="271" y="1336"/>
                    <a:pt x="281" y="1345"/>
                  </a:cubicBezTo>
                  <a:cubicBezTo>
                    <a:pt x="300" y="1360"/>
                    <a:pt x="318" y="1373"/>
                    <a:pt x="339" y="1387"/>
                  </a:cubicBezTo>
                  <a:cubicBezTo>
                    <a:pt x="418" y="1440"/>
                    <a:pt x="508" y="1478"/>
                    <a:pt x="605" y="1497"/>
                  </a:cubicBezTo>
                  <a:cubicBezTo>
                    <a:pt x="628" y="1502"/>
                    <a:pt x="651" y="1505"/>
                    <a:pt x="676" y="1507"/>
                  </a:cubicBezTo>
                  <a:cubicBezTo>
                    <a:pt x="689" y="1509"/>
                    <a:pt x="703" y="1509"/>
                    <a:pt x="715" y="1510"/>
                  </a:cubicBezTo>
                  <a:cubicBezTo>
                    <a:pt x="729" y="1511"/>
                    <a:pt x="743" y="1512"/>
                    <a:pt x="756" y="1512"/>
                  </a:cubicBezTo>
                  <a:cubicBezTo>
                    <a:pt x="770" y="1512"/>
                    <a:pt x="783" y="1511"/>
                    <a:pt x="796" y="1510"/>
                  </a:cubicBezTo>
                  <a:cubicBezTo>
                    <a:pt x="808" y="1509"/>
                    <a:pt x="823" y="1509"/>
                    <a:pt x="836" y="1507"/>
                  </a:cubicBezTo>
                  <a:cubicBezTo>
                    <a:pt x="859" y="1505"/>
                    <a:pt x="884" y="1501"/>
                    <a:pt x="906" y="1497"/>
                  </a:cubicBezTo>
                  <a:cubicBezTo>
                    <a:pt x="1003" y="1478"/>
                    <a:pt x="1092" y="1439"/>
                    <a:pt x="1173" y="1387"/>
                  </a:cubicBezTo>
                  <a:cubicBezTo>
                    <a:pt x="1192" y="1375"/>
                    <a:pt x="1211" y="1360"/>
                    <a:pt x="1230" y="1345"/>
                  </a:cubicBezTo>
                  <a:cubicBezTo>
                    <a:pt x="1241" y="1336"/>
                    <a:pt x="1251" y="1326"/>
                    <a:pt x="1260" y="1318"/>
                  </a:cubicBezTo>
                  <a:cubicBezTo>
                    <a:pt x="1271" y="1309"/>
                    <a:pt x="1281" y="1300"/>
                    <a:pt x="1290" y="1290"/>
                  </a:cubicBezTo>
                  <a:cubicBezTo>
                    <a:pt x="1298" y="1281"/>
                    <a:pt x="1308" y="1272"/>
                    <a:pt x="1317" y="1261"/>
                  </a:cubicBezTo>
                  <a:cubicBezTo>
                    <a:pt x="1326" y="1251"/>
                    <a:pt x="1334" y="1242"/>
                    <a:pt x="1344" y="1231"/>
                  </a:cubicBezTo>
                  <a:cubicBezTo>
                    <a:pt x="1359" y="1213"/>
                    <a:pt x="1373" y="1194"/>
                    <a:pt x="1387" y="1174"/>
                  </a:cubicBezTo>
                  <a:cubicBezTo>
                    <a:pt x="1440" y="1094"/>
                    <a:pt x="1477" y="1004"/>
                    <a:pt x="1496" y="907"/>
                  </a:cubicBezTo>
                  <a:cubicBezTo>
                    <a:pt x="1501" y="883"/>
                    <a:pt x="1504" y="860"/>
                    <a:pt x="1507" y="836"/>
                  </a:cubicBezTo>
                  <a:cubicBezTo>
                    <a:pt x="1508" y="824"/>
                    <a:pt x="1508" y="809"/>
                    <a:pt x="1509" y="797"/>
                  </a:cubicBezTo>
                  <a:cubicBezTo>
                    <a:pt x="1511" y="784"/>
                    <a:pt x="1512" y="769"/>
                    <a:pt x="1512" y="757"/>
                  </a:cubicBezTo>
                  <a:cubicBezTo>
                    <a:pt x="1512" y="743"/>
                    <a:pt x="1510" y="730"/>
                    <a:pt x="1509" y="717"/>
                  </a:cubicBezTo>
                  <a:cubicBezTo>
                    <a:pt x="1508" y="704"/>
                    <a:pt x="1508" y="690"/>
                    <a:pt x="1507" y="676"/>
                  </a:cubicBezTo>
                  <a:cubicBezTo>
                    <a:pt x="1504" y="654"/>
                    <a:pt x="1501" y="629"/>
                    <a:pt x="1496" y="606"/>
                  </a:cubicBezTo>
                  <a:cubicBezTo>
                    <a:pt x="1477" y="509"/>
                    <a:pt x="1439" y="421"/>
                    <a:pt x="1387" y="340"/>
                  </a:cubicBezTo>
                  <a:cubicBezTo>
                    <a:pt x="1374" y="320"/>
                    <a:pt x="1359" y="301"/>
                    <a:pt x="1344" y="282"/>
                  </a:cubicBezTo>
                  <a:cubicBezTo>
                    <a:pt x="1336" y="272"/>
                    <a:pt x="1326" y="262"/>
                    <a:pt x="1317" y="252"/>
                  </a:cubicBezTo>
                  <a:cubicBezTo>
                    <a:pt x="1308" y="242"/>
                    <a:pt x="1299" y="232"/>
                    <a:pt x="1290" y="222"/>
                  </a:cubicBezTo>
                  <a:cubicBezTo>
                    <a:pt x="1281" y="214"/>
                    <a:pt x="1271" y="205"/>
                    <a:pt x="1260" y="196"/>
                  </a:cubicBezTo>
                  <a:cubicBezTo>
                    <a:pt x="1250" y="186"/>
                    <a:pt x="1241" y="178"/>
                    <a:pt x="1230" y="169"/>
                  </a:cubicBezTo>
                  <a:cubicBezTo>
                    <a:pt x="1213" y="153"/>
                    <a:pt x="1193" y="140"/>
                    <a:pt x="1173" y="126"/>
                  </a:cubicBezTo>
                  <a:cubicBezTo>
                    <a:pt x="1094" y="73"/>
                    <a:pt x="1003" y="36"/>
                    <a:pt x="906" y="16"/>
                  </a:cubicBezTo>
                  <a:cubicBezTo>
                    <a:pt x="884" y="11"/>
                    <a:pt x="860" y="9"/>
                    <a:pt x="836" y="6"/>
                  </a:cubicBezTo>
                  <a:cubicBezTo>
                    <a:pt x="823" y="5"/>
                    <a:pt x="808" y="5"/>
                    <a:pt x="796" y="4"/>
                  </a:cubicBezTo>
                  <a:cubicBezTo>
                    <a:pt x="783" y="3"/>
                    <a:pt x="769" y="1"/>
                    <a:pt x="756"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4000800" y="4013525"/>
              <a:ext cx="33425" cy="31500"/>
            </a:xfrm>
            <a:custGeom>
              <a:rect b="b" l="l" r="r" t="t"/>
              <a:pathLst>
                <a:path extrusionOk="0" h="1260" w="1337">
                  <a:moveTo>
                    <a:pt x="0" y="1"/>
                  </a:moveTo>
                  <a:lnTo>
                    <a:pt x="0" y="100"/>
                  </a:lnTo>
                  <a:lnTo>
                    <a:pt x="161" y="100"/>
                  </a:lnTo>
                  <a:lnTo>
                    <a:pt x="161" y="1139"/>
                  </a:lnTo>
                  <a:lnTo>
                    <a:pt x="0" y="1139"/>
                  </a:lnTo>
                  <a:lnTo>
                    <a:pt x="0" y="1238"/>
                  </a:lnTo>
                  <a:lnTo>
                    <a:pt x="435" y="1238"/>
                  </a:lnTo>
                  <a:lnTo>
                    <a:pt x="435" y="1139"/>
                  </a:lnTo>
                  <a:lnTo>
                    <a:pt x="275" y="1139"/>
                  </a:lnTo>
                  <a:lnTo>
                    <a:pt x="275" y="291"/>
                  </a:lnTo>
                  <a:lnTo>
                    <a:pt x="257" y="154"/>
                  </a:lnTo>
                  <a:lnTo>
                    <a:pt x="263" y="154"/>
                  </a:lnTo>
                  <a:lnTo>
                    <a:pt x="342" y="290"/>
                  </a:lnTo>
                  <a:lnTo>
                    <a:pt x="1061" y="1260"/>
                  </a:lnTo>
                  <a:lnTo>
                    <a:pt x="1175" y="1260"/>
                  </a:lnTo>
                  <a:lnTo>
                    <a:pt x="1175" y="100"/>
                  </a:lnTo>
                  <a:lnTo>
                    <a:pt x="1336" y="100"/>
                  </a:lnTo>
                  <a:lnTo>
                    <a:pt x="1336" y="1"/>
                  </a:lnTo>
                  <a:lnTo>
                    <a:pt x="902" y="1"/>
                  </a:lnTo>
                  <a:lnTo>
                    <a:pt x="902" y="100"/>
                  </a:lnTo>
                  <a:lnTo>
                    <a:pt x="1062" y="100"/>
                  </a:lnTo>
                  <a:lnTo>
                    <a:pt x="1062" y="833"/>
                  </a:lnTo>
                  <a:lnTo>
                    <a:pt x="1073" y="985"/>
                  </a:lnTo>
                  <a:lnTo>
                    <a:pt x="1064" y="985"/>
                  </a:lnTo>
                  <a:lnTo>
                    <a:pt x="971" y="833"/>
                  </a:lnTo>
                  <a:lnTo>
                    <a:pt x="354"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
            <p:cNvSpPr/>
            <p:nvPr/>
          </p:nvSpPr>
          <p:spPr>
            <a:xfrm>
              <a:off x="4007050" y="4736825"/>
              <a:ext cx="21200" cy="31950"/>
            </a:xfrm>
            <a:custGeom>
              <a:rect b="b" l="l" r="r" t="t"/>
              <a:pathLst>
                <a:path extrusionOk="0" h="1278" w="848">
                  <a:moveTo>
                    <a:pt x="422" y="0"/>
                  </a:moveTo>
                  <a:cubicBezTo>
                    <a:pt x="293" y="0"/>
                    <a:pt x="190" y="29"/>
                    <a:pt x="114" y="85"/>
                  </a:cubicBezTo>
                  <a:cubicBezTo>
                    <a:pt x="38" y="140"/>
                    <a:pt x="1" y="219"/>
                    <a:pt x="1" y="318"/>
                  </a:cubicBezTo>
                  <a:cubicBezTo>
                    <a:pt x="1" y="386"/>
                    <a:pt x="17" y="443"/>
                    <a:pt x="49" y="487"/>
                  </a:cubicBezTo>
                  <a:cubicBezTo>
                    <a:pt x="81" y="532"/>
                    <a:pt x="122" y="570"/>
                    <a:pt x="171" y="602"/>
                  </a:cubicBezTo>
                  <a:cubicBezTo>
                    <a:pt x="219" y="634"/>
                    <a:pt x="271" y="661"/>
                    <a:pt x="328" y="684"/>
                  </a:cubicBezTo>
                  <a:cubicBezTo>
                    <a:pt x="385" y="707"/>
                    <a:pt x="436" y="732"/>
                    <a:pt x="485" y="757"/>
                  </a:cubicBezTo>
                  <a:cubicBezTo>
                    <a:pt x="533" y="781"/>
                    <a:pt x="575" y="809"/>
                    <a:pt x="607" y="841"/>
                  </a:cubicBezTo>
                  <a:cubicBezTo>
                    <a:pt x="639" y="874"/>
                    <a:pt x="655" y="914"/>
                    <a:pt x="655" y="962"/>
                  </a:cubicBezTo>
                  <a:cubicBezTo>
                    <a:pt x="655" y="999"/>
                    <a:pt x="648" y="1031"/>
                    <a:pt x="632" y="1058"/>
                  </a:cubicBezTo>
                  <a:cubicBezTo>
                    <a:pt x="617" y="1086"/>
                    <a:pt x="596" y="1108"/>
                    <a:pt x="569" y="1125"/>
                  </a:cubicBezTo>
                  <a:cubicBezTo>
                    <a:pt x="542" y="1144"/>
                    <a:pt x="511" y="1156"/>
                    <a:pt x="474" y="1165"/>
                  </a:cubicBezTo>
                  <a:cubicBezTo>
                    <a:pt x="438" y="1175"/>
                    <a:pt x="400" y="1179"/>
                    <a:pt x="358" y="1179"/>
                  </a:cubicBezTo>
                  <a:cubicBezTo>
                    <a:pt x="312" y="1179"/>
                    <a:pt x="272" y="1174"/>
                    <a:pt x="235" y="1163"/>
                  </a:cubicBezTo>
                  <a:cubicBezTo>
                    <a:pt x="198" y="1153"/>
                    <a:pt x="169" y="1139"/>
                    <a:pt x="147" y="1125"/>
                  </a:cubicBezTo>
                  <a:lnTo>
                    <a:pt x="115" y="1083"/>
                  </a:lnTo>
                  <a:lnTo>
                    <a:pt x="115" y="872"/>
                  </a:lnTo>
                  <a:lnTo>
                    <a:pt x="2" y="872"/>
                  </a:lnTo>
                  <a:lnTo>
                    <a:pt x="2" y="1194"/>
                  </a:lnTo>
                  <a:cubicBezTo>
                    <a:pt x="30" y="1215"/>
                    <a:pt x="75" y="1232"/>
                    <a:pt x="136" y="1251"/>
                  </a:cubicBezTo>
                  <a:cubicBezTo>
                    <a:pt x="196" y="1268"/>
                    <a:pt x="270" y="1278"/>
                    <a:pt x="353" y="1278"/>
                  </a:cubicBezTo>
                  <a:cubicBezTo>
                    <a:pt x="505" y="1278"/>
                    <a:pt x="626" y="1248"/>
                    <a:pt x="715" y="1186"/>
                  </a:cubicBezTo>
                  <a:cubicBezTo>
                    <a:pt x="803" y="1125"/>
                    <a:pt x="848" y="1037"/>
                    <a:pt x="848" y="924"/>
                  </a:cubicBezTo>
                  <a:cubicBezTo>
                    <a:pt x="848" y="860"/>
                    <a:pt x="830" y="805"/>
                    <a:pt x="798" y="762"/>
                  </a:cubicBezTo>
                  <a:cubicBezTo>
                    <a:pt x="766" y="722"/>
                    <a:pt x="726" y="684"/>
                    <a:pt x="678" y="654"/>
                  </a:cubicBezTo>
                  <a:cubicBezTo>
                    <a:pt x="630" y="623"/>
                    <a:pt x="577" y="594"/>
                    <a:pt x="520" y="571"/>
                  </a:cubicBezTo>
                  <a:cubicBezTo>
                    <a:pt x="463" y="546"/>
                    <a:pt x="412" y="521"/>
                    <a:pt x="363" y="496"/>
                  </a:cubicBezTo>
                  <a:cubicBezTo>
                    <a:pt x="313" y="470"/>
                    <a:pt x="274" y="441"/>
                    <a:pt x="241" y="408"/>
                  </a:cubicBezTo>
                  <a:cubicBezTo>
                    <a:pt x="209" y="376"/>
                    <a:pt x="193" y="336"/>
                    <a:pt x="193" y="287"/>
                  </a:cubicBezTo>
                  <a:cubicBezTo>
                    <a:pt x="193" y="227"/>
                    <a:pt x="213" y="183"/>
                    <a:pt x="252" y="150"/>
                  </a:cubicBezTo>
                  <a:cubicBezTo>
                    <a:pt x="292" y="118"/>
                    <a:pt x="348" y="102"/>
                    <a:pt x="419" y="102"/>
                  </a:cubicBezTo>
                  <a:cubicBezTo>
                    <a:pt x="460" y="102"/>
                    <a:pt x="501" y="104"/>
                    <a:pt x="544" y="108"/>
                  </a:cubicBezTo>
                  <a:cubicBezTo>
                    <a:pt x="586" y="113"/>
                    <a:pt x="618" y="119"/>
                    <a:pt x="641" y="128"/>
                  </a:cubicBezTo>
                  <a:lnTo>
                    <a:pt x="668" y="173"/>
                  </a:lnTo>
                  <a:lnTo>
                    <a:pt x="668" y="364"/>
                  </a:lnTo>
                  <a:lnTo>
                    <a:pt x="782" y="364"/>
                  </a:lnTo>
                  <a:lnTo>
                    <a:pt x="782" y="59"/>
                  </a:lnTo>
                  <a:cubicBezTo>
                    <a:pt x="741" y="41"/>
                    <a:pt x="690" y="26"/>
                    <a:pt x="632" y="16"/>
                  </a:cubicBezTo>
                  <a:cubicBezTo>
                    <a:pt x="574" y="6"/>
                    <a:pt x="503" y="0"/>
                    <a:pt x="42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
            <p:cNvSpPr/>
            <p:nvPr/>
          </p:nvSpPr>
          <p:spPr>
            <a:xfrm>
              <a:off x="3636950" y="4372175"/>
              <a:ext cx="46700" cy="30950"/>
            </a:xfrm>
            <a:custGeom>
              <a:rect b="b" l="l" r="r" t="t"/>
              <a:pathLst>
                <a:path extrusionOk="0" h="1238" w="1868">
                  <a:moveTo>
                    <a:pt x="0" y="0"/>
                  </a:moveTo>
                  <a:lnTo>
                    <a:pt x="0" y="100"/>
                  </a:lnTo>
                  <a:lnTo>
                    <a:pt x="152" y="100"/>
                  </a:lnTo>
                  <a:lnTo>
                    <a:pt x="461" y="1238"/>
                  </a:lnTo>
                  <a:lnTo>
                    <a:pt x="667" y="1238"/>
                  </a:lnTo>
                  <a:lnTo>
                    <a:pt x="944" y="258"/>
                  </a:lnTo>
                  <a:lnTo>
                    <a:pt x="1220" y="1238"/>
                  </a:lnTo>
                  <a:lnTo>
                    <a:pt x="1425" y="1238"/>
                  </a:lnTo>
                  <a:lnTo>
                    <a:pt x="1720" y="100"/>
                  </a:lnTo>
                  <a:lnTo>
                    <a:pt x="1868" y="100"/>
                  </a:lnTo>
                  <a:lnTo>
                    <a:pt x="1868" y="0"/>
                  </a:lnTo>
                  <a:lnTo>
                    <a:pt x="1432" y="0"/>
                  </a:lnTo>
                  <a:lnTo>
                    <a:pt x="1432" y="98"/>
                  </a:lnTo>
                  <a:lnTo>
                    <a:pt x="1583" y="98"/>
                  </a:lnTo>
                  <a:lnTo>
                    <a:pt x="1410" y="848"/>
                  </a:lnTo>
                  <a:lnTo>
                    <a:pt x="1357" y="1086"/>
                  </a:lnTo>
                  <a:lnTo>
                    <a:pt x="1348" y="1086"/>
                  </a:lnTo>
                  <a:lnTo>
                    <a:pt x="1294" y="852"/>
                  </a:lnTo>
                  <a:lnTo>
                    <a:pt x="1042" y="0"/>
                  </a:lnTo>
                  <a:lnTo>
                    <a:pt x="912" y="0"/>
                  </a:lnTo>
                  <a:cubicBezTo>
                    <a:pt x="867" y="156"/>
                    <a:pt x="827" y="296"/>
                    <a:pt x="792" y="420"/>
                  </a:cubicBezTo>
                  <a:cubicBezTo>
                    <a:pt x="776" y="474"/>
                    <a:pt x="763" y="526"/>
                    <a:pt x="748" y="577"/>
                  </a:cubicBezTo>
                  <a:cubicBezTo>
                    <a:pt x="734" y="629"/>
                    <a:pt x="721" y="673"/>
                    <a:pt x="709" y="713"/>
                  </a:cubicBezTo>
                  <a:cubicBezTo>
                    <a:pt x="698" y="754"/>
                    <a:pt x="688" y="786"/>
                    <a:pt x="681" y="811"/>
                  </a:cubicBezTo>
                  <a:cubicBezTo>
                    <a:pt x="675" y="837"/>
                    <a:pt x="671" y="851"/>
                    <a:pt x="671" y="852"/>
                  </a:cubicBezTo>
                  <a:lnTo>
                    <a:pt x="603" y="1090"/>
                  </a:lnTo>
                  <a:lnTo>
                    <a:pt x="596" y="1090"/>
                  </a:lnTo>
                  <a:lnTo>
                    <a:pt x="549" y="856"/>
                  </a:lnTo>
                  <a:lnTo>
                    <a:pt x="360" y="100"/>
                  </a:lnTo>
                  <a:lnTo>
                    <a:pt x="527" y="100"/>
                  </a:lnTo>
                  <a:lnTo>
                    <a:pt x="527"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
            <p:cNvSpPr/>
            <p:nvPr/>
          </p:nvSpPr>
          <p:spPr>
            <a:xfrm>
              <a:off x="4359475" y="4372175"/>
              <a:ext cx="24275" cy="30900"/>
            </a:xfrm>
            <a:custGeom>
              <a:rect b="b" l="l" r="r" t="t"/>
              <a:pathLst>
                <a:path extrusionOk="0" h="1236" w="971">
                  <a:moveTo>
                    <a:pt x="1" y="0"/>
                  </a:moveTo>
                  <a:lnTo>
                    <a:pt x="1" y="98"/>
                  </a:lnTo>
                  <a:lnTo>
                    <a:pt x="161" y="98"/>
                  </a:lnTo>
                  <a:lnTo>
                    <a:pt x="161" y="1137"/>
                  </a:lnTo>
                  <a:lnTo>
                    <a:pt x="1" y="1137"/>
                  </a:lnTo>
                  <a:lnTo>
                    <a:pt x="1" y="1235"/>
                  </a:lnTo>
                  <a:lnTo>
                    <a:pt x="971" y="1235"/>
                  </a:lnTo>
                  <a:lnTo>
                    <a:pt x="971" y="929"/>
                  </a:lnTo>
                  <a:lnTo>
                    <a:pt x="857" y="929"/>
                  </a:lnTo>
                  <a:lnTo>
                    <a:pt x="857" y="1101"/>
                  </a:lnTo>
                  <a:lnTo>
                    <a:pt x="821" y="1137"/>
                  </a:lnTo>
                  <a:lnTo>
                    <a:pt x="360" y="1137"/>
                  </a:lnTo>
                  <a:lnTo>
                    <a:pt x="360" y="656"/>
                  </a:lnTo>
                  <a:lnTo>
                    <a:pt x="658" y="656"/>
                  </a:lnTo>
                  <a:lnTo>
                    <a:pt x="685" y="683"/>
                  </a:lnTo>
                  <a:lnTo>
                    <a:pt x="685" y="758"/>
                  </a:lnTo>
                  <a:lnTo>
                    <a:pt x="797" y="758"/>
                  </a:lnTo>
                  <a:lnTo>
                    <a:pt x="797" y="455"/>
                  </a:lnTo>
                  <a:lnTo>
                    <a:pt x="685" y="455"/>
                  </a:lnTo>
                  <a:lnTo>
                    <a:pt x="685" y="531"/>
                  </a:lnTo>
                  <a:lnTo>
                    <a:pt x="658" y="557"/>
                  </a:lnTo>
                  <a:lnTo>
                    <a:pt x="360" y="557"/>
                  </a:lnTo>
                  <a:lnTo>
                    <a:pt x="360" y="98"/>
                  </a:lnTo>
                  <a:lnTo>
                    <a:pt x="792" y="98"/>
                  </a:lnTo>
                  <a:lnTo>
                    <a:pt x="828" y="139"/>
                  </a:lnTo>
                  <a:lnTo>
                    <a:pt x="828" y="289"/>
                  </a:lnTo>
                  <a:lnTo>
                    <a:pt x="940" y="289"/>
                  </a:lnTo>
                  <a:lnTo>
                    <a:pt x="940"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3816750" y="4202225"/>
              <a:ext cx="19600" cy="20675"/>
            </a:xfrm>
            <a:custGeom>
              <a:rect b="b" l="l" r="r" t="t"/>
              <a:pathLst>
                <a:path extrusionOk="0" h="827" w="784">
                  <a:moveTo>
                    <a:pt x="430" y="0"/>
                  </a:moveTo>
                  <a:lnTo>
                    <a:pt x="290" y="141"/>
                  </a:lnTo>
                  <a:lnTo>
                    <a:pt x="324" y="171"/>
                  </a:lnTo>
                  <a:lnTo>
                    <a:pt x="375" y="120"/>
                  </a:lnTo>
                  <a:lnTo>
                    <a:pt x="609" y="356"/>
                  </a:lnTo>
                  <a:lnTo>
                    <a:pt x="662" y="402"/>
                  </a:lnTo>
                  <a:lnTo>
                    <a:pt x="660" y="404"/>
                  </a:lnTo>
                  <a:lnTo>
                    <a:pt x="581" y="385"/>
                  </a:lnTo>
                  <a:lnTo>
                    <a:pt x="114" y="316"/>
                  </a:lnTo>
                  <a:lnTo>
                    <a:pt x="1" y="429"/>
                  </a:lnTo>
                  <a:lnTo>
                    <a:pt x="33" y="462"/>
                  </a:lnTo>
                  <a:lnTo>
                    <a:pt x="84" y="411"/>
                  </a:lnTo>
                  <a:lnTo>
                    <a:pt x="418" y="744"/>
                  </a:lnTo>
                  <a:lnTo>
                    <a:pt x="367" y="796"/>
                  </a:lnTo>
                  <a:lnTo>
                    <a:pt x="399" y="827"/>
                  </a:lnTo>
                  <a:lnTo>
                    <a:pt x="538" y="687"/>
                  </a:lnTo>
                  <a:lnTo>
                    <a:pt x="506" y="655"/>
                  </a:lnTo>
                  <a:lnTo>
                    <a:pt x="455" y="707"/>
                  </a:lnTo>
                  <a:lnTo>
                    <a:pt x="182" y="435"/>
                  </a:lnTo>
                  <a:lnTo>
                    <a:pt x="133" y="396"/>
                  </a:lnTo>
                  <a:lnTo>
                    <a:pt x="135" y="393"/>
                  </a:lnTo>
                  <a:lnTo>
                    <a:pt x="203" y="413"/>
                  </a:lnTo>
                  <a:lnTo>
                    <a:pt x="747" y="493"/>
                  </a:lnTo>
                  <a:lnTo>
                    <a:pt x="784" y="457"/>
                  </a:lnTo>
                  <a:lnTo>
                    <a:pt x="411" y="84"/>
                  </a:lnTo>
                  <a:lnTo>
                    <a:pt x="463" y="32"/>
                  </a:lnTo>
                  <a:lnTo>
                    <a:pt x="430"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3827850" y="4186775"/>
              <a:ext cx="21500" cy="21250"/>
            </a:xfrm>
            <a:custGeom>
              <a:rect b="b" l="l" r="r" t="t"/>
              <a:pathLst>
                <a:path extrusionOk="0" h="850" w="860">
                  <a:moveTo>
                    <a:pt x="603" y="0"/>
                  </a:moveTo>
                  <a:lnTo>
                    <a:pt x="463" y="139"/>
                  </a:lnTo>
                  <a:lnTo>
                    <a:pt x="495" y="173"/>
                  </a:lnTo>
                  <a:lnTo>
                    <a:pt x="545" y="123"/>
                  </a:lnTo>
                  <a:lnTo>
                    <a:pt x="729" y="420"/>
                  </a:lnTo>
                  <a:lnTo>
                    <a:pt x="788" y="514"/>
                  </a:lnTo>
                  <a:lnTo>
                    <a:pt x="785" y="516"/>
                  </a:lnTo>
                  <a:lnTo>
                    <a:pt x="693" y="458"/>
                  </a:lnTo>
                  <a:lnTo>
                    <a:pt x="339" y="265"/>
                  </a:lnTo>
                  <a:lnTo>
                    <a:pt x="295" y="308"/>
                  </a:lnTo>
                  <a:cubicBezTo>
                    <a:pt x="331" y="372"/>
                    <a:pt x="364" y="430"/>
                    <a:pt x="392" y="482"/>
                  </a:cubicBezTo>
                  <a:cubicBezTo>
                    <a:pt x="404" y="504"/>
                    <a:pt x="417" y="525"/>
                    <a:pt x="428" y="546"/>
                  </a:cubicBezTo>
                  <a:cubicBezTo>
                    <a:pt x="440" y="567"/>
                    <a:pt x="450" y="586"/>
                    <a:pt x="459" y="603"/>
                  </a:cubicBezTo>
                  <a:cubicBezTo>
                    <a:pt x="469" y="619"/>
                    <a:pt x="476" y="633"/>
                    <a:pt x="481" y="643"/>
                  </a:cubicBezTo>
                  <a:cubicBezTo>
                    <a:pt x="488" y="653"/>
                    <a:pt x="490" y="658"/>
                    <a:pt x="490" y="659"/>
                  </a:cubicBezTo>
                  <a:lnTo>
                    <a:pt x="545" y="759"/>
                  </a:lnTo>
                  <a:lnTo>
                    <a:pt x="542" y="762"/>
                  </a:lnTo>
                  <a:lnTo>
                    <a:pt x="452" y="701"/>
                  </a:lnTo>
                  <a:lnTo>
                    <a:pt x="149" y="519"/>
                  </a:lnTo>
                  <a:lnTo>
                    <a:pt x="202" y="464"/>
                  </a:lnTo>
                  <a:lnTo>
                    <a:pt x="170" y="433"/>
                  </a:lnTo>
                  <a:lnTo>
                    <a:pt x="0" y="603"/>
                  </a:lnTo>
                  <a:lnTo>
                    <a:pt x="32" y="635"/>
                  </a:lnTo>
                  <a:lnTo>
                    <a:pt x="86" y="583"/>
                  </a:lnTo>
                  <a:lnTo>
                    <a:pt x="550" y="849"/>
                  </a:lnTo>
                  <a:lnTo>
                    <a:pt x="615" y="783"/>
                  </a:lnTo>
                  <a:lnTo>
                    <a:pt x="390" y="380"/>
                  </a:lnTo>
                  <a:lnTo>
                    <a:pt x="794" y="606"/>
                  </a:lnTo>
                  <a:lnTo>
                    <a:pt x="860" y="540"/>
                  </a:lnTo>
                  <a:lnTo>
                    <a:pt x="588" y="80"/>
                  </a:lnTo>
                  <a:lnTo>
                    <a:pt x="635" y="33"/>
                  </a:lnTo>
                  <a:lnTo>
                    <a:pt x="603"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
            <p:cNvSpPr/>
            <p:nvPr/>
          </p:nvSpPr>
          <p:spPr>
            <a:xfrm>
              <a:off x="4187800" y="4192500"/>
              <a:ext cx="20675" cy="19550"/>
            </a:xfrm>
            <a:custGeom>
              <a:rect b="b" l="l" r="r" t="t"/>
              <a:pathLst>
                <a:path extrusionOk="0" h="782" w="827">
                  <a:moveTo>
                    <a:pt x="399" y="0"/>
                  </a:moveTo>
                  <a:lnTo>
                    <a:pt x="367" y="32"/>
                  </a:lnTo>
                  <a:lnTo>
                    <a:pt x="418" y="84"/>
                  </a:lnTo>
                  <a:lnTo>
                    <a:pt x="84" y="418"/>
                  </a:lnTo>
                  <a:lnTo>
                    <a:pt x="32" y="367"/>
                  </a:lnTo>
                  <a:lnTo>
                    <a:pt x="0" y="397"/>
                  </a:lnTo>
                  <a:lnTo>
                    <a:pt x="141" y="538"/>
                  </a:lnTo>
                  <a:lnTo>
                    <a:pt x="172" y="506"/>
                  </a:lnTo>
                  <a:lnTo>
                    <a:pt x="120" y="454"/>
                  </a:lnTo>
                  <a:lnTo>
                    <a:pt x="393" y="182"/>
                  </a:lnTo>
                  <a:lnTo>
                    <a:pt x="432" y="131"/>
                  </a:lnTo>
                  <a:lnTo>
                    <a:pt x="434" y="134"/>
                  </a:lnTo>
                  <a:lnTo>
                    <a:pt x="416" y="202"/>
                  </a:lnTo>
                  <a:lnTo>
                    <a:pt x="335" y="745"/>
                  </a:lnTo>
                  <a:lnTo>
                    <a:pt x="372" y="781"/>
                  </a:lnTo>
                  <a:lnTo>
                    <a:pt x="744" y="409"/>
                  </a:lnTo>
                  <a:lnTo>
                    <a:pt x="796" y="461"/>
                  </a:lnTo>
                  <a:lnTo>
                    <a:pt x="827" y="429"/>
                  </a:lnTo>
                  <a:lnTo>
                    <a:pt x="688" y="290"/>
                  </a:lnTo>
                  <a:lnTo>
                    <a:pt x="656" y="321"/>
                  </a:lnTo>
                  <a:lnTo>
                    <a:pt x="707" y="373"/>
                  </a:lnTo>
                  <a:lnTo>
                    <a:pt x="473" y="609"/>
                  </a:lnTo>
                  <a:lnTo>
                    <a:pt x="428" y="661"/>
                  </a:lnTo>
                  <a:lnTo>
                    <a:pt x="423" y="657"/>
                  </a:lnTo>
                  <a:lnTo>
                    <a:pt x="443" y="580"/>
                  </a:lnTo>
                  <a:lnTo>
                    <a:pt x="512" y="114"/>
                  </a:lnTo>
                  <a:lnTo>
                    <a:pt x="399"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4199425" y="4204125"/>
              <a:ext cx="17550" cy="17750"/>
            </a:xfrm>
            <a:custGeom>
              <a:rect b="b" l="l" r="r" t="t"/>
              <a:pathLst>
                <a:path extrusionOk="0" h="710" w="702">
                  <a:moveTo>
                    <a:pt x="399" y="1"/>
                  </a:moveTo>
                  <a:lnTo>
                    <a:pt x="367" y="33"/>
                  </a:lnTo>
                  <a:lnTo>
                    <a:pt x="419" y="84"/>
                  </a:lnTo>
                  <a:lnTo>
                    <a:pt x="85" y="418"/>
                  </a:lnTo>
                  <a:lnTo>
                    <a:pt x="34" y="366"/>
                  </a:lnTo>
                  <a:lnTo>
                    <a:pt x="1" y="398"/>
                  </a:lnTo>
                  <a:lnTo>
                    <a:pt x="313" y="709"/>
                  </a:lnTo>
                  <a:lnTo>
                    <a:pt x="412" y="610"/>
                  </a:lnTo>
                  <a:lnTo>
                    <a:pt x="375" y="574"/>
                  </a:lnTo>
                  <a:lnTo>
                    <a:pt x="320" y="630"/>
                  </a:lnTo>
                  <a:lnTo>
                    <a:pt x="298" y="630"/>
                  </a:lnTo>
                  <a:lnTo>
                    <a:pt x="148" y="481"/>
                  </a:lnTo>
                  <a:lnTo>
                    <a:pt x="304" y="327"/>
                  </a:lnTo>
                  <a:lnTo>
                    <a:pt x="399" y="423"/>
                  </a:lnTo>
                  <a:lnTo>
                    <a:pt x="399" y="440"/>
                  </a:lnTo>
                  <a:lnTo>
                    <a:pt x="375" y="464"/>
                  </a:lnTo>
                  <a:lnTo>
                    <a:pt x="411" y="500"/>
                  </a:lnTo>
                  <a:lnTo>
                    <a:pt x="508" y="403"/>
                  </a:lnTo>
                  <a:lnTo>
                    <a:pt x="472" y="367"/>
                  </a:lnTo>
                  <a:lnTo>
                    <a:pt x="449" y="390"/>
                  </a:lnTo>
                  <a:lnTo>
                    <a:pt x="432" y="390"/>
                  </a:lnTo>
                  <a:lnTo>
                    <a:pt x="335" y="295"/>
                  </a:lnTo>
                  <a:lnTo>
                    <a:pt x="483" y="147"/>
                  </a:lnTo>
                  <a:lnTo>
                    <a:pt x="622" y="286"/>
                  </a:lnTo>
                  <a:lnTo>
                    <a:pt x="620" y="310"/>
                  </a:lnTo>
                  <a:lnTo>
                    <a:pt x="571" y="359"/>
                  </a:lnTo>
                  <a:lnTo>
                    <a:pt x="607" y="395"/>
                  </a:lnTo>
                  <a:lnTo>
                    <a:pt x="701" y="302"/>
                  </a:lnTo>
                  <a:lnTo>
                    <a:pt x="399"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4199550" y="4561550"/>
              <a:ext cx="14150" cy="15400"/>
            </a:xfrm>
            <a:custGeom>
              <a:rect b="b" l="l" r="r" t="t"/>
              <a:pathLst>
                <a:path extrusionOk="0" h="616" w="566">
                  <a:moveTo>
                    <a:pt x="238" y="1"/>
                  </a:moveTo>
                  <a:cubicBezTo>
                    <a:pt x="223" y="4"/>
                    <a:pt x="202" y="13"/>
                    <a:pt x="176" y="25"/>
                  </a:cubicBezTo>
                  <a:cubicBezTo>
                    <a:pt x="150" y="40"/>
                    <a:pt x="125" y="60"/>
                    <a:pt x="98" y="87"/>
                  </a:cubicBezTo>
                  <a:cubicBezTo>
                    <a:pt x="49" y="137"/>
                    <a:pt x="19" y="185"/>
                    <a:pt x="10" y="233"/>
                  </a:cubicBezTo>
                  <a:cubicBezTo>
                    <a:pt x="1" y="281"/>
                    <a:pt x="15" y="324"/>
                    <a:pt x="51" y="360"/>
                  </a:cubicBezTo>
                  <a:cubicBezTo>
                    <a:pt x="72" y="380"/>
                    <a:pt x="96" y="393"/>
                    <a:pt x="120" y="396"/>
                  </a:cubicBezTo>
                  <a:cubicBezTo>
                    <a:pt x="129" y="397"/>
                    <a:pt x="138" y="398"/>
                    <a:pt x="147" y="398"/>
                  </a:cubicBezTo>
                  <a:cubicBezTo>
                    <a:pt x="163" y="398"/>
                    <a:pt x="179" y="396"/>
                    <a:pt x="195" y="393"/>
                  </a:cubicBezTo>
                  <a:cubicBezTo>
                    <a:pt x="221" y="388"/>
                    <a:pt x="246" y="380"/>
                    <a:pt x="272" y="368"/>
                  </a:cubicBezTo>
                  <a:cubicBezTo>
                    <a:pt x="298" y="358"/>
                    <a:pt x="322" y="349"/>
                    <a:pt x="347" y="342"/>
                  </a:cubicBezTo>
                  <a:cubicBezTo>
                    <a:pt x="370" y="335"/>
                    <a:pt x="393" y="332"/>
                    <a:pt x="414" y="332"/>
                  </a:cubicBezTo>
                  <a:cubicBezTo>
                    <a:pt x="434" y="332"/>
                    <a:pt x="453" y="340"/>
                    <a:pt x="468" y="356"/>
                  </a:cubicBezTo>
                  <a:cubicBezTo>
                    <a:pt x="488" y="375"/>
                    <a:pt x="495" y="396"/>
                    <a:pt x="493" y="419"/>
                  </a:cubicBezTo>
                  <a:cubicBezTo>
                    <a:pt x="490" y="442"/>
                    <a:pt x="477" y="465"/>
                    <a:pt x="455" y="487"/>
                  </a:cubicBezTo>
                  <a:cubicBezTo>
                    <a:pt x="442" y="500"/>
                    <a:pt x="428" y="512"/>
                    <a:pt x="413" y="525"/>
                  </a:cubicBezTo>
                  <a:cubicBezTo>
                    <a:pt x="397" y="536"/>
                    <a:pt x="385" y="545"/>
                    <a:pt x="375" y="549"/>
                  </a:cubicBezTo>
                  <a:lnTo>
                    <a:pt x="352" y="543"/>
                  </a:lnTo>
                  <a:lnTo>
                    <a:pt x="290" y="481"/>
                  </a:lnTo>
                  <a:lnTo>
                    <a:pt x="254" y="518"/>
                  </a:lnTo>
                  <a:lnTo>
                    <a:pt x="352" y="616"/>
                  </a:lnTo>
                  <a:cubicBezTo>
                    <a:pt x="371" y="608"/>
                    <a:pt x="392" y="597"/>
                    <a:pt x="414" y="582"/>
                  </a:cubicBezTo>
                  <a:cubicBezTo>
                    <a:pt x="436" y="566"/>
                    <a:pt x="460" y="545"/>
                    <a:pt x="486" y="520"/>
                  </a:cubicBezTo>
                  <a:cubicBezTo>
                    <a:pt x="527" y="478"/>
                    <a:pt x="552" y="435"/>
                    <a:pt x="558" y="393"/>
                  </a:cubicBezTo>
                  <a:cubicBezTo>
                    <a:pt x="565" y="350"/>
                    <a:pt x="552" y="313"/>
                    <a:pt x="520" y="280"/>
                  </a:cubicBezTo>
                  <a:cubicBezTo>
                    <a:pt x="497" y="262"/>
                    <a:pt x="474" y="248"/>
                    <a:pt x="450" y="245"/>
                  </a:cubicBezTo>
                  <a:cubicBezTo>
                    <a:pt x="439" y="243"/>
                    <a:pt x="428" y="242"/>
                    <a:pt x="417" y="242"/>
                  </a:cubicBezTo>
                  <a:cubicBezTo>
                    <a:pt x="403" y="242"/>
                    <a:pt x="389" y="244"/>
                    <a:pt x="374" y="247"/>
                  </a:cubicBezTo>
                  <a:cubicBezTo>
                    <a:pt x="349" y="252"/>
                    <a:pt x="323" y="261"/>
                    <a:pt x="297" y="271"/>
                  </a:cubicBezTo>
                  <a:cubicBezTo>
                    <a:pt x="271" y="280"/>
                    <a:pt x="246" y="290"/>
                    <a:pt x="223" y="298"/>
                  </a:cubicBezTo>
                  <a:cubicBezTo>
                    <a:pt x="200" y="305"/>
                    <a:pt x="178" y="309"/>
                    <a:pt x="158" y="309"/>
                  </a:cubicBezTo>
                  <a:cubicBezTo>
                    <a:pt x="136" y="309"/>
                    <a:pt x="118" y="302"/>
                    <a:pt x="103" y="286"/>
                  </a:cubicBezTo>
                  <a:cubicBezTo>
                    <a:pt x="92" y="274"/>
                    <a:pt x="83" y="262"/>
                    <a:pt x="80" y="247"/>
                  </a:cubicBezTo>
                  <a:cubicBezTo>
                    <a:pt x="76" y="233"/>
                    <a:pt x="76" y="219"/>
                    <a:pt x="78" y="205"/>
                  </a:cubicBezTo>
                  <a:cubicBezTo>
                    <a:pt x="81" y="190"/>
                    <a:pt x="88" y="176"/>
                    <a:pt x="97" y="163"/>
                  </a:cubicBezTo>
                  <a:cubicBezTo>
                    <a:pt x="106" y="148"/>
                    <a:pt x="115" y="134"/>
                    <a:pt x="130" y="119"/>
                  </a:cubicBezTo>
                  <a:cubicBezTo>
                    <a:pt x="144" y="106"/>
                    <a:pt x="160" y="93"/>
                    <a:pt x="174" y="85"/>
                  </a:cubicBezTo>
                  <a:cubicBezTo>
                    <a:pt x="190" y="76"/>
                    <a:pt x="202" y="71"/>
                    <a:pt x="213" y="70"/>
                  </a:cubicBezTo>
                  <a:lnTo>
                    <a:pt x="238" y="73"/>
                  </a:lnTo>
                  <a:lnTo>
                    <a:pt x="305" y="140"/>
                  </a:lnTo>
                  <a:lnTo>
                    <a:pt x="341" y="104"/>
                  </a:lnTo>
                  <a:lnTo>
                    <a:pt x="238"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
            <p:cNvSpPr/>
            <p:nvPr/>
          </p:nvSpPr>
          <p:spPr>
            <a:xfrm>
              <a:off x="4189175" y="4569100"/>
              <a:ext cx="17725" cy="17550"/>
            </a:xfrm>
            <a:custGeom>
              <a:rect b="b" l="l" r="r" t="t"/>
              <a:pathLst>
                <a:path extrusionOk="0" h="702" w="709">
                  <a:moveTo>
                    <a:pt x="312" y="1"/>
                  </a:moveTo>
                  <a:lnTo>
                    <a:pt x="0" y="313"/>
                  </a:lnTo>
                  <a:lnTo>
                    <a:pt x="99" y="413"/>
                  </a:lnTo>
                  <a:lnTo>
                    <a:pt x="135" y="374"/>
                  </a:lnTo>
                  <a:lnTo>
                    <a:pt x="80" y="320"/>
                  </a:lnTo>
                  <a:lnTo>
                    <a:pt x="80" y="297"/>
                  </a:lnTo>
                  <a:lnTo>
                    <a:pt x="228" y="147"/>
                  </a:lnTo>
                  <a:lnTo>
                    <a:pt x="383" y="304"/>
                  </a:lnTo>
                  <a:lnTo>
                    <a:pt x="287" y="399"/>
                  </a:lnTo>
                  <a:lnTo>
                    <a:pt x="269" y="399"/>
                  </a:lnTo>
                  <a:lnTo>
                    <a:pt x="246" y="374"/>
                  </a:lnTo>
                  <a:lnTo>
                    <a:pt x="208" y="411"/>
                  </a:lnTo>
                  <a:lnTo>
                    <a:pt x="307" y="509"/>
                  </a:lnTo>
                  <a:lnTo>
                    <a:pt x="343" y="471"/>
                  </a:lnTo>
                  <a:lnTo>
                    <a:pt x="318" y="449"/>
                  </a:lnTo>
                  <a:lnTo>
                    <a:pt x="318" y="431"/>
                  </a:lnTo>
                  <a:lnTo>
                    <a:pt x="415" y="335"/>
                  </a:lnTo>
                  <a:lnTo>
                    <a:pt x="562" y="482"/>
                  </a:lnTo>
                  <a:lnTo>
                    <a:pt x="422" y="621"/>
                  </a:lnTo>
                  <a:lnTo>
                    <a:pt x="398" y="620"/>
                  </a:lnTo>
                  <a:lnTo>
                    <a:pt x="351" y="570"/>
                  </a:lnTo>
                  <a:lnTo>
                    <a:pt x="313" y="607"/>
                  </a:lnTo>
                  <a:lnTo>
                    <a:pt x="408" y="702"/>
                  </a:lnTo>
                  <a:lnTo>
                    <a:pt x="709" y="399"/>
                  </a:lnTo>
                  <a:lnTo>
                    <a:pt x="677" y="367"/>
                  </a:lnTo>
                  <a:lnTo>
                    <a:pt x="625" y="419"/>
                  </a:lnTo>
                  <a:lnTo>
                    <a:pt x="291" y="85"/>
                  </a:lnTo>
                  <a:lnTo>
                    <a:pt x="343" y="33"/>
                  </a:lnTo>
                  <a:lnTo>
                    <a:pt x="312"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
            <p:cNvSpPr/>
            <p:nvPr/>
          </p:nvSpPr>
          <p:spPr>
            <a:xfrm>
              <a:off x="3830825" y="4572575"/>
              <a:ext cx="15475" cy="13850"/>
            </a:xfrm>
            <a:custGeom>
              <a:rect b="b" l="l" r="r" t="t"/>
              <a:pathLst>
                <a:path extrusionOk="0" h="554" w="619">
                  <a:moveTo>
                    <a:pt x="359" y="1"/>
                  </a:moveTo>
                  <a:cubicBezTo>
                    <a:pt x="322" y="1"/>
                    <a:pt x="288" y="15"/>
                    <a:pt x="259" y="45"/>
                  </a:cubicBezTo>
                  <a:cubicBezTo>
                    <a:pt x="238" y="65"/>
                    <a:pt x="226" y="89"/>
                    <a:pt x="223" y="114"/>
                  </a:cubicBezTo>
                  <a:cubicBezTo>
                    <a:pt x="220" y="137"/>
                    <a:pt x="221" y="162"/>
                    <a:pt x="226" y="188"/>
                  </a:cubicBezTo>
                  <a:cubicBezTo>
                    <a:pt x="231" y="214"/>
                    <a:pt x="238" y="240"/>
                    <a:pt x="250" y="265"/>
                  </a:cubicBezTo>
                  <a:cubicBezTo>
                    <a:pt x="260" y="291"/>
                    <a:pt x="269" y="316"/>
                    <a:pt x="275" y="341"/>
                  </a:cubicBezTo>
                  <a:cubicBezTo>
                    <a:pt x="284" y="363"/>
                    <a:pt x="286" y="387"/>
                    <a:pt x="286" y="408"/>
                  </a:cubicBezTo>
                  <a:cubicBezTo>
                    <a:pt x="286" y="428"/>
                    <a:pt x="278" y="446"/>
                    <a:pt x="263" y="461"/>
                  </a:cubicBezTo>
                  <a:cubicBezTo>
                    <a:pt x="246" y="479"/>
                    <a:pt x="227" y="486"/>
                    <a:pt x="207" y="486"/>
                  </a:cubicBezTo>
                  <a:cubicBezTo>
                    <a:pt x="205" y="486"/>
                    <a:pt x="203" y="486"/>
                    <a:pt x="200" y="486"/>
                  </a:cubicBezTo>
                  <a:cubicBezTo>
                    <a:pt x="176" y="483"/>
                    <a:pt x="154" y="471"/>
                    <a:pt x="131" y="449"/>
                  </a:cubicBezTo>
                  <a:cubicBezTo>
                    <a:pt x="119" y="436"/>
                    <a:pt x="105" y="421"/>
                    <a:pt x="93" y="406"/>
                  </a:cubicBezTo>
                  <a:cubicBezTo>
                    <a:pt x="81" y="390"/>
                    <a:pt x="72" y="378"/>
                    <a:pt x="68" y="369"/>
                  </a:cubicBezTo>
                  <a:lnTo>
                    <a:pt x="73" y="346"/>
                  </a:lnTo>
                  <a:lnTo>
                    <a:pt x="135" y="284"/>
                  </a:lnTo>
                  <a:lnTo>
                    <a:pt x="99" y="248"/>
                  </a:lnTo>
                  <a:lnTo>
                    <a:pt x="1" y="346"/>
                  </a:lnTo>
                  <a:cubicBezTo>
                    <a:pt x="9" y="364"/>
                    <a:pt x="21" y="385"/>
                    <a:pt x="36" y="408"/>
                  </a:cubicBezTo>
                  <a:cubicBezTo>
                    <a:pt x="51" y="429"/>
                    <a:pt x="72" y="454"/>
                    <a:pt x="98" y="480"/>
                  </a:cubicBezTo>
                  <a:cubicBezTo>
                    <a:pt x="139" y="521"/>
                    <a:pt x="181" y="545"/>
                    <a:pt x="224" y="552"/>
                  </a:cubicBezTo>
                  <a:cubicBezTo>
                    <a:pt x="231" y="553"/>
                    <a:pt x="237" y="554"/>
                    <a:pt x="244" y="554"/>
                  </a:cubicBezTo>
                  <a:cubicBezTo>
                    <a:pt x="279" y="554"/>
                    <a:pt x="309" y="540"/>
                    <a:pt x="336" y="513"/>
                  </a:cubicBezTo>
                  <a:cubicBezTo>
                    <a:pt x="358" y="491"/>
                    <a:pt x="371" y="468"/>
                    <a:pt x="375" y="444"/>
                  </a:cubicBezTo>
                  <a:cubicBezTo>
                    <a:pt x="379" y="419"/>
                    <a:pt x="379" y="393"/>
                    <a:pt x="372" y="368"/>
                  </a:cubicBezTo>
                  <a:cubicBezTo>
                    <a:pt x="367" y="342"/>
                    <a:pt x="360" y="316"/>
                    <a:pt x="350" y="290"/>
                  </a:cubicBezTo>
                  <a:cubicBezTo>
                    <a:pt x="339" y="264"/>
                    <a:pt x="330" y="240"/>
                    <a:pt x="322" y="217"/>
                  </a:cubicBezTo>
                  <a:cubicBezTo>
                    <a:pt x="315" y="193"/>
                    <a:pt x="310" y="171"/>
                    <a:pt x="310" y="151"/>
                  </a:cubicBezTo>
                  <a:cubicBezTo>
                    <a:pt x="310" y="130"/>
                    <a:pt x="319" y="112"/>
                    <a:pt x="334" y="96"/>
                  </a:cubicBezTo>
                  <a:cubicBezTo>
                    <a:pt x="346" y="85"/>
                    <a:pt x="358" y="78"/>
                    <a:pt x="372" y="73"/>
                  </a:cubicBezTo>
                  <a:cubicBezTo>
                    <a:pt x="380" y="71"/>
                    <a:pt x="388" y="70"/>
                    <a:pt x="395" y="70"/>
                  </a:cubicBezTo>
                  <a:cubicBezTo>
                    <a:pt x="401" y="70"/>
                    <a:pt x="408" y="71"/>
                    <a:pt x="415" y="72"/>
                  </a:cubicBezTo>
                  <a:cubicBezTo>
                    <a:pt x="429" y="74"/>
                    <a:pt x="444" y="81"/>
                    <a:pt x="458" y="90"/>
                  </a:cubicBezTo>
                  <a:cubicBezTo>
                    <a:pt x="472" y="99"/>
                    <a:pt x="486" y="110"/>
                    <a:pt x="500" y="124"/>
                  </a:cubicBezTo>
                  <a:cubicBezTo>
                    <a:pt x="515" y="137"/>
                    <a:pt x="526" y="153"/>
                    <a:pt x="535" y="167"/>
                  </a:cubicBezTo>
                  <a:cubicBezTo>
                    <a:pt x="544" y="183"/>
                    <a:pt x="550" y="196"/>
                    <a:pt x="551" y="208"/>
                  </a:cubicBezTo>
                  <a:lnTo>
                    <a:pt x="547" y="232"/>
                  </a:lnTo>
                  <a:lnTo>
                    <a:pt x="480" y="299"/>
                  </a:lnTo>
                  <a:lnTo>
                    <a:pt x="516" y="336"/>
                  </a:lnTo>
                  <a:lnTo>
                    <a:pt x="619" y="232"/>
                  </a:lnTo>
                  <a:cubicBezTo>
                    <a:pt x="617" y="217"/>
                    <a:pt x="609" y="196"/>
                    <a:pt x="594" y="170"/>
                  </a:cubicBezTo>
                  <a:cubicBezTo>
                    <a:pt x="578" y="145"/>
                    <a:pt x="558" y="119"/>
                    <a:pt x="531" y="91"/>
                  </a:cubicBezTo>
                  <a:cubicBezTo>
                    <a:pt x="483" y="43"/>
                    <a:pt x="433" y="13"/>
                    <a:pt x="386" y="3"/>
                  </a:cubicBezTo>
                  <a:cubicBezTo>
                    <a:pt x="377" y="2"/>
                    <a:pt x="368" y="1"/>
                    <a:pt x="359"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
            <p:cNvSpPr/>
            <p:nvPr/>
          </p:nvSpPr>
          <p:spPr>
            <a:xfrm>
              <a:off x="3814200" y="4558825"/>
              <a:ext cx="21275" cy="21450"/>
            </a:xfrm>
            <a:custGeom>
              <a:rect b="b" l="l" r="r" t="t"/>
              <a:pathLst>
                <a:path extrusionOk="0" h="858" w="851">
                  <a:moveTo>
                    <a:pt x="541" y="0"/>
                  </a:moveTo>
                  <a:lnTo>
                    <a:pt x="81" y="272"/>
                  </a:lnTo>
                  <a:lnTo>
                    <a:pt x="33" y="223"/>
                  </a:lnTo>
                  <a:lnTo>
                    <a:pt x="0" y="256"/>
                  </a:lnTo>
                  <a:lnTo>
                    <a:pt x="140" y="394"/>
                  </a:lnTo>
                  <a:lnTo>
                    <a:pt x="173" y="362"/>
                  </a:lnTo>
                  <a:lnTo>
                    <a:pt x="123" y="314"/>
                  </a:lnTo>
                  <a:lnTo>
                    <a:pt x="420" y="129"/>
                  </a:lnTo>
                  <a:lnTo>
                    <a:pt x="514" y="70"/>
                  </a:lnTo>
                  <a:lnTo>
                    <a:pt x="516" y="72"/>
                  </a:lnTo>
                  <a:lnTo>
                    <a:pt x="459" y="165"/>
                  </a:lnTo>
                  <a:lnTo>
                    <a:pt x="266" y="520"/>
                  </a:lnTo>
                  <a:lnTo>
                    <a:pt x="308" y="563"/>
                  </a:lnTo>
                  <a:cubicBezTo>
                    <a:pt x="372" y="526"/>
                    <a:pt x="431" y="494"/>
                    <a:pt x="482" y="466"/>
                  </a:cubicBezTo>
                  <a:cubicBezTo>
                    <a:pt x="504" y="454"/>
                    <a:pt x="526" y="442"/>
                    <a:pt x="546" y="429"/>
                  </a:cubicBezTo>
                  <a:cubicBezTo>
                    <a:pt x="567" y="418"/>
                    <a:pt x="586" y="408"/>
                    <a:pt x="603" y="399"/>
                  </a:cubicBezTo>
                  <a:cubicBezTo>
                    <a:pt x="619" y="390"/>
                    <a:pt x="633" y="382"/>
                    <a:pt x="643" y="377"/>
                  </a:cubicBezTo>
                  <a:cubicBezTo>
                    <a:pt x="654" y="371"/>
                    <a:pt x="659" y="368"/>
                    <a:pt x="660" y="368"/>
                  </a:cubicBezTo>
                  <a:lnTo>
                    <a:pt x="759" y="314"/>
                  </a:lnTo>
                  <a:lnTo>
                    <a:pt x="762" y="316"/>
                  </a:lnTo>
                  <a:lnTo>
                    <a:pt x="701" y="407"/>
                  </a:lnTo>
                  <a:lnTo>
                    <a:pt x="519" y="710"/>
                  </a:lnTo>
                  <a:lnTo>
                    <a:pt x="465" y="655"/>
                  </a:lnTo>
                  <a:lnTo>
                    <a:pt x="433" y="687"/>
                  </a:lnTo>
                  <a:lnTo>
                    <a:pt x="603" y="858"/>
                  </a:lnTo>
                  <a:lnTo>
                    <a:pt x="635" y="826"/>
                  </a:lnTo>
                  <a:lnTo>
                    <a:pt x="586" y="777"/>
                  </a:lnTo>
                  <a:lnTo>
                    <a:pt x="851" y="310"/>
                  </a:lnTo>
                  <a:lnTo>
                    <a:pt x="785" y="244"/>
                  </a:lnTo>
                  <a:lnTo>
                    <a:pt x="381" y="470"/>
                  </a:lnTo>
                  <a:lnTo>
                    <a:pt x="381" y="470"/>
                  </a:lnTo>
                  <a:lnTo>
                    <a:pt x="607" y="66"/>
                  </a:lnTo>
                  <a:lnTo>
                    <a:pt x="541"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
            <p:cNvSpPr/>
            <p:nvPr/>
          </p:nvSpPr>
          <p:spPr>
            <a:xfrm>
              <a:off x="3904800" y="4153225"/>
              <a:ext cx="4575" cy="4025"/>
            </a:xfrm>
            <a:custGeom>
              <a:rect b="b" l="l" r="r" t="t"/>
              <a:pathLst>
                <a:path extrusionOk="0" h="161" w="183">
                  <a:moveTo>
                    <a:pt x="91" y="0"/>
                  </a:moveTo>
                  <a:cubicBezTo>
                    <a:pt x="81" y="0"/>
                    <a:pt x="70" y="2"/>
                    <a:pt x="61" y="6"/>
                  </a:cubicBezTo>
                  <a:cubicBezTo>
                    <a:pt x="21" y="24"/>
                    <a:pt x="1" y="71"/>
                    <a:pt x="18" y="111"/>
                  </a:cubicBezTo>
                  <a:cubicBezTo>
                    <a:pt x="30" y="142"/>
                    <a:pt x="61" y="161"/>
                    <a:pt x="92" y="161"/>
                  </a:cubicBezTo>
                  <a:cubicBezTo>
                    <a:pt x="102" y="161"/>
                    <a:pt x="112" y="159"/>
                    <a:pt x="122" y="155"/>
                  </a:cubicBezTo>
                  <a:cubicBezTo>
                    <a:pt x="163" y="138"/>
                    <a:pt x="183" y="91"/>
                    <a:pt x="166" y="50"/>
                  </a:cubicBezTo>
                  <a:cubicBezTo>
                    <a:pt x="154" y="19"/>
                    <a:pt x="123" y="0"/>
                    <a:pt x="91"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
            <p:cNvSpPr/>
            <p:nvPr/>
          </p:nvSpPr>
          <p:spPr>
            <a:xfrm>
              <a:off x="3915625" y="4147800"/>
              <a:ext cx="4550" cy="4025"/>
            </a:xfrm>
            <a:custGeom>
              <a:rect b="b" l="l" r="r" t="t"/>
              <a:pathLst>
                <a:path extrusionOk="0" h="161" w="182">
                  <a:moveTo>
                    <a:pt x="90" y="1"/>
                  </a:moveTo>
                  <a:cubicBezTo>
                    <a:pt x="80" y="1"/>
                    <a:pt x="70" y="2"/>
                    <a:pt x="60" y="6"/>
                  </a:cubicBezTo>
                  <a:cubicBezTo>
                    <a:pt x="19" y="24"/>
                    <a:pt x="0" y="71"/>
                    <a:pt x="17" y="112"/>
                  </a:cubicBezTo>
                  <a:cubicBezTo>
                    <a:pt x="29" y="143"/>
                    <a:pt x="59" y="161"/>
                    <a:pt x="90" y="161"/>
                  </a:cubicBezTo>
                  <a:cubicBezTo>
                    <a:pt x="100" y="161"/>
                    <a:pt x="111" y="159"/>
                    <a:pt x="121" y="155"/>
                  </a:cubicBezTo>
                  <a:cubicBezTo>
                    <a:pt x="162" y="138"/>
                    <a:pt x="182" y="91"/>
                    <a:pt x="165" y="51"/>
                  </a:cubicBezTo>
                  <a:cubicBezTo>
                    <a:pt x="152" y="19"/>
                    <a:pt x="121" y="1"/>
                    <a:pt x="90"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3927050" y="4144000"/>
              <a:ext cx="4575" cy="4050"/>
            </a:xfrm>
            <a:custGeom>
              <a:rect b="b" l="l" r="r" t="t"/>
              <a:pathLst>
                <a:path extrusionOk="0" h="162" w="183">
                  <a:moveTo>
                    <a:pt x="92" y="0"/>
                  </a:moveTo>
                  <a:cubicBezTo>
                    <a:pt x="82" y="0"/>
                    <a:pt x="71" y="2"/>
                    <a:pt x="61" y="7"/>
                  </a:cubicBezTo>
                  <a:cubicBezTo>
                    <a:pt x="20" y="23"/>
                    <a:pt x="0" y="71"/>
                    <a:pt x="18" y="111"/>
                  </a:cubicBezTo>
                  <a:cubicBezTo>
                    <a:pt x="31" y="142"/>
                    <a:pt x="61" y="161"/>
                    <a:pt x="93" y="161"/>
                  </a:cubicBezTo>
                  <a:cubicBezTo>
                    <a:pt x="102" y="161"/>
                    <a:pt x="112" y="159"/>
                    <a:pt x="122" y="155"/>
                  </a:cubicBezTo>
                  <a:cubicBezTo>
                    <a:pt x="163" y="138"/>
                    <a:pt x="183" y="90"/>
                    <a:pt x="165" y="50"/>
                  </a:cubicBezTo>
                  <a:cubicBezTo>
                    <a:pt x="153" y="19"/>
                    <a:pt x="123" y="0"/>
                    <a:pt x="9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a:off x="3770900" y="4300150"/>
              <a:ext cx="4575" cy="4025"/>
            </a:xfrm>
            <a:custGeom>
              <a:rect b="b" l="l" r="r" t="t"/>
              <a:pathLst>
                <a:path extrusionOk="0" h="161" w="183">
                  <a:moveTo>
                    <a:pt x="91" y="1"/>
                  </a:moveTo>
                  <a:cubicBezTo>
                    <a:pt x="59" y="1"/>
                    <a:pt x="30" y="19"/>
                    <a:pt x="18" y="50"/>
                  </a:cubicBezTo>
                  <a:cubicBezTo>
                    <a:pt x="0" y="92"/>
                    <a:pt x="20" y="138"/>
                    <a:pt x="61" y="155"/>
                  </a:cubicBezTo>
                  <a:cubicBezTo>
                    <a:pt x="71" y="159"/>
                    <a:pt x="82" y="161"/>
                    <a:pt x="92" y="161"/>
                  </a:cubicBezTo>
                  <a:cubicBezTo>
                    <a:pt x="124" y="161"/>
                    <a:pt x="153" y="142"/>
                    <a:pt x="166" y="111"/>
                  </a:cubicBezTo>
                  <a:cubicBezTo>
                    <a:pt x="183" y="70"/>
                    <a:pt x="163" y="24"/>
                    <a:pt x="122" y="7"/>
                  </a:cubicBezTo>
                  <a:cubicBezTo>
                    <a:pt x="112" y="3"/>
                    <a:pt x="101" y="1"/>
                    <a:pt x="9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3774700" y="4288700"/>
              <a:ext cx="4575" cy="4050"/>
            </a:xfrm>
            <a:custGeom>
              <a:rect b="b" l="l" r="r" t="t"/>
              <a:pathLst>
                <a:path extrusionOk="0" h="162" w="183">
                  <a:moveTo>
                    <a:pt x="92" y="1"/>
                  </a:moveTo>
                  <a:cubicBezTo>
                    <a:pt x="60" y="1"/>
                    <a:pt x="31" y="19"/>
                    <a:pt x="17" y="50"/>
                  </a:cubicBezTo>
                  <a:cubicBezTo>
                    <a:pt x="1" y="92"/>
                    <a:pt x="20" y="138"/>
                    <a:pt x="62" y="155"/>
                  </a:cubicBezTo>
                  <a:cubicBezTo>
                    <a:pt x="72" y="159"/>
                    <a:pt x="82" y="161"/>
                    <a:pt x="92" y="161"/>
                  </a:cubicBezTo>
                  <a:cubicBezTo>
                    <a:pt x="124" y="161"/>
                    <a:pt x="153" y="142"/>
                    <a:pt x="166" y="111"/>
                  </a:cubicBezTo>
                  <a:cubicBezTo>
                    <a:pt x="182" y="70"/>
                    <a:pt x="164" y="23"/>
                    <a:pt x="123" y="7"/>
                  </a:cubicBezTo>
                  <a:cubicBezTo>
                    <a:pt x="112" y="3"/>
                    <a:pt x="102" y="1"/>
                    <a:pt x="9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
            <p:cNvSpPr/>
            <p:nvPr/>
          </p:nvSpPr>
          <p:spPr>
            <a:xfrm>
              <a:off x="3780100" y="4277925"/>
              <a:ext cx="4575" cy="4050"/>
            </a:xfrm>
            <a:custGeom>
              <a:rect b="b" l="l" r="r" t="t"/>
              <a:pathLst>
                <a:path extrusionOk="0" h="162" w="183">
                  <a:moveTo>
                    <a:pt x="91" y="1"/>
                  </a:moveTo>
                  <a:cubicBezTo>
                    <a:pt x="59" y="1"/>
                    <a:pt x="30" y="20"/>
                    <a:pt x="17" y="51"/>
                  </a:cubicBezTo>
                  <a:cubicBezTo>
                    <a:pt x="0" y="91"/>
                    <a:pt x="20" y="138"/>
                    <a:pt x="61" y="155"/>
                  </a:cubicBezTo>
                  <a:cubicBezTo>
                    <a:pt x="71" y="159"/>
                    <a:pt x="82" y="161"/>
                    <a:pt x="92" y="161"/>
                  </a:cubicBezTo>
                  <a:cubicBezTo>
                    <a:pt x="124" y="161"/>
                    <a:pt x="153" y="143"/>
                    <a:pt x="166" y="112"/>
                  </a:cubicBezTo>
                  <a:cubicBezTo>
                    <a:pt x="182" y="71"/>
                    <a:pt x="162" y="24"/>
                    <a:pt x="121" y="7"/>
                  </a:cubicBezTo>
                  <a:cubicBezTo>
                    <a:pt x="111" y="3"/>
                    <a:pt x="101" y="1"/>
                    <a:pt x="9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3780100" y="4498725"/>
              <a:ext cx="4600" cy="4050"/>
            </a:xfrm>
            <a:custGeom>
              <a:rect b="b" l="l" r="r" t="t"/>
              <a:pathLst>
                <a:path extrusionOk="0" h="162" w="184">
                  <a:moveTo>
                    <a:pt x="91" y="1"/>
                  </a:moveTo>
                  <a:cubicBezTo>
                    <a:pt x="81" y="1"/>
                    <a:pt x="71" y="3"/>
                    <a:pt x="61" y="6"/>
                  </a:cubicBezTo>
                  <a:cubicBezTo>
                    <a:pt x="20" y="24"/>
                    <a:pt x="0" y="71"/>
                    <a:pt x="17" y="112"/>
                  </a:cubicBezTo>
                  <a:cubicBezTo>
                    <a:pt x="29" y="143"/>
                    <a:pt x="60" y="161"/>
                    <a:pt x="91" y="161"/>
                  </a:cubicBezTo>
                  <a:cubicBezTo>
                    <a:pt x="101" y="161"/>
                    <a:pt x="112" y="159"/>
                    <a:pt x="121" y="155"/>
                  </a:cubicBezTo>
                  <a:cubicBezTo>
                    <a:pt x="162" y="139"/>
                    <a:pt x="183" y="91"/>
                    <a:pt x="166" y="51"/>
                  </a:cubicBezTo>
                  <a:cubicBezTo>
                    <a:pt x="153" y="19"/>
                    <a:pt x="122" y="1"/>
                    <a:pt x="9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3774675" y="4487975"/>
              <a:ext cx="4575" cy="4025"/>
            </a:xfrm>
            <a:custGeom>
              <a:rect b="b" l="l" r="r" t="t"/>
              <a:pathLst>
                <a:path extrusionOk="0" h="161" w="183">
                  <a:moveTo>
                    <a:pt x="93" y="0"/>
                  </a:moveTo>
                  <a:cubicBezTo>
                    <a:pt x="82" y="0"/>
                    <a:pt x="72" y="2"/>
                    <a:pt x="62" y="6"/>
                  </a:cubicBezTo>
                  <a:cubicBezTo>
                    <a:pt x="20" y="23"/>
                    <a:pt x="1" y="70"/>
                    <a:pt x="17" y="110"/>
                  </a:cubicBezTo>
                  <a:cubicBezTo>
                    <a:pt x="30" y="142"/>
                    <a:pt x="61" y="161"/>
                    <a:pt x="92" y="161"/>
                  </a:cubicBezTo>
                  <a:cubicBezTo>
                    <a:pt x="102" y="161"/>
                    <a:pt x="112" y="159"/>
                    <a:pt x="121" y="155"/>
                  </a:cubicBezTo>
                  <a:cubicBezTo>
                    <a:pt x="163" y="137"/>
                    <a:pt x="182" y="90"/>
                    <a:pt x="166" y="50"/>
                  </a:cubicBezTo>
                  <a:cubicBezTo>
                    <a:pt x="153" y="18"/>
                    <a:pt x="124" y="0"/>
                    <a:pt x="93"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3770650" y="4476450"/>
              <a:ext cx="4475" cy="4025"/>
            </a:xfrm>
            <a:custGeom>
              <a:rect b="b" l="l" r="r" t="t"/>
              <a:pathLst>
                <a:path extrusionOk="0" h="161" w="179">
                  <a:moveTo>
                    <a:pt x="89" y="0"/>
                  </a:moveTo>
                  <a:cubicBezTo>
                    <a:pt x="70" y="0"/>
                    <a:pt x="50" y="7"/>
                    <a:pt x="35" y="22"/>
                  </a:cubicBezTo>
                  <a:cubicBezTo>
                    <a:pt x="3" y="51"/>
                    <a:pt x="1" y="102"/>
                    <a:pt x="30" y="135"/>
                  </a:cubicBezTo>
                  <a:cubicBezTo>
                    <a:pt x="46" y="152"/>
                    <a:pt x="67" y="160"/>
                    <a:pt x="89" y="160"/>
                  </a:cubicBezTo>
                  <a:cubicBezTo>
                    <a:pt x="108" y="160"/>
                    <a:pt x="128" y="154"/>
                    <a:pt x="143" y="140"/>
                  </a:cubicBezTo>
                  <a:cubicBezTo>
                    <a:pt x="176" y="110"/>
                    <a:pt x="178" y="60"/>
                    <a:pt x="148" y="27"/>
                  </a:cubicBezTo>
                  <a:cubicBezTo>
                    <a:pt x="133" y="9"/>
                    <a:pt x="111" y="0"/>
                    <a:pt x="89"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3927050" y="4632625"/>
              <a:ext cx="4575" cy="4025"/>
            </a:xfrm>
            <a:custGeom>
              <a:rect b="b" l="l" r="r" t="t"/>
              <a:pathLst>
                <a:path extrusionOk="0" h="161" w="183">
                  <a:moveTo>
                    <a:pt x="91" y="1"/>
                  </a:moveTo>
                  <a:cubicBezTo>
                    <a:pt x="60" y="1"/>
                    <a:pt x="30" y="20"/>
                    <a:pt x="18" y="51"/>
                  </a:cubicBezTo>
                  <a:cubicBezTo>
                    <a:pt x="0" y="92"/>
                    <a:pt x="20" y="138"/>
                    <a:pt x="61" y="155"/>
                  </a:cubicBezTo>
                  <a:cubicBezTo>
                    <a:pt x="71" y="159"/>
                    <a:pt x="82" y="161"/>
                    <a:pt x="92" y="161"/>
                  </a:cubicBezTo>
                  <a:cubicBezTo>
                    <a:pt x="124" y="161"/>
                    <a:pt x="153" y="143"/>
                    <a:pt x="165" y="112"/>
                  </a:cubicBezTo>
                  <a:cubicBezTo>
                    <a:pt x="183" y="71"/>
                    <a:pt x="163" y="25"/>
                    <a:pt x="122" y="7"/>
                  </a:cubicBezTo>
                  <a:cubicBezTo>
                    <a:pt x="112" y="3"/>
                    <a:pt x="101" y="1"/>
                    <a:pt x="9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3915625" y="4628850"/>
              <a:ext cx="4550" cy="4050"/>
            </a:xfrm>
            <a:custGeom>
              <a:rect b="b" l="l" r="r" t="t"/>
              <a:pathLst>
                <a:path extrusionOk="0" h="162" w="182">
                  <a:moveTo>
                    <a:pt x="91" y="1"/>
                  </a:moveTo>
                  <a:cubicBezTo>
                    <a:pt x="59" y="1"/>
                    <a:pt x="29" y="20"/>
                    <a:pt x="17" y="51"/>
                  </a:cubicBezTo>
                  <a:cubicBezTo>
                    <a:pt x="0" y="92"/>
                    <a:pt x="19" y="139"/>
                    <a:pt x="60" y="155"/>
                  </a:cubicBezTo>
                  <a:cubicBezTo>
                    <a:pt x="70" y="159"/>
                    <a:pt x="81" y="161"/>
                    <a:pt x="91" y="161"/>
                  </a:cubicBezTo>
                  <a:cubicBezTo>
                    <a:pt x="123" y="161"/>
                    <a:pt x="152" y="143"/>
                    <a:pt x="165" y="112"/>
                  </a:cubicBezTo>
                  <a:cubicBezTo>
                    <a:pt x="182" y="71"/>
                    <a:pt x="161" y="24"/>
                    <a:pt x="121" y="7"/>
                  </a:cubicBezTo>
                  <a:cubicBezTo>
                    <a:pt x="111" y="3"/>
                    <a:pt x="101" y="1"/>
                    <a:pt x="9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3904800" y="4623450"/>
              <a:ext cx="4575" cy="4025"/>
            </a:xfrm>
            <a:custGeom>
              <a:rect b="b" l="l" r="r" t="t"/>
              <a:pathLst>
                <a:path extrusionOk="0" h="161" w="183">
                  <a:moveTo>
                    <a:pt x="92" y="0"/>
                  </a:moveTo>
                  <a:cubicBezTo>
                    <a:pt x="60" y="0"/>
                    <a:pt x="30" y="19"/>
                    <a:pt x="18" y="50"/>
                  </a:cubicBezTo>
                  <a:cubicBezTo>
                    <a:pt x="1" y="92"/>
                    <a:pt x="21" y="138"/>
                    <a:pt x="61" y="155"/>
                  </a:cubicBezTo>
                  <a:cubicBezTo>
                    <a:pt x="71" y="159"/>
                    <a:pt x="81" y="160"/>
                    <a:pt x="91" y="160"/>
                  </a:cubicBezTo>
                  <a:cubicBezTo>
                    <a:pt x="123" y="160"/>
                    <a:pt x="154" y="142"/>
                    <a:pt x="166" y="111"/>
                  </a:cubicBezTo>
                  <a:cubicBezTo>
                    <a:pt x="183" y="70"/>
                    <a:pt x="163" y="24"/>
                    <a:pt x="122" y="6"/>
                  </a:cubicBezTo>
                  <a:cubicBezTo>
                    <a:pt x="112" y="2"/>
                    <a:pt x="102" y="0"/>
                    <a:pt x="9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4125600" y="4623450"/>
              <a:ext cx="4575" cy="4025"/>
            </a:xfrm>
            <a:custGeom>
              <a:rect b="b" l="l" r="r" t="t"/>
              <a:pathLst>
                <a:path extrusionOk="0" h="161" w="183">
                  <a:moveTo>
                    <a:pt x="92" y="0"/>
                  </a:moveTo>
                  <a:cubicBezTo>
                    <a:pt x="82" y="0"/>
                    <a:pt x="72" y="2"/>
                    <a:pt x="62" y="6"/>
                  </a:cubicBezTo>
                  <a:cubicBezTo>
                    <a:pt x="20" y="23"/>
                    <a:pt x="1" y="71"/>
                    <a:pt x="17" y="111"/>
                  </a:cubicBezTo>
                  <a:cubicBezTo>
                    <a:pt x="30" y="142"/>
                    <a:pt x="60" y="161"/>
                    <a:pt x="92" y="161"/>
                  </a:cubicBezTo>
                  <a:cubicBezTo>
                    <a:pt x="102" y="161"/>
                    <a:pt x="112" y="159"/>
                    <a:pt x="122" y="155"/>
                  </a:cubicBezTo>
                  <a:cubicBezTo>
                    <a:pt x="163" y="138"/>
                    <a:pt x="182" y="91"/>
                    <a:pt x="166" y="50"/>
                  </a:cubicBezTo>
                  <a:cubicBezTo>
                    <a:pt x="154" y="19"/>
                    <a:pt x="124" y="0"/>
                    <a:pt x="9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4114825" y="4628850"/>
              <a:ext cx="4600" cy="4050"/>
            </a:xfrm>
            <a:custGeom>
              <a:rect b="b" l="l" r="r" t="t"/>
              <a:pathLst>
                <a:path extrusionOk="0" h="162" w="184">
                  <a:moveTo>
                    <a:pt x="92" y="1"/>
                  </a:moveTo>
                  <a:cubicBezTo>
                    <a:pt x="82" y="1"/>
                    <a:pt x="71" y="3"/>
                    <a:pt x="61" y="7"/>
                  </a:cubicBezTo>
                  <a:cubicBezTo>
                    <a:pt x="20" y="24"/>
                    <a:pt x="1" y="72"/>
                    <a:pt x="18" y="112"/>
                  </a:cubicBezTo>
                  <a:cubicBezTo>
                    <a:pt x="31" y="143"/>
                    <a:pt x="61" y="161"/>
                    <a:pt x="92" y="161"/>
                  </a:cubicBezTo>
                  <a:cubicBezTo>
                    <a:pt x="102" y="161"/>
                    <a:pt x="112" y="159"/>
                    <a:pt x="122" y="155"/>
                  </a:cubicBezTo>
                  <a:cubicBezTo>
                    <a:pt x="163" y="139"/>
                    <a:pt x="183" y="91"/>
                    <a:pt x="166" y="51"/>
                  </a:cubicBezTo>
                  <a:cubicBezTo>
                    <a:pt x="153" y="20"/>
                    <a:pt x="123" y="1"/>
                    <a:pt x="9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
            <p:cNvSpPr/>
            <p:nvPr/>
          </p:nvSpPr>
          <p:spPr>
            <a:xfrm>
              <a:off x="4103400" y="4632625"/>
              <a:ext cx="4575" cy="4050"/>
            </a:xfrm>
            <a:custGeom>
              <a:rect b="b" l="l" r="r" t="t"/>
              <a:pathLst>
                <a:path extrusionOk="0" h="162" w="183">
                  <a:moveTo>
                    <a:pt x="92" y="1"/>
                  </a:moveTo>
                  <a:cubicBezTo>
                    <a:pt x="81" y="1"/>
                    <a:pt x="71" y="3"/>
                    <a:pt x="60" y="7"/>
                  </a:cubicBezTo>
                  <a:cubicBezTo>
                    <a:pt x="19" y="24"/>
                    <a:pt x="0" y="71"/>
                    <a:pt x="17" y="112"/>
                  </a:cubicBezTo>
                  <a:cubicBezTo>
                    <a:pt x="29" y="143"/>
                    <a:pt x="59" y="161"/>
                    <a:pt x="90" y="161"/>
                  </a:cubicBezTo>
                  <a:cubicBezTo>
                    <a:pt x="101" y="161"/>
                    <a:pt x="111" y="159"/>
                    <a:pt x="121" y="155"/>
                  </a:cubicBezTo>
                  <a:cubicBezTo>
                    <a:pt x="162" y="138"/>
                    <a:pt x="182" y="91"/>
                    <a:pt x="166" y="51"/>
                  </a:cubicBezTo>
                  <a:cubicBezTo>
                    <a:pt x="152" y="20"/>
                    <a:pt x="123" y="1"/>
                    <a:pt x="9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
            <p:cNvSpPr/>
            <p:nvPr/>
          </p:nvSpPr>
          <p:spPr>
            <a:xfrm>
              <a:off x="4259525" y="4476525"/>
              <a:ext cx="4600" cy="4025"/>
            </a:xfrm>
            <a:custGeom>
              <a:rect b="b" l="l" r="r" t="t"/>
              <a:pathLst>
                <a:path extrusionOk="0" h="161" w="184">
                  <a:moveTo>
                    <a:pt x="92" y="0"/>
                  </a:moveTo>
                  <a:cubicBezTo>
                    <a:pt x="61" y="0"/>
                    <a:pt x="31" y="19"/>
                    <a:pt x="18" y="50"/>
                  </a:cubicBezTo>
                  <a:cubicBezTo>
                    <a:pt x="1" y="90"/>
                    <a:pt x="20" y="138"/>
                    <a:pt x="62" y="155"/>
                  </a:cubicBezTo>
                  <a:cubicBezTo>
                    <a:pt x="71" y="159"/>
                    <a:pt x="82" y="161"/>
                    <a:pt x="92" y="161"/>
                  </a:cubicBezTo>
                  <a:cubicBezTo>
                    <a:pt x="123" y="161"/>
                    <a:pt x="153" y="142"/>
                    <a:pt x="166" y="110"/>
                  </a:cubicBezTo>
                  <a:cubicBezTo>
                    <a:pt x="183" y="69"/>
                    <a:pt x="164" y="23"/>
                    <a:pt x="122" y="6"/>
                  </a:cubicBezTo>
                  <a:cubicBezTo>
                    <a:pt x="113" y="2"/>
                    <a:pt x="102" y="0"/>
                    <a:pt x="9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4255750" y="4487975"/>
              <a:ext cx="4550" cy="4025"/>
            </a:xfrm>
            <a:custGeom>
              <a:rect b="b" l="l" r="r" t="t"/>
              <a:pathLst>
                <a:path extrusionOk="0" h="161" w="182">
                  <a:moveTo>
                    <a:pt x="90" y="0"/>
                  </a:moveTo>
                  <a:cubicBezTo>
                    <a:pt x="58" y="0"/>
                    <a:pt x="29" y="18"/>
                    <a:pt x="17" y="50"/>
                  </a:cubicBezTo>
                  <a:cubicBezTo>
                    <a:pt x="0" y="90"/>
                    <a:pt x="20" y="137"/>
                    <a:pt x="61" y="155"/>
                  </a:cubicBezTo>
                  <a:cubicBezTo>
                    <a:pt x="71" y="159"/>
                    <a:pt x="81" y="161"/>
                    <a:pt x="91" y="161"/>
                  </a:cubicBezTo>
                  <a:cubicBezTo>
                    <a:pt x="123" y="161"/>
                    <a:pt x="153" y="142"/>
                    <a:pt x="165" y="110"/>
                  </a:cubicBezTo>
                  <a:cubicBezTo>
                    <a:pt x="182" y="69"/>
                    <a:pt x="162" y="23"/>
                    <a:pt x="121" y="6"/>
                  </a:cubicBezTo>
                  <a:cubicBezTo>
                    <a:pt x="111" y="2"/>
                    <a:pt x="100" y="0"/>
                    <a:pt x="90"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4250350" y="4498725"/>
              <a:ext cx="4550" cy="4050"/>
            </a:xfrm>
            <a:custGeom>
              <a:rect b="b" l="l" r="r" t="t"/>
              <a:pathLst>
                <a:path extrusionOk="0" h="162" w="182">
                  <a:moveTo>
                    <a:pt x="92" y="1"/>
                  </a:moveTo>
                  <a:cubicBezTo>
                    <a:pt x="60" y="1"/>
                    <a:pt x="30" y="19"/>
                    <a:pt x="17" y="51"/>
                  </a:cubicBezTo>
                  <a:cubicBezTo>
                    <a:pt x="0" y="92"/>
                    <a:pt x="20" y="139"/>
                    <a:pt x="61" y="155"/>
                  </a:cubicBezTo>
                  <a:cubicBezTo>
                    <a:pt x="71" y="159"/>
                    <a:pt x="82" y="161"/>
                    <a:pt x="92" y="161"/>
                  </a:cubicBezTo>
                  <a:cubicBezTo>
                    <a:pt x="124" y="161"/>
                    <a:pt x="153" y="143"/>
                    <a:pt x="165" y="112"/>
                  </a:cubicBezTo>
                  <a:cubicBezTo>
                    <a:pt x="182" y="71"/>
                    <a:pt x="163" y="24"/>
                    <a:pt x="122" y="6"/>
                  </a:cubicBezTo>
                  <a:cubicBezTo>
                    <a:pt x="112" y="3"/>
                    <a:pt x="102" y="1"/>
                    <a:pt x="9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4250325" y="4277925"/>
              <a:ext cx="4550" cy="4050"/>
            </a:xfrm>
            <a:custGeom>
              <a:rect b="b" l="l" r="r" t="t"/>
              <a:pathLst>
                <a:path extrusionOk="0" h="162" w="182">
                  <a:moveTo>
                    <a:pt x="91" y="1"/>
                  </a:moveTo>
                  <a:cubicBezTo>
                    <a:pt x="81" y="1"/>
                    <a:pt x="71" y="3"/>
                    <a:pt x="61" y="7"/>
                  </a:cubicBezTo>
                  <a:cubicBezTo>
                    <a:pt x="20" y="24"/>
                    <a:pt x="0" y="71"/>
                    <a:pt x="17" y="112"/>
                  </a:cubicBezTo>
                  <a:cubicBezTo>
                    <a:pt x="29" y="143"/>
                    <a:pt x="60" y="161"/>
                    <a:pt x="91" y="161"/>
                  </a:cubicBezTo>
                  <a:cubicBezTo>
                    <a:pt x="101" y="161"/>
                    <a:pt x="111" y="159"/>
                    <a:pt x="121" y="155"/>
                  </a:cubicBezTo>
                  <a:cubicBezTo>
                    <a:pt x="162" y="139"/>
                    <a:pt x="182" y="91"/>
                    <a:pt x="165" y="51"/>
                  </a:cubicBezTo>
                  <a:cubicBezTo>
                    <a:pt x="153" y="20"/>
                    <a:pt x="122" y="1"/>
                    <a:pt x="9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
            <p:cNvSpPr/>
            <p:nvPr/>
          </p:nvSpPr>
          <p:spPr>
            <a:xfrm>
              <a:off x="4255775" y="4288700"/>
              <a:ext cx="4550" cy="4050"/>
            </a:xfrm>
            <a:custGeom>
              <a:rect b="b" l="l" r="r" t="t"/>
              <a:pathLst>
                <a:path extrusionOk="0" h="162" w="182">
                  <a:moveTo>
                    <a:pt x="91" y="1"/>
                  </a:moveTo>
                  <a:cubicBezTo>
                    <a:pt x="81" y="1"/>
                    <a:pt x="71" y="3"/>
                    <a:pt x="61" y="7"/>
                  </a:cubicBezTo>
                  <a:cubicBezTo>
                    <a:pt x="20" y="23"/>
                    <a:pt x="0" y="71"/>
                    <a:pt x="17" y="111"/>
                  </a:cubicBezTo>
                  <a:cubicBezTo>
                    <a:pt x="30" y="142"/>
                    <a:pt x="59" y="161"/>
                    <a:pt x="91" y="161"/>
                  </a:cubicBezTo>
                  <a:cubicBezTo>
                    <a:pt x="101" y="161"/>
                    <a:pt x="112" y="159"/>
                    <a:pt x="122" y="155"/>
                  </a:cubicBezTo>
                  <a:cubicBezTo>
                    <a:pt x="163" y="138"/>
                    <a:pt x="182" y="90"/>
                    <a:pt x="165" y="50"/>
                  </a:cubicBezTo>
                  <a:cubicBezTo>
                    <a:pt x="153" y="19"/>
                    <a:pt x="123" y="1"/>
                    <a:pt x="9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4259525" y="4300150"/>
              <a:ext cx="4600" cy="4025"/>
            </a:xfrm>
            <a:custGeom>
              <a:rect b="b" l="l" r="r" t="t"/>
              <a:pathLst>
                <a:path extrusionOk="0" h="161" w="184">
                  <a:moveTo>
                    <a:pt x="92" y="1"/>
                  </a:moveTo>
                  <a:cubicBezTo>
                    <a:pt x="82" y="1"/>
                    <a:pt x="72" y="3"/>
                    <a:pt x="62" y="7"/>
                  </a:cubicBezTo>
                  <a:cubicBezTo>
                    <a:pt x="21" y="24"/>
                    <a:pt x="1" y="70"/>
                    <a:pt x="18" y="111"/>
                  </a:cubicBezTo>
                  <a:cubicBezTo>
                    <a:pt x="31" y="142"/>
                    <a:pt x="61" y="161"/>
                    <a:pt x="92" y="161"/>
                  </a:cubicBezTo>
                  <a:cubicBezTo>
                    <a:pt x="102" y="161"/>
                    <a:pt x="112" y="159"/>
                    <a:pt x="122" y="155"/>
                  </a:cubicBezTo>
                  <a:cubicBezTo>
                    <a:pt x="164" y="138"/>
                    <a:pt x="183" y="91"/>
                    <a:pt x="166" y="50"/>
                  </a:cubicBezTo>
                  <a:cubicBezTo>
                    <a:pt x="153" y="19"/>
                    <a:pt x="124" y="1"/>
                    <a:pt x="9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
            <p:cNvSpPr/>
            <p:nvPr/>
          </p:nvSpPr>
          <p:spPr>
            <a:xfrm>
              <a:off x="4103400" y="4144000"/>
              <a:ext cx="4575" cy="4050"/>
            </a:xfrm>
            <a:custGeom>
              <a:rect b="b" l="l" r="r" t="t"/>
              <a:pathLst>
                <a:path extrusionOk="0" h="162" w="183">
                  <a:moveTo>
                    <a:pt x="90" y="0"/>
                  </a:moveTo>
                  <a:cubicBezTo>
                    <a:pt x="59" y="0"/>
                    <a:pt x="29" y="19"/>
                    <a:pt x="17" y="50"/>
                  </a:cubicBezTo>
                  <a:cubicBezTo>
                    <a:pt x="0" y="91"/>
                    <a:pt x="19" y="138"/>
                    <a:pt x="60" y="155"/>
                  </a:cubicBezTo>
                  <a:cubicBezTo>
                    <a:pt x="70" y="159"/>
                    <a:pt x="80" y="161"/>
                    <a:pt x="90" y="161"/>
                  </a:cubicBezTo>
                  <a:cubicBezTo>
                    <a:pt x="122" y="161"/>
                    <a:pt x="152" y="142"/>
                    <a:pt x="166" y="111"/>
                  </a:cubicBezTo>
                  <a:cubicBezTo>
                    <a:pt x="182" y="70"/>
                    <a:pt x="162" y="23"/>
                    <a:pt x="121" y="7"/>
                  </a:cubicBezTo>
                  <a:cubicBezTo>
                    <a:pt x="111" y="2"/>
                    <a:pt x="100" y="0"/>
                    <a:pt x="90"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
            <p:cNvSpPr/>
            <p:nvPr/>
          </p:nvSpPr>
          <p:spPr>
            <a:xfrm>
              <a:off x="4114825" y="4147800"/>
              <a:ext cx="4600" cy="4025"/>
            </a:xfrm>
            <a:custGeom>
              <a:rect b="b" l="l" r="r" t="t"/>
              <a:pathLst>
                <a:path extrusionOk="0" h="161" w="184">
                  <a:moveTo>
                    <a:pt x="92" y="1"/>
                  </a:moveTo>
                  <a:cubicBezTo>
                    <a:pt x="60" y="1"/>
                    <a:pt x="31" y="19"/>
                    <a:pt x="18" y="51"/>
                  </a:cubicBezTo>
                  <a:cubicBezTo>
                    <a:pt x="1" y="91"/>
                    <a:pt x="20" y="138"/>
                    <a:pt x="61" y="155"/>
                  </a:cubicBezTo>
                  <a:cubicBezTo>
                    <a:pt x="72" y="159"/>
                    <a:pt x="82" y="161"/>
                    <a:pt x="92" y="161"/>
                  </a:cubicBezTo>
                  <a:cubicBezTo>
                    <a:pt x="124" y="161"/>
                    <a:pt x="153" y="143"/>
                    <a:pt x="166" y="112"/>
                  </a:cubicBezTo>
                  <a:cubicBezTo>
                    <a:pt x="183" y="70"/>
                    <a:pt x="164" y="24"/>
                    <a:pt x="122" y="6"/>
                  </a:cubicBezTo>
                  <a:cubicBezTo>
                    <a:pt x="112" y="2"/>
                    <a:pt x="102" y="1"/>
                    <a:pt x="9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a:off x="4125600" y="4153225"/>
              <a:ext cx="4575" cy="4025"/>
            </a:xfrm>
            <a:custGeom>
              <a:rect b="b" l="l" r="r" t="t"/>
              <a:pathLst>
                <a:path extrusionOk="0" h="161" w="183">
                  <a:moveTo>
                    <a:pt x="91" y="0"/>
                  </a:moveTo>
                  <a:cubicBezTo>
                    <a:pt x="60" y="0"/>
                    <a:pt x="30" y="19"/>
                    <a:pt x="17" y="50"/>
                  </a:cubicBezTo>
                  <a:cubicBezTo>
                    <a:pt x="1" y="91"/>
                    <a:pt x="21" y="138"/>
                    <a:pt x="62" y="155"/>
                  </a:cubicBezTo>
                  <a:cubicBezTo>
                    <a:pt x="72" y="159"/>
                    <a:pt x="82" y="161"/>
                    <a:pt x="93" y="161"/>
                  </a:cubicBezTo>
                  <a:cubicBezTo>
                    <a:pt x="124" y="161"/>
                    <a:pt x="153" y="142"/>
                    <a:pt x="166" y="111"/>
                  </a:cubicBezTo>
                  <a:cubicBezTo>
                    <a:pt x="182" y="70"/>
                    <a:pt x="163" y="24"/>
                    <a:pt x="122" y="6"/>
                  </a:cubicBezTo>
                  <a:cubicBezTo>
                    <a:pt x="112" y="2"/>
                    <a:pt x="101" y="0"/>
                    <a:pt x="91"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 name="Google Shape;170;p3"/>
          <p:cNvGrpSpPr/>
          <p:nvPr/>
        </p:nvGrpSpPr>
        <p:grpSpPr>
          <a:xfrm>
            <a:off x="6705442" y="4469956"/>
            <a:ext cx="2042905" cy="1332627"/>
            <a:chOff x="1705450" y="1644825"/>
            <a:chExt cx="1313850" cy="857050"/>
          </a:xfrm>
        </p:grpSpPr>
        <p:sp>
          <p:nvSpPr>
            <p:cNvPr id="171" name="Google Shape;171;p3"/>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3"/>
          <p:cNvGrpSpPr/>
          <p:nvPr/>
        </p:nvGrpSpPr>
        <p:grpSpPr>
          <a:xfrm rot="1171274">
            <a:off x="-675362" y="4196983"/>
            <a:ext cx="1795443" cy="1957727"/>
            <a:chOff x="3411450" y="423950"/>
            <a:chExt cx="565625" cy="616750"/>
          </a:xfrm>
        </p:grpSpPr>
        <p:sp>
          <p:nvSpPr>
            <p:cNvPr id="222" name="Google Shape;222;p3"/>
            <p:cNvSpPr/>
            <p:nvPr/>
          </p:nvSpPr>
          <p:spPr>
            <a:xfrm>
              <a:off x="3411450" y="423950"/>
              <a:ext cx="565625" cy="616750"/>
            </a:xfrm>
            <a:custGeom>
              <a:rect b="b" l="l" r="r" t="t"/>
              <a:pathLst>
                <a:path extrusionOk="0" h="24670" w="22625">
                  <a:moveTo>
                    <a:pt x="6547" y="1"/>
                  </a:moveTo>
                  <a:cubicBezTo>
                    <a:pt x="6544" y="1"/>
                    <a:pt x="6542" y="1"/>
                    <a:pt x="6539" y="1"/>
                  </a:cubicBezTo>
                  <a:cubicBezTo>
                    <a:pt x="6337" y="10"/>
                    <a:pt x="6133" y="33"/>
                    <a:pt x="5934" y="69"/>
                  </a:cubicBezTo>
                  <a:cubicBezTo>
                    <a:pt x="5854" y="83"/>
                    <a:pt x="5801" y="161"/>
                    <a:pt x="5816" y="241"/>
                  </a:cubicBezTo>
                  <a:cubicBezTo>
                    <a:pt x="5828" y="311"/>
                    <a:pt x="5890" y="362"/>
                    <a:pt x="5960" y="362"/>
                  </a:cubicBezTo>
                  <a:cubicBezTo>
                    <a:pt x="5970" y="362"/>
                    <a:pt x="5978" y="361"/>
                    <a:pt x="5987" y="361"/>
                  </a:cubicBezTo>
                  <a:cubicBezTo>
                    <a:pt x="6173" y="327"/>
                    <a:pt x="6364" y="305"/>
                    <a:pt x="6554" y="296"/>
                  </a:cubicBezTo>
                  <a:cubicBezTo>
                    <a:pt x="6634" y="293"/>
                    <a:pt x="6698" y="223"/>
                    <a:pt x="6694" y="141"/>
                  </a:cubicBezTo>
                  <a:cubicBezTo>
                    <a:pt x="6690" y="63"/>
                    <a:pt x="6625" y="1"/>
                    <a:pt x="6547" y="1"/>
                  </a:cubicBezTo>
                  <a:close/>
                  <a:moveTo>
                    <a:pt x="7430" y="47"/>
                  </a:moveTo>
                  <a:cubicBezTo>
                    <a:pt x="7359" y="47"/>
                    <a:pt x="7295" y="99"/>
                    <a:pt x="7283" y="171"/>
                  </a:cubicBezTo>
                  <a:cubicBezTo>
                    <a:pt x="7271" y="253"/>
                    <a:pt x="7326" y="327"/>
                    <a:pt x="7406" y="340"/>
                  </a:cubicBezTo>
                  <a:cubicBezTo>
                    <a:pt x="7595" y="370"/>
                    <a:pt x="7781" y="412"/>
                    <a:pt x="7961" y="466"/>
                  </a:cubicBezTo>
                  <a:cubicBezTo>
                    <a:pt x="7974" y="470"/>
                    <a:pt x="7989" y="473"/>
                    <a:pt x="8003" y="473"/>
                  </a:cubicBezTo>
                  <a:cubicBezTo>
                    <a:pt x="8066" y="473"/>
                    <a:pt x="8124" y="431"/>
                    <a:pt x="8145" y="368"/>
                  </a:cubicBezTo>
                  <a:cubicBezTo>
                    <a:pt x="8169" y="290"/>
                    <a:pt x="8124" y="207"/>
                    <a:pt x="8046" y="184"/>
                  </a:cubicBezTo>
                  <a:cubicBezTo>
                    <a:pt x="7855" y="126"/>
                    <a:pt x="7654" y="79"/>
                    <a:pt x="7452" y="48"/>
                  </a:cubicBezTo>
                  <a:cubicBezTo>
                    <a:pt x="7445" y="47"/>
                    <a:pt x="7437" y="47"/>
                    <a:pt x="7430" y="47"/>
                  </a:cubicBezTo>
                  <a:close/>
                  <a:moveTo>
                    <a:pt x="5110" y="307"/>
                  </a:moveTo>
                  <a:cubicBezTo>
                    <a:pt x="5093" y="307"/>
                    <a:pt x="5076" y="310"/>
                    <a:pt x="5059" y="317"/>
                  </a:cubicBezTo>
                  <a:cubicBezTo>
                    <a:pt x="4872" y="387"/>
                    <a:pt x="4686" y="469"/>
                    <a:pt x="4504" y="559"/>
                  </a:cubicBezTo>
                  <a:cubicBezTo>
                    <a:pt x="4432" y="595"/>
                    <a:pt x="4402" y="685"/>
                    <a:pt x="4438" y="757"/>
                  </a:cubicBezTo>
                  <a:cubicBezTo>
                    <a:pt x="4464" y="809"/>
                    <a:pt x="4516" y="838"/>
                    <a:pt x="4569" y="838"/>
                  </a:cubicBezTo>
                  <a:cubicBezTo>
                    <a:pt x="4592" y="838"/>
                    <a:pt x="4615" y="832"/>
                    <a:pt x="4636" y="824"/>
                  </a:cubicBezTo>
                  <a:cubicBezTo>
                    <a:pt x="4809" y="737"/>
                    <a:pt x="4985" y="660"/>
                    <a:pt x="5162" y="593"/>
                  </a:cubicBezTo>
                  <a:cubicBezTo>
                    <a:pt x="5239" y="564"/>
                    <a:pt x="5276" y="480"/>
                    <a:pt x="5248" y="403"/>
                  </a:cubicBezTo>
                  <a:cubicBezTo>
                    <a:pt x="5226" y="343"/>
                    <a:pt x="5170" y="307"/>
                    <a:pt x="5110" y="307"/>
                  </a:cubicBezTo>
                  <a:close/>
                  <a:moveTo>
                    <a:pt x="8813" y="528"/>
                  </a:moveTo>
                  <a:cubicBezTo>
                    <a:pt x="8762" y="528"/>
                    <a:pt x="8712" y="555"/>
                    <a:pt x="8685" y="602"/>
                  </a:cubicBezTo>
                  <a:cubicBezTo>
                    <a:pt x="8645" y="672"/>
                    <a:pt x="8669" y="762"/>
                    <a:pt x="8740" y="804"/>
                  </a:cubicBezTo>
                  <a:cubicBezTo>
                    <a:pt x="8905" y="897"/>
                    <a:pt x="9061" y="1006"/>
                    <a:pt x="9204" y="1124"/>
                  </a:cubicBezTo>
                  <a:cubicBezTo>
                    <a:pt x="9232" y="1146"/>
                    <a:pt x="9264" y="1157"/>
                    <a:pt x="9298" y="1157"/>
                  </a:cubicBezTo>
                  <a:cubicBezTo>
                    <a:pt x="9340" y="1157"/>
                    <a:pt x="9382" y="1140"/>
                    <a:pt x="9410" y="1105"/>
                  </a:cubicBezTo>
                  <a:cubicBezTo>
                    <a:pt x="9462" y="1042"/>
                    <a:pt x="9454" y="949"/>
                    <a:pt x="9391" y="897"/>
                  </a:cubicBezTo>
                  <a:cubicBezTo>
                    <a:pt x="9235" y="768"/>
                    <a:pt x="9066" y="651"/>
                    <a:pt x="8886" y="548"/>
                  </a:cubicBezTo>
                  <a:cubicBezTo>
                    <a:pt x="8863" y="534"/>
                    <a:pt x="8838" y="528"/>
                    <a:pt x="8813" y="528"/>
                  </a:cubicBezTo>
                  <a:close/>
                  <a:moveTo>
                    <a:pt x="3809" y="993"/>
                  </a:moveTo>
                  <a:cubicBezTo>
                    <a:pt x="3780" y="993"/>
                    <a:pt x="3751" y="1002"/>
                    <a:pt x="3725" y="1020"/>
                  </a:cubicBezTo>
                  <a:cubicBezTo>
                    <a:pt x="3560" y="1135"/>
                    <a:pt x="3398" y="1257"/>
                    <a:pt x="3246" y="1386"/>
                  </a:cubicBezTo>
                  <a:cubicBezTo>
                    <a:pt x="3184" y="1439"/>
                    <a:pt x="3175" y="1532"/>
                    <a:pt x="3227" y="1594"/>
                  </a:cubicBezTo>
                  <a:cubicBezTo>
                    <a:pt x="3257" y="1629"/>
                    <a:pt x="3298" y="1646"/>
                    <a:pt x="3341" y="1646"/>
                  </a:cubicBezTo>
                  <a:cubicBezTo>
                    <a:pt x="3375" y="1646"/>
                    <a:pt x="3408" y="1635"/>
                    <a:pt x="3435" y="1611"/>
                  </a:cubicBezTo>
                  <a:cubicBezTo>
                    <a:pt x="3581" y="1490"/>
                    <a:pt x="3736" y="1372"/>
                    <a:pt x="3893" y="1263"/>
                  </a:cubicBezTo>
                  <a:cubicBezTo>
                    <a:pt x="3960" y="1215"/>
                    <a:pt x="3976" y="1124"/>
                    <a:pt x="3930" y="1057"/>
                  </a:cubicBezTo>
                  <a:cubicBezTo>
                    <a:pt x="3901" y="1016"/>
                    <a:pt x="3856" y="993"/>
                    <a:pt x="3809" y="993"/>
                  </a:cubicBezTo>
                  <a:close/>
                  <a:moveTo>
                    <a:pt x="9902" y="1503"/>
                  </a:moveTo>
                  <a:cubicBezTo>
                    <a:pt x="9871" y="1503"/>
                    <a:pt x="9840" y="1513"/>
                    <a:pt x="9814" y="1533"/>
                  </a:cubicBezTo>
                  <a:cubicBezTo>
                    <a:pt x="9749" y="1581"/>
                    <a:pt x="9737" y="1675"/>
                    <a:pt x="9785" y="1739"/>
                  </a:cubicBezTo>
                  <a:cubicBezTo>
                    <a:pt x="9894" y="1884"/>
                    <a:pt x="10000" y="2040"/>
                    <a:pt x="10105" y="2217"/>
                  </a:cubicBezTo>
                  <a:cubicBezTo>
                    <a:pt x="10133" y="2263"/>
                    <a:pt x="10181" y="2289"/>
                    <a:pt x="10232" y="2289"/>
                  </a:cubicBezTo>
                  <a:cubicBezTo>
                    <a:pt x="10258" y="2289"/>
                    <a:pt x="10283" y="2282"/>
                    <a:pt x="10306" y="2267"/>
                  </a:cubicBezTo>
                  <a:cubicBezTo>
                    <a:pt x="10376" y="2224"/>
                    <a:pt x="10398" y="2134"/>
                    <a:pt x="10357" y="2064"/>
                  </a:cubicBezTo>
                  <a:cubicBezTo>
                    <a:pt x="10245" y="1879"/>
                    <a:pt x="10136" y="1715"/>
                    <a:pt x="10020" y="1562"/>
                  </a:cubicBezTo>
                  <a:cubicBezTo>
                    <a:pt x="9991" y="1523"/>
                    <a:pt x="9947" y="1503"/>
                    <a:pt x="9902" y="1503"/>
                  </a:cubicBezTo>
                  <a:close/>
                  <a:moveTo>
                    <a:pt x="2706" y="1968"/>
                  </a:moveTo>
                  <a:cubicBezTo>
                    <a:pt x="2665" y="1968"/>
                    <a:pt x="2625" y="1984"/>
                    <a:pt x="2597" y="2017"/>
                  </a:cubicBezTo>
                  <a:cubicBezTo>
                    <a:pt x="2462" y="2169"/>
                    <a:pt x="2335" y="2327"/>
                    <a:pt x="2219" y="2488"/>
                  </a:cubicBezTo>
                  <a:cubicBezTo>
                    <a:pt x="2171" y="2555"/>
                    <a:pt x="2186" y="2647"/>
                    <a:pt x="2252" y="2695"/>
                  </a:cubicBezTo>
                  <a:cubicBezTo>
                    <a:pt x="2278" y="2713"/>
                    <a:pt x="2308" y="2723"/>
                    <a:pt x="2338" y="2723"/>
                  </a:cubicBezTo>
                  <a:cubicBezTo>
                    <a:pt x="2382" y="2723"/>
                    <a:pt x="2428" y="2702"/>
                    <a:pt x="2457" y="2662"/>
                  </a:cubicBezTo>
                  <a:cubicBezTo>
                    <a:pt x="2567" y="2508"/>
                    <a:pt x="2687" y="2357"/>
                    <a:pt x="2815" y="2213"/>
                  </a:cubicBezTo>
                  <a:cubicBezTo>
                    <a:pt x="2870" y="2152"/>
                    <a:pt x="2865" y="2059"/>
                    <a:pt x="2804" y="2006"/>
                  </a:cubicBezTo>
                  <a:cubicBezTo>
                    <a:pt x="2776" y="1980"/>
                    <a:pt x="2741" y="1968"/>
                    <a:pt x="2706" y="1968"/>
                  </a:cubicBezTo>
                  <a:close/>
                  <a:moveTo>
                    <a:pt x="10647" y="2775"/>
                  </a:moveTo>
                  <a:cubicBezTo>
                    <a:pt x="10625" y="2775"/>
                    <a:pt x="10603" y="2780"/>
                    <a:pt x="10583" y="2790"/>
                  </a:cubicBezTo>
                  <a:cubicBezTo>
                    <a:pt x="10509" y="2826"/>
                    <a:pt x="10479" y="2913"/>
                    <a:pt x="10514" y="2987"/>
                  </a:cubicBezTo>
                  <a:cubicBezTo>
                    <a:pt x="10599" y="3163"/>
                    <a:pt x="10682" y="3342"/>
                    <a:pt x="10763" y="3519"/>
                  </a:cubicBezTo>
                  <a:cubicBezTo>
                    <a:pt x="10788" y="3574"/>
                    <a:pt x="10842" y="3606"/>
                    <a:pt x="10897" y="3606"/>
                  </a:cubicBezTo>
                  <a:cubicBezTo>
                    <a:pt x="10918" y="3606"/>
                    <a:pt x="10939" y="3602"/>
                    <a:pt x="10959" y="3590"/>
                  </a:cubicBezTo>
                  <a:cubicBezTo>
                    <a:pt x="11032" y="3555"/>
                    <a:pt x="11064" y="3468"/>
                    <a:pt x="11031" y="3394"/>
                  </a:cubicBezTo>
                  <a:cubicBezTo>
                    <a:pt x="10949" y="3215"/>
                    <a:pt x="10865" y="3035"/>
                    <a:pt x="10780" y="2858"/>
                  </a:cubicBezTo>
                  <a:cubicBezTo>
                    <a:pt x="10754" y="2805"/>
                    <a:pt x="10701" y="2775"/>
                    <a:pt x="10647" y="2775"/>
                  </a:cubicBezTo>
                  <a:close/>
                  <a:moveTo>
                    <a:pt x="1887" y="3186"/>
                  </a:moveTo>
                  <a:cubicBezTo>
                    <a:pt x="1832" y="3186"/>
                    <a:pt x="1778" y="3217"/>
                    <a:pt x="1753" y="3270"/>
                  </a:cubicBezTo>
                  <a:cubicBezTo>
                    <a:pt x="1664" y="3456"/>
                    <a:pt x="1588" y="3647"/>
                    <a:pt x="1528" y="3837"/>
                  </a:cubicBezTo>
                  <a:cubicBezTo>
                    <a:pt x="1503" y="3914"/>
                    <a:pt x="1545" y="3998"/>
                    <a:pt x="1623" y="4023"/>
                  </a:cubicBezTo>
                  <a:cubicBezTo>
                    <a:pt x="1638" y="4027"/>
                    <a:pt x="1653" y="4030"/>
                    <a:pt x="1668" y="4030"/>
                  </a:cubicBezTo>
                  <a:cubicBezTo>
                    <a:pt x="1730" y="4030"/>
                    <a:pt x="1788" y="3990"/>
                    <a:pt x="1807" y="3926"/>
                  </a:cubicBezTo>
                  <a:cubicBezTo>
                    <a:pt x="1865" y="3749"/>
                    <a:pt x="1936" y="3571"/>
                    <a:pt x="2019" y="3396"/>
                  </a:cubicBezTo>
                  <a:cubicBezTo>
                    <a:pt x="2054" y="3323"/>
                    <a:pt x="2023" y="3235"/>
                    <a:pt x="1949" y="3200"/>
                  </a:cubicBezTo>
                  <a:cubicBezTo>
                    <a:pt x="1929" y="3191"/>
                    <a:pt x="1908" y="3186"/>
                    <a:pt x="1887" y="3186"/>
                  </a:cubicBezTo>
                  <a:close/>
                  <a:moveTo>
                    <a:pt x="11276" y="4111"/>
                  </a:moveTo>
                  <a:cubicBezTo>
                    <a:pt x="11254" y="4111"/>
                    <a:pt x="11231" y="4116"/>
                    <a:pt x="11209" y="4127"/>
                  </a:cubicBezTo>
                  <a:cubicBezTo>
                    <a:pt x="11136" y="4163"/>
                    <a:pt x="11108" y="4252"/>
                    <a:pt x="11144" y="4324"/>
                  </a:cubicBezTo>
                  <a:cubicBezTo>
                    <a:pt x="11243" y="4521"/>
                    <a:pt x="11336" y="4694"/>
                    <a:pt x="11429" y="4851"/>
                  </a:cubicBezTo>
                  <a:cubicBezTo>
                    <a:pt x="11456" y="4898"/>
                    <a:pt x="11506" y="4923"/>
                    <a:pt x="11557" y="4923"/>
                  </a:cubicBezTo>
                  <a:cubicBezTo>
                    <a:pt x="11580" y="4923"/>
                    <a:pt x="11606" y="4917"/>
                    <a:pt x="11631" y="4905"/>
                  </a:cubicBezTo>
                  <a:cubicBezTo>
                    <a:pt x="11701" y="4861"/>
                    <a:pt x="11724" y="4772"/>
                    <a:pt x="11682" y="4702"/>
                  </a:cubicBezTo>
                  <a:cubicBezTo>
                    <a:pt x="11594" y="4551"/>
                    <a:pt x="11503" y="4385"/>
                    <a:pt x="11407" y="4193"/>
                  </a:cubicBezTo>
                  <a:cubicBezTo>
                    <a:pt x="11381" y="4140"/>
                    <a:pt x="11330" y="4111"/>
                    <a:pt x="11276" y="4111"/>
                  </a:cubicBezTo>
                  <a:close/>
                  <a:moveTo>
                    <a:pt x="1490" y="4601"/>
                  </a:moveTo>
                  <a:cubicBezTo>
                    <a:pt x="1414" y="4601"/>
                    <a:pt x="1352" y="4659"/>
                    <a:pt x="1345" y="4736"/>
                  </a:cubicBezTo>
                  <a:cubicBezTo>
                    <a:pt x="1337" y="4843"/>
                    <a:pt x="1332" y="4951"/>
                    <a:pt x="1332" y="5056"/>
                  </a:cubicBezTo>
                  <a:cubicBezTo>
                    <a:pt x="1332" y="5153"/>
                    <a:pt x="1335" y="5251"/>
                    <a:pt x="1343" y="5348"/>
                  </a:cubicBezTo>
                  <a:cubicBezTo>
                    <a:pt x="1349" y="5424"/>
                    <a:pt x="1414" y="5484"/>
                    <a:pt x="1490" y="5484"/>
                  </a:cubicBezTo>
                  <a:cubicBezTo>
                    <a:pt x="1494" y="5484"/>
                    <a:pt x="1498" y="5484"/>
                    <a:pt x="1502" y="5485"/>
                  </a:cubicBezTo>
                  <a:cubicBezTo>
                    <a:pt x="1583" y="5478"/>
                    <a:pt x="1643" y="5407"/>
                    <a:pt x="1637" y="5326"/>
                  </a:cubicBezTo>
                  <a:cubicBezTo>
                    <a:pt x="1631" y="5237"/>
                    <a:pt x="1627" y="5147"/>
                    <a:pt x="1627" y="5057"/>
                  </a:cubicBezTo>
                  <a:cubicBezTo>
                    <a:pt x="1627" y="4959"/>
                    <a:pt x="1631" y="4859"/>
                    <a:pt x="1639" y="4761"/>
                  </a:cubicBezTo>
                  <a:cubicBezTo>
                    <a:pt x="1648" y="4680"/>
                    <a:pt x="1587" y="4608"/>
                    <a:pt x="1505" y="4601"/>
                  </a:cubicBezTo>
                  <a:cubicBezTo>
                    <a:pt x="1500" y="4601"/>
                    <a:pt x="1495" y="4601"/>
                    <a:pt x="1490" y="4601"/>
                  </a:cubicBezTo>
                  <a:close/>
                  <a:moveTo>
                    <a:pt x="12064" y="5350"/>
                  </a:moveTo>
                  <a:cubicBezTo>
                    <a:pt x="12030" y="5350"/>
                    <a:pt x="11995" y="5362"/>
                    <a:pt x="11967" y="5387"/>
                  </a:cubicBezTo>
                  <a:cubicBezTo>
                    <a:pt x="11905" y="5439"/>
                    <a:pt x="11899" y="5532"/>
                    <a:pt x="11954" y="5594"/>
                  </a:cubicBezTo>
                  <a:cubicBezTo>
                    <a:pt x="12093" y="5754"/>
                    <a:pt x="12243" y="5897"/>
                    <a:pt x="12395" y="6021"/>
                  </a:cubicBezTo>
                  <a:cubicBezTo>
                    <a:pt x="12424" y="6043"/>
                    <a:pt x="12456" y="6053"/>
                    <a:pt x="12488" y="6053"/>
                  </a:cubicBezTo>
                  <a:cubicBezTo>
                    <a:pt x="12533" y="6053"/>
                    <a:pt x="12575" y="6035"/>
                    <a:pt x="12602" y="5999"/>
                  </a:cubicBezTo>
                  <a:cubicBezTo>
                    <a:pt x="12652" y="5934"/>
                    <a:pt x="12642" y="5842"/>
                    <a:pt x="12579" y="5792"/>
                  </a:cubicBezTo>
                  <a:cubicBezTo>
                    <a:pt x="12439" y="5679"/>
                    <a:pt x="12302" y="5547"/>
                    <a:pt x="12176" y="5401"/>
                  </a:cubicBezTo>
                  <a:cubicBezTo>
                    <a:pt x="12146" y="5367"/>
                    <a:pt x="12106" y="5350"/>
                    <a:pt x="12064" y="5350"/>
                  </a:cubicBezTo>
                  <a:close/>
                  <a:moveTo>
                    <a:pt x="18200" y="5935"/>
                  </a:moveTo>
                  <a:cubicBezTo>
                    <a:pt x="18196" y="5935"/>
                    <a:pt x="18192" y="5935"/>
                    <a:pt x="18189" y="5935"/>
                  </a:cubicBezTo>
                  <a:cubicBezTo>
                    <a:pt x="18003" y="5950"/>
                    <a:pt x="17809" y="5972"/>
                    <a:pt x="17593" y="6004"/>
                  </a:cubicBezTo>
                  <a:cubicBezTo>
                    <a:pt x="17513" y="6015"/>
                    <a:pt x="17456" y="6088"/>
                    <a:pt x="17468" y="6170"/>
                  </a:cubicBezTo>
                  <a:cubicBezTo>
                    <a:pt x="17478" y="6243"/>
                    <a:pt x="17542" y="6296"/>
                    <a:pt x="17614" y="6296"/>
                  </a:cubicBezTo>
                  <a:cubicBezTo>
                    <a:pt x="17620" y="6296"/>
                    <a:pt x="17628" y="6296"/>
                    <a:pt x="17636" y="6295"/>
                  </a:cubicBezTo>
                  <a:cubicBezTo>
                    <a:pt x="17845" y="6265"/>
                    <a:pt x="18033" y="6244"/>
                    <a:pt x="18212" y="6230"/>
                  </a:cubicBezTo>
                  <a:cubicBezTo>
                    <a:pt x="18294" y="6223"/>
                    <a:pt x="18354" y="6152"/>
                    <a:pt x="18348" y="6072"/>
                  </a:cubicBezTo>
                  <a:cubicBezTo>
                    <a:pt x="18342" y="5994"/>
                    <a:pt x="18276" y="5935"/>
                    <a:pt x="18200" y="5935"/>
                  </a:cubicBezTo>
                  <a:close/>
                  <a:moveTo>
                    <a:pt x="19084" y="5929"/>
                  </a:moveTo>
                  <a:cubicBezTo>
                    <a:pt x="19007" y="5929"/>
                    <a:pt x="18944" y="5988"/>
                    <a:pt x="18937" y="6065"/>
                  </a:cubicBezTo>
                  <a:cubicBezTo>
                    <a:pt x="18930" y="6146"/>
                    <a:pt x="18991" y="6217"/>
                    <a:pt x="19073" y="6223"/>
                  </a:cubicBezTo>
                  <a:cubicBezTo>
                    <a:pt x="19234" y="6237"/>
                    <a:pt x="19391" y="6258"/>
                    <a:pt x="19540" y="6289"/>
                  </a:cubicBezTo>
                  <a:cubicBezTo>
                    <a:pt x="19571" y="6296"/>
                    <a:pt x="19601" y="6303"/>
                    <a:pt x="19632" y="6310"/>
                  </a:cubicBezTo>
                  <a:cubicBezTo>
                    <a:pt x="19642" y="6313"/>
                    <a:pt x="19654" y="6314"/>
                    <a:pt x="19666" y="6314"/>
                  </a:cubicBezTo>
                  <a:cubicBezTo>
                    <a:pt x="19733" y="6314"/>
                    <a:pt x="19793" y="6269"/>
                    <a:pt x="19810" y="6201"/>
                  </a:cubicBezTo>
                  <a:cubicBezTo>
                    <a:pt x="19828" y="6120"/>
                    <a:pt x="19779" y="6042"/>
                    <a:pt x="19700" y="6022"/>
                  </a:cubicBezTo>
                  <a:cubicBezTo>
                    <a:pt x="19667" y="6015"/>
                    <a:pt x="19633" y="6007"/>
                    <a:pt x="19600" y="6000"/>
                  </a:cubicBezTo>
                  <a:cubicBezTo>
                    <a:pt x="19438" y="5967"/>
                    <a:pt x="19268" y="5944"/>
                    <a:pt x="19096" y="5929"/>
                  </a:cubicBezTo>
                  <a:cubicBezTo>
                    <a:pt x="19092" y="5929"/>
                    <a:pt x="19088" y="5929"/>
                    <a:pt x="19084" y="5929"/>
                  </a:cubicBezTo>
                  <a:close/>
                  <a:moveTo>
                    <a:pt x="16743" y="6147"/>
                  </a:moveTo>
                  <a:cubicBezTo>
                    <a:pt x="16734" y="6147"/>
                    <a:pt x="16725" y="6148"/>
                    <a:pt x="16715" y="6150"/>
                  </a:cubicBezTo>
                  <a:lnTo>
                    <a:pt x="16561" y="6178"/>
                  </a:lnTo>
                  <a:cubicBezTo>
                    <a:pt x="16418" y="6204"/>
                    <a:pt x="16277" y="6232"/>
                    <a:pt x="16135" y="6255"/>
                  </a:cubicBezTo>
                  <a:cubicBezTo>
                    <a:pt x="16055" y="6270"/>
                    <a:pt x="16001" y="6347"/>
                    <a:pt x="16016" y="6428"/>
                  </a:cubicBezTo>
                  <a:cubicBezTo>
                    <a:pt x="16027" y="6498"/>
                    <a:pt x="16091" y="6548"/>
                    <a:pt x="16160" y="6548"/>
                  </a:cubicBezTo>
                  <a:cubicBezTo>
                    <a:pt x="16170" y="6548"/>
                    <a:pt x="16179" y="6548"/>
                    <a:pt x="16187" y="6546"/>
                  </a:cubicBezTo>
                  <a:cubicBezTo>
                    <a:pt x="16328" y="6522"/>
                    <a:pt x="16471" y="6495"/>
                    <a:pt x="16613" y="6469"/>
                  </a:cubicBezTo>
                  <a:lnTo>
                    <a:pt x="16768" y="6440"/>
                  </a:lnTo>
                  <a:cubicBezTo>
                    <a:pt x="16847" y="6426"/>
                    <a:pt x="16901" y="6348"/>
                    <a:pt x="16887" y="6269"/>
                  </a:cubicBezTo>
                  <a:cubicBezTo>
                    <a:pt x="16874" y="6198"/>
                    <a:pt x="16812" y="6147"/>
                    <a:pt x="16743" y="6147"/>
                  </a:cubicBezTo>
                  <a:close/>
                  <a:moveTo>
                    <a:pt x="13249" y="6201"/>
                  </a:moveTo>
                  <a:cubicBezTo>
                    <a:pt x="13190" y="6201"/>
                    <a:pt x="13135" y="6236"/>
                    <a:pt x="13112" y="6295"/>
                  </a:cubicBezTo>
                  <a:cubicBezTo>
                    <a:pt x="13082" y="6371"/>
                    <a:pt x="13121" y="6455"/>
                    <a:pt x="13196" y="6485"/>
                  </a:cubicBezTo>
                  <a:cubicBezTo>
                    <a:pt x="13384" y="6559"/>
                    <a:pt x="13583" y="6615"/>
                    <a:pt x="13789" y="6655"/>
                  </a:cubicBezTo>
                  <a:cubicBezTo>
                    <a:pt x="13799" y="6656"/>
                    <a:pt x="13808" y="6657"/>
                    <a:pt x="13817" y="6657"/>
                  </a:cubicBezTo>
                  <a:cubicBezTo>
                    <a:pt x="13886" y="6657"/>
                    <a:pt x="13948" y="6608"/>
                    <a:pt x="13961" y="6537"/>
                  </a:cubicBezTo>
                  <a:cubicBezTo>
                    <a:pt x="13976" y="6455"/>
                    <a:pt x="13922" y="6380"/>
                    <a:pt x="13843" y="6365"/>
                  </a:cubicBezTo>
                  <a:cubicBezTo>
                    <a:pt x="13654" y="6330"/>
                    <a:pt x="13472" y="6278"/>
                    <a:pt x="13303" y="6211"/>
                  </a:cubicBezTo>
                  <a:cubicBezTo>
                    <a:pt x="13285" y="6204"/>
                    <a:pt x="13267" y="6201"/>
                    <a:pt x="13249" y="6201"/>
                  </a:cubicBezTo>
                  <a:close/>
                  <a:moveTo>
                    <a:pt x="1604" y="5846"/>
                  </a:moveTo>
                  <a:cubicBezTo>
                    <a:pt x="1591" y="5846"/>
                    <a:pt x="1578" y="5847"/>
                    <a:pt x="1565" y="5851"/>
                  </a:cubicBezTo>
                  <a:cubicBezTo>
                    <a:pt x="1487" y="5872"/>
                    <a:pt x="1440" y="5953"/>
                    <a:pt x="1461" y="6031"/>
                  </a:cubicBezTo>
                  <a:cubicBezTo>
                    <a:pt x="1508" y="6210"/>
                    <a:pt x="1567" y="6397"/>
                    <a:pt x="1639" y="6604"/>
                  </a:cubicBezTo>
                  <a:cubicBezTo>
                    <a:pt x="1662" y="6665"/>
                    <a:pt x="1719" y="6703"/>
                    <a:pt x="1779" y="6703"/>
                  </a:cubicBezTo>
                  <a:cubicBezTo>
                    <a:pt x="1794" y="6703"/>
                    <a:pt x="1812" y="6701"/>
                    <a:pt x="1828" y="6696"/>
                  </a:cubicBezTo>
                  <a:cubicBezTo>
                    <a:pt x="1904" y="6668"/>
                    <a:pt x="1946" y="6584"/>
                    <a:pt x="1918" y="6507"/>
                  </a:cubicBezTo>
                  <a:cubicBezTo>
                    <a:pt x="1849" y="6307"/>
                    <a:pt x="1792" y="6126"/>
                    <a:pt x="1746" y="5955"/>
                  </a:cubicBezTo>
                  <a:cubicBezTo>
                    <a:pt x="1728" y="5890"/>
                    <a:pt x="1669" y="5846"/>
                    <a:pt x="1604" y="5846"/>
                  </a:cubicBezTo>
                  <a:close/>
                  <a:moveTo>
                    <a:pt x="15286" y="6386"/>
                  </a:moveTo>
                  <a:cubicBezTo>
                    <a:pt x="15281" y="6386"/>
                    <a:pt x="15276" y="6386"/>
                    <a:pt x="15271" y="6386"/>
                  </a:cubicBezTo>
                  <a:cubicBezTo>
                    <a:pt x="15062" y="6408"/>
                    <a:pt x="14875" y="6422"/>
                    <a:pt x="14695" y="6426"/>
                  </a:cubicBezTo>
                  <a:cubicBezTo>
                    <a:pt x="14613" y="6428"/>
                    <a:pt x="14549" y="6496"/>
                    <a:pt x="14551" y="6577"/>
                  </a:cubicBezTo>
                  <a:cubicBezTo>
                    <a:pt x="14552" y="6658"/>
                    <a:pt x="14618" y="6722"/>
                    <a:pt x="14698" y="6722"/>
                  </a:cubicBezTo>
                  <a:lnTo>
                    <a:pt x="14701" y="6722"/>
                  </a:lnTo>
                  <a:cubicBezTo>
                    <a:pt x="14889" y="6717"/>
                    <a:pt x="15086" y="6703"/>
                    <a:pt x="15303" y="6678"/>
                  </a:cubicBezTo>
                  <a:cubicBezTo>
                    <a:pt x="15384" y="6670"/>
                    <a:pt x="15442" y="6598"/>
                    <a:pt x="15433" y="6516"/>
                  </a:cubicBezTo>
                  <a:cubicBezTo>
                    <a:pt x="15424" y="6440"/>
                    <a:pt x="15360" y="6386"/>
                    <a:pt x="15286" y="6386"/>
                  </a:cubicBezTo>
                  <a:close/>
                  <a:moveTo>
                    <a:pt x="20489" y="6340"/>
                  </a:moveTo>
                  <a:cubicBezTo>
                    <a:pt x="20437" y="6340"/>
                    <a:pt x="20386" y="6367"/>
                    <a:pt x="20358" y="6416"/>
                  </a:cubicBezTo>
                  <a:cubicBezTo>
                    <a:pt x="20319" y="6486"/>
                    <a:pt x="20345" y="6576"/>
                    <a:pt x="20416" y="6615"/>
                  </a:cubicBezTo>
                  <a:cubicBezTo>
                    <a:pt x="20579" y="6704"/>
                    <a:pt x="20736" y="6810"/>
                    <a:pt x="20886" y="6929"/>
                  </a:cubicBezTo>
                  <a:cubicBezTo>
                    <a:pt x="20912" y="6951"/>
                    <a:pt x="20946" y="6961"/>
                    <a:pt x="20977" y="6961"/>
                  </a:cubicBezTo>
                  <a:cubicBezTo>
                    <a:pt x="21021" y="6961"/>
                    <a:pt x="21063" y="6941"/>
                    <a:pt x="21092" y="6906"/>
                  </a:cubicBezTo>
                  <a:cubicBezTo>
                    <a:pt x="21144" y="6841"/>
                    <a:pt x="21132" y="6749"/>
                    <a:pt x="21069" y="6698"/>
                  </a:cubicBezTo>
                  <a:cubicBezTo>
                    <a:pt x="20906" y="6571"/>
                    <a:pt x="20735" y="6455"/>
                    <a:pt x="20559" y="6357"/>
                  </a:cubicBezTo>
                  <a:cubicBezTo>
                    <a:pt x="20536" y="6346"/>
                    <a:pt x="20512" y="6340"/>
                    <a:pt x="20489" y="6340"/>
                  </a:cubicBezTo>
                  <a:close/>
                  <a:moveTo>
                    <a:pt x="21598" y="7290"/>
                  </a:moveTo>
                  <a:cubicBezTo>
                    <a:pt x="21566" y="7290"/>
                    <a:pt x="21534" y="7301"/>
                    <a:pt x="21508" y="7322"/>
                  </a:cubicBezTo>
                  <a:cubicBezTo>
                    <a:pt x="21444" y="7374"/>
                    <a:pt x="21434" y="7467"/>
                    <a:pt x="21484" y="7530"/>
                  </a:cubicBezTo>
                  <a:cubicBezTo>
                    <a:pt x="21602" y="7678"/>
                    <a:pt x="21710" y="7836"/>
                    <a:pt x="21805" y="7999"/>
                  </a:cubicBezTo>
                  <a:cubicBezTo>
                    <a:pt x="21833" y="8047"/>
                    <a:pt x="21882" y="8073"/>
                    <a:pt x="21933" y="8073"/>
                  </a:cubicBezTo>
                  <a:cubicBezTo>
                    <a:pt x="21959" y="8073"/>
                    <a:pt x="21984" y="8067"/>
                    <a:pt x="22006" y="8051"/>
                  </a:cubicBezTo>
                  <a:cubicBezTo>
                    <a:pt x="22076" y="8011"/>
                    <a:pt x="22101" y="7921"/>
                    <a:pt x="22060" y="7849"/>
                  </a:cubicBezTo>
                  <a:cubicBezTo>
                    <a:pt x="21957" y="7673"/>
                    <a:pt x="21841" y="7504"/>
                    <a:pt x="21715" y="7346"/>
                  </a:cubicBezTo>
                  <a:cubicBezTo>
                    <a:pt x="21685" y="7310"/>
                    <a:pt x="21642" y="7290"/>
                    <a:pt x="21598" y="7290"/>
                  </a:cubicBezTo>
                  <a:close/>
                  <a:moveTo>
                    <a:pt x="2094" y="7235"/>
                  </a:moveTo>
                  <a:cubicBezTo>
                    <a:pt x="2076" y="7235"/>
                    <a:pt x="2058" y="7238"/>
                    <a:pt x="2040" y="7245"/>
                  </a:cubicBezTo>
                  <a:cubicBezTo>
                    <a:pt x="1963" y="7276"/>
                    <a:pt x="1927" y="7361"/>
                    <a:pt x="1957" y="7438"/>
                  </a:cubicBezTo>
                  <a:lnTo>
                    <a:pt x="1966" y="7460"/>
                  </a:lnTo>
                  <a:cubicBezTo>
                    <a:pt x="2035" y="7635"/>
                    <a:pt x="2106" y="7810"/>
                    <a:pt x="2171" y="7984"/>
                  </a:cubicBezTo>
                  <a:cubicBezTo>
                    <a:pt x="2193" y="8043"/>
                    <a:pt x="2250" y="8079"/>
                    <a:pt x="2309" y="8079"/>
                  </a:cubicBezTo>
                  <a:cubicBezTo>
                    <a:pt x="2327" y="8079"/>
                    <a:pt x="2344" y="8075"/>
                    <a:pt x="2360" y="8068"/>
                  </a:cubicBezTo>
                  <a:cubicBezTo>
                    <a:pt x="2437" y="8039"/>
                    <a:pt x="2474" y="7955"/>
                    <a:pt x="2446" y="7878"/>
                  </a:cubicBezTo>
                  <a:cubicBezTo>
                    <a:pt x="2379" y="7703"/>
                    <a:pt x="2309" y="7526"/>
                    <a:pt x="2240" y="7351"/>
                  </a:cubicBezTo>
                  <a:lnTo>
                    <a:pt x="2230" y="7327"/>
                  </a:lnTo>
                  <a:cubicBezTo>
                    <a:pt x="2208" y="7269"/>
                    <a:pt x="2153" y="7235"/>
                    <a:pt x="2094" y="7235"/>
                  </a:cubicBezTo>
                  <a:close/>
                  <a:moveTo>
                    <a:pt x="22293" y="8583"/>
                  </a:moveTo>
                  <a:cubicBezTo>
                    <a:pt x="22278" y="8583"/>
                    <a:pt x="22263" y="8585"/>
                    <a:pt x="22248" y="8590"/>
                  </a:cubicBezTo>
                  <a:cubicBezTo>
                    <a:pt x="22170" y="8615"/>
                    <a:pt x="22129" y="8699"/>
                    <a:pt x="22154" y="8776"/>
                  </a:cubicBezTo>
                  <a:cubicBezTo>
                    <a:pt x="22211" y="8956"/>
                    <a:pt x="22257" y="9142"/>
                    <a:pt x="22288" y="9327"/>
                  </a:cubicBezTo>
                  <a:cubicBezTo>
                    <a:pt x="22300" y="9399"/>
                    <a:pt x="22362" y="9451"/>
                    <a:pt x="22433" y="9451"/>
                  </a:cubicBezTo>
                  <a:cubicBezTo>
                    <a:pt x="22443" y="9451"/>
                    <a:pt x="22450" y="9451"/>
                    <a:pt x="22457" y="9448"/>
                  </a:cubicBezTo>
                  <a:cubicBezTo>
                    <a:pt x="22536" y="9435"/>
                    <a:pt x="22591" y="9359"/>
                    <a:pt x="22578" y="9278"/>
                  </a:cubicBezTo>
                  <a:cubicBezTo>
                    <a:pt x="22546" y="9079"/>
                    <a:pt x="22496" y="8879"/>
                    <a:pt x="22433" y="8684"/>
                  </a:cubicBezTo>
                  <a:cubicBezTo>
                    <a:pt x="22413" y="8622"/>
                    <a:pt x="22356" y="8583"/>
                    <a:pt x="22293" y="8583"/>
                  </a:cubicBezTo>
                  <a:close/>
                  <a:moveTo>
                    <a:pt x="2591" y="8624"/>
                  </a:moveTo>
                  <a:cubicBezTo>
                    <a:pt x="2577" y="8624"/>
                    <a:pt x="2564" y="8626"/>
                    <a:pt x="2550" y="8629"/>
                  </a:cubicBezTo>
                  <a:cubicBezTo>
                    <a:pt x="2472" y="8651"/>
                    <a:pt x="2425" y="8733"/>
                    <a:pt x="2447" y="8811"/>
                  </a:cubicBezTo>
                  <a:cubicBezTo>
                    <a:pt x="2501" y="9008"/>
                    <a:pt x="2541" y="9192"/>
                    <a:pt x="2570" y="9370"/>
                  </a:cubicBezTo>
                  <a:cubicBezTo>
                    <a:pt x="2581" y="9442"/>
                    <a:pt x="2644" y="9494"/>
                    <a:pt x="2715" y="9494"/>
                  </a:cubicBezTo>
                  <a:cubicBezTo>
                    <a:pt x="2723" y="9494"/>
                    <a:pt x="2731" y="9493"/>
                    <a:pt x="2740" y="9493"/>
                  </a:cubicBezTo>
                  <a:cubicBezTo>
                    <a:pt x="2820" y="9481"/>
                    <a:pt x="2875" y="9404"/>
                    <a:pt x="2862" y="9324"/>
                  </a:cubicBezTo>
                  <a:cubicBezTo>
                    <a:pt x="2831" y="9135"/>
                    <a:pt x="2789" y="8941"/>
                    <a:pt x="2732" y="8733"/>
                  </a:cubicBezTo>
                  <a:cubicBezTo>
                    <a:pt x="2714" y="8667"/>
                    <a:pt x="2655" y="8624"/>
                    <a:pt x="2591" y="8624"/>
                  </a:cubicBezTo>
                  <a:close/>
                  <a:moveTo>
                    <a:pt x="22469" y="10037"/>
                  </a:moveTo>
                  <a:cubicBezTo>
                    <a:pt x="22394" y="10037"/>
                    <a:pt x="22330" y="10096"/>
                    <a:pt x="22324" y="10173"/>
                  </a:cubicBezTo>
                  <a:cubicBezTo>
                    <a:pt x="22308" y="10363"/>
                    <a:pt x="22276" y="10547"/>
                    <a:pt x="22228" y="10727"/>
                  </a:cubicBezTo>
                  <a:cubicBezTo>
                    <a:pt x="22207" y="10805"/>
                    <a:pt x="22254" y="10887"/>
                    <a:pt x="22333" y="10908"/>
                  </a:cubicBezTo>
                  <a:cubicBezTo>
                    <a:pt x="22346" y="10912"/>
                    <a:pt x="22359" y="10913"/>
                    <a:pt x="22371" y="10913"/>
                  </a:cubicBezTo>
                  <a:cubicBezTo>
                    <a:pt x="22437" y="10913"/>
                    <a:pt x="22496" y="10869"/>
                    <a:pt x="22513" y="10802"/>
                  </a:cubicBezTo>
                  <a:cubicBezTo>
                    <a:pt x="22564" y="10606"/>
                    <a:pt x="22601" y="10402"/>
                    <a:pt x="22618" y="10196"/>
                  </a:cubicBezTo>
                  <a:cubicBezTo>
                    <a:pt x="22624" y="10115"/>
                    <a:pt x="22563" y="10044"/>
                    <a:pt x="22482" y="10038"/>
                  </a:cubicBezTo>
                  <a:cubicBezTo>
                    <a:pt x="22477" y="10037"/>
                    <a:pt x="22473" y="10037"/>
                    <a:pt x="22469" y="10037"/>
                  </a:cubicBezTo>
                  <a:close/>
                  <a:moveTo>
                    <a:pt x="2757" y="10082"/>
                  </a:moveTo>
                  <a:cubicBezTo>
                    <a:pt x="2679" y="10082"/>
                    <a:pt x="2614" y="10141"/>
                    <a:pt x="2609" y="10219"/>
                  </a:cubicBezTo>
                  <a:cubicBezTo>
                    <a:pt x="2598" y="10402"/>
                    <a:pt x="2571" y="10591"/>
                    <a:pt x="2531" y="10782"/>
                  </a:cubicBezTo>
                  <a:cubicBezTo>
                    <a:pt x="2514" y="10860"/>
                    <a:pt x="2565" y="10938"/>
                    <a:pt x="2644" y="10956"/>
                  </a:cubicBezTo>
                  <a:cubicBezTo>
                    <a:pt x="2655" y="10957"/>
                    <a:pt x="2665" y="10958"/>
                    <a:pt x="2675" y="10958"/>
                  </a:cubicBezTo>
                  <a:cubicBezTo>
                    <a:pt x="2743" y="10958"/>
                    <a:pt x="2805" y="10911"/>
                    <a:pt x="2819" y="10844"/>
                  </a:cubicBezTo>
                  <a:cubicBezTo>
                    <a:pt x="2862" y="10639"/>
                    <a:pt x="2891" y="10437"/>
                    <a:pt x="2903" y="10240"/>
                  </a:cubicBezTo>
                  <a:cubicBezTo>
                    <a:pt x="2910" y="10158"/>
                    <a:pt x="2848" y="10087"/>
                    <a:pt x="2767" y="10082"/>
                  </a:cubicBezTo>
                  <a:cubicBezTo>
                    <a:pt x="2764" y="10082"/>
                    <a:pt x="2760" y="10082"/>
                    <a:pt x="2757" y="10082"/>
                  </a:cubicBezTo>
                  <a:close/>
                  <a:moveTo>
                    <a:pt x="22035" y="11433"/>
                  </a:moveTo>
                  <a:cubicBezTo>
                    <a:pt x="21984" y="11433"/>
                    <a:pt x="21933" y="11461"/>
                    <a:pt x="21906" y="11509"/>
                  </a:cubicBezTo>
                  <a:cubicBezTo>
                    <a:pt x="21814" y="11673"/>
                    <a:pt x="21709" y="11831"/>
                    <a:pt x="21591" y="11981"/>
                  </a:cubicBezTo>
                  <a:cubicBezTo>
                    <a:pt x="21541" y="12045"/>
                    <a:pt x="21552" y="12137"/>
                    <a:pt x="21617" y="12187"/>
                  </a:cubicBezTo>
                  <a:cubicBezTo>
                    <a:pt x="21644" y="12208"/>
                    <a:pt x="21675" y="12218"/>
                    <a:pt x="21707" y="12218"/>
                  </a:cubicBezTo>
                  <a:cubicBezTo>
                    <a:pt x="21751" y="12218"/>
                    <a:pt x="21795" y="12197"/>
                    <a:pt x="21825" y="12161"/>
                  </a:cubicBezTo>
                  <a:cubicBezTo>
                    <a:pt x="21951" y="12000"/>
                    <a:pt x="22065" y="11829"/>
                    <a:pt x="22164" y="11653"/>
                  </a:cubicBezTo>
                  <a:cubicBezTo>
                    <a:pt x="22204" y="11582"/>
                    <a:pt x="22178" y="11493"/>
                    <a:pt x="22107" y="11452"/>
                  </a:cubicBezTo>
                  <a:cubicBezTo>
                    <a:pt x="22084" y="11439"/>
                    <a:pt x="22060" y="11433"/>
                    <a:pt x="22035" y="11433"/>
                  </a:cubicBezTo>
                  <a:close/>
                  <a:moveTo>
                    <a:pt x="2421" y="11509"/>
                  </a:moveTo>
                  <a:cubicBezTo>
                    <a:pt x="2361" y="11509"/>
                    <a:pt x="2305" y="11546"/>
                    <a:pt x="2283" y="11604"/>
                  </a:cubicBezTo>
                  <a:cubicBezTo>
                    <a:pt x="2217" y="11773"/>
                    <a:pt x="2144" y="11948"/>
                    <a:pt x="2056" y="12137"/>
                  </a:cubicBezTo>
                  <a:cubicBezTo>
                    <a:pt x="2023" y="12212"/>
                    <a:pt x="2055" y="12298"/>
                    <a:pt x="2128" y="12333"/>
                  </a:cubicBezTo>
                  <a:cubicBezTo>
                    <a:pt x="2149" y="12344"/>
                    <a:pt x="2170" y="12347"/>
                    <a:pt x="2190" y="12347"/>
                  </a:cubicBezTo>
                  <a:cubicBezTo>
                    <a:pt x="2246" y="12347"/>
                    <a:pt x="2300" y="12315"/>
                    <a:pt x="2324" y="12262"/>
                  </a:cubicBezTo>
                  <a:cubicBezTo>
                    <a:pt x="2415" y="12066"/>
                    <a:pt x="2493" y="11886"/>
                    <a:pt x="2560" y="11710"/>
                  </a:cubicBezTo>
                  <a:cubicBezTo>
                    <a:pt x="2588" y="11634"/>
                    <a:pt x="2550" y="11549"/>
                    <a:pt x="2474" y="11519"/>
                  </a:cubicBezTo>
                  <a:cubicBezTo>
                    <a:pt x="2456" y="11513"/>
                    <a:pt x="2438" y="11509"/>
                    <a:pt x="2421" y="11509"/>
                  </a:cubicBezTo>
                  <a:close/>
                  <a:moveTo>
                    <a:pt x="21097" y="12562"/>
                  </a:moveTo>
                  <a:cubicBezTo>
                    <a:pt x="21063" y="12562"/>
                    <a:pt x="21028" y="12574"/>
                    <a:pt x="21000" y="12598"/>
                  </a:cubicBezTo>
                  <a:cubicBezTo>
                    <a:pt x="20861" y="12717"/>
                    <a:pt x="20709" y="12835"/>
                    <a:pt x="20546" y="12946"/>
                  </a:cubicBezTo>
                  <a:cubicBezTo>
                    <a:pt x="20479" y="12994"/>
                    <a:pt x="20463" y="13085"/>
                    <a:pt x="20509" y="13152"/>
                  </a:cubicBezTo>
                  <a:cubicBezTo>
                    <a:pt x="20538" y="13193"/>
                    <a:pt x="20584" y="13216"/>
                    <a:pt x="20631" y="13216"/>
                  </a:cubicBezTo>
                  <a:cubicBezTo>
                    <a:pt x="20659" y="13216"/>
                    <a:pt x="20689" y="13207"/>
                    <a:pt x="20713" y="13191"/>
                  </a:cubicBezTo>
                  <a:cubicBezTo>
                    <a:pt x="20884" y="13072"/>
                    <a:pt x="21045" y="12948"/>
                    <a:pt x="21193" y="12820"/>
                  </a:cubicBezTo>
                  <a:cubicBezTo>
                    <a:pt x="21255" y="12768"/>
                    <a:pt x="21261" y="12675"/>
                    <a:pt x="21209" y="12613"/>
                  </a:cubicBezTo>
                  <a:cubicBezTo>
                    <a:pt x="21179" y="12579"/>
                    <a:pt x="21138" y="12562"/>
                    <a:pt x="21097" y="12562"/>
                  </a:cubicBezTo>
                  <a:close/>
                  <a:moveTo>
                    <a:pt x="1794" y="12841"/>
                  </a:moveTo>
                  <a:cubicBezTo>
                    <a:pt x="1741" y="12841"/>
                    <a:pt x="1689" y="12869"/>
                    <a:pt x="1663" y="12919"/>
                  </a:cubicBezTo>
                  <a:cubicBezTo>
                    <a:pt x="1595" y="13052"/>
                    <a:pt x="1524" y="13182"/>
                    <a:pt x="1454" y="13312"/>
                  </a:cubicBezTo>
                  <a:lnTo>
                    <a:pt x="1385" y="13439"/>
                  </a:lnTo>
                  <a:cubicBezTo>
                    <a:pt x="1348" y="13512"/>
                    <a:pt x="1374" y="13600"/>
                    <a:pt x="1446" y="13640"/>
                  </a:cubicBezTo>
                  <a:cubicBezTo>
                    <a:pt x="1468" y="13652"/>
                    <a:pt x="1493" y="13657"/>
                    <a:pt x="1515" y="13657"/>
                  </a:cubicBezTo>
                  <a:cubicBezTo>
                    <a:pt x="1567" y="13657"/>
                    <a:pt x="1619" y="13630"/>
                    <a:pt x="1647" y="13579"/>
                  </a:cubicBezTo>
                  <a:lnTo>
                    <a:pt x="1715" y="13451"/>
                  </a:lnTo>
                  <a:cubicBezTo>
                    <a:pt x="1784" y="13320"/>
                    <a:pt x="1855" y="13189"/>
                    <a:pt x="1925" y="13058"/>
                  </a:cubicBezTo>
                  <a:cubicBezTo>
                    <a:pt x="1962" y="12985"/>
                    <a:pt x="1935" y="12897"/>
                    <a:pt x="1863" y="12858"/>
                  </a:cubicBezTo>
                  <a:cubicBezTo>
                    <a:pt x="1841" y="12846"/>
                    <a:pt x="1818" y="12841"/>
                    <a:pt x="1794" y="12841"/>
                  </a:cubicBezTo>
                  <a:close/>
                  <a:moveTo>
                    <a:pt x="19870" y="13371"/>
                  </a:moveTo>
                  <a:cubicBezTo>
                    <a:pt x="19847" y="13371"/>
                    <a:pt x="19824" y="13377"/>
                    <a:pt x="19802" y="13388"/>
                  </a:cubicBezTo>
                  <a:cubicBezTo>
                    <a:pt x="19637" y="13474"/>
                    <a:pt x="19461" y="13557"/>
                    <a:pt x="19277" y="13635"/>
                  </a:cubicBezTo>
                  <a:cubicBezTo>
                    <a:pt x="19204" y="13667"/>
                    <a:pt x="19169" y="13754"/>
                    <a:pt x="19202" y="13829"/>
                  </a:cubicBezTo>
                  <a:cubicBezTo>
                    <a:pt x="19226" y="13884"/>
                    <a:pt x="19280" y="13918"/>
                    <a:pt x="19337" y="13918"/>
                  </a:cubicBezTo>
                  <a:cubicBezTo>
                    <a:pt x="19357" y="13918"/>
                    <a:pt x="19375" y="13914"/>
                    <a:pt x="19396" y="13905"/>
                  </a:cubicBezTo>
                  <a:cubicBezTo>
                    <a:pt x="19585" y="13824"/>
                    <a:pt x="19766" y="13738"/>
                    <a:pt x="19937" y="13650"/>
                  </a:cubicBezTo>
                  <a:cubicBezTo>
                    <a:pt x="20010" y="13613"/>
                    <a:pt x="20039" y="13523"/>
                    <a:pt x="20001" y="13451"/>
                  </a:cubicBezTo>
                  <a:cubicBezTo>
                    <a:pt x="19975" y="13400"/>
                    <a:pt x="19923" y="13371"/>
                    <a:pt x="19870" y="13371"/>
                  </a:cubicBezTo>
                  <a:close/>
                  <a:moveTo>
                    <a:pt x="18510" y="13942"/>
                  </a:moveTo>
                  <a:cubicBezTo>
                    <a:pt x="18494" y="13942"/>
                    <a:pt x="18478" y="13945"/>
                    <a:pt x="18462" y="13950"/>
                  </a:cubicBezTo>
                  <a:cubicBezTo>
                    <a:pt x="18287" y="14011"/>
                    <a:pt x="18100" y="14072"/>
                    <a:pt x="17907" y="14130"/>
                  </a:cubicBezTo>
                  <a:cubicBezTo>
                    <a:pt x="17830" y="14154"/>
                    <a:pt x="17785" y="14237"/>
                    <a:pt x="17809" y="14314"/>
                  </a:cubicBezTo>
                  <a:cubicBezTo>
                    <a:pt x="17828" y="14377"/>
                    <a:pt x="17886" y="14419"/>
                    <a:pt x="17949" y="14419"/>
                  </a:cubicBezTo>
                  <a:cubicBezTo>
                    <a:pt x="17964" y="14419"/>
                    <a:pt x="17977" y="14416"/>
                    <a:pt x="17991" y="14412"/>
                  </a:cubicBezTo>
                  <a:cubicBezTo>
                    <a:pt x="18188" y="14353"/>
                    <a:pt x="18379" y="14291"/>
                    <a:pt x="18558" y="14229"/>
                  </a:cubicBezTo>
                  <a:cubicBezTo>
                    <a:pt x="18635" y="14203"/>
                    <a:pt x="18677" y="14119"/>
                    <a:pt x="18650" y="14042"/>
                  </a:cubicBezTo>
                  <a:cubicBezTo>
                    <a:pt x="18629" y="13980"/>
                    <a:pt x="18572" y="13942"/>
                    <a:pt x="18510" y="13942"/>
                  </a:cubicBezTo>
                  <a:close/>
                  <a:moveTo>
                    <a:pt x="17096" y="14359"/>
                  </a:moveTo>
                  <a:cubicBezTo>
                    <a:pt x="17084" y="14359"/>
                    <a:pt x="17071" y="14361"/>
                    <a:pt x="17059" y="14364"/>
                  </a:cubicBezTo>
                  <a:cubicBezTo>
                    <a:pt x="16870" y="14413"/>
                    <a:pt x="16681" y="14459"/>
                    <a:pt x="16497" y="14502"/>
                  </a:cubicBezTo>
                  <a:lnTo>
                    <a:pt x="16489" y="14503"/>
                  </a:lnTo>
                  <a:lnTo>
                    <a:pt x="16522" y="14647"/>
                  </a:lnTo>
                  <a:lnTo>
                    <a:pt x="16564" y="14789"/>
                  </a:lnTo>
                  <a:cubicBezTo>
                    <a:pt x="16752" y="14745"/>
                    <a:pt x="16942" y="14698"/>
                    <a:pt x="17133" y="14650"/>
                  </a:cubicBezTo>
                  <a:cubicBezTo>
                    <a:pt x="17212" y="14629"/>
                    <a:pt x="17259" y="14549"/>
                    <a:pt x="17238" y="14470"/>
                  </a:cubicBezTo>
                  <a:cubicBezTo>
                    <a:pt x="17221" y="14404"/>
                    <a:pt x="17162" y="14359"/>
                    <a:pt x="17096" y="14359"/>
                  </a:cubicBezTo>
                  <a:close/>
                  <a:moveTo>
                    <a:pt x="1105" y="14149"/>
                  </a:moveTo>
                  <a:cubicBezTo>
                    <a:pt x="1051" y="14149"/>
                    <a:pt x="999" y="14179"/>
                    <a:pt x="974" y="14232"/>
                  </a:cubicBezTo>
                  <a:cubicBezTo>
                    <a:pt x="929" y="14323"/>
                    <a:pt x="885" y="14414"/>
                    <a:pt x="843" y="14506"/>
                  </a:cubicBezTo>
                  <a:cubicBezTo>
                    <a:pt x="801" y="14595"/>
                    <a:pt x="762" y="14684"/>
                    <a:pt x="724" y="14775"/>
                  </a:cubicBezTo>
                  <a:cubicBezTo>
                    <a:pt x="693" y="14849"/>
                    <a:pt x="728" y="14936"/>
                    <a:pt x="803" y="14967"/>
                  </a:cubicBezTo>
                  <a:cubicBezTo>
                    <a:pt x="822" y="14976"/>
                    <a:pt x="842" y="14980"/>
                    <a:pt x="860" y="14980"/>
                  </a:cubicBezTo>
                  <a:cubicBezTo>
                    <a:pt x="919" y="14980"/>
                    <a:pt x="973" y="14946"/>
                    <a:pt x="996" y="14890"/>
                  </a:cubicBezTo>
                  <a:cubicBezTo>
                    <a:pt x="1033" y="14802"/>
                    <a:pt x="1071" y="14717"/>
                    <a:pt x="1111" y="14630"/>
                  </a:cubicBezTo>
                  <a:cubicBezTo>
                    <a:pt x="1152" y="14539"/>
                    <a:pt x="1195" y="14451"/>
                    <a:pt x="1239" y="14362"/>
                  </a:cubicBezTo>
                  <a:cubicBezTo>
                    <a:pt x="1275" y="14288"/>
                    <a:pt x="1245" y="14201"/>
                    <a:pt x="1172" y="14165"/>
                  </a:cubicBezTo>
                  <a:cubicBezTo>
                    <a:pt x="1150" y="14154"/>
                    <a:pt x="1128" y="14149"/>
                    <a:pt x="1105" y="14149"/>
                  </a:cubicBezTo>
                  <a:close/>
                  <a:moveTo>
                    <a:pt x="15665" y="14713"/>
                  </a:moveTo>
                  <a:cubicBezTo>
                    <a:pt x="15652" y="14713"/>
                    <a:pt x="15639" y="14714"/>
                    <a:pt x="15627" y="14718"/>
                  </a:cubicBezTo>
                  <a:cubicBezTo>
                    <a:pt x="15436" y="14768"/>
                    <a:pt x="15245" y="14821"/>
                    <a:pt x="15054" y="14877"/>
                  </a:cubicBezTo>
                  <a:cubicBezTo>
                    <a:pt x="14975" y="14899"/>
                    <a:pt x="14930" y="14981"/>
                    <a:pt x="14953" y="15059"/>
                  </a:cubicBezTo>
                  <a:cubicBezTo>
                    <a:pt x="14973" y="15124"/>
                    <a:pt x="15031" y="15166"/>
                    <a:pt x="15095" y="15166"/>
                  </a:cubicBezTo>
                  <a:cubicBezTo>
                    <a:pt x="15109" y="15166"/>
                    <a:pt x="15123" y="15164"/>
                    <a:pt x="15138" y="15160"/>
                  </a:cubicBezTo>
                  <a:cubicBezTo>
                    <a:pt x="15326" y="15105"/>
                    <a:pt x="15514" y="15053"/>
                    <a:pt x="15702" y="15003"/>
                  </a:cubicBezTo>
                  <a:cubicBezTo>
                    <a:pt x="15782" y="14982"/>
                    <a:pt x="15828" y="14900"/>
                    <a:pt x="15807" y="14822"/>
                  </a:cubicBezTo>
                  <a:cubicBezTo>
                    <a:pt x="15790" y="14756"/>
                    <a:pt x="15730" y="14713"/>
                    <a:pt x="15665" y="14713"/>
                  </a:cubicBezTo>
                  <a:close/>
                  <a:moveTo>
                    <a:pt x="14253" y="15144"/>
                  </a:moveTo>
                  <a:cubicBezTo>
                    <a:pt x="14237" y="15144"/>
                    <a:pt x="14220" y="15147"/>
                    <a:pt x="14204" y="15152"/>
                  </a:cubicBezTo>
                  <a:cubicBezTo>
                    <a:pt x="14010" y="15220"/>
                    <a:pt x="13823" y="15292"/>
                    <a:pt x="13647" y="15367"/>
                  </a:cubicBezTo>
                  <a:cubicBezTo>
                    <a:pt x="13571" y="15398"/>
                    <a:pt x="13535" y="15483"/>
                    <a:pt x="13566" y="15559"/>
                  </a:cubicBezTo>
                  <a:cubicBezTo>
                    <a:pt x="13591" y="15614"/>
                    <a:pt x="13646" y="15648"/>
                    <a:pt x="13704" y="15648"/>
                  </a:cubicBezTo>
                  <a:cubicBezTo>
                    <a:pt x="13721" y="15648"/>
                    <a:pt x="13741" y="15645"/>
                    <a:pt x="13760" y="15638"/>
                  </a:cubicBezTo>
                  <a:cubicBezTo>
                    <a:pt x="13932" y="15568"/>
                    <a:pt x="14115" y="15497"/>
                    <a:pt x="14303" y="15430"/>
                  </a:cubicBezTo>
                  <a:cubicBezTo>
                    <a:pt x="14379" y="15403"/>
                    <a:pt x="14420" y="15318"/>
                    <a:pt x="14392" y="15241"/>
                  </a:cubicBezTo>
                  <a:cubicBezTo>
                    <a:pt x="14371" y="15181"/>
                    <a:pt x="14314" y="15144"/>
                    <a:pt x="14253" y="15144"/>
                  </a:cubicBezTo>
                  <a:close/>
                  <a:moveTo>
                    <a:pt x="12901" y="15734"/>
                  </a:moveTo>
                  <a:cubicBezTo>
                    <a:pt x="12878" y="15734"/>
                    <a:pt x="12854" y="15740"/>
                    <a:pt x="12832" y="15752"/>
                  </a:cubicBezTo>
                  <a:cubicBezTo>
                    <a:pt x="12650" y="15850"/>
                    <a:pt x="12476" y="15953"/>
                    <a:pt x="12315" y="16060"/>
                  </a:cubicBezTo>
                  <a:cubicBezTo>
                    <a:pt x="12248" y="16104"/>
                    <a:pt x="12228" y="16195"/>
                    <a:pt x="12274" y="16264"/>
                  </a:cubicBezTo>
                  <a:cubicBezTo>
                    <a:pt x="12301" y="16307"/>
                    <a:pt x="12349" y="16329"/>
                    <a:pt x="12397" y="16329"/>
                  </a:cubicBezTo>
                  <a:cubicBezTo>
                    <a:pt x="12425" y="16329"/>
                    <a:pt x="12454" y="16322"/>
                    <a:pt x="12477" y="16307"/>
                  </a:cubicBezTo>
                  <a:cubicBezTo>
                    <a:pt x="12632" y="16205"/>
                    <a:pt x="12798" y="16106"/>
                    <a:pt x="12972" y="16012"/>
                  </a:cubicBezTo>
                  <a:cubicBezTo>
                    <a:pt x="13043" y="15972"/>
                    <a:pt x="13070" y="15884"/>
                    <a:pt x="13032" y="15811"/>
                  </a:cubicBezTo>
                  <a:cubicBezTo>
                    <a:pt x="13005" y="15762"/>
                    <a:pt x="12954" y="15734"/>
                    <a:pt x="12901" y="15734"/>
                  </a:cubicBezTo>
                  <a:close/>
                  <a:moveTo>
                    <a:pt x="555" y="15515"/>
                  </a:moveTo>
                  <a:cubicBezTo>
                    <a:pt x="492" y="15515"/>
                    <a:pt x="435" y="15555"/>
                    <a:pt x="415" y="15618"/>
                  </a:cubicBezTo>
                  <a:cubicBezTo>
                    <a:pt x="354" y="15807"/>
                    <a:pt x="300" y="16002"/>
                    <a:pt x="252" y="16194"/>
                  </a:cubicBezTo>
                  <a:cubicBezTo>
                    <a:pt x="233" y="16273"/>
                    <a:pt x="281" y="16353"/>
                    <a:pt x="360" y="16373"/>
                  </a:cubicBezTo>
                  <a:cubicBezTo>
                    <a:pt x="372" y="16375"/>
                    <a:pt x="384" y="16376"/>
                    <a:pt x="395" y="16376"/>
                  </a:cubicBezTo>
                  <a:cubicBezTo>
                    <a:pt x="461" y="16376"/>
                    <a:pt x="522" y="16331"/>
                    <a:pt x="539" y="16265"/>
                  </a:cubicBezTo>
                  <a:cubicBezTo>
                    <a:pt x="586" y="16080"/>
                    <a:pt x="638" y="15891"/>
                    <a:pt x="697" y="15707"/>
                  </a:cubicBezTo>
                  <a:cubicBezTo>
                    <a:pt x="721" y="15628"/>
                    <a:pt x="678" y="15545"/>
                    <a:pt x="600" y="15522"/>
                  </a:cubicBezTo>
                  <a:cubicBezTo>
                    <a:pt x="585" y="15517"/>
                    <a:pt x="570" y="15515"/>
                    <a:pt x="555" y="15515"/>
                  </a:cubicBezTo>
                  <a:close/>
                  <a:moveTo>
                    <a:pt x="11701" y="16578"/>
                  </a:moveTo>
                  <a:cubicBezTo>
                    <a:pt x="11665" y="16578"/>
                    <a:pt x="11629" y="16591"/>
                    <a:pt x="11601" y="16617"/>
                  </a:cubicBezTo>
                  <a:cubicBezTo>
                    <a:pt x="11450" y="16758"/>
                    <a:pt x="11310" y="16906"/>
                    <a:pt x="11183" y="17060"/>
                  </a:cubicBezTo>
                  <a:cubicBezTo>
                    <a:pt x="11130" y="17123"/>
                    <a:pt x="11140" y="17216"/>
                    <a:pt x="11203" y="17267"/>
                  </a:cubicBezTo>
                  <a:cubicBezTo>
                    <a:pt x="11232" y="17289"/>
                    <a:pt x="11264" y="17301"/>
                    <a:pt x="11297" y="17301"/>
                  </a:cubicBezTo>
                  <a:cubicBezTo>
                    <a:pt x="11340" y="17301"/>
                    <a:pt x="11381" y="17283"/>
                    <a:pt x="11411" y="17248"/>
                  </a:cubicBezTo>
                  <a:cubicBezTo>
                    <a:pt x="11529" y="17105"/>
                    <a:pt x="11661" y="16966"/>
                    <a:pt x="11802" y="16834"/>
                  </a:cubicBezTo>
                  <a:cubicBezTo>
                    <a:pt x="11862" y="16778"/>
                    <a:pt x="11866" y="16684"/>
                    <a:pt x="11810" y="16626"/>
                  </a:cubicBezTo>
                  <a:cubicBezTo>
                    <a:pt x="11781" y="16594"/>
                    <a:pt x="11741" y="16578"/>
                    <a:pt x="11701" y="16578"/>
                  </a:cubicBezTo>
                  <a:close/>
                  <a:moveTo>
                    <a:pt x="226" y="16950"/>
                  </a:moveTo>
                  <a:cubicBezTo>
                    <a:pt x="154" y="16950"/>
                    <a:pt x="91" y="17002"/>
                    <a:pt x="80" y="17076"/>
                  </a:cubicBezTo>
                  <a:cubicBezTo>
                    <a:pt x="52" y="17277"/>
                    <a:pt x="32" y="17477"/>
                    <a:pt x="17" y="17674"/>
                  </a:cubicBezTo>
                  <a:cubicBezTo>
                    <a:pt x="12" y="17755"/>
                    <a:pt x="73" y="17825"/>
                    <a:pt x="154" y="17831"/>
                  </a:cubicBezTo>
                  <a:lnTo>
                    <a:pt x="164" y="17831"/>
                  </a:lnTo>
                  <a:cubicBezTo>
                    <a:pt x="240" y="17831"/>
                    <a:pt x="305" y="17772"/>
                    <a:pt x="311" y="17694"/>
                  </a:cubicBezTo>
                  <a:cubicBezTo>
                    <a:pt x="324" y="17504"/>
                    <a:pt x="344" y="17310"/>
                    <a:pt x="371" y="17118"/>
                  </a:cubicBezTo>
                  <a:cubicBezTo>
                    <a:pt x="384" y="17038"/>
                    <a:pt x="327" y="16963"/>
                    <a:pt x="246" y="16952"/>
                  </a:cubicBezTo>
                  <a:cubicBezTo>
                    <a:pt x="239" y="16951"/>
                    <a:pt x="232" y="16950"/>
                    <a:pt x="226" y="16950"/>
                  </a:cubicBezTo>
                  <a:close/>
                  <a:moveTo>
                    <a:pt x="10812" y="17744"/>
                  </a:moveTo>
                  <a:cubicBezTo>
                    <a:pt x="10759" y="17744"/>
                    <a:pt x="10708" y="17774"/>
                    <a:pt x="10682" y="17824"/>
                  </a:cubicBezTo>
                  <a:cubicBezTo>
                    <a:pt x="10648" y="17890"/>
                    <a:pt x="10616" y="17959"/>
                    <a:pt x="10585" y="18029"/>
                  </a:cubicBezTo>
                  <a:cubicBezTo>
                    <a:pt x="10536" y="18142"/>
                    <a:pt x="10488" y="18263"/>
                    <a:pt x="10447" y="18388"/>
                  </a:cubicBezTo>
                  <a:cubicBezTo>
                    <a:pt x="10422" y="18465"/>
                    <a:pt x="10462" y="18550"/>
                    <a:pt x="10539" y="18576"/>
                  </a:cubicBezTo>
                  <a:cubicBezTo>
                    <a:pt x="10556" y="18581"/>
                    <a:pt x="10571" y="18583"/>
                    <a:pt x="10587" y="18583"/>
                  </a:cubicBezTo>
                  <a:cubicBezTo>
                    <a:pt x="10649" y="18583"/>
                    <a:pt x="10705" y="18545"/>
                    <a:pt x="10727" y="18483"/>
                  </a:cubicBezTo>
                  <a:cubicBezTo>
                    <a:pt x="10765" y="18366"/>
                    <a:pt x="10810" y="18254"/>
                    <a:pt x="10856" y="18148"/>
                  </a:cubicBezTo>
                  <a:cubicBezTo>
                    <a:pt x="10884" y="18083"/>
                    <a:pt x="10914" y="18020"/>
                    <a:pt x="10945" y="17959"/>
                  </a:cubicBezTo>
                  <a:cubicBezTo>
                    <a:pt x="10982" y="17885"/>
                    <a:pt x="10952" y="17798"/>
                    <a:pt x="10880" y="17760"/>
                  </a:cubicBezTo>
                  <a:cubicBezTo>
                    <a:pt x="10858" y="17749"/>
                    <a:pt x="10835" y="17744"/>
                    <a:pt x="10812" y="17744"/>
                  </a:cubicBezTo>
                  <a:close/>
                  <a:moveTo>
                    <a:pt x="150" y="18421"/>
                  </a:moveTo>
                  <a:cubicBezTo>
                    <a:pt x="148" y="18421"/>
                    <a:pt x="146" y="18421"/>
                    <a:pt x="144" y="18421"/>
                  </a:cubicBezTo>
                  <a:cubicBezTo>
                    <a:pt x="64" y="18424"/>
                    <a:pt x="1" y="18493"/>
                    <a:pt x="4" y="18573"/>
                  </a:cubicBezTo>
                  <a:cubicBezTo>
                    <a:pt x="13" y="18775"/>
                    <a:pt x="29" y="18976"/>
                    <a:pt x="53" y="19174"/>
                  </a:cubicBezTo>
                  <a:cubicBezTo>
                    <a:pt x="63" y="19248"/>
                    <a:pt x="126" y="19303"/>
                    <a:pt x="199" y="19303"/>
                  </a:cubicBezTo>
                  <a:cubicBezTo>
                    <a:pt x="204" y="19303"/>
                    <a:pt x="210" y="19303"/>
                    <a:pt x="216" y="19301"/>
                  </a:cubicBezTo>
                  <a:cubicBezTo>
                    <a:pt x="298" y="19292"/>
                    <a:pt x="356" y="19218"/>
                    <a:pt x="345" y="19137"/>
                  </a:cubicBezTo>
                  <a:cubicBezTo>
                    <a:pt x="323" y="18948"/>
                    <a:pt x="306" y="18754"/>
                    <a:pt x="298" y="18561"/>
                  </a:cubicBezTo>
                  <a:cubicBezTo>
                    <a:pt x="295" y="18482"/>
                    <a:pt x="227" y="18421"/>
                    <a:pt x="150" y="18421"/>
                  </a:cubicBezTo>
                  <a:close/>
                  <a:moveTo>
                    <a:pt x="10371" y="19147"/>
                  </a:moveTo>
                  <a:cubicBezTo>
                    <a:pt x="10302" y="19147"/>
                    <a:pt x="10241" y="19196"/>
                    <a:pt x="10228" y="19267"/>
                  </a:cubicBezTo>
                  <a:cubicBezTo>
                    <a:pt x="10190" y="19466"/>
                    <a:pt x="10160" y="19666"/>
                    <a:pt x="10131" y="19853"/>
                  </a:cubicBezTo>
                  <a:cubicBezTo>
                    <a:pt x="10119" y="19933"/>
                    <a:pt x="10175" y="20010"/>
                    <a:pt x="10254" y="20021"/>
                  </a:cubicBezTo>
                  <a:cubicBezTo>
                    <a:pt x="10263" y="20022"/>
                    <a:pt x="10269" y="20022"/>
                    <a:pt x="10277" y="20022"/>
                  </a:cubicBezTo>
                  <a:cubicBezTo>
                    <a:pt x="10347" y="20022"/>
                    <a:pt x="10411" y="19969"/>
                    <a:pt x="10422" y="19897"/>
                  </a:cubicBezTo>
                  <a:cubicBezTo>
                    <a:pt x="10449" y="19714"/>
                    <a:pt x="10480" y="19515"/>
                    <a:pt x="10517" y="19320"/>
                  </a:cubicBezTo>
                  <a:cubicBezTo>
                    <a:pt x="10532" y="19241"/>
                    <a:pt x="10479" y="19165"/>
                    <a:pt x="10399" y="19149"/>
                  </a:cubicBezTo>
                  <a:cubicBezTo>
                    <a:pt x="10390" y="19147"/>
                    <a:pt x="10380" y="19147"/>
                    <a:pt x="10371" y="19147"/>
                  </a:cubicBezTo>
                  <a:close/>
                  <a:moveTo>
                    <a:pt x="362" y="19878"/>
                  </a:moveTo>
                  <a:cubicBezTo>
                    <a:pt x="350" y="19878"/>
                    <a:pt x="337" y="19880"/>
                    <a:pt x="325" y="19883"/>
                  </a:cubicBezTo>
                  <a:cubicBezTo>
                    <a:pt x="245" y="19903"/>
                    <a:pt x="198" y="19983"/>
                    <a:pt x="219" y="20062"/>
                  </a:cubicBezTo>
                  <a:cubicBezTo>
                    <a:pt x="261" y="20233"/>
                    <a:pt x="311" y="20404"/>
                    <a:pt x="368" y="20570"/>
                  </a:cubicBezTo>
                  <a:lnTo>
                    <a:pt x="391" y="20639"/>
                  </a:lnTo>
                  <a:cubicBezTo>
                    <a:pt x="414" y="20699"/>
                    <a:pt x="470" y="20736"/>
                    <a:pt x="530" y="20736"/>
                  </a:cubicBezTo>
                  <a:cubicBezTo>
                    <a:pt x="548" y="20736"/>
                    <a:pt x="563" y="20734"/>
                    <a:pt x="580" y="20730"/>
                  </a:cubicBezTo>
                  <a:cubicBezTo>
                    <a:pt x="657" y="20703"/>
                    <a:pt x="697" y="20619"/>
                    <a:pt x="669" y="20542"/>
                  </a:cubicBezTo>
                  <a:lnTo>
                    <a:pt x="648" y="20476"/>
                  </a:lnTo>
                  <a:cubicBezTo>
                    <a:pt x="595" y="20317"/>
                    <a:pt x="546" y="20153"/>
                    <a:pt x="504" y="19990"/>
                  </a:cubicBezTo>
                  <a:cubicBezTo>
                    <a:pt x="487" y="19923"/>
                    <a:pt x="428" y="19878"/>
                    <a:pt x="362" y="19878"/>
                  </a:cubicBezTo>
                  <a:close/>
                  <a:moveTo>
                    <a:pt x="10137" y="20602"/>
                  </a:moveTo>
                  <a:cubicBezTo>
                    <a:pt x="10067" y="20602"/>
                    <a:pt x="10005" y="20651"/>
                    <a:pt x="9991" y="20723"/>
                  </a:cubicBezTo>
                  <a:cubicBezTo>
                    <a:pt x="9953" y="20932"/>
                    <a:pt x="9912" y="21117"/>
                    <a:pt x="9867" y="21286"/>
                  </a:cubicBezTo>
                  <a:cubicBezTo>
                    <a:pt x="9846" y="21364"/>
                    <a:pt x="9892" y="21446"/>
                    <a:pt x="9971" y="21467"/>
                  </a:cubicBezTo>
                  <a:cubicBezTo>
                    <a:pt x="9984" y="21471"/>
                    <a:pt x="9997" y="21472"/>
                    <a:pt x="10010" y="21472"/>
                  </a:cubicBezTo>
                  <a:cubicBezTo>
                    <a:pt x="10074" y="21472"/>
                    <a:pt x="10134" y="21428"/>
                    <a:pt x="10151" y="21362"/>
                  </a:cubicBezTo>
                  <a:cubicBezTo>
                    <a:pt x="10198" y="21186"/>
                    <a:pt x="10242" y="20993"/>
                    <a:pt x="10281" y="20775"/>
                  </a:cubicBezTo>
                  <a:cubicBezTo>
                    <a:pt x="10296" y="20696"/>
                    <a:pt x="10243" y="20619"/>
                    <a:pt x="10164" y="20604"/>
                  </a:cubicBezTo>
                  <a:cubicBezTo>
                    <a:pt x="10155" y="20602"/>
                    <a:pt x="10146" y="20602"/>
                    <a:pt x="10137" y="20602"/>
                  </a:cubicBezTo>
                  <a:close/>
                  <a:moveTo>
                    <a:pt x="883" y="21253"/>
                  </a:moveTo>
                  <a:cubicBezTo>
                    <a:pt x="859" y="21253"/>
                    <a:pt x="836" y="21258"/>
                    <a:pt x="814" y="21269"/>
                  </a:cubicBezTo>
                  <a:cubicBezTo>
                    <a:pt x="742" y="21307"/>
                    <a:pt x="715" y="21395"/>
                    <a:pt x="752" y="21468"/>
                  </a:cubicBezTo>
                  <a:cubicBezTo>
                    <a:pt x="845" y="21646"/>
                    <a:pt x="947" y="21821"/>
                    <a:pt x="1056" y="21989"/>
                  </a:cubicBezTo>
                  <a:cubicBezTo>
                    <a:pt x="1085" y="22033"/>
                    <a:pt x="1133" y="22056"/>
                    <a:pt x="1180" y="22056"/>
                  </a:cubicBezTo>
                  <a:cubicBezTo>
                    <a:pt x="1209" y="22056"/>
                    <a:pt x="1236" y="22048"/>
                    <a:pt x="1260" y="22032"/>
                  </a:cubicBezTo>
                  <a:cubicBezTo>
                    <a:pt x="1328" y="21988"/>
                    <a:pt x="1346" y="21896"/>
                    <a:pt x="1303" y="21828"/>
                  </a:cubicBezTo>
                  <a:cubicBezTo>
                    <a:pt x="1199" y="21668"/>
                    <a:pt x="1102" y="21501"/>
                    <a:pt x="1013" y="21331"/>
                  </a:cubicBezTo>
                  <a:cubicBezTo>
                    <a:pt x="987" y="21281"/>
                    <a:pt x="936" y="21253"/>
                    <a:pt x="883" y="21253"/>
                  </a:cubicBezTo>
                  <a:close/>
                  <a:moveTo>
                    <a:pt x="9700" y="22004"/>
                  </a:moveTo>
                  <a:cubicBezTo>
                    <a:pt x="9646" y="22004"/>
                    <a:pt x="9594" y="22033"/>
                    <a:pt x="9567" y="22085"/>
                  </a:cubicBezTo>
                  <a:cubicBezTo>
                    <a:pt x="9483" y="22251"/>
                    <a:pt x="9383" y="22414"/>
                    <a:pt x="9272" y="22568"/>
                  </a:cubicBezTo>
                  <a:cubicBezTo>
                    <a:pt x="9225" y="22636"/>
                    <a:pt x="9240" y="22726"/>
                    <a:pt x="9305" y="22775"/>
                  </a:cubicBezTo>
                  <a:cubicBezTo>
                    <a:pt x="9333" y="22792"/>
                    <a:pt x="9362" y="22802"/>
                    <a:pt x="9392" y="22802"/>
                  </a:cubicBezTo>
                  <a:cubicBezTo>
                    <a:pt x="9438" y="22802"/>
                    <a:pt x="9484" y="22780"/>
                    <a:pt x="9512" y="22741"/>
                  </a:cubicBezTo>
                  <a:cubicBezTo>
                    <a:pt x="9632" y="22575"/>
                    <a:pt x="9739" y="22398"/>
                    <a:pt x="9830" y="22219"/>
                  </a:cubicBezTo>
                  <a:cubicBezTo>
                    <a:pt x="9868" y="22145"/>
                    <a:pt x="9839" y="22058"/>
                    <a:pt x="9765" y="22020"/>
                  </a:cubicBezTo>
                  <a:cubicBezTo>
                    <a:pt x="9745" y="22009"/>
                    <a:pt x="9722" y="22004"/>
                    <a:pt x="9700" y="22004"/>
                  </a:cubicBezTo>
                  <a:close/>
                  <a:moveTo>
                    <a:pt x="1713" y="22467"/>
                  </a:moveTo>
                  <a:cubicBezTo>
                    <a:pt x="1678" y="22467"/>
                    <a:pt x="1644" y="22479"/>
                    <a:pt x="1616" y="22503"/>
                  </a:cubicBezTo>
                  <a:cubicBezTo>
                    <a:pt x="1554" y="22556"/>
                    <a:pt x="1548" y="22649"/>
                    <a:pt x="1601" y="22711"/>
                  </a:cubicBezTo>
                  <a:cubicBezTo>
                    <a:pt x="1732" y="22864"/>
                    <a:pt x="1873" y="23009"/>
                    <a:pt x="2019" y="23147"/>
                  </a:cubicBezTo>
                  <a:cubicBezTo>
                    <a:pt x="2047" y="23174"/>
                    <a:pt x="2085" y="23186"/>
                    <a:pt x="2121" y="23186"/>
                  </a:cubicBezTo>
                  <a:cubicBezTo>
                    <a:pt x="2160" y="23186"/>
                    <a:pt x="2200" y="23172"/>
                    <a:pt x="2226" y="23142"/>
                  </a:cubicBezTo>
                  <a:cubicBezTo>
                    <a:pt x="2283" y="23082"/>
                    <a:pt x="2281" y="22988"/>
                    <a:pt x="2221" y="22933"/>
                  </a:cubicBezTo>
                  <a:cubicBezTo>
                    <a:pt x="2083" y="22802"/>
                    <a:pt x="1949" y="22662"/>
                    <a:pt x="1823" y="22518"/>
                  </a:cubicBezTo>
                  <a:cubicBezTo>
                    <a:pt x="1794" y="22484"/>
                    <a:pt x="1754" y="22467"/>
                    <a:pt x="1713" y="22467"/>
                  </a:cubicBezTo>
                  <a:close/>
                  <a:moveTo>
                    <a:pt x="8803" y="23163"/>
                  </a:moveTo>
                  <a:cubicBezTo>
                    <a:pt x="8767" y="23163"/>
                    <a:pt x="8732" y="23176"/>
                    <a:pt x="8704" y="23201"/>
                  </a:cubicBezTo>
                  <a:cubicBezTo>
                    <a:pt x="8564" y="23327"/>
                    <a:pt x="8413" y="23444"/>
                    <a:pt x="8256" y="23554"/>
                  </a:cubicBezTo>
                  <a:cubicBezTo>
                    <a:pt x="8189" y="23599"/>
                    <a:pt x="8172" y="23691"/>
                    <a:pt x="8219" y="23758"/>
                  </a:cubicBezTo>
                  <a:cubicBezTo>
                    <a:pt x="8247" y="23801"/>
                    <a:pt x="8293" y="23823"/>
                    <a:pt x="8340" y="23823"/>
                  </a:cubicBezTo>
                  <a:cubicBezTo>
                    <a:pt x="8368" y="23823"/>
                    <a:pt x="8397" y="23814"/>
                    <a:pt x="8422" y="23795"/>
                  </a:cubicBezTo>
                  <a:cubicBezTo>
                    <a:pt x="8591" y="23680"/>
                    <a:pt x="8751" y="23554"/>
                    <a:pt x="8901" y="23419"/>
                  </a:cubicBezTo>
                  <a:cubicBezTo>
                    <a:pt x="8962" y="23365"/>
                    <a:pt x="8965" y="23272"/>
                    <a:pt x="8911" y="23211"/>
                  </a:cubicBezTo>
                  <a:cubicBezTo>
                    <a:pt x="8882" y="23179"/>
                    <a:pt x="8843" y="23163"/>
                    <a:pt x="8803" y="23163"/>
                  </a:cubicBezTo>
                  <a:close/>
                  <a:moveTo>
                    <a:pt x="2806" y="23451"/>
                  </a:moveTo>
                  <a:cubicBezTo>
                    <a:pt x="2759" y="23451"/>
                    <a:pt x="2713" y="23473"/>
                    <a:pt x="2684" y="23515"/>
                  </a:cubicBezTo>
                  <a:cubicBezTo>
                    <a:pt x="2638" y="23582"/>
                    <a:pt x="2655" y="23673"/>
                    <a:pt x="2722" y="23720"/>
                  </a:cubicBezTo>
                  <a:cubicBezTo>
                    <a:pt x="2888" y="23835"/>
                    <a:pt x="3061" y="23943"/>
                    <a:pt x="3236" y="24038"/>
                  </a:cubicBezTo>
                  <a:cubicBezTo>
                    <a:pt x="3259" y="24050"/>
                    <a:pt x="3283" y="24056"/>
                    <a:pt x="3308" y="24056"/>
                  </a:cubicBezTo>
                  <a:cubicBezTo>
                    <a:pt x="3360" y="24056"/>
                    <a:pt x="3411" y="24028"/>
                    <a:pt x="3435" y="23979"/>
                  </a:cubicBezTo>
                  <a:cubicBezTo>
                    <a:pt x="3475" y="23908"/>
                    <a:pt x="3448" y="23818"/>
                    <a:pt x="3377" y="23779"/>
                  </a:cubicBezTo>
                  <a:cubicBezTo>
                    <a:pt x="3212" y="23689"/>
                    <a:pt x="3048" y="23587"/>
                    <a:pt x="2890" y="23477"/>
                  </a:cubicBezTo>
                  <a:cubicBezTo>
                    <a:pt x="2864" y="23460"/>
                    <a:pt x="2835" y="23451"/>
                    <a:pt x="2806" y="23451"/>
                  </a:cubicBezTo>
                  <a:close/>
                  <a:moveTo>
                    <a:pt x="7569" y="23957"/>
                  </a:moveTo>
                  <a:cubicBezTo>
                    <a:pt x="7549" y="23957"/>
                    <a:pt x="7528" y="23961"/>
                    <a:pt x="7509" y="23970"/>
                  </a:cubicBezTo>
                  <a:cubicBezTo>
                    <a:pt x="7335" y="24046"/>
                    <a:pt x="7154" y="24113"/>
                    <a:pt x="6972" y="24169"/>
                  </a:cubicBezTo>
                  <a:cubicBezTo>
                    <a:pt x="6895" y="24192"/>
                    <a:pt x="6852" y="24276"/>
                    <a:pt x="6874" y="24353"/>
                  </a:cubicBezTo>
                  <a:cubicBezTo>
                    <a:pt x="6894" y="24416"/>
                    <a:pt x="6952" y="24458"/>
                    <a:pt x="7015" y="24458"/>
                  </a:cubicBezTo>
                  <a:cubicBezTo>
                    <a:pt x="7029" y="24458"/>
                    <a:pt x="7044" y="24455"/>
                    <a:pt x="7060" y="24450"/>
                  </a:cubicBezTo>
                  <a:cubicBezTo>
                    <a:pt x="7254" y="24392"/>
                    <a:pt x="7445" y="24320"/>
                    <a:pt x="7629" y="24239"/>
                  </a:cubicBezTo>
                  <a:cubicBezTo>
                    <a:pt x="7703" y="24206"/>
                    <a:pt x="7737" y="24119"/>
                    <a:pt x="7704" y="24045"/>
                  </a:cubicBezTo>
                  <a:cubicBezTo>
                    <a:pt x="7679" y="23990"/>
                    <a:pt x="7625" y="23957"/>
                    <a:pt x="7569" y="23957"/>
                  </a:cubicBezTo>
                  <a:close/>
                  <a:moveTo>
                    <a:pt x="4114" y="24116"/>
                  </a:moveTo>
                  <a:cubicBezTo>
                    <a:pt x="4052" y="24116"/>
                    <a:pt x="3996" y="24155"/>
                    <a:pt x="3975" y="24216"/>
                  </a:cubicBezTo>
                  <a:cubicBezTo>
                    <a:pt x="3948" y="24293"/>
                    <a:pt x="3990" y="24377"/>
                    <a:pt x="4067" y="24403"/>
                  </a:cubicBezTo>
                  <a:cubicBezTo>
                    <a:pt x="4259" y="24469"/>
                    <a:pt x="4456" y="24525"/>
                    <a:pt x="4652" y="24566"/>
                  </a:cubicBezTo>
                  <a:cubicBezTo>
                    <a:pt x="4662" y="24568"/>
                    <a:pt x="4673" y="24570"/>
                    <a:pt x="4683" y="24570"/>
                  </a:cubicBezTo>
                  <a:cubicBezTo>
                    <a:pt x="4752" y="24570"/>
                    <a:pt x="4814" y="24524"/>
                    <a:pt x="4826" y="24452"/>
                  </a:cubicBezTo>
                  <a:cubicBezTo>
                    <a:pt x="4843" y="24372"/>
                    <a:pt x="4793" y="24294"/>
                    <a:pt x="4713" y="24277"/>
                  </a:cubicBezTo>
                  <a:cubicBezTo>
                    <a:pt x="4528" y="24238"/>
                    <a:pt x="4342" y="24186"/>
                    <a:pt x="4162" y="24124"/>
                  </a:cubicBezTo>
                  <a:cubicBezTo>
                    <a:pt x="4146" y="24119"/>
                    <a:pt x="4130" y="24116"/>
                    <a:pt x="4114" y="24116"/>
                  </a:cubicBezTo>
                  <a:close/>
                  <a:moveTo>
                    <a:pt x="6150" y="24343"/>
                  </a:moveTo>
                  <a:cubicBezTo>
                    <a:pt x="6144" y="24343"/>
                    <a:pt x="6138" y="24343"/>
                    <a:pt x="6133" y="24344"/>
                  </a:cubicBezTo>
                  <a:cubicBezTo>
                    <a:pt x="5960" y="24363"/>
                    <a:pt x="5786" y="24373"/>
                    <a:pt x="5616" y="24373"/>
                  </a:cubicBezTo>
                  <a:lnTo>
                    <a:pt x="5563" y="24373"/>
                  </a:lnTo>
                  <a:cubicBezTo>
                    <a:pt x="5562" y="24373"/>
                    <a:pt x="5562" y="24373"/>
                    <a:pt x="5561" y="24373"/>
                  </a:cubicBezTo>
                  <a:cubicBezTo>
                    <a:pt x="5478" y="24373"/>
                    <a:pt x="5414" y="24439"/>
                    <a:pt x="5413" y="24520"/>
                  </a:cubicBezTo>
                  <a:cubicBezTo>
                    <a:pt x="5412" y="24600"/>
                    <a:pt x="5477" y="24668"/>
                    <a:pt x="5559" y="24669"/>
                  </a:cubicBezTo>
                  <a:lnTo>
                    <a:pt x="5616" y="24669"/>
                  </a:lnTo>
                  <a:cubicBezTo>
                    <a:pt x="5797" y="24669"/>
                    <a:pt x="5983" y="24657"/>
                    <a:pt x="6167" y="24638"/>
                  </a:cubicBezTo>
                  <a:cubicBezTo>
                    <a:pt x="6248" y="24628"/>
                    <a:pt x="6306" y="24556"/>
                    <a:pt x="6297" y="24474"/>
                  </a:cubicBezTo>
                  <a:cubicBezTo>
                    <a:pt x="6287" y="24398"/>
                    <a:pt x="6224" y="24343"/>
                    <a:pt x="6150" y="24343"/>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
            <p:cNvSpPr/>
            <p:nvPr/>
          </p:nvSpPr>
          <p:spPr>
            <a:xfrm>
              <a:off x="3462400" y="456150"/>
              <a:ext cx="451350" cy="540025"/>
            </a:xfrm>
            <a:custGeom>
              <a:rect b="b" l="l" r="r" t="t"/>
              <a:pathLst>
                <a:path extrusionOk="0" h="21601" w="18054">
                  <a:moveTo>
                    <a:pt x="4227" y="256"/>
                  </a:moveTo>
                  <a:cubicBezTo>
                    <a:pt x="4388" y="256"/>
                    <a:pt x="4547" y="278"/>
                    <a:pt x="4705" y="321"/>
                  </a:cubicBezTo>
                  <a:cubicBezTo>
                    <a:pt x="5655" y="583"/>
                    <a:pt x="6579" y="1653"/>
                    <a:pt x="7176" y="3185"/>
                  </a:cubicBezTo>
                  <a:cubicBezTo>
                    <a:pt x="7520" y="4068"/>
                    <a:pt x="7910" y="5068"/>
                    <a:pt x="8683" y="5723"/>
                  </a:cubicBezTo>
                  <a:cubicBezTo>
                    <a:pt x="9576" y="6478"/>
                    <a:pt x="10784" y="6634"/>
                    <a:pt x="11925" y="6634"/>
                  </a:cubicBezTo>
                  <a:cubicBezTo>
                    <a:pt x="12104" y="6634"/>
                    <a:pt x="12282" y="6630"/>
                    <a:pt x="12457" y="6624"/>
                  </a:cubicBezTo>
                  <a:cubicBezTo>
                    <a:pt x="12585" y="6619"/>
                    <a:pt x="12713" y="6614"/>
                    <a:pt x="12842" y="6609"/>
                  </a:cubicBezTo>
                  <a:cubicBezTo>
                    <a:pt x="13190" y="6595"/>
                    <a:pt x="13542" y="6581"/>
                    <a:pt x="13892" y="6581"/>
                  </a:cubicBezTo>
                  <a:cubicBezTo>
                    <a:pt x="14704" y="6581"/>
                    <a:pt x="15504" y="6657"/>
                    <a:pt x="16223" y="6993"/>
                  </a:cubicBezTo>
                  <a:cubicBezTo>
                    <a:pt x="16880" y="7298"/>
                    <a:pt x="17437" y="7935"/>
                    <a:pt x="17644" y="8614"/>
                  </a:cubicBezTo>
                  <a:cubicBezTo>
                    <a:pt x="17749" y="8962"/>
                    <a:pt x="17812" y="9482"/>
                    <a:pt x="17511" y="9980"/>
                  </a:cubicBezTo>
                  <a:cubicBezTo>
                    <a:pt x="17048" y="10741"/>
                    <a:pt x="16041" y="10986"/>
                    <a:pt x="15154" y="11201"/>
                  </a:cubicBezTo>
                  <a:lnTo>
                    <a:pt x="15091" y="11217"/>
                  </a:lnTo>
                  <a:cubicBezTo>
                    <a:pt x="13076" y="11707"/>
                    <a:pt x="11441" y="12402"/>
                    <a:pt x="10093" y="13341"/>
                  </a:cubicBezTo>
                  <a:cubicBezTo>
                    <a:pt x="8489" y="14457"/>
                    <a:pt x="7301" y="15964"/>
                    <a:pt x="6745" y="17583"/>
                  </a:cubicBezTo>
                  <a:cubicBezTo>
                    <a:pt x="6647" y="17867"/>
                    <a:pt x="6564" y="18167"/>
                    <a:pt x="6482" y="18457"/>
                  </a:cubicBezTo>
                  <a:cubicBezTo>
                    <a:pt x="6239" y="19330"/>
                    <a:pt x="5986" y="20231"/>
                    <a:pt x="5324" y="20812"/>
                  </a:cubicBezTo>
                  <a:cubicBezTo>
                    <a:pt x="4923" y="21164"/>
                    <a:pt x="4387" y="21352"/>
                    <a:pt x="3798" y="21352"/>
                  </a:cubicBezTo>
                  <a:cubicBezTo>
                    <a:pt x="3722" y="21352"/>
                    <a:pt x="3646" y="21349"/>
                    <a:pt x="3568" y="21342"/>
                  </a:cubicBezTo>
                  <a:cubicBezTo>
                    <a:pt x="2731" y="21272"/>
                    <a:pt x="1920" y="20853"/>
                    <a:pt x="1400" y="20220"/>
                  </a:cubicBezTo>
                  <a:cubicBezTo>
                    <a:pt x="259" y="18828"/>
                    <a:pt x="383" y="16927"/>
                    <a:pt x="560" y="15917"/>
                  </a:cubicBezTo>
                  <a:cubicBezTo>
                    <a:pt x="733" y="14930"/>
                    <a:pt x="1068" y="13958"/>
                    <a:pt x="1393" y="13021"/>
                  </a:cubicBezTo>
                  <a:cubicBezTo>
                    <a:pt x="1565" y="12524"/>
                    <a:pt x="1741" y="12012"/>
                    <a:pt x="1894" y="11501"/>
                  </a:cubicBezTo>
                  <a:cubicBezTo>
                    <a:pt x="2448" y="9638"/>
                    <a:pt x="2504" y="8123"/>
                    <a:pt x="2064" y="6874"/>
                  </a:cubicBezTo>
                  <a:cubicBezTo>
                    <a:pt x="1928" y="6487"/>
                    <a:pt x="1731" y="6104"/>
                    <a:pt x="1543" y="5735"/>
                  </a:cubicBezTo>
                  <a:cubicBezTo>
                    <a:pt x="1170" y="5008"/>
                    <a:pt x="785" y="4257"/>
                    <a:pt x="839" y="3449"/>
                  </a:cubicBezTo>
                  <a:cubicBezTo>
                    <a:pt x="921" y="2275"/>
                    <a:pt x="1958" y="1468"/>
                    <a:pt x="2791" y="819"/>
                  </a:cubicBezTo>
                  <a:cubicBezTo>
                    <a:pt x="3273" y="444"/>
                    <a:pt x="3754" y="256"/>
                    <a:pt x="4227" y="256"/>
                  </a:cubicBezTo>
                  <a:close/>
                  <a:moveTo>
                    <a:pt x="4222" y="1"/>
                  </a:moveTo>
                  <a:cubicBezTo>
                    <a:pt x="3695" y="1"/>
                    <a:pt x="3163" y="207"/>
                    <a:pt x="2635" y="617"/>
                  </a:cubicBezTo>
                  <a:cubicBezTo>
                    <a:pt x="1808" y="1261"/>
                    <a:pt x="676" y="2142"/>
                    <a:pt x="587" y="3428"/>
                  </a:cubicBezTo>
                  <a:cubicBezTo>
                    <a:pt x="527" y="4306"/>
                    <a:pt x="929" y="5089"/>
                    <a:pt x="1317" y="5846"/>
                  </a:cubicBezTo>
                  <a:cubicBezTo>
                    <a:pt x="1512" y="6227"/>
                    <a:pt x="1696" y="6585"/>
                    <a:pt x="1827" y="6956"/>
                  </a:cubicBezTo>
                  <a:cubicBezTo>
                    <a:pt x="2248" y="8153"/>
                    <a:pt x="2191" y="9617"/>
                    <a:pt x="1652" y="11428"/>
                  </a:cubicBezTo>
                  <a:cubicBezTo>
                    <a:pt x="1502" y="11935"/>
                    <a:pt x="1324" y="12444"/>
                    <a:pt x="1154" y="12937"/>
                  </a:cubicBezTo>
                  <a:cubicBezTo>
                    <a:pt x="827" y="13885"/>
                    <a:pt x="489" y="14865"/>
                    <a:pt x="312" y="15872"/>
                  </a:cubicBezTo>
                  <a:cubicBezTo>
                    <a:pt x="127" y="16924"/>
                    <a:pt x="1" y="18908"/>
                    <a:pt x="1205" y="20377"/>
                  </a:cubicBezTo>
                  <a:cubicBezTo>
                    <a:pt x="1767" y="21062"/>
                    <a:pt x="2643" y="21515"/>
                    <a:pt x="3548" y="21589"/>
                  </a:cubicBezTo>
                  <a:cubicBezTo>
                    <a:pt x="3633" y="21596"/>
                    <a:pt x="3717" y="21600"/>
                    <a:pt x="3801" y="21600"/>
                  </a:cubicBezTo>
                  <a:cubicBezTo>
                    <a:pt x="4450" y="21600"/>
                    <a:pt x="5042" y="21391"/>
                    <a:pt x="5487" y="21000"/>
                  </a:cubicBezTo>
                  <a:cubicBezTo>
                    <a:pt x="6205" y="20370"/>
                    <a:pt x="6468" y="19432"/>
                    <a:pt x="6722" y="18524"/>
                  </a:cubicBezTo>
                  <a:cubicBezTo>
                    <a:pt x="6802" y="18238"/>
                    <a:pt x="6884" y="17943"/>
                    <a:pt x="6980" y="17664"/>
                  </a:cubicBezTo>
                  <a:cubicBezTo>
                    <a:pt x="7518" y="16094"/>
                    <a:pt x="8674" y="14633"/>
                    <a:pt x="10234" y="13545"/>
                  </a:cubicBezTo>
                  <a:cubicBezTo>
                    <a:pt x="11556" y="12625"/>
                    <a:pt x="13163" y="11943"/>
                    <a:pt x="15148" y="11459"/>
                  </a:cubicBezTo>
                  <a:lnTo>
                    <a:pt x="15211" y="11444"/>
                  </a:lnTo>
                  <a:cubicBezTo>
                    <a:pt x="16145" y="11216"/>
                    <a:pt x="17206" y="10959"/>
                    <a:pt x="17722" y="10108"/>
                  </a:cubicBezTo>
                  <a:cubicBezTo>
                    <a:pt x="18000" y="9650"/>
                    <a:pt x="18053" y="9109"/>
                    <a:pt x="17881" y="8539"/>
                  </a:cubicBezTo>
                  <a:cubicBezTo>
                    <a:pt x="17651" y="7783"/>
                    <a:pt x="17056" y="7102"/>
                    <a:pt x="16326" y="6764"/>
                  </a:cubicBezTo>
                  <a:cubicBezTo>
                    <a:pt x="15564" y="6408"/>
                    <a:pt x="14731" y="6327"/>
                    <a:pt x="13892" y="6327"/>
                  </a:cubicBezTo>
                  <a:cubicBezTo>
                    <a:pt x="13537" y="6327"/>
                    <a:pt x="13181" y="6342"/>
                    <a:pt x="12828" y="6356"/>
                  </a:cubicBezTo>
                  <a:cubicBezTo>
                    <a:pt x="12699" y="6361"/>
                    <a:pt x="12573" y="6366"/>
                    <a:pt x="12446" y="6369"/>
                  </a:cubicBezTo>
                  <a:cubicBezTo>
                    <a:pt x="12271" y="6376"/>
                    <a:pt x="12094" y="6380"/>
                    <a:pt x="11915" y="6380"/>
                  </a:cubicBezTo>
                  <a:cubicBezTo>
                    <a:pt x="10823" y="6380"/>
                    <a:pt x="9674" y="6232"/>
                    <a:pt x="8843" y="5528"/>
                  </a:cubicBezTo>
                  <a:cubicBezTo>
                    <a:pt x="8118" y="4915"/>
                    <a:pt x="7756" y="3988"/>
                    <a:pt x="7407" y="3092"/>
                  </a:cubicBezTo>
                  <a:cubicBezTo>
                    <a:pt x="7172" y="2489"/>
                    <a:pt x="6289" y="494"/>
                    <a:pt x="4769" y="76"/>
                  </a:cubicBezTo>
                  <a:cubicBezTo>
                    <a:pt x="4588" y="26"/>
                    <a:pt x="4405" y="1"/>
                    <a:pt x="422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
            <p:cNvSpPr/>
            <p:nvPr/>
          </p:nvSpPr>
          <p:spPr>
            <a:xfrm>
              <a:off x="3499175" y="519700"/>
              <a:ext cx="320500" cy="421975"/>
            </a:xfrm>
            <a:custGeom>
              <a:rect b="b" l="l" r="r" t="t"/>
              <a:pathLst>
                <a:path extrusionOk="0" h="16879" w="12820">
                  <a:moveTo>
                    <a:pt x="2175" y="149"/>
                  </a:moveTo>
                  <a:cubicBezTo>
                    <a:pt x="2268" y="149"/>
                    <a:pt x="2358" y="156"/>
                    <a:pt x="2440" y="168"/>
                  </a:cubicBezTo>
                  <a:cubicBezTo>
                    <a:pt x="3449" y="294"/>
                    <a:pt x="4529" y="1070"/>
                    <a:pt x="4818" y="1679"/>
                  </a:cubicBezTo>
                  <a:cubicBezTo>
                    <a:pt x="4948" y="1955"/>
                    <a:pt x="5050" y="2253"/>
                    <a:pt x="5148" y="2542"/>
                  </a:cubicBezTo>
                  <a:cubicBezTo>
                    <a:pt x="5305" y="3004"/>
                    <a:pt x="5466" y="3482"/>
                    <a:pt x="5757" y="3888"/>
                  </a:cubicBezTo>
                  <a:cubicBezTo>
                    <a:pt x="6697" y="5208"/>
                    <a:pt x="8560" y="5338"/>
                    <a:pt x="10235" y="5357"/>
                  </a:cubicBezTo>
                  <a:cubicBezTo>
                    <a:pt x="10986" y="5364"/>
                    <a:pt x="11898" y="5457"/>
                    <a:pt x="12269" y="6103"/>
                  </a:cubicBezTo>
                  <a:cubicBezTo>
                    <a:pt x="12650" y="6765"/>
                    <a:pt x="12201" y="7663"/>
                    <a:pt x="11545" y="8086"/>
                  </a:cubicBezTo>
                  <a:cubicBezTo>
                    <a:pt x="11051" y="8403"/>
                    <a:pt x="10460" y="8548"/>
                    <a:pt x="9887" y="8687"/>
                  </a:cubicBezTo>
                  <a:cubicBezTo>
                    <a:pt x="9680" y="8738"/>
                    <a:pt x="9467" y="8790"/>
                    <a:pt x="9260" y="8850"/>
                  </a:cubicBezTo>
                  <a:cubicBezTo>
                    <a:pt x="7011" y="9499"/>
                    <a:pt x="5095" y="11260"/>
                    <a:pt x="4259" y="13447"/>
                  </a:cubicBezTo>
                  <a:cubicBezTo>
                    <a:pt x="4170" y="13683"/>
                    <a:pt x="4091" y="13926"/>
                    <a:pt x="4013" y="14163"/>
                  </a:cubicBezTo>
                  <a:cubicBezTo>
                    <a:pt x="3845" y="14675"/>
                    <a:pt x="3673" y="15207"/>
                    <a:pt x="3385" y="15667"/>
                  </a:cubicBezTo>
                  <a:cubicBezTo>
                    <a:pt x="3038" y="16225"/>
                    <a:pt x="2416" y="16731"/>
                    <a:pt x="1739" y="16731"/>
                  </a:cubicBezTo>
                  <a:cubicBezTo>
                    <a:pt x="1651" y="16731"/>
                    <a:pt x="1562" y="16722"/>
                    <a:pt x="1472" y="16704"/>
                  </a:cubicBezTo>
                  <a:cubicBezTo>
                    <a:pt x="1099" y="16629"/>
                    <a:pt x="784" y="16394"/>
                    <a:pt x="562" y="16030"/>
                  </a:cubicBezTo>
                  <a:cubicBezTo>
                    <a:pt x="244" y="15507"/>
                    <a:pt x="153" y="14763"/>
                    <a:pt x="331" y="14137"/>
                  </a:cubicBezTo>
                  <a:cubicBezTo>
                    <a:pt x="526" y="13451"/>
                    <a:pt x="931" y="12838"/>
                    <a:pt x="1326" y="12246"/>
                  </a:cubicBezTo>
                  <a:cubicBezTo>
                    <a:pt x="1528" y="11940"/>
                    <a:pt x="1738" y="11624"/>
                    <a:pt x="1919" y="11299"/>
                  </a:cubicBezTo>
                  <a:cubicBezTo>
                    <a:pt x="3024" y="9310"/>
                    <a:pt x="3071" y="6813"/>
                    <a:pt x="2046" y="4784"/>
                  </a:cubicBezTo>
                  <a:cubicBezTo>
                    <a:pt x="1915" y="4524"/>
                    <a:pt x="1766" y="4270"/>
                    <a:pt x="1622" y="4026"/>
                  </a:cubicBezTo>
                  <a:cubicBezTo>
                    <a:pt x="1379" y="3610"/>
                    <a:pt x="1128" y="3182"/>
                    <a:pt x="962" y="2727"/>
                  </a:cubicBezTo>
                  <a:cubicBezTo>
                    <a:pt x="661" y="1895"/>
                    <a:pt x="734" y="1091"/>
                    <a:pt x="1161" y="577"/>
                  </a:cubicBezTo>
                  <a:cubicBezTo>
                    <a:pt x="1439" y="241"/>
                    <a:pt x="1831" y="149"/>
                    <a:pt x="2175" y="149"/>
                  </a:cubicBezTo>
                  <a:close/>
                  <a:moveTo>
                    <a:pt x="2170" y="1"/>
                  </a:moveTo>
                  <a:cubicBezTo>
                    <a:pt x="1693" y="1"/>
                    <a:pt x="1308" y="165"/>
                    <a:pt x="1045" y="483"/>
                  </a:cubicBezTo>
                  <a:cubicBezTo>
                    <a:pt x="586" y="1036"/>
                    <a:pt x="503" y="1893"/>
                    <a:pt x="823" y="2775"/>
                  </a:cubicBezTo>
                  <a:cubicBezTo>
                    <a:pt x="992" y="3244"/>
                    <a:pt x="1248" y="3678"/>
                    <a:pt x="1494" y="4099"/>
                  </a:cubicBezTo>
                  <a:cubicBezTo>
                    <a:pt x="1637" y="4342"/>
                    <a:pt x="1785" y="4594"/>
                    <a:pt x="1914" y="4849"/>
                  </a:cubicBezTo>
                  <a:cubicBezTo>
                    <a:pt x="2917" y="6837"/>
                    <a:pt x="2869" y="9280"/>
                    <a:pt x="1788" y="11227"/>
                  </a:cubicBezTo>
                  <a:cubicBezTo>
                    <a:pt x="1611" y="11547"/>
                    <a:pt x="1403" y="11860"/>
                    <a:pt x="1202" y="12163"/>
                  </a:cubicBezTo>
                  <a:cubicBezTo>
                    <a:pt x="803" y="12766"/>
                    <a:pt x="389" y="13387"/>
                    <a:pt x="189" y="14095"/>
                  </a:cubicBezTo>
                  <a:cubicBezTo>
                    <a:pt x="1" y="14761"/>
                    <a:pt x="99" y="15550"/>
                    <a:pt x="436" y="16105"/>
                  </a:cubicBezTo>
                  <a:cubicBezTo>
                    <a:pt x="682" y="16507"/>
                    <a:pt x="1030" y="16764"/>
                    <a:pt x="1444" y="16848"/>
                  </a:cubicBezTo>
                  <a:cubicBezTo>
                    <a:pt x="1543" y="16869"/>
                    <a:pt x="1642" y="16878"/>
                    <a:pt x="1740" y="16878"/>
                  </a:cubicBezTo>
                  <a:cubicBezTo>
                    <a:pt x="2473" y="16878"/>
                    <a:pt x="3142" y="16339"/>
                    <a:pt x="3509" y="15744"/>
                  </a:cubicBezTo>
                  <a:cubicBezTo>
                    <a:pt x="3805" y="15269"/>
                    <a:pt x="3982" y="14730"/>
                    <a:pt x="4153" y="14207"/>
                  </a:cubicBezTo>
                  <a:cubicBezTo>
                    <a:pt x="4230" y="13973"/>
                    <a:pt x="4308" y="13730"/>
                    <a:pt x="4397" y="13498"/>
                  </a:cubicBezTo>
                  <a:cubicBezTo>
                    <a:pt x="5216" y="11354"/>
                    <a:pt x="7095" y="9628"/>
                    <a:pt x="9301" y="8990"/>
                  </a:cubicBezTo>
                  <a:cubicBezTo>
                    <a:pt x="9504" y="8932"/>
                    <a:pt x="9717" y="8880"/>
                    <a:pt x="9922" y="8829"/>
                  </a:cubicBezTo>
                  <a:cubicBezTo>
                    <a:pt x="10505" y="8686"/>
                    <a:pt x="11110" y="8540"/>
                    <a:pt x="11625" y="8207"/>
                  </a:cubicBezTo>
                  <a:cubicBezTo>
                    <a:pt x="12338" y="7748"/>
                    <a:pt x="12819" y="6763"/>
                    <a:pt x="12397" y="6028"/>
                  </a:cubicBezTo>
                  <a:cubicBezTo>
                    <a:pt x="11989" y="5316"/>
                    <a:pt x="11027" y="5215"/>
                    <a:pt x="10236" y="5207"/>
                  </a:cubicBezTo>
                  <a:cubicBezTo>
                    <a:pt x="8600" y="5188"/>
                    <a:pt x="6776" y="5064"/>
                    <a:pt x="5877" y="3801"/>
                  </a:cubicBezTo>
                  <a:cubicBezTo>
                    <a:pt x="5599" y="3413"/>
                    <a:pt x="5440" y="2944"/>
                    <a:pt x="5288" y="2493"/>
                  </a:cubicBezTo>
                  <a:cubicBezTo>
                    <a:pt x="5187" y="2200"/>
                    <a:pt x="5086" y="1897"/>
                    <a:pt x="4950" y="1613"/>
                  </a:cubicBezTo>
                  <a:cubicBezTo>
                    <a:pt x="4607" y="887"/>
                    <a:pt x="3441" y="142"/>
                    <a:pt x="2457" y="19"/>
                  </a:cubicBezTo>
                  <a:cubicBezTo>
                    <a:pt x="2358" y="7"/>
                    <a:pt x="2262" y="1"/>
                    <a:pt x="2170"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
            <p:cNvSpPr/>
            <p:nvPr/>
          </p:nvSpPr>
          <p:spPr>
            <a:xfrm>
              <a:off x="3542525" y="553700"/>
              <a:ext cx="210825" cy="325100"/>
            </a:xfrm>
            <a:custGeom>
              <a:rect b="b" l="l" r="r" t="t"/>
              <a:pathLst>
                <a:path extrusionOk="0" h="13004" w="8433">
                  <a:moveTo>
                    <a:pt x="1419" y="148"/>
                  </a:moveTo>
                  <a:cubicBezTo>
                    <a:pt x="1576" y="148"/>
                    <a:pt x="1733" y="184"/>
                    <a:pt x="1873" y="263"/>
                  </a:cubicBezTo>
                  <a:cubicBezTo>
                    <a:pt x="2306" y="502"/>
                    <a:pt x="2489" y="1013"/>
                    <a:pt x="2666" y="1506"/>
                  </a:cubicBezTo>
                  <a:cubicBezTo>
                    <a:pt x="2710" y="1629"/>
                    <a:pt x="2754" y="1749"/>
                    <a:pt x="2800" y="1867"/>
                  </a:cubicBezTo>
                  <a:cubicBezTo>
                    <a:pt x="3397" y="3353"/>
                    <a:pt x="4931" y="4437"/>
                    <a:pt x="6531" y="4505"/>
                  </a:cubicBezTo>
                  <a:cubicBezTo>
                    <a:pt x="6628" y="4509"/>
                    <a:pt x="6727" y="4509"/>
                    <a:pt x="6825" y="4510"/>
                  </a:cubicBezTo>
                  <a:cubicBezTo>
                    <a:pt x="7099" y="4512"/>
                    <a:pt x="7357" y="4514"/>
                    <a:pt x="7605" y="4586"/>
                  </a:cubicBezTo>
                  <a:cubicBezTo>
                    <a:pt x="7908" y="4672"/>
                    <a:pt x="8241" y="4921"/>
                    <a:pt x="8261" y="5264"/>
                  </a:cubicBezTo>
                  <a:cubicBezTo>
                    <a:pt x="8291" y="5766"/>
                    <a:pt x="7676" y="6076"/>
                    <a:pt x="7307" y="6215"/>
                  </a:cubicBezTo>
                  <a:cubicBezTo>
                    <a:pt x="7064" y="6306"/>
                    <a:pt x="6816" y="6393"/>
                    <a:pt x="6566" y="6481"/>
                  </a:cubicBezTo>
                  <a:cubicBezTo>
                    <a:pt x="5418" y="6885"/>
                    <a:pt x="4231" y="7301"/>
                    <a:pt x="3437" y="8227"/>
                  </a:cubicBezTo>
                  <a:cubicBezTo>
                    <a:pt x="2879" y="8877"/>
                    <a:pt x="2590" y="9698"/>
                    <a:pt x="2311" y="10494"/>
                  </a:cubicBezTo>
                  <a:cubicBezTo>
                    <a:pt x="2091" y="11123"/>
                    <a:pt x="1864" y="11773"/>
                    <a:pt x="1503" y="12331"/>
                  </a:cubicBezTo>
                  <a:cubicBezTo>
                    <a:pt x="1419" y="12461"/>
                    <a:pt x="1138" y="12854"/>
                    <a:pt x="798" y="12854"/>
                  </a:cubicBezTo>
                  <a:cubicBezTo>
                    <a:pt x="762" y="12854"/>
                    <a:pt x="727" y="12850"/>
                    <a:pt x="690" y="12841"/>
                  </a:cubicBezTo>
                  <a:cubicBezTo>
                    <a:pt x="386" y="12764"/>
                    <a:pt x="254" y="12370"/>
                    <a:pt x="326" y="12065"/>
                  </a:cubicBezTo>
                  <a:cubicBezTo>
                    <a:pt x="393" y="11774"/>
                    <a:pt x="588" y="11525"/>
                    <a:pt x="775" y="11284"/>
                  </a:cubicBezTo>
                  <a:lnTo>
                    <a:pt x="852" y="11185"/>
                  </a:lnTo>
                  <a:cubicBezTo>
                    <a:pt x="1880" y="9839"/>
                    <a:pt x="2431" y="8167"/>
                    <a:pt x="2403" y="6475"/>
                  </a:cubicBezTo>
                  <a:cubicBezTo>
                    <a:pt x="2384" y="5312"/>
                    <a:pt x="2083" y="4143"/>
                    <a:pt x="1534" y="3096"/>
                  </a:cubicBezTo>
                  <a:cubicBezTo>
                    <a:pt x="1428" y="2891"/>
                    <a:pt x="1265" y="2678"/>
                    <a:pt x="1093" y="2452"/>
                  </a:cubicBezTo>
                  <a:cubicBezTo>
                    <a:pt x="642" y="1863"/>
                    <a:pt x="177" y="1254"/>
                    <a:pt x="534" y="633"/>
                  </a:cubicBezTo>
                  <a:cubicBezTo>
                    <a:pt x="709" y="327"/>
                    <a:pt x="1067" y="148"/>
                    <a:pt x="1419" y="148"/>
                  </a:cubicBezTo>
                  <a:close/>
                  <a:moveTo>
                    <a:pt x="1422" y="1"/>
                  </a:moveTo>
                  <a:cubicBezTo>
                    <a:pt x="1018" y="1"/>
                    <a:pt x="606" y="207"/>
                    <a:pt x="405" y="558"/>
                  </a:cubicBezTo>
                  <a:cubicBezTo>
                    <a:pt x="0" y="1265"/>
                    <a:pt x="518" y="1942"/>
                    <a:pt x="975" y="2541"/>
                  </a:cubicBezTo>
                  <a:cubicBezTo>
                    <a:pt x="1143" y="2762"/>
                    <a:pt x="1302" y="2969"/>
                    <a:pt x="1404" y="3164"/>
                  </a:cubicBezTo>
                  <a:cubicBezTo>
                    <a:pt x="1942" y="4191"/>
                    <a:pt x="2236" y="5337"/>
                    <a:pt x="2256" y="6477"/>
                  </a:cubicBezTo>
                  <a:cubicBezTo>
                    <a:pt x="2285" y="8137"/>
                    <a:pt x="1744" y="9777"/>
                    <a:pt x="735" y="11096"/>
                  </a:cubicBezTo>
                  <a:lnTo>
                    <a:pt x="659" y="11195"/>
                  </a:lnTo>
                  <a:cubicBezTo>
                    <a:pt x="461" y="11449"/>
                    <a:pt x="258" y="11711"/>
                    <a:pt x="183" y="12032"/>
                  </a:cubicBezTo>
                  <a:cubicBezTo>
                    <a:pt x="94" y="12413"/>
                    <a:pt x="262" y="12887"/>
                    <a:pt x="654" y="12985"/>
                  </a:cubicBezTo>
                  <a:cubicBezTo>
                    <a:pt x="704" y="12999"/>
                    <a:pt x="753" y="13004"/>
                    <a:pt x="801" y="13004"/>
                  </a:cubicBezTo>
                  <a:cubicBezTo>
                    <a:pt x="1199" y="13004"/>
                    <a:pt x="1506" y="12601"/>
                    <a:pt x="1627" y="12410"/>
                  </a:cubicBezTo>
                  <a:cubicBezTo>
                    <a:pt x="1997" y="11836"/>
                    <a:pt x="2227" y="11179"/>
                    <a:pt x="2451" y="10541"/>
                  </a:cubicBezTo>
                  <a:cubicBezTo>
                    <a:pt x="2724" y="9760"/>
                    <a:pt x="3008" y="8951"/>
                    <a:pt x="3547" y="8322"/>
                  </a:cubicBezTo>
                  <a:cubicBezTo>
                    <a:pt x="4316" y="7428"/>
                    <a:pt x="5484" y="7017"/>
                    <a:pt x="6614" y="6619"/>
                  </a:cubicBezTo>
                  <a:cubicBezTo>
                    <a:pt x="6863" y="6532"/>
                    <a:pt x="7114" y="6444"/>
                    <a:pt x="7359" y="6351"/>
                  </a:cubicBezTo>
                  <a:cubicBezTo>
                    <a:pt x="8060" y="6085"/>
                    <a:pt x="8433" y="5696"/>
                    <a:pt x="8407" y="5254"/>
                  </a:cubicBezTo>
                  <a:cubicBezTo>
                    <a:pt x="8383" y="4838"/>
                    <a:pt x="8007" y="4546"/>
                    <a:pt x="7643" y="4443"/>
                  </a:cubicBezTo>
                  <a:cubicBezTo>
                    <a:pt x="7374" y="4366"/>
                    <a:pt x="7095" y="4365"/>
                    <a:pt x="6823" y="4362"/>
                  </a:cubicBezTo>
                  <a:cubicBezTo>
                    <a:pt x="6727" y="4362"/>
                    <a:pt x="6630" y="4361"/>
                    <a:pt x="6534" y="4357"/>
                  </a:cubicBezTo>
                  <a:cubicBezTo>
                    <a:pt x="4991" y="4292"/>
                    <a:pt x="3510" y="3244"/>
                    <a:pt x="2935" y="1810"/>
                  </a:cubicBezTo>
                  <a:cubicBezTo>
                    <a:pt x="2887" y="1694"/>
                    <a:pt x="2844" y="1574"/>
                    <a:pt x="2801" y="1454"/>
                  </a:cubicBezTo>
                  <a:cubicBezTo>
                    <a:pt x="2616" y="935"/>
                    <a:pt x="2423" y="399"/>
                    <a:pt x="1941" y="131"/>
                  </a:cubicBezTo>
                  <a:cubicBezTo>
                    <a:pt x="1782" y="42"/>
                    <a:pt x="1603" y="1"/>
                    <a:pt x="142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 name="Google Shape;226;p3"/>
          <p:cNvGrpSpPr/>
          <p:nvPr/>
        </p:nvGrpSpPr>
        <p:grpSpPr>
          <a:xfrm rot="-2514708">
            <a:off x="7482578" y="-370618"/>
            <a:ext cx="2829285" cy="2994705"/>
            <a:chOff x="4373775" y="321250"/>
            <a:chExt cx="1456475" cy="1541625"/>
          </a:xfrm>
        </p:grpSpPr>
        <p:sp>
          <p:nvSpPr>
            <p:cNvPr id="227" name="Google Shape;227;p3"/>
            <p:cNvSpPr/>
            <p:nvPr/>
          </p:nvSpPr>
          <p:spPr>
            <a:xfrm>
              <a:off x="4373775" y="321250"/>
              <a:ext cx="1456475" cy="1541625"/>
            </a:xfrm>
            <a:custGeom>
              <a:rect b="b" l="l" r="r" t="t"/>
              <a:pathLst>
                <a:path extrusionOk="0" h="61665" w="58259">
                  <a:moveTo>
                    <a:pt x="38993" y="0"/>
                  </a:moveTo>
                  <a:cubicBezTo>
                    <a:pt x="38990" y="0"/>
                    <a:pt x="38987" y="0"/>
                    <a:pt x="38985" y="0"/>
                  </a:cubicBezTo>
                  <a:cubicBezTo>
                    <a:pt x="38784" y="1"/>
                    <a:pt x="38582" y="12"/>
                    <a:pt x="38385" y="28"/>
                  </a:cubicBezTo>
                  <a:cubicBezTo>
                    <a:pt x="38304" y="35"/>
                    <a:pt x="38245" y="107"/>
                    <a:pt x="38251" y="188"/>
                  </a:cubicBezTo>
                  <a:cubicBezTo>
                    <a:pt x="38257" y="266"/>
                    <a:pt x="38322" y="323"/>
                    <a:pt x="38397" y="323"/>
                  </a:cubicBezTo>
                  <a:lnTo>
                    <a:pt x="38411" y="323"/>
                  </a:lnTo>
                  <a:cubicBezTo>
                    <a:pt x="38601" y="307"/>
                    <a:pt x="38795" y="298"/>
                    <a:pt x="38989" y="295"/>
                  </a:cubicBezTo>
                  <a:cubicBezTo>
                    <a:pt x="39070" y="294"/>
                    <a:pt x="39135" y="227"/>
                    <a:pt x="39134" y="146"/>
                  </a:cubicBezTo>
                  <a:cubicBezTo>
                    <a:pt x="39133" y="67"/>
                    <a:pt x="39068" y="0"/>
                    <a:pt x="38993" y="0"/>
                  </a:cubicBezTo>
                  <a:close/>
                  <a:moveTo>
                    <a:pt x="39874" y="37"/>
                  </a:moveTo>
                  <a:cubicBezTo>
                    <a:pt x="39797" y="37"/>
                    <a:pt x="39732" y="93"/>
                    <a:pt x="39725" y="171"/>
                  </a:cubicBezTo>
                  <a:cubicBezTo>
                    <a:pt x="39717" y="251"/>
                    <a:pt x="39777" y="323"/>
                    <a:pt x="39857" y="332"/>
                  </a:cubicBezTo>
                  <a:cubicBezTo>
                    <a:pt x="40048" y="351"/>
                    <a:pt x="40242" y="375"/>
                    <a:pt x="40432" y="408"/>
                  </a:cubicBezTo>
                  <a:cubicBezTo>
                    <a:pt x="40439" y="409"/>
                    <a:pt x="40449" y="410"/>
                    <a:pt x="40456" y="410"/>
                  </a:cubicBezTo>
                  <a:cubicBezTo>
                    <a:pt x="40527" y="410"/>
                    <a:pt x="40589" y="358"/>
                    <a:pt x="40603" y="286"/>
                  </a:cubicBezTo>
                  <a:cubicBezTo>
                    <a:pt x="40616" y="205"/>
                    <a:pt x="40562" y="129"/>
                    <a:pt x="40482" y="116"/>
                  </a:cubicBezTo>
                  <a:cubicBezTo>
                    <a:pt x="40285" y="83"/>
                    <a:pt x="40084" y="57"/>
                    <a:pt x="39886" y="37"/>
                  </a:cubicBezTo>
                  <a:cubicBezTo>
                    <a:pt x="39882" y="37"/>
                    <a:pt x="39878" y="37"/>
                    <a:pt x="39874" y="37"/>
                  </a:cubicBezTo>
                  <a:close/>
                  <a:moveTo>
                    <a:pt x="37525" y="157"/>
                  </a:moveTo>
                  <a:cubicBezTo>
                    <a:pt x="37514" y="157"/>
                    <a:pt x="37504" y="158"/>
                    <a:pt x="37494" y="160"/>
                  </a:cubicBezTo>
                  <a:cubicBezTo>
                    <a:pt x="37453" y="168"/>
                    <a:pt x="37414" y="177"/>
                    <a:pt x="37374" y="186"/>
                  </a:cubicBezTo>
                  <a:cubicBezTo>
                    <a:pt x="37220" y="220"/>
                    <a:pt x="37063" y="269"/>
                    <a:pt x="36906" y="327"/>
                  </a:cubicBezTo>
                  <a:cubicBezTo>
                    <a:pt x="36828" y="356"/>
                    <a:pt x="36791" y="441"/>
                    <a:pt x="36819" y="517"/>
                  </a:cubicBezTo>
                  <a:cubicBezTo>
                    <a:pt x="36842" y="576"/>
                    <a:pt x="36898" y="612"/>
                    <a:pt x="36957" y="612"/>
                  </a:cubicBezTo>
                  <a:cubicBezTo>
                    <a:pt x="36974" y="612"/>
                    <a:pt x="36992" y="609"/>
                    <a:pt x="37009" y="604"/>
                  </a:cubicBezTo>
                  <a:cubicBezTo>
                    <a:pt x="37153" y="549"/>
                    <a:pt x="37298" y="506"/>
                    <a:pt x="37438" y="473"/>
                  </a:cubicBezTo>
                  <a:cubicBezTo>
                    <a:pt x="37475" y="466"/>
                    <a:pt x="37514" y="456"/>
                    <a:pt x="37552" y="449"/>
                  </a:cubicBezTo>
                  <a:cubicBezTo>
                    <a:pt x="37633" y="432"/>
                    <a:pt x="37685" y="354"/>
                    <a:pt x="37668" y="275"/>
                  </a:cubicBezTo>
                  <a:cubicBezTo>
                    <a:pt x="37653" y="205"/>
                    <a:pt x="37592" y="157"/>
                    <a:pt x="37525" y="157"/>
                  </a:cubicBezTo>
                  <a:close/>
                  <a:moveTo>
                    <a:pt x="41318" y="309"/>
                  </a:moveTo>
                  <a:cubicBezTo>
                    <a:pt x="41254" y="309"/>
                    <a:pt x="41195" y="351"/>
                    <a:pt x="41177" y="416"/>
                  </a:cubicBezTo>
                  <a:cubicBezTo>
                    <a:pt x="41155" y="496"/>
                    <a:pt x="41201" y="576"/>
                    <a:pt x="41279" y="599"/>
                  </a:cubicBezTo>
                  <a:cubicBezTo>
                    <a:pt x="41466" y="650"/>
                    <a:pt x="41651" y="710"/>
                    <a:pt x="41830" y="776"/>
                  </a:cubicBezTo>
                  <a:cubicBezTo>
                    <a:pt x="41847" y="782"/>
                    <a:pt x="41863" y="786"/>
                    <a:pt x="41880" y="786"/>
                  </a:cubicBezTo>
                  <a:cubicBezTo>
                    <a:pt x="41941" y="786"/>
                    <a:pt x="41996" y="748"/>
                    <a:pt x="42018" y="690"/>
                  </a:cubicBezTo>
                  <a:cubicBezTo>
                    <a:pt x="42047" y="612"/>
                    <a:pt x="42007" y="529"/>
                    <a:pt x="41930" y="500"/>
                  </a:cubicBezTo>
                  <a:cubicBezTo>
                    <a:pt x="41744" y="432"/>
                    <a:pt x="41553" y="369"/>
                    <a:pt x="41359" y="315"/>
                  </a:cubicBezTo>
                  <a:cubicBezTo>
                    <a:pt x="41345" y="311"/>
                    <a:pt x="41331" y="309"/>
                    <a:pt x="41318" y="309"/>
                  </a:cubicBezTo>
                  <a:close/>
                  <a:moveTo>
                    <a:pt x="36169" y="716"/>
                  </a:moveTo>
                  <a:cubicBezTo>
                    <a:pt x="36142" y="716"/>
                    <a:pt x="36115" y="723"/>
                    <a:pt x="36090" y="739"/>
                  </a:cubicBezTo>
                  <a:cubicBezTo>
                    <a:pt x="35924" y="843"/>
                    <a:pt x="35758" y="962"/>
                    <a:pt x="35596" y="1090"/>
                  </a:cubicBezTo>
                  <a:cubicBezTo>
                    <a:pt x="35532" y="1141"/>
                    <a:pt x="35522" y="1234"/>
                    <a:pt x="35573" y="1297"/>
                  </a:cubicBezTo>
                  <a:cubicBezTo>
                    <a:pt x="35601" y="1333"/>
                    <a:pt x="35645" y="1353"/>
                    <a:pt x="35688" y="1353"/>
                  </a:cubicBezTo>
                  <a:cubicBezTo>
                    <a:pt x="35720" y="1353"/>
                    <a:pt x="35753" y="1343"/>
                    <a:pt x="35780" y="1322"/>
                  </a:cubicBezTo>
                  <a:cubicBezTo>
                    <a:pt x="35935" y="1200"/>
                    <a:pt x="36091" y="1089"/>
                    <a:pt x="36247" y="989"/>
                  </a:cubicBezTo>
                  <a:cubicBezTo>
                    <a:pt x="36317" y="945"/>
                    <a:pt x="36338" y="854"/>
                    <a:pt x="36294" y="786"/>
                  </a:cubicBezTo>
                  <a:cubicBezTo>
                    <a:pt x="36266" y="740"/>
                    <a:pt x="36218" y="716"/>
                    <a:pt x="36169" y="716"/>
                  </a:cubicBezTo>
                  <a:close/>
                  <a:moveTo>
                    <a:pt x="42688" y="845"/>
                  </a:moveTo>
                  <a:cubicBezTo>
                    <a:pt x="42635" y="845"/>
                    <a:pt x="42583" y="874"/>
                    <a:pt x="42556" y="925"/>
                  </a:cubicBezTo>
                  <a:cubicBezTo>
                    <a:pt x="42519" y="997"/>
                    <a:pt x="42548" y="1086"/>
                    <a:pt x="42620" y="1123"/>
                  </a:cubicBezTo>
                  <a:cubicBezTo>
                    <a:pt x="42793" y="1213"/>
                    <a:pt x="42961" y="1309"/>
                    <a:pt x="43119" y="1411"/>
                  </a:cubicBezTo>
                  <a:cubicBezTo>
                    <a:pt x="43145" y="1426"/>
                    <a:pt x="43172" y="1434"/>
                    <a:pt x="43199" y="1434"/>
                  </a:cubicBezTo>
                  <a:cubicBezTo>
                    <a:pt x="43249" y="1434"/>
                    <a:pt x="43296" y="1411"/>
                    <a:pt x="43323" y="1365"/>
                  </a:cubicBezTo>
                  <a:cubicBezTo>
                    <a:pt x="43366" y="1297"/>
                    <a:pt x="43346" y="1205"/>
                    <a:pt x="43278" y="1162"/>
                  </a:cubicBezTo>
                  <a:cubicBezTo>
                    <a:pt x="43112" y="1056"/>
                    <a:pt x="42936" y="955"/>
                    <a:pt x="42756" y="862"/>
                  </a:cubicBezTo>
                  <a:cubicBezTo>
                    <a:pt x="42734" y="850"/>
                    <a:pt x="42711" y="845"/>
                    <a:pt x="42688" y="845"/>
                  </a:cubicBezTo>
                  <a:close/>
                  <a:moveTo>
                    <a:pt x="43906" y="1670"/>
                  </a:moveTo>
                  <a:cubicBezTo>
                    <a:pt x="43865" y="1670"/>
                    <a:pt x="43825" y="1687"/>
                    <a:pt x="43796" y="1720"/>
                  </a:cubicBezTo>
                  <a:cubicBezTo>
                    <a:pt x="43741" y="1781"/>
                    <a:pt x="43747" y="1874"/>
                    <a:pt x="43808" y="1928"/>
                  </a:cubicBezTo>
                  <a:cubicBezTo>
                    <a:pt x="43952" y="2055"/>
                    <a:pt x="44091" y="2190"/>
                    <a:pt x="44217" y="2329"/>
                  </a:cubicBezTo>
                  <a:cubicBezTo>
                    <a:pt x="44246" y="2361"/>
                    <a:pt x="44287" y="2379"/>
                    <a:pt x="44327" y="2379"/>
                  </a:cubicBezTo>
                  <a:cubicBezTo>
                    <a:pt x="44361" y="2379"/>
                    <a:pt x="44397" y="2365"/>
                    <a:pt x="44425" y="2340"/>
                  </a:cubicBezTo>
                  <a:cubicBezTo>
                    <a:pt x="44485" y="2285"/>
                    <a:pt x="44489" y="2192"/>
                    <a:pt x="44435" y="2132"/>
                  </a:cubicBezTo>
                  <a:cubicBezTo>
                    <a:pt x="44301" y="1984"/>
                    <a:pt x="44155" y="1841"/>
                    <a:pt x="44003" y="1707"/>
                  </a:cubicBezTo>
                  <a:cubicBezTo>
                    <a:pt x="43975" y="1682"/>
                    <a:pt x="43941" y="1670"/>
                    <a:pt x="43906" y="1670"/>
                  </a:cubicBezTo>
                  <a:close/>
                  <a:moveTo>
                    <a:pt x="35035" y="1654"/>
                  </a:moveTo>
                  <a:cubicBezTo>
                    <a:pt x="34996" y="1654"/>
                    <a:pt x="34958" y="1669"/>
                    <a:pt x="34929" y="1700"/>
                  </a:cubicBezTo>
                  <a:cubicBezTo>
                    <a:pt x="34791" y="1844"/>
                    <a:pt x="34657" y="1997"/>
                    <a:pt x="34531" y="2153"/>
                  </a:cubicBezTo>
                  <a:cubicBezTo>
                    <a:pt x="34480" y="2216"/>
                    <a:pt x="34490" y="2308"/>
                    <a:pt x="34553" y="2360"/>
                  </a:cubicBezTo>
                  <a:cubicBezTo>
                    <a:pt x="34580" y="2382"/>
                    <a:pt x="34614" y="2392"/>
                    <a:pt x="34646" y="2392"/>
                  </a:cubicBezTo>
                  <a:cubicBezTo>
                    <a:pt x="34688" y="2392"/>
                    <a:pt x="34732" y="2373"/>
                    <a:pt x="34761" y="2337"/>
                  </a:cubicBezTo>
                  <a:cubicBezTo>
                    <a:pt x="34882" y="2188"/>
                    <a:pt x="35011" y="2041"/>
                    <a:pt x="35142" y="1904"/>
                  </a:cubicBezTo>
                  <a:cubicBezTo>
                    <a:pt x="35198" y="1844"/>
                    <a:pt x="35197" y="1751"/>
                    <a:pt x="35137" y="1695"/>
                  </a:cubicBezTo>
                  <a:cubicBezTo>
                    <a:pt x="35108" y="1667"/>
                    <a:pt x="35072" y="1654"/>
                    <a:pt x="35035" y="1654"/>
                  </a:cubicBezTo>
                  <a:close/>
                  <a:moveTo>
                    <a:pt x="44859" y="2788"/>
                  </a:moveTo>
                  <a:cubicBezTo>
                    <a:pt x="44833" y="2788"/>
                    <a:pt x="44806" y="2795"/>
                    <a:pt x="44782" y="2810"/>
                  </a:cubicBezTo>
                  <a:cubicBezTo>
                    <a:pt x="44712" y="2853"/>
                    <a:pt x="44691" y="2943"/>
                    <a:pt x="44735" y="3013"/>
                  </a:cubicBezTo>
                  <a:cubicBezTo>
                    <a:pt x="44835" y="3174"/>
                    <a:pt x="44925" y="3344"/>
                    <a:pt x="45004" y="3516"/>
                  </a:cubicBezTo>
                  <a:cubicBezTo>
                    <a:pt x="45029" y="3570"/>
                    <a:pt x="45082" y="3602"/>
                    <a:pt x="45138" y="3602"/>
                  </a:cubicBezTo>
                  <a:cubicBezTo>
                    <a:pt x="45158" y="3602"/>
                    <a:pt x="45179" y="3598"/>
                    <a:pt x="45200" y="3589"/>
                  </a:cubicBezTo>
                  <a:cubicBezTo>
                    <a:pt x="45273" y="3555"/>
                    <a:pt x="45305" y="3467"/>
                    <a:pt x="45272" y="3393"/>
                  </a:cubicBezTo>
                  <a:cubicBezTo>
                    <a:pt x="45188" y="3210"/>
                    <a:pt x="45091" y="3031"/>
                    <a:pt x="44984" y="2858"/>
                  </a:cubicBezTo>
                  <a:cubicBezTo>
                    <a:pt x="44957" y="2813"/>
                    <a:pt x="44909" y="2788"/>
                    <a:pt x="44859" y="2788"/>
                  </a:cubicBezTo>
                  <a:close/>
                  <a:moveTo>
                    <a:pt x="34133" y="2818"/>
                  </a:moveTo>
                  <a:cubicBezTo>
                    <a:pt x="34083" y="2818"/>
                    <a:pt x="34035" y="2842"/>
                    <a:pt x="34007" y="2887"/>
                  </a:cubicBezTo>
                  <a:cubicBezTo>
                    <a:pt x="33901" y="3060"/>
                    <a:pt x="33801" y="3236"/>
                    <a:pt x="33711" y="3412"/>
                  </a:cubicBezTo>
                  <a:cubicBezTo>
                    <a:pt x="33674" y="3485"/>
                    <a:pt x="33703" y="3573"/>
                    <a:pt x="33775" y="3610"/>
                  </a:cubicBezTo>
                  <a:cubicBezTo>
                    <a:pt x="33798" y="3622"/>
                    <a:pt x="33821" y="3627"/>
                    <a:pt x="33842" y="3627"/>
                  </a:cubicBezTo>
                  <a:cubicBezTo>
                    <a:pt x="33896" y="3627"/>
                    <a:pt x="33949" y="3597"/>
                    <a:pt x="33975" y="3545"/>
                  </a:cubicBezTo>
                  <a:cubicBezTo>
                    <a:pt x="34062" y="3375"/>
                    <a:pt x="34157" y="3206"/>
                    <a:pt x="34259" y="3042"/>
                  </a:cubicBezTo>
                  <a:cubicBezTo>
                    <a:pt x="34301" y="2974"/>
                    <a:pt x="34281" y="2882"/>
                    <a:pt x="34212" y="2840"/>
                  </a:cubicBezTo>
                  <a:cubicBezTo>
                    <a:pt x="34187" y="2825"/>
                    <a:pt x="34160" y="2818"/>
                    <a:pt x="34133" y="2818"/>
                  </a:cubicBezTo>
                  <a:close/>
                  <a:moveTo>
                    <a:pt x="33498" y="4146"/>
                  </a:moveTo>
                  <a:cubicBezTo>
                    <a:pt x="33436" y="4146"/>
                    <a:pt x="33378" y="4184"/>
                    <a:pt x="33357" y="4246"/>
                  </a:cubicBezTo>
                  <a:cubicBezTo>
                    <a:pt x="33290" y="4442"/>
                    <a:pt x="33237" y="4638"/>
                    <a:pt x="33195" y="4830"/>
                  </a:cubicBezTo>
                  <a:cubicBezTo>
                    <a:pt x="33179" y="4909"/>
                    <a:pt x="33228" y="4989"/>
                    <a:pt x="33309" y="5005"/>
                  </a:cubicBezTo>
                  <a:cubicBezTo>
                    <a:pt x="33319" y="5007"/>
                    <a:pt x="33329" y="5010"/>
                    <a:pt x="33340" y="5010"/>
                  </a:cubicBezTo>
                  <a:cubicBezTo>
                    <a:pt x="33408" y="5010"/>
                    <a:pt x="33469" y="4961"/>
                    <a:pt x="33484" y="4892"/>
                  </a:cubicBezTo>
                  <a:cubicBezTo>
                    <a:pt x="33522" y="4711"/>
                    <a:pt x="33574" y="4526"/>
                    <a:pt x="33638" y="4340"/>
                  </a:cubicBezTo>
                  <a:cubicBezTo>
                    <a:pt x="33664" y="4263"/>
                    <a:pt x="33622" y="4179"/>
                    <a:pt x="33545" y="4153"/>
                  </a:cubicBezTo>
                  <a:cubicBezTo>
                    <a:pt x="33530" y="4148"/>
                    <a:pt x="33514" y="4146"/>
                    <a:pt x="33498" y="4146"/>
                  </a:cubicBezTo>
                  <a:close/>
                  <a:moveTo>
                    <a:pt x="45428" y="4141"/>
                  </a:moveTo>
                  <a:cubicBezTo>
                    <a:pt x="45416" y="4141"/>
                    <a:pt x="45404" y="4142"/>
                    <a:pt x="45392" y="4145"/>
                  </a:cubicBezTo>
                  <a:cubicBezTo>
                    <a:pt x="45312" y="4165"/>
                    <a:pt x="45264" y="4244"/>
                    <a:pt x="45283" y="4323"/>
                  </a:cubicBezTo>
                  <a:cubicBezTo>
                    <a:pt x="45329" y="4504"/>
                    <a:pt x="45364" y="4693"/>
                    <a:pt x="45390" y="4887"/>
                  </a:cubicBezTo>
                  <a:cubicBezTo>
                    <a:pt x="45398" y="4961"/>
                    <a:pt x="45462" y="5016"/>
                    <a:pt x="45535" y="5016"/>
                  </a:cubicBezTo>
                  <a:cubicBezTo>
                    <a:pt x="45541" y="5016"/>
                    <a:pt x="45548" y="5016"/>
                    <a:pt x="45553" y="5015"/>
                  </a:cubicBezTo>
                  <a:cubicBezTo>
                    <a:pt x="45634" y="5004"/>
                    <a:pt x="45691" y="4930"/>
                    <a:pt x="45681" y="4850"/>
                  </a:cubicBezTo>
                  <a:cubicBezTo>
                    <a:pt x="45655" y="4644"/>
                    <a:pt x="45618" y="4444"/>
                    <a:pt x="45569" y="4253"/>
                  </a:cubicBezTo>
                  <a:cubicBezTo>
                    <a:pt x="45553" y="4186"/>
                    <a:pt x="45494" y="4141"/>
                    <a:pt x="45428" y="4141"/>
                  </a:cubicBezTo>
                  <a:close/>
                  <a:moveTo>
                    <a:pt x="33243" y="5590"/>
                  </a:moveTo>
                  <a:cubicBezTo>
                    <a:pt x="33161" y="5590"/>
                    <a:pt x="33096" y="5657"/>
                    <a:pt x="33096" y="5739"/>
                  </a:cubicBezTo>
                  <a:cubicBezTo>
                    <a:pt x="33096" y="5951"/>
                    <a:pt x="33115" y="6157"/>
                    <a:pt x="33151" y="6353"/>
                  </a:cubicBezTo>
                  <a:cubicBezTo>
                    <a:pt x="33164" y="6424"/>
                    <a:pt x="33226" y="6473"/>
                    <a:pt x="33295" y="6473"/>
                  </a:cubicBezTo>
                  <a:cubicBezTo>
                    <a:pt x="33305" y="6473"/>
                    <a:pt x="33314" y="6472"/>
                    <a:pt x="33324" y="6469"/>
                  </a:cubicBezTo>
                  <a:cubicBezTo>
                    <a:pt x="33404" y="6455"/>
                    <a:pt x="33457" y="6378"/>
                    <a:pt x="33442" y="6297"/>
                  </a:cubicBezTo>
                  <a:cubicBezTo>
                    <a:pt x="33408" y="6120"/>
                    <a:pt x="33390" y="5931"/>
                    <a:pt x="33390" y="5738"/>
                  </a:cubicBezTo>
                  <a:cubicBezTo>
                    <a:pt x="33390" y="5656"/>
                    <a:pt x="33324" y="5590"/>
                    <a:pt x="33243" y="5590"/>
                  </a:cubicBezTo>
                  <a:close/>
                  <a:moveTo>
                    <a:pt x="45588" y="5603"/>
                  </a:moveTo>
                  <a:cubicBezTo>
                    <a:pt x="45506" y="5603"/>
                    <a:pt x="45441" y="5668"/>
                    <a:pt x="45441" y="5749"/>
                  </a:cubicBezTo>
                  <a:cubicBezTo>
                    <a:pt x="45439" y="5934"/>
                    <a:pt x="45433" y="6128"/>
                    <a:pt x="45419" y="6329"/>
                  </a:cubicBezTo>
                  <a:cubicBezTo>
                    <a:pt x="45412" y="6411"/>
                    <a:pt x="45474" y="6482"/>
                    <a:pt x="45556" y="6487"/>
                  </a:cubicBezTo>
                  <a:lnTo>
                    <a:pt x="45566" y="6487"/>
                  </a:lnTo>
                  <a:cubicBezTo>
                    <a:pt x="45643" y="6487"/>
                    <a:pt x="45707" y="6428"/>
                    <a:pt x="45715" y="6349"/>
                  </a:cubicBezTo>
                  <a:cubicBezTo>
                    <a:pt x="45728" y="6141"/>
                    <a:pt x="45735" y="5940"/>
                    <a:pt x="45736" y="5750"/>
                  </a:cubicBezTo>
                  <a:cubicBezTo>
                    <a:pt x="45736" y="5670"/>
                    <a:pt x="45670" y="5603"/>
                    <a:pt x="45589" y="5603"/>
                  </a:cubicBezTo>
                  <a:close/>
                  <a:moveTo>
                    <a:pt x="33384" y="6524"/>
                  </a:moveTo>
                  <a:cubicBezTo>
                    <a:pt x="33369" y="6524"/>
                    <a:pt x="33354" y="6527"/>
                    <a:pt x="33339" y="6531"/>
                  </a:cubicBezTo>
                  <a:cubicBezTo>
                    <a:pt x="33261" y="6557"/>
                    <a:pt x="33218" y="6640"/>
                    <a:pt x="33243" y="6717"/>
                  </a:cubicBezTo>
                  <a:cubicBezTo>
                    <a:pt x="33305" y="6910"/>
                    <a:pt x="33386" y="7101"/>
                    <a:pt x="33483" y="7283"/>
                  </a:cubicBezTo>
                  <a:cubicBezTo>
                    <a:pt x="33510" y="7333"/>
                    <a:pt x="33561" y="7362"/>
                    <a:pt x="33613" y="7362"/>
                  </a:cubicBezTo>
                  <a:cubicBezTo>
                    <a:pt x="33636" y="7362"/>
                    <a:pt x="33660" y="7355"/>
                    <a:pt x="33682" y="7343"/>
                  </a:cubicBezTo>
                  <a:cubicBezTo>
                    <a:pt x="33755" y="7305"/>
                    <a:pt x="33781" y="7215"/>
                    <a:pt x="33743" y="7143"/>
                  </a:cubicBezTo>
                  <a:cubicBezTo>
                    <a:pt x="33654" y="6977"/>
                    <a:pt x="33580" y="6803"/>
                    <a:pt x="33523" y="6626"/>
                  </a:cubicBezTo>
                  <a:cubicBezTo>
                    <a:pt x="33503" y="6564"/>
                    <a:pt x="33446" y="6524"/>
                    <a:pt x="33384" y="6524"/>
                  </a:cubicBezTo>
                  <a:close/>
                  <a:moveTo>
                    <a:pt x="45474" y="7073"/>
                  </a:moveTo>
                  <a:cubicBezTo>
                    <a:pt x="45401" y="7073"/>
                    <a:pt x="45339" y="7127"/>
                    <a:pt x="45330" y="7202"/>
                  </a:cubicBezTo>
                  <a:cubicBezTo>
                    <a:pt x="45304" y="7395"/>
                    <a:pt x="45277" y="7589"/>
                    <a:pt x="45248" y="7783"/>
                  </a:cubicBezTo>
                  <a:cubicBezTo>
                    <a:pt x="45236" y="7864"/>
                    <a:pt x="45293" y="7940"/>
                    <a:pt x="45372" y="7951"/>
                  </a:cubicBezTo>
                  <a:cubicBezTo>
                    <a:pt x="45380" y="7952"/>
                    <a:pt x="45388" y="7952"/>
                    <a:pt x="45395" y="7952"/>
                  </a:cubicBezTo>
                  <a:cubicBezTo>
                    <a:pt x="45467" y="7952"/>
                    <a:pt x="45530" y="7899"/>
                    <a:pt x="45541" y="7825"/>
                  </a:cubicBezTo>
                  <a:cubicBezTo>
                    <a:pt x="45569" y="7629"/>
                    <a:pt x="45597" y="7434"/>
                    <a:pt x="45623" y="7239"/>
                  </a:cubicBezTo>
                  <a:cubicBezTo>
                    <a:pt x="45633" y="7158"/>
                    <a:pt x="45576" y="7084"/>
                    <a:pt x="45495" y="7074"/>
                  </a:cubicBezTo>
                  <a:cubicBezTo>
                    <a:pt x="45488" y="7073"/>
                    <a:pt x="45481" y="7073"/>
                    <a:pt x="45474" y="7073"/>
                  </a:cubicBezTo>
                  <a:close/>
                  <a:moveTo>
                    <a:pt x="34119" y="7789"/>
                  </a:moveTo>
                  <a:cubicBezTo>
                    <a:pt x="34084" y="7789"/>
                    <a:pt x="34050" y="7801"/>
                    <a:pt x="34022" y="7826"/>
                  </a:cubicBezTo>
                  <a:cubicBezTo>
                    <a:pt x="33960" y="7879"/>
                    <a:pt x="33954" y="7972"/>
                    <a:pt x="34007" y="8034"/>
                  </a:cubicBezTo>
                  <a:cubicBezTo>
                    <a:pt x="34134" y="8179"/>
                    <a:pt x="34274" y="8319"/>
                    <a:pt x="34432" y="8466"/>
                  </a:cubicBezTo>
                  <a:cubicBezTo>
                    <a:pt x="34460" y="8492"/>
                    <a:pt x="34495" y="8504"/>
                    <a:pt x="34531" y="8504"/>
                  </a:cubicBezTo>
                  <a:cubicBezTo>
                    <a:pt x="34572" y="8504"/>
                    <a:pt x="34610" y="8488"/>
                    <a:pt x="34641" y="8458"/>
                  </a:cubicBezTo>
                  <a:cubicBezTo>
                    <a:pt x="34697" y="8397"/>
                    <a:pt x="34692" y="8304"/>
                    <a:pt x="34632" y="8249"/>
                  </a:cubicBezTo>
                  <a:cubicBezTo>
                    <a:pt x="34481" y="8111"/>
                    <a:pt x="34350" y="7977"/>
                    <a:pt x="34229" y="7840"/>
                  </a:cubicBezTo>
                  <a:cubicBezTo>
                    <a:pt x="34200" y="7806"/>
                    <a:pt x="34159" y="7789"/>
                    <a:pt x="34119" y="7789"/>
                  </a:cubicBezTo>
                  <a:close/>
                  <a:moveTo>
                    <a:pt x="35215" y="8770"/>
                  </a:moveTo>
                  <a:cubicBezTo>
                    <a:pt x="35170" y="8770"/>
                    <a:pt x="35127" y="8790"/>
                    <a:pt x="35098" y="8829"/>
                  </a:cubicBezTo>
                  <a:cubicBezTo>
                    <a:pt x="35048" y="8895"/>
                    <a:pt x="35062" y="8987"/>
                    <a:pt x="35127" y="9035"/>
                  </a:cubicBezTo>
                  <a:cubicBezTo>
                    <a:pt x="35286" y="9153"/>
                    <a:pt x="35447" y="9268"/>
                    <a:pt x="35611" y="9381"/>
                  </a:cubicBezTo>
                  <a:cubicBezTo>
                    <a:pt x="35636" y="9398"/>
                    <a:pt x="35665" y="9407"/>
                    <a:pt x="35694" y="9407"/>
                  </a:cubicBezTo>
                  <a:cubicBezTo>
                    <a:pt x="35741" y="9407"/>
                    <a:pt x="35787" y="9385"/>
                    <a:pt x="35817" y="9345"/>
                  </a:cubicBezTo>
                  <a:cubicBezTo>
                    <a:pt x="35863" y="9278"/>
                    <a:pt x="35847" y="9186"/>
                    <a:pt x="35780" y="9140"/>
                  </a:cubicBezTo>
                  <a:cubicBezTo>
                    <a:pt x="35619" y="9028"/>
                    <a:pt x="35459" y="8916"/>
                    <a:pt x="35304" y="8799"/>
                  </a:cubicBezTo>
                  <a:cubicBezTo>
                    <a:pt x="35277" y="8779"/>
                    <a:pt x="35246" y="8770"/>
                    <a:pt x="35215" y="8770"/>
                  </a:cubicBezTo>
                  <a:close/>
                  <a:moveTo>
                    <a:pt x="45264" y="8532"/>
                  </a:moveTo>
                  <a:cubicBezTo>
                    <a:pt x="45192" y="8532"/>
                    <a:pt x="45129" y="8586"/>
                    <a:pt x="45118" y="8659"/>
                  </a:cubicBezTo>
                  <a:cubicBezTo>
                    <a:pt x="45090" y="8855"/>
                    <a:pt x="45063" y="9051"/>
                    <a:pt x="45040" y="9247"/>
                  </a:cubicBezTo>
                  <a:cubicBezTo>
                    <a:pt x="45031" y="9328"/>
                    <a:pt x="45087" y="9401"/>
                    <a:pt x="45169" y="9411"/>
                  </a:cubicBezTo>
                  <a:cubicBezTo>
                    <a:pt x="45175" y="9412"/>
                    <a:pt x="45180" y="9412"/>
                    <a:pt x="45186" y="9412"/>
                  </a:cubicBezTo>
                  <a:cubicBezTo>
                    <a:pt x="45261" y="9412"/>
                    <a:pt x="45324" y="9356"/>
                    <a:pt x="45334" y="9282"/>
                  </a:cubicBezTo>
                  <a:cubicBezTo>
                    <a:pt x="45357" y="9088"/>
                    <a:pt x="45382" y="8893"/>
                    <a:pt x="45411" y="8700"/>
                  </a:cubicBezTo>
                  <a:cubicBezTo>
                    <a:pt x="45423" y="8621"/>
                    <a:pt x="45367" y="8545"/>
                    <a:pt x="45287" y="8534"/>
                  </a:cubicBezTo>
                  <a:cubicBezTo>
                    <a:pt x="45279" y="8533"/>
                    <a:pt x="45272" y="8532"/>
                    <a:pt x="45264" y="8532"/>
                  </a:cubicBezTo>
                  <a:close/>
                  <a:moveTo>
                    <a:pt x="36423" y="9614"/>
                  </a:moveTo>
                  <a:cubicBezTo>
                    <a:pt x="36377" y="9614"/>
                    <a:pt x="36331" y="9636"/>
                    <a:pt x="36302" y="9678"/>
                  </a:cubicBezTo>
                  <a:cubicBezTo>
                    <a:pt x="36256" y="9744"/>
                    <a:pt x="36272" y="9836"/>
                    <a:pt x="36339" y="9883"/>
                  </a:cubicBezTo>
                  <a:cubicBezTo>
                    <a:pt x="36501" y="9994"/>
                    <a:pt x="36661" y="10107"/>
                    <a:pt x="36818" y="10222"/>
                  </a:cubicBezTo>
                  <a:cubicBezTo>
                    <a:pt x="36845" y="10242"/>
                    <a:pt x="36876" y="10250"/>
                    <a:pt x="36906" y="10250"/>
                  </a:cubicBezTo>
                  <a:cubicBezTo>
                    <a:pt x="36951" y="10250"/>
                    <a:pt x="36996" y="10230"/>
                    <a:pt x="37023" y="10191"/>
                  </a:cubicBezTo>
                  <a:cubicBezTo>
                    <a:pt x="37072" y="10125"/>
                    <a:pt x="37058" y="10032"/>
                    <a:pt x="36992" y="9985"/>
                  </a:cubicBezTo>
                  <a:cubicBezTo>
                    <a:pt x="36833" y="9867"/>
                    <a:pt x="36671" y="9754"/>
                    <a:pt x="36507" y="9640"/>
                  </a:cubicBezTo>
                  <a:cubicBezTo>
                    <a:pt x="36482" y="9622"/>
                    <a:pt x="36452" y="9614"/>
                    <a:pt x="36423" y="9614"/>
                  </a:cubicBezTo>
                  <a:close/>
                  <a:moveTo>
                    <a:pt x="45107" y="9999"/>
                  </a:moveTo>
                  <a:cubicBezTo>
                    <a:pt x="45031" y="9999"/>
                    <a:pt x="44963" y="10059"/>
                    <a:pt x="44959" y="10138"/>
                  </a:cubicBezTo>
                  <a:cubicBezTo>
                    <a:pt x="44949" y="10311"/>
                    <a:pt x="44946" y="10473"/>
                    <a:pt x="44946" y="10631"/>
                  </a:cubicBezTo>
                  <a:lnTo>
                    <a:pt x="44947" y="10737"/>
                  </a:lnTo>
                  <a:cubicBezTo>
                    <a:pt x="44947" y="10817"/>
                    <a:pt x="45013" y="10882"/>
                    <a:pt x="45094" y="10882"/>
                  </a:cubicBezTo>
                  <a:lnTo>
                    <a:pt x="45097" y="10882"/>
                  </a:lnTo>
                  <a:cubicBezTo>
                    <a:pt x="45178" y="10881"/>
                    <a:pt x="45243" y="10814"/>
                    <a:pt x="45242" y="10733"/>
                  </a:cubicBezTo>
                  <a:lnTo>
                    <a:pt x="45241" y="10631"/>
                  </a:lnTo>
                  <a:cubicBezTo>
                    <a:pt x="45241" y="10479"/>
                    <a:pt x="45245" y="10322"/>
                    <a:pt x="45253" y="10154"/>
                  </a:cubicBezTo>
                  <a:cubicBezTo>
                    <a:pt x="45259" y="10072"/>
                    <a:pt x="45196" y="10002"/>
                    <a:pt x="45114" y="9999"/>
                  </a:cubicBezTo>
                  <a:cubicBezTo>
                    <a:pt x="45112" y="9999"/>
                    <a:pt x="45109" y="9999"/>
                    <a:pt x="45107" y="9999"/>
                  </a:cubicBezTo>
                  <a:close/>
                  <a:moveTo>
                    <a:pt x="37596" y="10507"/>
                  </a:moveTo>
                  <a:cubicBezTo>
                    <a:pt x="37556" y="10507"/>
                    <a:pt x="37515" y="10524"/>
                    <a:pt x="37486" y="10557"/>
                  </a:cubicBezTo>
                  <a:cubicBezTo>
                    <a:pt x="37432" y="10618"/>
                    <a:pt x="37438" y="10711"/>
                    <a:pt x="37499" y="10765"/>
                  </a:cubicBezTo>
                  <a:cubicBezTo>
                    <a:pt x="37546" y="10806"/>
                    <a:pt x="37593" y="10849"/>
                    <a:pt x="37638" y="10892"/>
                  </a:cubicBezTo>
                  <a:cubicBezTo>
                    <a:pt x="37732" y="10979"/>
                    <a:pt x="37825" y="11071"/>
                    <a:pt x="37915" y="11165"/>
                  </a:cubicBezTo>
                  <a:cubicBezTo>
                    <a:pt x="37942" y="11196"/>
                    <a:pt x="37983" y="11211"/>
                    <a:pt x="38021" y="11211"/>
                  </a:cubicBezTo>
                  <a:cubicBezTo>
                    <a:pt x="38057" y="11211"/>
                    <a:pt x="38093" y="11197"/>
                    <a:pt x="38122" y="11171"/>
                  </a:cubicBezTo>
                  <a:cubicBezTo>
                    <a:pt x="38181" y="11114"/>
                    <a:pt x="38184" y="11022"/>
                    <a:pt x="38128" y="10963"/>
                  </a:cubicBezTo>
                  <a:cubicBezTo>
                    <a:pt x="38035" y="10865"/>
                    <a:pt x="37937" y="10768"/>
                    <a:pt x="37839" y="10676"/>
                  </a:cubicBezTo>
                  <a:cubicBezTo>
                    <a:pt x="37792" y="10633"/>
                    <a:pt x="37742" y="10588"/>
                    <a:pt x="37694" y="10545"/>
                  </a:cubicBezTo>
                  <a:cubicBezTo>
                    <a:pt x="37666" y="10520"/>
                    <a:pt x="37631" y="10507"/>
                    <a:pt x="37596" y="10507"/>
                  </a:cubicBezTo>
                  <a:close/>
                  <a:moveTo>
                    <a:pt x="45163" y="11469"/>
                  </a:moveTo>
                  <a:cubicBezTo>
                    <a:pt x="45155" y="11469"/>
                    <a:pt x="45148" y="11469"/>
                    <a:pt x="45140" y="11470"/>
                  </a:cubicBezTo>
                  <a:cubicBezTo>
                    <a:pt x="45061" y="11482"/>
                    <a:pt x="45005" y="11558"/>
                    <a:pt x="45016" y="11639"/>
                  </a:cubicBezTo>
                  <a:cubicBezTo>
                    <a:pt x="45025" y="11700"/>
                    <a:pt x="45036" y="11762"/>
                    <a:pt x="45047" y="11824"/>
                  </a:cubicBezTo>
                  <a:cubicBezTo>
                    <a:pt x="45072" y="11958"/>
                    <a:pt x="45102" y="12095"/>
                    <a:pt x="45137" y="12230"/>
                  </a:cubicBezTo>
                  <a:cubicBezTo>
                    <a:pt x="45154" y="12297"/>
                    <a:pt x="45214" y="12341"/>
                    <a:pt x="45279" y="12341"/>
                  </a:cubicBezTo>
                  <a:cubicBezTo>
                    <a:pt x="45293" y="12341"/>
                    <a:pt x="45304" y="12339"/>
                    <a:pt x="45317" y="12336"/>
                  </a:cubicBezTo>
                  <a:cubicBezTo>
                    <a:pt x="45396" y="12315"/>
                    <a:pt x="45443" y="12235"/>
                    <a:pt x="45423" y="12157"/>
                  </a:cubicBezTo>
                  <a:cubicBezTo>
                    <a:pt x="45390" y="12029"/>
                    <a:pt x="45361" y="11899"/>
                    <a:pt x="45338" y="11771"/>
                  </a:cubicBezTo>
                  <a:cubicBezTo>
                    <a:pt x="45326" y="11712"/>
                    <a:pt x="45317" y="11653"/>
                    <a:pt x="45308" y="11594"/>
                  </a:cubicBezTo>
                  <a:cubicBezTo>
                    <a:pt x="45298" y="11522"/>
                    <a:pt x="45236" y="11469"/>
                    <a:pt x="45163" y="11469"/>
                  </a:cubicBezTo>
                  <a:close/>
                  <a:moveTo>
                    <a:pt x="38582" y="11599"/>
                  </a:moveTo>
                  <a:cubicBezTo>
                    <a:pt x="38553" y="11599"/>
                    <a:pt x="38523" y="11608"/>
                    <a:pt x="38498" y="11626"/>
                  </a:cubicBezTo>
                  <a:cubicBezTo>
                    <a:pt x="38432" y="11675"/>
                    <a:pt x="38416" y="11768"/>
                    <a:pt x="38463" y="11833"/>
                  </a:cubicBezTo>
                  <a:cubicBezTo>
                    <a:pt x="38575" y="11986"/>
                    <a:pt x="38680" y="12149"/>
                    <a:pt x="38779" y="12315"/>
                  </a:cubicBezTo>
                  <a:cubicBezTo>
                    <a:pt x="38807" y="12362"/>
                    <a:pt x="38856" y="12388"/>
                    <a:pt x="38906" y="12388"/>
                  </a:cubicBezTo>
                  <a:cubicBezTo>
                    <a:pt x="38932" y="12388"/>
                    <a:pt x="38958" y="12379"/>
                    <a:pt x="38979" y="12367"/>
                  </a:cubicBezTo>
                  <a:cubicBezTo>
                    <a:pt x="39051" y="12324"/>
                    <a:pt x="39072" y="12234"/>
                    <a:pt x="39031" y="12164"/>
                  </a:cubicBezTo>
                  <a:cubicBezTo>
                    <a:pt x="38928" y="11990"/>
                    <a:pt x="38817" y="11821"/>
                    <a:pt x="38702" y="11660"/>
                  </a:cubicBezTo>
                  <a:cubicBezTo>
                    <a:pt x="38674" y="11620"/>
                    <a:pt x="38628" y="11599"/>
                    <a:pt x="38582" y="11599"/>
                  </a:cubicBezTo>
                  <a:close/>
                  <a:moveTo>
                    <a:pt x="45560" y="12883"/>
                  </a:moveTo>
                  <a:cubicBezTo>
                    <a:pt x="45541" y="12883"/>
                    <a:pt x="45522" y="12887"/>
                    <a:pt x="45504" y="12894"/>
                  </a:cubicBezTo>
                  <a:cubicBezTo>
                    <a:pt x="45429" y="12925"/>
                    <a:pt x="45393" y="13012"/>
                    <a:pt x="45424" y="13086"/>
                  </a:cubicBezTo>
                  <a:cubicBezTo>
                    <a:pt x="45497" y="13266"/>
                    <a:pt x="45582" y="13450"/>
                    <a:pt x="45672" y="13633"/>
                  </a:cubicBezTo>
                  <a:cubicBezTo>
                    <a:pt x="45698" y="13685"/>
                    <a:pt x="45750" y="13714"/>
                    <a:pt x="45804" y="13714"/>
                  </a:cubicBezTo>
                  <a:cubicBezTo>
                    <a:pt x="45826" y="13714"/>
                    <a:pt x="45850" y="13710"/>
                    <a:pt x="45870" y="13698"/>
                  </a:cubicBezTo>
                  <a:cubicBezTo>
                    <a:pt x="45943" y="13662"/>
                    <a:pt x="45973" y="13572"/>
                    <a:pt x="45937" y="13500"/>
                  </a:cubicBezTo>
                  <a:cubicBezTo>
                    <a:pt x="45849" y="13323"/>
                    <a:pt x="45767" y="13147"/>
                    <a:pt x="45696" y="12975"/>
                  </a:cubicBezTo>
                  <a:cubicBezTo>
                    <a:pt x="45673" y="12918"/>
                    <a:pt x="45617" y="12883"/>
                    <a:pt x="45560" y="12883"/>
                  </a:cubicBezTo>
                  <a:close/>
                  <a:moveTo>
                    <a:pt x="39312" y="12876"/>
                  </a:moveTo>
                  <a:cubicBezTo>
                    <a:pt x="39292" y="12876"/>
                    <a:pt x="39271" y="12880"/>
                    <a:pt x="39252" y="12889"/>
                  </a:cubicBezTo>
                  <a:cubicBezTo>
                    <a:pt x="39179" y="12923"/>
                    <a:pt x="39144" y="13009"/>
                    <a:pt x="39179" y="13084"/>
                  </a:cubicBezTo>
                  <a:cubicBezTo>
                    <a:pt x="39256" y="13256"/>
                    <a:pt x="39329" y="13437"/>
                    <a:pt x="39397" y="13621"/>
                  </a:cubicBezTo>
                  <a:cubicBezTo>
                    <a:pt x="39419" y="13679"/>
                    <a:pt x="39476" y="13718"/>
                    <a:pt x="39535" y="13718"/>
                  </a:cubicBezTo>
                  <a:cubicBezTo>
                    <a:pt x="39553" y="13718"/>
                    <a:pt x="39571" y="13713"/>
                    <a:pt x="39587" y="13707"/>
                  </a:cubicBezTo>
                  <a:cubicBezTo>
                    <a:pt x="39663" y="13678"/>
                    <a:pt x="39702" y="13594"/>
                    <a:pt x="39674" y="13517"/>
                  </a:cubicBezTo>
                  <a:cubicBezTo>
                    <a:pt x="39604" y="13328"/>
                    <a:pt x="39526" y="13142"/>
                    <a:pt x="39447" y="12962"/>
                  </a:cubicBezTo>
                  <a:cubicBezTo>
                    <a:pt x="39422" y="12908"/>
                    <a:pt x="39368" y="12876"/>
                    <a:pt x="39312" y="12876"/>
                  </a:cubicBezTo>
                  <a:close/>
                  <a:moveTo>
                    <a:pt x="46235" y="14193"/>
                  </a:moveTo>
                  <a:cubicBezTo>
                    <a:pt x="46208" y="14193"/>
                    <a:pt x="46182" y="14200"/>
                    <a:pt x="46158" y="14215"/>
                  </a:cubicBezTo>
                  <a:cubicBezTo>
                    <a:pt x="46088" y="14257"/>
                    <a:pt x="46067" y="14348"/>
                    <a:pt x="46109" y="14417"/>
                  </a:cubicBezTo>
                  <a:cubicBezTo>
                    <a:pt x="46206" y="14577"/>
                    <a:pt x="46310" y="14742"/>
                    <a:pt x="46428" y="14921"/>
                  </a:cubicBezTo>
                  <a:cubicBezTo>
                    <a:pt x="46455" y="14963"/>
                    <a:pt x="46504" y="14987"/>
                    <a:pt x="46551" y="14987"/>
                  </a:cubicBezTo>
                  <a:cubicBezTo>
                    <a:pt x="46578" y="14987"/>
                    <a:pt x="46607" y="14978"/>
                    <a:pt x="46632" y="14962"/>
                  </a:cubicBezTo>
                  <a:cubicBezTo>
                    <a:pt x="46700" y="14918"/>
                    <a:pt x="46719" y="14827"/>
                    <a:pt x="46674" y="14758"/>
                  </a:cubicBezTo>
                  <a:cubicBezTo>
                    <a:pt x="46558" y="14582"/>
                    <a:pt x="46455" y="14421"/>
                    <a:pt x="46361" y="14264"/>
                  </a:cubicBezTo>
                  <a:cubicBezTo>
                    <a:pt x="46332" y="14218"/>
                    <a:pt x="46284" y="14193"/>
                    <a:pt x="46235" y="14193"/>
                  </a:cubicBezTo>
                  <a:close/>
                  <a:moveTo>
                    <a:pt x="39804" y="14265"/>
                  </a:moveTo>
                  <a:cubicBezTo>
                    <a:pt x="39791" y="14265"/>
                    <a:pt x="39778" y="14267"/>
                    <a:pt x="39765" y="14271"/>
                  </a:cubicBezTo>
                  <a:cubicBezTo>
                    <a:pt x="39686" y="14291"/>
                    <a:pt x="39640" y="14373"/>
                    <a:pt x="39661" y="14451"/>
                  </a:cubicBezTo>
                  <a:cubicBezTo>
                    <a:pt x="39711" y="14632"/>
                    <a:pt x="39757" y="14823"/>
                    <a:pt x="39800" y="15016"/>
                  </a:cubicBezTo>
                  <a:cubicBezTo>
                    <a:pt x="39815" y="15085"/>
                    <a:pt x="39876" y="15132"/>
                    <a:pt x="39944" y="15132"/>
                  </a:cubicBezTo>
                  <a:cubicBezTo>
                    <a:pt x="39954" y="15132"/>
                    <a:pt x="39965" y="15131"/>
                    <a:pt x="39974" y="15129"/>
                  </a:cubicBezTo>
                  <a:cubicBezTo>
                    <a:pt x="40053" y="15113"/>
                    <a:pt x="40104" y="15034"/>
                    <a:pt x="40087" y="14954"/>
                  </a:cubicBezTo>
                  <a:cubicBezTo>
                    <a:pt x="40043" y="14756"/>
                    <a:pt x="39996" y="14561"/>
                    <a:pt x="39945" y="14374"/>
                  </a:cubicBezTo>
                  <a:cubicBezTo>
                    <a:pt x="39928" y="14308"/>
                    <a:pt x="39868" y="14265"/>
                    <a:pt x="39804" y="14265"/>
                  </a:cubicBezTo>
                  <a:close/>
                  <a:moveTo>
                    <a:pt x="47053" y="15422"/>
                  </a:moveTo>
                  <a:cubicBezTo>
                    <a:pt x="47024" y="15422"/>
                    <a:pt x="46994" y="15431"/>
                    <a:pt x="46968" y="15449"/>
                  </a:cubicBezTo>
                  <a:cubicBezTo>
                    <a:pt x="46901" y="15495"/>
                    <a:pt x="46886" y="15587"/>
                    <a:pt x="46932" y="15654"/>
                  </a:cubicBezTo>
                  <a:cubicBezTo>
                    <a:pt x="47031" y="15795"/>
                    <a:pt x="47130" y="15934"/>
                    <a:pt x="47231" y="16075"/>
                  </a:cubicBezTo>
                  <a:lnTo>
                    <a:pt x="47274" y="16135"/>
                  </a:lnTo>
                  <a:cubicBezTo>
                    <a:pt x="47302" y="16175"/>
                    <a:pt x="47347" y="16197"/>
                    <a:pt x="47393" y="16197"/>
                  </a:cubicBezTo>
                  <a:cubicBezTo>
                    <a:pt x="47423" y="16197"/>
                    <a:pt x="47453" y="16189"/>
                    <a:pt x="47478" y="16171"/>
                  </a:cubicBezTo>
                  <a:cubicBezTo>
                    <a:pt x="47546" y="16125"/>
                    <a:pt x="47562" y="16032"/>
                    <a:pt x="47513" y="15967"/>
                  </a:cubicBezTo>
                  <a:lnTo>
                    <a:pt x="47471" y="15906"/>
                  </a:lnTo>
                  <a:cubicBezTo>
                    <a:pt x="47372" y="15766"/>
                    <a:pt x="47273" y="15626"/>
                    <a:pt x="47173" y="15485"/>
                  </a:cubicBezTo>
                  <a:cubicBezTo>
                    <a:pt x="47144" y="15444"/>
                    <a:pt x="47099" y="15422"/>
                    <a:pt x="47053" y="15422"/>
                  </a:cubicBezTo>
                  <a:close/>
                  <a:moveTo>
                    <a:pt x="40102" y="15707"/>
                  </a:moveTo>
                  <a:cubicBezTo>
                    <a:pt x="40094" y="15707"/>
                    <a:pt x="40086" y="15708"/>
                    <a:pt x="40078" y="15709"/>
                  </a:cubicBezTo>
                  <a:cubicBezTo>
                    <a:pt x="39998" y="15720"/>
                    <a:pt x="39943" y="15797"/>
                    <a:pt x="39954" y="15876"/>
                  </a:cubicBezTo>
                  <a:cubicBezTo>
                    <a:pt x="39983" y="16066"/>
                    <a:pt x="40007" y="16261"/>
                    <a:pt x="40028" y="16455"/>
                  </a:cubicBezTo>
                  <a:cubicBezTo>
                    <a:pt x="40037" y="16530"/>
                    <a:pt x="40100" y="16587"/>
                    <a:pt x="40175" y="16587"/>
                  </a:cubicBezTo>
                  <a:cubicBezTo>
                    <a:pt x="40180" y="16587"/>
                    <a:pt x="40185" y="16587"/>
                    <a:pt x="40191" y="16585"/>
                  </a:cubicBezTo>
                  <a:cubicBezTo>
                    <a:pt x="40270" y="16577"/>
                    <a:pt x="40330" y="16504"/>
                    <a:pt x="40321" y="16423"/>
                  </a:cubicBezTo>
                  <a:cubicBezTo>
                    <a:pt x="40300" y="16225"/>
                    <a:pt x="40274" y="16026"/>
                    <a:pt x="40246" y="15833"/>
                  </a:cubicBezTo>
                  <a:cubicBezTo>
                    <a:pt x="40235" y="15760"/>
                    <a:pt x="40175" y="15707"/>
                    <a:pt x="40102" y="15707"/>
                  </a:cubicBezTo>
                  <a:close/>
                  <a:moveTo>
                    <a:pt x="47902" y="16626"/>
                  </a:moveTo>
                  <a:cubicBezTo>
                    <a:pt x="47874" y="16626"/>
                    <a:pt x="47845" y="16635"/>
                    <a:pt x="47819" y="16652"/>
                  </a:cubicBezTo>
                  <a:cubicBezTo>
                    <a:pt x="47752" y="16699"/>
                    <a:pt x="47735" y="16790"/>
                    <a:pt x="47781" y="16857"/>
                  </a:cubicBezTo>
                  <a:cubicBezTo>
                    <a:pt x="47893" y="17019"/>
                    <a:pt x="48002" y="17180"/>
                    <a:pt x="48108" y="17344"/>
                  </a:cubicBezTo>
                  <a:cubicBezTo>
                    <a:pt x="48136" y="17388"/>
                    <a:pt x="48184" y="17411"/>
                    <a:pt x="48232" y="17411"/>
                  </a:cubicBezTo>
                  <a:cubicBezTo>
                    <a:pt x="48259" y="17411"/>
                    <a:pt x="48287" y="17403"/>
                    <a:pt x="48312" y="17387"/>
                  </a:cubicBezTo>
                  <a:cubicBezTo>
                    <a:pt x="48380" y="17342"/>
                    <a:pt x="48399" y="17251"/>
                    <a:pt x="48356" y="17182"/>
                  </a:cubicBezTo>
                  <a:cubicBezTo>
                    <a:pt x="48248" y="17017"/>
                    <a:pt x="48136" y="16854"/>
                    <a:pt x="48024" y="16690"/>
                  </a:cubicBezTo>
                  <a:cubicBezTo>
                    <a:pt x="47995" y="16648"/>
                    <a:pt x="47949" y="16626"/>
                    <a:pt x="47902" y="16626"/>
                  </a:cubicBezTo>
                  <a:close/>
                  <a:moveTo>
                    <a:pt x="40249" y="17174"/>
                  </a:moveTo>
                  <a:cubicBezTo>
                    <a:pt x="40246" y="17174"/>
                    <a:pt x="40242" y="17174"/>
                    <a:pt x="40239" y="17174"/>
                  </a:cubicBezTo>
                  <a:cubicBezTo>
                    <a:pt x="40159" y="17179"/>
                    <a:pt x="40095" y="17248"/>
                    <a:pt x="40100" y="17330"/>
                  </a:cubicBezTo>
                  <a:cubicBezTo>
                    <a:pt x="40112" y="17526"/>
                    <a:pt x="40119" y="17721"/>
                    <a:pt x="40125" y="17915"/>
                  </a:cubicBezTo>
                  <a:cubicBezTo>
                    <a:pt x="40126" y="17995"/>
                    <a:pt x="40192" y="18058"/>
                    <a:pt x="40272" y="18058"/>
                  </a:cubicBezTo>
                  <a:cubicBezTo>
                    <a:pt x="40273" y="18058"/>
                    <a:pt x="40274" y="18058"/>
                    <a:pt x="40277" y="18057"/>
                  </a:cubicBezTo>
                  <a:cubicBezTo>
                    <a:pt x="40358" y="18056"/>
                    <a:pt x="40423" y="17987"/>
                    <a:pt x="40420" y="17907"/>
                  </a:cubicBezTo>
                  <a:cubicBezTo>
                    <a:pt x="40415" y="17708"/>
                    <a:pt x="40407" y="17511"/>
                    <a:pt x="40396" y="17313"/>
                  </a:cubicBezTo>
                  <a:cubicBezTo>
                    <a:pt x="40391" y="17235"/>
                    <a:pt x="40329" y="17174"/>
                    <a:pt x="40249" y="17174"/>
                  </a:cubicBezTo>
                  <a:close/>
                  <a:moveTo>
                    <a:pt x="48690" y="17871"/>
                  </a:moveTo>
                  <a:cubicBezTo>
                    <a:pt x="48666" y="17871"/>
                    <a:pt x="48641" y="17877"/>
                    <a:pt x="48619" y="17889"/>
                  </a:cubicBezTo>
                  <a:cubicBezTo>
                    <a:pt x="48548" y="17929"/>
                    <a:pt x="48522" y="18020"/>
                    <a:pt x="48562" y="18090"/>
                  </a:cubicBezTo>
                  <a:cubicBezTo>
                    <a:pt x="48660" y="18266"/>
                    <a:pt x="48751" y="18439"/>
                    <a:pt x="48832" y="18605"/>
                  </a:cubicBezTo>
                  <a:cubicBezTo>
                    <a:pt x="48857" y="18658"/>
                    <a:pt x="48909" y="18689"/>
                    <a:pt x="48965" y="18689"/>
                  </a:cubicBezTo>
                  <a:cubicBezTo>
                    <a:pt x="48986" y="18689"/>
                    <a:pt x="49008" y="18683"/>
                    <a:pt x="49029" y="18673"/>
                  </a:cubicBezTo>
                  <a:cubicBezTo>
                    <a:pt x="49102" y="18637"/>
                    <a:pt x="49132" y="18549"/>
                    <a:pt x="49097" y="18476"/>
                  </a:cubicBezTo>
                  <a:cubicBezTo>
                    <a:pt x="49014" y="18305"/>
                    <a:pt x="48920" y="18126"/>
                    <a:pt x="48820" y="17946"/>
                  </a:cubicBezTo>
                  <a:cubicBezTo>
                    <a:pt x="48793" y="17898"/>
                    <a:pt x="48742" y="17871"/>
                    <a:pt x="48690" y="17871"/>
                  </a:cubicBezTo>
                  <a:close/>
                  <a:moveTo>
                    <a:pt x="40277" y="18649"/>
                  </a:moveTo>
                  <a:cubicBezTo>
                    <a:pt x="40197" y="18649"/>
                    <a:pt x="40131" y="18713"/>
                    <a:pt x="40130" y="18795"/>
                  </a:cubicBezTo>
                  <a:cubicBezTo>
                    <a:pt x="40129" y="18956"/>
                    <a:pt x="40126" y="19116"/>
                    <a:pt x="40120" y="19277"/>
                  </a:cubicBezTo>
                  <a:lnTo>
                    <a:pt x="40118" y="19380"/>
                  </a:lnTo>
                  <a:cubicBezTo>
                    <a:pt x="40115" y="19461"/>
                    <a:pt x="40180" y="19529"/>
                    <a:pt x="40262" y="19533"/>
                  </a:cubicBezTo>
                  <a:lnTo>
                    <a:pt x="40267" y="19533"/>
                  </a:lnTo>
                  <a:cubicBezTo>
                    <a:pt x="40345" y="19533"/>
                    <a:pt x="40411" y="19471"/>
                    <a:pt x="40411" y="19390"/>
                  </a:cubicBezTo>
                  <a:lnTo>
                    <a:pt x="40415" y="19285"/>
                  </a:lnTo>
                  <a:cubicBezTo>
                    <a:pt x="40419" y="19124"/>
                    <a:pt x="40423" y="18961"/>
                    <a:pt x="40424" y="18799"/>
                  </a:cubicBezTo>
                  <a:cubicBezTo>
                    <a:pt x="40425" y="18716"/>
                    <a:pt x="40360" y="18650"/>
                    <a:pt x="40278" y="18649"/>
                  </a:cubicBezTo>
                  <a:close/>
                  <a:moveTo>
                    <a:pt x="49305" y="19210"/>
                  </a:moveTo>
                  <a:cubicBezTo>
                    <a:pt x="49289" y="19210"/>
                    <a:pt x="49273" y="19213"/>
                    <a:pt x="49257" y="19218"/>
                  </a:cubicBezTo>
                  <a:cubicBezTo>
                    <a:pt x="49179" y="19244"/>
                    <a:pt x="49138" y="19327"/>
                    <a:pt x="49166" y="19405"/>
                  </a:cubicBezTo>
                  <a:cubicBezTo>
                    <a:pt x="49206" y="19528"/>
                    <a:pt x="49246" y="19652"/>
                    <a:pt x="49280" y="19775"/>
                  </a:cubicBezTo>
                  <a:cubicBezTo>
                    <a:pt x="49297" y="19836"/>
                    <a:pt x="49312" y="19898"/>
                    <a:pt x="49328" y="19958"/>
                  </a:cubicBezTo>
                  <a:cubicBezTo>
                    <a:pt x="49344" y="20025"/>
                    <a:pt x="49405" y="20070"/>
                    <a:pt x="49471" y="20070"/>
                  </a:cubicBezTo>
                  <a:cubicBezTo>
                    <a:pt x="49483" y="20070"/>
                    <a:pt x="49494" y="20068"/>
                    <a:pt x="49507" y="20065"/>
                  </a:cubicBezTo>
                  <a:cubicBezTo>
                    <a:pt x="49587" y="20045"/>
                    <a:pt x="49635" y="19966"/>
                    <a:pt x="49616" y="19886"/>
                  </a:cubicBezTo>
                  <a:cubicBezTo>
                    <a:pt x="49600" y="19824"/>
                    <a:pt x="49584" y="19761"/>
                    <a:pt x="49565" y="19696"/>
                  </a:cubicBezTo>
                  <a:cubicBezTo>
                    <a:pt x="49529" y="19569"/>
                    <a:pt x="49488" y="19438"/>
                    <a:pt x="49444" y="19309"/>
                  </a:cubicBezTo>
                  <a:cubicBezTo>
                    <a:pt x="49424" y="19247"/>
                    <a:pt x="49367" y="19210"/>
                    <a:pt x="49305" y="19210"/>
                  </a:cubicBezTo>
                  <a:close/>
                  <a:moveTo>
                    <a:pt x="40229" y="20122"/>
                  </a:moveTo>
                  <a:cubicBezTo>
                    <a:pt x="40152" y="20122"/>
                    <a:pt x="40086" y="20182"/>
                    <a:pt x="40081" y="20261"/>
                  </a:cubicBezTo>
                  <a:cubicBezTo>
                    <a:pt x="40069" y="20456"/>
                    <a:pt x="40057" y="20652"/>
                    <a:pt x="40041" y="20847"/>
                  </a:cubicBezTo>
                  <a:cubicBezTo>
                    <a:pt x="40035" y="20927"/>
                    <a:pt x="40095" y="20999"/>
                    <a:pt x="40176" y="21005"/>
                  </a:cubicBezTo>
                  <a:lnTo>
                    <a:pt x="40188" y="21005"/>
                  </a:lnTo>
                  <a:cubicBezTo>
                    <a:pt x="40264" y="21005"/>
                    <a:pt x="40329" y="20946"/>
                    <a:pt x="40336" y="20870"/>
                  </a:cubicBezTo>
                  <a:cubicBezTo>
                    <a:pt x="40352" y="20673"/>
                    <a:pt x="40365" y="20476"/>
                    <a:pt x="40376" y="20277"/>
                  </a:cubicBezTo>
                  <a:cubicBezTo>
                    <a:pt x="40380" y="20197"/>
                    <a:pt x="40319" y="20127"/>
                    <a:pt x="40237" y="20122"/>
                  </a:cubicBezTo>
                  <a:cubicBezTo>
                    <a:pt x="40235" y="20122"/>
                    <a:pt x="40232" y="20122"/>
                    <a:pt x="40229" y="20122"/>
                  </a:cubicBezTo>
                  <a:close/>
                  <a:moveTo>
                    <a:pt x="49625" y="20646"/>
                  </a:moveTo>
                  <a:cubicBezTo>
                    <a:pt x="49619" y="20646"/>
                    <a:pt x="49613" y="20646"/>
                    <a:pt x="49607" y="20647"/>
                  </a:cubicBezTo>
                  <a:cubicBezTo>
                    <a:pt x="49527" y="20656"/>
                    <a:pt x="49468" y="20728"/>
                    <a:pt x="49477" y="20809"/>
                  </a:cubicBezTo>
                  <a:cubicBezTo>
                    <a:pt x="49498" y="20995"/>
                    <a:pt x="49512" y="21190"/>
                    <a:pt x="49518" y="21386"/>
                  </a:cubicBezTo>
                  <a:cubicBezTo>
                    <a:pt x="49520" y="21465"/>
                    <a:pt x="49586" y="21529"/>
                    <a:pt x="49664" y="21529"/>
                  </a:cubicBezTo>
                  <a:lnTo>
                    <a:pt x="49668" y="21529"/>
                  </a:lnTo>
                  <a:cubicBezTo>
                    <a:pt x="49750" y="21526"/>
                    <a:pt x="49814" y="21458"/>
                    <a:pt x="49812" y="21376"/>
                  </a:cubicBezTo>
                  <a:cubicBezTo>
                    <a:pt x="49806" y="21173"/>
                    <a:pt x="49791" y="20971"/>
                    <a:pt x="49771" y="20777"/>
                  </a:cubicBezTo>
                  <a:cubicBezTo>
                    <a:pt x="49762" y="20701"/>
                    <a:pt x="49699" y="20646"/>
                    <a:pt x="49625" y="20646"/>
                  </a:cubicBezTo>
                  <a:close/>
                  <a:moveTo>
                    <a:pt x="40101" y="21591"/>
                  </a:moveTo>
                  <a:cubicBezTo>
                    <a:pt x="40027" y="21591"/>
                    <a:pt x="39964" y="21646"/>
                    <a:pt x="39955" y="21721"/>
                  </a:cubicBezTo>
                  <a:cubicBezTo>
                    <a:pt x="39933" y="21915"/>
                    <a:pt x="39908" y="22108"/>
                    <a:pt x="39879" y="22302"/>
                  </a:cubicBezTo>
                  <a:cubicBezTo>
                    <a:pt x="39868" y="22382"/>
                    <a:pt x="39923" y="22458"/>
                    <a:pt x="40005" y="22469"/>
                  </a:cubicBezTo>
                  <a:cubicBezTo>
                    <a:pt x="40012" y="22470"/>
                    <a:pt x="40020" y="22470"/>
                    <a:pt x="40027" y="22470"/>
                  </a:cubicBezTo>
                  <a:cubicBezTo>
                    <a:pt x="40099" y="22470"/>
                    <a:pt x="40161" y="22417"/>
                    <a:pt x="40172" y="22345"/>
                  </a:cubicBezTo>
                  <a:cubicBezTo>
                    <a:pt x="40201" y="22149"/>
                    <a:pt x="40226" y="21953"/>
                    <a:pt x="40248" y="21756"/>
                  </a:cubicBezTo>
                  <a:cubicBezTo>
                    <a:pt x="40259" y="21674"/>
                    <a:pt x="40201" y="21601"/>
                    <a:pt x="40119" y="21592"/>
                  </a:cubicBezTo>
                  <a:cubicBezTo>
                    <a:pt x="40113" y="21591"/>
                    <a:pt x="40107" y="21591"/>
                    <a:pt x="40101" y="21591"/>
                  </a:cubicBezTo>
                  <a:close/>
                  <a:moveTo>
                    <a:pt x="49649" y="22117"/>
                  </a:moveTo>
                  <a:cubicBezTo>
                    <a:pt x="49574" y="22117"/>
                    <a:pt x="49507" y="22177"/>
                    <a:pt x="49502" y="22255"/>
                  </a:cubicBezTo>
                  <a:cubicBezTo>
                    <a:pt x="49491" y="22439"/>
                    <a:pt x="49472" y="22635"/>
                    <a:pt x="49450" y="22835"/>
                  </a:cubicBezTo>
                  <a:cubicBezTo>
                    <a:pt x="49439" y="22917"/>
                    <a:pt x="49497" y="22990"/>
                    <a:pt x="49579" y="22999"/>
                  </a:cubicBezTo>
                  <a:cubicBezTo>
                    <a:pt x="49584" y="23000"/>
                    <a:pt x="49590" y="23000"/>
                    <a:pt x="49595" y="23000"/>
                  </a:cubicBezTo>
                  <a:cubicBezTo>
                    <a:pt x="49668" y="23000"/>
                    <a:pt x="49731" y="22945"/>
                    <a:pt x="49742" y="22867"/>
                  </a:cubicBezTo>
                  <a:cubicBezTo>
                    <a:pt x="49765" y="22663"/>
                    <a:pt x="49785" y="22463"/>
                    <a:pt x="49796" y="22273"/>
                  </a:cubicBezTo>
                  <a:cubicBezTo>
                    <a:pt x="49801" y="22193"/>
                    <a:pt x="49740" y="22122"/>
                    <a:pt x="49658" y="22117"/>
                  </a:cubicBezTo>
                  <a:cubicBezTo>
                    <a:pt x="49655" y="22117"/>
                    <a:pt x="49652" y="22117"/>
                    <a:pt x="49649" y="22117"/>
                  </a:cubicBezTo>
                  <a:close/>
                  <a:moveTo>
                    <a:pt x="39880" y="23048"/>
                  </a:moveTo>
                  <a:cubicBezTo>
                    <a:pt x="39810" y="23048"/>
                    <a:pt x="39747" y="23097"/>
                    <a:pt x="39734" y="23167"/>
                  </a:cubicBezTo>
                  <a:cubicBezTo>
                    <a:pt x="39696" y="23362"/>
                    <a:pt x="39655" y="23554"/>
                    <a:pt x="39613" y="23739"/>
                  </a:cubicBezTo>
                  <a:cubicBezTo>
                    <a:pt x="39594" y="23818"/>
                    <a:pt x="39644" y="23898"/>
                    <a:pt x="39723" y="23915"/>
                  </a:cubicBezTo>
                  <a:cubicBezTo>
                    <a:pt x="39736" y="23919"/>
                    <a:pt x="39747" y="23920"/>
                    <a:pt x="39757" y="23920"/>
                  </a:cubicBezTo>
                  <a:cubicBezTo>
                    <a:pt x="39824" y="23920"/>
                    <a:pt x="39885" y="23873"/>
                    <a:pt x="39899" y="23805"/>
                  </a:cubicBezTo>
                  <a:cubicBezTo>
                    <a:pt x="39943" y="23618"/>
                    <a:pt x="39984" y="23422"/>
                    <a:pt x="40022" y="23223"/>
                  </a:cubicBezTo>
                  <a:cubicBezTo>
                    <a:pt x="40039" y="23144"/>
                    <a:pt x="39986" y="23066"/>
                    <a:pt x="39907" y="23051"/>
                  </a:cubicBezTo>
                  <a:cubicBezTo>
                    <a:pt x="39898" y="23049"/>
                    <a:pt x="39889" y="23048"/>
                    <a:pt x="39880" y="23048"/>
                  </a:cubicBezTo>
                  <a:close/>
                  <a:moveTo>
                    <a:pt x="49466" y="23581"/>
                  </a:moveTo>
                  <a:cubicBezTo>
                    <a:pt x="49396" y="23581"/>
                    <a:pt x="49334" y="23632"/>
                    <a:pt x="49322" y="23703"/>
                  </a:cubicBezTo>
                  <a:cubicBezTo>
                    <a:pt x="49288" y="23896"/>
                    <a:pt x="49252" y="24088"/>
                    <a:pt x="49213" y="24280"/>
                  </a:cubicBezTo>
                  <a:cubicBezTo>
                    <a:pt x="49198" y="24358"/>
                    <a:pt x="49249" y="24438"/>
                    <a:pt x="49329" y="24453"/>
                  </a:cubicBezTo>
                  <a:cubicBezTo>
                    <a:pt x="49338" y="24454"/>
                    <a:pt x="49349" y="24455"/>
                    <a:pt x="49358" y="24455"/>
                  </a:cubicBezTo>
                  <a:cubicBezTo>
                    <a:pt x="49426" y="24455"/>
                    <a:pt x="49488" y="24408"/>
                    <a:pt x="49502" y="24336"/>
                  </a:cubicBezTo>
                  <a:cubicBezTo>
                    <a:pt x="49540" y="24142"/>
                    <a:pt x="49578" y="23948"/>
                    <a:pt x="49612" y="23753"/>
                  </a:cubicBezTo>
                  <a:cubicBezTo>
                    <a:pt x="49626" y="23674"/>
                    <a:pt x="49571" y="23598"/>
                    <a:pt x="49492" y="23583"/>
                  </a:cubicBezTo>
                  <a:cubicBezTo>
                    <a:pt x="49483" y="23582"/>
                    <a:pt x="49475" y="23581"/>
                    <a:pt x="49466" y="23581"/>
                  </a:cubicBezTo>
                  <a:close/>
                  <a:moveTo>
                    <a:pt x="39532" y="24481"/>
                  </a:moveTo>
                  <a:cubicBezTo>
                    <a:pt x="39468" y="24481"/>
                    <a:pt x="39410" y="24522"/>
                    <a:pt x="39391" y="24587"/>
                  </a:cubicBezTo>
                  <a:cubicBezTo>
                    <a:pt x="39335" y="24776"/>
                    <a:pt x="39275" y="24964"/>
                    <a:pt x="39215" y="25142"/>
                  </a:cubicBezTo>
                  <a:cubicBezTo>
                    <a:pt x="39189" y="25219"/>
                    <a:pt x="39228" y="25302"/>
                    <a:pt x="39305" y="25330"/>
                  </a:cubicBezTo>
                  <a:cubicBezTo>
                    <a:pt x="39321" y="25335"/>
                    <a:pt x="39338" y="25337"/>
                    <a:pt x="39354" y="25337"/>
                  </a:cubicBezTo>
                  <a:cubicBezTo>
                    <a:pt x="39414" y="25337"/>
                    <a:pt x="39473" y="25300"/>
                    <a:pt x="39491" y="25238"/>
                  </a:cubicBezTo>
                  <a:cubicBezTo>
                    <a:pt x="39555" y="25055"/>
                    <a:pt x="39617" y="24864"/>
                    <a:pt x="39674" y="24671"/>
                  </a:cubicBezTo>
                  <a:cubicBezTo>
                    <a:pt x="39696" y="24592"/>
                    <a:pt x="39653" y="24511"/>
                    <a:pt x="39574" y="24487"/>
                  </a:cubicBezTo>
                  <a:cubicBezTo>
                    <a:pt x="39560" y="24483"/>
                    <a:pt x="39545" y="24481"/>
                    <a:pt x="39532" y="24481"/>
                  </a:cubicBezTo>
                  <a:close/>
                  <a:moveTo>
                    <a:pt x="49172" y="25027"/>
                  </a:moveTo>
                  <a:cubicBezTo>
                    <a:pt x="49106" y="25027"/>
                    <a:pt x="49046" y="25074"/>
                    <a:pt x="49030" y="25142"/>
                  </a:cubicBezTo>
                  <a:lnTo>
                    <a:pt x="48903" y="25718"/>
                  </a:lnTo>
                  <a:cubicBezTo>
                    <a:pt x="48885" y="25796"/>
                    <a:pt x="48935" y="25875"/>
                    <a:pt x="49014" y="25893"/>
                  </a:cubicBezTo>
                  <a:cubicBezTo>
                    <a:pt x="49025" y="25895"/>
                    <a:pt x="49037" y="25897"/>
                    <a:pt x="49047" y="25897"/>
                  </a:cubicBezTo>
                  <a:cubicBezTo>
                    <a:pt x="49114" y="25897"/>
                    <a:pt x="49176" y="25850"/>
                    <a:pt x="49190" y="25782"/>
                  </a:cubicBezTo>
                  <a:lnTo>
                    <a:pt x="49318" y="25206"/>
                  </a:lnTo>
                  <a:cubicBezTo>
                    <a:pt x="49336" y="25127"/>
                    <a:pt x="49286" y="25048"/>
                    <a:pt x="49205" y="25031"/>
                  </a:cubicBezTo>
                  <a:cubicBezTo>
                    <a:pt x="49194" y="25028"/>
                    <a:pt x="49183" y="25027"/>
                    <a:pt x="49172" y="25027"/>
                  </a:cubicBezTo>
                  <a:close/>
                  <a:moveTo>
                    <a:pt x="39037" y="25868"/>
                  </a:moveTo>
                  <a:cubicBezTo>
                    <a:pt x="38979" y="25868"/>
                    <a:pt x="38925" y="25902"/>
                    <a:pt x="38901" y="25957"/>
                  </a:cubicBezTo>
                  <a:cubicBezTo>
                    <a:pt x="38825" y="26136"/>
                    <a:pt x="38743" y="26313"/>
                    <a:pt x="38658" y="26487"/>
                  </a:cubicBezTo>
                  <a:cubicBezTo>
                    <a:pt x="38622" y="26560"/>
                    <a:pt x="38652" y="26648"/>
                    <a:pt x="38726" y="26684"/>
                  </a:cubicBezTo>
                  <a:cubicBezTo>
                    <a:pt x="38746" y="26694"/>
                    <a:pt x="38768" y="26699"/>
                    <a:pt x="38790" y="26699"/>
                  </a:cubicBezTo>
                  <a:cubicBezTo>
                    <a:pt x="38844" y="26699"/>
                    <a:pt x="38897" y="26668"/>
                    <a:pt x="38923" y="26617"/>
                  </a:cubicBezTo>
                  <a:cubicBezTo>
                    <a:pt x="39010" y="26439"/>
                    <a:pt x="39093" y="26257"/>
                    <a:pt x="39171" y="26074"/>
                  </a:cubicBezTo>
                  <a:cubicBezTo>
                    <a:pt x="39203" y="25999"/>
                    <a:pt x="39169" y="25913"/>
                    <a:pt x="39094" y="25880"/>
                  </a:cubicBezTo>
                  <a:cubicBezTo>
                    <a:pt x="39075" y="25872"/>
                    <a:pt x="39056" y="25868"/>
                    <a:pt x="39037" y="25868"/>
                  </a:cubicBezTo>
                  <a:close/>
                  <a:moveTo>
                    <a:pt x="48860" y="26465"/>
                  </a:moveTo>
                  <a:cubicBezTo>
                    <a:pt x="48791" y="26465"/>
                    <a:pt x="48730" y="26513"/>
                    <a:pt x="48715" y="26584"/>
                  </a:cubicBezTo>
                  <a:cubicBezTo>
                    <a:pt x="48674" y="26777"/>
                    <a:pt x="48636" y="26972"/>
                    <a:pt x="48599" y="27164"/>
                  </a:cubicBezTo>
                  <a:cubicBezTo>
                    <a:pt x="48584" y="27246"/>
                    <a:pt x="48637" y="27322"/>
                    <a:pt x="48717" y="27338"/>
                  </a:cubicBezTo>
                  <a:cubicBezTo>
                    <a:pt x="48725" y="27339"/>
                    <a:pt x="48735" y="27340"/>
                    <a:pt x="48744" y="27340"/>
                  </a:cubicBezTo>
                  <a:cubicBezTo>
                    <a:pt x="48813" y="27340"/>
                    <a:pt x="48875" y="27291"/>
                    <a:pt x="48888" y="27217"/>
                  </a:cubicBezTo>
                  <a:cubicBezTo>
                    <a:pt x="48924" y="27025"/>
                    <a:pt x="48963" y="26834"/>
                    <a:pt x="49003" y="26642"/>
                  </a:cubicBezTo>
                  <a:cubicBezTo>
                    <a:pt x="49019" y="26564"/>
                    <a:pt x="48970" y="26486"/>
                    <a:pt x="48889" y="26468"/>
                  </a:cubicBezTo>
                  <a:cubicBezTo>
                    <a:pt x="48879" y="26466"/>
                    <a:pt x="48869" y="26465"/>
                    <a:pt x="48860" y="26465"/>
                  </a:cubicBezTo>
                  <a:close/>
                  <a:moveTo>
                    <a:pt x="20940" y="27049"/>
                  </a:moveTo>
                  <a:cubicBezTo>
                    <a:pt x="20861" y="27049"/>
                    <a:pt x="20793" y="27113"/>
                    <a:pt x="20791" y="27194"/>
                  </a:cubicBezTo>
                  <a:cubicBezTo>
                    <a:pt x="20789" y="27276"/>
                    <a:pt x="20856" y="27343"/>
                    <a:pt x="20937" y="27344"/>
                  </a:cubicBezTo>
                  <a:cubicBezTo>
                    <a:pt x="21129" y="27346"/>
                    <a:pt x="21325" y="27355"/>
                    <a:pt x="21516" y="27371"/>
                  </a:cubicBezTo>
                  <a:lnTo>
                    <a:pt x="21527" y="27371"/>
                  </a:lnTo>
                  <a:cubicBezTo>
                    <a:pt x="21604" y="27371"/>
                    <a:pt x="21668" y="27313"/>
                    <a:pt x="21675" y="27236"/>
                  </a:cubicBezTo>
                  <a:cubicBezTo>
                    <a:pt x="21681" y="27154"/>
                    <a:pt x="21620" y="27083"/>
                    <a:pt x="21539" y="27077"/>
                  </a:cubicBezTo>
                  <a:cubicBezTo>
                    <a:pt x="21341" y="27060"/>
                    <a:pt x="21140" y="27051"/>
                    <a:pt x="20940" y="27049"/>
                  </a:cubicBezTo>
                  <a:close/>
                  <a:moveTo>
                    <a:pt x="20053" y="27080"/>
                  </a:moveTo>
                  <a:cubicBezTo>
                    <a:pt x="20049" y="27080"/>
                    <a:pt x="20045" y="27081"/>
                    <a:pt x="20041" y="27081"/>
                  </a:cubicBezTo>
                  <a:cubicBezTo>
                    <a:pt x="19844" y="27097"/>
                    <a:pt x="19644" y="27121"/>
                    <a:pt x="19447" y="27151"/>
                  </a:cubicBezTo>
                  <a:cubicBezTo>
                    <a:pt x="19367" y="27162"/>
                    <a:pt x="19312" y="27239"/>
                    <a:pt x="19323" y="27318"/>
                  </a:cubicBezTo>
                  <a:cubicBezTo>
                    <a:pt x="19335" y="27390"/>
                    <a:pt x="19397" y="27443"/>
                    <a:pt x="19469" y="27443"/>
                  </a:cubicBezTo>
                  <a:cubicBezTo>
                    <a:pt x="19475" y="27443"/>
                    <a:pt x="19483" y="27442"/>
                    <a:pt x="19489" y="27442"/>
                  </a:cubicBezTo>
                  <a:cubicBezTo>
                    <a:pt x="19680" y="27414"/>
                    <a:pt x="19874" y="27391"/>
                    <a:pt x="20066" y="27375"/>
                  </a:cubicBezTo>
                  <a:cubicBezTo>
                    <a:pt x="20148" y="27368"/>
                    <a:pt x="20207" y="27297"/>
                    <a:pt x="20200" y="27215"/>
                  </a:cubicBezTo>
                  <a:cubicBezTo>
                    <a:pt x="20194" y="27137"/>
                    <a:pt x="20130" y="27080"/>
                    <a:pt x="20053" y="27080"/>
                  </a:cubicBezTo>
                  <a:close/>
                  <a:moveTo>
                    <a:pt x="22402" y="27191"/>
                  </a:moveTo>
                  <a:cubicBezTo>
                    <a:pt x="22332" y="27191"/>
                    <a:pt x="22271" y="27240"/>
                    <a:pt x="22258" y="27312"/>
                  </a:cubicBezTo>
                  <a:cubicBezTo>
                    <a:pt x="22243" y="27391"/>
                    <a:pt x="22296" y="27469"/>
                    <a:pt x="22376" y="27483"/>
                  </a:cubicBezTo>
                  <a:cubicBezTo>
                    <a:pt x="22565" y="27518"/>
                    <a:pt x="22756" y="27561"/>
                    <a:pt x="22942" y="27608"/>
                  </a:cubicBezTo>
                  <a:cubicBezTo>
                    <a:pt x="22955" y="27612"/>
                    <a:pt x="22968" y="27613"/>
                    <a:pt x="22980" y="27613"/>
                  </a:cubicBezTo>
                  <a:cubicBezTo>
                    <a:pt x="23045" y="27613"/>
                    <a:pt x="23105" y="27569"/>
                    <a:pt x="23120" y="27502"/>
                  </a:cubicBezTo>
                  <a:cubicBezTo>
                    <a:pt x="23141" y="27422"/>
                    <a:pt x="23093" y="27343"/>
                    <a:pt x="23014" y="27322"/>
                  </a:cubicBezTo>
                  <a:cubicBezTo>
                    <a:pt x="22822" y="27273"/>
                    <a:pt x="22625" y="27229"/>
                    <a:pt x="22429" y="27193"/>
                  </a:cubicBezTo>
                  <a:cubicBezTo>
                    <a:pt x="22420" y="27192"/>
                    <a:pt x="22411" y="27191"/>
                    <a:pt x="22402" y="27191"/>
                  </a:cubicBezTo>
                  <a:close/>
                  <a:moveTo>
                    <a:pt x="18600" y="27321"/>
                  </a:moveTo>
                  <a:cubicBezTo>
                    <a:pt x="18589" y="27321"/>
                    <a:pt x="18578" y="27323"/>
                    <a:pt x="18566" y="27325"/>
                  </a:cubicBezTo>
                  <a:cubicBezTo>
                    <a:pt x="18373" y="27375"/>
                    <a:pt x="18179" y="27431"/>
                    <a:pt x="17989" y="27491"/>
                  </a:cubicBezTo>
                  <a:cubicBezTo>
                    <a:pt x="17912" y="27515"/>
                    <a:pt x="17870" y="27599"/>
                    <a:pt x="17894" y="27676"/>
                  </a:cubicBezTo>
                  <a:cubicBezTo>
                    <a:pt x="17915" y="27739"/>
                    <a:pt x="17973" y="27778"/>
                    <a:pt x="18035" y="27778"/>
                  </a:cubicBezTo>
                  <a:cubicBezTo>
                    <a:pt x="18049" y="27778"/>
                    <a:pt x="18065" y="27776"/>
                    <a:pt x="18081" y="27772"/>
                  </a:cubicBezTo>
                  <a:cubicBezTo>
                    <a:pt x="18265" y="27713"/>
                    <a:pt x="18452" y="27659"/>
                    <a:pt x="18638" y="27612"/>
                  </a:cubicBezTo>
                  <a:cubicBezTo>
                    <a:pt x="18717" y="27592"/>
                    <a:pt x="18765" y="27511"/>
                    <a:pt x="18746" y="27433"/>
                  </a:cubicBezTo>
                  <a:cubicBezTo>
                    <a:pt x="18728" y="27366"/>
                    <a:pt x="18667" y="27321"/>
                    <a:pt x="18600" y="27321"/>
                  </a:cubicBezTo>
                  <a:close/>
                  <a:moveTo>
                    <a:pt x="38369" y="27180"/>
                  </a:moveTo>
                  <a:cubicBezTo>
                    <a:pt x="38318" y="27180"/>
                    <a:pt x="38269" y="27205"/>
                    <a:pt x="38242" y="27251"/>
                  </a:cubicBezTo>
                  <a:cubicBezTo>
                    <a:pt x="38143" y="27416"/>
                    <a:pt x="38036" y="27578"/>
                    <a:pt x="37926" y="27737"/>
                  </a:cubicBezTo>
                  <a:cubicBezTo>
                    <a:pt x="37880" y="27804"/>
                    <a:pt x="37895" y="27896"/>
                    <a:pt x="37962" y="27942"/>
                  </a:cubicBezTo>
                  <a:cubicBezTo>
                    <a:pt x="37988" y="27961"/>
                    <a:pt x="38016" y="27969"/>
                    <a:pt x="38046" y="27969"/>
                  </a:cubicBezTo>
                  <a:cubicBezTo>
                    <a:pt x="38092" y="27969"/>
                    <a:pt x="38138" y="27948"/>
                    <a:pt x="38168" y="27906"/>
                  </a:cubicBezTo>
                  <a:cubicBezTo>
                    <a:pt x="38282" y="27742"/>
                    <a:pt x="38392" y="27573"/>
                    <a:pt x="38494" y="27404"/>
                  </a:cubicBezTo>
                  <a:cubicBezTo>
                    <a:pt x="38537" y="27334"/>
                    <a:pt x="38514" y="27244"/>
                    <a:pt x="38444" y="27201"/>
                  </a:cubicBezTo>
                  <a:cubicBezTo>
                    <a:pt x="38421" y="27186"/>
                    <a:pt x="38395" y="27180"/>
                    <a:pt x="38369" y="27180"/>
                  </a:cubicBezTo>
                  <a:close/>
                  <a:moveTo>
                    <a:pt x="23823" y="27584"/>
                  </a:moveTo>
                  <a:cubicBezTo>
                    <a:pt x="23763" y="27584"/>
                    <a:pt x="23707" y="27620"/>
                    <a:pt x="23685" y="27679"/>
                  </a:cubicBezTo>
                  <a:cubicBezTo>
                    <a:pt x="23657" y="27756"/>
                    <a:pt x="23695" y="27840"/>
                    <a:pt x="23771" y="27869"/>
                  </a:cubicBezTo>
                  <a:cubicBezTo>
                    <a:pt x="23946" y="27933"/>
                    <a:pt x="24126" y="28008"/>
                    <a:pt x="24309" y="28088"/>
                  </a:cubicBezTo>
                  <a:cubicBezTo>
                    <a:pt x="24328" y="28097"/>
                    <a:pt x="24349" y="28101"/>
                    <a:pt x="24369" y="28101"/>
                  </a:cubicBezTo>
                  <a:cubicBezTo>
                    <a:pt x="24425" y="28101"/>
                    <a:pt x="24479" y="28068"/>
                    <a:pt x="24505" y="28014"/>
                  </a:cubicBezTo>
                  <a:cubicBezTo>
                    <a:pt x="24538" y="27938"/>
                    <a:pt x="24504" y="27851"/>
                    <a:pt x="24430" y="27819"/>
                  </a:cubicBezTo>
                  <a:cubicBezTo>
                    <a:pt x="24241" y="27736"/>
                    <a:pt x="24054" y="27660"/>
                    <a:pt x="23874" y="27593"/>
                  </a:cubicBezTo>
                  <a:cubicBezTo>
                    <a:pt x="23858" y="27586"/>
                    <a:pt x="23840" y="27584"/>
                    <a:pt x="23823" y="27584"/>
                  </a:cubicBezTo>
                  <a:close/>
                  <a:moveTo>
                    <a:pt x="17208" y="27796"/>
                  </a:moveTo>
                  <a:cubicBezTo>
                    <a:pt x="17188" y="27796"/>
                    <a:pt x="17168" y="27800"/>
                    <a:pt x="17148" y="27808"/>
                  </a:cubicBezTo>
                  <a:cubicBezTo>
                    <a:pt x="16966" y="27888"/>
                    <a:pt x="16784" y="27974"/>
                    <a:pt x="16607" y="28066"/>
                  </a:cubicBezTo>
                  <a:cubicBezTo>
                    <a:pt x="16535" y="28103"/>
                    <a:pt x="16507" y="28193"/>
                    <a:pt x="16544" y="28265"/>
                  </a:cubicBezTo>
                  <a:cubicBezTo>
                    <a:pt x="16571" y="28317"/>
                    <a:pt x="16622" y="28345"/>
                    <a:pt x="16676" y="28345"/>
                  </a:cubicBezTo>
                  <a:cubicBezTo>
                    <a:pt x="16698" y="28345"/>
                    <a:pt x="16720" y="28340"/>
                    <a:pt x="16744" y="28328"/>
                  </a:cubicBezTo>
                  <a:cubicBezTo>
                    <a:pt x="16915" y="28241"/>
                    <a:pt x="17091" y="28157"/>
                    <a:pt x="17267" y="28080"/>
                  </a:cubicBezTo>
                  <a:cubicBezTo>
                    <a:pt x="17342" y="28046"/>
                    <a:pt x="17375" y="27959"/>
                    <a:pt x="17343" y="27885"/>
                  </a:cubicBezTo>
                  <a:cubicBezTo>
                    <a:pt x="17319" y="27829"/>
                    <a:pt x="17265" y="27796"/>
                    <a:pt x="17208" y="27796"/>
                  </a:cubicBezTo>
                  <a:close/>
                  <a:moveTo>
                    <a:pt x="25167" y="28190"/>
                  </a:moveTo>
                  <a:cubicBezTo>
                    <a:pt x="25114" y="28190"/>
                    <a:pt x="25061" y="28220"/>
                    <a:pt x="25035" y="28271"/>
                  </a:cubicBezTo>
                  <a:cubicBezTo>
                    <a:pt x="24998" y="28343"/>
                    <a:pt x="25026" y="28431"/>
                    <a:pt x="25098" y="28469"/>
                  </a:cubicBezTo>
                  <a:cubicBezTo>
                    <a:pt x="25271" y="28559"/>
                    <a:pt x="25443" y="28652"/>
                    <a:pt x="25613" y="28747"/>
                  </a:cubicBezTo>
                  <a:cubicBezTo>
                    <a:pt x="25637" y="28761"/>
                    <a:pt x="25660" y="28767"/>
                    <a:pt x="25685" y="28767"/>
                  </a:cubicBezTo>
                  <a:cubicBezTo>
                    <a:pt x="25737" y="28767"/>
                    <a:pt x="25787" y="28739"/>
                    <a:pt x="25813" y="28690"/>
                  </a:cubicBezTo>
                  <a:cubicBezTo>
                    <a:pt x="25853" y="28618"/>
                    <a:pt x="25828" y="28529"/>
                    <a:pt x="25756" y="28489"/>
                  </a:cubicBezTo>
                  <a:cubicBezTo>
                    <a:pt x="25583" y="28392"/>
                    <a:pt x="25410" y="28298"/>
                    <a:pt x="25234" y="28207"/>
                  </a:cubicBezTo>
                  <a:cubicBezTo>
                    <a:pt x="25213" y="28196"/>
                    <a:pt x="25190" y="28190"/>
                    <a:pt x="25167" y="28190"/>
                  </a:cubicBezTo>
                  <a:close/>
                  <a:moveTo>
                    <a:pt x="48596" y="27918"/>
                  </a:moveTo>
                  <a:cubicBezTo>
                    <a:pt x="48525" y="27918"/>
                    <a:pt x="48464" y="27971"/>
                    <a:pt x="48454" y="28045"/>
                  </a:cubicBezTo>
                  <a:cubicBezTo>
                    <a:pt x="48425" y="28247"/>
                    <a:pt x="48400" y="28446"/>
                    <a:pt x="48383" y="28637"/>
                  </a:cubicBezTo>
                  <a:cubicBezTo>
                    <a:pt x="48375" y="28717"/>
                    <a:pt x="48434" y="28789"/>
                    <a:pt x="48516" y="28798"/>
                  </a:cubicBezTo>
                  <a:cubicBezTo>
                    <a:pt x="48521" y="28799"/>
                    <a:pt x="48524" y="28799"/>
                    <a:pt x="48529" y="28799"/>
                  </a:cubicBezTo>
                  <a:cubicBezTo>
                    <a:pt x="48605" y="28799"/>
                    <a:pt x="48669" y="28742"/>
                    <a:pt x="48677" y="28665"/>
                  </a:cubicBezTo>
                  <a:cubicBezTo>
                    <a:pt x="48694" y="28478"/>
                    <a:pt x="48718" y="28283"/>
                    <a:pt x="48745" y="28086"/>
                  </a:cubicBezTo>
                  <a:cubicBezTo>
                    <a:pt x="48756" y="28005"/>
                    <a:pt x="48702" y="27931"/>
                    <a:pt x="48620" y="27920"/>
                  </a:cubicBezTo>
                  <a:cubicBezTo>
                    <a:pt x="48612" y="27918"/>
                    <a:pt x="48604" y="27918"/>
                    <a:pt x="48596" y="27918"/>
                  </a:cubicBezTo>
                  <a:close/>
                  <a:moveTo>
                    <a:pt x="37503" y="28374"/>
                  </a:moveTo>
                  <a:cubicBezTo>
                    <a:pt x="37461" y="28374"/>
                    <a:pt x="37420" y="28391"/>
                    <a:pt x="37391" y="28425"/>
                  </a:cubicBezTo>
                  <a:cubicBezTo>
                    <a:pt x="37267" y="28571"/>
                    <a:pt x="37135" y="28714"/>
                    <a:pt x="36999" y="28851"/>
                  </a:cubicBezTo>
                  <a:cubicBezTo>
                    <a:pt x="36943" y="28910"/>
                    <a:pt x="36945" y="29004"/>
                    <a:pt x="37003" y="29061"/>
                  </a:cubicBezTo>
                  <a:cubicBezTo>
                    <a:pt x="37030" y="29089"/>
                    <a:pt x="37069" y="29103"/>
                    <a:pt x="37106" y="29103"/>
                  </a:cubicBezTo>
                  <a:cubicBezTo>
                    <a:pt x="37144" y="29103"/>
                    <a:pt x="37183" y="29089"/>
                    <a:pt x="37210" y="29060"/>
                  </a:cubicBezTo>
                  <a:cubicBezTo>
                    <a:pt x="37349" y="28916"/>
                    <a:pt x="37486" y="28768"/>
                    <a:pt x="37615" y="28617"/>
                  </a:cubicBezTo>
                  <a:cubicBezTo>
                    <a:pt x="37668" y="28555"/>
                    <a:pt x="37661" y="28462"/>
                    <a:pt x="37599" y="28410"/>
                  </a:cubicBezTo>
                  <a:cubicBezTo>
                    <a:pt x="37571" y="28386"/>
                    <a:pt x="37537" y="28374"/>
                    <a:pt x="37503" y="28374"/>
                  </a:cubicBezTo>
                  <a:close/>
                  <a:moveTo>
                    <a:pt x="15912" y="28499"/>
                  </a:moveTo>
                  <a:cubicBezTo>
                    <a:pt x="15884" y="28499"/>
                    <a:pt x="15856" y="28507"/>
                    <a:pt x="15831" y="28523"/>
                  </a:cubicBezTo>
                  <a:cubicBezTo>
                    <a:pt x="15677" y="28624"/>
                    <a:pt x="15524" y="28733"/>
                    <a:pt x="15378" y="28844"/>
                  </a:cubicBezTo>
                  <a:lnTo>
                    <a:pt x="15342" y="28871"/>
                  </a:lnTo>
                  <a:cubicBezTo>
                    <a:pt x="15278" y="28921"/>
                    <a:pt x="15265" y="29013"/>
                    <a:pt x="15315" y="29077"/>
                  </a:cubicBezTo>
                  <a:cubicBezTo>
                    <a:pt x="15345" y="29117"/>
                    <a:pt x="15388" y="29135"/>
                    <a:pt x="15433" y="29135"/>
                  </a:cubicBezTo>
                  <a:cubicBezTo>
                    <a:pt x="15464" y="29135"/>
                    <a:pt x="15496" y="29125"/>
                    <a:pt x="15521" y="29104"/>
                  </a:cubicBezTo>
                  <a:lnTo>
                    <a:pt x="15555" y="29077"/>
                  </a:lnTo>
                  <a:cubicBezTo>
                    <a:pt x="15698" y="28970"/>
                    <a:pt x="15844" y="28866"/>
                    <a:pt x="15993" y="28768"/>
                  </a:cubicBezTo>
                  <a:cubicBezTo>
                    <a:pt x="16060" y="28724"/>
                    <a:pt x="16080" y="28633"/>
                    <a:pt x="16034" y="28565"/>
                  </a:cubicBezTo>
                  <a:cubicBezTo>
                    <a:pt x="16007" y="28522"/>
                    <a:pt x="15960" y="28499"/>
                    <a:pt x="15912" y="28499"/>
                  </a:cubicBezTo>
                  <a:close/>
                  <a:moveTo>
                    <a:pt x="26454" y="28913"/>
                  </a:moveTo>
                  <a:cubicBezTo>
                    <a:pt x="26403" y="28913"/>
                    <a:pt x="26353" y="28938"/>
                    <a:pt x="26326" y="28984"/>
                  </a:cubicBezTo>
                  <a:cubicBezTo>
                    <a:pt x="26285" y="29056"/>
                    <a:pt x="26308" y="29145"/>
                    <a:pt x="26377" y="29187"/>
                  </a:cubicBezTo>
                  <a:lnTo>
                    <a:pt x="26885" y="29488"/>
                  </a:lnTo>
                  <a:cubicBezTo>
                    <a:pt x="26908" y="29501"/>
                    <a:pt x="26934" y="29509"/>
                    <a:pt x="26959" y="29509"/>
                  </a:cubicBezTo>
                  <a:cubicBezTo>
                    <a:pt x="27010" y="29509"/>
                    <a:pt x="27058" y="29483"/>
                    <a:pt x="27088" y="29436"/>
                  </a:cubicBezTo>
                  <a:cubicBezTo>
                    <a:pt x="27130" y="29365"/>
                    <a:pt x="27107" y="29274"/>
                    <a:pt x="27037" y="29233"/>
                  </a:cubicBezTo>
                  <a:lnTo>
                    <a:pt x="26529" y="28933"/>
                  </a:lnTo>
                  <a:cubicBezTo>
                    <a:pt x="26505" y="28919"/>
                    <a:pt x="26479" y="28913"/>
                    <a:pt x="26454" y="28913"/>
                  </a:cubicBezTo>
                  <a:close/>
                  <a:moveTo>
                    <a:pt x="36457" y="29407"/>
                  </a:moveTo>
                  <a:cubicBezTo>
                    <a:pt x="36424" y="29407"/>
                    <a:pt x="36390" y="29419"/>
                    <a:pt x="36362" y="29442"/>
                  </a:cubicBezTo>
                  <a:cubicBezTo>
                    <a:pt x="36213" y="29564"/>
                    <a:pt x="36058" y="29684"/>
                    <a:pt x="35903" y="29795"/>
                  </a:cubicBezTo>
                  <a:cubicBezTo>
                    <a:pt x="35837" y="29843"/>
                    <a:pt x="35821" y="29937"/>
                    <a:pt x="35869" y="30002"/>
                  </a:cubicBezTo>
                  <a:cubicBezTo>
                    <a:pt x="35898" y="30042"/>
                    <a:pt x="35942" y="30064"/>
                    <a:pt x="35988" y="30064"/>
                  </a:cubicBezTo>
                  <a:cubicBezTo>
                    <a:pt x="36018" y="30064"/>
                    <a:pt x="36048" y="30054"/>
                    <a:pt x="36075" y="30036"/>
                  </a:cubicBezTo>
                  <a:cubicBezTo>
                    <a:pt x="36236" y="29919"/>
                    <a:pt x="36396" y="29795"/>
                    <a:pt x="36550" y="29668"/>
                  </a:cubicBezTo>
                  <a:cubicBezTo>
                    <a:pt x="36613" y="29616"/>
                    <a:pt x="36621" y="29524"/>
                    <a:pt x="36569" y="29460"/>
                  </a:cubicBezTo>
                  <a:cubicBezTo>
                    <a:pt x="36540" y="29425"/>
                    <a:pt x="36499" y="29407"/>
                    <a:pt x="36457" y="29407"/>
                  </a:cubicBezTo>
                  <a:close/>
                  <a:moveTo>
                    <a:pt x="14757" y="29411"/>
                  </a:moveTo>
                  <a:cubicBezTo>
                    <a:pt x="14722" y="29411"/>
                    <a:pt x="14686" y="29424"/>
                    <a:pt x="14657" y="29450"/>
                  </a:cubicBezTo>
                  <a:cubicBezTo>
                    <a:pt x="14517" y="29579"/>
                    <a:pt x="14373" y="29718"/>
                    <a:pt x="14229" y="29865"/>
                  </a:cubicBezTo>
                  <a:cubicBezTo>
                    <a:pt x="14172" y="29922"/>
                    <a:pt x="14172" y="30016"/>
                    <a:pt x="14231" y="30073"/>
                  </a:cubicBezTo>
                  <a:cubicBezTo>
                    <a:pt x="14258" y="30102"/>
                    <a:pt x="14296" y="30115"/>
                    <a:pt x="14334" y="30115"/>
                  </a:cubicBezTo>
                  <a:cubicBezTo>
                    <a:pt x="14371" y="30115"/>
                    <a:pt x="14408" y="30102"/>
                    <a:pt x="14438" y="30073"/>
                  </a:cubicBezTo>
                  <a:cubicBezTo>
                    <a:pt x="14578" y="29932"/>
                    <a:pt x="14721" y="29794"/>
                    <a:pt x="14857" y="29668"/>
                  </a:cubicBezTo>
                  <a:cubicBezTo>
                    <a:pt x="14918" y="29613"/>
                    <a:pt x="14922" y="29519"/>
                    <a:pt x="14866" y="29459"/>
                  </a:cubicBezTo>
                  <a:cubicBezTo>
                    <a:pt x="14837" y="29427"/>
                    <a:pt x="14797" y="29411"/>
                    <a:pt x="14757" y="29411"/>
                  </a:cubicBezTo>
                  <a:close/>
                  <a:moveTo>
                    <a:pt x="27722" y="29659"/>
                  </a:moveTo>
                  <a:cubicBezTo>
                    <a:pt x="27671" y="29659"/>
                    <a:pt x="27621" y="29685"/>
                    <a:pt x="27594" y="29734"/>
                  </a:cubicBezTo>
                  <a:cubicBezTo>
                    <a:pt x="27554" y="29805"/>
                    <a:pt x="27578" y="29895"/>
                    <a:pt x="27650" y="29935"/>
                  </a:cubicBezTo>
                  <a:cubicBezTo>
                    <a:pt x="27821" y="30035"/>
                    <a:pt x="27994" y="30130"/>
                    <a:pt x="28168" y="30224"/>
                  </a:cubicBezTo>
                  <a:cubicBezTo>
                    <a:pt x="28190" y="30237"/>
                    <a:pt x="28214" y="30242"/>
                    <a:pt x="28238" y="30242"/>
                  </a:cubicBezTo>
                  <a:cubicBezTo>
                    <a:pt x="28290" y="30242"/>
                    <a:pt x="28341" y="30213"/>
                    <a:pt x="28367" y="30163"/>
                  </a:cubicBezTo>
                  <a:cubicBezTo>
                    <a:pt x="28405" y="30091"/>
                    <a:pt x="28379" y="30002"/>
                    <a:pt x="28307" y="29964"/>
                  </a:cubicBezTo>
                  <a:cubicBezTo>
                    <a:pt x="28136" y="29871"/>
                    <a:pt x="27965" y="29775"/>
                    <a:pt x="27795" y="29678"/>
                  </a:cubicBezTo>
                  <a:cubicBezTo>
                    <a:pt x="27772" y="29665"/>
                    <a:pt x="27747" y="29659"/>
                    <a:pt x="27722" y="29659"/>
                  </a:cubicBezTo>
                  <a:close/>
                  <a:moveTo>
                    <a:pt x="48480" y="29384"/>
                  </a:moveTo>
                  <a:cubicBezTo>
                    <a:pt x="48399" y="29384"/>
                    <a:pt x="48333" y="29449"/>
                    <a:pt x="48332" y="29530"/>
                  </a:cubicBezTo>
                  <a:cubicBezTo>
                    <a:pt x="48331" y="29572"/>
                    <a:pt x="48331" y="29613"/>
                    <a:pt x="48331" y="29654"/>
                  </a:cubicBezTo>
                  <a:cubicBezTo>
                    <a:pt x="48331" y="29796"/>
                    <a:pt x="48335" y="29939"/>
                    <a:pt x="48342" y="30078"/>
                  </a:cubicBezTo>
                  <a:lnTo>
                    <a:pt x="48344" y="30130"/>
                  </a:lnTo>
                  <a:cubicBezTo>
                    <a:pt x="48348" y="30210"/>
                    <a:pt x="48413" y="30270"/>
                    <a:pt x="48491" y="30270"/>
                  </a:cubicBezTo>
                  <a:cubicBezTo>
                    <a:pt x="48493" y="30270"/>
                    <a:pt x="48496" y="30270"/>
                    <a:pt x="48498" y="30269"/>
                  </a:cubicBezTo>
                  <a:cubicBezTo>
                    <a:pt x="48580" y="30265"/>
                    <a:pt x="48642" y="30196"/>
                    <a:pt x="48638" y="30114"/>
                  </a:cubicBezTo>
                  <a:lnTo>
                    <a:pt x="48636" y="30063"/>
                  </a:lnTo>
                  <a:cubicBezTo>
                    <a:pt x="48630" y="29930"/>
                    <a:pt x="48626" y="29791"/>
                    <a:pt x="48626" y="29654"/>
                  </a:cubicBezTo>
                  <a:cubicBezTo>
                    <a:pt x="48626" y="29614"/>
                    <a:pt x="48627" y="29574"/>
                    <a:pt x="48627" y="29533"/>
                  </a:cubicBezTo>
                  <a:cubicBezTo>
                    <a:pt x="48629" y="29453"/>
                    <a:pt x="48563" y="29386"/>
                    <a:pt x="48482" y="29384"/>
                  </a:cubicBezTo>
                  <a:close/>
                  <a:moveTo>
                    <a:pt x="35242" y="30243"/>
                  </a:moveTo>
                  <a:cubicBezTo>
                    <a:pt x="35217" y="30243"/>
                    <a:pt x="35193" y="30249"/>
                    <a:pt x="35170" y="30262"/>
                  </a:cubicBezTo>
                  <a:cubicBezTo>
                    <a:pt x="35001" y="30356"/>
                    <a:pt x="34828" y="30444"/>
                    <a:pt x="34655" y="30523"/>
                  </a:cubicBezTo>
                  <a:cubicBezTo>
                    <a:pt x="34582" y="30558"/>
                    <a:pt x="34549" y="30646"/>
                    <a:pt x="34583" y="30719"/>
                  </a:cubicBezTo>
                  <a:cubicBezTo>
                    <a:pt x="34608" y="30774"/>
                    <a:pt x="34661" y="30806"/>
                    <a:pt x="34717" y="30806"/>
                  </a:cubicBezTo>
                  <a:cubicBezTo>
                    <a:pt x="34738" y="30806"/>
                    <a:pt x="34758" y="30801"/>
                    <a:pt x="34778" y="30793"/>
                  </a:cubicBezTo>
                  <a:cubicBezTo>
                    <a:pt x="34959" y="30711"/>
                    <a:pt x="35137" y="30618"/>
                    <a:pt x="35315" y="30520"/>
                  </a:cubicBezTo>
                  <a:cubicBezTo>
                    <a:pt x="35385" y="30480"/>
                    <a:pt x="35411" y="30389"/>
                    <a:pt x="35371" y="30319"/>
                  </a:cubicBezTo>
                  <a:cubicBezTo>
                    <a:pt x="35344" y="30270"/>
                    <a:pt x="35293" y="30243"/>
                    <a:pt x="35242" y="30243"/>
                  </a:cubicBezTo>
                  <a:close/>
                  <a:moveTo>
                    <a:pt x="29028" y="30347"/>
                  </a:moveTo>
                  <a:cubicBezTo>
                    <a:pt x="28973" y="30347"/>
                    <a:pt x="28920" y="30378"/>
                    <a:pt x="28895" y="30432"/>
                  </a:cubicBezTo>
                  <a:cubicBezTo>
                    <a:pt x="28860" y="30505"/>
                    <a:pt x="28893" y="30593"/>
                    <a:pt x="28966" y="30628"/>
                  </a:cubicBezTo>
                  <a:cubicBezTo>
                    <a:pt x="29153" y="30714"/>
                    <a:pt x="29338" y="30794"/>
                    <a:pt x="29514" y="30865"/>
                  </a:cubicBezTo>
                  <a:cubicBezTo>
                    <a:pt x="29532" y="30872"/>
                    <a:pt x="29550" y="30876"/>
                    <a:pt x="29569" y="30876"/>
                  </a:cubicBezTo>
                  <a:cubicBezTo>
                    <a:pt x="29626" y="30876"/>
                    <a:pt x="29682" y="30840"/>
                    <a:pt x="29708" y="30784"/>
                  </a:cubicBezTo>
                  <a:cubicBezTo>
                    <a:pt x="29738" y="30708"/>
                    <a:pt x="29702" y="30621"/>
                    <a:pt x="29625" y="30592"/>
                  </a:cubicBezTo>
                  <a:cubicBezTo>
                    <a:pt x="29452" y="30523"/>
                    <a:pt x="29274" y="30445"/>
                    <a:pt x="29091" y="30361"/>
                  </a:cubicBezTo>
                  <a:cubicBezTo>
                    <a:pt x="29071" y="30351"/>
                    <a:pt x="29049" y="30347"/>
                    <a:pt x="29028" y="30347"/>
                  </a:cubicBezTo>
                  <a:close/>
                  <a:moveTo>
                    <a:pt x="13729" y="30467"/>
                  </a:moveTo>
                  <a:cubicBezTo>
                    <a:pt x="13688" y="30467"/>
                    <a:pt x="13648" y="30484"/>
                    <a:pt x="13619" y="30517"/>
                  </a:cubicBezTo>
                  <a:cubicBezTo>
                    <a:pt x="13488" y="30665"/>
                    <a:pt x="13359" y="30814"/>
                    <a:pt x="13230" y="30964"/>
                  </a:cubicBezTo>
                  <a:cubicBezTo>
                    <a:pt x="13176" y="31026"/>
                    <a:pt x="13184" y="31119"/>
                    <a:pt x="13246" y="31172"/>
                  </a:cubicBezTo>
                  <a:cubicBezTo>
                    <a:pt x="13273" y="31196"/>
                    <a:pt x="13308" y="31207"/>
                    <a:pt x="13341" y="31207"/>
                  </a:cubicBezTo>
                  <a:cubicBezTo>
                    <a:pt x="13383" y="31207"/>
                    <a:pt x="13424" y="31188"/>
                    <a:pt x="13453" y="31155"/>
                  </a:cubicBezTo>
                  <a:cubicBezTo>
                    <a:pt x="13581" y="31006"/>
                    <a:pt x="13708" y="30858"/>
                    <a:pt x="13839" y="30713"/>
                  </a:cubicBezTo>
                  <a:cubicBezTo>
                    <a:pt x="13892" y="30652"/>
                    <a:pt x="13887" y="30559"/>
                    <a:pt x="13826" y="30505"/>
                  </a:cubicBezTo>
                  <a:cubicBezTo>
                    <a:pt x="13798" y="30480"/>
                    <a:pt x="13763" y="30467"/>
                    <a:pt x="13729" y="30467"/>
                  </a:cubicBezTo>
                  <a:close/>
                  <a:moveTo>
                    <a:pt x="33891" y="30827"/>
                  </a:moveTo>
                  <a:cubicBezTo>
                    <a:pt x="33876" y="30827"/>
                    <a:pt x="33861" y="30830"/>
                    <a:pt x="33846" y="30834"/>
                  </a:cubicBezTo>
                  <a:cubicBezTo>
                    <a:pt x="33662" y="30892"/>
                    <a:pt x="33475" y="30941"/>
                    <a:pt x="33289" y="30980"/>
                  </a:cubicBezTo>
                  <a:cubicBezTo>
                    <a:pt x="33210" y="30997"/>
                    <a:pt x="33159" y="31075"/>
                    <a:pt x="33176" y="31155"/>
                  </a:cubicBezTo>
                  <a:cubicBezTo>
                    <a:pt x="33191" y="31224"/>
                    <a:pt x="33252" y="31273"/>
                    <a:pt x="33320" y="31273"/>
                  </a:cubicBezTo>
                  <a:cubicBezTo>
                    <a:pt x="33331" y="31273"/>
                    <a:pt x="33341" y="31271"/>
                    <a:pt x="33350" y="31268"/>
                  </a:cubicBezTo>
                  <a:cubicBezTo>
                    <a:pt x="33544" y="31227"/>
                    <a:pt x="33740" y="31176"/>
                    <a:pt x="33934" y="31115"/>
                  </a:cubicBezTo>
                  <a:cubicBezTo>
                    <a:pt x="34011" y="31090"/>
                    <a:pt x="34055" y="31008"/>
                    <a:pt x="34031" y="30930"/>
                  </a:cubicBezTo>
                  <a:cubicBezTo>
                    <a:pt x="34011" y="30868"/>
                    <a:pt x="33954" y="30827"/>
                    <a:pt x="33891" y="30827"/>
                  </a:cubicBezTo>
                  <a:close/>
                  <a:moveTo>
                    <a:pt x="30406" y="30866"/>
                  </a:moveTo>
                  <a:cubicBezTo>
                    <a:pt x="30341" y="30866"/>
                    <a:pt x="30282" y="30908"/>
                    <a:pt x="30264" y="30974"/>
                  </a:cubicBezTo>
                  <a:cubicBezTo>
                    <a:pt x="30241" y="31052"/>
                    <a:pt x="30287" y="31134"/>
                    <a:pt x="30365" y="31155"/>
                  </a:cubicBezTo>
                  <a:cubicBezTo>
                    <a:pt x="30561" y="31211"/>
                    <a:pt x="30759" y="31257"/>
                    <a:pt x="30951" y="31294"/>
                  </a:cubicBezTo>
                  <a:cubicBezTo>
                    <a:pt x="30961" y="31295"/>
                    <a:pt x="30969" y="31296"/>
                    <a:pt x="30978" y="31296"/>
                  </a:cubicBezTo>
                  <a:cubicBezTo>
                    <a:pt x="31048" y="31296"/>
                    <a:pt x="31110" y="31247"/>
                    <a:pt x="31124" y="31177"/>
                  </a:cubicBezTo>
                  <a:cubicBezTo>
                    <a:pt x="31139" y="31098"/>
                    <a:pt x="31086" y="31020"/>
                    <a:pt x="31007" y="31005"/>
                  </a:cubicBezTo>
                  <a:cubicBezTo>
                    <a:pt x="30822" y="30969"/>
                    <a:pt x="30633" y="30924"/>
                    <a:pt x="30446" y="30872"/>
                  </a:cubicBezTo>
                  <a:cubicBezTo>
                    <a:pt x="30432" y="30868"/>
                    <a:pt x="30419" y="30866"/>
                    <a:pt x="30406" y="30866"/>
                  </a:cubicBezTo>
                  <a:close/>
                  <a:moveTo>
                    <a:pt x="32445" y="31096"/>
                  </a:moveTo>
                  <a:cubicBezTo>
                    <a:pt x="32442" y="31096"/>
                    <a:pt x="32439" y="31096"/>
                    <a:pt x="32436" y="31097"/>
                  </a:cubicBezTo>
                  <a:cubicBezTo>
                    <a:pt x="32317" y="31104"/>
                    <a:pt x="32198" y="31108"/>
                    <a:pt x="32079" y="31108"/>
                  </a:cubicBezTo>
                  <a:cubicBezTo>
                    <a:pt x="32007" y="31108"/>
                    <a:pt x="31934" y="31106"/>
                    <a:pt x="31861" y="31104"/>
                  </a:cubicBezTo>
                  <a:cubicBezTo>
                    <a:pt x="31859" y="31104"/>
                    <a:pt x="31858" y="31104"/>
                    <a:pt x="31856" y="31104"/>
                  </a:cubicBezTo>
                  <a:cubicBezTo>
                    <a:pt x="31783" y="31104"/>
                    <a:pt x="31712" y="31164"/>
                    <a:pt x="31709" y="31244"/>
                  </a:cubicBezTo>
                  <a:cubicBezTo>
                    <a:pt x="31705" y="31326"/>
                    <a:pt x="31768" y="31394"/>
                    <a:pt x="31850" y="31398"/>
                  </a:cubicBezTo>
                  <a:cubicBezTo>
                    <a:pt x="31930" y="31402"/>
                    <a:pt x="32010" y="31403"/>
                    <a:pt x="32090" y="31403"/>
                  </a:cubicBezTo>
                  <a:cubicBezTo>
                    <a:pt x="32210" y="31403"/>
                    <a:pt x="32333" y="31399"/>
                    <a:pt x="32454" y="31391"/>
                  </a:cubicBezTo>
                  <a:cubicBezTo>
                    <a:pt x="32535" y="31385"/>
                    <a:pt x="32597" y="31316"/>
                    <a:pt x="32592" y="31235"/>
                  </a:cubicBezTo>
                  <a:cubicBezTo>
                    <a:pt x="32587" y="31156"/>
                    <a:pt x="32523" y="31096"/>
                    <a:pt x="32445" y="31096"/>
                  </a:cubicBezTo>
                  <a:close/>
                  <a:moveTo>
                    <a:pt x="48585" y="30854"/>
                  </a:moveTo>
                  <a:cubicBezTo>
                    <a:pt x="48577" y="30854"/>
                    <a:pt x="48569" y="30855"/>
                    <a:pt x="48561" y="30856"/>
                  </a:cubicBezTo>
                  <a:cubicBezTo>
                    <a:pt x="48482" y="30868"/>
                    <a:pt x="48426" y="30945"/>
                    <a:pt x="48440" y="31025"/>
                  </a:cubicBezTo>
                  <a:cubicBezTo>
                    <a:pt x="48471" y="31219"/>
                    <a:pt x="48508" y="31417"/>
                    <a:pt x="48552" y="31613"/>
                  </a:cubicBezTo>
                  <a:cubicBezTo>
                    <a:pt x="48567" y="31682"/>
                    <a:pt x="48627" y="31728"/>
                    <a:pt x="48694" y="31728"/>
                  </a:cubicBezTo>
                  <a:cubicBezTo>
                    <a:pt x="48705" y="31728"/>
                    <a:pt x="48717" y="31728"/>
                    <a:pt x="48726" y="31724"/>
                  </a:cubicBezTo>
                  <a:cubicBezTo>
                    <a:pt x="48807" y="31706"/>
                    <a:pt x="48857" y="31627"/>
                    <a:pt x="48839" y="31547"/>
                  </a:cubicBezTo>
                  <a:cubicBezTo>
                    <a:pt x="48797" y="31359"/>
                    <a:pt x="48760" y="31167"/>
                    <a:pt x="48731" y="30979"/>
                  </a:cubicBezTo>
                  <a:cubicBezTo>
                    <a:pt x="48719" y="30906"/>
                    <a:pt x="48656" y="30854"/>
                    <a:pt x="48585" y="30854"/>
                  </a:cubicBezTo>
                  <a:close/>
                  <a:moveTo>
                    <a:pt x="12771" y="31590"/>
                  </a:moveTo>
                  <a:cubicBezTo>
                    <a:pt x="12729" y="31590"/>
                    <a:pt x="12688" y="31607"/>
                    <a:pt x="12659" y="31642"/>
                  </a:cubicBezTo>
                  <a:lnTo>
                    <a:pt x="12283" y="32095"/>
                  </a:lnTo>
                  <a:cubicBezTo>
                    <a:pt x="12231" y="32157"/>
                    <a:pt x="12240" y="32251"/>
                    <a:pt x="12302" y="32303"/>
                  </a:cubicBezTo>
                  <a:cubicBezTo>
                    <a:pt x="12329" y="32326"/>
                    <a:pt x="12363" y="32338"/>
                    <a:pt x="12396" y="32338"/>
                  </a:cubicBezTo>
                  <a:cubicBezTo>
                    <a:pt x="12437" y="32338"/>
                    <a:pt x="12480" y="32320"/>
                    <a:pt x="12509" y="32285"/>
                  </a:cubicBezTo>
                  <a:lnTo>
                    <a:pt x="12886" y="31831"/>
                  </a:lnTo>
                  <a:cubicBezTo>
                    <a:pt x="12938" y="31768"/>
                    <a:pt x="12931" y="31675"/>
                    <a:pt x="12867" y="31624"/>
                  </a:cubicBezTo>
                  <a:cubicBezTo>
                    <a:pt x="12839" y="31601"/>
                    <a:pt x="12805" y="31590"/>
                    <a:pt x="12771" y="31590"/>
                  </a:cubicBezTo>
                  <a:close/>
                  <a:moveTo>
                    <a:pt x="48927" y="32286"/>
                  </a:moveTo>
                  <a:cubicBezTo>
                    <a:pt x="48912" y="32286"/>
                    <a:pt x="48898" y="32288"/>
                    <a:pt x="48883" y="32292"/>
                  </a:cubicBezTo>
                  <a:cubicBezTo>
                    <a:pt x="48806" y="32317"/>
                    <a:pt x="48764" y="32401"/>
                    <a:pt x="48787" y="32478"/>
                  </a:cubicBezTo>
                  <a:cubicBezTo>
                    <a:pt x="48847" y="32664"/>
                    <a:pt x="48914" y="32854"/>
                    <a:pt x="48986" y="33042"/>
                  </a:cubicBezTo>
                  <a:cubicBezTo>
                    <a:pt x="49009" y="33100"/>
                    <a:pt x="49065" y="33136"/>
                    <a:pt x="49125" y="33136"/>
                  </a:cubicBezTo>
                  <a:cubicBezTo>
                    <a:pt x="49142" y="33136"/>
                    <a:pt x="49161" y="33133"/>
                    <a:pt x="49177" y="33127"/>
                  </a:cubicBezTo>
                  <a:cubicBezTo>
                    <a:pt x="49254" y="33097"/>
                    <a:pt x="49292" y="33012"/>
                    <a:pt x="49262" y="32936"/>
                  </a:cubicBezTo>
                  <a:cubicBezTo>
                    <a:pt x="49193" y="32754"/>
                    <a:pt x="49127" y="32569"/>
                    <a:pt x="49069" y="32388"/>
                  </a:cubicBezTo>
                  <a:cubicBezTo>
                    <a:pt x="49048" y="32325"/>
                    <a:pt x="48990" y="32286"/>
                    <a:pt x="48927" y="32286"/>
                  </a:cubicBezTo>
                  <a:close/>
                  <a:moveTo>
                    <a:pt x="11823" y="32717"/>
                  </a:moveTo>
                  <a:cubicBezTo>
                    <a:pt x="11782" y="32717"/>
                    <a:pt x="11741" y="32734"/>
                    <a:pt x="11711" y="32767"/>
                  </a:cubicBezTo>
                  <a:cubicBezTo>
                    <a:pt x="11584" y="32914"/>
                    <a:pt x="11453" y="33060"/>
                    <a:pt x="11321" y="33203"/>
                  </a:cubicBezTo>
                  <a:cubicBezTo>
                    <a:pt x="11265" y="33264"/>
                    <a:pt x="11269" y="33357"/>
                    <a:pt x="11328" y="33412"/>
                  </a:cubicBezTo>
                  <a:cubicBezTo>
                    <a:pt x="11357" y="33438"/>
                    <a:pt x="11393" y="33451"/>
                    <a:pt x="11429" y="33451"/>
                  </a:cubicBezTo>
                  <a:cubicBezTo>
                    <a:pt x="11468" y="33451"/>
                    <a:pt x="11508" y="33435"/>
                    <a:pt x="11536" y="33404"/>
                  </a:cubicBezTo>
                  <a:cubicBezTo>
                    <a:pt x="11672" y="33257"/>
                    <a:pt x="11803" y="33110"/>
                    <a:pt x="11933" y="32961"/>
                  </a:cubicBezTo>
                  <a:cubicBezTo>
                    <a:pt x="11987" y="32900"/>
                    <a:pt x="11981" y="32807"/>
                    <a:pt x="11919" y="32754"/>
                  </a:cubicBezTo>
                  <a:cubicBezTo>
                    <a:pt x="11892" y="32729"/>
                    <a:pt x="11858" y="32717"/>
                    <a:pt x="11823" y="32717"/>
                  </a:cubicBezTo>
                  <a:close/>
                  <a:moveTo>
                    <a:pt x="49474" y="33655"/>
                  </a:moveTo>
                  <a:cubicBezTo>
                    <a:pt x="49453" y="33655"/>
                    <a:pt x="49432" y="33659"/>
                    <a:pt x="49411" y="33669"/>
                  </a:cubicBezTo>
                  <a:cubicBezTo>
                    <a:pt x="49338" y="33704"/>
                    <a:pt x="49306" y="33791"/>
                    <a:pt x="49341" y="33865"/>
                  </a:cubicBezTo>
                  <a:cubicBezTo>
                    <a:pt x="49424" y="34040"/>
                    <a:pt x="49513" y="34220"/>
                    <a:pt x="49606" y="34399"/>
                  </a:cubicBezTo>
                  <a:cubicBezTo>
                    <a:pt x="49632" y="34449"/>
                    <a:pt x="49684" y="34478"/>
                    <a:pt x="49736" y="34478"/>
                  </a:cubicBezTo>
                  <a:cubicBezTo>
                    <a:pt x="49759" y="34478"/>
                    <a:pt x="49783" y="34472"/>
                    <a:pt x="49807" y="34461"/>
                  </a:cubicBezTo>
                  <a:cubicBezTo>
                    <a:pt x="49879" y="34423"/>
                    <a:pt x="49906" y="34334"/>
                    <a:pt x="49869" y="34262"/>
                  </a:cubicBezTo>
                  <a:cubicBezTo>
                    <a:pt x="49777" y="34087"/>
                    <a:pt x="49689" y="33911"/>
                    <a:pt x="49607" y="33740"/>
                  </a:cubicBezTo>
                  <a:cubicBezTo>
                    <a:pt x="49583" y="33687"/>
                    <a:pt x="49530" y="33655"/>
                    <a:pt x="49474" y="33655"/>
                  </a:cubicBezTo>
                  <a:close/>
                  <a:moveTo>
                    <a:pt x="10809" y="33789"/>
                  </a:moveTo>
                  <a:cubicBezTo>
                    <a:pt x="10773" y="33789"/>
                    <a:pt x="10736" y="33802"/>
                    <a:pt x="10708" y="33830"/>
                  </a:cubicBezTo>
                  <a:cubicBezTo>
                    <a:pt x="10571" y="33962"/>
                    <a:pt x="10427" y="34095"/>
                    <a:pt x="10279" y="34225"/>
                  </a:cubicBezTo>
                  <a:cubicBezTo>
                    <a:pt x="10218" y="34277"/>
                    <a:pt x="10211" y="34371"/>
                    <a:pt x="10266" y="34432"/>
                  </a:cubicBezTo>
                  <a:cubicBezTo>
                    <a:pt x="10296" y="34466"/>
                    <a:pt x="10335" y="34483"/>
                    <a:pt x="10377" y="34483"/>
                  </a:cubicBezTo>
                  <a:cubicBezTo>
                    <a:pt x="10410" y="34483"/>
                    <a:pt x="10445" y="34471"/>
                    <a:pt x="10475" y="34447"/>
                  </a:cubicBezTo>
                  <a:cubicBezTo>
                    <a:pt x="10626" y="34312"/>
                    <a:pt x="10774" y="34177"/>
                    <a:pt x="10914" y="34043"/>
                  </a:cubicBezTo>
                  <a:cubicBezTo>
                    <a:pt x="10971" y="33986"/>
                    <a:pt x="10973" y="33894"/>
                    <a:pt x="10917" y="33834"/>
                  </a:cubicBezTo>
                  <a:cubicBezTo>
                    <a:pt x="10887" y="33804"/>
                    <a:pt x="10848" y="33789"/>
                    <a:pt x="10809" y="33789"/>
                  </a:cubicBezTo>
                  <a:close/>
                  <a:moveTo>
                    <a:pt x="9695" y="34753"/>
                  </a:moveTo>
                  <a:cubicBezTo>
                    <a:pt x="9663" y="34753"/>
                    <a:pt x="9631" y="34763"/>
                    <a:pt x="9604" y="34784"/>
                  </a:cubicBezTo>
                  <a:cubicBezTo>
                    <a:pt x="9450" y="34905"/>
                    <a:pt x="9296" y="35023"/>
                    <a:pt x="9139" y="35139"/>
                  </a:cubicBezTo>
                  <a:cubicBezTo>
                    <a:pt x="9073" y="35188"/>
                    <a:pt x="9058" y="35279"/>
                    <a:pt x="9108" y="35345"/>
                  </a:cubicBezTo>
                  <a:cubicBezTo>
                    <a:pt x="9136" y="35384"/>
                    <a:pt x="9181" y="35405"/>
                    <a:pt x="9227" y="35405"/>
                  </a:cubicBezTo>
                  <a:cubicBezTo>
                    <a:pt x="9258" y="35405"/>
                    <a:pt x="9289" y="35396"/>
                    <a:pt x="9314" y="35375"/>
                  </a:cubicBezTo>
                  <a:cubicBezTo>
                    <a:pt x="9472" y="35258"/>
                    <a:pt x="9630" y="35138"/>
                    <a:pt x="9786" y="35015"/>
                  </a:cubicBezTo>
                  <a:cubicBezTo>
                    <a:pt x="9849" y="34965"/>
                    <a:pt x="9861" y="34874"/>
                    <a:pt x="9811" y="34809"/>
                  </a:cubicBezTo>
                  <a:cubicBezTo>
                    <a:pt x="9782" y="34772"/>
                    <a:pt x="9739" y="34753"/>
                    <a:pt x="9695" y="34753"/>
                  </a:cubicBezTo>
                  <a:close/>
                  <a:moveTo>
                    <a:pt x="50169" y="34954"/>
                  </a:moveTo>
                  <a:cubicBezTo>
                    <a:pt x="50144" y="34954"/>
                    <a:pt x="50118" y="34961"/>
                    <a:pt x="50094" y="34975"/>
                  </a:cubicBezTo>
                  <a:cubicBezTo>
                    <a:pt x="50024" y="35018"/>
                    <a:pt x="50003" y="35108"/>
                    <a:pt x="50044" y="35178"/>
                  </a:cubicBezTo>
                  <a:cubicBezTo>
                    <a:pt x="50146" y="35348"/>
                    <a:pt x="50250" y="35516"/>
                    <a:pt x="50358" y="35684"/>
                  </a:cubicBezTo>
                  <a:cubicBezTo>
                    <a:pt x="50385" y="35727"/>
                    <a:pt x="50432" y="35752"/>
                    <a:pt x="50481" y="35752"/>
                  </a:cubicBezTo>
                  <a:cubicBezTo>
                    <a:pt x="50508" y="35752"/>
                    <a:pt x="50536" y="35744"/>
                    <a:pt x="50560" y="35727"/>
                  </a:cubicBezTo>
                  <a:cubicBezTo>
                    <a:pt x="50629" y="35684"/>
                    <a:pt x="50649" y="35592"/>
                    <a:pt x="50605" y="35524"/>
                  </a:cubicBezTo>
                  <a:cubicBezTo>
                    <a:pt x="50499" y="35359"/>
                    <a:pt x="50396" y="35192"/>
                    <a:pt x="50297" y="35025"/>
                  </a:cubicBezTo>
                  <a:cubicBezTo>
                    <a:pt x="50269" y="34980"/>
                    <a:pt x="50219" y="34954"/>
                    <a:pt x="50169" y="34954"/>
                  </a:cubicBezTo>
                  <a:close/>
                  <a:moveTo>
                    <a:pt x="8507" y="35623"/>
                  </a:moveTo>
                  <a:cubicBezTo>
                    <a:pt x="8478" y="35623"/>
                    <a:pt x="8449" y="35632"/>
                    <a:pt x="8423" y="35650"/>
                  </a:cubicBezTo>
                  <a:cubicBezTo>
                    <a:pt x="8262" y="35761"/>
                    <a:pt x="8100" y="35870"/>
                    <a:pt x="7937" y="35979"/>
                  </a:cubicBezTo>
                  <a:cubicBezTo>
                    <a:pt x="7868" y="36024"/>
                    <a:pt x="7850" y="36114"/>
                    <a:pt x="7896" y="36182"/>
                  </a:cubicBezTo>
                  <a:cubicBezTo>
                    <a:pt x="7923" y="36225"/>
                    <a:pt x="7970" y="36248"/>
                    <a:pt x="8017" y="36248"/>
                  </a:cubicBezTo>
                  <a:cubicBezTo>
                    <a:pt x="8046" y="36248"/>
                    <a:pt x="8074" y="36241"/>
                    <a:pt x="8100" y="36223"/>
                  </a:cubicBezTo>
                  <a:cubicBezTo>
                    <a:pt x="8264" y="36114"/>
                    <a:pt x="8428" y="36005"/>
                    <a:pt x="8590" y="35892"/>
                  </a:cubicBezTo>
                  <a:cubicBezTo>
                    <a:pt x="8657" y="35846"/>
                    <a:pt x="8675" y="35754"/>
                    <a:pt x="8628" y="35687"/>
                  </a:cubicBezTo>
                  <a:cubicBezTo>
                    <a:pt x="8600" y="35645"/>
                    <a:pt x="8554" y="35623"/>
                    <a:pt x="8507" y="35623"/>
                  </a:cubicBezTo>
                  <a:close/>
                  <a:moveTo>
                    <a:pt x="50974" y="36191"/>
                  </a:moveTo>
                  <a:cubicBezTo>
                    <a:pt x="50945" y="36191"/>
                    <a:pt x="50916" y="36199"/>
                    <a:pt x="50890" y="36217"/>
                  </a:cubicBezTo>
                  <a:cubicBezTo>
                    <a:pt x="50823" y="36264"/>
                    <a:pt x="50807" y="36355"/>
                    <a:pt x="50854" y="36422"/>
                  </a:cubicBezTo>
                  <a:cubicBezTo>
                    <a:pt x="50967" y="36583"/>
                    <a:pt x="51082" y="36744"/>
                    <a:pt x="51199" y="36904"/>
                  </a:cubicBezTo>
                  <a:cubicBezTo>
                    <a:pt x="51227" y="36945"/>
                    <a:pt x="51273" y="36965"/>
                    <a:pt x="51318" y="36965"/>
                  </a:cubicBezTo>
                  <a:cubicBezTo>
                    <a:pt x="51349" y="36965"/>
                    <a:pt x="51379" y="36956"/>
                    <a:pt x="51404" y="36937"/>
                  </a:cubicBezTo>
                  <a:cubicBezTo>
                    <a:pt x="51470" y="36888"/>
                    <a:pt x="51484" y="36796"/>
                    <a:pt x="51437" y="36731"/>
                  </a:cubicBezTo>
                  <a:cubicBezTo>
                    <a:pt x="51320" y="36572"/>
                    <a:pt x="51207" y="36413"/>
                    <a:pt x="51094" y="36253"/>
                  </a:cubicBezTo>
                  <a:cubicBezTo>
                    <a:pt x="51066" y="36213"/>
                    <a:pt x="51020" y="36191"/>
                    <a:pt x="50974" y="36191"/>
                  </a:cubicBezTo>
                  <a:close/>
                  <a:moveTo>
                    <a:pt x="7276" y="36439"/>
                  </a:moveTo>
                  <a:cubicBezTo>
                    <a:pt x="7249" y="36439"/>
                    <a:pt x="7221" y="36447"/>
                    <a:pt x="7196" y="36463"/>
                  </a:cubicBezTo>
                  <a:lnTo>
                    <a:pt x="6701" y="36780"/>
                  </a:lnTo>
                  <a:cubicBezTo>
                    <a:pt x="6633" y="36825"/>
                    <a:pt x="6613" y="36917"/>
                    <a:pt x="6658" y="36985"/>
                  </a:cubicBezTo>
                  <a:cubicBezTo>
                    <a:pt x="6685" y="37028"/>
                    <a:pt x="6732" y="37052"/>
                    <a:pt x="6781" y="37052"/>
                  </a:cubicBezTo>
                  <a:cubicBezTo>
                    <a:pt x="6808" y="37052"/>
                    <a:pt x="6836" y="37046"/>
                    <a:pt x="6860" y="37030"/>
                  </a:cubicBezTo>
                  <a:lnTo>
                    <a:pt x="7356" y="36710"/>
                  </a:lnTo>
                  <a:cubicBezTo>
                    <a:pt x="7424" y="36666"/>
                    <a:pt x="7444" y="36574"/>
                    <a:pt x="7399" y="36506"/>
                  </a:cubicBezTo>
                  <a:cubicBezTo>
                    <a:pt x="7372" y="36463"/>
                    <a:pt x="7324" y="36439"/>
                    <a:pt x="7276" y="36439"/>
                  </a:cubicBezTo>
                  <a:close/>
                  <a:moveTo>
                    <a:pt x="6039" y="37237"/>
                  </a:moveTo>
                  <a:cubicBezTo>
                    <a:pt x="6011" y="37237"/>
                    <a:pt x="5983" y="37244"/>
                    <a:pt x="5958" y="37260"/>
                  </a:cubicBezTo>
                  <a:cubicBezTo>
                    <a:pt x="5793" y="37369"/>
                    <a:pt x="5628" y="37477"/>
                    <a:pt x="5464" y="37587"/>
                  </a:cubicBezTo>
                  <a:cubicBezTo>
                    <a:pt x="5397" y="37634"/>
                    <a:pt x="5379" y="37725"/>
                    <a:pt x="5424" y="37792"/>
                  </a:cubicBezTo>
                  <a:cubicBezTo>
                    <a:pt x="5452" y="37834"/>
                    <a:pt x="5499" y="37858"/>
                    <a:pt x="5546" y="37858"/>
                  </a:cubicBezTo>
                  <a:cubicBezTo>
                    <a:pt x="5574" y="37858"/>
                    <a:pt x="5602" y="37848"/>
                    <a:pt x="5628" y="37831"/>
                  </a:cubicBezTo>
                  <a:cubicBezTo>
                    <a:pt x="5792" y="37722"/>
                    <a:pt x="5955" y="37614"/>
                    <a:pt x="6119" y="37507"/>
                  </a:cubicBezTo>
                  <a:cubicBezTo>
                    <a:pt x="6187" y="37463"/>
                    <a:pt x="6207" y="37372"/>
                    <a:pt x="6161" y="37304"/>
                  </a:cubicBezTo>
                  <a:cubicBezTo>
                    <a:pt x="6134" y="37260"/>
                    <a:pt x="6087" y="37237"/>
                    <a:pt x="6039" y="37237"/>
                  </a:cubicBezTo>
                  <a:close/>
                  <a:moveTo>
                    <a:pt x="51851" y="37378"/>
                  </a:moveTo>
                  <a:cubicBezTo>
                    <a:pt x="51820" y="37378"/>
                    <a:pt x="51788" y="37388"/>
                    <a:pt x="51762" y="37409"/>
                  </a:cubicBezTo>
                  <a:cubicBezTo>
                    <a:pt x="51697" y="37458"/>
                    <a:pt x="51684" y="37551"/>
                    <a:pt x="51735" y="37615"/>
                  </a:cubicBezTo>
                  <a:cubicBezTo>
                    <a:pt x="51855" y="37771"/>
                    <a:pt x="51977" y="37926"/>
                    <a:pt x="52099" y="38080"/>
                  </a:cubicBezTo>
                  <a:cubicBezTo>
                    <a:pt x="52129" y="38117"/>
                    <a:pt x="52171" y="38136"/>
                    <a:pt x="52216" y="38136"/>
                  </a:cubicBezTo>
                  <a:cubicBezTo>
                    <a:pt x="52247" y="38136"/>
                    <a:pt x="52279" y="38126"/>
                    <a:pt x="52308" y="38106"/>
                  </a:cubicBezTo>
                  <a:cubicBezTo>
                    <a:pt x="52371" y="38055"/>
                    <a:pt x="52381" y="37962"/>
                    <a:pt x="52330" y="37899"/>
                  </a:cubicBezTo>
                  <a:cubicBezTo>
                    <a:pt x="52210" y="37745"/>
                    <a:pt x="52088" y="37590"/>
                    <a:pt x="51968" y="37436"/>
                  </a:cubicBezTo>
                  <a:cubicBezTo>
                    <a:pt x="51939" y="37398"/>
                    <a:pt x="51895" y="37378"/>
                    <a:pt x="51851" y="37378"/>
                  </a:cubicBezTo>
                  <a:close/>
                  <a:moveTo>
                    <a:pt x="4815" y="38063"/>
                  </a:moveTo>
                  <a:cubicBezTo>
                    <a:pt x="4786" y="38063"/>
                    <a:pt x="4756" y="38071"/>
                    <a:pt x="4730" y="38090"/>
                  </a:cubicBezTo>
                  <a:cubicBezTo>
                    <a:pt x="4569" y="38204"/>
                    <a:pt x="4409" y="38321"/>
                    <a:pt x="4250" y="38440"/>
                  </a:cubicBezTo>
                  <a:cubicBezTo>
                    <a:pt x="4185" y="38488"/>
                    <a:pt x="4172" y="38580"/>
                    <a:pt x="4221" y="38646"/>
                  </a:cubicBezTo>
                  <a:cubicBezTo>
                    <a:pt x="4250" y="38684"/>
                    <a:pt x="4295" y="38705"/>
                    <a:pt x="4339" y="38705"/>
                  </a:cubicBezTo>
                  <a:cubicBezTo>
                    <a:pt x="4370" y="38705"/>
                    <a:pt x="4401" y="38696"/>
                    <a:pt x="4427" y="38674"/>
                  </a:cubicBezTo>
                  <a:cubicBezTo>
                    <a:pt x="4583" y="38558"/>
                    <a:pt x="4741" y="38444"/>
                    <a:pt x="4900" y="38330"/>
                  </a:cubicBezTo>
                  <a:cubicBezTo>
                    <a:pt x="4966" y="38284"/>
                    <a:pt x="4983" y="38192"/>
                    <a:pt x="4936" y="38125"/>
                  </a:cubicBezTo>
                  <a:cubicBezTo>
                    <a:pt x="4907" y="38084"/>
                    <a:pt x="4862" y="38063"/>
                    <a:pt x="4815" y="38063"/>
                  </a:cubicBezTo>
                  <a:close/>
                  <a:moveTo>
                    <a:pt x="52770" y="38530"/>
                  </a:moveTo>
                  <a:cubicBezTo>
                    <a:pt x="52738" y="38530"/>
                    <a:pt x="52705" y="38541"/>
                    <a:pt x="52677" y="38563"/>
                  </a:cubicBezTo>
                  <a:cubicBezTo>
                    <a:pt x="52615" y="38615"/>
                    <a:pt x="52605" y="38708"/>
                    <a:pt x="52656" y="38771"/>
                  </a:cubicBezTo>
                  <a:cubicBezTo>
                    <a:pt x="52780" y="38923"/>
                    <a:pt x="52906" y="39075"/>
                    <a:pt x="53031" y="39228"/>
                  </a:cubicBezTo>
                  <a:cubicBezTo>
                    <a:pt x="53059" y="39264"/>
                    <a:pt x="53102" y="39281"/>
                    <a:pt x="53144" y="39281"/>
                  </a:cubicBezTo>
                  <a:cubicBezTo>
                    <a:pt x="53177" y="39281"/>
                    <a:pt x="53210" y="39271"/>
                    <a:pt x="53237" y="39246"/>
                  </a:cubicBezTo>
                  <a:cubicBezTo>
                    <a:pt x="53300" y="39195"/>
                    <a:pt x="53309" y="39102"/>
                    <a:pt x="53258" y="39039"/>
                  </a:cubicBezTo>
                  <a:cubicBezTo>
                    <a:pt x="53134" y="38888"/>
                    <a:pt x="53009" y="38736"/>
                    <a:pt x="52885" y="38584"/>
                  </a:cubicBezTo>
                  <a:cubicBezTo>
                    <a:pt x="52856" y="38549"/>
                    <a:pt x="52814" y="38530"/>
                    <a:pt x="52770" y="38530"/>
                  </a:cubicBezTo>
                  <a:close/>
                  <a:moveTo>
                    <a:pt x="3643" y="38957"/>
                  </a:moveTo>
                  <a:cubicBezTo>
                    <a:pt x="3610" y="38957"/>
                    <a:pt x="3577" y="38968"/>
                    <a:pt x="3549" y="38990"/>
                  </a:cubicBezTo>
                  <a:lnTo>
                    <a:pt x="3439" y="39081"/>
                  </a:lnTo>
                  <a:cubicBezTo>
                    <a:pt x="3325" y="39178"/>
                    <a:pt x="3209" y="39277"/>
                    <a:pt x="3098" y="39380"/>
                  </a:cubicBezTo>
                  <a:cubicBezTo>
                    <a:pt x="3038" y="39436"/>
                    <a:pt x="3033" y="39529"/>
                    <a:pt x="3089" y="39590"/>
                  </a:cubicBezTo>
                  <a:cubicBezTo>
                    <a:pt x="3119" y="39621"/>
                    <a:pt x="3158" y="39637"/>
                    <a:pt x="3198" y="39637"/>
                  </a:cubicBezTo>
                  <a:cubicBezTo>
                    <a:pt x="3233" y="39637"/>
                    <a:pt x="3269" y="39625"/>
                    <a:pt x="3295" y="39599"/>
                  </a:cubicBezTo>
                  <a:cubicBezTo>
                    <a:pt x="3404" y="39498"/>
                    <a:pt x="3516" y="39401"/>
                    <a:pt x="3627" y="39307"/>
                  </a:cubicBezTo>
                  <a:lnTo>
                    <a:pt x="3736" y="39217"/>
                  </a:lnTo>
                  <a:cubicBezTo>
                    <a:pt x="3800" y="39166"/>
                    <a:pt x="3808" y="39073"/>
                    <a:pt x="3756" y="39009"/>
                  </a:cubicBezTo>
                  <a:cubicBezTo>
                    <a:pt x="3727" y="38974"/>
                    <a:pt x="3686" y="38957"/>
                    <a:pt x="3643" y="38957"/>
                  </a:cubicBezTo>
                  <a:close/>
                  <a:moveTo>
                    <a:pt x="53706" y="39670"/>
                  </a:moveTo>
                  <a:cubicBezTo>
                    <a:pt x="53673" y="39670"/>
                    <a:pt x="53640" y="39681"/>
                    <a:pt x="53613" y="39703"/>
                  </a:cubicBezTo>
                  <a:cubicBezTo>
                    <a:pt x="53551" y="39755"/>
                    <a:pt x="53542" y="39848"/>
                    <a:pt x="53593" y="39911"/>
                  </a:cubicBezTo>
                  <a:lnTo>
                    <a:pt x="53966" y="40365"/>
                  </a:lnTo>
                  <a:cubicBezTo>
                    <a:pt x="53996" y="40401"/>
                    <a:pt x="54038" y="40419"/>
                    <a:pt x="54080" y="40419"/>
                  </a:cubicBezTo>
                  <a:cubicBezTo>
                    <a:pt x="54114" y="40419"/>
                    <a:pt x="54146" y="40409"/>
                    <a:pt x="54172" y="40385"/>
                  </a:cubicBezTo>
                  <a:cubicBezTo>
                    <a:pt x="54235" y="40334"/>
                    <a:pt x="54245" y="40241"/>
                    <a:pt x="54194" y="40178"/>
                  </a:cubicBezTo>
                  <a:lnTo>
                    <a:pt x="53820" y="39723"/>
                  </a:lnTo>
                  <a:cubicBezTo>
                    <a:pt x="53791" y="39688"/>
                    <a:pt x="53749" y="39670"/>
                    <a:pt x="53706" y="39670"/>
                  </a:cubicBezTo>
                  <a:close/>
                  <a:moveTo>
                    <a:pt x="2567" y="39964"/>
                  </a:moveTo>
                  <a:cubicBezTo>
                    <a:pt x="2527" y="39964"/>
                    <a:pt x="2488" y="39979"/>
                    <a:pt x="2459" y="40010"/>
                  </a:cubicBezTo>
                  <a:cubicBezTo>
                    <a:pt x="2322" y="40156"/>
                    <a:pt x="2188" y="40306"/>
                    <a:pt x="2062" y="40457"/>
                  </a:cubicBezTo>
                  <a:cubicBezTo>
                    <a:pt x="2010" y="40519"/>
                    <a:pt x="2018" y="40611"/>
                    <a:pt x="2080" y="40664"/>
                  </a:cubicBezTo>
                  <a:cubicBezTo>
                    <a:pt x="2109" y="40688"/>
                    <a:pt x="2142" y="40699"/>
                    <a:pt x="2176" y="40699"/>
                  </a:cubicBezTo>
                  <a:cubicBezTo>
                    <a:pt x="2217" y="40699"/>
                    <a:pt x="2259" y="40681"/>
                    <a:pt x="2288" y="40647"/>
                  </a:cubicBezTo>
                  <a:cubicBezTo>
                    <a:pt x="2412" y="40500"/>
                    <a:pt x="2542" y="40354"/>
                    <a:pt x="2675" y="40213"/>
                  </a:cubicBezTo>
                  <a:cubicBezTo>
                    <a:pt x="2730" y="40153"/>
                    <a:pt x="2728" y="40059"/>
                    <a:pt x="2668" y="40004"/>
                  </a:cubicBezTo>
                  <a:cubicBezTo>
                    <a:pt x="2640" y="39977"/>
                    <a:pt x="2603" y="39964"/>
                    <a:pt x="2567" y="39964"/>
                  </a:cubicBezTo>
                  <a:close/>
                  <a:moveTo>
                    <a:pt x="54631" y="40818"/>
                  </a:moveTo>
                  <a:cubicBezTo>
                    <a:pt x="54599" y="40818"/>
                    <a:pt x="54568" y="40828"/>
                    <a:pt x="54541" y="40849"/>
                  </a:cubicBezTo>
                  <a:cubicBezTo>
                    <a:pt x="54476" y="40897"/>
                    <a:pt x="54464" y="40990"/>
                    <a:pt x="54514" y="41055"/>
                  </a:cubicBezTo>
                  <a:cubicBezTo>
                    <a:pt x="54634" y="41210"/>
                    <a:pt x="54752" y="41366"/>
                    <a:pt x="54869" y="41523"/>
                  </a:cubicBezTo>
                  <a:cubicBezTo>
                    <a:pt x="54899" y="41562"/>
                    <a:pt x="54944" y="41582"/>
                    <a:pt x="54988" y="41582"/>
                  </a:cubicBezTo>
                  <a:cubicBezTo>
                    <a:pt x="55019" y="41582"/>
                    <a:pt x="55050" y="41573"/>
                    <a:pt x="55076" y="41552"/>
                  </a:cubicBezTo>
                  <a:cubicBezTo>
                    <a:pt x="55141" y="41504"/>
                    <a:pt x="55154" y="41412"/>
                    <a:pt x="55106" y="41346"/>
                  </a:cubicBezTo>
                  <a:cubicBezTo>
                    <a:pt x="54987" y="41188"/>
                    <a:pt x="54867" y="41030"/>
                    <a:pt x="54748" y="40874"/>
                  </a:cubicBezTo>
                  <a:cubicBezTo>
                    <a:pt x="54719" y="40838"/>
                    <a:pt x="54675" y="40818"/>
                    <a:pt x="54631" y="40818"/>
                  </a:cubicBezTo>
                  <a:close/>
                  <a:moveTo>
                    <a:pt x="1634" y="41103"/>
                  </a:moveTo>
                  <a:cubicBezTo>
                    <a:pt x="1588" y="41103"/>
                    <a:pt x="1543" y="41125"/>
                    <a:pt x="1514" y="41165"/>
                  </a:cubicBezTo>
                  <a:cubicBezTo>
                    <a:pt x="1398" y="41329"/>
                    <a:pt x="1287" y="41498"/>
                    <a:pt x="1182" y="41665"/>
                  </a:cubicBezTo>
                  <a:cubicBezTo>
                    <a:pt x="1140" y="41733"/>
                    <a:pt x="1160" y="41825"/>
                    <a:pt x="1230" y="41867"/>
                  </a:cubicBezTo>
                  <a:cubicBezTo>
                    <a:pt x="1254" y="41881"/>
                    <a:pt x="1280" y="41890"/>
                    <a:pt x="1308" y="41890"/>
                  </a:cubicBezTo>
                  <a:cubicBezTo>
                    <a:pt x="1356" y="41890"/>
                    <a:pt x="1404" y="41865"/>
                    <a:pt x="1432" y="41820"/>
                  </a:cubicBezTo>
                  <a:cubicBezTo>
                    <a:pt x="1533" y="41658"/>
                    <a:pt x="1641" y="41495"/>
                    <a:pt x="1754" y="41336"/>
                  </a:cubicBezTo>
                  <a:cubicBezTo>
                    <a:pt x="1801" y="41271"/>
                    <a:pt x="1786" y="41179"/>
                    <a:pt x="1719" y="41131"/>
                  </a:cubicBezTo>
                  <a:cubicBezTo>
                    <a:pt x="1693" y="41112"/>
                    <a:pt x="1663" y="41103"/>
                    <a:pt x="1634" y="41103"/>
                  </a:cubicBezTo>
                  <a:close/>
                  <a:moveTo>
                    <a:pt x="55504" y="42006"/>
                  </a:moveTo>
                  <a:cubicBezTo>
                    <a:pt x="55475" y="42006"/>
                    <a:pt x="55446" y="42014"/>
                    <a:pt x="55420" y="42032"/>
                  </a:cubicBezTo>
                  <a:cubicBezTo>
                    <a:pt x="55354" y="42079"/>
                    <a:pt x="55338" y="42170"/>
                    <a:pt x="55384" y="42237"/>
                  </a:cubicBezTo>
                  <a:cubicBezTo>
                    <a:pt x="55497" y="42397"/>
                    <a:pt x="55606" y="42560"/>
                    <a:pt x="55713" y="42722"/>
                  </a:cubicBezTo>
                  <a:cubicBezTo>
                    <a:pt x="55741" y="42765"/>
                    <a:pt x="55790" y="42788"/>
                    <a:pt x="55837" y="42788"/>
                  </a:cubicBezTo>
                  <a:cubicBezTo>
                    <a:pt x="55865" y="42788"/>
                    <a:pt x="55894" y="42780"/>
                    <a:pt x="55916" y="42764"/>
                  </a:cubicBezTo>
                  <a:cubicBezTo>
                    <a:pt x="55984" y="42720"/>
                    <a:pt x="56003" y="42628"/>
                    <a:pt x="55958" y="42560"/>
                  </a:cubicBezTo>
                  <a:cubicBezTo>
                    <a:pt x="55850" y="42395"/>
                    <a:pt x="55739" y="42231"/>
                    <a:pt x="55626" y="42068"/>
                  </a:cubicBezTo>
                  <a:cubicBezTo>
                    <a:pt x="55597" y="42028"/>
                    <a:pt x="55551" y="42006"/>
                    <a:pt x="55504" y="42006"/>
                  </a:cubicBezTo>
                  <a:close/>
                  <a:moveTo>
                    <a:pt x="877" y="42368"/>
                  </a:moveTo>
                  <a:cubicBezTo>
                    <a:pt x="823" y="42368"/>
                    <a:pt x="771" y="42398"/>
                    <a:pt x="746" y="42450"/>
                  </a:cubicBezTo>
                  <a:cubicBezTo>
                    <a:pt x="655" y="42632"/>
                    <a:pt x="572" y="42816"/>
                    <a:pt x="499" y="42999"/>
                  </a:cubicBezTo>
                  <a:cubicBezTo>
                    <a:pt x="468" y="43074"/>
                    <a:pt x="504" y="43160"/>
                    <a:pt x="580" y="43191"/>
                  </a:cubicBezTo>
                  <a:cubicBezTo>
                    <a:pt x="598" y="43197"/>
                    <a:pt x="618" y="43201"/>
                    <a:pt x="635" y="43201"/>
                  </a:cubicBezTo>
                  <a:cubicBezTo>
                    <a:pt x="694" y="43201"/>
                    <a:pt x="749" y="43166"/>
                    <a:pt x="772" y="43109"/>
                  </a:cubicBezTo>
                  <a:cubicBezTo>
                    <a:pt x="844" y="42934"/>
                    <a:pt x="923" y="42756"/>
                    <a:pt x="1010" y="42581"/>
                  </a:cubicBezTo>
                  <a:cubicBezTo>
                    <a:pt x="1046" y="42507"/>
                    <a:pt x="1016" y="42419"/>
                    <a:pt x="943" y="42383"/>
                  </a:cubicBezTo>
                  <a:cubicBezTo>
                    <a:pt x="922" y="42373"/>
                    <a:pt x="899" y="42368"/>
                    <a:pt x="877" y="42368"/>
                  </a:cubicBezTo>
                  <a:close/>
                  <a:moveTo>
                    <a:pt x="43291" y="43477"/>
                  </a:moveTo>
                  <a:cubicBezTo>
                    <a:pt x="43233" y="43477"/>
                    <a:pt x="43174" y="43477"/>
                    <a:pt x="43117" y="43479"/>
                  </a:cubicBezTo>
                  <a:cubicBezTo>
                    <a:pt x="43035" y="43481"/>
                    <a:pt x="42971" y="43548"/>
                    <a:pt x="42972" y="43629"/>
                  </a:cubicBezTo>
                  <a:cubicBezTo>
                    <a:pt x="42975" y="43710"/>
                    <a:pt x="43043" y="43774"/>
                    <a:pt x="43119" y="43774"/>
                  </a:cubicBezTo>
                  <a:cubicBezTo>
                    <a:pt x="43121" y="43774"/>
                    <a:pt x="43122" y="43774"/>
                    <a:pt x="43123" y="43774"/>
                  </a:cubicBezTo>
                  <a:cubicBezTo>
                    <a:pt x="43173" y="43774"/>
                    <a:pt x="43224" y="43773"/>
                    <a:pt x="43276" y="43773"/>
                  </a:cubicBezTo>
                  <a:cubicBezTo>
                    <a:pt x="43426" y="43774"/>
                    <a:pt x="43564" y="43776"/>
                    <a:pt x="43699" y="43785"/>
                  </a:cubicBezTo>
                  <a:lnTo>
                    <a:pt x="43709" y="43785"/>
                  </a:lnTo>
                  <a:cubicBezTo>
                    <a:pt x="43785" y="43785"/>
                    <a:pt x="43850" y="43726"/>
                    <a:pt x="43855" y="43649"/>
                  </a:cubicBezTo>
                  <a:cubicBezTo>
                    <a:pt x="43863" y="43567"/>
                    <a:pt x="43801" y="43496"/>
                    <a:pt x="43719" y="43491"/>
                  </a:cubicBezTo>
                  <a:cubicBezTo>
                    <a:pt x="43584" y="43482"/>
                    <a:pt x="43443" y="43477"/>
                    <a:pt x="43291" y="43477"/>
                  </a:cubicBezTo>
                  <a:close/>
                  <a:moveTo>
                    <a:pt x="42237" y="43528"/>
                  </a:moveTo>
                  <a:cubicBezTo>
                    <a:pt x="42233" y="43528"/>
                    <a:pt x="42229" y="43528"/>
                    <a:pt x="42225" y="43528"/>
                  </a:cubicBezTo>
                  <a:lnTo>
                    <a:pt x="41637" y="43571"/>
                  </a:lnTo>
                  <a:cubicBezTo>
                    <a:pt x="41557" y="43577"/>
                    <a:pt x="41495" y="43647"/>
                    <a:pt x="41501" y="43728"/>
                  </a:cubicBezTo>
                  <a:cubicBezTo>
                    <a:pt x="41506" y="43806"/>
                    <a:pt x="41572" y="43866"/>
                    <a:pt x="41647" y="43866"/>
                  </a:cubicBezTo>
                  <a:lnTo>
                    <a:pt x="41658" y="43866"/>
                  </a:lnTo>
                  <a:lnTo>
                    <a:pt x="42246" y="43822"/>
                  </a:lnTo>
                  <a:cubicBezTo>
                    <a:pt x="42327" y="43817"/>
                    <a:pt x="42389" y="43747"/>
                    <a:pt x="42383" y="43665"/>
                  </a:cubicBezTo>
                  <a:cubicBezTo>
                    <a:pt x="42378" y="43588"/>
                    <a:pt x="42313" y="43528"/>
                    <a:pt x="42237" y="43528"/>
                  </a:cubicBezTo>
                  <a:close/>
                  <a:moveTo>
                    <a:pt x="40765" y="43635"/>
                  </a:moveTo>
                  <a:cubicBezTo>
                    <a:pt x="40762" y="43635"/>
                    <a:pt x="40758" y="43635"/>
                    <a:pt x="40754" y="43635"/>
                  </a:cubicBezTo>
                  <a:lnTo>
                    <a:pt x="40166" y="43678"/>
                  </a:lnTo>
                  <a:cubicBezTo>
                    <a:pt x="40084" y="43683"/>
                    <a:pt x="40022" y="43754"/>
                    <a:pt x="40030" y="43836"/>
                  </a:cubicBezTo>
                  <a:cubicBezTo>
                    <a:pt x="40035" y="43913"/>
                    <a:pt x="40100" y="43972"/>
                    <a:pt x="40176" y="43972"/>
                  </a:cubicBezTo>
                  <a:lnTo>
                    <a:pt x="40187" y="43972"/>
                  </a:lnTo>
                  <a:lnTo>
                    <a:pt x="40775" y="43930"/>
                  </a:lnTo>
                  <a:cubicBezTo>
                    <a:pt x="40856" y="43924"/>
                    <a:pt x="40918" y="43853"/>
                    <a:pt x="40912" y="43773"/>
                  </a:cubicBezTo>
                  <a:cubicBezTo>
                    <a:pt x="40907" y="43695"/>
                    <a:pt x="40842" y="43635"/>
                    <a:pt x="40765" y="43635"/>
                  </a:cubicBezTo>
                  <a:close/>
                  <a:moveTo>
                    <a:pt x="56309" y="43242"/>
                  </a:moveTo>
                  <a:cubicBezTo>
                    <a:pt x="56283" y="43242"/>
                    <a:pt x="56257" y="43249"/>
                    <a:pt x="56233" y="43263"/>
                  </a:cubicBezTo>
                  <a:cubicBezTo>
                    <a:pt x="56163" y="43305"/>
                    <a:pt x="56142" y="43395"/>
                    <a:pt x="56183" y="43465"/>
                  </a:cubicBezTo>
                  <a:cubicBezTo>
                    <a:pt x="56283" y="43632"/>
                    <a:pt x="56381" y="43802"/>
                    <a:pt x="56476" y="43972"/>
                  </a:cubicBezTo>
                  <a:cubicBezTo>
                    <a:pt x="56503" y="44021"/>
                    <a:pt x="56553" y="44048"/>
                    <a:pt x="56605" y="44048"/>
                  </a:cubicBezTo>
                  <a:cubicBezTo>
                    <a:pt x="56629" y="44048"/>
                    <a:pt x="56653" y="44042"/>
                    <a:pt x="56677" y="44028"/>
                  </a:cubicBezTo>
                  <a:cubicBezTo>
                    <a:pt x="56747" y="43989"/>
                    <a:pt x="56773" y="43899"/>
                    <a:pt x="56734" y="43827"/>
                  </a:cubicBezTo>
                  <a:cubicBezTo>
                    <a:pt x="56637" y="43655"/>
                    <a:pt x="56538" y="43483"/>
                    <a:pt x="56436" y="43314"/>
                  </a:cubicBezTo>
                  <a:cubicBezTo>
                    <a:pt x="56408" y="43267"/>
                    <a:pt x="56359" y="43242"/>
                    <a:pt x="56309" y="43242"/>
                  </a:cubicBezTo>
                  <a:close/>
                  <a:moveTo>
                    <a:pt x="39295" y="43742"/>
                  </a:moveTo>
                  <a:cubicBezTo>
                    <a:pt x="39291" y="43742"/>
                    <a:pt x="39288" y="43742"/>
                    <a:pt x="39284" y="43743"/>
                  </a:cubicBezTo>
                  <a:lnTo>
                    <a:pt x="38696" y="43785"/>
                  </a:lnTo>
                  <a:cubicBezTo>
                    <a:pt x="38614" y="43790"/>
                    <a:pt x="38552" y="43861"/>
                    <a:pt x="38559" y="43943"/>
                  </a:cubicBezTo>
                  <a:cubicBezTo>
                    <a:pt x="38565" y="44020"/>
                    <a:pt x="38630" y="44079"/>
                    <a:pt x="38706" y="44079"/>
                  </a:cubicBezTo>
                  <a:lnTo>
                    <a:pt x="38716" y="44079"/>
                  </a:lnTo>
                  <a:lnTo>
                    <a:pt x="39304" y="44037"/>
                  </a:lnTo>
                  <a:cubicBezTo>
                    <a:pt x="39386" y="44032"/>
                    <a:pt x="39448" y="43960"/>
                    <a:pt x="39442" y="43879"/>
                  </a:cubicBezTo>
                  <a:cubicBezTo>
                    <a:pt x="39437" y="43802"/>
                    <a:pt x="39372" y="43742"/>
                    <a:pt x="39295" y="43742"/>
                  </a:cubicBezTo>
                  <a:close/>
                  <a:moveTo>
                    <a:pt x="44578" y="43639"/>
                  </a:moveTo>
                  <a:cubicBezTo>
                    <a:pt x="44515" y="43639"/>
                    <a:pt x="44456" y="43681"/>
                    <a:pt x="44437" y="43744"/>
                  </a:cubicBezTo>
                  <a:cubicBezTo>
                    <a:pt x="44413" y="43822"/>
                    <a:pt x="44458" y="43905"/>
                    <a:pt x="44535" y="43928"/>
                  </a:cubicBezTo>
                  <a:cubicBezTo>
                    <a:pt x="44609" y="43950"/>
                    <a:pt x="44683" y="43976"/>
                    <a:pt x="44755" y="44005"/>
                  </a:cubicBezTo>
                  <a:cubicBezTo>
                    <a:pt x="44856" y="44044"/>
                    <a:pt x="44957" y="44090"/>
                    <a:pt x="45052" y="44142"/>
                  </a:cubicBezTo>
                  <a:cubicBezTo>
                    <a:pt x="45075" y="44155"/>
                    <a:pt x="45099" y="44161"/>
                    <a:pt x="45122" y="44161"/>
                  </a:cubicBezTo>
                  <a:cubicBezTo>
                    <a:pt x="45175" y="44161"/>
                    <a:pt x="45226" y="44132"/>
                    <a:pt x="45253" y="44082"/>
                  </a:cubicBezTo>
                  <a:cubicBezTo>
                    <a:pt x="45293" y="44010"/>
                    <a:pt x="45266" y="43920"/>
                    <a:pt x="45194" y="43882"/>
                  </a:cubicBezTo>
                  <a:cubicBezTo>
                    <a:pt x="45086" y="43825"/>
                    <a:pt x="44975" y="43774"/>
                    <a:pt x="44863" y="43729"/>
                  </a:cubicBezTo>
                  <a:cubicBezTo>
                    <a:pt x="44786" y="43698"/>
                    <a:pt x="44705" y="43672"/>
                    <a:pt x="44622" y="43646"/>
                  </a:cubicBezTo>
                  <a:cubicBezTo>
                    <a:pt x="44607" y="43641"/>
                    <a:pt x="44593" y="43639"/>
                    <a:pt x="44578" y="43639"/>
                  </a:cubicBezTo>
                  <a:close/>
                  <a:moveTo>
                    <a:pt x="37823" y="43850"/>
                  </a:moveTo>
                  <a:cubicBezTo>
                    <a:pt x="37820" y="43850"/>
                    <a:pt x="37817" y="43850"/>
                    <a:pt x="37813" y="43850"/>
                  </a:cubicBezTo>
                  <a:lnTo>
                    <a:pt x="37225" y="43892"/>
                  </a:lnTo>
                  <a:cubicBezTo>
                    <a:pt x="37144" y="43898"/>
                    <a:pt x="37082" y="43969"/>
                    <a:pt x="37089" y="44049"/>
                  </a:cubicBezTo>
                  <a:cubicBezTo>
                    <a:pt x="37094" y="44127"/>
                    <a:pt x="37159" y="44186"/>
                    <a:pt x="37236" y="44186"/>
                  </a:cubicBezTo>
                  <a:lnTo>
                    <a:pt x="37246" y="44186"/>
                  </a:lnTo>
                  <a:lnTo>
                    <a:pt x="37834" y="44144"/>
                  </a:lnTo>
                  <a:cubicBezTo>
                    <a:pt x="37916" y="44139"/>
                    <a:pt x="37978" y="44068"/>
                    <a:pt x="37971" y="43986"/>
                  </a:cubicBezTo>
                  <a:cubicBezTo>
                    <a:pt x="37966" y="43908"/>
                    <a:pt x="37900" y="43850"/>
                    <a:pt x="37823" y="43850"/>
                  </a:cubicBezTo>
                  <a:close/>
                  <a:moveTo>
                    <a:pt x="36353" y="43956"/>
                  </a:moveTo>
                  <a:cubicBezTo>
                    <a:pt x="36350" y="43956"/>
                    <a:pt x="36346" y="43956"/>
                    <a:pt x="36342" y="43956"/>
                  </a:cubicBezTo>
                  <a:lnTo>
                    <a:pt x="35754" y="44000"/>
                  </a:lnTo>
                  <a:cubicBezTo>
                    <a:pt x="35673" y="44005"/>
                    <a:pt x="35611" y="44075"/>
                    <a:pt x="35617" y="44156"/>
                  </a:cubicBezTo>
                  <a:cubicBezTo>
                    <a:pt x="35622" y="44234"/>
                    <a:pt x="35688" y="44294"/>
                    <a:pt x="35764" y="44294"/>
                  </a:cubicBezTo>
                  <a:cubicBezTo>
                    <a:pt x="35767" y="44294"/>
                    <a:pt x="35769" y="44293"/>
                    <a:pt x="35772" y="44293"/>
                  </a:cubicBezTo>
                  <a:cubicBezTo>
                    <a:pt x="35773" y="44293"/>
                    <a:pt x="35774" y="44293"/>
                    <a:pt x="35775" y="44294"/>
                  </a:cubicBezTo>
                  <a:lnTo>
                    <a:pt x="36363" y="44250"/>
                  </a:lnTo>
                  <a:cubicBezTo>
                    <a:pt x="36444" y="44245"/>
                    <a:pt x="36506" y="44175"/>
                    <a:pt x="36499" y="44094"/>
                  </a:cubicBezTo>
                  <a:cubicBezTo>
                    <a:pt x="36494" y="44016"/>
                    <a:pt x="36428" y="43956"/>
                    <a:pt x="36353" y="43956"/>
                  </a:cubicBezTo>
                  <a:close/>
                  <a:moveTo>
                    <a:pt x="34883" y="44062"/>
                  </a:moveTo>
                  <a:cubicBezTo>
                    <a:pt x="34879" y="44062"/>
                    <a:pt x="34876" y="44062"/>
                    <a:pt x="34872" y="44063"/>
                  </a:cubicBezTo>
                  <a:lnTo>
                    <a:pt x="34284" y="44105"/>
                  </a:lnTo>
                  <a:cubicBezTo>
                    <a:pt x="34202" y="44110"/>
                    <a:pt x="34140" y="44181"/>
                    <a:pt x="34147" y="44263"/>
                  </a:cubicBezTo>
                  <a:cubicBezTo>
                    <a:pt x="34152" y="44340"/>
                    <a:pt x="34218" y="44399"/>
                    <a:pt x="34294" y="44399"/>
                  </a:cubicBezTo>
                  <a:lnTo>
                    <a:pt x="34304" y="44399"/>
                  </a:lnTo>
                  <a:lnTo>
                    <a:pt x="34893" y="44357"/>
                  </a:lnTo>
                  <a:cubicBezTo>
                    <a:pt x="34974" y="44351"/>
                    <a:pt x="35036" y="44280"/>
                    <a:pt x="35029" y="44199"/>
                  </a:cubicBezTo>
                  <a:cubicBezTo>
                    <a:pt x="35024" y="44122"/>
                    <a:pt x="34960" y="44062"/>
                    <a:pt x="34883" y="44062"/>
                  </a:cubicBezTo>
                  <a:close/>
                  <a:moveTo>
                    <a:pt x="33413" y="44167"/>
                  </a:moveTo>
                  <a:cubicBezTo>
                    <a:pt x="33409" y="44167"/>
                    <a:pt x="33406" y="44168"/>
                    <a:pt x="33402" y="44168"/>
                  </a:cubicBezTo>
                  <a:lnTo>
                    <a:pt x="32813" y="44212"/>
                  </a:lnTo>
                  <a:cubicBezTo>
                    <a:pt x="32731" y="44218"/>
                    <a:pt x="32670" y="44290"/>
                    <a:pt x="32676" y="44371"/>
                  </a:cubicBezTo>
                  <a:cubicBezTo>
                    <a:pt x="32684" y="44448"/>
                    <a:pt x="32748" y="44507"/>
                    <a:pt x="32824" y="44507"/>
                  </a:cubicBezTo>
                  <a:cubicBezTo>
                    <a:pt x="32828" y="44507"/>
                    <a:pt x="32831" y="44507"/>
                    <a:pt x="32834" y="44506"/>
                  </a:cubicBezTo>
                  <a:lnTo>
                    <a:pt x="33422" y="44462"/>
                  </a:lnTo>
                  <a:cubicBezTo>
                    <a:pt x="33504" y="44457"/>
                    <a:pt x="33566" y="44387"/>
                    <a:pt x="33559" y="44305"/>
                  </a:cubicBezTo>
                  <a:cubicBezTo>
                    <a:pt x="33554" y="44227"/>
                    <a:pt x="33490" y="44167"/>
                    <a:pt x="33413" y="44167"/>
                  </a:cubicBezTo>
                  <a:close/>
                  <a:moveTo>
                    <a:pt x="354" y="43743"/>
                  </a:moveTo>
                  <a:cubicBezTo>
                    <a:pt x="289" y="43743"/>
                    <a:pt x="228" y="43786"/>
                    <a:pt x="211" y="43852"/>
                  </a:cubicBezTo>
                  <a:cubicBezTo>
                    <a:pt x="160" y="44049"/>
                    <a:pt x="116" y="44247"/>
                    <a:pt x="83" y="44441"/>
                  </a:cubicBezTo>
                  <a:cubicBezTo>
                    <a:pt x="71" y="44523"/>
                    <a:pt x="124" y="44599"/>
                    <a:pt x="205" y="44611"/>
                  </a:cubicBezTo>
                  <a:cubicBezTo>
                    <a:pt x="212" y="44615"/>
                    <a:pt x="221" y="44615"/>
                    <a:pt x="230" y="44615"/>
                  </a:cubicBezTo>
                  <a:cubicBezTo>
                    <a:pt x="299" y="44615"/>
                    <a:pt x="362" y="44564"/>
                    <a:pt x="374" y="44491"/>
                  </a:cubicBezTo>
                  <a:cubicBezTo>
                    <a:pt x="405" y="44306"/>
                    <a:pt x="446" y="44116"/>
                    <a:pt x="496" y="43928"/>
                  </a:cubicBezTo>
                  <a:cubicBezTo>
                    <a:pt x="517" y="43850"/>
                    <a:pt x="470" y="43769"/>
                    <a:pt x="392" y="43748"/>
                  </a:cubicBezTo>
                  <a:cubicBezTo>
                    <a:pt x="379" y="43745"/>
                    <a:pt x="366" y="43743"/>
                    <a:pt x="354" y="43743"/>
                  </a:cubicBezTo>
                  <a:close/>
                  <a:moveTo>
                    <a:pt x="31941" y="44288"/>
                  </a:moveTo>
                  <a:cubicBezTo>
                    <a:pt x="31936" y="44288"/>
                    <a:pt x="31932" y="44288"/>
                    <a:pt x="31927" y="44289"/>
                  </a:cubicBezTo>
                  <a:cubicBezTo>
                    <a:pt x="31731" y="44307"/>
                    <a:pt x="31534" y="44328"/>
                    <a:pt x="31338" y="44351"/>
                  </a:cubicBezTo>
                  <a:cubicBezTo>
                    <a:pt x="31257" y="44361"/>
                    <a:pt x="31200" y="44434"/>
                    <a:pt x="31209" y="44516"/>
                  </a:cubicBezTo>
                  <a:cubicBezTo>
                    <a:pt x="31216" y="44590"/>
                    <a:pt x="31281" y="44646"/>
                    <a:pt x="31355" y="44646"/>
                  </a:cubicBezTo>
                  <a:cubicBezTo>
                    <a:pt x="31359" y="44646"/>
                    <a:pt x="31362" y="44645"/>
                    <a:pt x="31367" y="44645"/>
                  </a:cubicBezTo>
                  <a:cubicBezTo>
                    <a:pt x="31369" y="44645"/>
                    <a:pt x="31371" y="44645"/>
                    <a:pt x="31373" y="44646"/>
                  </a:cubicBezTo>
                  <a:cubicBezTo>
                    <a:pt x="31566" y="44622"/>
                    <a:pt x="31761" y="44601"/>
                    <a:pt x="31956" y="44583"/>
                  </a:cubicBezTo>
                  <a:cubicBezTo>
                    <a:pt x="32037" y="44574"/>
                    <a:pt x="32097" y="44502"/>
                    <a:pt x="32088" y="44421"/>
                  </a:cubicBezTo>
                  <a:cubicBezTo>
                    <a:pt x="32081" y="44345"/>
                    <a:pt x="32018" y="44288"/>
                    <a:pt x="31941" y="44288"/>
                  </a:cubicBezTo>
                  <a:close/>
                  <a:moveTo>
                    <a:pt x="30479" y="44474"/>
                  </a:moveTo>
                  <a:cubicBezTo>
                    <a:pt x="30471" y="44474"/>
                    <a:pt x="30463" y="44475"/>
                    <a:pt x="30454" y="44476"/>
                  </a:cubicBezTo>
                  <a:cubicBezTo>
                    <a:pt x="30251" y="44510"/>
                    <a:pt x="30055" y="44548"/>
                    <a:pt x="29869" y="44586"/>
                  </a:cubicBezTo>
                  <a:cubicBezTo>
                    <a:pt x="29791" y="44603"/>
                    <a:pt x="29739" y="44681"/>
                    <a:pt x="29755" y="44760"/>
                  </a:cubicBezTo>
                  <a:cubicBezTo>
                    <a:pt x="29771" y="44830"/>
                    <a:pt x="29832" y="44878"/>
                    <a:pt x="29900" y="44878"/>
                  </a:cubicBezTo>
                  <a:cubicBezTo>
                    <a:pt x="29910" y="44878"/>
                    <a:pt x="29920" y="44877"/>
                    <a:pt x="29930" y="44877"/>
                  </a:cubicBezTo>
                  <a:cubicBezTo>
                    <a:pt x="30111" y="44837"/>
                    <a:pt x="30303" y="44801"/>
                    <a:pt x="30503" y="44768"/>
                  </a:cubicBezTo>
                  <a:cubicBezTo>
                    <a:pt x="30583" y="44754"/>
                    <a:pt x="30638" y="44678"/>
                    <a:pt x="30625" y="44598"/>
                  </a:cubicBezTo>
                  <a:cubicBezTo>
                    <a:pt x="30612" y="44526"/>
                    <a:pt x="30550" y="44474"/>
                    <a:pt x="30479" y="44474"/>
                  </a:cubicBezTo>
                  <a:close/>
                  <a:moveTo>
                    <a:pt x="45830" y="44391"/>
                  </a:moveTo>
                  <a:cubicBezTo>
                    <a:pt x="45792" y="44391"/>
                    <a:pt x="45754" y="44405"/>
                    <a:pt x="45725" y="44434"/>
                  </a:cubicBezTo>
                  <a:cubicBezTo>
                    <a:pt x="45668" y="44492"/>
                    <a:pt x="45668" y="44586"/>
                    <a:pt x="45726" y="44642"/>
                  </a:cubicBezTo>
                  <a:cubicBezTo>
                    <a:pt x="45856" y="44771"/>
                    <a:pt x="45979" y="44916"/>
                    <a:pt x="46092" y="45073"/>
                  </a:cubicBezTo>
                  <a:cubicBezTo>
                    <a:pt x="46122" y="45112"/>
                    <a:pt x="46166" y="45133"/>
                    <a:pt x="46212" y="45133"/>
                  </a:cubicBezTo>
                  <a:cubicBezTo>
                    <a:pt x="46243" y="45133"/>
                    <a:pt x="46273" y="45124"/>
                    <a:pt x="46299" y="45106"/>
                  </a:cubicBezTo>
                  <a:cubicBezTo>
                    <a:pt x="46365" y="45058"/>
                    <a:pt x="46380" y="44965"/>
                    <a:pt x="46332" y="44899"/>
                  </a:cubicBezTo>
                  <a:cubicBezTo>
                    <a:pt x="46210" y="44729"/>
                    <a:pt x="46076" y="44573"/>
                    <a:pt x="45933" y="44433"/>
                  </a:cubicBezTo>
                  <a:cubicBezTo>
                    <a:pt x="45905" y="44405"/>
                    <a:pt x="45867" y="44391"/>
                    <a:pt x="45830" y="44391"/>
                  </a:cubicBezTo>
                  <a:close/>
                  <a:moveTo>
                    <a:pt x="29041" y="44797"/>
                  </a:moveTo>
                  <a:cubicBezTo>
                    <a:pt x="29028" y="44797"/>
                    <a:pt x="29014" y="44798"/>
                    <a:pt x="29000" y="44802"/>
                  </a:cubicBezTo>
                  <a:cubicBezTo>
                    <a:pt x="28805" y="44859"/>
                    <a:pt x="28614" y="44923"/>
                    <a:pt x="28431" y="44990"/>
                  </a:cubicBezTo>
                  <a:cubicBezTo>
                    <a:pt x="28355" y="45018"/>
                    <a:pt x="28315" y="45104"/>
                    <a:pt x="28343" y="45179"/>
                  </a:cubicBezTo>
                  <a:cubicBezTo>
                    <a:pt x="28366" y="45239"/>
                    <a:pt x="28420" y="45276"/>
                    <a:pt x="28481" y="45276"/>
                  </a:cubicBezTo>
                  <a:cubicBezTo>
                    <a:pt x="28498" y="45276"/>
                    <a:pt x="28516" y="45274"/>
                    <a:pt x="28532" y="45267"/>
                  </a:cubicBezTo>
                  <a:cubicBezTo>
                    <a:pt x="28708" y="45203"/>
                    <a:pt x="28894" y="45142"/>
                    <a:pt x="29083" y="45086"/>
                  </a:cubicBezTo>
                  <a:cubicBezTo>
                    <a:pt x="29161" y="45063"/>
                    <a:pt x="29207" y="44982"/>
                    <a:pt x="29183" y="44903"/>
                  </a:cubicBezTo>
                  <a:cubicBezTo>
                    <a:pt x="29164" y="44839"/>
                    <a:pt x="29105" y="44797"/>
                    <a:pt x="29041" y="44797"/>
                  </a:cubicBezTo>
                  <a:close/>
                  <a:moveTo>
                    <a:pt x="57011" y="44537"/>
                  </a:moveTo>
                  <a:cubicBezTo>
                    <a:pt x="56990" y="44537"/>
                    <a:pt x="56968" y="44542"/>
                    <a:pt x="56947" y="44552"/>
                  </a:cubicBezTo>
                  <a:cubicBezTo>
                    <a:pt x="56874" y="44588"/>
                    <a:pt x="56844" y="44675"/>
                    <a:pt x="56879" y="44749"/>
                  </a:cubicBezTo>
                  <a:cubicBezTo>
                    <a:pt x="56966" y="44925"/>
                    <a:pt x="57046" y="45105"/>
                    <a:pt x="57123" y="45279"/>
                  </a:cubicBezTo>
                  <a:cubicBezTo>
                    <a:pt x="57148" y="45334"/>
                    <a:pt x="57201" y="45368"/>
                    <a:pt x="57258" y="45368"/>
                  </a:cubicBezTo>
                  <a:cubicBezTo>
                    <a:pt x="57278" y="45368"/>
                    <a:pt x="57297" y="45364"/>
                    <a:pt x="57316" y="45354"/>
                  </a:cubicBezTo>
                  <a:cubicBezTo>
                    <a:pt x="57391" y="45322"/>
                    <a:pt x="57426" y="45236"/>
                    <a:pt x="57393" y="45161"/>
                  </a:cubicBezTo>
                  <a:cubicBezTo>
                    <a:pt x="57316" y="44983"/>
                    <a:pt x="57232" y="44800"/>
                    <a:pt x="57144" y="44620"/>
                  </a:cubicBezTo>
                  <a:cubicBezTo>
                    <a:pt x="57118" y="44568"/>
                    <a:pt x="57066" y="44537"/>
                    <a:pt x="57011" y="44537"/>
                  </a:cubicBezTo>
                  <a:close/>
                  <a:moveTo>
                    <a:pt x="27669" y="45331"/>
                  </a:moveTo>
                  <a:cubicBezTo>
                    <a:pt x="27647" y="45331"/>
                    <a:pt x="27625" y="45336"/>
                    <a:pt x="27603" y="45346"/>
                  </a:cubicBezTo>
                  <a:cubicBezTo>
                    <a:pt x="27423" y="45436"/>
                    <a:pt x="27244" y="45535"/>
                    <a:pt x="27077" y="45638"/>
                  </a:cubicBezTo>
                  <a:cubicBezTo>
                    <a:pt x="27009" y="45681"/>
                    <a:pt x="26986" y="45771"/>
                    <a:pt x="27030" y="45841"/>
                  </a:cubicBezTo>
                  <a:cubicBezTo>
                    <a:pt x="27056" y="45886"/>
                    <a:pt x="27105" y="45910"/>
                    <a:pt x="27154" y="45910"/>
                  </a:cubicBezTo>
                  <a:cubicBezTo>
                    <a:pt x="27181" y="45910"/>
                    <a:pt x="27207" y="45904"/>
                    <a:pt x="27232" y="45890"/>
                  </a:cubicBezTo>
                  <a:cubicBezTo>
                    <a:pt x="27393" y="45791"/>
                    <a:pt x="27562" y="45697"/>
                    <a:pt x="27736" y="45610"/>
                  </a:cubicBezTo>
                  <a:cubicBezTo>
                    <a:pt x="27809" y="45573"/>
                    <a:pt x="27837" y="45483"/>
                    <a:pt x="27801" y="45411"/>
                  </a:cubicBezTo>
                  <a:cubicBezTo>
                    <a:pt x="27775" y="45360"/>
                    <a:pt x="27723" y="45331"/>
                    <a:pt x="27669" y="45331"/>
                  </a:cubicBezTo>
                  <a:close/>
                  <a:moveTo>
                    <a:pt x="148" y="45202"/>
                  </a:moveTo>
                  <a:cubicBezTo>
                    <a:pt x="68" y="45202"/>
                    <a:pt x="1" y="45266"/>
                    <a:pt x="1" y="45347"/>
                  </a:cubicBezTo>
                  <a:lnTo>
                    <a:pt x="1" y="45401"/>
                  </a:lnTo>
                  <a:cubicBezTo>
                    <a:pt x="1" y="45587"/>
                    <a:pt x="10" y="45772"/>
                    <a:pt x="30" y="45953"/>
                  </a:cubicBezTo>
                  <a:cubicBezTo>
                    <a:pt x="38" y="46028"/>
                    <a:pt x="102" y="46085"/>
                    <a:pt x="176" y="46085"/>
                  </a:cubicBezTo>
                  <a:cubicBezTo>
                    <a:pt x="179" y="46085"/>
                    <a:pt x="183" y="46084"/>
                    <a:pt x="186" y="46084"/>
                  </a:cubicBezTo>
                  <a:cubicBezTo>
                    <a:pt x="188" y="46084"/>
                    <a:pt x="189" y="46085"/>
                    <a:pt x="190" y="46085"/>
                  </a:cubicBezTo>
                  <a:cubicBezTo>
                    <a:pt x="272" y="46076"/>
                    <a:pt x="331" y="46003"/>
                    <a:pt x="322" y="45922"/>
                  </a:cubicBezTo>
                  <a:cubicBezTo>
                    <a:pt x="304" y="45751"/>
                    <a:pt x="295" y="45576"/>
                    <a:pt x="295" y="45401"/>
                  </a:cubicBezTo>
                  <a:lnTo>
                    <a:pt x="295" y="45349"/>
                  </a:lnTo>
                  <a:cubicBezTo>
                    <a:pt x="296" y="45269"/>
                    <a:pt x="231" y="45203"/>
                    <a:pt x="149" y="45202"/>
                  </a:cubicBezTo>
                  <a:close/>
                  <a:moveTo>
                    <a:pt x="46650" y="45605"/>
                  </a:moveTo>
                  <a:cubicBezTo>
                    <a:pt x="46630" y="45605"/>
                    <a:pt x="46609" y="45609"/>
                    <a:pt x="46590" y="45617"/>
                  </a:cubicBezTo>
                  <a:cubicBezTo>
                    <a:pt x="46516" y="45652"/>
                    <a:pt x="46483" y="45738"/>
                    <a:pt x="46516" y="45812"/>
                  </a:cubicBezTo>
                  <a:cubicBezTo>
                    <a:pt x="46593" y="45982"/>
                    <a:pt x="46661" y="46162"/>
                    <a:pt x="46721" y="46348"/>
                  </a:cubicBezTo>
                  <a:cubicBezTo>
                    <a:pt x="46741" y="46411"/>
                    <a:pt x="46799" y="46451"/>
                    <a:pt x="46861" y="46451"/>
                  </a:cubicBezTo>
                  <a:cubicBezTo>
                    <a:pt x="46875" y="46451"/>
                    <a:pt x="46891" y="46448"/>
                    <a:pt x="46904" y="46445"/>
                  </a:cubicBezTo>
                  <a:cubicBezTo>
                    <a:pt x="46982" y="46419"/>
                    <a:pt x="47025" y="46337"/>
                    <a:pt x="47000" y="46259"/>
                  </a:cubicBezTo>
                  <a:cubicBezTo>
                    <a:pt x="46938" y="46063"/>
                    <a:pt x="46865" y="45872"/>
                    <a:pt x="46785" y="45693"/>
                  </a:cubicBezTo>
                  <a:cubicBezTo>
                    <a:pt x="46760" y="45637"/>
                    <a:pt x="46707" y="45605"/>
                    <a:pt x="46650" y="45605"/>
                  </a:cubicBezTo>
                  <a:close/>
                  <a:moveTo>
                    <a:pt x="57579" y="45896"/>
                  </a:moveTo>
                  <a:cubicBezTo>
                    <a:pt x="57563" y="45896"/>
                    <a:pt x="57546" y="45899"/>
                    <a:pt x="57530" y="45904"/>
                  </a:cubicBezTo>
                  <a:cubicBezTo>
                    <a:pt x="57454" y="45931"/>
                    <a:pt x="57413" y="46015"/>
                    <a:pt x="57441" y="46092"/>
                  </a:cubicBezTo>
                  <a:cubicBezTo>
                    <a:pt x="57505" y="46276"/>
                    <a:pt x="57564" y="46462"/>
                    <a:pt x="57617" y="46646"/>
                  </a:cubicBezTo>
                  <a:cubicBezTo>
                    <a:pt x="57637" y="46710"/>
                    <a:pt x="57694" y="46752"/>
                    <a:pt x="57758" y="46752"/>
                  </a:cubicBezTo>
                  <a:cubicBezTo>
                    <a:pt x="57773" y="46752"/>
                    <a:pt x="57786" y="46751"/>
                    <a:pt x="57800" y="46746"/>
                  </a:cubicBezTo>
                  <a:cubicBezTo>
                    <a:pt x="57877" y="46725"/>
                    <a:pt x="57922" y="46643"/>
                    <a:pt x="57901" y="46565"/>
                  </a:cubicBezTo>
                  <a:cubicBezTo>
                    <a:pt x="57846" y="46375"/>
                    <a:pt x="57784" y="46184"/>
                    <a:pt x="57719" y="45994"/>
                  </a:cubicBezTo>
                  <a:cubicBezTo>
                    <a:pt x="57697" y="45934"/>
                    <a:pt x="57640" y="45896"/>
                    <a:pt x="57579" y="45896"/>
                  </a:cubicBezTo>
                  <a:close/>
                  <a:moveTo>
                    <a:pt x="26436" y="46132"/>
                  </a:moveTo>
                  <a:cubicBezTo>
                    <a:pt x="26402" y="46132"/>
                    <a:pt x="26369" y="46143"/>
                    <a:pt x="26341" y="46166"/>
                  </a:cubicBezTo>
                  <a:cubicBezTo>
                    <a:pt x="26189" y="46292"/>
                    <a:pt x="26040" y="46429"/>
                    <a:pt x="25897" y="46572"/>
                  </a:cubicBezTo>
                  <a:cubicBezTo>
                    <a:pt x="25839" y="46631"/>
                    <a:pt x="25839" y="46724"/>
                    <a:pt x="25897" y="46781"/>
                  </a:cubicBezTo>
                  <a:cubicBezTo>
                    <a:pt x="25927" y="46809"/>
                    <a:pt x="25964" y="46824"/>
                    <a:pt x="26001" y="46824"/>
                  </a:cubicBezTo>
                  <a:cubicBezTo>
                    <a:pt x="26040" y="46824"/>
                    <a:pt x="26077" y="46809"/>
                    <a:pt x="26106" y="46781"/>
                  </a:cubicBezTo>
                  <a:cubicBezTo>
                    <a:pt x="26242" y="46644"/>
                    <a:pt x="26385" y="46514"/>
                    <a:pt x="26530" y="46393"/>
                  </a:cubicBezTo>
                  <a:cubicBezTo>
                    <a:pt x="26593" y="46342"/>
                    <a:pt x="26601" y="46247"/>
                    <a:pt x="26550" y="46185"/>
                  </a:cubicBezTo>
                  <a:cubicBezTo>
                    <a:pt x="26520" y="46150"/>
                    <a:pt x="26478" y="46132"/>
                    <a:pt x="26436" y="46132"/>
                  </a:cubicBezTo>
                  <a:close/>
                  <a:moveTo>
                    <a:pt x="349" y="46656"/>
                  </a:moveTo>
                  <a:cubicBezTo>
                    <a:pt x="335" y="46656"/>
                    <a:pt x="321" y="46658"/>
                    <a:pt x="307" y="46663"/>
                  </a:cubicBezTo>
                  <a:cubicBezTo>
                    <a:pt x="228" y="46685"/>
                    <a:pt x="183" y="46767"/>
                    <a:pt x="206" y="46845"/>
                  </a:cubicBezTo>
                  <a:cubicBezTo>
                    <a:pt x="235" y="46945"/>
                    <a:pt x="267" y="47044"/>
                    <a:pt x="303" y="47143"/>
                  </a:cubicBezTo>
                  <a:cubicBezTo>
                    <a:pt x="336" y="47235"/>
                    <a:pt x="372" y="47327"/>
                    <a:pt x="410" y="47416"/>
                  </a:cubicBezTo>
                  <a:cubicBezTo>
                    <a:pt x="433" y="47473"/>
                    <a:pt x="488" y="47506"/>
                    <a:pt x="545" y="47506"/>
                  </a:cubicBezTo>
                  <a:cubicBezTo>
                    <a:pt x="563" y="47506"/>
                    <a:pt x="584" y="47502"/>
                    <a:pt x="603" y="47495"/>
                  </a:cubicBezTo>
                  <a:cubicBezTo>
                    <a:pt x="678" y="47463"/>
                    <a:pt x="715" y="47377"/>
                    <a:pt x="682" y="47302"/>
                  </a:cubicBezTo>
                  <a:cubicBezTo>
                    <a:pt x="645" y="47217"/>
                    <a:pt x="612" y="47132"/>
                    <a:pt x="582" y="47044"/>
                  </a:cubicBezTo>
                  <a:cubicBezTo>
                    <a:pt x="547" y="46950"/>
                    <a:pt x="517" y="46858"/>
                    <a:pt x="490" y="46763"/>
                  </a:cubicBezTo>
                  <a:cubicBezTo>
                    <a:pt x="471" y="46698"/>
                    <a:pt x="412" y="46656"/>
                    <a:pt x="349" y="46656"/>
                  </a:cubicBezTo>
                  <a:close/>
                  <a:moveTo>
                    <a:pt x="47066" y="47017"/>
                  </a:moveTo>
                  <a:cubicBezTo>
                    <a:pt x="47058" y="47017"/>
                    <a:pt x="47050" y="47017"/>
                    <a:pt x="47042" y="47019"/>
                  </a:cubicBezTo>
                  <a:cubicBezTo>
                    <a:pt x="46960" y="47031"/>
                    <a:pt x="46906" y="47107"/>
                    <a:pt x="46919" y="47188"/>
                  </a:cubicBezTo>
                  <a:cubicBezTo>
                    <a:pt x="46950" y="47375"/>
                    <a:pt x="46971" y="47567"/>
                    <a:pt x="46985" y="47760"/>
                  </a:cubicBezTo>
                  <a:cubicBezTo>
                    <a:pt x="46990" y="47838"/>
                    <a:pt x="47054" y="47897"/>
                    <a:pt x="47131" y="47897"/>
                  </a:cubicBezTo>
                  <a:cubicBezTo>
                    <a:pt x="47134" y="47897"/>
                    <a:pt x="47139" y="47897"/>
                    <a:pt x="47142" y="47898"/>
                  </a:cubicBezTo>
                  <a:cubicBezTo>
                    <a:pt x="47223" y="47892"/>
                    <a:pt x="47284" y="47822"/>
                    <a:pt x="47279" y="47741"/>
                  </a:cubicBezTo>
                  <a:cubicBezTo>
                    <a:pt x="47265" y="47539"/>
                    <a:pt x="47243" y="47337"/>
                    <a:pt x="47211" y="47141"/>
                  </a:cubicBezTo>
                  <a:cubicBezTo>
                    <a:pt x="47199" y="47068"/>
                    <a:pt x="47137" y="47017"/>
                    <a:pt x="47066" y="47017"/>
                  </a:cubicBezTo>
                  <a:close/>
                  <a:moveTo>
                    <a:pt x="25419" y="47194"/>
                  </a:moveTo>
                  <a:cubicBezTo>
                    <a:pt x="25375" y="47194"/>
                    <a:pt x="25332" y="47214"/>
                    <a:pt x="25302" y="47252"/>
                  </a:cubicBezTo>
                  <a:cubicBezTo>
                    <a:pt x="25183" y="47407"/>
                    <a:pt x="25066" y="47571"/>
                    <a:pt x="24954" y="47741"/>
                  </a:cubicBezTo>
                  <a:cubicBezTo>
                    <a:pt x="24910" y="47808"/>
                    <a:pt x="24928" y="47900"/>
                    <a:pt x="24997" y="47944"/>
                  </a:cubicBezTo>
                  <a:cubicBezTo>
                    <a:pt x="25023" y="47962"/>
                    <a:pt x="25050" y="47969"/>
                    <a:pt x="25077" y="47969"/>
                  </a:cubicBezTo>
                  <a:cubicBezTo>
                    <a:pt x="25126" y="47969"/>
                    <a:pt x="25172" y="47946"/>
                    <a:pt x="25200" y="47903"/>
                  </a:cubicBezTo>
                  <a:cubicBezTo>
                    <a:pt x="25308" y="47739"/>
                    <a:pt x="25421" y="47581"/>
                    <a:pt x="25536" y="47431"/>
                  </a:cubicBezTo>
                  <a:cubicBezTo>
                    <a:pt x="25585" y="47366"/>
                    <a:pt x="25573" y="47274"/>
                    <a:pt x="25509" y="47225"/>
                  </a:cubicBezTo>
                  <a:cubicBezTo>
                    <a:pt x="25482" y="47204"/>
                    <a:pt x="25450" y="47194"/>
                    <a:pt x="25419" y="47194"/>
                  </a:cubicBezTo>
                  <a:close/>
                  <a:moveTo>
                    <a:pt x="57966" y="47316"/>
                  </a:moveTo>
                  <a:cubicBezTo>
                    <a:pt x="57957" y="47316"/>
                    <a:pt x="57947" y="47317"/>
                    <a:pt x="57938" y="47319"/>
                  </a:cubicBezTo>
                  <a:cubicBezTo>
                    <a:pt x="57858" y="47334"/>
                    <a:pt x="57805" y="47412"/>
                    <a:pt x="57820" y="47492"/>
                  </a:cubicBezTo>
                  <a:cubicBezTo>
                    <a:pt x="57856" y="47683"/>
                    <a:pt x="57886" y="47875"/>
                    <a:pt x="57910" y="48065"/>
                  </a:cubicBezTo>
                  <a:cubicBezTo>
                    <a:pt x="57918" y="48139"/>
                    <a:pt x="57982" y="48195"/>
                    <a:pt x="58056" y="48195"/>
                  </a:cubicBezTo>
                  <a:cubicBezTo>
                    <a:pt x="58061" y="48195"/>
                    <a:pt x="58067" y="48195"/>
                    <a:pt x="58073" y="48192"/>
                  </a:cubicBezTo>
                  <a:cubicBezTo>
                    <a:pt x="58155" y="48183"/>
                    <a:pt x="58211" y="48109"/>
                    <a:pt x="58202" y="48029"/>
                  </a:cubicBezTo>
                  <a:cubicBezTo>
                    <a:pt x="58179" y="47832"/>
                    <a:pt x="58148" y="47634"/>
                    <a:pt x="58111" y="47436"/>
                  </a:cubicBezTo>
                  <a:cubicBezTo>
                    <a:pt x="58098" y="47365"/>
                    <a:pt x="58037" y="47316"/>
                    <a:pt x="57966" y="47316"/>
                  </a:cubicBezTo>
                  <a:close/>
                  <a:moveTo>
                    <a:pt x="955" y="47992"/>
                  </a:moveTo>
                  <a:cubicBezTo>
                    <a:pt x="928" y="47992"/>
                    <a:pt x="901" y="47999"/>
                    <a:pt x="877" y="48015"/>
                  </a:cubicBezTo>
                  <a:cubicBezTo>
                    <a:pt x="808" y="48060"/>
                    <a:pt x="788" y="48150"/>
                    <a:pt x="831" y="48220"/>
                  </a:cubicBezTo>
                  <a:cubicBezTo>
                    <a:pt x="938" y="48386"/>
                    <a:pt x="1057" y="48552"/>
                    <a:pt x="1184" y="48711"/>
                  </a:cubicBezTo>
                  <a:cubicBezTo>
                    <a:pt x="1212" y="48747"/>
                    <a:pt x="1254" y="48766"/>
                    <a:pt x="1299" y="48766"/>
                  </a:cubicBezTo>
                  <a:cubicBezTo>
                    <a:pt x="1331" y="48766"/>
                    <a:pt x="1365" y="48756"/>
                    <a:pt x="1391" y="48734"/>
                  </a:cubicBezTo>
                  <a:cubicBezTo>
                    <a:pt x="1454" y="48683"/>
                    <a:pt x="1465" y="48590"/>
                    <a:pt x="1414" y="48527"/>
                  </a:cubicBezTo>
                  <a:cubicBezTo>
                    <a:pt x="1293" y="48375"/>
                    <a:pt x="1181" y="48220"/>
                    <a:pt x="1081" y="48061"/>
                  </a:cubicBezTo>
                  <a:cubicBezTo>
                    <a:pt x="1052" y="48016"/>
                    <a:pt x="1004" y="47992"/>
                    <a:pt x="955" y="47992"/>
                  </a:cubicBezTo>
                  <a:close/>
                  <a:moveTo>
                    <a:pt x="24628" y="48436"/>
                  </a:moveTo>
                  <a:cubicBezTo>
                    <a:pt x="24575" y="48436"/>
                    <a:pt x="24524" y="48464"/>
                    <a:pt x="24498" y="48515"/>
                  </a:cubicBezTo>
                  <a:cubicBezTo>
                    <a:pt x="24406" y="48687"/>
                    <a:pt x="24317" y="48867"/>
                    <a:pt x="24234" y="49051"/>
                  </a:cubicBezTo>
                  <a:cubicBezTo>
                    <a:pt x="24198" y="49125"/>
                    <a:pt x="24231" y="49213"/>
                    <a:pt x="24306" y="49247"/>
                  </a:cubicBezTo>
                  <a:cubicBezTo>
                    <a:pt x="24326" y="49256"/>
                    <a:pt x="24347" y="49260"/>
                    <a:pt x="24368" y="49260"/>
                  </a:cubicBezTo>
                  <a:cubicBezTo>
                    <a:pt x="24424" y="49260"/>
                    <a:pt x="24477" y="49229"/>
                    <a:pt x="24502" y="49175"/>
                  </a:cubicBezTo>
                  <a:cubicBezTo>
                    <a:pt x="24584" y="48995"/>
                    <a:pt x="24670" y="48820"/>
                    <a:pt x="24760" y="48653"/>
                  </a:cubicBezTo>
                  <a:cubicBezTo>
                    <a:pt x="24797" y="48581"/>
                    <a:pt x="24770" y="48490"/>
                    <a:pt x="24698" y="48453"/>
                  </a:cubicBezTo>
                  <a:cubicBezTo>
                    <a:pt x="24675" y="48441"/>
                    <a:pt x="24651" y="48436"/>
                    <a:pt x="24628" y="48436"/>
                  </a:cubicBezTo>
                  <a:close/>
                  <a:moveTo>
                    <a:pt x="47137" y="48485"/>
                  </a:moveTo>
                  <a:cubicBezTo>
                    <a:pt x="47064" y="48485"/>
                    <a:pt x="46992" y="48547"/>
                    <a:pt x="46989" y="48625"/>
                  </a:cubicBezTo>
                  <a:cubicBezTo>
                    <a:pt x="46980" y="48813"/>
                    <a:pt x="46965" y="49002"/>
                    <a:pt x="46945" y="49207"/>
                  </a:cubicBezTo>
                  <a:cubicBezTo>
                    <a:pt x="46937" y="49288"/>
                    <a:pt x="46996" y="49361"/>
                    <a:pt x="47078" y="49368"/>
                  </a:cubicBezTo>
                  <a:cubicBezTo>
                    <a:pt x="47083" y="49370"/>
                    <a:pt x="47087" y="49370"/>
                    <a:pt x="47092" y="49370"/>
                  </a:cubicBezTo>
                  <a:cubicBezTo>
                    <a:pt x="47166" y="49370"/>
                    <a:pt x="47231" y="49313"/>
                    <a:pt x="47240" y="49236"/>
                  </a:cubicBezTo>
                  <a:cubicBezTo>
                    <a:pt x="47260" y="49025"/>
                    <a:pt x="47275" y="48830"/>
                    <a:pt x="47284" y="48639"/>
                  </a:cubicBezTo>
                  <a:cubicBezTo>
                    <a:pt x="47288" y="48558"/>
                    <a:pt x="47224" y="48489"/>
                    <a:pt x="47144" y="48485"/>
                  </a:cubicBezTo>
                  <a:cubicBezTo>
                    <a:pt x="47141" y="48485"/>
                    <a:pt x="47139" y="48485"/>
                    <a:pt x="47137" y="48485"/>
                  </a:cubicBezTo>
                  <a:close/>
                  <a:moveTo>
                    <a:pt x="58111" y="48783"/>
                  </a:moveTo>
                  <a:cubicBezTo>
                    <a:pt x="58030" y="48783"/>
                    <a:pt x="57965" y="48850"/>
                    <a:pt x="57965" y="48931"/>
                  </a:cubicBezTo>
                  <a:lnTo>
                    <a:pt x="57965" y="48985"/>
                  </a:lnTo>
                  <a:cubicBezTo>
                    <a:pt x="57965" y="49159"/>
                    <a:pt x="57959" y="49335"/>
                    <a:pt x="57946" y="49509"/>
                  </a:cubicBezTo>
                  <a:cubicBezTo>
                    <a:pt x="57941" y="49590"/>
                    <a:pt x="58001" y="49660"/>
                    <a:pt x="58082" y="49666"/>
                  </a:cubicBezTo>
                  <a:lnTo>
                    <a:pt x="58093" y="49666"/>
                  </a:lnTo>
                  <a:cubicBezTo>
                    <a:pt x="58170" y="49666"/>
                    <a:pt x="58235" y="49607"/>
                    <a:pt x="58240" y="49530"/>
                  </a:cubicBezTo>
                  <a:cubicBezTo>
                    <a:pt x="58253" y="49349"/>
                    <a:pt x="58259" y="49165"/>
                    <a:pt x="58259" y="48984"/>
                  </a:cubicBezTo>
                  <a:lnTo>
                    <a:pt x="58259" y="48928"/>
                  </a:lnTo>
                  <a:cubicBezTo>
                    <a:pt x="58259" y="48849"/>
                    <a:pt x="58194" y="48783"/>
                    <a:pt x="58112" y="48783"/>
                  </a:cubicBezTo>
                  <a:close/>
                  <a:moveTo>
                    <a:pt x="1895" y="49123"/>
                  </a:moveTo>
                  <a:cubicBezTo>
                    <a:pt x="1857" y="49123"/>
                    <a:pt x="1819" y="49138"/>
                    <a:pt x="1790" y="49168"/>
                  </a:cubicBezTo>
                  <a:cubicBezTo>
                    <a:pt x="1733" y="49228"/>
                    <a:pt x="1734" y="49320"/>
                    <a:pt x="1794" y="49377"/>
                  </a:cubicBezTo>
                  <a:cubicBezTo>
                    <a:pt x="1933" y="49510"/>
                    <a:pt x="2083" y="49644"/>
                    <a:pt x="2242" y="49775"/>
                  </a:cubicBezTo>
                  <a:cubicBezTo>
                    <a:pt x="2268" y="49798"/>
                    <a:pt x="2301" y="49809"/>
                    <a:pt x="2335" y="49809"/>
                  </a:cubicBezTo>
                  <a:cubicBezTo>
                    <a:pt x="2378" y="49809"/>
                    <a:pt x="2420" y="49791"/>
                    <a:pt x="2450" y="49758"/>
                  </a:cubicBezTo>
                  <a:cubicBezTo>
                    <a:pt x="2502" y="49696"/>
                    <a:pt x="2494" y="49601"/>
                    <a:pt x="2430" y="49549"/>
                  </a:cubicBezTo>
                  <a:cubicBezTo>
                    <a:pt x="2279" y="49423"/>
                    <a:pt x="2133" y="49294"/>
                    <a:pt x="1999" y="49165"/>
                  </a:cubicBezTo>
                  <a:cubicBezTo>
                    <a:pt x="1970" y="49137"/>
                    <a:pt x="1932" y="49123"/>
                    <a:pt x="1895" y="49123"/>
                  </a:cubicBezTo>
                  <a:close/>
                  <a:moveTo>
                    <a:pt x="24025" y="49781"/>
                  </a:moveTo>
                  <a:cubicBezTo>
                    <a:pt x="23966" y="49781"/>
                    <a:pt x="23909" y="49817"/>
                    <a:pt x="23888" y="49877"/>
                  </a:cubicBezTo>
                  <a:cubicBezTo>
                    <a:pt x="23819" y="50055"/>
                    <a:pt x="23752" y="50245"/>
                    <a:pt x="23687" y="50437"/>
                  </a:cubicBezTo>
                  <a:cubicBezTo>
                    <a:pt x="23661" y="50514"/>
                    <a:pt x="23702" y="50599"/>
                    <a:pt x="23780" y="50625"/>
                  </a:cubicBezTo>
                  <a:cubicBezTo>
                    <a:pt x="23796" y="50630"/>
                    <a:pt x="23812" y="50632"/>
                    <a:pt x="23827" y="50632"/>
                  </a:cubicBezTo>
                  <a:cubicBezTo>
                    <a:pt x="23889" y="50632"/>
                    <a:pt x="23946" y="50594"/>
                    <a:pt x="23965" y="50532"/>
                  </a:cubicBezTo>
                  <a:cubicBezTo>
                    <a:pt x="24029" y="50342"/>
                    <a:pt x="24095" y="50156"/>
                    <a:pt x="24162" y="49981"/>
                  </a:cubicBezTo>
                  <a:cubicBezTo>
                    <a:pt x="24192" y="49904"/>
                    <a:pt x="24153" y="49820"/>
                    <a:pt x="24077" y="49791"/>
                  </a:cubicBezTo>
                  <a:cubicBezTo>
                    <a:pt x="24060" y="49784"/>
                    <a:pt x="24042" y="49781"/>
                    <a:pt x="24025" y="49781"/>
                  </a:cubicBezTo>
                  <a:close/>
                  <a:moveTo>
                    <a:pt x="3039" y="50050"/>
                  </a:moveTo>
                  <a:cubicBezTo>
                    <a:pt x="2993" y="50050"/>
                    <a:pt x="2947" y="50072"/>
                    <a:pt x="2918" y="50113"/>
                  </a:cubicBezTo>
                  <a:cubicBezTo>
                    <a:pt x="2872" y="50178"/>
                    <a:pt x="2887" y="50271"/>
                    <a:pt x="2955" y="50317"/>
                  </a:cubicBezTo>
                  <a:cubicBezTo>
                    <a:pt x="3109" y="50425"/>
                    <a:pt x="3275" y="50537"/>
                    <a:pt x="3450" y="50649"/>
                  </a:cubicBezTo>
                  <a:cubicBezTo>
                    <a:pt x="3475" y="50665"/>
                    <a:pt x="3502" y="50672"/>
                    <a:pt x="3529" y="50672"/>
                  </a:cubicBezTo>
                  <a:cubicBezTo>
                    <a:pt x="3579" y="50672"/>
                    <a:pt x="3626" y="50647"/>
                    <a:pt x="3652" y="50605"/>
                  </a:cubicBezTo>
                  <a:cubicBezTo>
                    <a:pt x="3695" y="50537"/>
                    <a:pt x="3677" y="50445"/>
                    <a:pt x="3609" y="50402"/>
                  </a:cubicBezTo>
                  <a:cubicBezTo>
                    <a:pt x="3437" y="50291"/>
                    <a:pt x="3274" y="50182"/>
                    <a:pt x="3124" y="50077"/>
                  </a:cubicBezTo>
                  <a:cubicBezTo>
                    <a:pt x="3098" y="50059"/>
                    <a:pt x="3069" y="50050"/>
                    <a:pt x="3039" y="50050"/>
                  </a:cubicBezTo>
                  <a:close/>
                  <a:moveTo>
                    <a:pt x="46985" y="49954"/>
                  </a:moveTo>
                  <a:cubicBezTo>
                    <a:pt x="46912" y="49954"/>
                    <a:pt x="46849" y="50005"/>
                    <a:pt x="46837" y="50080"/>
                  </a:cubicBezTo>
                  <a:cubicBezTo>
                    <a:pt x="46809" y="50274"/>
                    <a:pt x="46779" y="50469"/>
                    <a:pt x="46750" y="50662"/>
                  </a:cubicBezTo>
                  <a:cubicBezTo>
                    <a:pt x="46738" y="50742"/>
                    <a:pt x="46794" y="50816"/>
                    <a:pt x="46873" y="50830"/>
                  </a:cubicBezTo>
                  <a:cubicBezTo>
                    <a:pt x="46882" y="50831"/>
                    <a:pt x="46889" y="50831"/>
                    <a:pt x="46897" y="50831"/>
                  </a:cubicBezTo>
                  <a:cubicBezTo>
                    <a:pt x="46968" y="50831"/>
                    <a:pt x="47031" y="50778"/>
                    <a:pt x="47042" y="50707"/>
                  </a:cubicBezTo>
                  <a:cubicBezTo>
                    <a:pt x="47071" y="50511"/>
                    <a:pt x="47100" y="50316"/>
                    <a:pt x="47129" y="50121"/>
                  </a:cubicBezTo>
                  <a:cubicBezTo>
                    <a:pt x="47141" y="50042"/>
                    <a:pt x="47085" y="49966"/>
                    <a:pt x="47004" y="49955"/>
                  </a:cubicBezTo>
                  <a:cubicBezTo>
                    <a:pt x="46998" y="49954"/>
                    <a:pt x="46991" y="49954"/>
                    <a:pt x="46985" y="49954"/>
                  </a:cubicBezTo>
                  <a:close/>
                  <a:moveTo>
                    <a:pt x="57971" y="50249"/>
                  </a:moveTo>
                  <a:cubicBezTo>
                    <a:pt x="57904" y="50249"/>
                    <a:pt x="57843" y="50298"/>
                    <a:pt x="57830" y="50368"/>
                  </a:cubicBezTo>
                  <a:cubicBezTo>
                    <a:pt x="57818" y="50426"/>
                    <a:pt x="57805" y="50487"/>
                    <a:pt x="57792" y="50547"/>
                  </a:cubicBezTo>
                  <a:cubicBezTo>
                    <a:pt x="57764" y="50675"/>
                    <a:pt x="57732" y="50804"/>
                    <a:pt x="57695" y="50929"/>
                  </a:cubicBezTo>
                  <a:cubicBezTo>
                    <a:pt x="57674" y="51006"/>
                    <a:pt x="57718" y="51089"/>
                    <a:pt x="57798" y="51111"/>
                  </a:cubicBezTo>
                  <a:cubicBezTo>
                    <a:pt x="57810" y="51115"/>
                    <a:pt x="57824" y="51116"/>
                    <a:pt x="57838" y="51116"/>
                  </a:cubicBezTo>
                  <a:cubicBezTo>
                    <a:pt x="57902" y="51116"/>
                    <a:pt x="57960" y="51073"/>
                    <a:pt x="57976" y="51010"/>
                  </a:cubicBezTo>
                  <a:cubicBezTo>
                    <a:pt x="58014" y="50879"/>
                    <a:pt x="58049" y="50745"/>
                    <a:pt x="58078" y="50613"/>
                  </a:cubicBezTo>
                  <a:cubicBezTo>
                    <a:pt x="58093" y="50549"/>
                    <a:pt x="58107" y="50487"/>
                    <a:pt x="58118" y="50424"/>
                  </a:cubicBezTo>
                  <a:cubicBezTo>
                    <a:pt x="58134" y="50344"/>
                    <a:pt x="58082" y="50267"/>
                    <a:pt x="58002" y="50252"/>
                  </a:cubicBezTo>
                  <a:cubicBezTo>
                    <a:pt x="57992" y="50250"/>
                    <a:pt x="57981" y="50249"/>
                    <a:pt x="57971" y="50249"/>
                  </a:cubicBezTo>
                  <a:close/>
                  <a:moveTo>
                    <a:pt x="4286" y="50838"/>
                  </a:moveTo>
                  <a:cubicBezTo>
                    <a:pt x="4235" y="50838"/>
                    <a:pt x="4185" y="50864"/>
                    <a:pt x="4158" y="50910"/>
                  </a:cubicBezTo>
                  <a:cubicBezTo>
                    <a:pt x="4116" y="50982"/>
                    <a:pt x="4141" y="51072"/>
                    <a:pt x="4210" y="51114"/>
                  </a:cubicBezTo>
                  <a:cubicBezTo>
                    <a:pt x="4380" y="51214"/>
                    <a:pt x="4553" y="51312"/>
                    <a:pt x="4724" y="51410"/>
                  </a:cubicBezTo>
                  <a:cubicBezTo>
                    <a:pt x="4746" y="51423"/>
                    <a:pt x="4771" y="51429"/>
                    <a:pt x="4796" y="51429"/>
                  </a:cubicBezTo>
                  <a:cubicBezTo>
                    <a:pt x="4847" y="51429"/>
                    <a:pt x="4896" y="51401"/>
                    <a:pt x="4925" y="51353"/>
                  </a:cubicBezTo>
                  <a:cubicBezTo>
                    <a:pt x="4965" y="51282"/>
                    <a:pt x="4941" y="51192"/>
                    <a:pt x="4869" y="51152"/>
                  </a:cubicBezTo>
                  <a:cubicBezTo>
                    <a:pt x="4698" y="51055"/>
                    <a:pt x="4528" y="50957"/>
                    <a:pt x="4360" y="50858"/>
                  </a:cubicBezTo>
                  <a:cubicBezTo>
                    <a:pt x="4337" y="50844"/>
                    <a:pt x="4311" y="50838"/>
                    <a:pt x="4286" y="50838"/>
                  </a:cubicBezTo>
                  <a:close/>
                  <a:moveTo>
                    <a:pt x="23564" y="51181"/>
                  </a:moveTo>
                  <a:cubicBezTo>
                    <a:pt x="23500" y="51181"/>
                    <a:pt x="23441" y="51222"/>
                    <a:pt x="23422" y="51287"/>
                  </a:cubicBezTo>
                  <a:cubicBezTo>
                    <a:pt x="23368" y="51477"/>
                    <a:pt x="23315" y="51668"/>
                    <a:pt x="23265" y="51859"/>
                  </a:cubicBezTo>
                  <a:cubicBezTo>
                    <a:pt x="23244" y="51937"/>
                    <a:pt x="23290" y="52018"/>
                    <a:pt x="23369" y="52039"/>
                  </a:cubicBezTo>
                  <a:cubicBezTo>
                    <a:pt x="23380" y="52043"/>
                    <a:pt x="23394" y="52044"/>
                    <a:pt x="23406" y="52044"/>
                  </a:cubicBezTo>
                  <a:cubicBezTo>
                    <a:pt x="23472" y="52044"/>
                    <a:pt x="23532" y="52001"/>
                    <a:pt x="23549" y="51935"/>
                  </a:cubicBezTo>
                  <a:cubicBezTo>
                    <a:pt x="23599" y="51746"/>
                    <a:pt x="23652" y="51558"/>
                    <a:pt x="23705" y="51370"/>
                  </a:cubicBezTo>
                  <a:cubicBezTo>
                    <a:pt x="23729" y="51291"/>
                    <a:pt x="23684" y="51210"/>
                    <a:pt x="23605" y="51187"/>
                  </a:cubicBezTo>
                  <a:cubicBezTo>
                    <a:pt x="23592" y="51183"/>
                    <a:pt x="23578" y="51181"/>
                    <a:pt x="23564" y="51181"/>
                  </a:cubicBezTo>
                  <a:close/>
                  <a:moveTo>
                    <a:pt x="5566" y="51567"/>
                  </a:moveTo>
                  <a:cubicBezTo>
                    <a:pt x="5514" y="51567"/>
                    <a:pt x="5464" y="51595"/>
                    <a:pt x="5437" y="51643"/>
                  </a:cubicBezTo>
                  <a:cubicBezTo>
                    <a:pt x="5397" y="51714"/>
                    <a:pt x="5423" y="51804"/>
                    <a:pt x="5494" y="51844"/>
                  </a:cubicBezTo>
                  <a:cubicBezTo>
                    <a:pt x="5665" y="51941"/>
                    <a:pt x="5836" y="52036"/>
                    <a:pt x="6008" y="52135"/>
                  </a:cubicBezTo>
                  <a:cubicBezTo>
                    <a:pt x="6030" y="52147"/>
                    <a:pt x="6056" y="52154"/>
                    <a:pt x="6081" y="52154"/>
                  </a:cubicBezTo>
                  <a:cubicBezTo>
                    <a:pt x="6131" y="52154"/>
                    <a:pt x="6181" y="52128"/>
                    <a:pt x="6209" y="52079"/>
                  </a:cubicBezTo>
                  <a:cubicBezTo>
                    <a:pt x="6248" y="52008"/>
                    <a:pt x="6224" y="51918"/>
                    <a:pt x="6153" y="51878"/>
                  </a:cubicBezTo>
                  <a:cubicBezTo>
                    <a:pt x="5982" y="51780"/>
                    <a:pt x="5809" y="51683"/>
                    <a:pt x="5638" y="51586"/>
                  </a:cubicBezTo>
                  <a:cubicBezTo>
                    <a:pt x="5615" y="51573"/>
                    <a:pt x="5590" y="51567"/>
                    <a:pt x="5566" y="51567"/>
                  </a:cubicBezTo>
                  <a:close/>
                  <a:moveTo>
                    <a:pt x="46762" y="51411"/>
                  </a:moveTo>
                  <a:cubicBezTo>
                    <a:pt x="46692" y="51411"/>
                    <a:pt x="46629" y="51464"/>
                    <a:pt x="46618" y="51538"/>
                  </a:cubicBezTo>
                  <a:cubicBezTo>
                    <a:pt x="46590" y="51734"/>
                    <a:pt x="46564" y="51931"/>
                    <a:pt x="46542" y="52127"/>
                  </a:cubicBezTo>
                  <a:cubicBezTo>
                    <a:pt x="46533" y="52207"/>
                    <a:pt x="46592" y="52281"/>
                    <a:pt x="46672" y="52290"/>
                  </a:cubicBezTo>
                  <a:cubicBezTo>
                    <a:pt x="46677" y="52291"/>
                    <a:pt x="46685" y="52291"/>
                    <a:pt x="46690" y="52291"/>
                  </a:cubicBezTo>
                  <a:cubicBezTo>
                    <a:pt x="46763" y="52291"/>
                    <a:pt x="46827" y="52235"/>
                    <a:pt x="46835" y="52161"/>
                  </a:cubicBezTo>
                  <a:cubicBezTo>
                    <a:pt x="46857" y="51966"/>
                    <a:pt x="46883" y="51772"/>
                    <a:pt x="46909" y="51579"/>
                  </a:cubicBezTo>
                  <a:cubicBezTo>
                    <a:pt x="46922" y="51498"/>
                    <a:pt x="46866" y="51424"/>
                    <a:pt x="46785" y="51413"/>
                  </a:cubicBezTo>
                  <a:cubicBezTo>
                    <a:pt x="46777" y="51412"/>
                    <a:pt x="46770" y="51411"/>
                    <a:pt x="46762" y="51411"/>
                  </a:cubicBezTo>
                  <a:close/>
                  <a:moveTo>
                    <a:pt x="57543" y="51654"/>
                  </a:moveTo>
                  <a:cubicBezTo>
                    <a:pt x="57485" y="51654"/>
                    <a:pt x="57431" y="51688"/>
                    <a:pt x="57407" y="51744"/>
                  </a:cubicBezTo>
                  <a:cubicBezTo>
                    <a:pt x="57334" y="51919"/>
                    <a:pt x="57252" y="52095"/>
                    <a:pt x="57163" y="52269"/>
                  </a:cubicBezTo>
                  <a:cubicBezTo>
                    <a:pt x="57127" y="52341"/>
                    <a:pt x="57155" y="52430"/>
                    <a:pt x="57227" y="52467"/>
                  </a:cubicBezTo>
                  <a:cubicBezTo>
                    <a:pt x="57250" y="52478"/>
                    <a:pt x="57271" y="52483"/>
                    <a:pt x="57294" y="52483"/>
                  </a:cubicBezTo>
                  <a:cubicBezTo>
                    <a:pt x="57348" y="52483"/>
                    <a:pt x="57399" y="52455"/>
                    <a:pt x="57425" y="52403"/>
                  </a:cubicBezTo>
                  <a:cubicBezTo>
                    <a:pt x="57518" y="52223"/>
                    <a:pt x="57603" y="52039"/>
                    <a:pt x="57679" y="51859"/>
                  </a:cubicBezTo>
                  <a:cubicBezTo>
                    <a:pt x="57711" y="51784"/>
                    <a:pt x="57675" y="51697"/>
                    <a:pt x="57601" y="51666"/>
                  </a:cubicBezTo>
                  <a:cubicBezTo>
                    <a:pt x="57582" y="51658"/>
                    <a:pt x="57562" y="51654"/>
                    <a:pt x="57543" y="51654"/>
                  </a:cubicBezTo>
                  <a:close/>
                  <a:moveTo>
                    <a:pt x="6845" y="52309"/>
                  </a:moveTo>
                  <a:cubicBezTo>
                    <a:pt x="6796" y="52309"/>
                    <a:pt x="6747" y="52334"/>
                    <a:pt x="6719" y="52380"/>
                  </a:cubicBezTo>
                  <a:cubicBezTo>
                    <a:pt x="6676" y="52449"/>
                    <a:pt x="6699" y="52540"/>
                    <a:pt x="6768" y="52582"/>
                  </a:cubicBezTo>
                  <a:cubicBezTo>
                    <a:pt x="6936" y="52684"/>
                    <a:pt x="7100" y="52787"/>
                    <a:pt x="7264" y="52893"/>
                  </a:cubicBezTo>
                  <a:cubicBezTo>
                    <a:pt x="7289" y="52909"/>
                    <a:pt x="7318" y="52916"/>
                    <a:pt x="7345" y="52916"/>
                  </a:cubicBezTo>
                  <a:cubicBezTo>
                    <a:pt x="7392" y="52916"/>
                    <a:pt x="7440" y="52891"/>
                    <a:pt x="7470" y="52850"/>
                  </a:cubicBezTo>
                  <a:cubicBezTo>
                    <a:pt x="7514" y="52782"/>
                    <a:pt x="7494" y="52690"/>
                    <a:pt x="7426" y="52647"/>
                  </a:cubicBezTo>
                  <a:cubicBezTo>
                    <a:pt x="7259" y="52538"/>
                    <a:pt x="7092" y="52433"/>
                    <a:pt x="6922" y="52330"/>
                  </a:cubicBezTo>
                  <a:cubicBezTo>
                    <a:pt x="6898" y="52316"/>
                    <a:pt x="6871" y="52309"/>
                    <a:pt x="6845" y="52309"/>
                  </a:cubicBezTo>
                  <a:close/>
                  <a:moveTo>
                    <a:pt x="23190" y="52607"/>
                  </a:moveTo>
                  <a:cubicBezTo>
                    <a:pt x="23124" y="52607"/>
                    <a:pt x="23063" y="52653"/>
                    <a:pt x="23047" y="52720"/>
                  </a:cubicBezTo>
                  <a:cubicBezTo>
                    <a:pt x="23001" y="52911"/>
                    <a:pt x="22954" y="53103"/>
                    <a:pt x="22908" y="53294"/>
                  </a:cubicBezTo>
                  <a:cubicBezTo>
                    <a:pt x="22888" y="53373"/>
                    <a:pt x="22937" y="53453"/>
                    <a:pt x="23016" y="53472"/>
                  </a:cubicBezTo>
                  <a:cubicBezTo>
                    <a:pt x="23027" y="53474"/>
                    <a:pt x="23039" y="53476"/>
                    <a:pt x="23050" y="53476"/>
                  </a:cubicBezTo>
                  <a:cubicBezTo>
                    <a:pt x="23117" y="53476"/>
                    <a:pt x="23178" y="53431"/>
                    <a:pt x="23193" y="53362"/>
                  </a:cubicBezTo>
                  <a:lnTo>
                    <a:pt x="23333" y="52790"/>
                  </a:lnTo>
                  <a:cubicBezTo>
                    <a:pt x="23352" y="52711"/>
                    <a:pt x="23303" y="52631"/>
                    <a:pt x="23224" y="52612"/>
                  </a:cubicBezTo>
                  <a:cubicBezTo>
                    <a:pt x="23213" y="52609"/>
                    <a:pt x="23201" y="52607"/>
                    <a:pt x="23190" y="52607"/>
                  </a:cubicBezTo>
                  <a:close/>
                  <a:moveTo>
                    <a:pt x="56851" y="52953"/>
                  </a:moveTo>
                  <a:cubicBezTo>
                    <a:pt x="56802" y="52953"/>
                    <a:pt x="56755" y="52977"/>
                    <a:pt x="56727" y="53020"/>
                  </a:cubicBezTo>
                  <a:cubicBezTo>
                    <a:pt x="56623" y="53180"/>
                    <a:pt x="56513" y="53342"/>
                    <a:pt x="56396" y="53499"/>
                  </a:cubicBezTo>
                  <a:cubicBezTo>
                    <a:pt x="56348" y="53565"/>
                    <a:pt x="56362" y="53658"/>
                    <a:pt x="56427" y="53705"/>
                  </a:cubicBezTo>
                  <a:cubicBezTo>
                    <a:pt x="56454" y="53725"/>
                    <a:pt x="56486" y="53734"/>
                    <a:pt x="56515" y="53734"/>
                  </a:cubicBezTo>
                  <a:cubicBezTo>
                    <a:pt x="56562" y="53734"/>
                    <a:pt x="56606" y="53714"/>
                    <a:pt x="56634" y="53673"/>
                  </a:cubicBezTo>
                  <a:cubicBezTo>
                    <a:pt x="56754" y="53510"/>
                    <a:pt x="56869" y="53344"/>
                    <a:pt x="56974" y="53180"/>
                  </a:cubicBezTo>
                  <a:cubicBezTo>
                    <a:pt x="57019" y="53112"/>
                    <a:pt x="56999" y="53020"/>
                    <a:pt x="56931" y="52977"/>
                  </a:cubicBezTo>
                  <a:cubicBezTo>
                    <a:pt x="56906" y="52961"/>
                    <a:pt x="56878" y="52953"/>
                    <a:pt x="56851" y="52953"/>
                  </a:cubicBezTo>
                  <a:close/>
                  <a:moveTo>
                    <a:pt x="46614" y="52878"/>
                  </a:moveTo>
                  <a:cubicBezTo>
                    <a:pt x="46542" y="52878"/>
                    <a:pt x="46474" y="52940"/>
                    <a:pt x="46470" y="53018"/>
                  </a:cubicBezTo>
                  <a:cubicBezTo>
                    <a:pt x="46464" y="53158"/>
                    <a:pt x="46461" y="53297"/>
                    <a:pt x="46461" y="53436"/>
                  </a:cubicBezTo>
                  <a:lnTo>
                    <a:pt x="46463" y="53618"/>
                  </a:lnTo>
                  <a:cubicBezTo>
                    <a:pt x="46464" y="53699"/>
                    <a:pt x="46530" y="53762"/>
                    <a:pt x="46609" y="53762"/>
                  </a:cubicBezTo>
                  <a:lnTo>
                    <a:pt x="46612" y="53762"/>
                  </a:lnTo>
                  <a:cubicBezTo>
                    <a:pt x="46693" y="53760"/>
                    <a:pt x="46758" y="53693"/>
                    <a:pt x="46757" y="53612"/>
                  </a:cubicBezTo>
                  <a:lnTo>
                    <a:pt x="46755" y="53436"/>
                  </a:lnTo>
                  <a:cubicBezTo>
                    <a:pt x="46755" y="53300"/>
                    <a:pt x="46758" y="53165"/>
                    <a:pt x="46764" y="53031"/>
                  </a:cubicBezTo>
                  <a:cubicBezTo>
                    <a:pt x="46768" y="52950"/>
                    <a:pt x="46705" y="52881"/>
                    <a:pt x="46624" y="52878"/>
                  </a:cubicBezTo>
                  <a:cubicBezTo>
                    <a:pt x="46620" y="52878"/>
                    <a:pt x="46617" y="52878"/>
                    <a:pt x="46614" y="52878"/>
                  </a:cubicBezTo>
                  <a:close/>
                  <a:moveTo>
                    <a:pt x="8073" y="53123"/>
                  </a:moveTo>
                  <a:cubicBezTo>
                    <a:pt x="8027" y="53123"/>
                    <a:pt x="7983" y="53144"/>
                    <a:pt x="7954" y="53183"/>
                  </a:cubicBezTo>
                  <a:cubicBezTo>
                    <a:pt x="7905" y="53249"/>
                    <a:pt x="7919" y="53340"/>
                    <a:pt x="7985" y="53390"/>
                  </a:cubicBezTo>
                  <a:cubicBezTo>
                    <a:pt x="8146" y="53508"/>
                    <a:pt x="8301" y="53628"/>
                    <a:pt x="8445" y="53747"/>
                  </a:cubicBezTo>
                  <a:cubicBezTo>
                    <a:pt x="8473" y="53768"/>
                    <a:pt x="8505" y="53781"/>
                    <a:pt x="8538" y="53781"/>
                  </a:cubicBezTo>
                  <a:cubicBezTo>
                    <a:pt x="8582" y="53781"/>
                    <a:pt x="8624" y="53762"/>
                    <a:pt x="8652" y="53727"/>
                  </a:cubicBezTo>
                  <a:cubicBezTo>
                    <a:pt x="8706" y="53664"/>
                    <a:pt x="8696" y="53571"/>
                    <a:pt x="8633" y="53520"/>
                  </a:cubicBezTo>
                  <a:cubicBezTo>
                    <a:pt x="8485" y="53399"/>
                    <a:pt x="8326" y="53275"/>
                    <a:pt x="8161" y="53152"/>
                  </a:cubicBezTo>
                  <a:cubicBezTo>
                    <a:pt x="8134" y="53132"/>
                    <a:pt x="8103" y="53123"/>
                    <a:pt x="8073" y="53123"/>
                  </a:cubicBezTo>
                  <a:close/>
                  <a:moveTo>
                    <a:pt x="9193" y="54081"/>
                  </a:moveTo>
                  <a:cubicBezTo>
                    <a:pt x="9156" y="54081"/>
                    <a:pt x="9118" y="54095"/>
                    <a:pt x="9089" y="54123"/>
                  </a:cubicBezTo>
                  <a:cubicBezTo>
                    <a:pt x="9032" y="54181"/>
                    <a:pt x="9032" y="54274"/>
                    <a:pt x="9088" y="54332"/>
                  </a:cubicBezTo>
                  <a:cubicBezTo>
                    <a:pt x="9148" y="54393"/>
                    <a:pt x="9209" y="54457"/>
                    <a:pt x="9268" y="54519"/>
                  </a:cubicBezTo>
                  <a:cubicBezTo>
                    <a:pt x="9340" y="54598"/>
                    <a:pt x="9409" y="54677"/>
                    <a:pt x="9479" y="54759"/>
                  </a:cubicBezTo>
                  <a:cubicBezTo>
                    <a:pt x="9507" y="54793"/>
                    <a:pt x="9550" y="54810"/>
                    <a:pt x="9591" y="54810"/>
                  </a:cubicBezTo>
                  <a:cubicBezTo>
                    <a:pt x="9625" y="54810"/>
                    <a:pt x="9660" y="54799"/>
                    <a:pt x="9687" y="54776"/>
                  </a:cubicBezTo>
                  <a:cubicBezTo>
                    <a:pt x="9749" y="54723"/>
                    <a:pt x="9756" y="54630"/>
                    <a:pt x="9703" y="54568"/>
                  </a:cubicBezTo>
                  <a:cubicBezTo>
                    <a:pt x="9632" y="54483"/>
                    <a:pt x="9559" y="54401"/>
                    <a:pt x="9485" y="54319"/>
                  </a:cubicBezTo>
                  <a:cubicBezTo>
                    <a:pt x="9424" y="54253"/>
                    <a:pt x="9362" y="54187"/>
                    <a:pt x="9299" y="54124"/>
                  </a:cubicBezTo>
                  <a:cubicBezTo>
                    <a:pt x="9269" y="54095"/>
                    <a:pt x="9231" y="54081"/>
                    <a:pt x="9193" y="54081"/>
                  </a:cubicBezTo>
                  <a:close/>
                  <a:moveTo>
                    <a:pt x="55961" y="54128"/>
                  </a:moveTo>
                  <a:cubicBezTo>
                    <a:pt x="55920" y="54128"/>
                    <a:pt x="55879" y="54145"/>
                    <a:pt x="55850" y="54179"/>
                  </a:cubicBezTo>
                  <a:cubicBezTo>
                    <a:pt x="55726" y="54322"/>
                    <a:pt x="55594" y="54468"/>
                    <a:pt x="55458" y="54609"/>
                  </a:cubicBezTo>
                  <a:cubicBezTo>
                    <a:pt x="55403" y="54669"/>
                    <a:pt x="55404" y="54762"/>
                    <a:pt x="55463" y="54819"/>
                  </a:cubicBezTo>
                  <a:cubicBezTo>
                    <a:pt x="55492" y="54847"/>
                    <a:pt x="55529" y="54860"/>
                    <a:pt x="55565" y="54860"/>
                  </a:cubicBezTo>
                  <a:cubicBezTo>
                    <a:pt x="55605" y="54860"/>
                    <a:pt x="55643" y="54846"/>
                    <a:pt x="55669" y="54814"/>
                  </a:cubicBezTo>
                  <a:cubicBezTo>
                    <a:pt x="55808" y="54668"/>
                    <a:pt x="55945" y="54519"/>
                    <a:pt x="56071" y="54372"/>
                  </a:cubicBezTo>
                  <a:cubicBezTo>
                    <a:pt x="56126" y="54312"/>
                    <a:pt x="56120" y="54217"/>
                    <a:pt x="56058" y="54165"/>
                  </a:cubicBezTo>
                  <a:cubicBezTo>
                    <a:pt x="56030" y="54140"/>
                    <a:pt x="55996" y="54128"/>
                    <a:pt x="55961" y="54128"/>
                  </a:cubicBezTo>
                  <a:close/>
                  <a:moveTo>
                    <a:pt x="22840" y="54040"/>
                  </a:moveTo>
                  <a:cubicBezTo>
                    <a:pt x="22773" y="54040"/>
                    <a:pt x="22713" y="54085"/>
                    <a:pt x="22697" y="54152"/>
                  </a:cubicBezTo>
                  <a:cubicBezTo>
                    <a:pt x="22650" y="54341"/>
                    <a:pt x="22600" y="54531"/>
                    <a:pt x="22550" y="54721"/>
                  </a:cubicBezTo>
                  <a:cubicBezTo>
                    <a:pt x="22529" y="54799"/>
                    <a:pt x="22575" y="54881"/>
                    <a:pt x="22655" y="54901"/>
                  </a:cubicBezTo>
                  <a:cubicBezTo>
                    <a:pt x="22667" y="54905"/>
                    <a:pt x="22681" y="54906"/>
                    <a:pt x="22693" y="54906"/>
                  </a:cubicBezTo>
                  <a:cubicBezTo>
                    <a:pt x="22758" y="54906"/>
                    <a:pt x="22818" y="54862"/>
                    <a:pt x="22834" y="54796"/>
                  </a:cubicBezTo>
                  <a:cubicBezTo>
                    <a:pt x="22886" y="54607"/>
                    <a:pt x="22936" y="54415"/>
                    <a:pt x="22983" y="54224"/>
                  </a:cubicBezTo>
                  <a:cubicBezTo>
                    <a:pt x="23003" y="54144"/>
                    <a:pt x="22955" y="54064"/>
                    <a:pt x="22876" y="54045"/>
                  </a:cubicBezTo>
                  <a:cubicBezTo>
                    <a:pt x="22864" y="54042"/>
                    <a:pt x="22852" y="54040"/>
                    <a:pt x="22840" y="54040"/>
                  </a:cubicBezTo>
                  <a:close/>
                  <a:moveTo>
                    <a:pt x="46696" y="54346"/>
                  </a:moveTo>
                  <a:cubicBezTo>
                    <a:pt x="46687" y="54346"/>
                    <a:pt x="46679" y="54347"/>
                    <a:pt x="46670" y="54348"/>
                  </a:cubicBezTo>
                  <a:cubicBezTo>
                    <a:pt x="46590" y="54362"/>
                    <a:pt x="46536" y="54438"/>
                    <a:pt x="46549" y="54518"/>
                  </a:cubicBezTo>
                  <a:cubicBezTo>
                    <a:pt x="46584" y="54720"/>
                    <a:pt x="46629" y="54918"/>
                    <a:pt x="46681" y="55109"/>
                  </a:cubicBezTo>
                  <a:cubicBezTo>
                    <a:pt x="46700" y="55175"/>
                    <a:pt x="46759" y="55217"/>
                    <a:pt x="46824" y="55217"/>
                  </a:cubicBezTo>
                  <a:cubicBezTo>
                    <a:pt x="46836" y="55217"/>
                    <a:pt x="46851" y="55216"/>
                    <a:pt x="46862" y="55211"/>
                  </a:cubicBezTo>
                  <a:cubicBezTo>
                    <a:pt x="46940" y="55189"/>
                    <a:pt x="46987" y="55108"/>
                    <a:pt x="46965" y="55029"/>
                  </a:cubicBezTo>
                  <a:cubicBezTo>
                    <a:pt x="46915" y="54847"/>
                    <a:pt x="46872" y="54659"/>
                    <a:pt x="46840" y="54468"/>
                  </a:cubicBezTo>
                  <a:cubicBezTo>
                    <a:pt x="46827" y="54396"/>
                    <a:pt x="46766" y="54346"/>
                    <a:pt x="46696" y="54346"/>
                  </a:cubicBezTo>
                  <a:close/>
                  <a:moveTo>
                    <a:pt x="54933" y="55185"/>
                  </a:moveTo>
                  <a:cubicBezTo>
                    <a:pt x="54898" y="55185"/>
                    <a:pt x="54862" y="55198"/>
                    <a:pt x="54833" y="55224"/>
                  </a:cubicBezTo>
                  <a:cubicBezTo>
                    <a:pt x="54693" y="55353"/>
                    <a:pt x="54545" y="55484"/>
                    <a:pt x="54396" y="55611"/>
                  </a:cubicBezTo>
                  <a:cubicBezTo>
                    <a:pt x="54335" y="55665"/>
                    <a:pt x="54327" y="55758"/>
                    <a:pt x="54379" y="55819"/>
                  </a:cubicBezTo>
                  <a:cubicBezTo>
                    <a:pt x="54409" y="55853"/>
                    <a:pt x="54451" y="55871"/>
                    <a:pt x="54492" y="55871"/>
                  </a:cubicBezTo>
                  <a:cubicBezTo>
                    <a:pt x="54527" y="55871"/>
                    <a:pt x="54560" y="55860"/>
                    <a:pt x="54587" y="55836"/>
                  </a:cubicBezTo>
                  <a:cubicBezTo>
                    <a:pt x="54739" y="55706"/>
                    <a:pt x="54889" y="55573"/>
                    <a:pt x="55032" y="55441"/>
                  </a:cubicBezTo>
                  <a:cubicBezTo>
                    <a:pt x="55092" y="55387"/>
                    <a:pt x="55096" y="55293"/>
                    <a:pt x="55041" y="55233"/>
                  </a:cubicBezTo>
                  <a:cubicBezTo>
                    <a:pt x="55012" y="55201"/>
                    <a:pt x="54973" y="55185"/>
                    <a:pt x="54933" y="55185"/>
                  </a:cubicBezTo>
                  <a:close/>
                  <a:moveTo>
                    <a:pt x="10132" y="55216"/>
                  </a:moveTo>
                  <a:cubicBezTo>
                    <a:pt x="10102" y="55216"/>
                    <a:pt x="10073" y="55224"/>
                    <a:pt x="10047" y="55243"/>
                  </a:cubicBezTo>
                  <a:cubicBezTo>
                    <a:pt x="9980" y="55289"/>
                    <a:pt x="9964" y="55382"/>
                    <a:pt x="10012" y="55448"/>
                  </a:cubicBezTo>
                  <a:cubicBezTo>
                    <a:pt x="10120" y="55599"/>
                    <a:pt x="10227" y="55758"/>
                    <a:pt x="10341" y="55930"/>
                  </a:cubicBezTo>
                  <a:cubicBezTo>
                    <a:pt x="10369" y="55974"/>
                    <a:pt x="10416" y="55997"/>
                    <a:pt x="10465" y="55997"/>
                  </a:cubicBezTo>
                  <a:cubicBezTo>
                    <a:pt x="10493" y="55997"/>
                    <a:pt x="10519" y="55990"/>
                    <a:pt x="10544" y="55974"/>
                  </a:cubicBezTo>
                  <a:cubicBezTo>
                    <a:pt x="10612" y="55930"/>
                    <a:pt x="10632" y="55839"/>
                    <a:pt x="10586" y="55770"/>
                  </a:cubicBezTo>
                  <a:cubicBezTo>
                    <a:pt x="10472" y="55594"/>
                    <a:pt x="10363" y="55433"/>
                    <a:pt x="10251" y="55278"/>
                  </a:cubicBezTo>
                  <a:cubicBezTo>
                    <a:pt x="10223" y="55237"/>
                    <a:pt x="10178" y="55216"/>
                    <a:pt x="10132" y="55216"/>
                  </a:cubicBezTo>
                  <a:close/>
                  <a:moveTo>
                    <a:pt x="22450" y="55462"/>
                  </a:moveTo>
                  <a:cubicBezTo>
                    <a:pt x="22387" y="55462"/>
                    <a:pt x="22329" y="55504"/>
                    <a:pt x="22310" y="55567"/>
                  </a:cubicBezTo>
                  <a:cubicBezTo>
                    <a:pt x="22254" y="55753"/>
                    <a:pt x="22194" y="55939"/>
                    <a:pt x="22131" y="56124"/>
                  </a:cubicBezTo>
                  <a:cubicBezTo>
                    <a:pt x="22105" y="56201"/>
                    <a:pt x="22146" y="56285"/>
                    <a:pt x="22224" y="56311"/>
                  </a:cubicBezTo>
                  <a:cubicBezTo>
                    <a:pt x="22239" y="56316"/>
                    <a:pt x="22256" y="56319"/>
                    <a:pt x="22271" y="56319"/>
                  </a:cubicBezTo>
                  <a:cubicBezTo>
                    <a:pt x="22333" y="56319"/>
                    <a:pt x="22390" y="56280"/>
                    <a:pt x="22410" y="56219"/>
                  </a:cubicBezTo>
                  <a:cubicBezTo>
                    <a:pt x="22473" y="56032"/>
                    <a:pt x="22534" y="55842"/>
                    <a:pt x="22592" y="55653"/>
                  </a:cubicBezTo>
                  <a:cubicBezTo>
                    <a:pt x="22617" y="55574"/>
                    <a:pt x="22571" y="55491"/>
                    <a:pt x="22494" y="55469"/>
                  </a:cubicBezTo>
                  <a:cubicBezTo>
                    <a:pt x="22479" y="55464"/>
                    <a:pt x="22465" y="55462"/>
                    <a:pt x="22450" y="55462"/>
                  </a:cubicBezTo>
                  <a:close/>
                  <a:moveTo>
                    <a:pt x="47127" y="55754"/>
                  </a:moveTo>
                  <a:cubicBezTo>
                    <a:pt x="47105" y="55754"/>
                    <a:pt x="47084" y="55758"/>
                    <a:pt x="47063" y="55768"/>
                  </a:cubicBezTo>
                  <a:cubicBezTo>
                    <a:pt x="46990" y="55803"/>
                    <a:pt x="46958" y="55891"/>
                    <a:pt x="46992" y="55964"/>
                  </a:cubicBezTo>
                  <a:cubicBezTo>
                    <a:pt x="47080" y="56152"/>
                    <a:pt x="47178" y="56331"/>
                    <a:pt x="47284" y="56497"/>
                  </a:cubicBezTo>
                  <a:cubicBezTo>
                    <a:pt x="47312" y="56542"/>
                    <a:pt x="47360" y="56566"/>
                    <a:pt x="47409" y="56566"/>
                  </a:cubicBezTo>
                  <a:cubicBezTo>
                    <a:pt x="47436" y="56566"/>
                    <a:pt x="47464" y="56558"/>
                    <a:pt x="47486" y="56543"/>
                  </a:cubicBezTo>
                  <a:cubicBezTo>
                    <a:pt x="47554" y="56499"/>
                    <a:pt x="47575" y="56408"/>
                    <a:pt x="47532" y="56339"/>
                  </a:cubicBezTo>
                  <a:cubicBezTo>
                    <a:pt x="47434" y="56185"/>
                    <a:pt x="47342" y="56016"/>
                    <a:pt x="47259" y="55839"/>
                  </a:cubicBezTo>
                  <a:cubicBezTo>
                    <a:pt x="47234" y="55785"/>
                    <a:pt x="47182" y="55754"/>
                    <a:pt x="47127" y="55754"/>
                  </a:cubicBezTo>
                  <a:close/>
                  <a:moveTo>
                    <a:pt x="53806" y="56133"/>
                  </a:moveTo>
                  <a:cubicBezTo>
                    <a:pt x="53774" y="56133"/>
                    <a:pt x="53743" y="56143"/>
                    <a:pt x="53716" y="56164"/>
                  </a:cubicBezTo>
                  <a:cubicBezTo>
                    <a:pt x="53618" y="56238"/>
                    <a:pt x="53520" y="56312"/>
                    <a:pt x="53420" y="56386"/>
                  </a:cubicBezTo>
                  <a:cubicBezTo>
                    <a:pt x="53362" y="56428"/>
                    <a:pt x="53304" y="56471"/>
                    <a:pt x="53247" y="56512"/>
                  </a:cubicBezTo>
                  <a:cubicBezTo>
                    <a:pt x="53179" y="56558"/>
                    <a:pt x="53164" y="56651"/>
                    <a:pt x="53211" y="56717"/>
                  </a:cubicBezTo>
                  <a:cubicBezTo>
                    <a:pt x="53239" y="56757"/>
                    <a:pt x="53285" y="56779"/>
                    <a:pt x="53331" y="56779"/>
                  </a:cubicBezTo>
                  <a:cubicBezTo>
                    <a:pt x="53361" y="56779"/>
                    <a:pt x="53391" y="56770"/>
                    <a:pt x="53417" y="56752"/>
                  </a:cubicBezTo>
                  <a:cubicBezTo>
                    <a:pt x="53477" y="56709"/>
                    <a:pt x="53536" y="56666"/>
                    <a:pt x="53594" y="56623"/>
                  </a:cubicBezTo>
                  <a:cubicBezTo>
                    <a:pt x="53695" y="56549"/>
                    <a:pt x="53795" y="56474"/>
                    <a:pt x="53894" y="56397"/>
                  </a:cubicBezTo>
                  <a:cubicBezTo>
                    <a:pt x="53959" y="56348"/>
                    <a:pt x="53972" y="56255"/>
                    <a:pt x="53922" y="56191"/>
                  </a:cubicBezTo>
                  <a:cubicBezTo>
                    <a:pt x="53893" y="56153"/>
                    <a:pt x="53850" y="56133"/>
                    <a:pt x="53806" y="56133"/>
                  </a:cubicBezTo>
                  <a:close/>
                  <a:moveTo>
                    <a:pt x="10932" y="56453"/>
                  </a:moveTo>
                  <a:cubicBezTo>
                    <a:pt x="10907" y="56453"/>
                    <a:pt x="10880" y="56460"/>
                    <a:pt x="10857" y="56475"/>
                  </a:cubicBezTo>
                  <a:cubicBezTo>
                    <a:pt x="10787" y="56517"/>
                    <a:pt x="10764" y="56608"/>
                    <a:pt x="10806" y="56677"/>
                  </a:cubicBezTo>
                  <a:cubicBezTo>
                    <a:pt x="10908" y="56844"/>
                    <a:pt x="11008" y="57013"/>
                    <a:pt x="11107" y="57182"/>
                  </a:cubicBezTo>
                  <a:cubicBezTo>
                    <a:pt x="11136" y="57229"/>
                    <a:pt x="11185" y="57255"/>
                    <a:pt x="11235" y="57255"/>
                  </a:cubicBezTo>
                  <a:cubicBezTo>
                    <a:pt x="11261" y="57255"/>
                    <a:pt x="11287" y="57248"/>
                    <a:pt x="11311" y="57235"/>
                  </a:cubicBezTo>
                  <a:cubicBezTo>
                    <a:pt x="11380" y="57193"/>
                    <a:pt x="11404" y="57102"/>
                    <a:pt x="11362" y="57033"/>
                  </a:cubicBezTo>
                  <a:cubicBezTo>
                    <a:pt x="11261" y="56863"/>
                    <a:pt x="11161" y="56693"/>
                    <a:pt x="11059" y="56524"/>
                  </a:cubicBezTo>
                  <a:cubicBezTo>
                    <a:pt x="11031" y="56479"/>
                    <a:pt x="10982" y="56453"/>
                    <a:pt x="10932" y="56453"/>
                  </a:cubicBezTo>
                  <a:close/>
                  <a:moveTo>
                    <a:pt x="52590" y="56971"/>
                  </a:moveTo>
                  <a:cubicBezTo>
                    <a:pt x="52564" y="56971"/>
                    <a:pt x="52538" y="56978"/>
                    <a:pt x="52515" y="56992"/>
                  </a:cubicBezTo>
                  <a:cubicBezTo>
                    <a:pt x="52344" y="57092"/>
                    <a:pt x="52173" y="57187"/>
                    <a:pt x="52006" y="57269"/>
                  </a:cubicBezTo>
                  <a:cubicBezTo>
                    <a:pt x="51934" y="57305"/>
                    <a:pt x="51905" y="57394"/>
                    <a:pt x="51941" y="57466"/>
                  </a:cubicBezTo>
                  <a:cubicBezTo>
                    <a:pt x="51968" y="57518"/>
                    <a:pt x="52020" y="57548"/>
                    <a:pt x="52073" y="57548"/>
                  </a:cubicBezTo>
                  <a:cubicBezTo>
                    <a:pt x="52096" y="57548"/>
                    <a:pt x="52119" y="57543"/>
                    <a:pt x="52138" y="57533"/>
                  </a:cubicBezTo>
                  <a:cubicBezTo>
                    <a:pt x="52311" y="57448"/>
                    <a:pt x="52489" y="57352"/>
                    <a:pt x="52666" y="57245"/>
                  </a:cubicBezTo>
                  <a:cubicBezTo>
                    <a:pt x="52736" y="57203"/>
                    <a:pt x="52758" y="57112"/>
                    <a:pt x="52717" y="57043"/>
                  </a:cubicBezTo>
                  <a:cubicBezTo>
                    <a:pt x="52689" y="56997"/>
                    <a:pt x="52640" y="56971"/>
                    <a:pt x="52590" y="56971"/>
                  </a:cubicBezTo>
                  <a:close/>
                  <a:moveTo>
                    <a:pt x="47965" y="56956"/>
                  </a:moveTo>
                  <a:cubicBezTo>
                    <a:pt x="47926" y="56956"/>
                    <a:pt x="47887" y="56971"/>
                    <a:pt x="47858" y="57001"/>
                  </a:cubicBezTo>
                  <a:cubicBezTo>
                    <a:pt x="47801" y="57060"/>
                    <a:pt x="47804" y="57153"/>
                    <a:pt x="47862" y="57209"/>
                  </a:cubicBezTo>
                  <a:cubicBezTo>
                    <a:pt x="48012" y="57356"/>
                    <a:pt x="48173" y="57485"/>
                    <a:pt x="48343" y="57595"/>
                  </a:cubicBezTo>
                  <a:cubicBezTo>
                    <a:pt x="48367" y="57612"/>
                    <a:pt x="48395" y="57620"/>
                    <a:pt x="48423" y="57620"/>
                  </a:cubicBezTo>
                  <a:cubicBezTo>
                    <a:pt x="48472" y="57620"/>
                    <a:pt x="48518" y="57596"/>
                    <a:pt x="48548" y="57552"/>
                  </a:cubicBezTo>
                  <a:cubicBezTo>
                    <a:pt x="48593" y="57483"/>
                    <a:pt x="48574" y="57393"/>
                    <a:pt x="48506" y="57348"/>
                  </a:cubicBezTo>
                  <a:cubicBezTo>
                    <a:pt x="48352" y="57247"/>
                    <a:pt x="48203" y="57130"/>
                    <a:pt x="48067" y="56997"/>
                  </a:cubicBezTo>
                  <a:cubicBezTo>
                    <a:pt x="48038" y="56969"/>
                    <a:pt x="48001" y="56956"/>
                    <a:pt x="47965" y="56956"/>
                  </a:cubicBezTo>
                  <a:close/>
                  <a:moveTo>
                    <a:pt x="21962" y="56852"/>
                  </a:moveTo>
                  <a:cubicBezTo>
                    <a:pt x="21905" y="56852"/>
                    <a:pt x="21849" y="56886"/>
                    <a:pt x="21825" y="56944"/>
                  </a:cubicBezTo>
                  <a:cubicBezTo>
                    <a:pt x="21750" y="57126"/>
                    <a:pt x="21672" y="57305"/>
                    <a:pt x="21590" y="57476"/>
                  </a:cubicBezTo>
                  <a:cubicBezTo>
                    <a:pt x="21556" y="57550"/>
                    <a:pt x="21588" y="57637"/>
                    <a:pt x="21661" y="57673"/>
                  </a:cubicBezTo>
                  <a:cubicBezTo>
                    <a:pt x="21682" y="57683"/>
                    <a:pt x="21704" y="57687"/>
                    <a:pt x="21724" y="57687"/>
                  </a:cubicBezTo>
                  <a:cubicBezTo>
                    <a:pt x="21780" y="57687"/>
                    <a:pt x="21833" y="57656"/>
                    <a:pt x="21858" y="57601"/>
                  </a:cubicBezTo>
                  <a:cubicBezTo>
                    <a:pt x="21941" y="57426"/>
                    <a:pt x="22021" y="57241"/>
                    <a:pt x="22099" y="57054"/>
                  </a:cubicBezTo>
                  <a:cubicBezTo>
                    <a:pt x="22129" y="56980"/>
                    <a:pt x="22094" y="56894"/>
                    <a:pt x="22017" y="56863"/>
                  </a:cubicBezTo>
                  <a:cubicBezTo>
                    <a:pt x="21999" y="56855"/>
                    <a:pt x="21981" y="56852"/>
                    <a:pt x="21962" y="56852"/>
                  </a:cubicBezTo>
                  <a:close/>
                  <a:moveTo>
                    <a:pt x="51258" y="57591"/>
                  </a:moveTo>
                  <a:cubicBezTo>
                    <a:pt x="51243" y="57591"/>
                    <a:pt x="51227" y="57593"/>
                    <a:pt x="51212" y="57598"/>
                  </a:cubicBezTo>
                  <a:cubicBezTo>
                    <a:pt x="51025" y="57658"/>
                    <a:pt x="50839" y="57707"/>
                    <a:pt x="50660" y="57739"/>
                  </a:cubicBezTo>
                  <a:cubicBezTo>
                    <a:pt x="50580" y="57753"/>
                    <a:pt x="50527" y="57830"/>
                    <a:pt x="50541" y="57910"/>
                  </a:cubicBezTo>
                  <a:cubicBezTo>
                    <a:pt x="50555" y="57981"/>
                    <a:pt x="50617" y="58031"/>
                    <a:pt x="50686" y="58031"/>
                  </a:cubicBezTo>
                  <a:cubicBezTo>
                    <a:pt x="50695" y="58031"/>
                    <a:pt x="50704" y="58030"/>
                    <a:pt x="50715" y="58028"/>
                  </a:cubicBezTo>
                  <a:cubicBezTo>
                    <a:pt x="50906" y="57992"/>
                    <a:pt x="51104" y="57942"/>
                    <a:pt x="51304" y="57878"/>
                  </a:cubicBezTo>
                  <a:cubicBezTo>
                    <a:pt x="51381" y="57853"/>
                    <a:pt x="51423" y="57770"/>
                    <a:pt x="51398" y="57692"/>
                  </a:cubicBezTo>
                  <a:cubicBezTo>
                    <a:pt x="51378" y="57631"/>
                    <a:pt x="51320" y="57591"/>
                    <a:pt x="51258" y="57591"/>
                  </a:cubicBezTo>
                  <a:close/>
                  <a:moveTo>
                    <a:pt x="49226" y="57687"/>
                  </a:moveTo>
                  <a:cubicBezTo>
                    <a:pt x="49161" y="57687"/>
                    <a:pt x="49101" y="57729"/>
                    <a:pt x="49083" y="57795"/>
                  </a:cubicBezTo>
                  <a:cubicBezTo>
                    <a:pt x="49063" y="57874"/>
                    <a:pt x="49107" y="57955"/>
                    <a:pt x="49187" y="57977"/>
                  </a:cubicBezTo>
                  <a:cubicBezTo>
                    <a:pt x="49383" y="58033"/>
                    <a:pt x="49587" y="58068"/>
                    <a:pt x="49795" y="58082"/>
                  </a:cubicBezTo>
                  <a:lnTo>
                    <a:pt x="49806" y="58082"/>
                  </a:lnTo>
                  <a:cubicBezTo>
                    <a:pt x="49883" y="58082"/>
                    <a:pt x="49947" y="58024"/>
                    <a:pt x="49953" y="57945"/>
                  </a:cubicBezTo>
                  <a:cubicBezTo>
                    <a:pt x="49958" y="57863"/>
                    <a:pt x="49898" y="57793"/>
                    <a:pt x="49817" y="57787"/>
                  </a:cubicBezTo>
                  <a:cubicBezTo>
                    <a:pt x="49628" y="57773"/>
                    <a:pt x="49442" y="57741"/>
                    <a:pt x="49265" y="57692"/>
                  </a:cubicBezTo>
                  <a:cubicBezTo>
                    <a:pt x="49252" y="57689"/>
                    <a:pt x="49239" y="57687"/>
                    <a:pt x="49226" y="57687"/>
                  </a:cubicBezTo>
                  <a:close/>
                  <a:moveTo>
                    <a:pt x="11688" y="57721"/>
                  </a:moveTo>
                  <a:cubicBezTo>
                    <a:pt x="11662" y="57721"/>
                    <a:pt x="11636" y="57728"/>
                    <a:pt x="11612" y="57743"/>
                  </a:cubicBezTo>
                  <a:cubicBezTo>
                    <a:pt x="11543" y="57785"/>
                    <a:pt x="11519" y="57875"/>
                    <a:pt x="11561" y="57945"/>
                  </a:cubicBezTo>
                  <a:cubicBezTo>
                    <a:pt x="11664" y="58115"/>
                    <a:pt x="11768" y="58284"/>
                    <a:pt x="11873" y="58450"/>
                  </a:cubicBezTo>
                  <a:cubicBezTo>
                    <a:pt x="11901" y="58494"/>
                    <a:pt x="11948" y="58519"/>
                    <a:pt x="11998" y="58519"/>
                  </a:cubicBezTo>
                  <a:cubicBezTo>
                    <a:pt x="12025" y="58519"/>
                    <a:pt x="12052" y="58511"/>
                    <a:pt x="12076" y="58497"/>
                  </a:cubicBezTo>
                  <a:cubicBezTo>
                    <a:pt x="12145" y="58453"/>
                    <a:pt x="12166" y="58362"/>
                    <a:pt x="12123" y="58293"/>
                  </a:cubicBezTo>
                  <a:cubicBezTo>
                    <a:pt x="12019" y="58128"/>
                    <a:pt x="11916" y="57961"/>
                    <a:pt x="11814" y="57792"/>
                  </a:cubicBezTo>
                  <a:cubicBezTo>
                    <a:pt x="11786" y="57747"/>
                    <a:pt x="11738" y="57721"/>
                    <a:pt x="11688" y="57721"/>
                  </a:cubicBezTo>
                  <a:close/>
                  <a:moveTo>
                    <a:pt x="21312" y="58177"/>
                  </a:moveTo>
                  <a:cubicBezTo>
                    <a:pt x="21262" y="58177"/>
                    <a:pt x="21213" y="58203"/>
                    <a:pt x="21186" y="58250"/>
                  </a:cubicBezTo>
                  <a:cubicBezTo>
                    <a:pt x="21140" y="58327"/>
                    <a:pt x="21095" y="58401"/>
                    <a:pt x="21047" y="58477"/>
                  </a:cubicBezTo>
                  <a:cubicBezTo>
                    <a:pt x="20994" y="58565"/>
                    <a:pt x="20935" y="58652"/>
                    <a:pt x="20876" y="58738"/>
                  </a:cubicBezTo>
                  <a:cubicBezTo>
                    <a:pt x="20830" y="58805"/>
                    <a:pt x="20846" y="58896"/>
                    <a:pt x="20913" y="58943"/>
                  </a:cubicBezTo>
                  <a:cubicBezTo>
                    <a:pt x="20939" y="58960"/>
                    <a:pt x="20968" y="58968"/>
                    <a:pt x="20997" y="58968"/>
                  </a:cubicBezTo>
                  <a:cubicBezTo>
                    <a:pt x="21045" y="58968"/>
                    <a:pt x="21090" y="58946"/>
                    <a:pt x="21118" y="58905"/>
                  </a:cubicBezTo>
                  <a:cubicBezTo>
                    <a:pt x="21181" y="58817"/>
                    <a:pt x="21239" y="58725"/>
                    <a:pt x="21298" y="58633"/>
                  </a:cubicBezTo>
                  <a:cubicBezTo>
                    <a:pt x="21346" y="58556"/>
                    <a:pt x="21393" y="58477"/>
                    <a:pt x="21440" y="58399"/>
                  </a:cubicBezTo>
                  <a:cubicBezTo>
                    <a:pt x="21481" y="58329"/>
                    <a:pt x="21456" y="58239"/>
                    <a:pt x="21387" y="58198"/>
                  </a:cubicBezTo>
                  <a:cubicBezTo>
                    <a:pt x="21363" y="58184"/>
                    <a:pt x="21337" y="58177"/>
                    <a:pt x="21312" y="58177"/>
                  </a:cubicBezTo>
                  <a:close/>
                  <a:moveTo>
                    <a:pt x="12490" y="58959"/>
                  </a:moveTo>
                  <a:cubicBezTo>
                    <a:pt x="12460" y="58959"/>
                    <a:pt x="12430" y="58968"/>
                    <a:pt x="12404" y="58987"/>
                  </a:cubicBezTo>
                  <a:cubicBezTo>
                    <a:pt x="12338" y="59033"/>
                    <a:pt x="12323" y="59126"/>
                    <a:pt x="12370" y="59192"/>
                  </a:cubicBezTo>
                  <a:cubicBezTo>
                    <a:pt x="12493" y="59365"/>
                    <a:pt x="12612" y="59520"/>
                    <a:pt x="12731" y="59669"/>
                  </a:cubicBezTo>
                  <a:cubicBezTo>
                    <a:pt x="12761" y="59704"/>
                    <a:pt x="12804" y="59724"/>
                    <a:pt x="12846" y="59724"/>
                  </a:cubicBezTo>
                  <a:cubicBezTo>
                    <a:pt x="12879" y="59724"/>
                    <a:pt x="12911" y="59713"/>
                    <a:pt x="12938" y="59691"/>
                  </a:cubicBezTo>
                  <a:cubicBezTo>
                    <a:pt x="13001" y="59639"/>
                    <a:pt x="13011" y="59546"/>
                    <a:pt x="12959" y="59483"/>
                  </a:cubicBezTo>
                  <a:cubicBezTo>
                    <a:pt x="12844" y="59339"/>
                    <a:pt x="12729" y="59188"/>
                    <a:pt x="12609" y="59020"/>
                  </a:cubicBezTo>
                  <a:cubicBezTo>
                    <a:pt x="12581" y="58981"/>
                    <a:pt x="12535" y="58959"/>
                    <a:pt x="12490" y="58959"/>
                  </a:cubicBezTo>
                  <a:close/>
                  <a:moveTo>
                    <a:pt x="20447" y="59366"/>
                  </a:moveTo>
                  <a:cubicBezTo>
                    <a:pt x="20407" y="59366"/>
                    <a:pt x="20367" y="59383"/>
                    <a:pt x="20339" y="59415"/>
                  </a:cubicBezTo>
                  <a:cubicBezTo>
                    <a:pt x="20208" y="59558"/>
                    <a:pt x="20072" y="59696"/>
                    <a:pt x="19933" y="59826"/>
                  </a:cubicBezTo>
                  <a:cubicBezTo>
                    <a:pt x="19874" y="59883"/>
                    <a:pt x="19871" y="59975"/>
                    <a:pt x="19927" y="60035"/>
                  </a:cubicBezTo>
                  <a:cubicBezTo>
                    <a:pt x="19957" y="60066"/>
                    <a:pt x="19996" y="60082"/>
                    <a:pt x="20035" y="60082"/>
                  </a:cubicBezTo>
                  <a:cubicBezTo>
                    <a:pt x="20071" y="60082"/>
                    <a:pt x="20108" y="60068"/>
                    <a:pt x="20134" y="60041"/>
                  </a:cubicBezTo>
                  <a:cubicBezTo>
                    <a:pt x="20279" y="59906"/>
                    <a:pt x="20421" y="59762"/>
                    <a:pt x="20556" y="59612"/>
                  </a:cubicBezTo>
                  <a:cubicBezTo>
                    <a:pt x="20612" y="59552"/>
                    <a:pt x="20607" y="59458"/>
                    <a:pt x="20546" y="59405"/>
                  </a:cubicBezTo>
                  <a:cubicBezTo>
                    <a:pt x="20518" y="59379"/>
                    <a:pt x="20482" y="59366"/>
                    <a:pt x="20447" y="59366"/>
                  </a:cubicBezTo>
                  <a:close/>
                  <a:moveTo>
                    <a:pt x="13442" y="60082"/>
                  </a:moveTo>
                  <a:cubicBezTo>
                    <a:pt x="13403" y="60082"/>
                    <a:pt x="13364" y="60097"/>
                    <a:pt x="13335" y="60127"/>
                  </a:cubicBezTo>
                  <a:cubicBezTo>
                    <a:pt x="13278" y="60186"/>
                    <a:pt x="13281" y="60279"/>
                    <a:pt x="13339" y="60335"/>
                  </a:cubicBezTo>
                  <a:cubicBezTo>
                    <a:pt x="13488" y="60479"/>
                    <a:pt x="13640" y="60612"/>
                    <a:pt x="13795" y="60732"/>
                  </a:cubicBezTo>
                  <a:cubicBezTo>
                    <a:pt x="13823" y="60752"/>
                    <a:pt x="13855" y="60763"/>
                    <a:pt x="13886" y="60763"/>
                  </a:cubicBezTo>
                  <a:cubicBezTo>
                    <a:pt x="13929" y="60763"/>
                    <a:pt x="13974" y="60743"/>
                    <a:pt x="14004" y="60705"/>
                  </a:cubicBezTo>
                  <a:cubicBezTo>
                    <a:pt x="14053" y="60640"/>
                    <a:pt x="14042" y="60549"/>
                    <a:pt x="13978" y="60499"/>
                  </a:cubicBezTo>
                  <a:cubicBezTo>
                    <a:pt x="13831" y="60385"/>
                    <a:pt x="13686" y="60260"/>
                    <a:pt x="13545" y="60123"/>
                  </a:cubicBezTo>
                  <a:cubicBezTo>
                    <a:pt x="13516" y="60095"/>
                    <a:pt x="13479" y="60082"/>
                    <a:pt x="13442" y="60082"/>
                  </a:cubicBezTo>
                  <a:close/>
                  <a:moveTo>
                    <a:pt x="19351" y="60348"/>
                  </a:moveTo>
                  <a:cubicBezTo>
                    <a:pt x="19321" y="60348"/>
                    <a:pt x="19291" y="60357"/>
                    <a:pt x="19266" y="60376"/>
                  </a:cubicBezTo>
                  <a:cubicBezTo>
                    <a:pt x="19108" y="60488"/>
                    <a:pt x="18946" y="60592"/>
                    <a:pt x="18782" y="60687"/>
                  </a:cubicBezTo>
                  <a:cubicBezTo>
                    <a:pt x="18712" y="60730"/>
                    <a:pt x="18688" y="60818"/>
                    <a:pt x="18729" y="60890"/>
                  </a:cubicBezTo>
                  <a:cubicBezTo>
                    <a:pt x="18756" y="60937"/>
                    <a:pt x="18806" y="60963"/>
                    <a:pt x="18856" y="60963"/>
                  </a:cubicBezTo>
                  <a:cubicBezTo>
                    <a:pt x="18881" y="60963"/>
                    <a:pt x="18907" y="60957"/>
                    <a:pt x="18931" y="60943"/>
                  </a:cubicBezTo>
                  <a:cubicBezTo>
                    <a:pt x="19103" y="60844"/>
                    <a:pt x="19273" y="60733"/>
                    <a:pt x="19438" y="60616"/>
                  </a:cubicBezTo>
                  <a:cubicBezTo>
                    <a:pt x="19504" y="60568"/>
                    <a:pt x="19519" y="60475"/>
                    <a:pt x="19472" y="60410"/>
                  </a:cubicBezTo>
                  <a:cubicBezTo>
                    <a:pt x="19442" y="60370"/>
                    <a:pt x="19397" y="60348"/>
                    <a:pt x="19351" y="60348"/>
                  </a:cubicBezTo>
                  <a:close/>
                  <a:moveTo>
                    <a:pt x="14632" y="60939"/>
                  </a:moveTo>
                  <a:cubicBezTo>
                    <a:pt x="14578" y="60939"/>
                    <a:pt x="14526" y="60969"/>
                    <a:pt x="14500" y="61021"/>
                  </a:cubicBezTo>
                  <a:cubicBezTo>
                    <a:pt x="14464" y="61093"/>
                    <a:pt x="14493" y="61182"/>
                    <a:pt x="14565" y="61218"/>
                  </a:cubicBezTo>
                  <a:cubicBezTo>
                    <a:pt x="14745" y="61308"/>
                    <a:pt x="14935" y="61387"/>
                    <a:pt x="15128" y="61451"/>
                  </a:cubicBezTo>
                  <a:cubicBezTo>
                    <a:pt x="15144" y="61457"/>
                    <a:pt x="15158" y="61459"/>
                    <a:pt x="15175" y="61459"/>
                  </a:cubicBezTo>
                  <a:cubicBezTo>
                    <a:pt x="15237" y="61459"/>
                    <a:pt x="15294" y="61421"/>
                    <a:pt x="15315" y="61358"/>
                  </a:cubicBezTo>
                  <a:cubicBezTo>
                    <a:pt x="15341" y="61281"/>
                    <a:pt x="15300" y="61197"/>
                    <a:pt x="15222" y="61171"/>
                  </a:cubicBezTo>
                  <a:cubicBezTo>
                    <a:pt x="15043" y="61112"/>
                    <a:pt x="14866" y="61038"/>
                    <a:pt x="14697" y="60955"/>
                  </a:cubicBezTo>
                  <a:cubicBezTo>
                    <a:pt x="14676" y="60944"/>
                    <a:pt x="14654" y="60939"/>
                    <a:pt x="14632" y="60939"/>
                  </a:cubicBezTo>
                  <a:close/>
                  <a:moveTo>
                    <a:pt x="18062" y="61052"/>
                  </a:moveTo>
                  <a:cubicBezTo>
                    <a:pt x="18044" y="61052"/>
                    <a:pt x="18026" y="61055"/>
                    <a:pt x="18008" y="61062"/>
                  </a:cubicBezTo>
                  <a:cubicBezTo>
                    <a:pt x="17827" y="61131"/>
                    <a:pt x="17644" y="61190"/>
                    <a:pt x="17463" y="61236"/>
                  </a:cubicBezTo>
                  <a:cubicBezTo>
                    <a:pt x="17384" y="61257"/>
                    <a:pt x="17336" y="61336"/>
                    <a:pt x="17357" y="61415"/>
                  </a:cubicBezTo>
                  <a:cubicBezTo>
                    <a:pt x="17374" y="61483"/>
                    <a:pt x="17434" y="61526"/>
                    <a:pt x="17499" y="61526"/>
                  </a:cubicBezTo>
                  <a:cubicBezTo>
                    <a:pt x="17512" y="61526"/>
                    <a:pt x="17524" y="61525"/>
                    <a:pt x="17537" y="61522"/>
                  </a:cubicBezTo>
                  <a:cubicBezTo>
                    <a:pt x="17729" y="61474"/>
                    <a:pt x="17924" y="61410"/>
                    <a:pt x="18115" y="61336"/>
                  </a:cubicBezTo>
                  <a:cubicBezTo>
                    <a:pt x="18189" y="61306"/>
                    <a:pt x="18228" y="61222"/>
                    <a:pt x="18199" y="61145"/>
                  </a:cubicBezTo>
                  <a:cubicBezTo>
                    <a:pt x="18176" y="61088"/>
                    <a:pt x="18121" y="61052"/>
                    <a:pt x="18062" y="61052"/>
                  </a:cubicBezTo>
                  <a:close/>
                  <a:moveTo>
                    <a:pt x="16038" y="61350"/>
                  </a:moveTo>
                  <a:cubicBezTo>
                    <a:pt x="15963" y="61350"/>
                    <a:pt x="15897" y="61406"/>
                    <a:pt x="15890" y="61483"/>
                  </a:cubicBezTo>
                  <a:cubicBezTo>
                    <a:pt x="15882" y="61563"/>
                    <a:pt x="15941" y="61636"/>
                    <a:pt x="16023" y="61644"/>
                  </a:cubicBezTo>
                  <a:cubicBezTo>
                    <a:pt x="16157" y="61658"/>
                    <a:pt x="16292" y="61664"/>
                    <a:pt x="16428" y="61664"/>
                  </a:cubicBezTo>
                  <a:cubicBezTo>
                    <a:pt x="16497" y="61664"/>
                    <a:pt x="16565" y="61663"/>
                    <a:pt x="16633" y="61660"/>
                  </a:cubicBezTo>
                  <a:cubicBezTo>
                    <a:pt x="16715" y="61656"/>
                    <a:pt x="16777" y="61587"/>
                    <a:pt x="16774" y="61506"/>
                  </a:cubicBezTo>
                  <a:cubicBezTo>
                    <a:pt x="16770" y="61426"/>
                    <a:pt x="16703" y="61365"/>
                    <a:pt x="16628" y="61365"/>
                  </a:cubicBezTo>
                  <a:cubicBezTo>
                    <a:pt x="16625" y="61365"/>
                    <a:pt x="16622" y="61365"/>
                    <a:pt x="16619" y="61365"/>
                  </a:cubicBezTo>
                  <a:cubicBezTo>
                    <a:pt x="16555" y="61368"/>
                    <a:pt x="16491" y="61370"/>
                    <a:pt x="16427" y="61370"/>
                  </a:cubicBezTo>
                  <a:cubicBezTo>
                    <a:pt x="16301" y="61370"/>
                    <a:pt x="16175" y="61364"/>
                    <a:pt x="16052" y="61351"/>
                  </a:cubicBezTo>
                  <a:cubicBezTo>
                    <a:pt x="16047" y="61350"/>
                    <a:pt x="16043" y="61350"/>
                    <a:pt x="16038" y="6135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
            <p:cNvSpPr/>
            <p:nvPr/>
          </p:nvSpPr>
          <p:spPr>
            <a:xfrm>
              <a:off x="4446900" y="375200"/>
              <a:ext cx="1332325" cy="1409700"/>
            </a:xfrm>
            <a:custGeom>
              <a:rect b="b" l="l" r="r" t="t"/>
              <a:pathLst>
                <a:path extrusionOk="0" h="56388" w="53293">
                  <a:moveTo>
                    <a:pt x="36741" y="250"/>
                  </a:moveTo>
                  <a:cubicBezTo>
                    <a:pt x="36875" y="250"/>
                    <a:pt x="37007" y="255"/>
                    <a:pt x="37136" y="265"/>
                  </a:cubicBezTo>
                  <a:cubicBezTo>
                    <a:pt x="38731" y="388"/>
                    <a:pt x="39849" y="2058"/>
                    <a:pt x="40093" y="3567"/>
                  </a:cubicBezTo>
                  <a:cubicBezTo>
                    <a:pt x="40232" y="4431"/>
                    <a:pt x="40206" y="5331"/>
                    <a:pt x="40180" y="6202"/>
                  </a:cubicBezTo>
                  <a:cubicBezTo>
                    <a:pt x="40150" y="7213"/>
                    <a:pt x="40121" y="8260"/>
                    <a:pt x="40346" y="9267"/>
                  </a:cubicBezTo>
                  <a:cubicBezTo>
                    <a:pt x="40665" y="10686"/>
                    <a:pt x="41466" y="11928"/>
                    <a:pt x="42240" y="13130"/>
                  </a:cubicBezTo>
                  <a:cubicBezTo>
                    <a:pt x="42879" y="14121"/>
                    <a:pt x="43540" y="15148"/>
                    <a:pt x="43923" y="16264"/>
                  </a:cubicBezTo>
                  <a:cubicBezTo>
                    <a:pt x="44699" y="18532"/>
                    <a:pt x="44291" y="20992"/>
                    <a:pt x="43896" y="23371"/>
                  </a:cubicBezTo>
                  <a:cubicBezTo>
                    <a:pt x="43551" y="25443"/>
                    <a:pt x="43195" y="27585"/>
                    <a:pt x="43592" y="29648"/>
                  </a:cubicBezTo>
                  <a:cubicBezTo>
                    <a:pt x="44167" y="32624"/>
                    <a:pt x="46192" y="35024"/>
                    <a:pt x="48152" y="37345"/>
                  </a:cubicBezTo>
                  <a:cubicBezTo>
                    <a:pt x="48389" y="37627"/>
                    <a:pt x="48625" y="37908"/>
                    <a:pt x="48858" y="38187"/>
                  </a:cubicBezTo>
                  <a:cubicBezTo>
                    <a:pt x="50829" y="40558"/>
                    <a:pt x="53035" y="43716"/>
                    <a:pt x="52583" y="47137"/>
                  </a:cubicBezTo>
                  <a:cubicBezTo>
                    <a:pt x="52372" y="48736"/>
                    <a:pt x="51571" y="50346"/>
                    <a:pt x="50200" y="51925"/>
                  </a:cubicBezTo>
                  <a:cubicBezTo>
                    <a:pt x="49622" y="52591"/>
                    <a:pt x="48774" y="53333"/>
                    <a:pt x="47866" y="53333"/>
                  </a:cubicBezTo>
                  <a:cubicBezTo>
                    <a:pt x="47750" y="53333"/>
                    <a:pt x="47633" y="53321"/>
                    <a:pt x="47516" y="53295"/>
                  </a:cubicBezTo>
                  <a:cubicBezTo>
                    <a:pt x="46676" y="53111"/>
                    <a:pt x="46134" y="52259"/>
                    <a:pt x="45969" y="51499"/>
                  </a:cubicBezTo>
                  <a:cubicBezTo>
                    <a:pt x="45802" y="50736"/>
                    <a:pt x="45896" y="49931"/>
                    <a:pt x="45986" y="49152"/>
                  </a:cubicBezTo>
                  <a:lnTo>
                    <a:pt x="46015" y="48904"/>
                  </a:lnTo>
                  <a:cubicBezTo>
                    <a:pt x="46287" y="46479"/>
                    <a:pt x="46296" y="42110"/>
                    <a:pt x="43296" y="40078"/>
                  </a:cubicBezTo>
                  <a:cubicBezTo>
                    <a:pt x="41843" y="39095"/>
                    <a:pt x="40021" y="38914"/>
                    <a:pt x="38226" y="38914"/>
                  </a:cubicBezTo>
                  <a:cubicBezTo>
                    <a:pt x="38065" y="38914"/>
                    <a:pt x="37905" y="38915"/>
                    <a:pt x="37745" y="38918"/>
                  </a:cubicBezTo>
                  <a:cubicBezTo>
                    <a:pt x="34477" y="38968"/>
                    <a:pt x="31195" y="39315"/>
                    <a:pt x="27987" y="39950"/>
                  </a:cubicBezTo>
                  <a:cubicBezTo>
                    <a:pt x="23055" y="40929"/>
                    <a:pt x="20024" y="42748"/>
                    <a:pt x="18719" y="45515"/>
                  </a:cubicBezTo>
                  <a:cubicBezTo>
                    <a:pt x="18118" y="46786"/>
                    <a:pt x="17932" y="48206"/>
                    <a:pt x="17750" y="49578"/>
                  </a:cubicBezTo>
                  <a:cubicBezTo>
                    <a:pt x="17728" y="49746"/>
                    <a:pt x="17706" y="49913"/>
                    <a:pt x="17683" y="50081"/>
                  </a:cubicBezTo>
                  <a:cubicBezTo>
                    <a:pt x="17487" y="51507"/>
                    <a:pt x="17202" y="53137"/>
                    <a:pt x="16289" y="54420"/>
                  </a:cubicBezTo>
                  <a:cubicBezTo>
                    <a:pt x="15620" y="55358"/>
                    <a:pt x="14439" y="56137"/>
                    <a:pt x="13230" y="56137"/>
                  </a:cubicBezTo>
                  <a:cubicBezTo>
                    <a:pt x="12950" y="56137"/>
                    <a:pt x="12669" y="56096"/>
                    <a:pt x="12392" y="56005"/>
                  </a:cubicBezTo>
                  <a:cubicBezTo>
                    <a:pt x="11058" y="55564"/>
                    <a:pt x="10394" y="54292"/>
                    <a:pt x="9689" y="52944"/>
                  </a:cubicBezTo>
                  <a:cubicBezTo>
                    <a:pt x="9299" y="52193"/>
                    <a:pt x="8893" y="51419"/>
                    <a:pt x="8360" y="50787"/>
                  </a:cubicBezTo>
                  <a:cubicBezTo>
                    <a:pt x="7452" y="49711"/>
                    <a:pt x="6147" y="49034"/>
                    <a:pt x="4884" y="48380"/>
                  </a:cubicBezTo>
                  <a:cubicBezTo>
                    <a:pt x="3286" y="47550"/>
                    <a:pt x="1775" y="46769"/>
                    <a:pt x="1038" y="45250"/>
                  </a:cubicBezTo>
                  <a:cubicBezTo>
                    <a:pt x="268" y="43664"/>
                    <a:pt x="625" y="41542"/>
                    <a:pt x="1949" y="39847"/>
                  </a:cubicBezTo>
                  <a:cubicBezTo>
                    <a:pt x="3151" y="38309"/>
                    <a:pt x="4907" y="37277"/>
                    <a:pt x="6604" y="36354"/>
                  </a:cubicBezTo>
                  <a:lnTo>
                    <a:pt x="6993" y="36143"/>
                  </a:lnTo>
                  <a:cubicBezTo>
                    <a:pt x="8592" y="35277"/>
                    <a:pt x="10245" y="34380"/>
                    <a:pt x="11536" y="33065"/>
                  </a:cubicBezTo>
                  <a:cubicBezTo>
                    <a:pt x="12116" y="32474"/>
                    <a:pt x="12632" y="31792"/>
                    <a:pt x="13132" y="31132"/>
                  </a:cubicBezTo>
                  <a:cubicBezTo>
                    <a:pt x="14175" y="29753"/>
                    <a:pt x="15160" y="28450"/>
                    <a:pt x="16684" y="27870"/>
                  </a:cubicBezTo>
                  <a:cubicBezTo>
                    <a:pt x="17204" y="27673"/>
                    <a:pt x="17768" y="27573"/>
                    <a:pt x="18371" y="27573"/>
                  </a:cubicBezTo>
                  <a:cubicBezTo>
                    <a:pt x="19642" y="27573"/>
                    <a:pt x="21094" y="28011"/>
                    <a:pt x="22712" y="28880"/>
                  </a:cubicBezTo>
                  <a:cubicBezTo>
                    <a:pt x="23137" y="29110"/>
                    <a:pt x="23566" y="29357"/>
                    <a:pt x="23982" y="29597"/>
                  </a:cubicBezTo>
                  <a:cubicBezTo>
                    <a:pt x="25412" y="30422"/>
                    <a:pt x="26892" y="31276"/>
                    <a:pt x="28542" y="31567"/>
                  </a:cubicBezTo>
                  <a:cubicBezTo>
                    <a:pt x="28940" y="31637"/>
                    <a:pt x="29346" y="31672"/>
                    <a:pt x="29757" y="31672"/>
                  </a:cubicBezTo>
                  <a:cubicBezTo>
                    <a:pt x="31833" y="31672"/>
                    <a:pt x="34014" y="30796"/>
                    <a:pt x="35676" y="29245"/>
                  </a:cubicBezTo>
                  <a:cubicBezTo>
                    <a:pt x="37884" y="27183"/>
                    <a:pt x="38841" y="24451"/>
                    <a:pt x="39257" y="22522"/>
                  </a:cubicBezTo>
                  <a:cubicBezTo>
                    <a:pt x="40305" y="17645"/>
                    <a:pt x="39117" y="12376"/>
                    <a:pt x="36074" y="8423"/>
                  </a:cubicBezTo>
                  <a:cubicBezTo>
                    <a:pt x="35846" y="8127"/>
                    <a:pt x="35606" y="7835"/>
                    <a:pt x="35372" y="7551"/>
                  </a:cubicBezTo>
                  <a:cubicBezTo>
                    <a:pt x="34822" y="6883"/>
                    <a:pt x="34254" y="6191"/>
                    <a:pt x="33834" y="5428"/>
                  </a:cubicBezTo>
                  <a:cubicBezTo>
                    <a:pt x="33154" y="4194"/>
                    <a:pt x="33001" y="2917"/>
                    <a:pt x="33416" y="1925"/>
                  </a:cubicBezTo>
                  <a:cubicBezTo>
                    <a:pt x="33908" y="748"/>
                    <a:pt x="35412" y="250"/>
                    <a:pt x="36741" y="250"/>
                  </a:cubicBezTo>
                  <a:close/>
                  <a:moveTo>
                    <a:pt x="36719" y="1"/>
                  </a:moveTo>
                  <a:cubicBezTo>
                    <a:pt x="35278" y="1"/>
                    <a:pt x="33720" y="544"/>
                    <a:pt x="33182" y="1831"/>
                  </a:cubicBezTo>
                  <a:cubicBezTo>
                    <a:pt x="32738" y="2894"/>
                    <a:pt x="32894" y="4250"/>
                    <a:pt x="33612" y="5552"/>
                  </a:cubicBezTo>
                  <a:cubicBezTo>
                    <a:pt x="34043" y="6336"/>
                    <a:pt x="34619" y="7036"/>
                    <a:pt x="35176" y="7713"/>
                  </a:cubicBezTo>
                  <a:cubicBezTo>
                    <a:pt x="35408" y="7995"/>
                    <a:pt x="35648" y="8286"/>
                    <a:pt x="35873" y="8579"/>
                  </a:cubicBezTo>
                  <a:cubicBezTo>
                    <a:pt x="38870" y="12474"/>
                    <a:pt x="40042" y="17668"/>
                    <a:pt x="39009" y="22471"/>
                  </a:cubicBezTo>
                  <a:cubicBezTo>
                    <a:pt x="38602" y="24366"/>
                    <a:pt x="37663" y="27047"/>
                    <a:pt x="35502" y="29064"/>
                  </a:cubicBezTo>
                  <a:cubicBezTo>
                    <a:pt x="33887" y="30572"/>
                    <a:pt x="31772" y="31424"/>
                    <a:pt x="29758" y="31424"/>
                  </a:cubicBezTo>
                  <a:cubicBezTo>
                    <a:pt x="29361" y="31424"/>
                    <a:pt x="28969" y="31390"/>
                    <a:pt x="28584" y="31323"/>
                  </a:cubicBezTo>
                  <a:cubicBezTo>
                    <a:pt x="26978" y="31040"/>
                    <a:pt x="25518" y="30196"/>
                    <a:pt x="24106" y="29381"/>
                  </a:cubicBezTo>
                  <a:cubicBezTo>
                    <a:pt x="23689" y="29141"/>
                    <a:pt x="23256" y="28891"/>
                    <a:pt x="22828" y="28661"/>
                  </a:cubicBezTo>
                  <a:cubicBezTo>
                    <a:pt x="21175" y="27770"/>
                    <a:pt x="19682" y="27324"/>
                    <a:pt x="18369" y="27324"/>
                  </a:cubicBezTo>
                  <a:cubicBezTo>
                    <a:pt x="17735" y="27324"/>
                    <a:pt x="17143" y="27428"/>
                    <a:pt x="16594" y="27636"/>
                  </a:cubicBezTo>
                  <a:cubicBezTo>
                    <a:pt x="15002" y="28243"/>
                    <a:pt x="13949" y="29634"/>
                    <a:pt x="12931" y="30980"/>
                  </a:cubicBezTo>
                  <a:cubicBezTo>
                    <a:pt x="12435" y="31634"/>
                    <a:pt x="11925" y="32311"/>
                    <a:pt x="11357" y="32889"/>
                  </a:cubicBezTo>
                  <a:cubicBezTo>
                    <a:pt x="10091" y="34178"/>
                    <a:pt x="8455" y="35065"/>
                    <a:pt x="6872" y="35922"/>
                  </a:cubicBezTo>
                  <a:lnTo>
                    <a:pt x="6484" y="36134"/>
                  </a:lnTo>
                  <a:cubicBezTo>
                    <a:pt x="4764" y="37071"/>
                    <a:pt x="2981" y="38118"/>
                    <a:pt x="1751" y="39694"/>
                  </a:cubicBezTo>
                  <a:cubicBezTo>
                    <a:pt x="370" y="41465"/>
                    <a:pt x="1" y="43690"/>
                    <a:pt x="814" y="45361"/>
                  </a:cubicBezTo>
                  <a:cubicBezTo>
                    <a:pt x="1589" y="46955"/>
                    <a:pt x="3205" y="47793"/>
                    <a:pt x="4770" y="48603"/>
                  </a:cubicBezTo>
                  <a:cubicBezTo>
                    <a:pt x="6011" y="49246"/>
                    <a:pt x="7294" y="49911"/>
                    <a:pt x="8170" y="50949"/>
                  </a:cubicBezTo>
                  <a:cubicBezTo>
                    <a:pt x="8686" y="51561"/>
                    <a:pt x="9083" y="52322"/>
                    <a:pt x="9469" y="53060"/>
                  </a:cubicBezTo>
                  <a:cubicBezTo>
                    <a:pt x="10166" y="54393"/>
                    <a:pt x="10884" y="55771"/>
                    <a:pt x="12315" y="56243"/>
                  </a:cubicBezTo>
                  <a:cubicBezTo>
                    <a:pt x="12617" y="56343"/>
                    <a:pt x="12922" y="56387"/>
                    <a:pt x="13227" y="56387"/>
                  </a:cubicBezTo>
                  <a:cubicBezTo>
                    <a:pt x="14523" y="56387"/>
                    <a:pt x="15784" y="55561"/>
                    <a:pt x="16490" y="54565"/>
                  </a:cubicBezTo>
                  <a:cubicBezTo>
                    <a:pt x="17436" y="53237"/>
                    <a:pt x="17728" y="51571"/>
                    <a:pt x="17927" y="50114"/>
                  </a:cubicBezTo>
                  <a:cubicBezTo>
                    <a:pt x="17951" y="49947"/>
                    <a:pt x="17973" y="49778"/>
                    <a:pt x="17995" y="49611"/>
                  </a:cubicBezTo>
                  <a:cubicBezTo>
                    <a:pt x="18174" y="48257"/>
                    <a:pt x="18359" y="46857"/>
                    <a:pt x="18942" y="45621"/>
                  </a:cubicBezTo>
                  <a:cubicBezTo>
                    <a:pt x="20211" y="42932"/>
                    <a:pt x="23184" y="41158"/>
                    <a:pt x="28032" y="40197"/>
                  </a:cubicBezTo>
                  <a:cubicBezTo>
                    <a:pt x="31225" y="39565"/>
                    <a:pt x="34492" y="39219"/>
                    <a:pt x="37746" y="39169"/>
                  </a:cubicBezTo>
                  <a:cubicBezTo>
                    <a:pt x="37904" y="39167"/>
                    <a:pt x="38061" y="39166"/>
                    <a:pt x="38219" y="39166"/>
                  </a:cubicBezTo>
                  <a:cubicBezTo>
                    <a:pt x="39977" y="39166"/>
                    <a:pt x="41755" y="39340"/>
                    <a:pt x="43153" y="40287"/>
                  </a:cubicBezTo>
                  <a:cubicBezTo>
                    <a:pt x="46043" y="42245"/>
                    <a:pt x="46029" y="46510"/>
                    <a:pt x="45762" y="48878"/>
                  </a:cubicBezTo>
                  <a:lnTo>
                    <a:pt x="45733" y="49124"/>
                  </a:lnTo>
                  <a:cubicBezTo>
                    <a:pt x="45640" y="49925"/>
                    <a:pt x="45546" y="50752"/>
                    <a:pt x="45720" y="51554"/>
                  </a:cubicBezTo>
                  <a:cubicBezTo>
                    <a:pt x="45888" y="52332"/>
                    <a:pt x="46445" y="53320"/>
                    <a:pt x="47458" y="53542"/>
                  </a:cubicBezTo>
                  <a:cubicBezTo>
                    <a:pt x="47590" y="53571"/>
                    <a:pt x="47724" y="53585"/>
                    <a:pt x="47859" y="53585"/>
                  </a:cubicBezTo>
                  <a:cubicBezTo>
                    <a:pt x="48666" y="53585"/>
                    <a:pt x="49531" y="53075"/>
                    <a:pt x="50385" y="52090"/>
                  </a:cubicBezTo>
                  <a:cubicBezTo>
                    <a:pt x="51789" y="50473"/>
                    <a:pt x="52610" y="48818"/>
                    <a:pt x="52829" y="47171"/>
                  </a:cubicBezTo>
                  <a:cubicBezTo>
                    <a:pt x="53293" y="43654"/>
                    <a:pt x="51052" y="40438"/>
                    <a:pt x="49048" y="38029"/>
                  </a:cubicBezTo>
                  <a:cubicBezTo>
                    <a:pt x="48815" y="37748"/>
                    <a:pt x="48578" y="37468"/>
                    <a:pt x="48341" y="37185"/>
                  </a:cubicBezTo>
                  <a:cubicBezTo>
                    <a:pt x="46402" y="34889"/>
                    <a:pt x="44397" y="32515"/>
                    <a:pt x="43837" y="29602"/>
                  </a:cubicBezTo>
                  <a:cubicBezTo>
                    <a:pt x="43447" y="27584"/>
                    <a:pt x="43799" y="25464"/>
                    <a:pt x="44139" y="23414"/>
                  </a:cubicBezTo>
                  <a:cubicBezTo>
                    <a:pt x="44541" y="21003"/>
                    <a:pt x="44954" y="18512"/>
                    <a:pt x="44157" y="16184"/>
                  </a:cubicBezTo>
                  <a:cubicBezTo>
                    <a:pt x="43765" y="15040"/>
                    <a:pt x="43095" y="14001"/>
                    <a:pt x="42447" y="12996"/>
                  </a:cubicBezTo>
                  <a:cubicBezTo>
                    <a:pt x="41686" y="11813"/>
                    <a:pt x="40895" y="10590"/>
                    <a:pt x="40588" y="9214"/>
                  </a:cubicBezTo>
                  <a:cubicBezTo>
                    <a:pt x="40368" y="8237"/>
                    <a:pt x="40398" y="7208"/>
                    <a:pt x="40428" y="6211"/>
                  </a:cubicBezTo>
                  <a:cubicBezTo>
                    <a:pt x="40454" y="5329"/>
                    <a:pt x="40481" y="4417"/>
                    <a:pt x="40337" y="3529"/>
                  </a:cubicBezTo>
                  <a:cubicBezTo>
                    <a:pt x="40079" y="1925"/>
                    <a:pt x="38875" y="149"/>
                    <a:pt x="37152" y="17"/>
                  </a:cubicBezTo>
                  <a:cubicBezTo>
                    <a:pt x="37010" y="6"/>
                    <a:pt x="36865" y="1"/>
                    <a:pt x="36719"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
            <p:cNvSpPr/>
            <p:nvPr/>
          </p:nvSpPr>
          <p:spPr>
            <a:xfrm>
              <a:off x="4828650" y="1088400"/>
              <a:ext cx="120975" cy="119050"/>
            </a:xfrm>
            <a:custGeom>
              <a:rect b="b" l="l" r="r" t="t"/>
              <a:pathLst>
                <a:path extrusionOk="0" h="4762" w="4839">
                  <a:moveTo>
                    <a:pt x="3201" y="149"/>
                  </a:moveTo>
                  <a:cubicBezTo>
                    <a:pt x="3605" y="149"/>
                    <a:pt x="3944" y="306"/>
                    <a:pt x="4188" y="616"/>
                  </a:cubicBezTo>
                  <a:cubicBezTo>
                    <a:pt x="4683" y="1247"/>
                    <a:pt x="4683" y="2365"/>
                    <a:pt x="4188" y="3163"/>
                  </a:cubicBezTo>
                  <a:cubicBezTo>
                    <a:pt x="3719" y="3917"/>
                    <a:pt x="3046" y="4432"/>
                    <a:pt x="2341" y="4576"/>
                  </a:cubicBezTo>
                  <a:cubicBezTo>
                    <a:pt x="2211" y="4602"/>
                    <a:pt x="2081" y="4615"/>
                    <a:pt x="1952" y="4615"/>
                  </a:cubicBezTo>
                  <a:cubicBezTo>
                    <a:pt x="1263" y="4615"/>
                    <a:pt x="615" y="4252"/>
                    <a:pt x="351" y="3681"/>
                  </a:cubicBezTo>
                  <a:cubicBezTo>
                    <a:pt x="150" y="3245"/>
                    <a:pt x="163" y="2761"/>
                    <a:pt x="388" y="2244"/>
                  </a:cubicBezTo>
                  <a:cubicBezTo>
                    <a:pt x="804" y="1285"/>
                    <a:pt x="1835" y="504"/>
                    <a:pt x="2592" y="255"/>
                  </a:cubicBezTo>
                  <a:cubicBezTo>
                    <a:pt x="2806" y="184"/>
                    <a:pt x="3011" y="149"/>
                    <a:pt x="3201" y="149"/>
                  </a:cubicBezTo>
                  <a:close/>
                  <a:moveTo>
                    <a:pt x="3205" y="0"/>
                  </a:moveTo>
                  <a:cubicBezTo>
                    <a:pt x="2999" y="0"/>
                    <a:pt x="2778" y="38"/>
                    <a:pt x="2546" y="114"/>
                  </a:cubicBezTo>
                  <a:cubicBezTo>
                    <a:pt x="1758" y="373"/>
                    <a:pt x="687" y="1187"/>
                    <a:pt x="252" y="2184"/>
                  </a:cubicBezTo>
                  <a:cubicBezTo>
                    <a:pt x="13" y="2734"/>
                    <a:pt x="1" y="3273"/>
                    <a:pt x="217" y="3742"/>
                  </a:cubicBezTo>
                  <a:cubicBezTo>
                    <a:pt x="504" y="4365"/>
                    <a:pt x="1208" y="4761"/>
                    <a:pt x="1955" y="4761"/>
                  </a:cubicBezTo>
                  <a:cubicBezTo>
                    <a:pt x="2092" y="4761"/>
                    <a:pt x="2231" y="4747"/>
                    <a:pt x="2372" y="4720"/>
                  </a:cubicBezTo>
                  <a:cubicBezTo>
                    <a:pt x="3116" y="4570"/>
                    <a:pt x="3823" y="4030"/>
                    <a:pt x="4313" y="3241"/>
                  </a:cubicBezTo>
                  <a:cubicBezTo>
                    <a:pt x="4839" y="2394"/>
                    <a:pt x="4834" y="1201"/>
                    <a:pt x="4303" y="525"/>
                  </a:cubicBezTo>
                  <a:cubicBezTo>
                    <a:pt x="4031" y="178"/>
                    <a:pt x="3652" y="0"/>
                    <a:pt x="320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
            <p:cNvSpPr/>
            <p:nvPr/>
          </p:nvSpPr>
          <p:spPr>
            <a:xfrm>
              <a:off x="4527675" y="1067650"/>
              <a:ext cx="1071950" cy="607750"/>
            </a:xfrm>
            <a:custGeom>
              <a:rect b="b" l="l" r="r" t="t"/>
              <a:pathLst>
                <a:path extrusionOk="0" h="24310" w="42878">
                  <a:moveTo>
                    <a:pt x="36523" y="144"/>
                  </a:moveTo>
                  <a:cubicBezTo>
                    <a:pt x="36648" y="144"/>
                    <a:pt x="36775" y="163"/>
                    <a:pt x="36899" y="207"/>
                  </a:cubicBezTo>
                  <a:cubicBezTo>
                    <a:pt x="37791" y="519"/>
                    <a:pt x="37909" y="1672"/>
                    <a:pt x="38012" y="2691"/>
                  </a:cubicBezTo>
                  <a:lnTo>
                    <a:pt x="38028" y="2839"/>
                  </a:lnTo>
                  <a:cubicBezTo>
                    <a:pt x="38274" y="5207"/>
                    <a:pt x="39586" y="7434"/>
                    <a:pt x="41537" y="8797"/>
                  </a:cubicBezTo>
                  <a:cubicBezTo>
                    <a:pt x="41584" y="8831"/>
                    <a:pt x="41633" y="8864"/>
                    <a:pt x="41680" y="8897"/>
                  </a:cubicBezTo>
                  <a:cubicBezTo>
                    <a:pt x="41952" y="9083"/>
                    <a:pt x="42233" y="9275"/>
                    <a:pt x="42424" y="9539"/>
                  </a:cubicBezTo>
                  <a:cubicBezTo>
                    <a:pt x="42630" y="9826"/>
                    <a:pt x="42721" y="10265"/>
                    <a:pt x="42492" y="10554"/>
                  </a:cubicBezTo>
                  <a:cubicBezTo>
                    <a:pt x="42356" y="10726"/>
                    <a:pt x="42170" y="10794"/>
                    <a:pt x="41959" y="10794"/>
                  </a:cubicBezTo>
                  <a:cubicBezTo>
                    <a:pt x="41568" y="10794"/>
                    <a:pt x="41094" y="10560"/>
                    <a:pt x="40704" y="10314"/>
                  </a:cubicBezTo>
                  <a:cubicBezTo>
                    <a:pt x="38731" y="9072"/>
                    <a:pt x="36191" y="8422"/>
                    <a:pt x="33333" y="8422"/>
                  </a:cubicBezTo>
                  <a:cubicBezTo>
                    <a:pt x="33174" y="8422"/>
                    <a:pt x="33015" y="8424"/>
                    <a:pt x="32854" y="8428"/>
                  </a:cubicBezTo>
                  <a:cubicBezTo>
                    <a:pt x="30121" y="8496"/>
                    <a:pt x="27418" y="9100"/>
                    <a:pt x="24805" y="9684"/>
                  </a:cubicBezTo>
                  <a:cubicBezTo>
                    <a:pt x="22268" y="10252"/>
                    <a:pt x="19647" y="10838"/>
                    <a:pt x="17337" y="12157"/>
                  </a:cubicBezTo>
                  <a:cubicBezTo>
                    <a:pt x="14745" y="13638"/>
                    <a:pt x="13044" y="15858"/>
                    <a:pt x="12668" y="18251"/>
                  </a:cubicBezTo>
                  <a:cubicBezTo>
                    <a:pt x="12584" y="18782"/>
                    <a:pt x="12566" y="19326"/>
                    <a:pt x="12548" y="19854"/>
                  </a:cubicBezTo>
                  <a:cubicBezTo>
                    <a:pt x="12534" y="20284"/>
                    <a:pt x="12518" y="20727"/>
                    <a:pt x="12468" y="21159"/>
                  </a:cubicBezTo>
                  <a:cubicBezTo>
                    <a:pt x="12375" y="21956"/>
                    <a:pt x="12100" y="23041"/>
                    <a:pt x="11309" y="23695"/>
                  </a:cubicBezTo>
                  <a:cubicBezTo>
                    <a:pt x="10956" y="23986"/>
                    <a:pt x="10466" y="24155"/>
                    <a:pt x="9990" y="24155"/>
                  </a:cubicBezTo>
                  <a:cubicBezTo>
                    <a:pt x="9531" y="24155"/>
                    <a:pt x="9085" y="23997"/>
                    <a:pt x="8790" y="23641"/>
                  </a:cubicBezTo>
                  <a:cubicBezTo>
                    <a:pt x="8439" y="23216"/>
                    <a:pt x="8374" y="22663"/>
                    <a:pt x="8305" y="22076"/>
                  </a:cubicBezTo>
                  <a:cubicBezTo>
                    <a:pt x="8278" y="21841"/>
                    <a:pt x="8248" y="21596"/>
                    <a:pt x="8199" y="21363"/>
                  </a:cubicBezTo>
                  <a:cubicBezTo>
                    <a:pt x="7948" y="20168"/>
                    <a:pt x="7048" y="19119"/>
                    <a:pt x="5906" y="18686"/>
                  </a:cubicBezTo>
                  <a:cubicBezTo>
                    <a:pt x="5276" y="18448"/>
                    <a:pt x="4575" y="18379"/>
                    <a:pt x="3896" y="18310"/>
                  </a:cubicBezTo>
                  <a:cubicBezTo>
                    <a:pt x="2823" y="18204"/>
                    <a:pt x="1810" y="18103"/>
                    <a:pt x="1096" y="17390"/>
                  </a:cubicBezTo>
                  <a:cubicBezTo>
                    <a:pt x="199" y="16497"/>
                    <a:pt x="277" y="14979"/>
                    <a:pt x="815" y="13940"/>
                  </a:cubicBezTo>
                  <a:cubicBezTo>
                    <a:pt x="1412" y="12793"/>
                    <a:pt x="2516" y="11936"/>
                    <a:pt x="3402" y="11246"/>
                  </a:cubicBezTo>
                  <a:cubicBezTo>
                    <a:pt x="5470" y="9640"/>
                    <a:pt x="7594" y="8041"/>
                    <a:pt x="9712" y="6493"/>
                  </a:cubicBezTo>
                  <a:cubicBezTo>
                    <a:pt x="9981" y="6297"/>
                    <a:pt x="10169" y="6202"/>
                    <a:pt x="10295" y="6202"/>
                  </a:cubicBezTo>
                  <a:cubicBezTo>
                    <a:pt x="10311" y="6202"/>
                    <a:pt x="10327" y="6204"/>
                    <a:pt x="10348" y="6206"/>
                  </a:cubicBezTo>
                  <a:cubicBezTo>
                    <a:pt x="10459" y="6231"/>
                    <a:pt x="10529" y="6357"/>
                    <a:pt x="10626" y="6534"/>
                  </a:cubicBezTo>
                  <a:cubicBezTo>
                    <a:pt x="10687" y="6643"/>
                    <a:pt x="10755" y="6767"/>
                    <a:pt x="10848" y="6891"/>
                  </a:cubicBezTo>
                  <a:cubicBezTo>
                    <a:pt x="10898" y="6957"/>
                    <a:pt x="10943" y="7019"/>
                    <a:pt x="10985" y="7078"/>
                  </a:cubicBezTo>
                  <a:cubicBezTo>
                    <a:pt x="11272" y="7476"/>
                    <a:pt x="11462" y="7740"/>
                    <a:pt x="12114" y="7953"/>
                  </a:cubicBezTo>
                  <a:cubicBezTo>
                    <a:pt x="12482" y="8073"/>
                    <a:pt x="12863" y="8131"/>
                    <a:pt x="13239" y="8131"/>
                  </a:cubicBezTo>
                  <a:cubicBezTo>
                    <a:pt x="14166" y="8131"/>
                    <a:pt x="15068" y="7780"/>
                    <a:pt x="15679" y="7139"/>
                  </a:cubicBezTo>
                  <a:cubicBezTo>
                    <a:pt x="16092" y="6705"/>
                    <a:pt x="16405" y="6150"/>
                    <a:pt x="16707" y="5614"/>
                  </a:cubicBezTo>
                  <a:cubicBezTo>
                    <a:pt x="17223" y="4699"/>
                    <a:pt x="17711" y="3833"/>
                    <a:pt x="18649" y="3573"/>
                  </a:cubicBezTo>
                  <a:cubicBezTo>
                    <a:pt x="18827" y="3524"/>
                    <a:pt x="19002" y="3501"/>
                    <a:pt x="19175" y="3501"/>
                  </a:cubicBezTo>
                  <a:cubicBezTo>
                    <a:pt x="20144" y="3501"/>
                    <a:pt x="21039" y="4214"/>
                    <a:pt x="21908" y="4906"/>
                  </a:cubicBezTo>
                  <a:cubicBezTo>
                    <a:pt x="22119" y="5075"/>
                    <a:pt x="22337" y="5248"/>
                    <a:pt x="22548" y="5405"/>
                  </a:cubicBezTo>
                  <a:cubicBezTo>
                    <a:pt x="23904" y="6406"/>
                    <a:pt x="25577" y="6940"/>
                    <a:pt x="27254" y="6940"/>
                  </a:cubicBezTo>
                  <a:cubicBezTo>
                    <a:pt x="27861" y="6940"/>
                    <a:pt x="28468" y="6870"/>
                    <a:pt x="29061" y="6727"/>
                  </a:cubicBezTo>
                  <a:cubicBezTo>
                    <a:pt x="31292" y="6191"/>
                    <a:pt x="33236" y="4644"/>
                    <a:pt x="34261" y="2590"/>
                  </a:cubicBezTo>
                  <a:cubicBezTo>
                    <a:pt x="34339" y="2431"/>
                    <a:pt x="34413" y="2270"/>
                    <a:pt x="34488" y="2108"/>
                  </a:cubicBezTo>
                  <a:cubicBezTo>
                    <a:pt x="34689" y="1668"/>
                    <a:pt x="34897" y="1213"/>
                    <a:pt x="35207" y="840"/>
                  </a:cubicBezTo>
                  <a:cubicBezTo>
                    <a:pt x="35521" y="462"/>
                    <a:pt x="36017" y="144"/>
                    <a:pt x="36523" y="144"/>
                  </a:cubicBezTo>
                  <a:close/>
                  <a:moveTo>
                    <a:pt x="36520" y="0"/>
                  </a:moveTo>
                  <a:cubicBezTo>
                    <a:pt x="35966" y="0"/>
                    <a:pt x="35429" y="342"/>
                    <a:pt x="35089" y="749"/>
                  </a:cubicBezTo>
                  <a:cubicBezTo>
                    <a:pt x="34767" y="1137"/>
                    <a:pt x="34554" y="1602"/>
                    <a:pt x="34349" y="2051"/>
                  </a:cubicBezTo>
                  <a:cubicBezTo>
                    <a:pt x="34275" y="2212"/>
                    <a:pt x="34202" y="2372"/>
                    <a:pt x="34123" y="2529"/>
                  </a:cubicBezTo>
                  <a:cubicBezTo>
                    <a:pt x="33118" y="4544"/>
                    <a:pt x="31211" y="6062"/>
                    <a:pt x="29021" y="6588"/>
                  </a:cubicBezTo>
                  <a:cubicBezTo>
                    <a:pt x="28440" y="6728"/>
                    <a:pt x="27844" y="6796"/>
                    <a:pt x="27250" y="6796"/>
                  </a:cubicBezTo>
                  <a:cubicBezTo>
                    <a:pt x="25603" y="6796"/>
                    <a:pt x="23962" y="6273"/>
                    <a:pt x="22632" y="5289"/>
                  </a:cubicBezTo>
                  <a:cubicBezTo>
                    <a:pt x="22423" y="5134"/>
                    <a:pt x="22216" y="4969"/>
                    <a:pt x="21996" y="4795"/>
                  </a:cubicBezTo>
                  <a:cubicBezTo>
                    <a:pt x="21106" y="4086"/>
                    <a:pt x="20189" y="3357"/>
                    <a:pt x="19174" y="3357"/>
                  </a:cubicBezTo>
                  <a:cubicBezTo>
                    <a:pt x="18988" y="3357"/>
                    <a:pt x="18799" y="3382"/>
                    <a:pt x="18606" y="3435"/>
                  </a:cubicBezTo>
                  <a:cubicBezTo>
                    <a:pt x="17609" y="3712"/>
                    <a:pt x="17083" y="4644"/>
                    <a:pt x="16574" y="5546"/>
                  </a:cubicBezTo>
                  <a:cubicBezTo>
                    <a:pt x="16276" y="6073"/>
                    <a:pt x="15969" y="6619"/>
                    <a:pt x="15567" y="7041"/>
                  </a:cubicBezTo>
                  <a:cubicBezTo>
                    <a:pt x="14984" y="7653"/>
                    <a:pt x="14124" y="7987"/>
                    <a:pt x="13237" y="7987"/>
                  </a:cubicBezTo>
                  <a:cubicBezTo>
                    <a:pt x="12875" y="7987"/>
                    <a:pt x="12508" y="7931"/>
                    <a:pt x="12154" y="7816"/>
                  </a:cubicBezTo>
                  <a:cubicBezTo>
                    <a:pt x="11549" y="7619"/>
                    <a:pt x="11379" y="7384"/>
                    <a:pt x="11100" y="6996"/>
                  </a:cubicBezTo>
                  <a:cubicBezTo>
                    <a:pt x="11057" y="6935"/>
                    <a:pt x="11012" y="6873"/>
                    <a:pt x="10961" y="6806"/>
                  </a:cubicBezTo>
                  <a:cubicBezTo>
                    <a:pt x="10874" y="6688"/>
                    <a:pt x="10810" y="6570"/>
                    <a:pt x="10752" y="6465"/>
                  </a:cubicBezTo>
                  <a:cubicBezTo>
                    <a:pt x="10645" y="6270"/>
                    <a:pt x="10552" y="6103"/>
                    <a:pt x="10374" y="6064"/>
                  </a:cubicBezTo>
                  <a:cubicBezTo>
                    <a:pt x="10350" y="6059"/>
                    <a:pt x="10324" y="6056"/>
                    <a:pt x="10297" y="6056"/>
                  </a:cubicBezTo>
                  <a:cubicBezTo>
                    <a:pt x="10134" y="6056"/>
                    <a:pt x="9926" y="6155"/>
                    <a:pt x="9625" y="6376"/>
                  </a:cubicBezTo>
                  <a:cubicBezTo>
                    <a:pt x="7505" y="7923"/>
                    <a:pt x="5381" y="9523"/>
                    <a:pt x="3311" y="11132"/>
                  </a:cubicBezTo>
                  <a:cubicBezTo>
                    <a:pt x="2412" y="11828"/>
                    <a:pt x="1295" y="12697"/>
                    <a:pt x="684" y="13873"/>
                  </a:cubicBezTo>
                  <a:cubicBezTo>
                    <a:pt x="137" y="14926"/>
                    <a:pt x="0" y="16508"/>
                    <a:pt x="990" y="17495"/>
                  </a:cubicBezTo>
                  <a:cubicBezTo>
                    <a:pt x="1742" y="18244"/>
                    <a:pt x="2827" y="18353"/>
                    <a:pt x="3878" y="18458"/>
                  </a:cubicBezTo>
                  <a:cubicBezTo>
                    <a:pt x="4548" y="18526"/>
                    <a:pt x="5240" y="18595"/>
                    <a:pt x="5852" y="18826"/>
                  </a:cubicBezTo>
                  <a:cubicBezTo>
                    <a:pt x="6947" y="19240"/>
                    <a:pt x="7812" y="20249"/>
                    <a:pt x="8053" y="21394"/>
                  </a:cubicBezTo>
                  <a:cubicBezTo>
                    <a:pt x="8101" y="21620"/>
                    <a:pt x="8129" y="21860"/>
                    <a:pt x="8156" y="22094"/>
                  </a:cubicBezTo>
                  <a:cubicBezTo>
                    <a:pt x="8225" y="22677"/>
                    <a:pt x="8296" y="23278"/>
                    <a:pt x="8675" y="23736"/>
                  </a:cubicBezTo>
                  <a:cubicBezTo>
                    <a:pt x="9006" y="24136"/>
                    <a:pt x="9490" y="24310"/>
                    <a:pt x="9985" y="24310"/>
                  </a:cubicBezTo>
                  <a:cubicBezTo>
                    <a:pt x="10497" y="24310"/>
                    <a:pt x="11021" y="24124"/>
                    <a:pt x="11405" y="23813"/>
                  </a:cubicBezTo>
                  <a:cubicBezTo>
                    <a:pt x="12060" y="23271"/>
                    <a:pt x="12479" y="22362"/>
                    <a:pt x="12616" y="21181"/>
                  </a:cubicBezTo>
                  <a:cubicBezTo>
                    <a:pt x="12667" y="20744"/>
                    <a:pt x="12682" y="20296"/>
                    <a:pt x="12696" y="19865"/>
                  </a:cubicBezTo>
                  <a:cubicBezTo>
                    <a:pt x="12713" y="19341"/>
                    <a:pt x="12732" y="18800"/>
                    <a:pt x="12813" y="18278"/>
                  </a:cubicBezTo>
                  <a:cubicBezTo>
                    <a:pt x="13181" y="15931"/>
                    <a:pt x="14856" y="13747"/>
                    <a:pt x="17409" y="12290"/>
                  </a:cubicBezTo>
                  <a:cubicBezTo>
                    <a:pt x="19698" y="10982"/>
                    <a:pt x="22310" y="10397"/>
                    <a:pt x="24834" y="9833"/>
                  </a:cubicBezTo>
                  <a:cubicBezTo>
                    <a:pt x="27443" y="9250"/>
                    <a:pt x="30140" y="8646"/>
                    <a:pt x="32856" y="8579"/>
                  </a:cubicBezTo>
                  <a:cubicBezTo>
                    <a:pt x="33015" y="8575"/>
                    <a:pt x="33173" y="8573"/>
                    <a:pt x="33329" y="8573"/>
                  </a:cubicBezTo>
                  <a:cubicBezTo>
                    <a:pt x="36161" y="8573"/>
                    <a:pt x="38674" y="9217"/>
                    <a:pt x="40623" y="10443"/>
                  </a:cubicBezTo>
                  <a:cubicBezTo>
                    <a:pt x="41155" y="10777"/>
                    <a:pt x="41605" y="10945"/>
                    <a:pt x="41961" y="10945"/>
                  </a:cubicBezTo>
                  <a:cubicBezTo>
                    <a:pt x="42233" y="10945"/>
                    <a:pt x="42449" y="10847"/>
                    <a:pt x="42605" y="10649"/>
                  </a:cubicBezTo>
                  <a:cubicBezTo>
                    <a:pt x="42878" y="10303"/>
                    <a:pt x="42779" y="9788"/>
                    <a:pt x="42539" y="9456"/>
                  </a:cubicBezTo>
                  <a:cubicBezTo>
                    <a:pt x="42335" y="9172"/>
                    <a:pt x="42042" y="8971"/>
                    <a:pt x="41759" y="8777"/>
                  </a:cubicBezTo>
                  <a:cubicBezTo>
                    <a:pt x="41712" y="8746"/>
                    <a:pt x="41666" y="8712"/>
                    <a:pt x="41618" y="8681"/>
                  </a:cubicBezTo>
                  <a:cubicBezTo>
                    <a:pt x="39701" y="7340"/>
                    <a:pt x="38412" y="5153"/>
                    <a:pt x="38170" y="2827"/>
                  </a:cubicBezTo>
                  <a:lnTo>
                    <a:pt x="38154" y="2679"/>
                  </a:lnTo>
                  <a:cubicBezTo>
                    <a:pt x="38051" y="1671"/>
                    <a:pt x="37924" y="414"/>
                    <a:pt x="36944" y="72"/>
                  </a:cubicBezTo>
                  <a:cubicBezTo>
                    <a:pt x="36804" y="22"/>
                    <a:pt x="36661" y="0"/>
                    <a:pt x="36520"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
            <p:cNvSpPr/>
            <p:nvPr/>
          </p:nvSpPr>
          <p:spPr>
            <a:xfrm>
              <a:off x="5594200" y="1383800"/>
              <a:ext cx="131725" cy="260175"/>
            </a:xfrm>
            <a:custGeom>
              <a:rect b="b" l="l" r="r" t="t"/>
              <a:pathLst>
                <a:path extrusionOk="0" h="10407" w="5269">
                  <a:moveTo>
                    <a:pt x="1133" y="147"/>
                  </a:moveTo>
                  <a:cubicBezTo>
                    <a:pt x="1250" y="147"/>
                    <a:pt x="1371" y="169"/>
                    <a:pt x="1497" y="210"/>
                  </a:cubicBezTo>
                  <a:cubicBezTo>
                    <a:pt x="2983" y="715"/>
                    <a:pt x="4628" y="3968"/>
                    <a:pt x="4793" y="4849"/>
                  </a:cubicBezTo>
                  <a:cubicBezTo>
                    <a:pt x="5116" y="6562"/>
                    <a:pt x="4682" y="8417"/>
                    <a:pt x="3635" y="9810"/>
                  </a:cubicBezTo>
                  <a:cubicBezTo>
                    <a:pt x="3509" y="9976"/>
                    <a:pt x="3370" y="10138"/>
                    <a:pt x="3188" y="10213"/>
                  </a:cubicBezTo>
                  <a:cubicBezTo>
                    <a:pt x="3113" y="10244"/>
                    <a:pt x="3035" y="10259"/>
                    <a:pt x="2957" y="10259"/>
                  </a:cubicBezTo>
                  <a:cubicBezTo>
                    <a:pt x="2599" y="10259"/>
                    <a:pt x="2236" y="9954"/>
                    <a:pt x="2027" y="9592"/>
                  </a:cubicBezTo>
                  <a:cubicBezTo>
                    <a:pt x="1458" y="8609"/>
                    <a:pt x="1558" y="7399"/>
                    <a:pt x="1656" y="6228"/>
                  </a:cubicBezTo>
                  <a:cubicBezTo>
                    <a:pt x="1759" y="4996"/>
                    <a:pt x="1867" y="3723"/>
                    <a:pt x="1200" y="2697"/>
                  </a:cubicBezTo>
                  <a:cubicBezTo>
                    <a:pt x="1093" y="2533"/>
                    <a:pt x="968" y="2380"/>
                    <a:pt x="847" y="2231"/>
                  </a:cubicBezTo>
                  <a:cubicBezTo>
                    <a:pt x="685" y="2031"/>
                    <a:pt x="517" y="1825"/>
                    <a:pt x="398" y="1596"/>
                  </a:cubicBezTo>
                  <a:cubicBezTo>
                    <a:pt x="204" y="1220"/>
                    <a:pt x="169" y="694"/>
                    <a:pt x="480" y="415"/>
                  </a:cubicBezTo>
                  <a:cubicBezTo>
                    <a:pt x="681" y="236"/>
                    <a:pt x="897" y="147"/>
                    <a:pt x="1133" y="147"/>
                  </a:cubicBezTo>
                  <a:close/>
                  <a:moveTo>
                    <a:pt x="1134" y="1"/>
                  </a:moveTo>
                  <a:cubicBezTo>
                    <a:pt x="861" y="1"/>
                    <a:pt x="610" y="103"/>
                    <a:pt x="383" y="307"/>
                  </a:cubicBezTo>
                  <a:cubicBezTo>
                    <a:pt x="0" y="650"/>
                    <a:pt x="54" y="1252"/>
                    <a:pt x="268" y="1665"/>
                  </a:cubicBezTo>
                  <a:cubicBezTo>
                    <a:pt x="393" y="1907"/>
                    <a:pt x="567" y="2120"/>
                    <a:pt x="734" y="2326"/>
                  </a:cubicBezTo>
                  <a:cubicBezTo>
                    <a:pt x="852" y="2471"/>
                    <a:pt x="975" y="2622"/>
                    <a:pt x="1077" y="2779"/>
                  </a:cubicBezTo>
                  <a:cubicBezTo>
                    <a:pt x="1716" y="3763"/>
                    <a:pt x="1611" y="5011"/>
                    <a:pt x="1511" y="6218"/>
                  </a:cubicBezTo>
                  <a:cubicBezTo>
                    <a:pt x="1410" y="7411"/>
                    <a:pt x="1306" y="8644"/>
                    <a:pt x="1900" y="9666"/>
                  </a:cubicBezTo>
                  <a:cubicBezTo>
                    <a:pt x="2135" y="10070"/>
                    <a:pt x="2544" y="10407"/>
                    <a:pt x="2961" y="10407"/>
                  </a:cubicBezTo>
                  <a:cubicBezTo>
                    <a:pt x="3055" y="10407"/>
                    <a:pt x="3152" y="10389"/>
                    <a:pt x="3248" y="10351"/>
                  </a:cubicBezTo>
                  <a:cubicBezTo>
                    <a:pt x="3462" y="10262"/>
                    <a:pt x="3618" y="10082"/>
                    <a:pt x="3755" y="9899"/>
                  </a:cubicBezTo>
                  <a:cubicBezTo>
                    <a:pt x="4827" y="8474"/>
                    <a:pt x="5268" y="6577"/>
                    <a:pt x="4940" y="4825"/>
                  </a:cubicBezTo>
                  <a:cubicBezTo>
                    <a:pt x="4771" y="3924"/>
                    <a:pt x="3079" y="595"/>
                    <a:pt x="1547" y="74"/>
                  </a:cubicBezTo>
                  <a:cubicBezTo>
                    <a:pt x="1404" y="25"/>
                    <a:pt x="1266" y="1"/>
                    <a:pt x="113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
            <p:cNvSpPr/>
            <p:nvPr/>
          </p:nvSpPr>
          <p:spPr>
            <a:xfrm>
              <a:off x="5306675" y="408475"/>
              <a:ext cx="244950" cy="634925"/>
            </a:xfrm>
            <a:custGeom>
              <a:rect b="b" l="l" r="r" t="t"/>
              <a:pathLst>
                <a:path extrusionOk="0" h="25397" w="9798">
                  <a:moveTo>
                    <a:pt x="2092" y="147"/>
                  </a:moveTo>
                  <a:cubicBezTo>
                    <a:pt x="3310" y="177"/>
                    <a:pt x="4228" y="1666"/>
                    <a:pt x="4466" y="2662"/>
                  </a:cubicBezTo>
                  <a:cubicBezTo>
                    <a:pt x="4646" y="3418"/>
                    <a:pt x="4655" y="4215"/>
                    <a:pt x="4665" y="4986"/>
                  </a:cubicBezTo>
                  <a:cubicBezTo>
                    <a:pt x="4671" y="5540"/>
                    <a:pt x="4677" y="6113"/>
                    <a:pt x="4746" y="6671"/>
                  </a:cubicBezTo>
                  <a:cubicBezTo>
                    <a:pt x="4986" y="8616"/>
                    <a:pt x="5965" y="10361"/>
                    <a:pt x="6911" y="12049"/>
                  </a:cubicBezTo>
                  <a:cubicBezTo>
                    <a:pt x="7645" y="13357"/>
                    <a:pt x="8405" y="14709"/>
                    <a:pt x="8820" y="16153"/>
                  </a:cubicBezTo>
                  <a:cubicBezTo>
                    <a:pt x="9642" y="19005"/>
                    <a:pt x="9044" y="22248"/>
                    <a:pt x="7257" y="24619"/>
                  </a:cubicBezTo>
                  <a:cubicBezTo>
                    <a:pt x="6938" y="25042"/>
                    <a:pt x="6640" y="25248"/>
                    <a:pt x="6350" y="25248"/>
                  </a:cubicBezTo>
                  <a:cubicBezTo>
                    <a:pt x="6323" y="25248"/>
                    <a:pt x="6297" y="25246"/>
                    <a:pt x="6270" y="25243"/>
                  </a:cubicBezTo>
                  <a:cubicBezTo>
                    <a:pt x="5923" y="25197"/>
                    <a:pt x="5686" y="24843"/>
                    <a:pt x="5630" y="24515"/>
                  </a:cubicBezTo>
                  <a:cubicBezTo>
                    <a:pt x="5574" y="24176"/>
                    <a:pt x="5655" y="23823"/>
                    <a:pt x="5733" y="23482"/>
                  </a:cubicBezTo>
                  <a:lnTo>
                    <a:pt x="5745" y="23426"/>
                  </a:lnTo>
                  <a:cubicBezTo>
                    <a:pt x="7112" y="17399"/>
                    <a:pt x="5721" y="10846"/>
                    <a:pt x="2020" y="5896"/>
                  </a:cubicBezTo>
                  <a:cubicBezTo>
                    <a:pt x="1932" y="5778"/>
                    <a:pt x="1842" y="5659"/>
                    <a:pt x="1751" y="5540"/>
                  </a:cubicBezTo>
                  <a:cubicBezTo>
                    <a:pt x="1090" y="4672"/>
                    <a:pt x="405" y="3773"/>
                    <a:pt x="249" y="2709"/>
                  </a:cubicBezTo>
                  <a:cubicBezTo>
                    <a:pt x="152" y="2053"/>
                    <a:pt x="399" y="1256"/>
                    <a:pt x="865" y="731"/>
                  </a:cubicBezTo>
                  <a:cubicBezTo>
                    <a:pt x="1101" y="464"/>
                    <a:pt x="1498" y="149"/>
                    <a:pt x="2055" y="149"/>
                  </a:cubicBezTo>
                  <a:cubicBezTo>
                    <a:pt x="2067" y="149"/>
                    <a:pt x="2080" y="149"/>
                    <a:pt x="2092" y="147"/>
                  </a:cubicBezTo>
                  <a:close/>
                  <a:moveTo>
                    <a:pt x="2058" y="0"/>
                  </a:moveTo>
                  <a:cubicBezTo>
                    <a:pt x="1571" y="0"/>
                    <a:pt x="1122" y="217"/>
                    <a:pt x="754" y="631"/>
                  </a:cubicBezTo>
                  <a:cubicBezTo>
                    <a:pt x="261" y="1188"/>
                    <a:pt x="0" y="2032"/>
                    <a:pt x="103" y="2730"/>
                  </a:cubicBezTo>
                  <a:cubicBezTo>
                    <a:pt x="265" y="3831"/>
                    <a:pt x="961" y="4746"/>
                    <a:pt x="1633" y="5629"/>
                  </a:cubicBezTo>
                  <a:cubicBezTo>
                    <a:pt x="1725" y="5749"/>
                    <a:pt x="1814" y="5866"/>
                    <a:pt x="1904" y="5985"/>
                  </a:cubicBezTo>
                  <a:cubicBezTo>
                    <a:pt x="5577" y="10900"/>
                    <a:pt x="6960" y="17408"/>
                    <a:pt x="5603" y="23393"/>
                  </a:cubicBezTo>
                  <a:lnTo>
                    <a:pt x="5589" y="23448"/>
                  </a:lnTo>
                  <a:cubicBezTo>
                    <a:pt x="5508" y="23804"/>
                    <a:pt x="5424" y="24173"/>
                    <a:pt x="5486" y="24540"/>
                  </a:cubicBezTo>
                  <a:cubicBezTo>
                    <a:pt x="5548" y="24908"/>
                    <a:pt x="5815" y="25334"/>
                    <a:pt x="6253" y="25390"/>
                  </a:cubicBezTo>
                  <a:cubicBezTo>
                    <a:pt x="6286" y="25393"/>
                    <a:pt x="6320" y="25396"/>
                    <a:pt x="6353" y="25396"/>
                  </a:cubicBezTo>
                  <a:cubicBezTo>
                    <a:pt x="6692" y="25396"/>
                    <a:pt x="7027" y="25170"/>
                    <a:pt x="7377" y="24708"/>
                  </a:cubicBezTo>
                  <a:cubicBezTo>
                    <a:pt x="9190" y="22303"/>
                    <a:pt x="9798" y="19010"/>
                    <a:pt x="8963" y="16114"/>
                  </a:cubicBezTo>
                  <a:cubicBezTo>
                    <a:pt x="8543" y="14654"/>
                    <a:pt x="7780" y="13294"/>
                    <a:pt x="7042" y="11978"/>
                  </a:cubicBezTo>
                  <a:cubicBezTo>
                    <a:pt x="6101" y="10302"/>
                    <a:pt x="5129" y="8570"/>
                    <a:pt x="4893" y="6655"/>
                  </a:cubicBezTo>
                  <a:cubicBezTo>
                    <a:pt x="4825" y="6105"/>
                    <a:pt x="4818" y="5536"/>
                    <a:pt x="4811" y="4986"/>
                  </a:cubicBezTo>
                  <a:cubicBezTo>
                    <a:pt x="4803" y="4206"/>
                    <a:pt x="4794" y="3400"/>
                    <a:pt x="4609" y="2628"/>
                  </a:cubicBezTo>
                  <a:cubicBezTo>
                    <a:pt x="4361" y="1587"/>
                    <a:pt x="3392" y="33"/>
                    <a:pt x="2096" y="1"/>
                  </a:cubicBezTo>
                  <a:cubicBezTo>
                    <a:pt x="2083" y="0"/>
                    <a:pt x="2071" y="0"/>
                    <a:pt x="205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
            <p:cNvSpPr/>
            <p:nvPr/>
          </p:nvSpPr>
          <p:spPr>
            <a:xfrm>
              <a:off x="5342275" y="443325"/>
              <a:ext cx="63750" cy="81900"/>
            </a:xfrm>
            <a:custGeom>
              <a:rect b="b" l="l" r="r" t="t"/>
              <a:pathLst>
                <a:path extrusionOk="0" h="3276" w="2550">
                  <a:moveTo>
                    <a:pt x="1008" y="146"/>
                  </a:moveTo>
                  <a:cubicBezTo>
                    <a:pt x="1138" y="146"/>
                    <a:pt x="1272" y="184"/>
                    <a:pt x="1410" y="258"/>
                  </a:cubicBezTo>
                  <a:cubicBezTo>
                    <a:pt x="1972" y="565"/>
                    <a:pt x="2402" y="1433"/>
                    <a:pt x="2384" y="1946"/>
                  </a:cubicBezTo>
                  <a:cubicBezTo>
                    <a:pt x="2369" y="2369"/>
                    <a:pt x="2159" y="2761"/>
                    <a:pt x="1839" y="2969"/>
                  </a:cubicBezTo>
                  <a:cubicBezTo>
                    <a:pt x="1674" y="3076"/>
                    <a:pt x="1481" y="3129"/>
                    <a:pt x="1293" y="3129"/>
                  </a:cubicBezTo>
                  <a:cubicBezTo>
                    <a:pt x="1088" y="3129"/>
                    <a:pt x="887" y="3066"/>
                    <a:pt x="733" y="2940"/>
                  </a:cubicBezTo>
                  <a:cubicBezTo>
                    <a:pt x="400" y="2673"/>
                    <a:pt x="151" y="1914"/>
                    <a:pt x="175" y="1247"/>
                  </a:cubicBezTo>
                  <a:cubicBezTo>
                    <a:pt x="192" y="797"/>
                    <a:pt x="330" y="459"/>
                    <a:pt x="563" y="297"/>
                  </a:cubicBezTo>
                  <a:cubicBezTo>
                    <a:pt x="707" y="197"/>
                    <a:pt x="856" y="146"/>
                    <a:pt x="1008" y="146"/>
                  </a:cubicBezTo>
                  <a:close/>
                  <a:moveTo>
                    <a:pt x="1006" y="0"/>
                  </a:moveTo>
                  <a:cubicBezTo>
                    <a:pt x="824" y="0"/>
                    <a:pt x="646" y="59"/>
                    <a:pt x="477" y="176"/>
                  </a:cubicBezTo>
                  <a:cubicBezTo>
                    <a:pt x="203" y="366"/>
                    <a:pt x="43" y="746"/>
                    <a:pt x="26" y="1243"/>
                  </a:cubicBezTo>
                  <a:cubicBezTo>
                    <a:pt x="0" y="1963"/>
                    <a:pt x="269" y="2759"/>
                    <a:pt x="638" y="3057"/>
                  </a:cubicBezTo>
                  <a:cubicBezTo>
                    <a:pt x="818" y="3202"/>
                    <a:pt x="1053" y="3275"/>
                    <a:pt x="1292" y="3275"/>
                  </a:cubicBezTo>
                  <a:cubicBezTo>
                    <a:pt x="1508" y="3275"/>
                    <a:pt x="1729" y="3215"/>
                    <a:pt x="1917" y="3095"/>
                  </a:cubicBezTo>
                  <a:cubicBezTo>
                    <a:pt x="2278" y="2862"/>
                    <a:pt x="2513" y="2424"/>
                    <a:pt x="2530" y="1954"/>
                  </a:cubicBezTo>
                  <a:cubicBezTo>
                    <a:pt x="2549" y="1386"/>
                    <a:pt x="2096" y="466"/>
                    <a:pt x="1479" y="130"/>
                  </a:cubicBezTo>
                  <a:cubicBezTo>
                    <a:pt x="1321" y="43"/>
                    <a:pt x="1162" y="0"/>
                    <a:pt x="100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
            <p:cNvSpPr/>
            <p:nvPr/>
          </p:nvSpPr>
          <p:spPr>
            <a:xfrm>
              <a:off x="5474900" y="806250"/>
              <a:ext cx="46800" cy="154700"/>
            </a:xfrm>
            <a:custGeom>
              <a:rect b="b" l="l" r="r" t="t"/>
              <a:pathLst>
                <a:path extrusionOk="0" h="6188" w="1872">
                  <a:moveTo>
                    <a:pt x="639" y="149"/>
                  </a:moveTo>
                  <a:cubicBezTo>
                    <a:pt x="721" y="149"/>
                    <a:pt x="815" y="226"/>
                    <a:pt x="882" y="298"/>
                  </a:cubicBezTo>
                  <a:cubicBezTo>
                    <a:pt x="1010" y="430"/>
                    <a:pt x="1069" y="626"/>
                    <a:pt x="1121" y="798"/>
                  </a:cubicBezTo>
                  <a:cubicBezTo>
                    <a:pt x="1367" y="1611"/>
                    <a:pt x="1621" y="2452"/>
                    <a:pt x="1678" y="3313"/>
                  </a:cubicBezTo>
                  <a:cubicBezTo>
                    <a:pt x="1723" y="3983"/>
                    <a:pt x="1657" y="4949"/>
                    <a:pt x="1095" y="5745"/>
                  </a:cubicBezTo>
                  <a:cubicBezTo>
                    <a:pt x="984" y="5902"/>
                    <a:pt x="818" y="6039"/>
                    <a:pt x="670" y="6039"/>
                  </a:cubicBezTo>
                  <a:cubicBezTo>
                    <a:pt x="632" y="6039"/>
                    <a:pt x="595" y="6030"/>
                    <a:pt x="561" y="6009"/>
                  </a:cubicBezTo>
                  <a:cubicBezTo>
                    <a:pt x="444" y="5941"/>
                    <a:pt x="411" y="5776"/>
                    <a:pt x="392" y="5607"/>
                  </a:cubicBezTo>
                  <a:cubicBezTo>
                    <a:pt x="272" y="4476"/>
                    <a:pt x="148" y="3166"/>
                    <a:pt x="231" y="1913"/>
                  </a:cubicBezTo>
                  <a:cubicBezTo>
                    <a:pt x="233" y="1877"/>
                    <a:pt x="237" y="1826"/>
                    <a:pt x="239" y="1763"/>
                  </a:cubicBezTo>
                  <a:cubicBezTo>
                    <a:pt x="256" y="1392"/>
                    <a:pt x="306" y="268"/>
                    <a:pt x="598" y="156"/>
                  </a:cubicBezTo>
                  <a:cubicBezTo>
                    <a:pt x="610" y="152"/>
                    <a:pt x="625" y="149"/>
                    <a:pt x="639" y="149"/>
                  </a:cubicBezTo>
                  <a:close/>
                  <a:moveTo>
                    <a:pt x="641" y="1"/>
                  </a:moveTo>
                  <a:cubicBezTo>
                    <a:pt x="609" y="1"/>
                    <a:pt x="577" y="6"/>
                    <a:pt x="546" y="18"/>
                  </a:cubicBezTo>
                  <a:cubicBezTo>
                    <a:pt x="210" y="145"/>
                    <a:pt x="129" y="928"/>
                    <a:pt x="92" y="1754"/>
                  </a:cubicBezTo>
                  <a:cubicBezTo>
                    <a:pt x="89" y="1816"/>
                    <a:pt x="87" y="1867"/>
                    <a:pt x="84" y="1903"/>
                  </a:cubicBezTo>
                  <a:cubicBezTo>
                    <a:pt x="0" y="3167"/>
                    <a:pt x="123" y="4486"/>
                    <a:pt x="246" y="5622"/>
                  </a:cubicBezTo>
                  <a:cubicBezTo>
                    <a:pt x="268" y="5829"/>
                    <a:pt x="313" y="6034"/>
                    <a:pt x="485" y="6136"/>
                  </a:cubicBezTo>
                  <a:cubicBezTo>
                    <a:pt x="546" y="6172"/>
                    <a:pt x="608" y="6188"/>
                    <a:pt x="671" y="6188"/>
                  </a:cubicBezTo>
                  <a:cubicBezTo>
                    <a:pt x="872" y="6188"/>
                    <a:pt x="1077" y="6028"/>
                    <a:pt x="1217" y="5829"/>
                  </a:cubicBezTo>
                  <a:cubicBezTo>
                    <a:pt x="1804" y="4997"/>
                    <a:pt x="1872" y="3996"/>
                    <a:pt x="1827" y="3302"/>
                  </a:cubicBezTo>
                  <a:cubicBezTo>
                    <a:pt x="1769" y="2425"/>
                    <a:pt x="1512" y="1576"/>
                    <a:pt x="1264" y="754"/>
                  </a:cubicBezTo>
                  <a:cubicBezTo>
                    <a:pt x="1207" y="566"/>
                    <a:pt x="1143" y="353"/>
                    <a:pt x="990" y="194"/>
                  </a:cubicBezTo>
                  <a:cubicBezTo>
                    <a:pt x="866" y="65"/>
                    <a:pt x="749" y="1"/>
                    <a:pt x="64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
            <p:cNvSpPr/>
            <p:nvPr/>
          </p:nvSpPr>
          <p:spPr>
            <a:xfrm>
              <a:off x="4603925" y="1136950"/>
              <a:ext cx="886950" cy="480850"/>
            </a:xfrm>
            <a:custGeom>
              <a:rect b="b" l="l" r="r" t="t"/>
              <a:pathLst>
                <a:path extrusionOk="0" h="19234" w="35478">
                  <a:moveTo>
                    <a:pt x="33176" y="147"/>
                  </a:moveTo>
                  <a:cubicBezTo>
                    <a:pt x="33271" y="147"/>
                    <a:pt x="33436" y="248"/>
                    <a:pt x="33669" y="731"/>
                  </a:cubicBezTo>
                  <a:cubicBezTo>
                    <a:pt x="34012" y="1439"/>
                    <a:pt x="34331" y="2175"/>
                    <a:pt x="34640" y="2886"/>
                  </a:cubicBezTo>
                  <a:cubicBezTo>
                    <a:pt x="34798" y="3250"/>
                    <a:pt x="34955" y="3613"/>
                    <a:pt x="35117" y="3974"/>
                  </a:cubicBezTo>
                  <a:cubicBezTo>
                    <a:pt x="35250" y="4270"/>
                    <a:pt x="35359" y="4663"/>
                    <a:pt x="35132" y="4853"/>
                  </a:cubicBezTo>
                  <a:cubicBezTo>
                    <a:pt x="35049" y="4922"/>
                    <a:pt x="34944" y="4946"/>
                    <a:pt x="34826" y="4946"/>
                  </a:cubicBezTo>
                  <a:cubicBezTo>
                    <a:pt x="34718" y="4946"/>
                    <a:pt x="34601" y="4927"/>
                    <a:pt x="34480" y="4904"/>
                  </a:cubicBezTo>
                  <a:cubicBezTo>
                    <a:pt x="33681" y="4750"/>
                    <a:pt x="32878" y="4684"/>
                    <a:pt x="32073" y="4684"/>
                  </a:cubicBezTo>
                  <a:cubicBezTo>
                    <a:pt x="29802" y="4684"/>
                    <a:pt x="27517" y="5203"/>
                    <a:pt x="25289" y="5709"/>
                  </a:cubicBezTo>
                  <a:cubicBezTo>
                    <a:pt x="24580" y="5870"/>
                    <a:pt x="23847" y="6036"/>
                    <a:pt x="23130" y="6183"/>
                  </a:cubicBezTo>
                  <a:cubicBezTo>
                    <a:pt x="22351" y="6341"/>
                    <a:pt x="21555" y="6482"/>
                    <a:pt x="20786" y="6617"/>
                  </a:cubicBezTo>
                  <a:cubicBezTo>
                    <a:pt x="19365" y="6867"/>
                    <a:pt x="17899" y="7127"/>
                    <a:pt x="16483" y="7509"/>
                  </a:cubicBezTo>
                  <a:cubicBezTo>
                    <a:pt x="13908" y="8201"/>
                    <a:pt x="11940" y="9199"/>
                    <a:pt x="10469" y="10559"/>
                  </a:cubicBezTo>
                  <a:cubicBezTo>
                    <a:pt x="8658" y="12232"/>
                    <a:pt x="7677" y="14500"/>
                    <a:pt x="7844" y="16625"/>
                  </a:cubicBezTo>
                  <a:cubicBezTo>
                    <a:pt x="7854" y="16745"/>
                    <a:pt x="7867" y="16868"/>
                    <a:pt x="7879" y="16989"/>
                  </a:cubicBezTo>
                  <a:cubicBezTo>
                    <a:pt x="7930" y="17465"/>
                    <a:pt x="7983" y="17957"/>
                    <a:pt x="7817" y="18397"/>
                  </a:cubicBezTo>
                  <a:cubicBezTo>
                    <a:pt x="7700" y="18705"/>
                    <a:pt x="7395" y="18979"/>
                    <a:pt x="7074" y="19060"/>
                  </a:cubicBezTo>
                  <a:cubicBezTo>
                    <a:pt x="7016" y="19075"/>
                    <a:pt x="6950" y="19086"/>
                    <a:pt x="6879" y="19086"/>
                  </a:cubicBezTo>
                  <a:cubicBezTo>
                    <a:pt x="6755" y="19086"/>
                    <a:pt x="6617" y="19052"/>
                    <a:pt x="6493" y="18946"/>
                  </a:cubicBezTo>
                  <a:cubicBezTo>
                    <a:pt x="6268" y="18752"/>
                    <a:pt x="6209" y="18426"/>
                    <a:pt x="6152" y="18111"/>
                  </a:cubicBezTo>
                  <a:lnTo>
                    <a:pt x="6136" y="18018"/>
                  </a:lnTo>
                  <a:cubicBezTo>
                    <a:pt x="5842" y="16430"/>
                    <a:pt x="4823" y="15019"/>
                    <a:pt x="3408" y="14241"/>
                  </a:cubicBezTo>
                  <a:cubicBezTo>
                    <a:pt x="3122" y="14083"/>
                    <a:pt x="2819" y="13950"/>
                    <a:pt x="2525" y="13821"/>
                  </a:cubicBezTo>
                  <a:cubicBezTo>
                    <a:pt x="2179" y="13669"/>
                    <a:pt x="1821" y="13514"/>
                    <a:pt x="1493" y="13317"/>
                  </a:cubicBezTo>
                  <a:cubicBezTo>
                    <a:pt x="796" y="12897"/>
                    <a:pt x="357" y="12319"/>
                    <a:pt x="287" y="11730"/>
                  </a:cubicBezTo>
                  <a:cubicBezTo>
                    <a:pt x="157" y="10629"/>
                    <a:pt x="1203" y="9758"/>
                    <a:pt x="2128" y="9123"/>
                  </a:cubicBezTo>
                  <a:lnTo>
                    <a:pt x="5083" y="7097"/>
                  </a:lnTo>
                  <a:cubicBezTo>
                    <a:pt x="5683" y="6685"/>
                    <a:pt x="6364" y="6219"/>
                    <a:pt x="7138" y="6157"/>
                  </a:cubicBezTo>
                  <a:cubicBezTo>
                    <a:pt x="7199" y="6153"/>
                    <a:pt x="7259" y="6151"/>
                    <a:pt x="7320" y="6151"/>
                  </a:cubicBezTo>
                  <a:cubicBezTo>
                    <a:pt x="7726" y="6151"/>
                    <a:pt x="8133" y="6251"/>
                    <a:pt x="8528" y="6348"/>
                  </a:cubicBezTo>
                  <a:cubicBezTo>
                    <a:pt x="8934" y="6448"/>
                    <a:pt x="9355" y="6551"/>
                    <a:pt x="9780" y="6551"/>
                  </a:cubicBezTo>
                  <a:lnTo>
                    <a:pt x="9804" y="6551"/>
                  </a:lnTo>
                  <a:cubicBezTo>
                    <a:pt x="11047" y="6540"/>
                    <a:pt x="12028" y="5683"/>
                    <a:pt x="12977" y="4853"/>
                  </a:cubicBezTo>
                  <a:cubicBezTo>
                    <a:pt x="13879" y="4065"/>
                    <a:pt x="14812" y="3250"/>
                    <a:pt x="15959" y="3176"/>
                  </a:cubicBezTo>
                  <a:cubicBezTo>
                    <a:pt x="16016" y="3173"/>
                    <a:pt x="16073" y="3171"/>
                    <a:pt x="16130" y="3171"/>
                  </a:cubicBezTo>
                  <a:cubicBezTo>
                    <a:pt x="16988" y="3171"/>
                    <a:pt x="17800" y="3581"/>
                    <a:pt x="18586" y="3980"/>
                  </a:cubicBezTo>
                  <a:cubicBezTo>
                    <a:pt x="18872" y="4125"/>
                    <a:pt x="19164" y="4272"/>
                    <a:pt x="19457" y="4400"/>
                  </a:cubicBezTo>
                  <a:cubicBezTo>
                    <a:pt x="20623" y="4909"/>
                    <a:pt x="21845" y="5110"/>
                    <a:pt x="23059" y="5110"/>
                  </a:cubicBezTo>
                  <a:cubicBezTo>
                    <a:pt x="25571" y="5110"/>
                    <a:pt x="28048" y="4249"/>
                    <a:pt x="29920" y="3477"/>
                  </a:cubicBezTo>
                  <a:cubicBezTo>
                    <a:pt x="30985" y="3038"/>
                    <a:pt x="32025" y="2496"/>
                    <a:pt x="32437" y="1506"/>
                  </a:cubicBezTo>
                  <a:cubicBezTo>
                    <a:pt x="32486" y="1391"/>
                    <a:pt x="32533" y="1264"/>
                    <a:pt x="32582" y="1134"/>
                  </a:cubicBezTo>
                  <a:cubicBezTo>
                    <a:pt x="32745" y="699"/>
                    <a:pt x="32949" y="157"/>
                    <a:pt x="33172" y="147"/>
                  </a:cubicBezTo>
                  <a:cubicBezTo>
                    <a:pt x="33173" y="147"/>
                    <a:pt x="33175" y="147"/>
                    <a:pt x="33176" y="147"/>
                  </a:cubicBezTo>
                  <a:close/>
                  <a:moveTo>
                    <a:pt x="33178" y="0"/>
                  </a:moveTo>
                  <a:cubicBezTo>
                    <a:pt x="33175" y="0"/>
                    <a:pt x="33171" y="1"/>
                    <a:pt x="33167" y="1"/>
                  </a:cubicBezTo>
                  <a:cubicBezTo>
                    <a:pt x="32847" y="15"/>
                    <a:pt x="32643" y="558"/>
                    <a:pt x="32446" y="1083"/>
                  </a:cubicBezTo>
                  <a:cubicBezTo>
                    <a:pt x="32398" y="1212"/>
                    <a:pt x="32351" y="1339"/>
                    <a:pt x="32302" y="1452"/>
                  </a:cubicBezTo>
                  <a:cubicBezTo>
                    <a:pt x="31909" y="2392"/>
                    <a:pt x="30899" y="2917"/>
                    <a:pt x="29865" y="3343"/>
                  </a:cubicBezTo>
                  <a:cubicBezTo>
                    <a:pt x="27230" y="4429"/>
                    <a:pt x="24989" y="4968"/>
                    <a:pt x="23036" y="4968"/>
                  </a:cubicBezTo>
                  <a:cubicBezTo>
                    <a:pt x="21748" y="4968"/>
                    <a:pt x="20585" y="4733"/>
                    <a:pt x="19517" y="4267"/>
                  </a:cubicBezTo>
                  <a:cubicBezTo>
                    <a:pt x="19228" y="4141"/>
                    <a:pt x="18936" y="3994"/>
                    <a:pt x="18654" y="3851"/>
                  </a:cubicBezTo>
                  <a:cubicBezTo>
                    <a:pt x="17852" y="3445"/>
                    <a:pt x="17024" y="3026"/>
                    <a:pt x="16131" y="3026"/>
                  </a:cubicBezTo>
                  <a:cubicBezTo>
                    <a:pt x="16071" y="3026"/>
                    <a:pt x="16011" y="3028"/>
                    <a:pt x="15951" y="3032"/>
                  </a:cubicBezTo>
                  <a:cubicBezTo>
                    <a:pt x="14752" y="3109"/>
                    <a:pt x="13802" y="3940"/>
                    <a:pt x="12881" y="4745"/>
                  </a:cubicBezTo>
                  <a:cubicBezTo>
                    <a:pt x="11910" y="5593"/>
                    <a:pt x="10991" y="6395"/>
                    <a:pt x="9804" y="6406"/>
                  </a:cubicBezTo>
                  <a:cubicBezTo>
                    <a:pt x="9800" y="6406"/>
                    <a:pt x="9796" y="6406"/>
                    <a:pt x="9792" y="6406"/>
                  </a:cubicBezTo>
                  <a:cubicBezTo>
                    <a:pt x="9383" y="6406"/>
                    <a:pt x="8967" y="6304"/>
                    <a:pt x="8566" y="6206"/>
                  </a:cubicBezTo>
                  <a:cubicBezTo>
                    <a:pt x="8161" y="6106"/>
                    <a:pt x="7743" y="6003"/>
                    <a:pt x="7319" y="6003"/>
                  </a:cubicBezTo>
                  <a:cubicBezTo>
                    <a:pt x="7255" y="6003"/>
                    <a:pt x="7191" y="6006"/>
                    <a:pt x="7127" y="6011"/>
                  </a:cubicBezTo>
                  <a:cubicBezTo>
                    <a:pt x="6314" y="6077"/>
                    <a:pt x="5587" y="6576"/>
                    <a:pt x="5001" y="6977"/>
                  </a:cubicBezTo>
                  <a:lnTo>
                    <a:pt x="2046" y="9003"/>
                  </a:lnTo>
                  <a:cubicBezTo>
                    <a:pt x="1085" y="9661"/>
                    <a:pt x="1" y="10569"/>
                    <a:pt x="141" y="11747"/>
                  </a:cubicBezTo>
                  <a:cubicBezTo>
                    <a:pt x="244" y="12617"/>
                    <a:pt x="985" y="13183"/>
                    <a:pt x="1417" y="13443"/>
                  </a:cubicBezTo>
                  <a:cubicBezTo>
                    <a:pt x="1752" y="13647"/>
                    <a:pt x="2115" y="13805"/>
                    <a:pt x="2466" y="13958"/>
                  </a:cubicBezTo>
                  <a:cubicBezTo>
                    <a:pt x="2756" y="14085"/>
                    <a:pt x="3056" y="14216"/>
                    <a:pt x="3338" y="14371"/>
                  </a:cubicBezTo>
                  <a:cubicBezTo>
                    <a:pt x="4713" y="15126"/>
                    <a:pt x="5706" y="16502"/>
                    <a:pt x="5991" y="18045"/>
                  </a:cubicBezTo>
                  <a:lnTo>
                    <a:pt x="6008" y="18137"/>
                  </a:lnTo>
                  <a:cubicBezTo>
                    <a:pt x="6067" y="18462"/>
                    <a:pt x="6132" y="18829"/>
                    <a:pt x="6398" y="19057"/>
                  </a:cubicBezTo>
                  <a:cubicBezTo>
                    <a:pt x="6533" y="19174"/>
                    <a:pt x="6701" y="19234"/>
                    <a:pt x="6883" y="19234"/>
                  </a:cubicBezTo>
                  <a:cubicBezTo>
                    <a:pt x="6956" y="19234"/>
                    <a:pt x="7032" y="19223"/>
                    <a:pt x="7112" y="19206"/>
                  </a:cubicBezTo>
                  <a:cubicBezTo>
                    <a:pt x="7482" y="19112"/>
                    <a:pt x="7822" y="18809"/>
                    <a:pt x="7957" y="18453"/>
                  </a:cubicBezTo>
                  <a:cubicBezTo>
                    <a:pt x="8135" y="17981"/>
                    <a:pt x="8081" y="17470"/>
                    <a:pt x="8028" y="16976"/>
                  </a:cubicBezTo>
                  <a:cubicBezTo>
                    <a:pt x="8015" y="16854"/>
                    <a:pt x="8002" y="16735"/>
                    <a:pt x="7993" y="16616"/>
                  </a:cubicBezTo>
                  <a:cubicBezTo>
                    <a:pt x="7829" y="14535"/>
                    <a:pt x="8793" y="12313"/>
                    <a:pt x="10571" y="10669"/>
                  </a:cubicBezTo>
                  <a:cubicBezTo>
                    <a:pt x="12025" y="9327"/>
                    <a:pt x="13971" y="8340"/>
                    <a:pt x="16524" y="7653"/>
                  </a:cubicBezTo>
                  <a:cubicBezTo>
                    <a:pt x="17933" y="7272"/>
                    <a:pt x="19397" y="7015"/>
                    <a:pt x="20813" y="6764"/>
                  </a:cubicBezTo>
                  <a:cubicBezTo>
                    <a:pt x="21584" y="6628"/>
                    <a:pt x="22381" y="6487"/>
                    <a:pt x="23161" y="6328"/>
                  </a:cubicBezTo>
                  <a:cubicBezTo>
                    <a:pt x="23881" y="6181"/>
                    <a:pt x="24615" y="6015"/>
                    <a:pt x="25324" y="5854"/>
                  </a:cubicBezTo>
                  <a:cubicBezTo>
                    <a:pt x="27545" y="5350"/>
                    <a:pt x="29820" y="4833"/>
                    <a:pt x="32077" y="4833"/>
                  </a:cubicBezTo>
                  <a:cubicBezTo>
                    <a:pt x="32873" y="4833"/>
                    <a:pt x="33667" y="4897"/>
                    <a:pt x="34455" y="5049"/>
                  </a:cubicBezTo>
                  <a:cubicBezTo>
                    <a:pt x="34560" y="5069"/>
                    <a:pt x="34691" y="5094"/>
                    <a:pt x="34823" y="5094"/>
                  </a:cubicBezTo>
                  <a:cubicBezTo>
                    <a:pt x="34966" y="5094"/>
                    <a:pt x="35112" y="5065"/>
                    <a:pt x="35229" y="4968"/>
                  </a:cubicBezTo>
                  <a:cubicBezTo>
                    <a:pt x="35469" y="4767"/>
                    <a:pt x="35478" y="4413"/>
                    <a:pt x="35255" y="3914"/>
                  </a:cubicBezTo>
                  <a:cubicBezTo>
                    <a:pt x="35093" y="3553"/>
                    <a:pt x="34936" y="3191"/>
                    <a:pt x="34778" y="2828"/>
                  </a:cubicBezTo>
                  <a:cubicBezTo>
                    <a:pt x="34468" y="2115"/>
                    <a:pt x="34148" y="1378"/>
                    <a:pt x="33805" y="668"/>
                  </a:cubicBezTo>
                  <a:cubicBezTo>
                    <a:pt x="33584" y="213"/>
                    <a:pt x="33381" y="0"/>
                    <a:pt x="3317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
            <p:cNvSpPr/>
            <p:nvPr/>
          </p:nvSpPr>
          <p:spPr>
            <a:xfrm>
              <a:off x="4647075" y="1246450"/>
              <a:ext cx="403775" cy="260500"/>
            </a:xfrm>
            <a:custGeom>
              <a:rect b="b" l="l" r="r" t="t"/>
              <a:pathLst>
                <a:path extrusionOk="0" h="10420" w="16151">
                  <a:moveTo>
                    <a:pt x="14857" y="149"/>
                  </a:moveTo>
                  <a:cubicBezTo>
                    <a:pt x="15308" y="149"/>
                    <a:pt x="15746" y="323"/>
                    <a:pt x="15832" y="697"/>
                  </a:cubicBezTo>
                  <a:cubicBezTo>
                    <a:pt x="15980" y="1334"/>
                    <a:pt x="15039" y="1706"/>
                    <a:pt x="14748" y="1805"/>
                  </a:cubicBezTo>
                  <a:cubicBezTo>
                    <a:pt x="14526" y="1881"/>
                    <a:pt x="14303" y="1956"/>
                    <a:pt x="14079" y="2031"/>
                  </a:cubicBezTo>
                  <a:cubicBezTo>
                    <a:pt x="12393" y="2597"/>
                    <a:pt x="10648" y="3184"/>
                    <a:pt x="9106" y="4125"/>
                  </a:cubicBezTo>
                  <a:cubicBezTo>
                    <a:pt x="7115" y="5343"/>
                    <a:pt x="5792" y="7010"/>
                    <a:pt x="5381" y="8820"/>
                  </a:cubicBezTo>
                  <a:cubicBezTo>
                    <a:pt x="5365" y="8887"/>
                    <a:pt x="5352" y="8954"/>
                    <a:pt x="5337" y="9022"/>
                  </a:cubicBezTo>
                  <a:cubicBezTo>
                    <a:pt x="5274" y="9328"/>
                    <a:pt x="5208" y="9645"/>
                    <a:pt x="5035" y="9899"/>
                  </a:cubicBezTo>
                  <a:cubicBezTo>
                    <a:pt x="4890" y="10113"/>
                    <a:pt x="4632" y="10273"/>
                    <a:pt x="4389" y="10273"/>
                  </a:cubicBezTo>
                  <a:cubicBezTo>
                    <a:pt x="4298" y="10273"/>
                    <a:pt x="4209" y="10250"/>
                    <a:pt x="4129" y="10200"/>
                  </a:cubicBezTo>
                  <a:cubicBezTo>
                    <a:pt x="3826" y="10012"/>
                    <a:pt x="3851" y="9640"/>
                    <a:pt x="3877" y="9211"/>
                  </a:cubicBezTo>
                  <a:cubicBezTo>
                    <a:pt x="3900" y="8857"/>
                    <a:pt x="3924" y="8494"/>
                    <a:pt x="3755" y="8199"/>
                  </a:cubicBezTo>
                  <a:cubicBezTo>
                    <a:pt x="3541" y="7824"/>
                    <a:pt x="3119" y="7719"/>
                    <a:pt x="2686" y="7719"/>
                  </a:cubicBezTo>
                  <a:cubicBezTo>
                    <a:pt x="2438" y="7719"/>
                    <a:pt x="2185" y="7752"/>
                    <a:pt x="1964" y="7791"/>
                  </a:cubicBezTo>
                  <a:cubicBezTo>
                    <a:pt x="1854" y="7810"/>
                    <a:pt x="1655" y="7839"/>
                    <a:pt x="1433" y="7839"/>
                  </a:cubicBezTo>
                  <a:cubicBezTo>
                    <a:pt x="1030" y="7839"/>
                    <a:pt x="552" y="7745"/>
                    <a:pt x="405" y="7332"/>
                  </a:cubicBezTo>
                  <a:cubicBezTo>
                    <a:pt x="179" y="6705"/>
                    <a:pt x="934" y="6236"/>
                    <a:pt x="1599" y="5824"/>
                  </a:cubicBezTo>
                  <a:cubicBezTo>
                    <a:pt x="1850" y="5669"/>
                    <a:pt x="2085" y="5523"/>
                    <a:pt x="2242" y="5382"/>
                  </a:cubicBezTo>
                  <a:cubicBezTo>
                    <a:pt x="3212" y="4505"/>
                    <a:pt x="4188" y="3701"/>
                    <a:pt x="5460" y="3520"/>
                  </a:cubicBezTo>
                  <a:cubicBezTo>
                    <a:pt x="5686" y="3487"/>
                    <a:pt x="5916" y="3476"/>
                    <a:pt x="6146" y="3476"/>
                  </a:cubicBezTo>
                  <a:cubicBezTo>
                    <a:pt x="6385" y="3476"/>
                    <a:pt x="6624" y="3488"/>
                    <a:pt x="6859" y="3499"/>
                  </a:cubicBezTo>
                  <a:cubicBezTo>
                    <a:pt x="7096" y="3511"/>
                    <a:pt x="7338" y="3523"/>
                    <a:pt x="7579" y="3523"/>
                  </a:cubicBezTo>
                  <a:cubicBezTo>
                    <a:pt x="7834" y="3523"/>
                    <a:pt x="8089" y="3509"/>
                    <a:pt x="8341" y="3469"/>
                  </a:cubicBezTo>
                  <a:cubicBezTo>
                    <a:pt x="9526" y="3280"/>
                    <a:pt x="10517" y="2531"/>
                    <a:pt x="11473" y="1805"/>
                  </a:cubicBezTo>
                  <a:cubicBezTo>
                    <a:pt x="12444" y="1070"/>
                    <a:pt x="13448" y="309"/>
                    <a:pt x="14637" y="162"/>
                  </a:cubicBezTo>
                  <a:cubicBezTo>
                    <a:pt x="14709" y="153"/>
                    <a:pt x="14783" y="149"/>
                    <a:pt x="14857" y="149"/>
                  </a:cubicBezTo>
                  <a:close/>
                  <a:moveTo>
                    <a:pt x="14851" y="1"/>
                  </a:moveTo>
                  <a:cubicBezTo>
                    <a:pt x="14773" y="1"/>
                    <a:pt x="14695" y="5"/>
                    <a:pt x="14619" y="15"/>
                  </a:cubicBezTo>
                  <a:cubicBezTo>
                    <a:pt x="13390" y="167"/>
                    <a:pt x="12371" y="940"/>
                    <a:pt x="11384" y="1686"/>
                  </a:cubicBezTo>
                  <a:cubicBezTo>
                    <a:pt x="10441" y="2402"/>
                    <a:pt x="9466" y="3141"/>
                    <a:pt x="8318" y="3324"/>
                  </a:cubicBezTo>
                  <a:cubicBezTo>
                    <a:pt x="8075" y="3362"/>
                    <a:pt x="7827" y="3375"/>
                    <a:pt x="7578" y="3375"/>
                  </a:cubicBezTo>
                  <a:cubicBezTo>
                    <a:pt x="7340" y="3375"/>
                    <a:pt x="7101" y="3363"/>
                    <a:pt x="6866" y="3352"/>
                  </a:cubicBezTo>
                  <a:cubicBezTo>
                    <a:pt x="6629" y="3341"/>
                    <a:pt x="6387" y="3329"/>
                    <a:pt x="6143" y="3329"/>
                  </a:cubicBezTo>
                  <a:cubicBezTo>
                    <a:pt x="5909" y="3329"/>
                    <a:pt x="5673" y="3340"/>
                    <a:pt x="5440" y="3373"/>
                  </a:cubicBezTo>
                  <a:cubicBezTo>
                    <a:pt x="4127" y="3561"/>
                    <a:pt x="3131" y="4378"/>
                    <a:pt x="2144" y="5272"/>
                  </a:cubicBezTo>
                  <a:cubicBezTo>
                    <a:pt x="1999" y="5405"/>
                    <a:pt x="1767" y="5548"/>
                    <a:pt x="1524" y="5699"/>
                  </a:cubicBezTo>
                  <a:cubicBezTo>
                    <a:pt x="845" y="6120"/>
                    <a:pt x="0" y="6642"/>
                    <a:pt x="266" y="7382"/>
                  </a:cubicBezTo>
                  <a:cubicBezTo>
                    <a:pt x="444" y="7877"/>
                    <a:pt x="992" y="7986"/>
                    <a:pt x="1440" y="7986"/>
                  </a:cubicBezTo>
                  <a:cubicBezTo>
                    <a:pt x="1671" y="7986"/>
                    <a:pt x="1876" y="7957"/>
                    <a:pt x="1990" y="7937"/>
                  </a:cubicBezTo>
                  <a:cubicBezTo>
                    <a:pt x="2204" y="7899"/>
                    <a:pt x="2448" y="7865"/>
                    <a:pt x="2686" y="7865"/>
                  </a:cubicBezTo>
                  <a:cubicBezTo>
                    <a:pt x="3075" y="7865"/>
                    <a:pt x="3446" y="7957"/>
                    <a:pt x="3627" y="8272"/>
                  </a:cubicBezTo>
                  <a:cubicBezTo>
                    <a:pt x="3774" y="8529"/>
                    <a:pt x="3753" y="8870"/>
                    <a:pt x="3730" y="9202"/>
                  </a:cubicBezTo>
                  <a:cubicBezTo>
                    <a:pt x="3702" y="9637"/>
                    <a:pt x="3672" y="10089"/>
                    <a:pt x="4050" y="10325"/>
                  </a:cubicBezTo>
                  <a:cubicBezTo>
                    <a:pt x="4155" y="10391"/>
                    <a:pt x="4270" y="10419"/>
                    <a:pt x="4385" y="10419"/>
                  </a:cubicBezTo>
                  <a:cubicBezTo>
                    <a:pt x="4681" y="10419"/>
                    <a:pt x="4987" y="10233"/>
                    <a:pt x="5156" y="9981"/>
                  </a:cubicBezTo>
                  <a:cubicBezTo>
                    <a:pt x="5344" y="9702"/>
                    <a:pt x="5414" y="9372"/>
                    <a:pt x="5481" y="9051"/>
                  </a:cubicBezTo>
                  <a:cubicBezTo>
                    <a:pt x="5494" y="8984"/>
                    <a:pt x="5508" y="8917"/>
                    <a:pt x="5523" y="8851"/>
                  </a:cubicBezTo>
                  <a:cubicBezTo>
                    <a:pt x="6065" y="6462"/>
                    <a:pt x="8048" y="4944"/>
                    <a:pt x="9182" y="4250"/>
                  </a:cubicBezTo>
                  <a:cubicBezTo>
                    <a:pt x="10709" y="3319"/>
                    <a:pt x="12446" y="2734"/>
                    <a:pt x="14125" y="2170"/>
                  </a:cubicBezTo>
                  <a:cubicBezTo>
                    <a:pt x="14349" y="2096"/>
                    <a:pt x="14572" y="2021"/>
                    <a:pt x="14794" y="1944"/>
                  </a:cubicBezTo>
                  <a:cubicBezTo>
                    <a:pt x="15115" y="1835"/>
                    <a:pt x="16150" y="1420"/>
                    <a:pt x="15976" y="664"/>
                  </a:cubicBezTo>
                  <a:cubicBezTo>
                    <a:pt x="15872" y="211"/>
                    <a:pt x="15364" y="1"/>
                    <a:pt x="1485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 name="Google Shape;237;p3"/>
          <p:cNvSpPr txBox="1"/>
          <p:nvPr>
            <p:ph type="title"/>
          </p:nvPr>
        </p:nvSpPr>
        <p:spPr>
          <a:xfrm>
            <a:off x="983625" y="2369689"/>
            <a:ext cx="7176600" cy="114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38" name="Google Shape;238;p3"/>
          <p:cNvSpPr txBox="1"/>
          <p:nvPr>
            <p:ph hasCustomPrompt="1" idx="2" type="title"/>
          </p:nvPr>
        </p:nvSpPr>
        <p:spPr>
          <a:xfrm>
            <a:off x="4061950" y="1310571"/>
            <a:ext cx="1020000" cy="965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8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9" name="Google Shape;239;p3"/>
          <p:cNvSpPr txBox="1"/>
          <p:nvPr>
            <p:ph idx="1" type="subTitle"/>
          </p:nvPr>
        </p:nvSpPr>
        <p:spPr>
          <a:xfrm rot="370">
            <a:off x="1785750" y="3516450"/>
            <a:ext cx="5572500" cy="4026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40" name="Shape 240"/>
        <p:cNvGrpSpPr/>
        <p:nvPr/>
      </p:nvGrpSpPr>
      <p:grpSpPr>
        <a:xfrm>
          <a:off x="0" y="0"/>
          <a:ext cx="0" cy="0"/>
          <a:chOff x="0" y="0"/>
          <a:chExt cx="0" cy="0"/>
        </a:xfrm>
      </p:grpSpPr>
      <p:pic>
        <p:nvPicPr>
          <p:cNvPr id="241" name="Google Shape;241;p4"/>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242" name="Google Shape;242;p4"/>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400"/>
              <a:buFont typeface="Cormorant Garamond"/>
              <a:buNone/>
              <a:defRPr sz="3400">
                <a:latin typeface="Cormorant Garamond"/>
                <a:ea typeface="Cormorant Garamond"/>
                <a:cs typeface="Cormorant Garamond"/>
                <a:sym typeface="Cormorant Garamond"/>
              </a:defRPr>
            </a:lvl2pPr>
            <a:lvl3pPr lvl="2" rtl="0">
              <a:spcBef>
                <a:spcPts val="0"/>
              </a:spcBef>
              <a:spcAft>
                <a:spcPts val="0"/>
              </a:spcAft>
              <a:buSzPts val="3400"/>
              <a:buFont typeface="Cormorant Garamond"/>
              <a:buNone/>
              <a:defRPr sz="3400">
                <a:latin typeface="Cormorant Garamond"/>
                <a:ea typeface="Cormorant Garamond"/>
                <a:cs typeface="Cormorant Garamond"/>
                <a:sym typeface="Cormorant Garamond"/>
              </a:defRPr>
            </a:lvl3pPr>
            <a:lvl4pPr lvl="3" rtl="0">
              <a:spcBef>
                <a:spcPts val="0"/>
              </a:spcBef>
              <a:spcAft>
                <a:spcPts val="0"/>
              </a:spcAft>
              <a:buSzPts val="3400"/>
              <a:buFont typeface="Cormorant Garamond"/>
              <a:buNone/>
              <a:defRPr sz="3400">
                <a:latin typeface="Cormorant Garamond"/>
                <a:ea typeface="Cormorant Garamond"/>
                <a:cs typeface="Cormorant Garamond"/>
                <a:sym typeface="Cormorant Garamond"/>
              </a:defRPr>
            </a:lvl4pPr>
            <a:lvl5pPr lvl="4" rtl="0">
              <a:spcBef>
                <a:spcPts val="0"/>
              </a:spcBef>
              <a:spcAft>
                <a:spcPts val="0"/>
              </a:spcAft>
              <a:buSzPts val="3400"/>
              <a:buFont typeface="Cormorant Garamond"/>
              <a:buNone/>
              <a:defRPr sz="3400">
                <a:latin typeface="Cormorant Garamond"/>
                <a:ea typeface="Cormorant Garamond"/>
                <a:cs typeface="Cormorant Garamond"/>
                <a:sym typeface="Cormorant Garamond"/>
              </a:defRPr>
            </a:lvl5pPr>
            <a:lvl6pPr lvl="5" rtl="0">
              <a:spcBef>
                <a:spcPts val="0"/>
              </a:spcBef>
              <a:spcAft>
                <a:spcPts val="0"/>
              </a:spcAft>
              <a:buSzPts val="3400"/>
              <a:buFont typeface="Cormorant Garamond"/>
              <a:buNone/>
              <a:defRPr sz="3400">
                <a:latin typeface="Cormorant Garamond"/>
                <a:ea typeface="Cormorant Garamond"/>
                <a:cs typeface="Cormorant Garamond"/>
                <a:sym typeface="Cormorant Garamond"/>
              </a:defRPr>
            </a:lvl6pPr>
            <a:lvl7pPr lvl="6" rtl="0">
              <a:spcBef>
                <a:spcPts val="0"/>
              </a:spcBef>
              <a:spcAft>
                <a:spcPts val="0"/>
              </a:spcAft>
              <a:buSzPts val="3400"/>
              <a:buFont typeface="Cormorant Garamond"/>
              <a:buNone/>
              <a:defRPr sz="3400">
                <a:latin typeface="Cormorant Garamond"/>
                <a:ea typeface="Cormorant Garamond"/>
                <a:cs typeface="Cormorant Garamond"/>
                <a:sym typeface="Cormorant Garamond"/>
              </a:defRPr>
            </a:lvl7pPr>
            <a:lvl8pPr lvl="7" rtl="0">
              <a:spcBef>
                <a:spcPts val="0"/>
              </a:spcBef>
              <a:spcAft>
                <a:spcPts val="0"/>
              </a:spcAft>
              <a:buSzPts val="3400"/>
              <a:buFont typeface="Cormorant Garamond"/>
              <a:buNone/>
              <a:defRPr sz="3400">
                <a:latin typeface="Cormorant Garamond"/>
                <a:ea typeface="Cormorant Garamond"/>
                <a:cs typeface="Cormorant Garamond"/>
                <a:sym typeface="Cormorant Garamond"/>
              </a:defRPr>
            </a:lvl8pPr>
            <a:lvl9pPr lvl="8" rtl="0">
              <a:spcBef>
                <a:spcPts val="0"/>
              </a:spcBef>
              <a:spcAft>
                <a:spcPts val="0"/>
              </a:spcAft>
              <a:buSzPts val="3400"/>
              <a:buFont typeface="Cormorant Garamond"/>
              <a:buNone/>
              <a:defRPr sz="3400">
                <a:latin typeface="Cormorant Garamond"/>
                <a:ea typeface="Cormorant Garamond"/>
                <a:cs typeface="Cormorant Garamond"/>
                <a:sym typeface="Cormorant Garamond"/>
              </a:defRPr>
            </a:lvl9pPr>
          </a:lstStyle>
          <a:p/>
        </p:txBody>
      </p:sp>
      <p:sp>
        <p:nvSpPr>
          <p:cNvPr id="243" name="Google Shape;243;p4"/>
          <p:cNvSpPr txBox="1"/>
          <p:nvPr>
            <p:ph idx="1" type="body"/>
          </p:nvPr>
        </p:nvSpPr>
        <p:spPr>
          <a:xfrm>
            <a:off x="720000" y="1237074"/>
            <a:ext cx="7704000" cy="5289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accent5"/>
              </a:buClr>
              <a:buSzPts val="1400"/>
              <a:buChar char="●"/>
              <a:defRPr/>
            </a:lvl1pPr>
            <a:lvl2pPr indent="-317500" lvl="1" marL="914400" rtl="0">
              <a:lnSpc>
                <a:spcPct val="115000"/>
              </a:lnSpc>
              <a:spcBef>
                <a:spcPts val="0"/>
              </a:spcBef>
              <a:spcAft>
                <a:spcPts val="0"/>
              </a:spcAft>
              <a:buSzPts val="1400"/>
              <a:buChar char="○"/>
              <a:defRPr sz="1200"/>
            </a:lvl2pPr>
            <a:lvl3pPr indent="-317500" lvl="2" marL="1371600" rtl="0">
              <a:lnSpc>
                <a:spcPct val="115000"/>
              </a:lnSpc>
              <a:spcBef>
                <a:spcPts val="1600"/>
              </a:spcBef>
              <a:spcAft>
                <a:spcPts val="0"/>
              </a:spcAft>
              <a:buSzPts val="1400"/>
              <a:buChar char="■"/>
              <a:defRPr sz="1200"/>
            </a:lvl3pPr>
            <a:lvl4pPr indent="-317500" lvl="3" marL="1828800" rtl="0">
              <a:lnSpc>
                <a:spcPct val="115000"/>
              </a:lnSpc>
              <a:spcBef>
                <a:spcPts val="1600"/>
              </a:spcBef>
              <a:spcAft>
                <a:spcPts val="0"/>
              </a:spcAft>
              <a:buSzPts val="1400"/>
              <a:buChar char="●"/>
              <a:defRPr sz="1200"/>
            </a:lvl4pPr>
            <a:lvl5pPr indent="-317500" lvl="4" marL="2286000" rtl="0">
              <a:lnSpc>
                <a:spcPct val="115000"/>
              </a:lnSpc>
              <a:spcBef>
                <a:spcPts val="1600"/>
              </a:spcBef>
              <a:spcAft>
                <a:spcPts val="0"/>
              </a:spcAft>
              <a:buSzPts val="1400"/>
              <a:buChar char="○"/>
              <a:defRPr sz="1200"/>
            </a:lvl5pPr>
            <a:lvl6pPr indent="-317500" lvl="5" marL="2743200" rtl="0">
              <a:lnSpc>
                <a:spcPct val="115000"/>
              </a:lnSpc>
              <a:spcBef>
                <a:spcPts val="1600"/>
              </a:spcBef>
              <a:spcAft>
                <a:spcPts val="0"/>
              </a:spcAft>
              <a:buSzPts val="1400"/>
              <a:buChar char="■"/>
              <a:defRPr sz="1200"/>
            </a:lvl6pPr>
            <a:lvl7pPr indent="-317500" lvl="6" marL="3200400" rtl="0">
              <a:lnSpc>
                <a:spcPct val="115000"/>
              </a:lnSpc>
              <a:spcBef>
                <a:spcPts val="1600"/>
              </a:spcBef>
              <a:spcAft>
                <a:spcPts val="0"/>
              </a:spcAft>
              <a:buSzPts val="1400"/>
              <a:buChar char="●"/>
              <a:defRPr sz="1200"/>
            </a:lvl7pPr>
            <a:lvl8pPr indent="-317500" lvl="7" marL="3657600" rtl="0">
              <a:lnSpc>
                <a:spcPct val="115000"/>
              </a:lnSpc>
              <a:spcBef>
                <a:spcPts val="1600"/>
              </a:spcBef>
              <a:spcAft>
                <a:spcPts val="0"/>
              </a:spcAft>
              <a:buSzPts val="1400"/>
              <a:buChar char="○"/>
              <a:defRPr sz="1200"/>
            </a:lvl8pPr>
            <a:lvl9pPr indent="-317500" lvl="8" marL="4114800" rtl="0">
              <a:lnSpc>
                <a:spcPct val="115000"/>
              </a:lnSpc>
              <a:spcBef>
                <a:spcPts val="1600"/>
              </a:spcBef>
              <a:spcAft>
                <a:spcPts val="1600"/>
              </a:spcAft>
              <a:buSzPts val="1400"/>
              <a:buChar char="■"/>
              <a:defRPr sz="1200"/>
            </a:lvl9pPr>
          </a:lstStyle>
          <a:p/>
        </p:txBody>
      </p:sp>
      <p:grpSp>
        <p:nvGrpSpPr>
          <p:cNvPr id="244" name="Google Shape;244;p4"/>
          <p:cNvGrpSpPr/>
          <p:nvPr/>
        </p:nvGrpSpPr>
        <p:grpSpPr>
          <a:xfrm>
            <a:off x="-1424988" y="4096439"/>
            <a:ext cx="2473315" cy="2246588"/>
            <a:chOff x="3167525" y="751950"/>
            <a:chExt cx="1309325" cy="1189300"/>
          </a:xfrm>
        </p:grpSpPr>
        <p:sp>
          <p:nvSpPr>
            <p:cNvPr id="245" name="Google Shape;245;p4"/>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4"/>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4"/>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4"/>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4"/>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4"/>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4"/>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4"/>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4"/>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 name="Google Shape;254;p4"/>
          <p:cNvGrpSpPr/>
          <p:nvPr/>
        </p:nvGrpSpPr>
        <p:grpSpPr>
          <a:xfrm rot="2322756">
            <a:off x="7507903" y="-1374569"/>
            <a:ext cx="2591739" cy="2743260"/>
            <a:chOff x="4373775" y="321250"/>
            <a:chExt cx="1456475" cy="1541625"/>
          </a:xfrm>
        </p:grpSpPr>
        <p:sp>
          <p:nvSpPr>
            <p:cNvPr id="255" name="Google Shape;255;p4"/>
            <p:cNvSpPr/>
            <p:nvPr/>
          </p:nvSpPr>
          <p:spPr>
            <a:xfrm>
              <a:off x="4373775" y="321250"/>
              <a:ext cx="1456475" cy="1541625"/>
            </a:xfrm>
            <a:custGeom>
              <a:rect b="b" l="l" r="r" t="t"/>
              <a:pathLst>
                <a:path extrusionOk="0" h="61665" w="58259">
                  <a:moveTo>
                    <a:pt x="38993" y="0"/>
                  </a:moveTo>
                  <a:cubicBezTo>
                    <a:pt x="38990" y="0"/>
                    <a:pt x="38987" y="0"/>
                    <a:pt x="38985" y="0"/>
                  </a:cubicBezTo>
                  <a:cubicBezTo>
                    <a:pt x="38784" y="1"/>
                    <a:pt x="38582" y="12"/>
                    <a:pt x="38385" y="28"/>
                  </a:cubicBezTo>
                  <a:cubicBezTo>
                    <a:pt x="38304" y="35"/>
                    <a:pt x="38245" y="107"/>
                    <a:pt x="38251" y="188"/>
                  </a:cubicBezTo>
                  <a:cubicBezTo>
                    <a:pt x="38257" y="266"/>
                    <a:pt x="38322" y="323"/>
                    <a:pt x="38397" y="323"/>
                  </a:cubicBezTo>
                  <a:lnTo>
                    <a:pt x="38411" y="323"/>
                  </a:lnTo>
                  <a:cubicBezTo>
                    <a:pt x="38601" y="307"/>
                    <a:pt x="38795" y="298"/>
                    <a:pt x="38989" y="295"/>
                  </a:cubicBezTo>
                  <a:cubicBezTo>
                    <a:pt x="39070" y="294"/>
                    <a:pt x="39135" y="227"/>
                    <a:pt x="39134" y="146"/>
                  </a:cubicBezTo>
                  <a:cubicBezTo>
                    <a:pt x="39133" y="67"/>
                    <a:pt x="39068" y="0"/>
                    <a:pt x="38993" y="0"/>
                  </a:cubicBezTo>
                  <a:close/>
                  <a:moveTo>
                    <a:pt x="39874" y="37"/>
                  </a:moveTo>
                  <a:cubicBezTo>
                    <a:pt x="39797" y="37"/>
                    <a:pt x="39732" y="93"/>
                    <a:pt x="39725" y="171"/>
                  </a:cubicBezTo>
                  <a:cubicBezTo>
                    <a:pt x="39717" y="251"/>
                    <a:pt x="39777" y="323"/>
                    <a:pt x="39857" y="332"/>
                  </a:cubicBezTo>
                  <a:cubicBezTo>
                    <a:pt x="40048" y="351"/>
                    <a:pt x="40242" y="375"/>
                    <a:pt x="40432" y="408"/>
                  </a:cubicBezTo>
                  <a:cubicBezTo>
                    <a:pt x="40439" y="409"/>
                    <a:pt x="40449" y="410"/>
                    <a:pt x="40456" y="410"/>
                  </a:cubicBezTo>
                  <a:cubicBezTo>
                    <a:pt x="40527" y="410"/>
                    <a:pt x="40589" y="358"/>
                    <a:pt x="40603" y="286"/>
                  </a:cubicBezTo>
                  <a:cubicBezTo>
                    <a:pt x="40616" y="205"/>
                    <a:pt x="40562" y="129"/>
                    <a:pt x="40482" y="116"/>
                  </a:cubicBezTo>
                  <a:cubicBezTo>
                    <a:pt x="40285" y="83"/>
                    <a:pt x="40084" y="57"/>
                    <a:pt x="39886" y="37"/>
                  </a:cubicBezTo>
                  <a:cubicBezTo>
                    <a:pt x="39882" y="37"/>
                    <a:pt x="39878" y="37"/>
                    <a:pt x="39874" y="37"/>
                  </a:cubicBezTo>
                  <a:close/>
                  <a:moveTo>
                    <a:pt x="37525" y="157"/>
                  </a:moveTo>
                  <a:cubicBezTo>
                    <a:pt x="37514" y="157"/>
                    <a:pt x="37504" y="158"/>
                    <a:pt x="37494" y="160"/>
                  </a:cubicBezTo>
                  <a:cubicBezTo>
                    <a:pt x="37453" y="168"/>
                    <a:pt x="37414" y="177"/>
                    <a:pt x="37374" y="186"/>
                  </a:cubicBezTo>
                  <a:cubicBezTo>
                    <a:pt x="37220" y="220"/>
                    <a:pt x="37063" y="269"/>
                    <a:pt x="36906" y="327"/>
                  </a:cubicBezTo>
                  <a:cubicBezTo>
                    <a:pt x="36828" y="356"/>
                    <a:pt x="36791" y="441"/>
                    <a:pt x="36819" y="517"/>
                  </a:cubicBezTo>
                  <a:cubicBezTo>
                    <a:pt x="36842" y="576"/>
                    <a:pt x="36898" y="612"/>
                    <a:pt x="36957" y="612"/>
                  </a:cubicBezTo>
                  <a:cubicBezTo>
                    <a:pt x="36974" y="612"/>
                    <a:pt x="36992" y="609"/>
                    <a:pt x="37009" y="604"/>
                  </a:cubicBezTo>
                  <a:cubicBezTo>
                    <a:pt x="37153" y="549"/>
                    <a:pt x="37298" y="506"/>
                    <a:pt x="37438" y="473"/>
                  </a:cubicBezTo>
                  <a:cubicBezTo>
                    <a:pt x="37475" y="466"/>
                    <a:pt x="37514" y="456"/>
                    <a:pt x="37552" y="449"/>
                  </a:cubicBezTo>
                  <a:cubicBezTo>
                    <a:pt x="37633" y="432"/>
                    <a:pt x="37685" y="354"/>
                    <a:pt x="37668" y="275"/>
                  </a:cubicBezTo>
                  <a:cubicBezTo>
                    <a:pt x="37653" y="205"/>
                    <a:pt x="37592" y="157"/>
                    <a:pt x="37525" y="157"/>
                  </a:cubicBezTo>
                  <a:close/>
                  <a:moveTo>
                    <a:pt x="41318" y="309"/>
                  </a:moveTo>
                  <a:cubicBezTo>
                    <a:pt x="41254" y="309"/>
                    <a:pt x="41195" y="351"/>
                    <a:pt x="41177" y="416"/>
                  </a:cubicBezTo>
                  <a:cubicBezTo>
                    <a:pt x="41155" y="496"/>
                    <a:pt x="41201" y="576"/>
                    <a:pt x="41279" y="599"/>
                  </a:cubicBezTo>
                  <a:cubicBezTo>
                    <a:pt x="41466" y="650"/>
                    <a:pt x="41651" y="710"/>
                    <a:pt x="41830" y="776"/>
                  </a:cubicBezTo>
                  <a:cubicBezTo>
                    <a:pt x="41847" y="782"/>
                    <a:pt x="41863" y="786"/>
                    <a:pt x="41880" y="786"/>
                  </a:cubicBezTo>
                  <a:cubicBezTo>
                    <a:pt x="41941" y="786"/>
                    <a:pt x="41996" y="748"/>
                    <a:pt x="42018" y="690"/>
                  </a:cubicBezTo>
                  <a:cubicBezTo>
                    <a:pt x="42047" y="612"/>
                    <a:pt x="42007" y="529"/>
                    <a:pt x="41930" y="500"/>
                  </a:cubicBezTo>
                  <a:cubicBezTo>
                    <a:pt x="41744" y="432"/>
                    <a:pt x="41553" y="369"/>
                    <a:pt x="41359" y="315"/>
                  </a:cubicBezTo>
                  <a:cubicBezTo>
                    <a:pt x="41345" y="311"/>
                    <a:pt x="41331" y="309"/>
                    <a:pt x="41318" y="309"/>
                  </a:cubicBezTo>
                  <a:close/>
                  <a:moveTo>
                    <a:pt x="36169" y="716"/>
                  </a:moveTo>
                  <a:cubicBezTo>
                    <a:pt x="36142" y="716"/>
                    <a:pt x="36115" y="723"/>
                    <a:pt x="36090" y="739"/>
                  </a:cubicBezTo>
                  <a:cubicBezTo>
                    <a:pt x="35924" y="843"/>
                    <a:pt x="35758" y="962"/>
                    <a:pt x="35596" y="1090"/>
                  </a:cubicBezTo>
                  <a:cubicBezTo>
                    <a:pt x="35532" y="1141"/>
                    <a:pt x="35522" y="1234"/>
                    <a:pt x="35573" y="1297"/>
                  </a:cubicBezTo>
                  <a:cubicBezTo>
                    <a:pt x="35601" y="1333"/>
                    <a:pt x="35645" y="1353"/>
                    <a:pt x="35688" y="1353"/>
                  </a:cubicBezTo>
                  <a:cubicBezTo>
                    <a:pt x="35720" y="1353"/>
                    <a:pt x="35753" y="1343"/>
                    <a:pt x="35780" y="1322"/>
                  </a:cubicBezTo>
                  <a:cubicBezTo>
                    <a:pt x="35935" y="1200"/>
                    <a:pt x="36091" y="1089"/>
                    <a:pt x="36247" y="989"/>
                  </a:cubicBezTo>
                  <a:cubicBezTo>
                    <a:pt x="36317" y="945"/>
                    <a:pt x="36338" y="854"/>
                    <a:pt x="36294" y="786"/>
                  </a:cubicBezTo>
                  <a:cubicBezTo>
                    <a:pt x="36266" y="740"/>
                    <a:pt x="36218" y="716"/>
                    <a:pt x="36169" y="716"/>
                  </a:cubicBezTo>
                  <a:close/>
                  <a:moveTo>
                    <a:pt x="42688" y="845"/>
                  </a:moveTo>
                  <a:cubicBezTo>
                    <a:pt x="42635" y="845"/>
                    <a:pt x="42583" y="874"/>
                    <a:pt x="42556" y="925"/>
                  </a:cubicBezTo>
                  <a:cubicBezTo>
                    <a:pt x="42519" y="997"/>
                    <a:pt x="42548" y="1086"/>
                    <a:pt x="42620" y="1123"/>
                  </a:cubicBezTo>
                  <a:cubicBezTo>
                    <a:pt x="42793" y="1213"/>
                    <a:pt x="42961" y="1309"/>
                    <a:pt x="43119" y="1411"/>
                  </a:cubicBezTo>
                  <a:cubicBezTo>
                    <a:pt x="43145" y="1426"/>
                    <a:pt x="43172" y="1434"/>
                    <a:pt x="43199" y="1434"/>
                  </a:cubicBezTo>
                  <a:cubicBezTo>
                    <a:pt x="43249" y="1434"/>
                    <a:pt x="43296" y="1411"/>
                    <a:pt x="43323" y="1365"/>
                  </a:cubicBezTo>
                  <a:cubicBezTo>
                    <a:pt x="43366" y="1297"/>
                    <a:pt x="43346" y="1205"/>
                    <a:pt x="43278" y="1162"/>
                  </a:cubicBezTo>
                  <a:cubicBezTo>
                    <a:pt x="43112" y="1056"/>
                    <a:pt x="42936" y="955"/>
                    <a:pt x="42756" y="862"/>
                  </a:cubicBezTo>
                  <a:cubicBezTo>
                    <a:pt x="42734" y="850"/>
                    <a:pt x="42711" y="845"/>
                    <a:pt x="42688" y="845"/>
                  </a:cubicBezTo>
                  <a:close/>
                  <a:moveTo>
                    <a:pt x="43906" y="1670"/>
                  </a:moveTo>
                  <a:cubicBezTo>
                    <a:pt x="43865" y="1670"/>
                    <a:pt x="43825" y="1687"/>
                    <a:pt x="43796" y="1720"/>
                  </a:cubicBezTo>
                  <a:cubicBezTo>
                    <a:pt x="43741" y="1781"/>
                    <a:pt x="43747" y="1874"/>
                    <a:pt x="43808" y="1928"/>
                  </a:cubicBezTo>
                  <a:cubicBezTo>
                    <a:pt x="43952" y="2055"/>
                    <a:pt x="44091" y="2190"/>
                    <a:pt x="44217" y="2329"/>
                  </a:cubicBezTo>
                  <a:cubicBezTo>
                    <a:pt x="44246" y="2361"/>
                    <a:pt x="44287" y="2379"/>
                    <a:pt x="44327" y="2379"/>
                  </a:cubicBezTo>
                  <a:cubicBezTo>
                    <a:pt x="44361" y="2379"/>
                    <a:pt x="44397" y="2365"/>
                    <a:pt x="44425" y="2340"/>
                  </a:cubicBezTo>
                  <a:cubicBezTo>
                    <a:pt x="44485" y="2285"/>
                    <a:pt x="44489" y="2192"/>
                    <a:pt x="44435" y="2132"/>
                  </a:cubicBezTo>
                  <a:cubicBezTo>
                    <a:pt x="44301" y="1984"/>
                    <a:pt x="44155" y="1841"/>
                    <a:pt x="44003" y="1707"/>
                  </a:cubicBezTo>
                  <a:cubicBezTo>
                    <a:pt x="43975" y="1682"/>
                    <a:pt x="43941" y="1670"/>
                    <a:pt x="43906" y="1670"/>
                  </a:cubicBezTo>
                  <a:close/>
                  <a:moveTo>
                    <a:pt x="35035" y="1654"/>
                  </a:moveTo>
                  <a:cubicBezTo>
                    <a:pt x="34996" y="1654"/>
                    <a:pt x="34958" y="1669"/>
                    <a:pt x="34929" y="1700"/>
                  </a:cubicBezTo>
                  <a:cubicBezTo>
                    <a:pt x="34791" y="1844"/>
                    <a:pt x="34657" y="1997"/>
                    <a:pt x="34531" y="2153"/>
                  </a:cubicBezTo>
                  <a:cubicBezTo>
                    <a:pt x="34480" y="2216"/>
                    <a:pt x="34490" y="2308"/>
                    <a:pt x="34553" y="2360"/>
                  </a:cubicBezTo>
                  <a:cubicBezTo>
                    <a:pt x="34580" y="2382"/>
                    <a:pt x="34614" y="2392"/>
                    <a:pt x="34646" y="2392"/>
                  </a:cubicBezTo>
                  <a:cubicBezTo>
                    <a:pt x="34688" y="2392"/>
                    <a:pt x="34732" y="2373"/>
                    <a:pt x="34761" y="2337"/>
                  </a:cubicBezTo>
                  <a:cubicBezTo>
                    <a:pt x="34882" y="2188"/>
                    <a:pt x="35011" y="2041"/>
                    <a:pt x="35142" y="1904"/>
                  </a:cubicBezTo>
                  <a:cubicBezTo>
                    <a:pt x="35198" y="1844"/>
                    <a:pt x="35197" y="1751"/>
                    <a:pt x="35137" y="1695"/>
                  </a:cubicBezTo>
                  <a:cubicBezTo>
                    <a:pt x="35108" y="1667"/>
                    <a:pt x="35072" y="1654"/>
                    <a:pt x="35035" y="1654"/>
                  </a:cubicBezTo>
                  <a:close/>
                  <a:moveTo>
                    <a:pt x="44859" y="2788"/>
                  </a:moveTo>
                  <a:cubicBezTo>
                    <a:pt x="44833" y="2788"/>
                    <a:pt x="44806" y="2795"/>
                    <a:pt x="44782" y="2810"/>
                  </a:cubicBezTo>
                  <a:cubicBezTo>
                    <a:pt x="44712" y="2853"/>
                    <a:pt x="44691" y="2943"/>
                    <a:pt x="44735" y="3013"/>
                  </a:cubicBezTo>
                  <a:cubicBezTo>
                    <a:pt x="44835" y="3174"/>
                    <a:pt x="44925" y="3344"/>
                    <a:pt x="45004" y="3516"/>
                  </a:cubicBezTo>
                  <a:cubicBezTo>
                    <a:pt x="45029" y="3570"/>
                    <a:pt x="45082" y="3602"/>
                    <a:pt x="45138" y="3602"/>
                  </a:cubicBezTo>
                  <a:cubicBezTo>
                    <a:pt x="45158" y="3602"/>
                    <a:pt x="45179" y="3598"/>
                    <a:pt x="45200" y="3589"/>
                  </a:cubicBezTo>
                  <a:cubicBezTo>
                    <a:pt x="45273" y="3555"/>
                    <a:pt x="45305" y="3467"/>
                    <a:pt x="45272" y="3393"/>
                  </a:cubicBezTo>
                  <a:cubicBezTo>
                    <a:pt x="45188" y="3210"/>
                    <a:pt x="45091" y="3031"/>
                    <a:pt x="44984" y="2858"/>
                  </a:cubicBezTo>
                  <a:cubicBezTo>
                    <a:pt x="44957" y="2813"/>
                    <a:pt x="44909" y="2788"/>
                    <a:pt x="44859" y="2788"/>
                  </a:cubicBezTo>
                  <a:close/>
                  <a:moveTo>
                    <a:pt x="34133" y="2818"/>
                  </a:moveTo>
                  <a:cubicBezTo>
                    <a:pt x="34083" y="2818"/>
                    <a:pt x="34035" y="2842"/>
                    <a:pt x="34007" y="2887"/>
                  </a:cubicBezTo>
                  <a:cubicBezTo>
                    <a:pt x="33901" y="3060"/>
                    <a:pt x="33801" y="3236"/>
                    <a:pt x="33711" y="3412"/>
                  </a:cubicBezTo>
                  <a:cubicBezTo>
                    <a:pt x="33674" y="3485"/>
                    <a:pt x="33703" y="3573"/>
                    <a:pt x="33775" y="3610"/>
                  </a:cubicBezTo>
                  <a:cubicBezTo>
                    <a:pt x="33798" y="3622"/>
                    <a:pt x="33821" y="3627"/>
                    <a:pt x="33842" y="3627"/>
                  </a:cubicBezTo>
                  <a:cubicBezTo>
                    <a:pt x="33896" y="3627"/>
                    <a:pt x="33949" y="3597"/>
                    <a:pt x="33975" y="3545"/>
                  </a:cubicBezTo>
                  <a:cubicBezTo>
                    <a:pt x="34062" y="3375"/>
                    <a:pt x="34157" y="3206"/>
                    <a:pt x="34259" y="3042"/>
                  </a:cubicBezTo>
                  <a:cubicBezTo>
                    <a:pt x="34301" y="2974"/>
                    <a:pt x="34281" y="2882"/>
                    <a:pt x="34212" y="2840"/>
                  </a:cubicBezTo>
                  <a:cubicBezTo>
                    <a:pt x="34187" y="2825"/>
                    <a:pt x="34160" y="2818"/>
                    <a:pt x="34133" y="2818"/>
                  </a:cubicBezTo>
                  <a:close/>
                  <a:moveTo>
                    <a:pt x="33498" y="4146"/>
                  </a:moveTo>
                  <a:cubicBezTo>
                    <a:pt x="33436" y="4146"/>
                    <a:pt x="33378" y="4184"/>
                    <a:pt x="33357" y="4246"/>
                  </a:cubicBezTo>
                  <a:cubicBezTo>
                    <a:pt x="33290" y="4442"/>
                    <a:pt x="33237" y="4638"/>
                    <a:pt x="33195" y="4830"/>
                  </a:cubicBezTo>
                  <a:cubicBezTo>
                    <a:pt x="33179" y="4909"/>
                    <a:pt x="33228" y="4989"/>
                    <a:pt x="33309" y="5005"/>
                  </a:cubicBezTo>
                  <a:cubicBezTo>
                    <a:pt x="33319" y="5007"/>
                    <a:pt x="33329" y="5010"/>
                    <a:pt x="33340" y="5010"/>
                  </a:cubicBezTo>
                  <a:cubicBezTo>
                    <a:pt x="33408" y="5010"/>
                    <a:pt x="33469" y="4961"/>
                    <a:pt x="33484" y="4892"/>
                  </a:cubicBezTo>
                  <a:cubicBezTo>
                    <a:pt x="33522" y="4711"/>
                    <a:pt x="33574" y="4526"/>
                    <a:pt x="33638" y="4340"/>
                  </a:cubicBezTo>
                  <a:cubicBezTo>
                    <a:pt x="33664" y="4263"/>
                    <a:pt x="33622" y="4179"/>
                    <a:pt x="33545" y="4153"/>
                  </a:cubicBezTo>
                  <a:cubicBezTo>
                    <a:pt x="33530" y="4148"/>
                    <a:pt x="33514" y="4146"/>
                    <a:pt x="33498" y="4146"/>
                  </a:cubicBezTo>
                  <a:close/>
                  <a:moveTo>
                    <a:pt x="45428" y="4141"/>
                  </a:moveTo>
                  <a:cubicBezTo>
                    <a:pt x="45416" y="4141"/>
                    <a:pt x="45404" y="4142"/>
                    <a:pt x="45392" y="4145"/>
                  </a:cubicBezTo>
                  <a:cubicBezTo>
                    <a:pt x="45312" y="4165"/>
                    <a:pt x="45264" y="4244"/>
                    <a:pt x="45283" y="4323"/>
                  </a:cubicBezTo>
                  <a:cubicBezTo>
                    <a:pt x="45329" y="4504"/>
                    <a:pt x="45364" y="4693"/>
                    <a:pt x="45390" y="4887"/>
                  </a:cubicBezTo>
                  <a:cubicBezTo>
                    <a:pt x="45398" y="4961"/>
                    <a:pt x="45462" y="5016"/>
                    <a:pt x="45535" y="5016"/>
                  </a:cubicBezTo>
                  <a:cubicBezTo>
                    <a:pt x="45541" y="5016"/>
                    <a:pt x="45548" y="5016"/>
                    <a:pt x="45553" y="5015"/>
                  </a:cubicBezTo>
                  <a:cubicBezTo>
                    <a:pt x="45634" y="5004"/>
                    <a:pt x="45691" y="4930"/>
                    <a:pt x="45681" y="4850"/>
                  </a:cubicBezTo>
                  <a:cubicBezTo>
                    <a:pt x="45655" y="4644"/>
                    <a:pt x="45618" y="4444"/>
                    <a:pt x="45569" y="4253"/>
                  </a:cubicBezTo>
                  <a:cubicBezTo>
                    <a:pt x="45553" y="4186"/>
                    <a:pt x="45494" y="4141"/>
                    <a:pt x="45428" y="4141"/>
                  </a:cubicBezTo>
                  <a:close/>
                  <a:moveTo>
                    <a:pt x="33243" y="5590"/>
                  </a:moveTo>
                  <a:cubicBezTo>
                    <a:pt x="33161" y="5590"/>
                    <a:pt x="33096" y="5657"/>
                    <a:pt x="33096" y="5739"/>
                  </a:cubicBezTo>
                  <a:cubicBezTo>
                    <a:pt x="33096" y="5951"/>
                    <a:pt x="33115" y="6157"/>
                    <a:pt x="33151" y="6353"/>
                  </a:cubicBezTo>
                  <a:cubicBezTo>
                    <a:pt x="33164" y="6424"/>
                    <a:pt x="33226" y="6473"/>
                    <a:pt x="33295" y="6473"/>
                  </a:cubicBezTo>
                  <a:cubicBezTo>
                    <a:pt x="33305" y="6473"/>
                    <a:pt x="33314" y="6472"/>
                    <a:pt x="33324" y="6469"/>
                  </a:cubicBezTo>
                  <a:cubicBezTo>
                    <a:pt x="33404" y="6455"/>
                    <a:pt x="33457" y="6378"/>
                    <a:pt x="33442" y="6297"/>
                  </a:cubicBezTo>
                  <a:cubicBezTo>
                    <a:pt x="33408" y="6120"/>
                    <a:pt x="33390" y="5931"/>
                    <a:pt x="33390" y="5738"/>
                  </a:cubicBezTo>
                  <a:cubicBezTo>
                    <a:pt x="33390" y="5656"/>
                    <a:pt x="33324" y="5590"/>
                    <a:pt x="33243" y="5590"/>
                  </a:cubicBezTo>
                  <a:close/>
                  <a:moveTo>
                    <a:pt x="45588" y="5603"/>
                  </a:moveTo>
                  <a:cubicBezTo>
                    <a:pt x="45506" y="5603"/>
                    <a:pt x="45441" y="5668"/>
                    <a:pt x="45441" y="5749"/>
                  </a:cubicBezTo>
                  <a:cubicBezTo>
                    <a:pt x="45439" y="5934"/>
                    <a:pt x="45433" y="6128"/>
                    <a:pt x="45419" y="6329"/>
                  </a:cubicBezTo>
                  <a:cubicBezTo>
                    <a:pt x="45412" y="6411"/>
                    <a:pt x="45474" y="6482"/>
                    <a:pt x="45556" y="6487"/>
                  </a:cubicBezTo>
                  <a:lnTo>
                    <a:pt x="45566" y="6487"/>
                  </a:lnTo>
                  <a:cubicBezTo>
                    <a:pt x="45643" y="6487"/>
                    <a:pt x="45707" y="6428"/>
                    <a:pt x="45715" y="6349"/>
                  </a:cubicBezTo>
                  <a:cubicBezTo>
                    <a:pt x="45728" y="6141"/>
                    <a:pt x="45735" y="5940"/>
                    <a:pt x="45736" y="5750"/>
                  </a:cubicBezTo>
                  <a:cubicBezTo>
                    <a:pt x="45736" y="5670"/>
                    <a:pt x="45670" y="5603"/>
                    <a:pt x="45589" y="5603"/>
                  </a:cubicBezTo>
                  <a:close/>
                  <a:moveTo>
                    <a:pt x="33384" y="6524"/>
                  </a:moveTo>
                  <a:cubicBezTo>
                    <a:pt x="33369" y="6524"/>
                    <a:pt x="33354" y="6527"/>
                    <a:pt x="33339" y="6531"/>
                  </a:cubicBezTo>
                  <a:cubicBezTo>
                    <a:pt x="33261" y="6557"/>
                    <a:pt x="33218" y="6640"/>
                    <a:pt x="33243" y="6717"/>
                  </a:cubicBezTo>
                  <a:cubicBezTo>
                    <a:pt x="33305" y="6910"/>
                    <a:pt x="33386" y="7101"/>
                    <a:pt x="33483" y="7283"/>
                  </a:cubicBezTo>
                  <a:cubicBezTo>
                    <a:pt x="33510" y="7333"/>
                    <a:pt x="33561" y="7362"/>
                    <a:pt x="33613" y="7362"/>
                  </a:cubicBezTo>
                  <a:cubicBezTo>
                    <a:pt x="33636" y="7362"/>
                    <a:pt x="33660" y="7355"/>
                    <a:pt x="33682" y="7343"/>
                  </a:cubicBezTo>
                  <a:cubicBezTo>
                    <a:pt x="33755" y="7305"/>
                    <a:pt x="33781" y="7215"/>
                    <a:pt x="33743" y="7143"/>
                  </a:cubicBezTo>
                  <a:cubicBezTo>
                    <a:pt x="33654" y="6977"/>
                    <a:pt x="33580" y="6803"/>
                    <a:pt x="33523" y="6626"/>
                  </a:cubicBezTo>
                  <a:cubicBezTo>
                    <a:pt x="33503" y="6564"/>
                    <a:pt x="33446" y="6524"/>
                    <a:pt x="33384" y="6524"/>
                  </a:cubicBezTo>
                  <a:close/>
                  <a:moveTo>
                    <a:pt x="45474" y="7073"/>
                  </a:moveTo>
                  <a:cubicBezTo>
                    <a:pt x="45401" y="7073"/>
                    <a:pt x="45339" y="7127"/>
                    <a:pt x="45330" y="7202"/>
                  </a:cubicBezTo>
                  <a:cubicBezTo>
                    <a:pt x="45304" y="7395"/>
                    <a:pt x="45277" y="7589"/>
                    <a:pt x="45248" y="7783"/>
                  </a:cubicBezTo>
                  <a:cubicBezTo>
                    <a:pt x="45236" y="7864"/>
                    <a:pt x="45293" y="7940"/>
                    <a:pt x="45372" y="7951"/>
                  </a:cubicBezTo>
                  <a:cubicBezTo>
                    <a:pt x="45380" y="7952"/>
                    <a:pt x="45388" y="7952"/>
                    <a:pt x="45395" y="7952"/>
                  </a:cubicBezTo>
                  <a:cubicBezTo>
                    <a:pt x="45467" y="7952"/>
                    <a:pt x="45530" y="7899"/>
                    <a:pt x="45541" y="7825"/>
                  </a:cubicBezTo>
                  <a:cubicBezTo>
                    <a:pt x="45569" y="7629"/>
                    <a:pt x="45597" y="7434"/>
                    <a:pt x="45623" y="7239"/>
                  </a:cubicBezTo>
                  <a:cubicBezTo>
                    <a:pt x="45633" y="7158"/>
                    <a:pt x="45576" y="7084"/>
                    <a:pt x="45495" y="7074"/>
                  </a:cubicBezTo>
                  <a:cubicBezTo>
                    <a:pt x="45488" y="7073"/>
                    <a:pt x="45481" y="7073"/>
                    <a:pt x="45474" y="7073"/>
                  </a:cubicBezTo>
                  <a:close/>
                  <a:moveTo>
                    <a:pt x="34119" y="7789"/>
                  </a:moveTo>
                  <a:cubicBezTo>
                    <a:pt x="34084" y="7789"/>
                    <a:pt x="34050" y="7801"/>
                    <a:pt x="34022" y="7826"/>
                  </a:cubicBezTo>
                  <a:cubicBezTo>
                    <a:pt x="33960" y="7879"/>
                    <a:pt x="33954" y="7972"/>
                    <a:pt x="34007" y="8034"/>
                  </a:cubicBezTo>
                  <a:cubicBezTo>
                    <a:pt x="34134" y="8179"/>
                    <a:pt x="34274" y="8319"/>
                    <a:pt x="34432" y="8466"/>
                  </a:cubicBezTo>
                  <a:cubicBezTo>
                    <a:pt x="34460" y="8492"/>
                    <a:pt x="34495" y="8504"/>
                    <a:pt x="34531" y="8504"/>
                  </a:cubicBezTo>
                  <a:cubicBezTo>
                    <a:pt x="34572" y="8504"/>
                    <a:pt x="34610" y="8488"/>
                    <a:pt x="34641" y="8458"/>
                  </a:cubicBezTo>
                  <a:cubicBezTo>
                    <a:pt x="34697" y="8397"/>
                    <a:pt x="34692" y="8304"/>
                    <a:pt x="34632" y="8249"/>
                  </a:cubicBezTo>
                  <a:cubicBezTo>
                    <a:pt x="34481" y="8111"/>
                    <a:pt x="34350" y="7977"/>
                    <a:pt x="34229" y="7840"/>
                  </a:cubicBezTo>
                  <a:cubicBezTo>
                    <a:pt x="34200" y="7806"/>
                    <a:pt x="34159" y="7789"/>
                    <a:pt x="34119" y="7789"/>
                  </a:cubicBezTo>
                  <a:close/>
                  <a:moveTo>
                    <a:pt x="35215" y="8770"/>
                  </a:moveTo>
                  <a:cubicBezTo>
                    <a:pt x="35170" y="8770"/>
                    <a:pt x="35127" y="8790"/>
                    <a:pt x="35098" y="8829"/>
                  </a:cubicBezTo>
                  <a:cubicBezTo>
                    <a:pt x="35048" y="8895"/>
                    <a:pt x="35062" y="8987"/>
                    <a:pt x="35127" y="9035"/>
                  </a:cubicBezTo>
                  <a:cubicBezTo>
                    <a:pt x="35286" y="9153"/>
                    <a:pt x="35447" y="9268"/>
                    <a:pt x="35611" y="9381"/>
                  </a:cubicBezTo>
                  <a:cubicBezTo>
                    <a:pt x="35636" y="9398"/>
                    <a:pt x="35665" y="9407"/>
                    <a:pt x="35694" y="9407"/>
                  </a:cubicBezTo>
                  <a:cubicBezTo>
                    <a:pt x="35741" y="9407"/>
                    <a:pt x="35787" y="9385"/>
                    <a:pt x="35817" y="9345"/>
                  </a:cubicBezTo>
                  <a:cubicBezTo>
                    <a:pt x="35863" y="9278"/>
                    <a:pt x="35847" y="9186"/>
                    <a:pt x="35780" y="9140"/>
                  </a:cubicBezTo>
                  <a:cubicBezTo>
                    <a:pt x="35619" y="9028"/>
                    <a:pt x="35459" y="8916"/>
                    <a:pt x="35304" y="8799"/>
                  </a:cubicBezTo>
                  <a:cubicBezTo>
                    <a:pt x="35277" y="8779"/>
                    <a:pt x="35246" y="8770"/>
                    <a:pt x="35215" y="8770"/>
                  </a:cubicBezTo>
                  <a:close/>
                  <a:moveTo>
                    <a:pt x="45264" y="8532"/>
                  </a:moveTo>
                  <a:cubicBezTo>
                    <a:pt x="45192" y="8532"/>
                    <a:pt x="45129" y="8586"/>
                    <a:pt x="45118" y="8659"/>
                  </a:cubicBezTo>
                  <a:cubicBezTo>
                    <a:pt x="45090" y="8855"/>
                    <a:pt x="45063" y="9051"/>
                    <a:pt x="45040" y="9247"/>
                  </a:cubicBezTo>
                  <a:cubicBezTo>
                    <a:pt x="45031" y="9328"/>
                    <a:pt x="45087" y="9401"/>
                    <a:pt x="45169" y="9411"/>
                  </a:cubicBezTo>
                  <a:cubicBezTo>
                    <a:pt x="45175" y="9412"/>
                    <a:pt x="45180" y="9412"/>
                    <a:pt x="45186" y="9412"/>
                  </a:cubicBezTo>
                  <a:cubicBezTo>
                    <a:pt x="45261" y="9412"/>
                    <a:pt x="45324" y="9356"/>
                    <a:pt x="45334" y="9282"/>
                  </a:cubicBezTo>
                  <a:cubicBezTo>
                    <a:pt x="45357" y="9088"/>
                    <a:pt x="45382" y="8893"/>
                    <a:pt x="45411" y="8700"/>
                  </a:cubicBezTo>
                  <a:cubicBezTo>
                    <a:pt x="45423" y="8621"/>
                    <a:pt x="45367" y="8545"/>
                    <a:pt x="45287" y="8534"/>
                  </a:cubicBezTo>
                  <a:cubicBezTo>
                    <a:pt x="45279" y="8533"/>
                    <a:pt x="45272" y="8532"/>
                    <a:pt x="45264" y="8532"/>
                  </a:cubicBezTo>
                  <a:close/>
                  <a:moveTo>
                    <a:pt x="36423" y="9614"/>
                  </a:moveTo>
                  <a:cubicBezTo>
                    <a:pt x="36377" y="9614"/>
                    <a:pt x="36331" y="9636"/>
                    <a:pt x="36302" y="9678"/>
                  </a:cubicBezTo>
                  <a:cubicBezTo>
                    <a:pt x="36256" y="9744"/>
                    <a:pt x="36272" y="9836"/>
                    <a:pt x="36339" y="9883"/>
                  </a:cubicBezTo>
                  <a:cubicBezTo>
                    <a:pt x="36501" y="9994"/>
                    <a:pt x="36661" y="10107"/>
                    <a:pt x="36818" y="10222"/>
                  </a:cubicBezTo>
                  <a:cubicBezTo>
                    <a:pt x="36845" y="10242"/>
                    <a:pt x="36876" y="10250"/>
                    <a:pt x="36906" y="10250"/>
                  </a:cubicBezTo>
                  <a:cubicBezTo>
                    <a:pt x="36951" y="10250"/>
                    <a:pt x="36996" y="10230"/>
                    <a:pt x="37023" y="10191"/>
                  </a:cubicBezTo>
                  <a:cubicBezTo>
                    <a:pt x="37072" y="10125"/>
                    <a:pt x="37058" y="10032"/>
                    <a:pt x="36992" y="9985"/>
                  </a:cubicBezTo>
                  <a:cubicBezTo>
                    <a:pt x="36833" y="9867"/>
                    <a:pt x="36671" y="9754"/>
                    <a:pt x="36507" y="9640"/>
                  </a:cubicBezTo>
                  <a:cubicBezTo>
                    <a:pt x="36482" y="9622"/>
                    <a:pt x="36452" y="9614"/>
                    <a:pt x="36423" y="9614"/>
                  </a:cubicBezTo>
                  <a:close/>
                  <a:moveTo>
                    <a:pt x="45107" y="9999"/>
                  </a:moveTo>
                  <a:cubicBezTo>
                    <a:pt x="45031" y="9999"/>
                    <a:pt x="44963" y="10059"/>
                    <a:pt x="44959" y="10138"/>
                  </a:cubicBezTo>
                  <a:cubicBezTo>
                    <a:pt x="44949" y="10311"/>
                    <a:pt x="44946" y="10473"/>
                    <a:pt x="44946" y="10631"/>
                  </a:cubicBezTo>
                  <a:lnTo>
                    <a:pt x="44947" y="10737"/>
                  </a:lnTo>
                  <a:cubicBezTo>
                    <a:pt x="44947" y="10817"/>
                    <a:pt x="45013" y="10882"/>
                    <a:pt x="45094" y="10882"/>
                  </a:cubicBezTo>
                  <a:lnTo>
                    <a:pt x="45097" y="10882"/>
                  </a:lnTo>
                  <a:cubicBezTo>
                    <a:pt x="45178" y="10881"/>
                    <a:pt x="45243" y="10814"/>
                    <a:pt x="45242" y="10733"/>
                  </a:cubicBezTo>
                  <a:lnTo>
                    <a:pt x="45241" y="10631"/>
                  </a:lnTo>
                  <a:cubicBezTo>
                    <a:pt x="45241" y="10479"/>
                    <a:pt x="45245" y="10322"/>
                    <a:pt x="45253" y="10154"/>
                  </a:cubicBezTo>
                  <a:cubicBezTo>
                    <a:pt x="45259" y="10072"/>
                    <a:pt x="45196" y="10002"/>
                    <a:pt x="45114" y="9999"/>
                  </a:cubicBezTo>
                  <a:cubicBezTo>
                    <a:pt x="45112" y="9999"/>
                    <a:pt x="45109" y="9999"/>
                    <a:pt x="45107" y="9999"/>
                  </a:cubicBezTo>
                  <a:close/>
                  <a:moveTo>
                    <a:pt x="37596" y="10507"/>
                  </a:moveTo>
                  <a:cubicBezTo>
                    <a:pt x="37556" y="10507"/>
                    <a:pt x="37515" y="10524"/>
                    <a:pt x="37486" y="10557"/>
                  </a:cubicBezTo>
                  <a:cubicBezTo>
                    <a:pt x="37432" y="10618"/>
                    <a:pt x="37438" y="10711"/>
                    <a:pt x="37499" y="10765"/>
                  </a:cubicBezTo>
                  <a:cubicBezTo>
                    <a:pt x="37546" y="10806"/>
                    <a:pt x="37593" y="10849"/>
                    <a:pt x="37638" y="10892"/>
                  </a:cubicBezTo>
                  <a:cubicBezTo>
                    <a:pt x="37732" y="10979"/>
                    <a:pt x="37825" y="11071"/>
                    <a:pt x="37915" y="11165"/>
                  </a:cubicBezTo>
                  <a:cubicBezTo>
                    <a:pt x="37942" y="11196"/>
                    <a:pt x="37983" y="11211"/>
                    <a:pt x="38021" y="11211"/>
                  </a:cubicBezTo>
                  <a:cubicBezTo>
                    <a:pt x="38057" y="11211"/>
                    <a:pt x="38093" y="11197"/>
                    <a:pt x="38122" y="11171"/>
                  </a:cubicBezTo>
                  <a:cubicBezTo>
                    <a:pt x="38181" y="11114"/>
                    <a:pt x="38184" y="11022"/>
                    <a:pt x="38128" y="10963"/>
                  </a:cubicBezTo>
                  <a:cubicBezTo>
                    <a:pt x="38035" y="10865"/>
                    <a:pt x="37937" y="10768"/>
                    <a:pt x="37839" y="10676"/>
                  </a:cubicBezTo>
                  <a:cubicBezTo>
                    <a:pt x="37792" y="10633"/>
                    <a:pt x="37742" y="10588"/>
                    <a:pt x="37694" y="10545"/>
                  </a:cubicBezTo>
                  <a:cubicBezTo>
                    <a:pt x="37666" y="10520"/>
                    <a:pt x="37631" y="10507"/>
                    <a:pt x="37596" y="10507"/>
                  </a:cubicBezTo>
                  <a:close/>
                  <a:moveTo>
                    <a:pt x="45163" y="11469"/>
                  </a:moveTo>
                  <a:cubicBezTo>
                    <a:pt x="45155" y="11469"/>
                    <a:pt x="45148" y="11469"/>
                    <a:pt x="45140" y="11470"/>
                  </a:cubicBezTo>
                  <a:cubicBezTo>
                    <a:pt x="45061" y="11482"/>
                    <a:pt x="45005" y="11558"/>
                    <a:pt x="45016" y="11639"/>
                  </a:cubicBezTo>
                  <a:cubicBezTo>
                    <a:pt x="45025" y="11700"/>
                    <a:pt x="45036" y="11762"/>
                    <a:pt x="45047" y="11824"/>
                  </a:cubicBezTo>
                  <a:cubicBezTo>
                    <a:pt x="45072" y="11958"/>
                    <a:pt x="45102" y="12095"/>
                    <a:pt x="45137" y="12230"/>
                  </a:cubicBezTo>
                  <a:cubicBezTo>
                    <a:pt x="45154" y="12297"/>
                    <a:pt x="45214" y="12341"/>
                    <a:pt x="45279" y="12341"/>
                  </a:cubicBezTo>
                  <a:cubicBezTo>
                    <a:pt x="45293" y="12341"/>
                    <a:pt x="45304" y="12339"/>
                    <a:pt x="45317" y="12336"/>
                  </a:cubicBezTo>
                  <a:cubicBezTo>
                    <a:pt x="45396" y="12315"/>
                    <a:pt x="45443" y="12235"/>
                    <a:pt x="45423" y="12157"/>
                  </a:cubicBezTo>
                  <a:cubicBezTo>
                    <a:pt x="45390" y="12029"/>
                    <a:pt x="45361" y="11899"/>
                    <a:pt x="45338" y="11771"/>
                  </a:cubicBezTo>
                  <a:cubicBezTo>
                    <a:pt x="45326" y="11712"/>
                    <a:pt x="45317" y="11653"/>
                    <a:pt x="45308" y="11594"/>
                  </a:cubicBezTo>
                  <a:cubicBezTo>
                    <a:pt x="45298" y="11522"/>
                    <a:pt x="45236" y="11469"/>
                    <a:pt x="45163" y="11469"/>
                  </a:cubicBezTo>
                  <a:close/>
                  <a:moveTo>
                    <a:pt x="38582" y="11599"/>
                  </a:moveTo>
                  <a:cubicBezTo>
                    <a:pt x="38553" y="11599"/>
                    <a:pt x="38523" y="11608"/>
                    <a:pt x="38498" y="11626"/>
                  </a:cubicBezTo>
                  <a:cubicBezTo>
                    <a:pt x="38432" y="11675"/>
                    <a:pt x="38416" y="11768"/>
                    <a:pt x="38463" y="11833"/>
                  </a:cubicBezTo>
                  <a:cubicBezTo>
                    <a:pt x="38575" y="11986"/>
                    <a:pt x="38680" y="12149"/>
                    <a:pt x="38779" y="12315"/>
                  </a:cubicBezTo>
                  <a:cubicBezTo>
                    <a:pt x="38807" y="12362"/>
                    <a:pt x="38856" y="12388"/>
                    <a:pt x="38906" y="12388"/>
                  </a:cubicBezTo>
                  <a:cubicBezTo>
                    <a:pt x="38932" y="12388"/>
                    <a:pt x="38958" y="12379"/>
                    <a:pt x="38979" y="12367"/>
                  </a:cubicBezTo>
                  <a:cubicBezTo>
                    <a:pt x="39051" y="12324"/>
                    <a:pt x="39072" y="12234"/>
                    <a:pt x="39031" y="12164"/>
                  </a:cubicBezTo>
                  <a:cubicBezTo>
                    <a:pt x="38928" y="11990"/>
                    <a:pt x="38817" y="11821"/>
                    <a:pt x="38702" y="11660"/>
                  </a:cubicBezTo>
                  <a:cubicBezTo>
                    <a:pt x="38674" y="11620"/>
                    <a:pt x="38628" y="11599"/>
                    <a:pt x="38582" y="11599"/>
                  </a:cubicBezTo>
                  <a:close/>
                  <a:moveTo>
                    <a:pt x="45560" y="12883"/>
                  </a:moveTo>
                  <a:cubicBezTo>
                    <a:pt x="45541" y="12883"/>
                    <a:pt x="45522" y="12887"/>
                    <a:pt x="45504" y="12894"/>
                  </a:cubicBezTo>
                  <a:cubicBezTo>
                    <a:pt x="45429" y="12925"/>
                    <a:pt x="45393" y="13012"/>
                    <a:pt x="45424" y="13086"/>
                  </a:cubicBezTo>
                  <a:cubicBezTo>
                    <a:pt x="45497" y="13266"/>
                    <a:pt x="45582" y="13450"/>
                    <a:pt x="45672" y="13633"/>
                  </a:cubicBezTo>
                  <a:cubicBezTo>
                    <a:pt x="45698" y="13685"/>
                    <a:pt x="45750" y="13714"/>
                    <a:pt x="45804" y="13714"/>
                  </a:cubicBezTo>
                  <a:cubicBezTo>
                    <a:pt x="45826" y="13714"/>
                    <a:pt x="45850" y="13710"/>
                    <a:pt x="45870" y="13698"/>
                  </a:cubicBezTo>
                  <a:cubicBezTo>
                    <a:pt x="45943" y="13662"/>
                    <a:pt x="45973" y="13572"/>
                    <a:pt x="45937" y="13500"/>
                  </a:cubicBezTo>
                  <a:cubicBezTo>
                    <a:pt x="45849" y="13323"/>
                    <a:pt x="45767" y="13147"/>
                    <a:pt x="45696" y="12975"/>
                  </a:cubicBezTo>
                  <a:cubicBezTo>
                    <a:pt x="45673" y="12918"/>
                    <a:pt x="45617" y="12883"/>
                    <a:pt x="45560" y="12883"/>
                  </a:cubicBezTo>
                  <a:close/>
                  <a:moveTo>
                    <a:pt x="39312" y="12876"/>
                  </a:moveTo>
                  <a:cubicBezTo>
                    <a:pt x="39292" y="12876"/>
                    <a:pt x="39271" y="12880"/>
                    <a:pt x="39252" y="12889"/>
                  </a:cubicBezTo>
                  <a:cubicBezTo>
                    <a:pt x="39179" y="12923"/>
                    <a:pt x="39144" y="13009"/>
                    <a:pt x="39179" y="13084"/>
                  </a:cubicBezTo>
                  <a:cubicBezTo>
                    <a:pt x="39256" y="13256"/>
                    <a:pt x="39329" y="13437"/>
                    <a:pt x="39397" y="13621"/>
                  </a:cubicBezTo>
                  <a:cubicBezTo>
                    <a:pt x="39419" y="13679"/>
                    <a:pt x="39476" y="13718"/>
                    <a:pt x="39535" y="13718"/>
                  </a:cubicBezTo>
                  <a:cubicBezTo>
                    <a:pt x="39553" y="13718"/>
                    <a:pt x="39571" y="13713"/>
                    <a:pt x="39587" y="13707"/>
                  </a:cubicBezTo>
                  <a:cubicBezTo>
                    <a:pt x="39663" y="13678"/>
                    <a:pt x="39702" y="13594"/>
                    <a:pt x="39674" y="13517"/>
                  </a:cubicBezTo>
                  <a:cubicBezTo>
                    <a:pt x="39604" y="13328"/>
                    <a:pt x="39526" y="13142"/>
                    <a:pt x="39447" y="12962"/>
                  </a:cubicBezTo>
                  <a:cubicBezTo>
                    <a:pt x="39422" y="12908"/>
                    <a:pt x="39368" y="12876"/>
                    <a:pt x="39312" y="12876"/>
                  </a:cubicBezTo>
                  <a:close/>
                  <a:moveTo>
                    <a:pt x="46235" y="14193"/>
                  </a:moveTo>
                  <a:cubicBezTo>
                    <a:pt x="46208" y="14193"/>
                    <a:pt x="46182" y="14200"/>
                    <a:pt x="46158" y="14215"/>
                  </a:cubicBezTo>
                  <a:cubicBezTo>
                    <a:pt x="46088" y="14257"/>
                    <a:pt x="46067" y="14348"/>
                    <a:pt x="46109" y="14417"/>
                  </a:cubicBezTo>
                  <a:cubicBezTo>
                    <a:pt x="46206" y="14577"/>
                    <a:pt x="46310" y="14742"/>
                    <a:pt x="46428" y="14921"/>
                  </a:cubicBezTo>
                  <a:cubicBezTo>
                    <a:pt x="46455" y="14963"/>
                    <a:pt x="46504" y="14987"/>
                    <a:pt x="46551" y="14987"/>
                  </a:cubicBezTo>
                  <a:cubicBezTo>
                    <a:pt x="46578" y="14987"/>
                    <a:pt x="46607" y="14978"/>
                    <a:pt x="46632" y="14962"/>
                  </a:cubicBezTo>
                  <a:cubicBezTo>
                    <a:pt x="46700" y="14918"/>
                    <a:pt x="46719" y="14827"/>
                    <a:pt x="46674" y="14758"/>
                  </a:cubicBezTo>
                  <a:cubicBezTo>
                    <a:pt x="46558" y="14582"/>
                    <a:pt x="46455" y="14421"/>
                    <a:pt x="46361" y="14264"/>
                  </a:cubicBezTo>
                  <a:cubicBezTo>
                    <a:pt x="46332" y="14218"/>
                    <a:pt x="46284" y="14193"/>
                    <a:pt x="46235" y="14193"/>
                  </a:cubicBezTo>
                  <a:close/>
                  <a:moveTo>
                    <a:pt x="39804" y="14265"/>
                  </a:moveTo>
                  <a:cubicBezTo>
                    <a:pt x="39791" y="14265"/>
                    <a:pt x="39778" y="14267"/>
                    <a:pt x="39765" y="14271"/>
                  </a:cubicBezTo>
                  <a:cubicBezTo>
                    <a:pt x="39686" y="14291"/>
                    <a:pt x="39640" y="14373"/>
                    <a:pt x="39661" y="14451"/>
                  </a:cubicBezTo>
                  <a:cubicBezTo>
                    <a:pt x="39711" y="14632"/>
                    <a:pt x="39757" y="14823"/>
                    <a:pt x="39800" y="15016"/>
                  </a:cubicBezTo>
                  <a:cubicBezTo>
                    <a:pt x="39815" y="15085"/>
                    <a:pt x="39876" y="15132"/>
                    <a:pt x="39944" y="15132"/>
                  </a:cubicBezTo>
                  <a:cubicBezTo>
                    <a:pt x="39954" y="15132"/>
                    <a:pt x="39965" y="15131"/>
                    <a:pt x="39974" y="15129"/>
                  </a:cubicBezTo>
                  <a:cubicBezTo>
                    <a:pt x="40053" y="15113"/>
                    <a:pt x="40104" y="15034"/>
                    <a:pt x="40087" y="14954"/>
                  </a:cubicBezTo>
                  <a:cubicBezTo>
                    <a:pt x="40043" y="14756"/>
                    <a:pt x="39996" y="14561"/>
                    <a:pt x="39945" y="14374"/>
                  </a:cubicBezTo>
                  <a:cubicBezTo>
                    <a:pt x="39928" y="14308"/>
                    <a:pt x="39868" y="14265"/>
                    <a:pt x="39804" y="14265"/>
                  </a:cubicBezTo>
                  <a:close/>
                  <a:moveTo>
                    <a:pt x="47053" y="15422"/>
                  </a:moveTo>
                  <a:cubicBezTo>
                    <a:pt x="47024" y="15422"/>
                    <a:pt x="46994" y="15431"/>
                    <a:pt x="46968" y="15449"/>
                  </a:cubicBezTo>
                  <a:cubicBezTo>
                    <a:pt x="46901" y="15495"/>
                    <a:pt x="46886" y="15587"/>
                    <a:pt x="46932" y="15654"/>
                  </a:cubicBezTo>
                  <a:cubicBezTo>
                    <a:pt x="47031" y="15795"/>
                    <a:pt x="47130" y="15934"/>
                    <a:pt x="47231" y="16075"/>
                  </a:cubicBezTo>
                  <a:lnTo>
                    <a:pt x="47274" y="16135"/>
                  </a:lnTo>
                  <a:cubicBezTo>
                    <a:pt x="47302" y="16175"/>
                    <a:pt x="47347" y="16197"/>
                    <a:pt x="47393" y="16197"/>
                  </a:cubicBezTo>
                  <a:cubicBezTo>
                    <a:pt x="47423" y="16197"/>
                    <a:pt x="47453" y="16189"/>
                    <a:pt x="47478" y="16171"/>
                  </a:cubicBezTo>
                  <a:cubicBezTo>
                    <a:pt x="47546" y="16125"/>
                    <a:pt x="47562" y="16032"/>
                    <a:pt x="47513" y="15967"/>
                  </a:cubicBezTo>
                  <a:lnTo>
                    <a:pt x="47471" y="15906"/>
                  </a:lnTo>
                  <a:cubicBezTo>
                    <a:pt x="47372" y="15766"/>
                    <a:pt x="47273" y="15626"/>
                    <a:pt x="47173" y="15485"/>
                  </a:cubicBezTo>
                  <a:cubicBezTo>
                    <a:pt x="47144" y="15444"/>
                    <a:pt x="47099" y="15422"/>
                    <a:pt x="47053" y="15422"/>
                  </a:cubicBezTo>
                  <a:close/>
                  <a:moveTo>
                    <a:pt x="40102" y="15707"/>
                  </a:moveTo>
                  <a:cubicBezTo>
                    <a:pt x="40094" y="15707"/>
                    <a:pt x="40086" y="15708"/>
                    <a:pt x="40078" y="15709"/>
                  </a:cubicBezTo>
                  <a:cubicBezTo>
                    <a:pt x="39998" y="15720"/>
                    <a:pt x="39943" y="15797"/>
                    <a:pt x="39954" y="15876"/>
                  </a:cubicBezTo>
                  <a:cubicBezTo>
                    <a:pt x="39983" y="16066"/>
                    <a:pt x="40007" y="16261"/>
                    <a:pt x="40028" y="16455"/>
                  </a:cubicBezTo>
                  <a:cubicBezTo>
                    <a:pt x="40037" y="16530"/>
                    <a:pt x="40100" y="16587"/>
                    <a:pt x="40175" y="16587"/>
                  </a:cubicBezTo>
                  <a:cubicBezTo>
                    <a:pt x="40180" y="16587"/>
                    <a:pt x="40185" y="16587"/>
                    <a:pt x="40191" y="16585"/>
                  </a:cubicBezTo>
                  <a:cubicBezTo>
                    <a:pt x="40270" y="16577"/>
                    <a:pt x="40330" y="16504"/>
                    <a:pt x="40321" y="16423"/>
                  </a:cubicBezTo>
                  <a:cubicBezTo>
                    <a:pt x="40300" y="16225"/>
                    <a:pt x="40274" y="16026"/>
                    <a:pt x="40246" y="15833"/>
                  </a:cubicBezTo>
                  <a:cubicBezTo>
                    <a:pt x="40235" y="15760"/>
                    <a:pt x="40175" y="15707"/>
                    <a:pt x="40102" y="15707"/>
                  </a:cubicBezTo>
                  <a:close/>
                  <a:moveTo>
                    <a:pt x="47902" y="16626"/>
                  </a:moveTo>
                  <a:cubicBezTo>
                    <a:pt x="47874" y="16626"/>
                    <a:pt x="47845" y="16635"/>
                    <a:pt x="47819" y="16652"/>
                  </a:cubicBezTo>
                  <a:cubicBezTo>
                    <a:pt x="47752" y="16699"/>
                    <a:pt x="47735" y="16790"/>
                    <a:pt x="47781" y="16857"/>
                  </a:cubicBezTo>
                  <a:cubicBezTo>
                    <a:pt x="47893" y="17019"/>
                    <a:pt x="48002" y="17180"/>
                    <a:pt x="48108" y="17344"/>
                  </a:cubicBezTo>
                  <a:cubicBezTo>
                    <a:pt x="48136" y="17388"/>
                    <a:pt x="48184" y="17411"/>
                    <a:pt x="48232" y="17411"/>
                  </a:cubicBezTo>
                  <a:cubicBezTo>
                    <a:pt x="48259" y="17411"/>
                    <a:pt x="48287" y="17403"/>
                    <a:pt x="48312" y="17387"/>
                  </a:cubicBezTo>
                  <a:cubicBezTo>
                    <a:pt x="48380" y="17342"/>
                    <a:pt x="48399" y="17251"/>
                    <a:pt x="48356" y="17182"/>
                  </a:cubicBezTo>
                  <a:cubicBezTo>
                    <a:pt x="48248" y="17017"/>
                    <a:pt x="48136" y="16854"/>
                    <a:pt x="48024" y="16690"/>
                  </a:cubicBezTo>
                  <a:cubicBezTo>
                    <a:pt x="47995" y="16648"/>
                    <a:pt x="47949" y="16626"/>
                    <a:pt x="47902" y="16626"/>
                  </a:cubicBezTo>
                  <a:close/>
                  <a:moveTo>
                    <a:pt x="40249" y="17174"/>
                  </a:moveTo>
                  <a:cubicBezTo>
                    <a:pt x="40246" y="17174"/>
                    <a:pt x="40242" y="17174"/>
                    <a:pt x="40239" y="17174"/>
                  </a:cubicBezTo>
                  <a:cubicBezTo>
                    <a:pt x="40159" y="17179"/>
                    <a:pt x="40095" y="17248"/>
                    <a:pt x="40100" y="17330"/>
                  </a:cubicBezTo>
                  <a:cubicBezTo>
                    <a:pt x="40112" y="17526"/>
                    <a:pt x="40119" y="17721"/>
                    <a:pt x="40125" y="17915"/>
                  </a:cubicBezTo>
                  <a:cubicBezTo>
                    <a:pt x="40126" y="17995"/>
                    <a:pt x="40192" y="18058"/>
                    <a:pt x="40272" y="18058"/>
                  </a:cubicBezTo>
                  <a:cubicBezTo>
                    <a:pt x="40273" y="18058"/>
                    <a:pt x="40274" y="18058"/>
                    <a:pt x="40277" y="18057"/>
                  </a:cubicBezTo>
                  <a:cubicBezTo>
                    <a:pt x="40358" y="18056"/>
                    <a:pt x="40423" y="17987"/>
                    <a:pt x="40420" y="17907"/>
                  </a:cubicBezTo>
                  <a:cubicBezTo>
                    <a:pt x="40415" y="17708"/>
                    <a:pt x="40407" y="17511"/>
                    <a:pt x="40396" y="17313"/>
                  </a:cubicBezTo>
                  <a:cubicBezTo>
                    <a:pt x="40391" y="17235"/>
                    <a:pt x="40329" y="17174"/>
                    <a:pt x="40249" y="17174"/>
                  </a:cubicBezTo>
                  <a:close/>
                  <a:moveTo>
                    <a:pt x="48690" y="17871"/>
                  </a:moveTo>
                  <a:cubicBezTo>
                    <a:pt x="48666" y="17871"/>
                    <a:pt x="48641" y="17877"/>
                    <a:pt x="48619" y="17889"/>
                  </a:cubicBezTo>
                  <a:cubicBezTo>
                    <a:pt x="48548" y="17929"/>
                    <a:pt x="48522" y="18020"/>
                    <a:pt x="48562" y="18090"/>
                  </a:cubicBezTo>
                  <a:cubicBezTo>
                    <a:pt x="48660" y="18266"/>
                    <a:pt x="48751" y="18439"/>
                    <a:pt x="48832" y="18605"/>
                  </a:cubicBezTo>
                  <a:cubicBezTo>
                    <a:pt x="48857" y="18658"/>
                    <a:pt x="48909" y="18689"/>
                    <a:pt x="48965" y="18689"/>
                  </a:cubicBezTo>
                  <a:cubicBezTo>
                    <a:pt x="48986" y="18689"/>
                    <a:pt x="49008" y="18683"/>
                    <a:pt x="49029" y="18673"/>
                  </a:cubicBezTo>
                  <a:cubicBezTo>
                    <a:pt x="49102" y="18637"/>
                    <a:pt x="49132" y="18549"/>
                    <a:pt x="49097" y="18476"/>
                  </a:cubicBezTo>
                  <a:cubicBezTo>
                    <a:pt x="49014" y="18305"/>
                    <a:pt x="48920" y="18126"/>
                    <a:pt x="48820" y="17946"/>
                  </a:cubicBezTo>
                  <a:cubicBezTo>
                    <a:pt x="48793" y="17898"/>
                    <a:pt x="48742" y="17871"/>
                    <a:pt x="48690" y="17871"/>
                  </a:cubicBezTo>
                  <a:close/>
                  <a:moveTo>
                    <a:pt x="40277" y="18649"/>
                  </a:moveTo>
                  <a:cubicBezTo>
                    <a:pt x="40197" y="18649"/>
                    <a:pt x="40131" y="18713"/>
                    <a:pt x="40130" y="18795"/>
                  </a:cubicBezTo>
                  <a:cubicBezTo>
                    <a:pt x="40129" y="18956"/>
                    <a:pt x="40126" y="19116"/>
                    <a:pt x="40120" y="19277"/>
                  </a:cubicBezTo>
                  <a:lnTo>
                    <a:pt x="40118" y="19380"/>
                  </a:lnTo>
                  <a:cubicBezTo>
                    <a:pt x="40115" y="19461"/>
                    <a:pt x="40180" y="19529"/>
                    <a:pt x="40262" y="19533"/>
                  </a:cubicBezTo>
                  <a:lnTo>
                    <a:pt x="40267" y="19533"/>
                  </a:lnTo>
                  <a:cubicBezTo>
                    <a:pt x="40345" y="19533"/>
                    <a:pt x="40411" y="19471"/>
                    <a:pt x="40411" y="19390"/>
                  </a:cubicBezTo>
                  <a:lnTo>
                    <a:pt x="40415" y="19285"/>
                  </a:lnTo>
                  <a:cubicBezTo>
                    <a:pt x="40419" y="19124"/>
                    <a:pt x="40423" y="18961"/>
                    <a:pt x="40424" y="18799"/>
                  </a:cubicBezTo>
                  <a:cubicBezTo>
                    <a:pt x="40425" y="18716"/>
                    <a:pt x="40360" y="18650"/>
                    <a:pt x="40278" y="18649"/>
                  </a:cubicBezTo>
                  <a:close/>
                  <a:moveTo>
                    <a:pt x="49305" y="19210"/>
                  </a:moveTo>
                  <a:cubicBezTo>
                    <a:pt x="49289" y="19210"/>
                    <a:pt x="49273" y="19213"/>
                    <a:pt x="49257" y="19218"/>
                  </a:cubicBezTo>
                  <a:cubicBezTo>
                    <a:pt x="49179" y="19244"/>
                    <a:pt x="49138" y="19327"/>
                    <a:pt x="49166" y="19405"/>
                  </a:cubicBezTo>
                  <a:cubicBezTo>
                    <a:pt x="49206" y="19528"/>
                    <a:pt x="49246" y="19652"/>
                    <a:pt x="49280" y="19775"/>
                  </a:cubicBezTo>
                  <a:cubicBezTo>
                    <a:pt x="49297" y="19836"/>
                    <a:pt x="49312" y="19898"/>
                    <a:pt x="49328" y="19958"/>
                  </a:cubicBezTo>
                  <a:cubicBezTo>
                    <a:pt x="49344" y="20025"/>
                    <a:pt x="49405" y="20070"/>
                    <a:pt x="49471" y="20070"/>
                  </a:cubicBezTo>
                  <a:cubicBezTo>
                    <a:pt x="49483" y="20070"/>
                    <a:pt x="49494" y="20068"/>
                    <a:pt x="49507" y="20065"/>
                  </a:cubicBezTo>
                  <a:cubicBezTo>
                    <a:pt x="49587" y="20045"/>
                    <a:pt x="49635" y="19966"/>
                    <a:pt x="49616" y="19886"/>
                  </a:cubicBezTo>
                  <a:cubicBezTo>
                    <a:pt x="49600" y="19824"/>
                    <a:pt x="49584" y="19761"/>
                    <a:pt x="49565" y="19696"/>
                  </a:cubicBezTo>
                  <a:cubicBezTo>
                    <a:pt x="49529" y="19569"/>
                    <a:pt x="49488" y="19438"/>
                    <a:pt x="49444" y="19309"/>
                  </a:cubicBezTo>
                  <a:cubicBezTo>
                    <a:pt x="49424" y="19247"/>
                    <a:pt x="49367" y="19210"/>
                    <a:pt x="49305" y="19210"/>
                  </a:cubicBezTo>
                  <a:close/>
                  <a:moveTo>
                    <a:pt x="40229" y="20122"/>
                  </a:moveTo>
                  <a:cubicBezTo>
                    <a:pt x="40152" y="20122"/>
                    <a:pt x="40086" y="20182"/>
                    <a:pt x="40081" y="20261"/>
                  </a:cubicBezTo>
                  <a:cubicBezTo>
                    <a:pt x="40069" y="20456"/>
                    <a:pt x="40057" y="20652"/>
                    <a:pt x="40041" y="20847"/>
                  </a:cubicBezTo>
                  <a:cubicBezTo>
                    <a:pt x="40035" y="20927"/>
                    <a:pt x="40095" y="20999"/>
                    <a:pt x="40176" y="21005"/>
                  </a:cubicBezTo>
                  <a:lnTo>
                    <a:pt x="40188" y="21005"/>
                  </a:lnTo>
                  <a:cubicBezTo>
                    <a:pt x="40264" y="21005"/>
                    <a:pt x="40329" y="20946"/>
                    <a:pt x="40336" y="20870"/>
                  </a:cubicBezTo>
                  <a:cubicBezTo>
                    <a:pt x="40352" y="20673"/>
                    <a:pt x="40365" y="20476"/>
                    <a:pt x="40376" y="20277"/>
                  </a:cubicBezTo>
                  <a:cubicBezTo>
                    <a:pt x="40380" y="20197"/>
                    <a:pt x="40319" y="20127"/>
                    <a:pt x="40237" y="20122"/>
                  </a:cubicBezTo>
                  <a:cubicBezTo>
                    <a:pt x="40235" y="20122"/>
                    <a:pt x="40232" y="20122"/>
                    <a:pt x="40229" y="20122"/>
                  </a:cubicBezTo>
                  <a:close/>
                  <a:moveTo>
                    <a:pt x="49625" y="20646"/>
                  </a:moveTo>
                  <a:cubicBezTo>
                    <a:pt x="49619" y="20646"/>
                    <a:pt x="49613" y="20646"/>
                    <a:pt x="49607" y="20647"/>
                  </a:cubicBezTo>
                  <a:cubicBezTo>
                    <a:pt x="49527" y="20656"/>
                    <a:pt x="49468" y="20728"/>
                    <a:pt x="49477" y="20809"/>
                  </a:cubicBezTo>
                  <a:cubicBezTo>
                    <a:pt x="49498" y="20995"/>
                    <a:pt x="49512" y="21190"/>
                    <a:pt x="49518" y="21386"/>
                  </a:cubicBezTo>
                  <a:cubicBezTo>
                    <a:pt x="49520" y="21465"/>
                    <a:pt x="49586" y="21529"/>
                    <a:pt x="49664" y="21529"/>
                  </a:cubicBezTo>
                  <a:lnTo>
                    <a:pt x="49668" y="21529"/>
                  </a:lnTo>
                  <a:cubicBezTo>
                    <a:pt x="49750" y="21526"/>
                    <a:pt x="49814" y="21458"/>
                    <a:pt x="49812" y="21376"/>
                  </a:cubicBezTo>
                  <a:cubicBezTo>
                    <a:pt x="49806" y="21173"/>
                    <a:pt x="49791" y="20971"/>
                    <a:pt x="49771" y="20777"/>
                  </a:cubicBezTo>
                  <a:cubicBezTo>
                    <a:pt x="49762" y="20701"/>
                    <a:pt x="49699" y="20646"/>
                    <a:pt x="49625" y="20646"/>
                  </a:cubicBezTo>
                  <a:close/>
                  <a:moveTo>
                    <a:pt x="40101" y="21591"/>
                  </a:moveTo>
                  <a:cubicBezTo>
                    <a:pt x="40027" y="21591"/>
                    <a:pt x="39964" y="21646"/>
                    <a:pt x="39955" y="21721"/>
                  </a:cubicBezTo>
                  <a:cubicBezTo>
                    <a:pt x="39933" y="21915"/>
                    <a:pt x="39908" y="22108"/>
                    <a:pt x="39879" y="22302"/>
                  </a:cubicBezTo>
                  <a:cubicBezTo>
                    <a:pt x="39868" y="22382"/>
                    <a:pt x="39923" y="22458"/>
                    <a:pt x="40005" y="22469"/>
                  </a:cubicBezTo>
                  <a:cubicBezTo>
                    <a:pt x="40012" y="22470"/>
                    <a:pt x="40020" y="22470"/>
                    <a:pt x="40027" y="22470"/>
                  </a:cubicBezTo>
                  <a:cubicBezTo>
                    <a:pt x="40099" y="22470"/>
                    <a:pt x="40161" y="22417"/>
                    <a:pt x="40172" y="22345"/>
                  </a:cubicBezTo>
                  <a:cubicBezTo>
                    <a:pt x="40201" y="22149"/>
                    <a:pt x="40226" y="21953"/>
                    <a:pt x="40248" y="21756"/>
                  </a:cubicBezTo>
                  <a:cubicBezTo>
                    <a:pt x="40259" y="21674"/>
                    <a:pt x="40201" y="21601"/>
                    <a:pt x="40119" y="21592"/>
                  </a:cubicBezTo>
                  <a:cubicBezTo>
                    <a:pt x="40113" y="21591"/>
                    <a:pt x="40107" y="21591"/>
                    <a:pt x="40101" y="21591"/>
                  </a:cubicBezTo>
                  <a:close/>
                  <a:moveTo>
                    <a:pt x="49649" y="22117"/>
                  </a:moveTo>
                  <a:cubicBezTo>
                    <a:pt x="49574" y="22117"/>
                    <a:pt x="49507" y="22177"/>
                    <a:pt x="49502" y="22255"/>
                  </a:cubicBezTo>
                  <a:cubicBezTo>
                    <a:pt x="49491" y="22439"/>
                    <a:pt x="49472" y="22635"/>
                    <a:pt x="49450" y="22835"/>
                  </a:cubicBezTo>
                  <a:cubicBezTo>
                    <a:pt x="49439" y="22917"/>
                    <a:pt x="49497" y="22990"/>
                    <a:pt x="49579" y="22999"/>
                  </a:cubicBezTo>
                  <a:cubicBezTo>
                    <a:pt x="49584" y="23000"/>
                    <a:pt x="49590" y="23000"/>
                    <a:pt x="49595" y="23000"/>
                  </a:cubicBezTo>
                  <a:cubicBezTo>
                    <a:pt x="49668" y="23000"/>
                    <a:pt x="49731" y="22945"/>
                    <a:pt x="49742" y="22867"/>
                  </a:cubicBezTo>
                  <a:cubicBezTo>
                    <a:pt x="49765" y="22663"/>
                    <a:pt x="49785" y="22463"/>
                    <a:pt x="49796" y="22273"/>
                  </a:cubicBezTo>
                  <a:cubicBezTo>
                    <a:pt x="49801" y="22193"/>
                    <a:pt x="49740" y="22122"/>
                    <a:pt x="49658" y="22117"/>
                  </a:cubicBezTo>
                  <a:cubicBezTo>
                    <a:pt x="49655" y="22117"/>
                    <a:pt x="49652" y="22117"/>
                    <a:pt x="49649" y="22117"/>
                  </a:cubicBezTo>
                  <a:close/>
                  <a:moveTo>
                    <a:pt x="39880" y="23048"/>
                  </a:moveTo>
                  <a:cubicBezTo>
                    <a:pt x="39810" y="23048"/>
                    <a:pt x="39747" y="23097"/>
                    <a:pt x="39734" y="23167"/>
                  </a:cubicBezTo>
                  <a:cubicBezTo>
                    <a:pt x="39696" y="23362"/>
                    <a:pt x="39655" y="23554"/>
                    <a:pt x="39613" y="23739"/>
                  </a:cubicBezTo>
                  <a:cubicBezTo>
                    <a:pt x="39594" y="23818"/>
                    <a:pt x="39644" y="23898"/>
                    <a:pt x="39723" y="23915"/>
                  </a:cubicBezTo>
                  <a:cubicBezTo>
                    <a:pt x="39736" y="23919"/>
                    <a:pt x="39747" y="23920"/>
                    <a:pt x="39757" y="23920"/>
                  </a:cubicBezTo>
                  <a:cubicBezTo>
                    <a:pt x="39824" y="23920"/>
                    <a:pt x="39885" y="23873"/>
                    <a:pt x="39899" y="23805"/>
                  </a:cubicBezTo>
                  <a:cubicBezTo>
                    <a:pt x="39943" y="23618"/>
                    <a:pt x="39984" y="23422"/>
                    <a:pt x="40022" y="23223"/>
                  </a:cubicBezTo>
                  <a:cubicBezTo>
                    <a:pt x="40039" y="23144"/>
                    <a:pt x="39986" y="23066"/>
                    <a:pt x="39907" y="23051"/>
                  </a:cubicBezTo>
                  <a:cubicBezTo>
                    <a:pt x="39898" y="23049"/>
                    <a:pt x="39889" y="23048"/>
                    <a:pt x="39880" y="23048"/>
                  </a:cubicBezTo>
                  <a:close/>
                  <a:moveTo>
                    <a:pt x="49466" y="23581"/>
                  </a:moveTo>
                  <a:cubicBezTo>
                    <a:pt x="49396" y="23581"/>
                    <a:pt x="49334" y="23632"/>
                    <a:pt x="49322" y="23703"/>
                  </a:cubicBezTo>
                  <a:cubicBezTo>
                    <a:pt x="49288" y="23896"/>
                    <a:pt x="49252" y="24088"/>
                    <a:pt x="49213" y="24280"/>
                  </a:cubicBezTo>
                  <a:cubicBezTo>
                    <a:pt x="49198" y="24358"/>
                    <a:pt x="49249" y="24438"/>
                    <a:pt x="49329" y="24453"/>
                  </a:cubicBezTo>
                  <a:cubicBezTo>
                    <a:pt x="49338" y="24454"/>
                    <a:pt x="49349" y="24455"/>
                    <a:pt x="49358" y="24455"/>
                  </a:cubicBezTo>
                  <a:cubicBezTo>
                    <a:pt x="49426" y="24455"/>
                    <a:pt x="49488" y="24408"/>
                    <a:pt x="49502" y="24336"/>
                  </a:cubicBezTo>
                  <a:cubicBezTo>
                    <a:pt x="49540" y="24142"/>
                    <a:pt x="49578" y="23948"/>
                    <a:pt x="49612" y="23753"/>
                  </a:cubicBezTo>
                  <a:cubicBezTo>
                    <a:pt x="49626" y="23674"/>
                    <a:pt x="49571" y="23598"/>
                    <a:pt x="49492" y="23583"/>
                  </a:cubicBezTo>
                  <a:cubicBezTo>
                    <a:pt x="49483" y="23582"/>
                    <a:pt x="49475" y="23581"/>
                    <a:pt x="49466" y="23581"/>
                  </a:cubicBezTo>
                  <a:close/>
                  <a:moveTo>
                    <a:pt x="39532" y="24481"/>
                  </a:moveTo>
                  <a:cubicBezTo>
                    <a:pt x="39468" y="24481"/>
                    <a:pt x="39410" y="24522"/>
                    <a:pt x="39391" y="24587"/>
                  </a:cubicBezTo>
                  <a:cubicBezTo>
                    <a:pt x="39335" y="24776"/>
                    <a:pt x="39275" y="24964"/>
                    <a:pt x="39215" y="25142"/>
                  </a:cubicBezTo>
                  <a:cubicBezTo>
                    <a:pt x="39189" y="25219"/>
                    <a:pt x="39228" y="25302"/>
                    <a:pt x="39305" y="25330"/>
                  </a:cubicBezTo>
                  <a:cubicBezTo>
                    <a:pt x="39321" y="25335"/>
                    <a:pt x="39338" y="25337"/>
                    <a:pt x="39354" y="25337"/>
                  </a:cubicBezTo>
                  <a:cubicBezTo>
                    <a:pt x="39414" y="25337"/>
                    <a:pt x="39473" y="25300"/>
                    <a:pt x="39491" y="25238"/>
                  </a:cubicBezTo>
                  <a:cubicBezTo>
                    <a:pt x="39555" y="25055"/>
                    <a:pt x="39617" y="24864"/>
                    <a:pt x="39674" y="24671"/>
                  </a:cubicBezTo>
                  <a:cubicBezTo>
                    <a:pt x="39696" y="24592"/>
                    <a:pt x="39653" y="24511"/>
                    <a:pt x="39574" y="24487"/>
                  </a:cubicBezTo>
                  <a:cubicBezTo>
                    <a:pt x="39560" y="24483"/>
                    <a:pt x="39545" y="24481"/>
                    <a:pt x="39532" y="24481"/>
                  </a:cubicBezTo>
                  <a:close/>
                  <a:moveTo>
                    <a:pt x="49172" y="25027"/>
                  </a:moveTo>
                  <a:cubicBezTo>
                    <a:pt x="49106" y="25027"/>
                    <a:pt x="49046" y="25074"/>
                    <a:pt x="49030" y="25142"/>
                  </a:cubicBezTo>
                  <a:lnTo>
                    <a:pt x="48903" y="25718"/>
                  </a:lnTo>
                  <a:cubicBezTo>
                    <a:pt x="48885" y="25796"/>
                    <a:pt x="48935" y="25875"/>
                    <a:pt x="49014" y="25893"/>
                  </a:cubicBezTo>
                  <a:cubicBezTo>
                    <a:pt x="49025" y="25895"/>
                    <a:pt x="49037" y="25897"/>
                    <a:pt x="49047" y="25897"/>
                  </a:cubicBezTo>
                  <a:cubicBezTo>
                    <a:pt x="49114" y="25897"/>
                    <a:pt x="49176" y="25850"/>
                    <a:pt x="49190" y="25782"/>
                  </a:cubicBezTo>
                  <a:lnTo>
                    <a:pt x="49318" y="25206"/>
                  </a:lnTo>
                  <a:cubicBezTo>
                    <a:pt x="49336" y="25127"/>
                    <a:pt x="49286" y="25048"/>
                    <a:pt x="49205" y="25031"/>
                  </a:cubicBezTo>
                  <a:cubicBezTo>
                    <a:pt x="49194" y="25028"/>
                    <a:pt x="49183" y="25027"/>
                    <a:pt x="49172" y="25027"/>
                  </a:cubicBezTo>
                  <a:close/>
                  <a:moveTo>
                    <a:pt x="39037" y="25868"/>
                  </a:moveTo>
                  <a:cubicBezTo>
                    <a:pt x="38979" y="25868"/>
                    <a:pt x="38925" y="25902"/>
                    <a:pt x="38901" y="25957"/>
                  </a:cubicBezTo>
                  <a:cubicBezTo>
                    <a:pt x="38825" y="26136"/>
                    <a:pt x="38743" y="26313"/>
                    <a:pt x="38658" y="26487"/>
                  </a:cubicBezTo>
                  <a:cubicBezTo>
                    <a:pt x="38622" y="26560"/>
                    <a:pt x="38652" y="26648"/>
                    <a:pt x="38726" y="26684"/>
                  </a:cubicBezTo>
                  <a:cubicBezTo>
                    <a:pt x="38746" y="26694"/>
                    <a:pt x="38768" y="26699"/>
                    <a:pt x="38790" y="26699"/>
                  </a:cubicBezTo>
                  <a:cubicBezTo>
                    <a:pt x="38844" y="26699"/>
                    <a:pt x="38897" y="26668"/>
                    <a:pt x="38923" y="26617"/>
                  </a:cubicBezTo>
                  <a:cubicBezTo>
                    <a:pt x="39010" y="26439"/>
                    <a:pt x="39093" y="26257"/>
                    <a:pt x="39171" y="26074"/>
                  </a:cubicBezTo>
                  <a:cubicBezTo>
                    <a:pt x="39203" y="25999"/>
                    <a:pt x="39169" y="25913"/>
                    <a:pt x="39094" y="25880"/>
                  </a:cubicBezTo>
                  <a:cubicBezTo>
                    <a:pt x="39075" y="25872"/>
                    <a:pt x="39056" y="25868"/>
                    <a:pt x="39037" y="25868"/>
                  </a:cubicBezTo>
                  <a:close/>
                  <a:moveTo>
                    <a:pt x="48860" y="26465"/>
                  </a:moveTo>
                  <a:cubicBezTo>
                    <a:pt x="48791" y="26465"/>
                    <a:pt x="48730" y="26513"/>
                    <a:pt x="48715" y="26584"/>
                  </a:cubicBezTo>
                  <a:cubicBezTo>
                    <a:pt x="48674" y="26777"/>
                    <a:pt x="48636" y="26972"/>
                    <a:pt x="48599" y="27164"/>
                  </a:cubicBezTo>
                  <a:cubicBezTo>
                    <a:pt x="48584" y="27246"/>
                    <a:pt x="48637" y="27322"/>
                    <a:pt x="48717" y="27338"/>
                  </a:cubicBezTo>
                  <a:cubicBezTo>
                    <a:pt x="48725" y="27339"/>
                    <a:pt x="48735" y="27340"/>
                    <a:pt x="48744" y="27340"/>
                  </a:cubicBezTo>
                  <a:cubicBezTo>
                    <a:pt x="48813" y="27340"/>
                    <a:pt x="48875" y="27291"/>
                    <a:pt x="48888" y="27217"/>
                  </a:cubicBezTo>
                  <a:cubicBezTo>
                    <a:pt x="48924" y="27025"/>
                    <a:pt x="48963" y="26834"/>
                    <a:pt x="49003" y="26642"/>
                  </a:cubicBezTo>
                  <a:cubicBezTo>
                    <a:pt x="49019" y="26564"/>
                    <a:pt x="48970" y="26486"/>
                    <a:pt x="48889" y="26468"/>
                  </a:cubicBezTo>
                  <a:cubicBezTo>
                    <a:pt x="48879" y="26466"/>
                    <a:pt x="48869" y="26465"/>
                    <a:pt x="48860" y="26465"/>
                  </a:cubicBezTo>
                  <a:close/>
                  <a:moveTo>
                    <a:pt x="20940" y="27049"/>
                  </a:moveTo>
                  <a:cubicBezTo>
                    <a:pt x="20861" y="27049"/>
                    <a:pt x="20793" y="27113"/>
                    <a:pt x="20791" y="27194"/>
                  </a:cubicBezTo>
                  <a:cubicBezTo>
                    <a:pt x="20789" y="27276"/>
                    <a:pt x="20856" y="27343"/>
                    <a:pt x="20937" y="27344"/>
                  </a:cubicBezTo>
                  <a:cubicBezTo>
                    <a:pt x="21129" y="27346"/>
                    <a:pt x="21325" y="27355"/>
                    <a:pt x="21516" y="27371"/>
                  </a:cubicBezTo>
                  <a:lnTo>
                    <a:pt x="21527" y="27371"/>
                  </a:lnTo>
                  <a:cubicBezTo>
                    <a:pt x="21604" y="27371"/>
                    <a:pt x="21668" y="27313"/>
                    <a:pt x="21675" y="27236"/>
                  </a:cubicBezTo>
                  <a:cubicBezTo>
                    <a:pt x="21681" y="27154"/>
                    <a:pt x="21620" y="27083"/>
                    <a:pt x="21539" y="27077"/>
                  </a:cubicBezTo>
                  <a:cubicBezTo>
                    <a:pt x="21341" y="27060"/>
                    <a:pt x="21140" y="27051"/>
                    <a:pt x="20940" y="27049"/>
                  </a:cubicBezTo>
                  <a:close/>
                  <a:moveTo>
                    <a:pt x="20053" y="27080"/>
                  </a:moveTo>
                  <a:cubicBezTo>
                    <a:pt x="20049" y="27080"/>
                    <a:pt x="20045" y="27081"/>
                    <a:pt x="20041" y="27081"/>
                  </a:cubicBezTo>
                  <a:cubicBezTo>
                    <a:pt x="19844" y="27097"/>
                    <a:pt x="19644" y="27121"/>
                    <a:pt x="19447" y="27151"/>
                  </a:cubicBezTo>
                  <a:cubicBezTo>
                    <a:pt x="19367" y="27162"/>
                    <a:pt x="19312" y="27239"/>
                    <a:pt x="19323" y="27318"/>
                  </a:cubicBezTo>
                  <a:cubicBezTo>
                    <a:pt x="19335" y="27390"/>
                    <a:pt x="19397" y="27443"/>
                    <a:pt x="19469" y="27443"/>
                  </a:cubicBezTo>
                  <a:cubicBezTo>
                    <a:pt x="19475" y="27443"/>
                    <a:pt x="19483" y="27442"/>
                    <a:pt x="19489" y="27442"/>
                  </a:cubicBezTo>
                  <a:cubicBezTo>
                    <a:pt x="19680" y="27414"/>
                    <a:pt x="19874" y="27391"/>
                    <a:pt x="20066" y="27375"/>
                  </a:cubicBezTo>
                  <a:cubicBezTo>
                    <a:pt x="20148" y="27368"/>
                    <a:pt x="20207" y="27297"/>
                    <a:pt x="20200" y="27215"/>
                  </a:cubicBezTo>
                  <a:cubicBezTo>
                    <a:pt x="20194" y="27137"/>
                    <a:pt x="20130" y="27080"/>
                    <a:pt x="20053" y="27080"/>
                  </a:cubicBezTo>
                  <a:close/>
                  <a:moveTo>
                    <a:pt x="22402" y="27191"/>
                  </a:moveTo>
                  <a:cubicBezTo>
                    <a:pt x="22332" y="27191"/>
                    <a:pt x="22271" y="27240"/>
                    <a:pt x="22258" y="27312"/>
                  </a:cubicBezTo>
                  <a:cubicBezTo>
                    <a:pt x="22243" y="27391"/>
                    <a:pt x="22296" y="27469"/>
                    <a:pt x="22376" y="27483"/>
                  </a:cubicBezTo>
                  <a:cubicBezTo>
                    <a:pt x="22565" y="27518"/>
                    <a:pt x="22756" y="27561"/>
                    <a:pt x="22942" y="27608"/>
                  </a:cubicBezTo>
                  <a:cubicBezTo>
                    <a:pt x="22955" y="27612"/>
                    <a:pt x="22968" y="27613"/>
                    <a:pt x="22980" y="27613"/>
                  </a:cubicBezTo>
                  <a:cubicBezTo>
                    <a:pt x="23045" y="27613"/>
                    <a:pt x="23105" y="27569"/>
                    <a:pt x="23120" y="27502"/>
                  </a:cubicBezTo>
                  <a:cubicBezTo>
                    <a:pt x="23141" y="27422"/>
                    <a:pt x="23093" y="27343"/>
                    <a:pt x="23014" y="27322"/>
                  </a:cubicBezTo>
                  <a:cubicBezTo>
                    <a:pt x="22822" y="27273"/>
                    <a:pt x="22625" y="27229"/>
                    <a:pt x="22429" y="27193"/>
                  </a:cubicBezTo>
                  <a:cubicBezTo>
                    <a:pt x="22420" y="27192"/>
                    <a:pt x="22411" y="27191"/>
                    <a:pt x="22402" y="27191"/>
                  </a:cubicBezTo>
                  <a:close/>
                  <a:moveTo>
                    <a:pt x="18600" y="27321"/>
                  </a:moveTo>
                  <a:cubicBezTo>
                    <a:pt x="18589" y="27321"/>
                    <a:pt x="18578" y="27323"/>
                    <a:pt x="18566" y="27325"/>
                  </a:cubicBezTo>
                  <a:cubicBezTo>
                    <a:pt x="18373" y="27375"/>
                    <a:pt x="18179" y="27431"/>
                    <a:pt x="17989" y="27491"/>
                  </a:cubicBezTo>
                  <a:cubicBezTo>
                    <a:pt x="17912" y="27515"/>
                    <a:pt x="17870" y="27599"/>
                    <a:pt x="17894" y="27676"/>
                  </a:cubicBezTo>
                  <a:cubicBezTo>
                    <a:pt x="17915" y="27739"/>
                    <a:pt x="17973" y="27778"/>
                    <a:pt x="18035" y="27778"/>
                  </a:cubicBezTo>
                  <a:cubicBezTo>
                    <a:pt x="18049" y="27778"/>
                    <a:pt x="18065" y="27776"/>
                    <a:pt x="18081" y="27772"/>
                  </a:cubicBezTo>
                  <a:cubicBezTo>
                    <a:pt x="18265" y="27713"/>
                    <a:pt x="18452" y="27659"/>
                    <a:pt x="18638" y="27612"/>
                  </a:cubicBezTo>
                  <a:cubicBezTo>
                    <a:pt x="18717" y="27592"/>
                    <a:pt x="18765" y="27511"/>
                    <a:pt x="18746" y="27433"/>
                  </a:cubicBezTo>
                  <a:cubicBezTo>
                    <a:pt x="18728" y="27366"/>
                    <a:pt x="18667" y="27321"/>
                    <a:pt x="18600" y="27321"/>
                  </a:cubicBezTo>
                  <a:close/>
                  <a:moveTo>
                    <a:pt x="38369" y="27180"/>
                  </a:moveTo>
                  <a:cubicBezTo>
                    <a:pt x="38318" y="27180"/>
                    <a:pt x="38269" y="27205"/>
                    <a:pt x="38242" y="27251"/>
                  </a:cubicBezTo>
                  <a:cubicBezTo>
                    <a:pt x="38143" y="27416"/>
                    <a:pt x="38036" y="27578"/>
                    <a:pt x="37926" y="27737"/>
                  </a:cubicBezTo>
                  <a:cubicBezTo>
                    <a:pt x="37880" y="27804"/>
                    <a:pt x="37895" y="27896"/>
                    <a:pt x="37962" y="27942"/>
                  </a:cubicBezTo>
                  <a:cubicBezTo>
                    <a:pt x="37988" y="27961"/>
                    <a:pt x="38016" y="27969"/>
                    <a:pt x="38046" y="27969"/>
                  </a:cubicBezTo>
                  <a:cubicBezTo>
                    <a:pt x="38092" y="27969"/>
                    <a:pt x="38138" y="27948"/>
                    <a:pt x="38168" y="27906"/>
                  </a:cubicBezTo>
                  <a:cubicBezTo>
                    <a:pt x="38282" y="27742"/>
                    <a:pt x="38392" y="27573"/>
                    <a:pt x="38494" y="27404"/>
                  </a:cubicBezTo>
                  <a:cubicBezTo>
                    <a:pt x="38537" y="27334"/>
                    <a:pt x="38514" y="27244"/>
                    <a:pt x="38444" y="27201"/>
                  </a:cubicBezTo>
                  <a:cubicBezTo>
                    <a:pt x="38421" y="27186"/>
                    <a:pt x="38395" y="27180"/>
                    <a:pt x="38369" y="27180"/>
                  </a:cubicBezTo>
                  <a:close/>
                  <a:moveTo>
                    <a:pt x="23823" y="27584"/>
                  </a:moveTo>
                  <a:cubicBezTo>
                    <a:pt x="23763" y="27584"/>
                    <a:pt x="23707" y="27620"/>
                    <a:pt x="23685" y="27679"/>
                  </a:cubicBezTo>
                  <a:cubicBezTo>
                    <a:pt x="23657" y="27756"/>
                    <a:pt x="23695" y="27840"/>
                    <a:pt x="23771" y="27869"/>
                  </a:cubicBezTo>
                  <a:cubicBezTo>
                    <a:pt x="23946" y="27933"/>
                    <a:pt x="24126" y="28008"/>
                    <a:pt x="24309" y="28088"/>
                  </a:cubicBezTo>
                  <a:cubicBezTo>
                    <a:pt x="24328" y="28097"/>
                    <a:pt x="24349" y="28101"/>
                    <a:pt x="24369" y="28101"/>
                  </a:cubicBezTo>
                  <a:cubicBezTo>
                    <a:pt x="24425" y="28101"/>
                    <a:pt x="24479" y="28068"/>
                    <a:pt x="24505" y="28014"/>
                  </a:cubicBezTo>
                  <a:cubicBezTo>
                    <a:pt x="24538" y="27938"/>
                    <a:pt x="24504" y="27851"/>
                    <a:pt x="24430" y="27819"/>
                  </a:cubicBezTo>
                  <a:cubicBezTo>
                    <a:pt x="24241" y="27736"/>
                    <a:pt x="24054" y="27660"/>
                    <a:pt x="23874" y="27593"/>
                  </a:cubicBezTo>
                  <a:cubicBezTo>
                    <a:pt x="23858" y="27586"/>
                    <a:pt x="23840" y="27584"/>
                    <a:pt x="23823" y="27584"/>
                  </a:cubicBezTo>
                  <a:close/>
                  <a:moveTo>
                    <a:pt x="17208" y="27796"/>
                  </a:moveTo>
                  <a:cubicBezTo>
                    <a:pt x="17188" y="27796"/>
                    <a:pt x="17168" y="27800"/>
                    <a:pt x="17148" y="27808"/>
                  </a:cubicBezTo>
                  <a:cubicBezTo>
                    <a:pt x="16966" y="27888"/>
                    <a:pt x="16784" y="27974"/>
                    <a:pt x="16607" y="28066"/>
                  </a:cubicBezTo>
                  <a:cubicBezTo>
                    <a:pt x="16535" y="28103"/>
                    <a:pt x="16507" y="28193"/>
                    <a:pt x="16544" y="28265"/>
                  </a:cubicBezTo>
                  <a:cubicBezTo>
                    <a:pt x="16571" y="28317"/>
                    <a:pt x="16622" y="28345"/>
                    <a:pt x="16676" y="28345"/>
                  </a:cubicBezTo>
                  <a:cubicBezTo>
                    <a:pt x="16698" y="28345"/>
                    <a:pt x="16720" y="28340"/>
                    <a:pt x="16744" y="28328"/>
                  </a:cubicBezTo>
                  <a:cubicBezTo>
                    <a:pt x="16915" y="28241"/>
                    <a:pt x="17091" y="28157"/>
                    <a:pt x="17267" y="28080"/>
                  </a:cubicBezTo>
                  <a:cubicBezTo>
                    <a:pt x="17342" y="28046"/>
                    <a:pt x="17375" y="27959"/>
                    <a:pt x="17343" y="27885"/>
                  </a:cubicBezTo>
                  <a:cubicBezTo>
                    <a:pt x="17319" y="27829"/>
                    <a:pt x="17265" y="27796"/>
                    <a:pt x="17208" y="27796"/>
                  </a:cubicBezTo>
                  <a:close/>
                  <a:moveTo>
                    <a:pt x="25167" y="28190"/>
                  </a:moveTo>
                  <a:cubicBezTo>
                    <a:pt x="25114" y="28190"/>
                    <a:pt x="25061" y="28220"/>
                    <a:pt x="25035" y="28271"/>
                  </a:cubicBezTo>
                  <a:cubicBezTo>
                    <a:pt x="24998" y="28343"/>
                    <a:pt x="25026" y="28431"/>
                    <a:pt x="25098" y="28469"/>
                  </a:cubicBezTo>
                  <a:cubicBezTo>
                    <a:pt x="25271" y="28559"/>
                    <a:pt x="25443" y="28652"/>
                    <a:pt x="25613" y="28747"/>
                  </a:cubicBezTo>
                  <a:cubicBezTo>
                    <a:pt x="25637" y="28761"/>
                    <a:pt x="25660" y="28767"/>
                    <a:pt x="25685" y="28767"/>
                  </a:cubicBezTo>
                  <a:cubicBezTo>
                    <a:pt x="25737" y="28767"/>
                    <a:pt x="25787" y="28739"/>
                    <a:pt x="25813" y="28690"/>
                  </a:cubicBezTo>
                  <a:cubicBezTo>
                    <a:pt x="25853" y="28618"/>
                    <a:pt x="25828" y="28529"/>
                    <a:pt x="25756" y="28489"/>
                  </a:cubicBezTo>
                  <a:cubicBezTo>
                    <a:pt x="25583" y="28392"/>
                    <a:pt x="25410" y="28298"/>
                    <a:pt x="25234" y="28207"/>
                  </a:cubicBezTo>
                  <a:cubicBezTo>
                    <a:pt x="25213" y="28196"/>
                    <a:pt x="25190" y="28190"/>
                    <a:pt x="25167" y="28190"/>
                  </a:cubicBezTo>
                  <a:close/>
                  <a:moveTo>
                    <a:pt x="48596" y="27918"/>
                  </a:moveTo>
                  <a:cubicBezTo>
                    <a:pt x="48525" y="27918"/>
                    <a:pt x="48464" y="27971"/>
                    <a:pt x="48454" y="28045"/>
                  </a:cubicBezTo>
                  <a:cubicBezTo>
                    <a:pt x="48425" y="28247"/>
                    <a:pt x="48400" y="28446"/>
                    <a:pt x="48383" y="28637"/>
                  </a:cubicBezTo>
                  <a:cubicBezTo>
                    <a:pt x="48375" y="28717"/>
                    <a:pt x="48434" y="28789"/>
                    <a:pt x="48516" y="28798"/>
                  </a:cubicBezTo>
                  <a:cubicBezTo>
                    <a:pt x="48521" y="28799"/>
                    <a:pt x="48524" y="28799"/>
                    <a:pt x="48529" y="28799"/>
                  </a:cubicBezTo>
                  <a:cubicBezTo>
                    <a:pt x="48605" y="28799"/>
                    <a:pt x="48669" y="28742"/>
                    <a:pt x="48677" y="28665"/>
                  </a:cubicBezTo>
                  <a:cubicBezTo>
                    <a:pt x="48694" y="28478"/>
                    <a:pt x="48718" y="28283"/>
                    <a:pt x="48745" y="28086"/>
                  </a:cubicBezTo>
                  <a:cubicBezTo>
                    <a:pt x="48756" y="28005"/>
                    <a:pt x="48702" y="27931"/>
                    <a:pt x="48620" y="27920"/>
                  </a:cubicBezTo>
                  <a:cubicBezTo>
                    <a:pt x="48612" y="27918"/>
                    <a:pt x="48604" y="27918"/>
                    <a:pt x="48596" y="27918"/>
                  </a:cubicBezTo>
                  <a:close/>
                  <a:moveTo>
                    <a:pt x="37503" y="28374"/>
                  </a:moveTo>
                  <a:cubicBezTo>
                    <a:pt x="37461" y="28374"/>
                    <a:pt x="37420" y="28391"/>
                    <a:pt x="37391" y="28425"/>
                  </a:cubicBezTo>
                  <a:cubicBezTo>
                    <a:pt x="37267" y="28571"/>
                    <a:pt x="37135" y="28714"/>
                    <a:pt x="36999" y="28851"/>
                  </a:cubicBezTo>
                  <a:cubicBezTo>
                    <a:pt x="36943" y="28910"/>
                    <a:pt x="36945" y="29004"/>
                    <a:pt x="37003" y="29061"/>
                  </a:cubicBezTo>
                  <a:cubicBezTo>
                    <a:pt x="37030" y="29089"/>
                    <a:pt x="37069" y="29103"/>
                    <a:pt x="37106" y="29103"/>
                  </a:cubicBezTo>
                  <a:cubicBezTo>
                    <a:pt x="37144" y="29103"/>
                    <a:pt x="37183" y="29089"/>
                    <a:pt x="37210" y="29060"/>
                  </a:cubicBezTo>
                  <a:cubicBezTo>
                    <a:pt x="37349" y="28916"/>
                    <a:pt x="37486" y="28768"/>
                    <a:pt x="37615" y="28617"/>
                  </a:cubicBezTo>
                  <a:cubicBezTo>
                    <a:pt x="37668" y="28555"/>
                    <a:pt x="37661" y="28462"/>
                    <a:pt x="37599" y="28410"/>
                  </a:cubicBezTo>
                  <a:cubicBezTo>
                    <a:pt x="37571" y="28386"/>
                    <a:pt x="37537" y="28374"/>
                    <a:pt x="37503" y="28374"/>
                  </a:cubicBezTo>
                  <a:close/>
                  <a:moveTo>
                    <a:pt x="15912" y="28499"/>
                  </a:moveTo>
                  <a:cubicBezTo>
                    <a:pt x="15884" y="28499"/>
                    <a:pt x="15856" y="28507"/>
                    <a:pt x="15831" y="28523"/>
                  </a:cubicBezTo>
                  <a:cubicBezTo>
                    <a:pt x="15677" y="28624"/>
                    <a:pt x="15524" y="28733"/>
                    <a:pt x="15378" y="28844"/>
                  </a:cubicBezTo>
                  <a:lnTo>
                    <a:pt x="15342" y="28871"/>
                  </a:lnTo>
                  <a:cubicBezTo>
                    <a:pt x="15278" y="28921"/>
                    <a:pt x="15265" y="29013"/>
                    <a:pt x="15315" y="29077"/>
                  </a:cubicBezTo>
                  <a:cubicBezTo>
                    <a:pt x="15345" y="29117"/>
                    <a:pt x="15388" y="29135"/>
                    <a:pt x="15433" y="29135"/>
                  </a:cubicBezTo>
                  <a:cubicBezTo>
                    <a:pt x="15464" y="29135"/>
                    <a:pt x="15496" y="29125"/>
                    <a:pt x="15521" y="29104"/>
                  </a:cubicBezTo>
                  <a:lnTo>
                    <a:pt x="15555" y="29077"/>
                  </a:lnTo>
                  <a:cubicBezTo>
                    <a:pt x="15698" y="28970"/>
                    <a:pt x="15844" y="28866"/>
                    <a:pt x="15993" y="28768"/>
                  </a:cubicBezTo>
                  <a:cubicBezTo>
                    <a:pt x="16060" y="28724"/>
                    <a:pt x="16080" y="28633"/>
                    <a:pt x="16034" y="28565"/>
                  </a:cubicBezTo>
                  <a:cubicBezTo>
                    <a:pt x="16007" y="28522"/>
                    <a:pt x="15960" y="28499"/>
                    <a:pt x="15912" y="28499"/>
                  </a:cubicBezTo>
                  <a:close/>
                  <a:moveTo>
                    <a:pt x="26454" y="28913"/>
                  </a:moveTo>
                  <a:cubicBezTo>
                    <a:pt x="26403" y="28913"/>
                    <a:pt x="26353" y="28938"/>
                    <a:pt x="26326" y="28984"/>
                  </a:cubicBezTo>
                  <a:cubicBezTo>
                    <a:pt x="26285" y="29056"/>
                    <a:pt x="26308" y="29145"/>
                    <a:pt x="26377" y="29187"/>
                  </a:cubicBezTo>
                  <a:lnTo>
                    <a:pt x="26885" y="29488"/>
                  </a:lnTo>
                  <a:cubicBezTo>
                    <a:pt x="26908" y="29501"/>
                    <a:pt x="26934" y="29509"/>
                    <a:pt x="26959" y="29509"/>
                  </a:cubicBezTo>
                  <a:cubicBezTo>
                    <a:pt x="27010" y="29509"/>
                    <a:pt x="27058" y="29483"/>
                    <a:pt x="27088" y="29436"/>
                  </a:cubicBezTo>
                  <a:cubicBezTo>
                    <a:pt x="27130" y="29365"/>
                    <a:pt x="27107" y="29274"/>
                    <a:pt x="27037" y="29233"/>
                  </a:cubicBezTo>
                  <a:lnTo>
                    <a:pt x="26529" y="28933"/>
                  </a:lnTo>
                  <a:cubicBezTo>
                    <a:pt x="26505" y="28919"/>
                    <a:pt x="26479" y="28913"/>
                    <a:pt x="26454" y="28913"/>
                  </a:cubicBezTo>
                  <a:close/>
                  <a:moveTo>
                    <a:pt x="36457" y="29407"/>
                  </a:moveTo>
                  <a:cubicBezTo>
                    <a:pt x="36424" y="29407"/>
                    <a:pt x="36390" y="29419"/>
                    <a:pt x="36362" y="29442"/>
                  </a:cubicBezTo>
                  <a:cubicBezTo>
                    <a:pt x="36213" y="29564"/>
                    <a:pt x="36058" y="29684"/>
                    <a:pt x="35903" y="29795"/>
                  </a:cubicBezTo>
                  <a:cubicBezTo>
                    <a:pt x="35837" y="29843"/>
                    <a:pt x="35821" y="29937"/>
                    <a:pt x="35869" y="30002"/>
                  </a:cubicBezTo>
                  <a:cubicBezTo>
                    <a:pt x="35898" y="30042"/>
                    <a:pt x="35942" y="30064"/>
                    <a:pt x="35988" y="30064"/>
                  </a:cubicBezTo>
                  <a:cubicBezTo>
                    <a:pt x="36018" y="30064"/>
                    <a:pt x="36048" y="30054"/>
                    <a:pt x="36075" y="30036"/>
                  </a:cubicBezTo>
                  <a:cubicBezTo>
                    <a:pt x="36236" y="29919"/>
                    <a:pt x="36396" y="29795"/>
                    <a:pt x="36550" y="29668"/>
                  </a:cubicBezTo>
                  <a:cubicBezTo>
                    <a:pt x="36613" y="29616"/>
                    <a:pt x="36621" y="29524"/>
                    <a:pt x="36569" y="29460"/>
                  </a:cubicBezTo>
                  <a:cubicBezTo>
                    <a:pt x="36540" y="29425"/>
                    <a:pt x="36499" y="29407"/>
                    <a:pt x="36457" y="29407"/>
                  </a:cubicBezTo>
                  <a:close/>
                  <a:moveTo>
                    <a:pt x="14757" y="29411"/>
                  </a:moveTo>
                  <a:cubicBezTo>
                    <a:pt x="14722" y="29411"/>
                    <a:pt x="14686" y="29424"/>
                    <a:pt x="14657" y="29450"/>
                  </a:cubicBezTo>
                  <a:cubicBezTo>
                    <a:pt x="14517" y="29579"/>
                    <a:pt x="14373" y="29718"/>
                    <a:pt x="14229" y="29865"/>
                  </a:cubicBezTo>
                  <a:cubicBezTo>
                    <a:pt x="14172" y="29922"/>
                    <a:pt x="14172" y="30016"/>
                    <a:pt x="14231" y="30073"/>
                  </a:cubicBezTo>
                  <a:cubicBezTo>
                    <a:pt x="14258" y="30102"/>
                    <a:pt x="14296" y="30115"/>
                    <a:pt x="14334" y="30115"/>
                  </a:cubicBezTo>
                  <a:cubicBezTo>
                    <a:pt x="14371" y="30115"/>
                    <a:pt x="14408" y="30102"/>
                    <a:pt x="14438" y="30073"/>
                  </a:cubicBezTo>
                  <a:cubicBezTo>
                    <a:pt x="14578" y="29932"/>
                    <a:pt x="14721" y="29794"/>
                    <a:pt x="14857" y="29668"/>
                  </a:cubicBezTo>
                  <a:cubicBezTo>
                    <a:pt x="14918" y="29613"/>
                    <a:pt x="14922" y="29519"/>
                    <a:pt x="14866" y="29459"/>
                  </a:cubicBezTo>
                  <a:cubicBezTo>
                    <a:pt x="14837" y="29427"/>
                    <a:pt x="14797" y="29411"/>
                    <a:pt x="14757" y="29411"/>
                  </a:cubicBezTo>
                  <a:close/>
                  <a:moveTo>
                    <a:pt x="27722" y="29659"/>
                  </a:moveTo>
                  <a:cubicBezTo>
                    <a:pt x="27671" y="29659"/>
                    <a:pt x="27621" y="29685"/>
                    <a:pt x="27594" y="29734"/>
                  </a:cubicBezTo>
                  <a:cubicBezTo>
                    <a:pt x="27554" y="29805"/>
                    <a:pt x="27578" y="29895"/>
                    <a:pt x="27650" y="29935"/>
                  </a:cubicBezTo>
                  <a:cubicBezTo>
                    <a:pt x="27821" y="30035"/>
                    <a:pt x="27994" y="30130"/>
                    <a:pt x="28168" y="30224"/>
                  </a:cubicBezTo>
                  <a:cubicBezTo>
                    <a:pt x="28190" y="30237"/>
                    <a:pt x="28214" y="30242"/>
                    <a:pt x="28238" y="30242"/>
                  </a:cubicBezTo>
                  <a:cubicBezTo>
                    <a:pt x="28290" y="30242"/>
                    <a:pt x="28341" y="30213"/>
                    <a:pt x="28367" y="30163"/>
                  </a:cubicBezTo>
                  <a:cubicBezTo>
                    <a:pt x="28405" y="30091"/>
                    <a:pt x="28379" y="30002"/>
                    <a:pt x="28307" y="29964"/>
                  </a:cubicBezTo>
                  <a:cubicBezTo>
                    <a:pt x="28136" y="29871"/>
                    <a:pt x="27965" y="29775"/>
                    <a:pt x="27795" y="29678"/>
                  </a:cubicBezTo>
                  <a:cubicBezTo>
                    <a:pt x="27772" y="29665"/>
                    <a:pt x="27747" y="29659"/>
                    <a:pt x="27722" y="29659"/>
                  </a:cubicBezTo>
                  <a:close/>
                  <a:moveTo>
                    <a:pt x="48480" y="29384"/>
                  </a:moveTo>
                  <a:cubicBezTo>
                    <a:pt x="48399" y="29384"/>
                    <a:pt x="48333" y="29449"/>
                    <a:pt x="48332" y="29530"/>
                  </a:cubicBezTo>
                  <a:cubicBezTo>
                    <a:pt x="48331" y="29572"/>
                    <a:pt x="48331" y="29613"/>
                    <a:pt x="48331" y="29654"/>
                  </a:cubicBezTo>
                  <a:cubicBezTo>
                    <a:pt x="48331" y="29796"/>
                    <a:pt x="48335" y="29939"/>
                    <a:pt x="48342" y="30078"/>
                  </a:cubicBezTo>
                  <a:lnTo>
                    <a:pt x="48344" y="30130"/>
                  </a:lnTo>
                  <a:cubicBezTo>
                    <a:pt x="48348" y="30210"/>
                    <a:pt x="48413" y="30270"/>
                    <a:pt x="48491" y="30270"/>
                  </a:cubicBezTo>
                  <a:cubicBezTo>
                    <a:pt x="48493" y="30270"/>
                    <a:pt x="48496" y="30270"/>
                    <a:pt x="48498" y="30269"/>
                  </a:cubicBezTo>
                  <a:cubicBezTo>
                    <a:pt x="48580" y="30265"/>
                    <a:pt x="48642" y="30196"/>
                    <a:pt x="48638" y="30114"/>
                  </a:cubicBezTo>
                  <a:lnTo>
                    <a:pt x="48636" y="30063"/>
                  </a:lnTo>
                  <a:cubicBezTo>
                    <a:pt x="48630" y="29930"/>
                    <a:pt x="48626" y="29791"/>
                    <a:pt x="48626" y="29654"/>
                  </a:cubicBezTo>
                  <a:cubicBezTo>
                    <a:pt x="48626" y="29614"/>
                    <a:pt x="48627" y="29574"/>
                    <a:pt x="48627" y="29533"/>
                  </a:cubicBezTo>
                  <a:cubicBezTo>
                    <a:pt x="48629" y="29453"/>
                    <a:pt x="48563" y="29386"/>
                    <a:pt x="48482" y="29384"/>
                  </a:cubicBezTo>
                  <a:close/>
                  <a:moveTo>
                    <a:pt x="35242" y="30243"/>
                  </a:moveTo>
                  <a:cubicBezTo>
                    <a:pt x="35217" y="30243"/>
                    <a:pt x="35193" y="30249"/>
                    <a:pt x="35170" y="30262"/>
                  </a:cubicBezTo>
                  <a:cubicBezTo>
                    <a:pt x="35001" y="30356"/>
                    <a:pt x="34828" y="30444"/>
                    <a:pt x="34655" y="30523"/>
                  </a:cubicBezTo>
                  <a:cubicBezTo>
                    <a:pt x="34582" y="30558"/>
                    <a:pt x="34549" y="30646"/>
                    <a:pt x="34583" y="30719"/>
                  </a:cubicBezTo>
                  <a:cubicBezTo>
                    <a:pt x="34608" y="30774"/>
                    <a:pt x="34661" y="30806"/>
                    <a:pt x="34717" y="30806"/>
                  </a:cubicBezTo>
                  <a:cubicBezTo>
                    <a:pt x="34738" y="30806"/>
                    <a:pt x="34758" y="30801"/>
                    <a:pt x="34778" y="30793"/>
                  </a:cubicBezTo>
                  <a:cubicBezTo>
                    <a:pt x="34959" y="30711"/>
                    <a:pt x="35137" y="30618"/>
                    <a:pt x="35315" y="30520"/>
                  </a:cubicBezTo>
                  <a:cubicBezTo>
                    <a:pt x="35385" y="30480"/>
                    <a:pt x="35411" y="30389"/>
                    <a:pt x="35371" y="30319"/>
                  </a:cubicBezTo>
                  <a:cubicBezTo>
                    <a:pt x="35344" y="30270"/>
                    <a:pt x="35293" y="30243"/>
                    <a:pt x="35242" y="30243"/>
                  </a:cubicBezTo>
                  <a:close/>
                  <a:moveTo>
                    <a:pt x="29028" y="30347"/>
                  </a:moveTo>
                  <a:cubicBezTo>
                    <a:pt x="28973" y="30347"/>
                    <a:pt x="28920" y="30378"/>
                    <a:pt x="28895" y="30432"/>
                  </a:cubicBezTo>
                  <a:cubicBezTo>
                    <a:pt x="28860" y="30505"/>
                    <a:pt x="28893" y="30593"/>
                    <a:pt x="28966" y="30628"/>
                  </a:cubicBezTo>
                  <a:cubicBezTo>
                    <a:pt x="29153" y="30714"/>
                    <a:pt x="29338" y="30794"/>
                    <a:pt x="29514" y="30865"/>
                  </a:cubicBezTo>
                  <a:cubicBezTo>
                    <a:pt x="29532" y="30872"/>
                    <a:pt x="29550" y="30876"/>
                    <a:pt x="29569" y="30876"/>
                  </a:cubicBezTo>
                  <a:cubicBezTo>
                    <a:pt x="29626" y="30876"/>
                    <a:pt x="29682" y="30840"/>
                    <a:pt x="29708" y="30784"/>
                  </a:cubicBezTo>
                  <a:cubicBezTo>
                    <a:pt x="29738" y="30708"/>
                    <a:pt x="29702" y="30621"/>
                    <a:pt x="29625" y="30592"/>
                  </a:cubicBezTo>
                  <a:cubicBezTo>
                    <a:pt x="29452" y="30523"/>
                    <a:pt x="29274" y="30445"/>
                    <a:pt x="29091" y="30361"/>
                  </a:cubicBezTo>
                  <a:cubicBezTo>
                    <a:pt x="29071" y="30351"/>
                    <a:pt x="29049" y="30347"/>
                    <a:pt x="29028" y="30347"/>
                  </a:cubicBezTo>
                  <a:close/>
                  <a:moveTo>
                    <a:pt x="13729" y="30467"/>
                  </a:moveTo>
                  <a:cubicBezTo>
                    <a:pt x="13688" y="30467"/>
                    <a:pt x="13648" y="30484"/>
                    <a:pt x="13619" y="30517"/>
                  </a:cubicBezTo>
                  <a:cubicBezTo>
                    <a:pt x="13488" y="30665"/>
                    <a:pt x="13359" y="30814"/>
                    <a:pt x="13230" y="30964"/>
                  </a:cubicBezTo>
                  <a:cubicBezTo>
                    <a:pt x="13176" y="31026"/>
                    <a:pt x="13184" y="31119"/>
                    <a:pt x="13246" y="31172"/>
                  </a:cubicBezTo>
                  <a:cubicBezTo>
                    <a:pt x="13273" y="31196"/>
                    <a:pt x="13308" y="31207"/>
                    <a:pt x="13341" y="31207"/>
                  </a:cubicBezTo>
                  <a:cubicBezTo>
                    <a:pt x="13383" y="31207"/>
                    <a:pt x="13424" y="31188"/>
                    <a:pt x="13453" y="31155"/>
                  </a:cubicBezTo>
                  <a:cubicBezTo>
                    <a:pt x="13581" y="31006"/>
                    <a:pt x="13708" y="30858"/>
                    <a:pt x="13839" y="30713"/>
                  </a:cubicBezTo>
                  <a:cubicBezTo>
                    <a:pt x="13892" y="30652"/>
                    <a:pt x="13887" y="30559"/>
                    <a:pt x="13826" y="30505"/>
                  </a:cubicBezTo>
                  <a:cubicBezTo>
                    <a:pt x="13798" y="30480"/>
                    <a:pt x="13763" y="30467"/>
                    <a:pt x="13729" y="30467"/>
                  </a:cubicBezTo>
                  <a:close/>
                  <a:moveTo>
                    <a:pt x="33891" y="30827"/>
                  </a:moveTo>
                  <a:cubicBezTo>
                    <a:pt x="33876" y="30827"/>
                    <a:pt x="33861" y="30830"/>
                    <a:pt x="33846" y="30834"/>
                  </a:cubicBezTo>
                  <a:cubicBezTo>
                    <a:pt x="33662" y="30892"/>
                    <a:pt x="33475" y="30941"/>
                    <a:pt x="33289" y="30980"/>
                  </a:cubicBezTo>
                  <a:cubicBezTo>
                    <a:pt x="33210" y="30997"/>
                    <a:pt x="33159" y="31075"/>
                    <a:pt x="33176" y="31155"/>
                  </a:cubicBezTo>
                  <a:cubicBezTo>
                    <a:pt x="33191" y="31224"/>
                    <a:pt x="33252" y="31273"/>
                    <a:pt x="33320" y="31273"/>
                  </a:cubicBezTo>
                  <a:cubicBezTo>
                    <a:pt x="33331" y="31273"/>
                    <a:pt x="33341" y="31271"/>
                    <a:pt x="33350" y="31268"/>
                  </a:cubicBezTo>
                  <a:cubicBezTo>
                    <a:pt x="33544" y="31227"/>
                    <a:pt x="33740" y="31176"/>
                    <a:pt x="33934" y="31115"/>
                  </a:cubicBezTo>
                  <a:cubicBezTo>
                    <a:pt x="34011" y="31090"/>
                    <a:pt x="34055" y="31008"/>
                    <a:pt x="34031" y="30930"/>
                  </a:cubicBezTo>
                  <a:cubicBezTo>
                    <a:pt x="34011" y="30868"/>
                    <a:pt x="33954" y="30827"/>
                    <a:pt x="33891" y="30827"/>
                  </a:cubicBezTo>
                  <a:close/>
                  <a:moveTo>
                    <a:pt x="30406" y="30866"/>
                  </a:moveTo>
                  <a:cubicBezTo>
                    <a:pt x="30341" y="30866"/>
                    <a:pt x="30282" y="30908"/>
                    <a:pt x="30264" y="30974"/>
                  </a:cubicBezTo>
                  <a:cubicBezTo>
                    <a:pt x="30241" y="31052"/>
                    <a:pt x="30287" y="31134"/>
                    <a:pt x="30365" y="31155"/>
                  </a:cubicBezTo>
                  <a:cubicBezTo>
                    <a:pt x="30561" y="31211"/>
                    <a:pt x="30759" y="31257"/>
                    <a:pt x="30951" y="31294"/>
                  </a:cubicBezTo>
                  <a:cubicBezTo>
                    <a:pt x="30961" y="31295"/>
                    <a:pt x="30969" y="31296"/>
                    <a:pt x="30978" y="31296"/>
                  </a:cubicBezTo>
                  <a:cubicBezTo>
                    <a:pt x="31048" y="31296"/>
                    <a:pt x="31110" y="31247"/>
                    <a:pt x="31124" y="31177"/>
                  </a:cubicBezTo>
                  <a:cubicBezTo>
                    <a:pt x="31139" y="31098"/>
                    <a:pt x="31086" y="31020"/>
                    <a:pt x="31007" y="31005"/>
                  </a:cubicBezTo>
                  <a:cubicBezTo>
                    <a:pt x="30822" y="30969"/>
                    <a:pt x="30633" y="30924"/>
                    <a:pt x="30446" y="30872"/>
                  </a:cubicBezTo>
                  <a:cubicBezTo>
                    <a:pt x="30432" y="30868"/>
                    <a:pt x="30419" y="30866"/>
                    <a:pt x="30406" y="30866"/>
                  </a:cubicBezTo>
                  <a:close/>
                  <a:moveTo>
                    <a:pt x="32445" y="31096"/>
                  </a:moveTo>
                  <a:cubicBezTo>
                    <a:pt x="32442" y="31096"/>
                    <a:pt x="32439" y="31096"/>
                    <a:pt x="32436" y="31097"/>
                  </a:cubicBezTo>
                  <a:cubicBezTo>
                    <a:pt x="32317" y="31104"/>
                    <a:pt x="32198" y="31108"/>
                    <a:pt x="32079" y="31108"/>
                  </a:cubicBezTo>
                  <a:cubicBezTo>
                    <a:pt x="32007" y="31108"/>
                    <a:pt x="31934" y="31106"/>
                    <a:pt x="31861" y="31104"/>
                  </a:cubicBezTo>
                  <a:cubicBezTo>
                    <a:pt x="31859" y="31104"/>
                    <a:pt x="31858" y="31104"/>
                    <a:pt x="31856" y="31104"/>
                  </a:cubicBezTo>
                  <a:cubicBezTo>
                    <a:pt x="31783" y="31104"/>
                    <a:pt x="31712" y="31164"/>
                    <a:pt x="31709" y="31244"/>
                  </a:cubicBezTo>
                  <a:cubicBezTo>
                    <a:pt x="31705" y="31326"/>
                    <a:pt x="31768" y="31394"/>
                    <a:pt x="31850" y="31398"/>
                  </a:cubicBezTo>
                  <a:cubicBezTo>
                    <a:pt x="31930" y="31402"/>
                    <a:pt x="32010" y="31403"/>
                    <a:pt x="32090" y="31403"/>
                  </a:cubicBezTo>
                  <a:cubicBezTo>
                    <a:pt x="32210" y="31403"/>
                    <a:pt x="32333" y="31399"/>
                    <a:pt x="32454" y="31391"/>
                  </a:cubicBezTo>
                  <a:cubicBezTo>
                    <a:pt x="32535" y="31385"/>
                    <a:pt x="32597" y="31316"/>
                    <a:pt x="32592" y="31235"/>
                  </a:cubicBezTo>
                  <a:cubicBezTo>
                    <a:pt x="32587" y="31156"/>
                    <a:pt x="32523" y="31096"/>
                    <a:pt x="32445" y="31096"/>
                  </a:cubicBezTo>
                  <a:close/>
                  <a:moveTo>
                    <a:pt x="48585" y="30854"/>
                  </a:moveTo>
                  <a:cubicBezTo>
                    <a:pt x="48577" y="30854"/>
                    <a:pt x="48569" y="30855"/>
                    <a:pt x="48561" y="30856"/>
                  </a:cubicBezTo>
                  <a:cubicBezTo>
                    <a:pt x="48482" y="30868"/>
                    <a:pt x="48426" y="30945"/>
                    <a:pt x="48440" y="31025"/>
                  </a:cubicBezTo>
                  <a:cubicBezTo>
                    <a:pt x="48471" y="31219"/>
                    <a:pt x="48508" y="31417"/>
                    <a:pt x="48552" y="31613"/>
                  </a:cubicBezTo>
                  <a:cubicBezTo>
                    <a:pt x="48567" y="31682"/>
                    <a:pt x="48627" y="31728"/>
                    <a:pt x="48694" y="31728"/>
                  </a:cubicBezTo>
                  <a:cubicBezTo>
                    <a:pt x="48705" y="31728"/>
                    <a:pt x="48717" y="31728"/>
                    <a:pt x="48726" y="31724"/>
                  </a:cubicBezTo>
                  <a:cubicBezTo>
                    <a:pt x="48807" y="31706"/>
                    <a:pt x="48857" y="31627"/>
                    <a:pt x="48839" y="31547"/>
                  </a:cubicBezTo>
                  <a:cubicBezTo>
                    <a:pt x="48797" y="31359"/>
                    <a:pt x="48760" y="31167"/>
                    <a:pt x="48731" y="30979"/>
                  </a:cubicBezTo>
                  <a:cubicBezTo>
                    <a:pt x="48719" y="30906"/>
                    <a:pt x="48656" y="30854"/>
                    <a:pt x="48585" y="30854"/>
                  </a:cubicBezTo>
                  <a:close/>
                  <a:moveTo>
                    <a:pt x="12771" y="31590"/>
                  </a:moveTo>
                  <a:cubicBezTo>
                    <a:pt x="12729" y="31590"/>
                    <a:pt x="12688" y="31607"/>
                    <a:pt x="12659" y="31642"/>
                  </a:cubicBezTo>
                  <a:lnTo>
                    <a:pt x="12283" y="32095"/>
                  </a:lnTo>
                  <a:cubicBezTo>
                    <a:pt x="12231" y="32157"/>
                    <a:pt x="12240" y="32251"/>
                    <a:pt x="12302" y="32303"/>
                  </a:cubicBezTo>
                  <a:cubicBezTo>
                    <a:pt x="12329" y="32326"/>
                    <a:pt x="12363" y="32338"/>
                    <a:pt x="12396" y="32338"/>
                  </a:cubicBezTo>
                  <a:cubicBezTo>
                    <a:pt x="12437" y="32338"/>
                    <a:pt x="12480" y="32320"/>
                    <a:pt x="12509" y="32285"/>
                  </a:cubicBezTo>
                  <a:lnTo>
                    <a:pt x="12886" y="31831"/>
                  </a:lnTo>
                  <a:cubicBezTo>
                    <a:pt x="12938" y="31768"/>
                    <a:pt x="12931" y="31675"/>
                    <a:pt x="12867" y="31624"/>
                  </a:cubicBezTo>
                  <a:cubicBezTo>
                    <a:pt x="12839" y="31601"/>
                    <a:pt x="12805" y="31590"/>
                    <a:pt x="12771" y="31590"/>
                  </a:cubicBezTo>
                  <a:close/>
                  <a:moveTo>
                    <a:pt x="48927" y="32286"/>
                  </a:moveTo>
                  <a:cubicBezTo>
                    <a:pt x="48912" y="32286"/>
                    <a:pt x="48898" y="32288"/>
                    <a:pt x="48883" y="32292"/>
                  </a:cubicBezTo>
                  <a:cubicBezTo>
                    <a:pt x="48806" y="32317"/>
                    <a:pt x="48764" y="32401"/>
                    <a:pt x="48787" y="32478"/>
                  </a:cubicBezTo>
                  <a:cubicBezTo>
                    <a:pt x="48847" y="32664"/>
                    <a:pt x="48914" y="32854"/>
                    <a:pt x="48986" y="33042"/>
                  </a:cubicBezTo>
                  <a:cubicBezTo>
                    <a:pt x="49009" y="33100"/>
                    <a:pt x="49065" y="33136"/>
                    <a:pt x="49125" y="33136"/>
                  </a:cubicBezTo>
                  <a:cubicBezTo>
                    <a:pt x="49142" y="33136"/>
                    <a:pt x="49161" y="33133"/>
                    <a:pt x="49177" y="33127"/>
                  </a:cubicBezTo>
                  <a:cubicBezTo>
                    <a:pt x="49254" y="33097"/>
                    <a:pt x="49292" y="33012"/>
                    <a:pt x="49262" y="32936"/>
                  </a:cubicBezTo>
                  <a:cubicBezTo>
                    <a:pt x="49193" y="32754"/>
                    <a:pt x="49127" y="32569"/>
                    <a:pt x="49069" y="32388"/>
                  </a:cubicBezTo>
                  <a:cubicBezTo>
                    <a:pt x="49048" y="32325"/>
                    <a:pt x="48990" y="32286"/>
                    <a:pt x="48927" y="32286"/>
                  </a:cubicBezTo>
                  <a:close/>
                  <a:moveTo>
                    <a:pt x="11823" y="32717"/>
                  </a:moveTo>
                  <a:cubicBezTo>
                    <a:pt x="11782" y="32717"/>
                    <a:pt x="11741" y="32734"/>
                    <a:pt x="11711" y="32767"/>
                  </a:cubicBezTo>
                  <a:cubicBezTo>
                    <a:pt x="11584" y="32914"/>
                    <a:pt x="11453" y="33060"/>
                    <a:pt x="11321" y="33203"/>
                  </a:cubicBezTo>
                  <a:cubicBezTo>
                    <a:pt x="11265" y="33264"/>
                    <a:pt x="11269" y="33357"/>
                    <a:pt x="11328" y="33412"/>
                  </a:cubicBezTo>
                  <a:cubicBezTo>
                    <a:pt x="11357" y="33438"/>
                    <a:pt x="11393" y="33451"/>
                    <a:pt x="11429" y="33451"/>
                  </a:cubicBezTo>
                  <a:cubicBezTo>
                    <a:pt x="11468" y="33451"/>
                    <a:pt x="11508" y="33435"/>
                    <a:pt x="11536" y="33404"/>
                  </a:cubicBezTo>
                  <a:cubicBezTo>
                    <a:pt x="11672" y="33257"/>
                    <a:pt x="11803" y="33110"/>
                    <a:pt x="11933" y="32961"/>
                  </a:cubicBezTo>
                  <a:cubicBezTo>
                    <a:pt x="11987" y="32900"/>
                    <a:pt x="11981" y="32807"/>
                    <a:pt x="11919" y="32754"/>
                  </a:cubicBezTo>
                  <a:cubicBezTo>
                    <a:pt x="11892" y="32729"/>
                    <a:pt x="11858" y="32717"/>
                    <a:pt x="11823" y="32717"/>
                  </a:cubicBezTo>
                  <a:close/>
                  <a:moveTo>
                    <a:pt x="49474" y="33655"/>
                  </a:moveTo>
                  <a:cubicBezTo>
                    <a:pt x="49453" y="33655"/>
                    <a:pt x="49432" y="33659"/>
                    <a:pt x="49411" y="33669"/>
                  </a:cubicBezTo>
                  <a:cubicBezTo>
                    <a:pt x="49338" y="33704"/>
                    <a:pt x="49306" y="33791"/>
                    <a:pt x="49341" y="33865"/>
                  </a:cubicBezTo>
                  <a:cubicBezTo>
                    <a:pt x="49424" y="34040"/>
                    <a:pt x="49513" y="34220"/>
                    <a:pt x="49606" y="34399"/>
                  </a:cubicBezTo>
                  <a:cubicBezTo>
                    <a:pt x="49632" y="34449"/>
                    <a:pt x="49684" y="34478"/>
                    <a:pt x="49736" y="34478"/>
                  </a:cubicBezTo>
                  <a:cubicBezTo>
                    <a:pt x="49759" y="34478"/>
                    <a:pt x="49783" y="34472"/>
                    <a:pt x="49807" y="34461"/>
                  </a:cubicBezTo>
                  <a:cubicBezTo>
                    <a:pt x="49879" y="34423"/>
                    <a:pt x="49906" y="34334"/>
                    <a:pt x="49869" y="34262"/>
                  </a:cubicBezTo>
                  <a:cubicBezTo>
                    <a:pt x="49777" y="34087"/>
                    <a:pt x="49689" y="33911"/>
                    <a:pt x="49607" y="33740"/>
                  </a:cubicBezTo>
                  <a:cubicBezTo>
                    <a:pt x="49583" y="33687"/>
                    <a:pt x="49530" y="33655"/>
                    <a:pt x="49474" y="33655"/>
                  </a:cubicBezTo>
                  <a:close/>
                  <a:moveTo>
                    <a:pt x="10809" y="33789"/>
                  </a:moveTo>
                  <a:cubicBezTo>
                    <a:pt x="10773" y="33789"/>
                    <a:pt x="10736" y="33802"/>
                    <a:pt x="10708" y="33830"/>
                  </a:cubicBezTo>
                  <a:cubicBezTo>
                    <a:pt x="10571" y="33962"/>
                    <a:pt x="10427" y="34095"/>
                    <a:pt x="10279" y="34225"/>
                  </a:cubicBezTo>
                  <a:cubicBezTo>
                    <a:pt x="10218" y="34277"/>
                    <a:pt x="10211" y="34371"/>
                    <a:pt x="10266" y="34432"/>
                  </a:cubicBezTo>
                  <a:cubicBezTo>
                    <a:pt x="10296" y="34466"/>
                    <a:pt x="10335" y="34483"/>
                    <a:pt x="10377" y="34483"/>
                  </a:cubicBezTo>
                  <a:cubicBezTo>
                    <a:pt x="10410" y="34483"/>
                    <a:pt x="10445" y="34471"/>
                    <a:pt x="10475" y="34447"/>
                  </a:cubicBezTo>
                  <a:cubicBezTo>
                    <a:pt x="10626" y="34312"/>
                    <a:pt x="10774" y="34177"/>
                    <a:pt x="10914" y="34043"/>
                  </a:cubicBezTo>
                  <a:cubicBezTo>
                    <a:pt x="10971" y="33986"/>
                    <a:pt x="10973" y="33894"/>
                    <a:pt x="10917" y="33834"/>
                  </a:cubicBezTo>
                  <a:cubicBezTo>
                    <a:pt x="10887" y="33804"/>
                    <a:pt x="10848" y="33789"/>
                    <a:pt x="10809" y="33789"/>
                  </a:cubicBezTo>
                  <a:close/>
                  <a:moveTo>
                    <a:pt x="9695" y="34753"/>
                  </a:moveTo>
                  <a:cubicBezTo>
                    <a:pt x="9663" y="34753"/>
                    <a:pt x="9631" y="34763"/>
                    <a:pt x="9604" y="34784"/>
                  </a:cubicBezTo>
                  <a:cubicBezTo>
                    <a:pt x="9450" y="34905"/>
                    <a:pt x="9296" y="35023"/>
                    <a:pt x="9139" y="35139"/>
                  </a:cubicBezTo>
                  <a:cubicBezTo>
                    <a:pt x="9073" y="35188"/>
                    <a:pt x="9058" y="35279"/>
                    <a:pt x="9108" y="35345"/>
                  </a:cubicBezTo>
                  <a:cubicBezTo>
                    <a:pt x="9136" y="35384"/>
                    <a:pt x="9181" y="35405"/>
                    <a:pt x="9227" y="35405"/>
                  </a:cubicBezTo>
                  <a:cubicBezTo>
                    <a:pt x="9258" y="35405"/>
                    <a:pt x="9289" y="35396"/>
                    <a:pt x="9314" y="35375"/>
                  </a:cubicBezTo>
                  <a:cubicBezTo>
                    <a:pt x="9472" y="35258"/>
                    <a:pt x="9630" y="35138"/>
                    <a:pt x="9786" y="35015"/>
                  </a:cubicBezTo>
                  <a:cubicBezTo>
                    <a:pt x="9849" y="34965"/>
                    <a:pt x="9861" y="34874"/>
                    <a:pt x="9811" y="34809"/>
                  </a:cubicBezTo>
                  <a:cubicBezTo>
                    <a:pt x="9782" y="34772"/>
                    <a:pt x="9739" y="34753"/>
                    <a:pt x="9695" y="34753"/>
                  </a:cubicBezTo>
                  <a:close/>
                  <a:moveTo>
                    <a:pt x="50169" y="34954"/>
                  </a:moveTo>
                  <a:cubicBezTo>
                    <a:pt x="50144" y="34954"/>
                    <a:pt x="50118" y="34961"/>
                    <a:pt x="50094" y="34975"/>
                  </a:cubicBezTo>
                  <a:cubicBezTo>
                    <a:pt x="50024" y="35018"/>
                    <a:pt x="50003" y="35108"/>
                    <a:pt x="50044" y="35178"/>
                  </a:cubicBezTo>
                  <a:cubicBezTo>
                    <a:pt x="50146" y="35348"/>
                    <a:pt x="50250" y="35516"/>
                    <a:pt x="50358" y="35684"/>
                  </a:cubicBezTo>
                  <a:cubicBezTo>
                    <a:pt x="50385" y="35727"/>
                    <a:pt x="50432" y="35752"/>
                    <a:pt x="50481" y="35752"/>
                  </a:cubicBezTo>
                  <a:cubicBezTo>
                    <a:pt x="50508" y="35752"/>
                    <a:pt x="50536" y="35744"/>
                    <a:pt x="50560" y="35727"/>
                  </a:cubicBezTo>
                  <a:cubicBezTo>
                    <a:pt x="50629" y="35684"/>
                    <a:pt x="50649" y="35592"/>
                    <a:pt x="50605" y="35524"/>
                  </a:cubicBezTo>
                  <a:cubicBezTo>
                    <a:pt x="50499" y="35359"/>
                    <a:pt x="50396" y="35192"/>
                    <a:pt x="50297" y="35025"/>
                  </a:cubicBezTo>
                  <a:cubicBezTo>
                    <a:pt x="50269" y="34980"/>
                    <a:pt x="50219" y="34954"/>
                    <a:pt x="50169" y="34954"/>
                  </a:cubicBezTo>
                  <a:close/>
                  <a:moveTo>
                    <a:pt x="8507" y="35623"/>
                  </a:moveTo>
                  <a:cubicBezTo>
                    <a:pt x="8478" y="35623"/>
                    <a:pt x="8449" y="35632"/>
                    <a:pt x="8423" y="35650"/>
                  </a:cubicBezTo>
                  <a:cubicBezTo>
                    <a:pt x="8262" y="35761"/>
                    <a:pt x="8100" y="35870"/>
                    <a:pt x="7937" y="35979"/>
                  </a:cubicBezTo>
                  <a:cubicBezTo>
                    <a:pt x="7868" y="36024"/>
                    <a:pt x="7850" y="36114"/>
                    <a:pt x="7896" y="36182"/>
                  </a:cubicBezTo>
                  <a:cubicBezTo>
                    <a:pt x="7923" y="36225"/>
                    <a:pt x="7970" y="36248"/>
                    <a:pt x="8017" y="36248"/>
                  </a:cubicBezTo>
                  <a:cubicBezTo>
                    <a:pt x="8046" y="36248"/>
                    <a:pt x="8074" y="36241"/>
                    <a:pt x="8100" y="36223"/>
                  </a:cubicBezTo>
                  <a:cubicBezTo>
                    <a:pt x="8264" y="36114"/>
                    <a:pt x="8428" y="36005"/>
                    <a:pt x="8590" y="35892"/>
                  </a:cubicBezTo>
                  <a:cubicBezTo>
                    <a:pt x="8657" y="35846"/>
                    <a:pt x="8675" y="35754"/>
                    <a:pt x="8628" y="35687"/>
                  </a:cubicBezTo>
                  <a:cubicBezTo>
                    <a:pt x="8600" y="35645"/>
                    <a:pt x="8554" y="35623"/>
                    <a:pt x="8507" y="35623"/>
                  </a:cubicBezTo>
                  <a:close/>
                  <a:moveTo>
                    <a:pt x="50974" y="36191"/>
                  </a:moveTo>
                  <a:cubicBezTo>
                    <a:pt x="50945" y="36191"/>
                    <a:pt x="50916" y="36199"/>
                    <a:pt x="50890" y="36217"/>
                  </a:cubicBezTo>
                  <a:cubicBezTo>
                    <a:pt x="50823" y="36264"/>
                    <a:pt x="50807" y="36355"/>
                    <a:pt x="50854" y="36422"/>
                  </a:cubicBezTo>
                  <a:cubicBezTo>
                    <a:pt x="50967" y="36583"/>
                    <a:pt x="51082" y="36744"/>
                    <a:pt x="51199" y="36904"/>
                  </a:cubicBezTo>
                  <a:cubicBezTo>
                    <a:pt x="51227" y="36945"/>
                    <a:pt x="51273" y="36965"/>
                    <a:pt x="51318" y="36965"/>
                  </a:cubicBezTo>
                  <a:cubicBezTo>
                    <a:pt x="51349" y="36965"/>
                    <a:pt x="51379" y="36956"/>
                    <a:pt x="51404" y="36937"/>
                  </a:cubicBezTo>
                  <a:cubicBezTo>
                    <a:pt x="51470" y="36888"/>
                    <a:pt x="51484" y="36796"/>
                    <a:pt x="51437" y="36731"/>
                  </a:cubicBezTo>
                  <a:cubicBezTo>
                    <a:pt x="51320" y="36572"/>
                    <a:pt x="51207" y="36413"/>
                    <a:pt x="51094" y="36253"/>
                  </a:cubicBezTo>
                  <a:cubicBezTo>
                    <a:pt x="51066" y="36213"/>
                    <a:pt x="51020" y="36191"/>
                    <a:pt x="50974" y="36191"/>
                  </a:cubicBezTo>
                  <a:close/>
                  <a:moveTo>
                    <a:pt x="7276" y="36439"/>
                  </a:moveTo>
                  <a:cubicBezTo>
                    <a:pt x="7249" y="36439"/>
                    <a:pt x="7221" y="36447"/>
                    <a:pt x="7196" y="36463"/>
                  </a:cubicBezTo>
                  <a:lnTo>
                    <a:pt x="6701" y="36780"/>
                  </a:lnTo>
                  <a:cubicBezTo>
                    <a:pt x="6633" y="36825"/>
                    <a:pt x="6613" y="36917"/>
                    <a:pt x="6658" y="36985"/>
                  </a:cubicBezTo>
                  <a:cubicBezTo>
                    <a:pt x="6685" y="37028"/>
                    <a:pt x="6732" y="37052"/>
                    <a:pt x="6781" y="37052"/>
                  </a:cubicBezTo>
                  <a:cubicBezTo>
                    <a:pt x="6808" y="37052"/>
                    <a:pt x="6836" y="37046"/>
                    <a:pt x="6860" y="37030"/>
                  </a:cubicBezTo>
                  <a:lnTo>
                    <a:pt x="7356" y="36710"/>
                  </a:lnTo>
                  <a:cubicBezTo>
                    <a:pt x="7424" y="36666"/>
                    <a:pt x="7444" y="36574"/>
                    <a:pt x="7399" y="36506"/>
                  </a:cubicBezTo>
                  <a:cubicBezTo>
                    <a:pt x="7372" y="36463"/>
                    <a:pt x="7324" y="36439"/>
                    <a:pt x="7276" y="36439"/>
                  </a:cubicBezTo>
                  <a:close/>
                  <a:moveTo>
                    <a:pt x="6039" y="37237"/>
                  </a:moveTo>
                  <a:cubicBezTo>
                    <a:pt x="6011" y="37237"/>
                    <a:pt x="5983" y="37244"/>
                    <a:pt x="5958" y="37260"/>
                  </a:cubicBezTo>
                  <a:cubicBezTo>
                    <a:pt x="5793" y="37369"/>
                    <a:pt x="5628" y="37477"/>
                    <a:pt x="5464" y="37587"/>
                  </a:cubicBezTo>
                  <a:cubicBezTo>
                    <a:pt x="5397" y="37634"/>
                    <a:pt x="5379" y="37725"/>
                    <a:pt x="5424" y="37792"/>
                  </a:cubicBezTo>
                  <a:cubicBezTo>
                    <a:pt x="5452" y="37834"/>
                    <a:pt x="5499" y="37858"/>
                    <a:pt x="5546" y="37858"/>
                  </a:cubicBezTo>
                  <a:cubicBezTo>
                    <a:pt x="5574" y="37858"/>
                    <a:pt x="5602" y="37848"/>
                    <a:pt x="5628" y="37831"/>
                  </a:cubicBezTo>
                  <a:cubicBezTo>
                    <a:pt x="5792" y="37722"/>
                    <a:pt x="5955" y="37614"/>
                    <a:pt x="6119" y="37507"/>
                  </a:cubicBezTo>
                  <a:cubicBezTo>
                    <a:pt x="6187" y="37463"/>
                    <a:pt x="6207" y="37372"/>
                    <a:pt x="6161" y="37304"/>
                  </a:cubicBezTo>
                  <a:cubicBezTo>
                    <a:pt x="6134" y="37260"/>
                    <a:pt x="6087" y="37237"/>
                    <a:pt x="6039" y="37237"/>
                  </a:cubicBezTo>
                  <a:close/>
                  <a:moveTo>
                    <a:pt x="51851" y="37378"/>
                  </a:moveTo>
                  <a:cubicBezTo>
                    <a:pt x="51820" y="37378"/>
                    <a:pt x="51788" y="37388"/>
                    <a:pt x="51762" y="37409"/>
                  </a:cubicBezTo>
                  <a:cubicBezTo>
                    <a:pt x="51697" y="37458"/>
                    <a:pt x="51684" y="37551"/>
                    <a:pt x="51735" y="37615"/>
                  </a:cubicBezTo>
                  <a:cubicBezTo>
                    <a:pt x="51855" y="37771"/>
                    <a:pt x="51977" y="37926"/>
                    <a:pt x="52099" y="38080"/>
                  </a:cubicBezTo>
                  <a:cubicBezTo>
                    <a:pt x="52129" y="38117"/>
                    <a:pt x="52171" y="38136"/>
                    <a:pt x="52216" y="38136"/>
                  </a:cubicBezTo>
                  <a:cubicBezTo>
                    <a:pt x="52247" y="38136"/>
                    <a:pt x="52279" y="38126"/>
                    <a:pt x="52308" y="38106"/>
                  </a:cubicBezTo>
                  <a:cubicBezTo>
                    <a:pt x="52371" y="38055"/>
                    <a:pt x="52381" y="37962"/>
                    <a:pt x="52330" y="37899"/>
                  </a:cubicBezTo>
                  <a:cubicBezTo>
                    <a:pt x="52210" y="37745"/>
                    <a:pt x="52088" y="37590"/>
                    <a:pt x="51968" y="37436"/>
                  </a:cubicBezTo>
                  <a:cubicBezTo>
                    <a:pt x="51939" y="37398"/>
                    <a:pt x="51895" y="37378"/>
                    <a:pt x="51851" y="37378"/>
                  </a:cubicBezTo>
                  <a:close/>
                  <a:moveTo>
                    <a:pt x="4815" y="38063"/>
                  </a:moveTo>
                  <a:cubicBezTo>
                    <a:pt x="4786" y="38063"/>
                    <a:pt x="4756" y="38071"/>
                    <a:pt x="4730" y="38090"/>
                  </a:cubicBezTo>
                  <a:cubicBezTo>
                    <a:pt x="4569" y="38204"/>
                    <a:pt x="4409" y="38321"/>
                    <a:pt x="4250" y="38440"/>
                  </a:cubicBezTo>
                  <a:cubicBezTo>
                    <a:pt x="4185" y="38488"/>
                    <a:pt x="4172" y="38580"/>
                    <a:pt x="4221" y="38646"/>
                  </a:cubicBezTo>
                  <a:cubicBezTo>
                    <a:pt x="4250" y="38684"/>
                    <a:pt x="4295" y="38705"/>
                    <a:pt x="4339" y="38705"/>
                  </a:cubicBezTo>
                  <a:cubicBezTo>
                    <a:pt x="4370" y="38705"/>
                    <a:pt x="4401" y="38696"/>
                    <a:pt x="4427" y="38674"/>
                  </a:cubicBezTo>
                  <a:cubicBezTo>
                    <a:pt x="4583" y="38558"/>
                    <a:pt x="4741" y="38444"/>
                    <a:pt x="4900" y="38330"/>
                  </a:cubicBezTo>
                  <a:cubicBezTo>
                    <a:pt x="4966" y="38284"/>
                    <a:pt x="4983" y="38192"/>
                    <a:pt x="4936" y="38125"/>
                  </a:cubicBezTo>
                  <a:cubicBezTo>
                    <a:pt x="4907" y="38084"/>
                    <a:pt x="4862" y="38063"/>
                    <a:pt x="4815" y="38063"/>
                  </a:cubicBezTo>
                  <a:close/>
                  <a:moveTo>
                    <a:pt x="52770" y="38530"/>
                  </a:moveTo>
                  <a:cubicBezTo>
                    <a:pt x="52738" y="38530"/>
                    <a:pt x="52705" y="38541"/>
                    <a:pt x="52677" y="38563"/>
                  </a:cubicBezTo>
                  <a:cubicBezTo>
                    <a:pt x="52615" y="38615"/>
                    <a:pt x="52605" y="38708"/>
                    <a:pt x="52656" y="38771"/>
                  </a:cubicBezTo>
                  <a:cubicBezTo>
                    <a:pt x="52780" y="38923"/>
                    <a:pt x="52906" y="39075"/>
                    <a:pt x="53031" y="39228"/>
                  </a:cubicBezTo>
                  <a:cubicBezTo>
                    <a:pt x="53059" y="39264"/>
                    <a:pt x="53102" y="39281"/>
                    <a:pt x="53144" y="39281"/>
                  </a:cubicBezTo>
                  <a:cubicBezTo>
                    <a:pt x="53177" y="39281"/>
                    <a:pt x="53210" y="39271"/>
                    <a:pt x="53237" y="39246"/>
                  </a:cubicBezTo>
                  <a:cubicBezTo>
                    <a:pt x="53300" y="39195"/>
                    <a:pt x="53309" y="39102"/>
                    <a:pt x="53258" y="39039"/>
                  </a:cubicBezTo>
                  <a:cubicBezTo>
                    <a:pt x="53134" y="38888"/>
                    <a:pt x="53009" y="38736"/>
                    <a:pt x="52885" y="38584"/>
                  </a:cubicBezTo>
                  <a:cubicBezTo>
                    <a:pt x="52856" y="38549"/>
                    <a:pt x="52814" y="38530"/>
                    <a:pt x="52770" y="38530"/>
                  </a:cubicBezTo>
                  <a:close/>
                  <a:moveTo>
                    <a:pt x="3643" y="38957"/>
                  </a:moveTo>
                  <a:cubicBezTo>
                    <a:pt x="3610" y="38957"/>
                    <a:pt x="3577" y="38968"/>
                    <a:pt x="3549" y="38990"/>
                  </a:cubicBezTo>
                  <a:lnTo>
                    <a:pt x="3439" y="39081"/>
                  </a:lnTo>
                  <a:cubicBezTo>
                    <a:pt x="3325" y="39178"/>
                    <a:pt x="3209" y="39277"/>
                    <a:pt x="3098" y="39380"/>
                  </a:cubicBezTo>
                  <a:cubicBezTo>
                    <a:pt x="3038" y="39436"/>
                    <a:pt x="3033" y="39529"/>
                    <a:pt x="3089" y="39590"/>
                  </a:cubicBezTo>
                  <a:cubicBezTo>
                    <a:pt x="3119" y="39621"/>
                    <a:pt x="3158" y="39637"/>
                    <a:pt x="3198" y="39637"/>
                  </a:cubicBezTo>
                  <a:cubicBezTo>
                    <a:pt x="3233" y="39637"/>
                    <a:pt x="3269" y="39625"/>
                    <a:pt x="3295" y="39599"/>
                  </a:cubicBezTo>
                  <a:cubicBezTo>
                    <a:pt x="3404" y="39498"/>
                    <a:pt x="3516" y="39401"/>
                    <a:pt x="3627" y="39307"/>
                  </a:cubicBezTo>
                  <a:lnTo>
                    <a:pt x="3736" y="39217"/>
                  </a:lnTo>
                  <a:cubicBezTo>
                    <a:pt x="3800" y="39166"/>
                    <a:pt x="3808" y="39073"/>
                    <a:pt x="3756" y="39009"/>
                  </a:cubicBezTo>
                  <a:cubicBezTo>
                    <a:pt x="3727" y="38974"/>
                    <a:pt x="3686" y="38957"/>
                    <a:pt x="3643" y="38957"/>
                  </a:cubicBezTo>
                  <a:close/>
                  <a:moveTo>
                    <a:pt x="53706" y="39670"/>
                  </a:moveTo>
                  <a:cubicBezTo>
                    <a:pt x="53673" y="39670"/>
                    <a:pt x="53640" y="39681"/>
                    <a:pt x="53613" y="39703"/>
                  </a:cubicBezTo>
                  <a:cubicBezTo>
                    <a:pt x="53551" y="39755"/>
                    <a:pt x="53542" y="39848"/>
                    <a:pt x="53593" y="39911"/>
                  </a:cubicBezTo>
                  <a:lnTo>
                    <a:pt x="53966" y="40365"/>
                  </a:lnTo>
                  <a:cubicBezTo>
                    <a:pt x="53996" y="40401"/>
                    <a:pt x="54038" y="40419"/>
                    <a:pt x="54080" y="40419"/>
                  </a:cubicBezTo>
                  <a:cubicBezTo>
                    <a:pt x="54114" y="40419"/>
                    <a:pt x="54146" y="40409"/>
                    <a:pt x="54172" y="40385"/>
                  </a:cubicBezTo>
                  <a:cubicBezTo>
                    <a:pt x="54235" y="40334"/>
                    <a:pt x="54245" y="40241"/>
                    <a:pt x="54194" y="40178"/>
                  </a:cubicBezTo>
                  <a:lnTo>
                    <a:pt x="53820" y="39723"/>
                  </a:lnTo>
                  <a:cubicBezTo>
                    <a:pt x="53791" y="39688"/>
                    <a:pt x="53749" y="39670"/>
                    <a:pt x="53706" y="39670"/>
                  </a:cubicBezTo>
                  <a:close/>
                  <a:moveTo>
                    <a:pt x="2567" y="39964"/>
                  </a:moveTo>
                  <a:cubicBezTo>
                    <a:pt x="2527" y="39964"/>
                    <a:pt x="2488" y="39979"/>
                    <a:pt x="2459" y="40010"/>
                  </a:cubicBezTo>
                  <a:cubicBezTo>
                    <a:pt x="2322" y="40156"/>
                    <a:pt x="2188" y="40306"/>
                    <a:pt x="2062" y="40457"/>
                  </a:cubicBezTo>
                  <a:cubicBezTo>
                    <a:pt x="2010" y="40519"/>
                    <a:pt x="2018" y="40611"/>
                    <a:pt x="2080" y="40664"/>
                  </a:cubicBezTo>
                  <a:cubicBezTo>
                    <a:pt x="2109" y="40688"/>
                    <a:pt x="2142" y="40699"/>
                    <a:pt x="2176" y="40699"/>
                  </a:cubicBezTo>
                  <a:cubicBezTo>
                    <a:pt x="2217" y="40699"/>
                    <a:pt x="2259" y="40681"/>
                    <a:pt x="2288" y="40647"/>
                  </a:cubicBezTo>
                  <a:cubicBezTo>
                    <a:pt x="2412" y="40500"/>
                    <a:pt x="2542" y="40354"/>
                    <a:pt x="2675" y="40213"/>
                  </a:cubicBezTo>
                  <a:cubicBezTo>
                    <a:pt x="2730" y="40153"/>
                    <a:pt x="2728" y="40059"/>
                    <a:pt x="2668" y="40004"/>
                  </a:cubicBezTo>
                  <a:cubicBezTo>
                    <a:pt x="2640" y="39977"/>
                    <a:pt x="2603" y="39964"/>
                    <a:pt x="2567" y="39964"/>
                  </a:cubicBezTo>
                  <a:close/>
                  <a:moveTo>
                    <a:pt x="54631" y="40818"/>
                  </a:moveTo>
                  <a:cubicBezTo>
                    <a:pt x="54599" y="40818"/>
                    <a:pt x="54568" y="40828"/>
                    <a:pt x="54541" y="40849"/>
                  </a:cubicBezTo>
                  <a:cubicBezTo>
                    <a:pt x="54476" y="40897"/>
                    <a:pt x="54464" y="40990"/>
                    <a:pt x="54514" y="41055"/>
                  </a:cubicBezTo>
                  <a:cubicBezTo>
                    <a:pt x="54634" y="41210"/>
                    <a:pt x="54752" y="41366"/>
                    <a:pt x="54869" y="41523"/>
                  </a:cubicBezTo>
                  <a:cubicBezTo>
                    <a:pt x="54899" y="41562"/>
                    <a:pt x="54944" y="41582"/>
                    <a:pt x="54988" y="41582"/>
                  </a:cubicBezTo>
                  <a:cubicBezTo>
                    <a:pt x="55019" y="41582"/>
                    <a:pt x="55050" y="41573"/>
                    <a:pt x="55076" y="41552"/>
                  </a:cubicBezTo>
                  <a:cubicBezTo>
                    <a:pt x="55141" y="41504"/>
                    <a:pt x="55154" y="41412"/>
                    <a:pt x="55106" y="41346"/>
                  </a:cubicBezTo>
                  <a:cubicBezTo>
                    <a:pt x="54987" y="41188"/>
                    <a:pt x="54867" y="41030"/>
                    <a:pt x="54748" y="40874"/>
                  </a:cubicBezTo>
                  <a:cubicBezTo>
                    <a:pt x="54719" y="40838"/>
                    <a:pt x="54675" y="40818"/>
                    <a:pt x="54631" y="40818"/>
                  </a:cubicBezTo>
                  <a:close/>
                  <a:moveTo>
                    <a:pt x="1634" y="41103"/>
                  </a:moveTo>
                  <a:cubicBezTo>
                    <a:pt x="1588" y="41103"/>
                    <a:pt x="1543" y="41125"/>
                    <a:pt x="1514" y="41165"/>
                  </a:cubicBezTo>
                  <a:cubicBezTo>
                    <a:pt x="1398" y="41329"/>
                    <a:pt x="1287" y="41498"/>
                    <a:pt x="1182" y="41665"/>
                  </a:cubicBezTo>
                  <a:cubicBezTo>
                    <a:pt x="1140" y="41733"/>
                    <a:pt x="1160" y="41825"/>
                    <a:pt x="1230" y="41867"/>
                  </a:cubicBezTo>
                  <a:cubicBezTo>
                    <a:pt x="1254" y="41881"/>
                    <a:pt x="1280" y="41890"/>
                    <a:pt x="1308" y="41890"/>
                  </a:cubicBezTo>
                  <a:cubicBezTo>
                    <a:pt x="1356" y="41890"/>
                    <a:pt x="1404" y="41865"/>
                    <a:pt x="1432" y="41820"/>
                  </a:cubicBezTo>
                  <a:cubicBezTo>
                    <a:pt x="1533" y="41658"/>
                    <a:pt x="1641" y="41495"/>
                    <a:pt x="1754" y="41336"/>
                  </a:cubicBezTo>
                  <a:cubicBezTo>
                    <a:pt x="1801" y="41271"/>
                    <a:pt x="1786" y="41179"/>
                    <a:pt x="1719" y="41131"/>
                  </a:cubicBezTo>
                  <a:cubicBezTo>
                    <a:pt x="1693" y="41112"/>
                    <a:pt x="1663" y="41103"/>
                    <a:pt x="1634" y="41103"/>
                  </a:cubicBezTo>
                  <a:close/>
                  <a:moveTo>
                    <a:pt x="55504" y="42006"/>
                  </a:moveTo>
                  <a:cubicBezTo>
                    <a:pt x="55475" y="42006"/>
                    <a:pt x="55446" y="42014"/>
                    <a:pt x="55420" y="42032"/>
                  </a:cubicBezTo>
                  <a:cubicBezTo>
                    <a:pt x="55354" y="42079"/>
                    <a:pt x="55338" y="42170"/>
                    <a:pt x="55384" y="42237"/>
                  </a:cubicBezTo>
                  <a:cubicBezTo>
                    <a:pt x="55497" y="42397"/>
                    <a:pt x="55606" y="42560"/>
                    <a:pt x="55713" y="42722"/>
                  </a:cubicBezTo>
                  <a:cubicBezTo>
                    <a:pt x="55741" y="42765"/>
                    <a:pt x="55790" y="42788"/>
                    <a:pt x="55837" y="42788"/>
                  </a:cubicBezTo>
                  <a:cubicBezTo>
                    <a:pt x="55865" y="42788"/>
                    <a:pt x="55894" y="42780"/>
                    <a:pt x="55916" y="42764"/>
                  </a:cubicBezTo>
                  <a:cubicBezTo>
                    <a:pt x="55984" y="42720"/>
                    <a:pt x="56003" y="42628"/>
                    <a:pt x="55958" y="42560"/>
                  </a:cubicBezTo>
                  <a:cubicBezTo>
                    <a:pt x="55850" y="42395"/>
                    <a:pt x="55739" y="42231"/>
                    <a:pt x="55626" y="42068"/>
                  </a:cubicBezTo>
                  <a:cubicBezTo>
                    <a:pt x="55597" y="42028"/>
                    <a:pt x="55551" y="42006"/>
                    <a:pt x="55504" y="42006"/>
                  </a:cubicBezTo>
                  <a:close/>
                  <a:moveTo>
                    <a:pt x="877" y="42368"/>
                  </a:moveTo>
                  <a:cubicBezTo>
                    <a:pt x="823" y="42368"/>
                    <a:pt x="771" y="42398"/>
                    <a:pt x="746" y="42450"/>
                  </a:cubicBezTo>
                  <a:cubicBezTo>
                    <a:pt x="655" y="42632"/>
                    <a:pt x="572" y="42816"/>
                    <a:pt x="499" y="42999"/>
                  </a:cubicBezTo>
                  <a:cubicBezTo>
                    <a:pt x="468" y="43074"/>
                    <a:pt x="504" y="43160"/>
                    <a:pt x="580" y="43191"/>
                  </a:cubicBezTo>
                  <a:cubicBezTo>
                    <a:pt x="598" y="43197"/>
                    <a:pt x="618" y="43201"/>
                    <a:pt x="635" y="43201"/>
                  </a:cubicBezTo>
                  <a:cubicBezTo>
                    <a:pt x="694" y="43201"/>
                    <a:pt x="749" y="43166"/>
                    <a:pt x="772" y="43109"/>
                  </a:cubicBezTo>
                  <a:cubicBezTo>
                    <a:pt x="844" y="42934"/>
                    <a:pt x="923" y="42756"/>
                    <a:pt x="1010" y="42581"/>
                  </a:cubicBezTo>
                  <a:cubicBezTo>
                    <a:pt x="1046" y="42507"/>
                    <a:pt x="1016" y="42419"/>
                    <a:pt x="943" y="42383"/>
                  </a:cubicBezTo>
                  <a:cubicBezTo>
                    <a:pt x="922" y="42373"/>
                    <a:pt x="899" y="42368"/>
                    <a:pt x="877" y="42368"/>
                  </a:cubicBezTo>
                  <a:close/>
                  <a:moveTo>
                    <a:pt x="43291" y="43477"/>
                  </a:moveTo>
                  <a:cubicBezTo>
                    <a:pt x="43233" y="43477"/>
                    <a:pt x="43174" y="43477"/>
                    <a:pt x="43117" y="43479"/>
                  </a:cubicBezTo>
                  <a:cubicBezTo>
                    <a:pt x="43035" y="43481"/>
                    <a:pt x="42971" y="43548"/>
                    <a:pt x="42972" y="43629"/>
                  </a:cubicBezTo>
                  <a:cubicBezTo>
                    <a:pt x="42975" y="43710"/>
                    <a:pt x="43043" y="43774"/>
                    <a:pt x="43119" y="43774"/>
                  </a:cubicBezTo>
                  <a:cubicBezTo>
                    <a:pt x="43121" y="43774"/>
                    <a:pt x="43122" y="43774"/>
                    <a:pt x="43123" y="43774"/>
                  </a:cubicBezTo>
                  <a:cubicBezTo>
                    <a:pt x="43173" y="43774"/>
                    <a:pt x="43224" y="43773"/>
                    <a:pt x="43276" y="43773"/>
                  </a:cubicBezTo>
                  <a:cubicBezTo>
                    <a:pt x="43426" y="43774"/>
                    <a:pt x="43564" y="43776"/>
                    <a:pt x="43699" y="43785"/>
                  </a:cubicBezTo>
                  <a:lnTo>
                    <a:pt x="43709" y="43785"/>
                  </a:lnTo>
                  <a:cubicBezTo>
                    <a:pt x="43785" y="43785"/>
                    <a:pt x="43850" y="43726"/>
                    <a:pt x="43855" y="43649"/>
                  </a:cubicBezTo>
                  <a:cubicBezTo>
                    <a:pt x="43863" y="43567"/>
                    <a:pt x="43801" y="43496"/>
                    <a:pt x="43719" y="43491"/>
                  </a:cubicBezTo>
                  <a:cubicBezTo>
                    <a:pt x="43584" y="43482"/>
                    <a:pt x="43443" y="43477"/>
                    <a:pt x="43291" y="43477"/>
                  </a:cubicBezTo>
                  <a:close/>
                  <a:moveTo>
                    <a:pt x="42237" y="43528"/>
                  </a:moveTo>
                  <a:cubicBezTo>
                    <a:pt x="42233" y="43528"/>
                    <a:pt x="42229" y="43528"/>
                    <a:pt x="42225" y="43528"/>
                  </a:cubicBezTo>
                  <a:lnTo>
                    <a:pt x="41637" y="43571"/>
                  </a:lnTo>
                  <a:cubicBezTo>
                    <a:pt x="41557" y="43577"/>
                    <a:pt x="41495" y="43647"/>
                    <a:pt x="41501" y="43728"/>
                  </a:cubicBezTo>
                  <a:cubicBezTo>
                    <a:pt x="41506" y="43806"/>
                    <a:pt x="41572" y="43866"/>
                    <a:pt x="41647" y="43866"/>
                  </a:cubicBezTo>
                  <a:lnTo>
                    <a:pt x="41658" y="43866"/>
                  </a:lnTo>
                  <a:lnTo>
                    <a:pt x="42246" y="43822"/>
                  </a:lnTo>
                  <a:cubicBezTo>
                    <a:pt x="42327" y="43817"/>
                    <a:pt x="42389" y="43747"/>
                    <a:pt x="42383" y="43665"/>
                  </a:cubicBezTo>
                  <a:cubicBezTo>
                    <a:pt x="42378" y="43588"/>
                    <a:pt x="42313" y="43528"/>
                    <a:pt x="42237" y="43528"/>
                  </a:cubicBezTo>
                  <a:close/>
                  <a:moveTo>
                    <a:pt x="40765" y="43635"/>
                  </a:moveTo>
                  <a:cubicBezTo>
                    <a:pt x="40762" y="43635"/>
                    <a:pt x="40758" y="43635"/>
                    <a:pt x="40754" y="43635"/>
                  </a:cubicBezTo>
                  <a:lnTo>
                    <a:pt x="40166" y="43678"/>
                  </a:lnTo>
                  <a:cubicBezTo>
                    <a:pt x="40084" y="43683"/>
                    <a:pt x="40022" y="43754"/>
                    <a:pt x="40030" y="43836"/>
                  </a:cubicBezTo>
                  <a:cubicBezTo>
                    <a:pt x="40035" y="43913"/>
                    <a:pt x="40100" y="43972"/>
                    <a:pt x="40176" y="43972"/>
                  </a:cubicBezTo>
                  <a:lnTo>
                    <a:pt x="40187" y="43972"/>
                  </a:lnTo>
                  <a:lnTo>
                    <a:pt x="40775" y="43930"/>
                  </a:lnTo>
                  <a:cubicBezTo>
                    <a:pt x="40856" y="43924"/>
                    <a:pt x="40918" y="43853"/>
                    <a:pt x="40912" y="43773"/>
                  </a:cubicBezTo>
                  <a:cubicBezTo>
                    <a:pt x="40907" y="43695"/>
                    <a:pt x="40842" y="43635"/>
                    <a:pt x="40765" y="43635"/>
                  </a:cubicBezTo>
                  <a:close/>
                  <a:moveTo>
                    <a:pt x="56309" y="43242"/>
                  </a:moveTo>
                  <a:cubicBezTo>
                    <a:pt x="56283" y="43242"/>
                    <a:pt x="56257" y="43249"/>
                    <a:pt x="56233" y="43263"/>
                  </a:cubicBezTo>
                  <a:cubicBezTo>
                    <a:pt x="56163" y="43305"/>
                    <a:pt x="56142" y="43395"/>
                    <a:pt x="56183" y="43465"/>
                  </a:cubicBezTo>
                  <a:cubicBezTo>
                    <a:pt x="56283" y="43632"/>
                    <a:pt x="56381" y="43802"/>
                    <a:pt x="56476" y="43972"/>
                  </a:cubicBezTo>
                  <a:cubicBezTo>
                    <a:pt x="56503" y="44021"/>
                    <a:pt x="56553" y="44048"/>
                    <a:pt x="56605" y="44048"/>
                  </a:cubicBezTo>
                  <a:cubicBezTo>
                    <a:pt x="56629" y="44048"/>
                    <a:pt x="56653" y="44042"/>
                    <a:pt x="56677" y="44028"/>
                  </a:cubicBezTo>
                  <a:cubicBezTo>
                    <a:pt x="56747" y="43989"/>
                    <a:pt x="56773" y="43899"/>
                    <a:pt x="56734" y="43827"/>
                  </a:cubicBezTo>
                  <a:cubicBezTo>
                    <a:pt x="56637" y="43655"/>
                    <a:pt x="56538" y="43483"/>
                    <a:pt x="56436" y="43314"/>
                  </a:cubicBezTo>
                  <a:cubicBezTo>
                    <a:pt x="56408" y="43267"/>
                    <a:pt x="56359" y="43242"/>
                    <a:pt x="56309" y="43242"/>
                  </a:cubicBezTo>
                  <a:close/>
                  <a:moveTo>
                    <a:pt x="39295" y="43742"/>
                  </a:moveTo>
                  <a:cubicBezTo>
                    <a:pt x="39291" y="43742"/>
                    <a:pt x="39288" y="43742"/>
                    <a:pt x="39284" y="43743"/>
                  </a:cubicBezTo>
                  <a:lnTo>
                    <a:pt x="38696" y="43785"/>
                  </a:lnTo>
                  <a:cubicBezTo>
                    <a:pt x="38614" y="43790"/>
                    <a:pt x="38552" y="43861"/>
                    <a:pt x="38559" y="43943"/>
                  </a:cubicBezTo>
                  <a:cubicBezTo>
                    <a:pt x="38565" y="44020"/>
                    <a:pt x="38630" y="44079"/>
                    <a:pt x="38706" y="44079"/>
                  </a:cubicBezTo>
                  <a:lnTo>
                    <a:pt x="38716" y="44079"/>
                  </a:lnTo>
                  <a:lnTo>
                    <a:pt x="39304" y="44037"/>
                  </a:lnTo>
                  <a:cubicBezTo>
                    <a:pt x="39386" y="44032"/>
                    <a:pt x="39448" y="43960"/>
                    <a:pt x="39442" y="43879"/>
                  </a:cubicBezTo>
                  <a:cubicBezTo>
                    <a:pt x="39437" y="43802"/>
                    <a:pt x="39372" y="43742"/>
                    <a:pt x="39295" y="43742"/>
                  </a:cubicBezTo>
                  <a:close/>
                  <a:moveTo>
                    <a:pt x="44578" y="43639"/>
                  </a:moveTo>
                  <a:cubicBezTo>
                    <a:pt x="44515" y="43639"/>
                    <a:pt x="44456" y="43681"/>
                    <a:pt x="44437" y="43744"/>
                  </a:cubicBezTo>
                  <a:cubicBezTo>
                    <a:pt x="44413" y="43822"/>
                    <a:pt x="44458" y="43905"/>
                    <a:pt x="44535" y="43928"/>
                  </a:cubicBezTo>
                  <a:cubicBezTo>
                    <a:pt x="44609" y="43950"/>
                    <a:pt x="44683" y="43976"/>
                    <a:pt x="44755" y="44005"/>
                  </a:cubicBezTo>
                  <a:cubicBezTo>
                    <a:pt x="44856" y="44044"/>
                    <a:pt x="44957" y="44090"/>
                    <a:pt x="45052" y="44142"/>
                  </a:cubicBezTo>
                  <a:cubicBezTo>
                    <a:pt x="45075" y="44155"/>
                    <a:pt x="45099" y="44161"/>
                    <a:pt x="45122" y="44161"/>
                  </a:cubicBezTo>
                  <a:cubicBezTo>
                    <a:pt x="45175" y="44161"/>
                    <a:pt x="45226" y="44132"/>
                    <a:pt x="45253" y="44082"/>
                  </a:cubicBezTo>
                  <a:cubicBezTo>
                    <a:pt x="45293" y="44010"/>
                    <a:pt x="45266" y="43920"/>
                    <a:pt x="45194" y="43882"/>
                  </a:cubicBezTo>
                  <a:cubicBezTo>
                    <a:pt x="45086" y="43825"/>
                    <a:pt x="44975" y="43774"/>
                    <a:pt x="44863" y="43729"/>
                  </a:cubicBezTo>
                  <a:cubicBezTo>
                    <a:pt x="44786" y="43698"/>
                    <a:pt x="44705" y="43672"/>
                    <a:pt x="44622" y="43646"/>
                  </a:cubicBezTo>
                  <a:cubicBezTo>
                    <a:pt x="44607" y="43641"/>
                    <a:pt x="44593" y="43639"/>
                    <a:pt x="44578" y="43639"/>
                  </a:cubicBezTo>
                  <a:close/>
                  <a:moveTo>
                    <a:pt x="37823" y="43850"/>
                  </a:moveTo>
                  <a:cubicBezTo>
                    <a:pt x="37820" y="43850"/>
                    <a:pt x="37817" y="43850"/>
                    <a:pt x="37813" y="43850"/>
                  </a:cubicBezTo>
                  <a:lnTo>
                    <a:pt x="37225" y="43892"/>
                  </a:lnTo>
                  <a:cubicBezTo>
                    <a:pt x="37144" y="43898"/>
                    <a:pt x="37082" y="43969"/>
                    <a:pt x="37089" y="44049"/>
                  </a:cubicBezTo>
                  <a:cubicBezTo>
                    <a:pt x="37094" y="44127"/>
                    <a:pt x="37159" y="44186"/>
                    <a:pt x="37236" y="44186"/>
                  </a:cubicBezTo>
                  <a:lnTo>
                    <a:pt x="37246" y="44186"/>
                  </a:lnTo>
                  <a:lnTo>
                    <a:pt x="37834" y="44144"/>
                  </a:lnTo>
                  <a:cubicBezTo>
                    <a:pt x="37916" y="44139"/>
                    <a:pt x="37978" y="44068"/>
                    <a:pt x="37971" y="43986"/>
                  </a:cubicBezTo>
                  <a:cubicBezTo>
                    <a:pt x="37966" y="43908"/>
                    <a:pt x="37900" y="43850"/>
                    <a:pt x="37823" y="43850"/>
                  </a:cubicBezTo>
                  <a:close/>
                  <a:moveTo>
                    <a:pt x="36353" y="43956"/>
                  </a:moveTo>
                  <a:cubicBezTo>
                    <a:pt x="36350" y="43956"/>
                    <a:pt x="36346" y="43956"/>
                    <a:pt x="36342" y="43956"/>
                  </a:cubicBezTo>
                  <a:lnTo>
                    <a:pt x="35754" y="44000"/>
                  </a:lnTo>
                  <a:cubicBezTo>
                    <a:pt x="35673" y="44005"/>
                    <a:pt x="35611" y="44075"/>
                    <a:pt x="35617" y="44156"/>
                  </a:cubicBezTo>
                  <a:cubicBezTo>
                    <a:pt x="35622" y="44234"/>
                    <a:pt x="35688" y="44294"/>
                    <a:pt x="35764" y="44294"/>
                  </a:cubicBezTo>
                  <a:cubicBezTo>
                    <a:pt x="35767" y="44294"/>
                    <a:pt x="35769" y="44293"/>
                    <a:pt x="35772" y="44293"/>
                  </a:cubicBezTo>
                  <a:cubicBezTo>
                    <a:pt x="35773" y="44293"/>
                    <a:pt x="35774" y="44293"/>
                    <a:pt x="35775" y="44294"/>
                  </a:cubicBezTo>
                  <a:lnTo>
                    <a:pt x="36363" y="44250"/>
                  </a:lnTo>
                  <a:cubicBezTo>
                    <a:pt x="36444" y="44245"/>
                    <a:pt x="36506" y="44175"/>
                    <a:pt x="36499" y="44094"/>
                  </a:cubicBezTo>
                  <a:cubicBezTo>
                    <a:pt x="36494" y="44016"/>
                    <a:pt x="36428" y="43956"/>
                    <a:pt x="36353" y="43956"/>
                  </a:cubicBezTo>
                  <a:close/>
                  <a:moveTo>
                    <a:pt x="34883" y="44062"/>
                  </a:moveTo>
                  <a:cubicBezTo>
                    <a:pt x="34879" y="44062"/>
                    <a:pt x="34876" y="44062"/>
                    <a:pt x="34872" y="44063"/>
                  </a:cubicBezTo>
                  <a:lnTo>
                    <a:pt x="34284" y="44105"/>
                  </a:lnTo>
                  <a:cubicBezTo>
                    <a:pt x="34202" y="44110"/>
                    <a:pt x="34140" y="44181"/>
                    <a:pt x="34147" y="44263"/>
                  </a:cubicBezTo>
                  <a:cubicBezTo>
                    <a:pt x="34152" y="44340"/>
                    <a:pt x="34218" y="44399"/>
                    <a:pt x="34294" y="44399"/>
                  </a:cubicBezTo>
                  <a:lnTo>
                    <a:pt x="34304" y="44399"/>
                  </a:lnTo>
                  <a:lnTo>
                    <a:pt x="34893" y="44357"/>
                  </a:lnTo>
                  <a:cubicBezTo>
                    <a:pt x="34974" y="44351"/>
                    <a:pt x="35036" y="44280"/>
                    <a:pt x="35029" y="44199"/>
                  </a:cubicBezTo>
                  <a:cubicBezTo>
                    <a:pt x="35024" y="44122"/>
                    <a:pt x="34960" y="44062"/>
                    <a:pt x="34883" y="44062"/>
                  </a:cubicBezTo>
                  <a:close/>
                  <a:moveTo>
                    <a:pt x="33413" y="44167"/>
                  </a:moveTo>
                  <a:cubicBezTo>
                    <a:pt x="33409" y="44167"/>
                    <a:pt x="33406" y="44168"/>
                    <a:pt x="33402" y="44168"/>
                  </a:cubicBezTo>
                  <a:lnTo>
                    <a:pt x="32813" y="44212"/>
                  </a:lnTo>
                  <a:cubicBezTo>
                    <a:pt x="32731" y="44218"/>
                    <a:pt x="32670" y="44290"/>
                    <a:pt x="32676" y="44371"/>
                  </a:cubicBezTo>
                  <a:cubicBezTo>
                    <a:pt x="32684" y="44448"/>
                    <a:pt x="32748" y="44507"/>
                    <a:pt x="32824" y="44507"/>
                  </a:cubicBezTo>
                  <a:cubicBezTo>
                    <a:pt x="32828" y="44507"/>
                    <a:pt x="32831" y="44507"/>
                    <a:pt x="32834" y="44506"/>
                  </a:cubicBezTo>
                  <a:lnTo>
                    <a:pt x="33422" y="44462"/>
                  </a:lnTo>
                  <a:cubicBezTo>
                    <a:pt x="33504" y="44457"/>
                    <a:pt x="33566" y="44387"/>
                    <a:pt x="33559" y="44305"/>
                  </a:cubicBezTo>
                  <a:cubicBezTo>
                    <a:pt x="33554" y="44227"/>
                    <a:pt x="33490" y="44167"/>
                    <a:pt x="33413" y="44167"/>
                  </a:cubicBezTo>
                  <a:close/>
                  <a:moveTo>
                    <a:pt x="354" y="43743"/>
                  </a:moveTo>
                  <a:cubicBezTo>
                    <a:pt x="289" y="43743"/>
                    <a:pt x="228" y="43786"/>
                    <a:pt x="211" y="43852"/>
                  </a:cubicBezTo>
                  <a:cubicBezTo>
                    <a:pt x="160" y="44049"/>
                    <a:pt x="116" y="44247"/>
                    <a:pt x="83" y="44441"/>
                  </a:cubicBezTo>
                  <a:cubicBezTo>
                    <a:pt x="71" y="44523"/>
                    <a:pt x="124" y="44599"/>
                    <a:pt x="205" y="44611"/>
                  </a:cubicBezTo>
                  <a:cubicBezTo>
                    <a:pt x="212" y="44615"/>
                    <a:pt x="221" y="44615"/>
                    <a:pt x="230" y="44615"/>
                  </a:cubicBezTo>
                  <a:cubicBezTo>
                    <a:pt x="299" y="44615"/>
                    <a:pt x="362" y="44564"/>
                    <a:pt x="374" y="44491"/>
                  </a:cubicBezTo>
                  <a:cubicBezTo>
                    <a:pt x="405" y="44306"/>
                    <a:pt x="446" y="44116"/>
                    <a:pt x="496" y="43928"/>
                  </a:cubicBezTo>
                  <a:cubicBezTo>
                    <a:pt x="517" y="43850"/>
                    <a:pt x="470" y="43769"/>
                    <a:pt x="392" y="43748"/>
                  </a:cubicBezTo>
                  <a:cubicBezTo>
                    <a:pt x="379" y="43745"/>
                    <a:pt x="366" y="43743"/>
                    <a:pt x="354" y="43743"/>
                  </a:cubicBezTo>
                  <a:close/>
                  <a:moveTo>
                    <a:pt x="31941" y="44288"/>
                  </a:moveTo>
                  <a:cubicBezTo>
                    <a:pt x="31936" y="44288"/>
                    <a:pt x="31932" y="44288"/>
                    <a:pt x="31927" y="44289"/>
                  </a:cubicBezTo>
                  <a:cubicBezTo>
                    <a:pt x="31731" y="44307"/>
                    <a:pt x="31534" y="44328"/>
                    <a:pt x="31338" y="44351"/>
                  </a:cubicBezTo>
                  <a:cubicBezTo>
                    <a:pt x="31257" y="44361"/>
                    <a:pt x="31200" y="44434"/>
                    <a:pt x="31209" y="44516"/>
                  </a:cubicBezTo>
                  <a:cubicBezTo>
                    <a:pt x="31216" y="44590"/>
                    <a:pt x="31281" y="44646"/>
                    <a:pt x="31355" y="44646"/>
                  </a:cubicBezTo>
                  <a:cubicBezTo>
                    <a:pt x="31359" y="44646"/>
                    <a:pt x="31362" y="44645"/>
                    <a:pt x="31367" y="44645"/>
                  </a:cubicBezTo>
                  <a:cubicBezTo>
                    <a:pt x="31369" y="44645"/>
                    <a:pt x="31371" y="44645"/>
                    <a:pt x="31373" y="44646"/>
                  </a:cubicBezTo>
                  <a:cubicBezTo>
                    <a:pt x="31566" y="44622"/>
                    <a:pt x="31761" y="44601"/>
                    <a:pt x="31956" y="44583"/>
                  </a:cubicBezTo>
                  <a:cubicBezTo>
                    <a:pt x="32037" y="44574"/>
                    <a:pt x="32097" y="44502"/>
                    <a:pt x="32088" y="44421"/>
                  </a:cubicBezTo>
                  <a:cubicBezTo>
                    <a:pt x="32081" y="44345"/>
                    <a:pt x="32018" y="44288"/>
                    <a:pt x="31941" y="44288"/>
                  </a:cubicBezTo>
                  <a:close/>
                  <a:moveTo>
                    <a:pt x="30479" y="44474"/>
                  </a:moveTo>
                  <a:cubicBezTo>
                    <a:pt x="30471" y="44474"/>
                    <a:pt x="30463" y="44475"/>
                    <a:pt x="30454" y="44476"/>
                  </a:cubicBezTo>
                  <a:cubicBezTo>
                    <a:pt x="30251" y="44510"/>
                    <a:pt x="30055" y="44548"/>
                    <a:pt x="29869" y="44586"/>
                  </a:cubicBezTo>
                  <a:cubicBezTo>
                    <a:pt x="29791" y="44603"/>
                    <a:pt x="29739" y="44681"/>
                    <a:pt x="29755" y="44760"/>
                  </a:cubicBezTo>
                  <a:cubicBezTo>
                    <a:pt x="29771" y="44830"/>
                    <a:pt x="29832" y="44878"/>
                    <a:pt x="29900" y="44878"/>
                  </a:cubicBezTo>
                  <a:cubicBezTo>
                    <a:pt x="29910" y="44878"/>
                    <a:pt x="29920" y="44877"/>
                    <a:pt x="29930" y="44877"/>
                  </a:cubicBezTo>
                  <a:cubicBezTo>
                    <a:pt x="30111" y="44837"/>
                    <a:pt x="30303" y="44801"/>
                    <a:pt x="30503" y="44768"/>
                  </a:cubicBezTo>
                  <a:cubicBezTo>
                    <a:pt x="30583" y="44754"/>
                    <a:pt x="30638" y="44678"/>
                    <a:pt x="30625" y="44598"/>
                  </a:cubicBezTo>
                  <a:cubicBezTo>
                    <a:pt x="30612" y="44526"/>
                    <a:pt x="30550" y="44474"/>
                    <a:pt x="30479" y="44474"/>
                  </a:cubicBezTo>
                  <a:close/>
                  <a:moveTo>
                    <a:pt x="45830" y="44391"/>
                  </a:moveTo>
                  <a:cubicBezTo>
                    <a:pt x="45792" y="44391"/>
                    <a:pt x="45754" y="44405"/>
                    <a:pt x="45725" y="44434"/>
                  </a:cubicBezTo>
                  <a:cubicBezTo>
                    <a:pt x="45668" y="44492"/>
                    <a:pt x="45668" y="44586"/>
                    <a:pt x="45726" y="44642"/>
                  </a:cubicBezTo>
                  <a:cubicBezTo>
                    <a:pt x="45856" y="44771"/>
                    <a:pt x="45979" y="44916"/>
                    <a:pt x="46092" y="45073"/>
                  </a:cubicBezTo>
                  <a:cubicBezTo>
                    <a:pt x="46122" y="45112"/>
                    <a:pt x="46166" y="45133"/>
                    <a:pt x="46212" y="45133"/>
                  </a:cubicBezTo>
                  <a:cubicBezTo>
                    <a:pt x="46243" y="45133"/>
                    <a:pt x="46273" y="45124"/>
                    <a:pt x="46299" y="45106"/>
                  </a:cubicBezTo>
                  <a:cubicBezTo>
                    <a:pt x="46365" y="45058"/>
                    <a:pt x="46380" y="44965"/>
                    <a:pt x="46332" y="44899"/>
                  </a:cubicBezTo>
                  <a:cubicBezTo>
                    <a:pt x="46210" y="44729"/>
                    <a:pt x="46076" y="44573"/>
                    <a:pt x="45933" y="44433"/>
                  </a:cubicBezTo>
                  <a:cubicBezTo>
                    <a:pt x="45905" y="44405"/>
                    <a:pt x="45867" y="44391"/>
                    <a:pt x="45830" y="44391"/>
                  </a:cubicBezTo>
                  <a:close/>
                  <a:moveTo>
                    <a:pt x="29041" y="44797"/>
                  </a:moveTo>
                  <a:cubicBezTo>
                    <a:pt x="29028" y="44797"/>
                    <a:pt x="29014" y="44798"/>
                    <a:pt x="29000" y="44802"/>
                  </a:cubicBezTo>
                  <a:cubicBezTo>
                    <a:pt x="28805" y="44859"/>
                    <a:pt x="28614" y="44923"/>
                    <a:pt x="28431" y="44990"/>
                  </a:cubicBezTo>
                  <a:cubicBezTo>
                    <a:pt x="28355" y="45018"/>
                    <a:pt x="28315" y="45104"/>
                    <a:pt x="28343" y="45179"/>
                  </a:cubicBezTo>
                  <a:cubicBezTo>
                    <a:pt x="28366" y="45239"/>
                    <a:pt x="28420" y="45276"/>
                    <a:pt x="28481" y="45276"/>
                  </a:cubicBezTo>
                  <a:cubicBezTo>
                    <a:pt x="28498" y="45276"/>
                    <a:pt x="28516" y="45274"/>
                    <a:pt x="28532" y="45267"/>
                  </a:cubicBezTo>
                  <a:cubicBezTo>
                    <a:pt x="28708" y="45203"/>
                    <a:pt x="28894" y="45142"/>
                    <a:pt x="29083" y="45086"/>
                  </a:cubicBezTo>
                  <a:cubicBezTo>
                    <a:pt x="29161" y="45063"/>
                    <a:pt x="29207" y="44982"/>
                    <a:pt x="29183" y="44903"/>
                  </a:cubicBezTo>
                  <a:cubicBezTo>
                    <a:pt x="29164" y="44839"/>
                    <a:pt x="29105" y="44797"/>
                    <a:pt x="29041" y="44797"/>
                  </a:cubicBezTo>
                  <a:close/>
                  <a:moveTo>
                    <a:pt x="57011" y="44537"/>
                  </a:moveTo>
                  <a:cubicBezTo>
                    <a:pt x="56990" y="44537"/>
                    <a:pt x="56968" y="44542"/>
                    <a:pt x="56947" y="44552"/>
                  </a:cubicBezTo>
                  <a:cubicBezTo>
                    <a:pt x="56874" y="44588"/>
                    <a:pt x="56844" y="44675"/>
                    <a:pt x="56879" y="44749"/>
                  </a:cubicBezTo>
                  <a:cubicBezTo>
                    <a:pt x="56966" y="44925"/>
                    <a:pt x="57046" y="45105"/>
                    <a:pt x="57123" y="45279"/>
                  </a:cubicBezTo>
                  <a:cubicBezTo>
                    <a:pt x="57148" y="45334"/>
                    <a:pt x="57201" y="45368"/>
                    <a:pt x="57258" y="45368"/>
                  </a:cubicBezTo>
                  <a:cubicBezTo>
                    <a:pt x="57278" y="45368"/>
                    <a:pt x="57297" y="45364"/>
                    <a:pt x="57316" y="45354"/>
                  </a:cubicBezTo>
                  <a:cubicBezTo>
                    <a:pt x="57391" y="45322"/>
                    <a:pt x="57426" y="45236"/>
                    <a:pt x="57393" y="45161"/>
                  </a:cubicBezTo>
                  <a:cubicBezTo>
                    <a:pt x="57316" y="44983"/>
                    <a:pt x="57232" y="44800"/>
                    <a:pt x="57144" y="44620"/>
                  </a:cubicBezTo>
                  <a:cubicBezTo>
                    <a:pt x="57118" y="44568"/>
                    <a:pt x="57066" y="44537"/>
                    <a:pt x="57011" y="44537"/>
                  </a:cubicBezTo>
                  <a:close/>
                  <a:moveTo>
                    <a:pt x="27669" y="45331"/>
                  </a:moveTo>
                  <a:cubicBezTo>
                    <a:pt x="27647" y="45331"/>
                    <a:pt x="27625" y="45336"/>
                    <a:pt x="27603" y="45346"/>
                  </a:cubicBezTo>
                  <a:cubicBezTo>
                    <a:pt x="27423" y="45436"/>
                    <a:pt x="27244" y="45535"/>
                    <a:pt x="27077" y="45638"/>
                  </a:cubicBezTo>
                  <a:cubicBezTo>
                    <a:pt x="27009" y="45681"/>
                    <a:pt x="26986" y="45771"/>
                    <a:pt x="27030" y="45841"/>
                  </a:cubicBezTo>
                  <a:cubicBezTo>
                    <a:pt x="27056" y="45886"/>
                    <a:pt x="27105" y="45910"/>
                    <a:pt x="27154" y="45910"/>
                  </a:cubicBezTo>
                  <a:cubicBezTo>
                    <a:pt x="27181" y="45910"/>
                    <a:pt x="27207" y="45904"/>
                    <a:pt x="27232" y="45890"/>
                  </a:cubicBezTo>
                  <a:cubicBezTo>
                    <a:pt x="27393" y="45791"/>
                    <a:pt x="27562" y="45697"/>
                    <a:pt x="27736" y="45610"/>
                  </a:cubicBezTo>
                  <a:cubicBezTo>
                    <a:pt x="27809" y="45573"/>
                    <a:pt x="27837" y="45483"/>
                    <a:pt x="27801" y="45411"/>
                  </a:cubicBezTo>
                  <a:cubicBezTo>
                    <a:pt x="27775" y="45360"/>
                    <a:pt x="27723" y="45331"/>
                    <a:pt x="27669" y="45331"/>
                  </a:cubicBezTo>
                  <a:close/>
                  <a:moveTo>
                    <a:pt x="148" y="45202"/>
                  </a:moveTo>
                  <a:cubicBezTo>
                    <a:pt x="68" y="45202"/>
                    <a:pt x="1" y="45266"/>
                    <a:pt x="1" y="45347"/>
                  </a:cubicBezTo>
                  <a:lnTo>
                    <a:pt x="1" y="45401"/>
                  </a:lnTo>
                  <a:cubicBezTo>
                    <a:pt x="1" y="45587"/>
                    <a:pt x="10" y="45772"/>
                    <a:pt x="30" y="45953"/>
                  </a:cubicBezTo>
                  <a:cubicBezTo>
                    <a:pt x="38" y="46028"/>
                    <a:pt x="102" y="46085"/>
                    <a:pt x="176" y="46085"/>
                  </a:cubicBezTo>
                  <a:cubicBezTo>
                    <a:pt x="179" y="46085"/>
                    <a:pt x="183" y="46084"/>
                    <a:pt x="186" y="46084"/>
                  </a:cubicBezTo>
                  <a:cubicBezTo>
                    <a:pt x="188" y="46084"/>
                    <a:pt x="189" y="46085"/>
                    <a:pt x="190" y="46085"/>
                  </a:cubicBezTo>
                  <a:cubicBezTo>
                    <a:pt x="272" y="46076"/>
                    <a:pt x="331" y="46003"/>
                    <a:pt x="322" y="45922"/>
                  </a:cubicBezTo>
                  <a:cubicBezTo>
                    <a:pt x="304" y="45751"/>
                    <a:pt x="295" y="45576"/>
                    <a:pt x="295" y="45401"/>
                  </a:cubicBezTo>
                  <a:lnTo>
                    <a:pt x="295" y="45349"/>
                  </a:lnTo>
                  <a:cubicBezTo>
                    <a:pt x="296" y="45269"/>
                    <a:pt x="231" y="45203"/>
                    <a:pt x="149" y="45202"/>
                  </a:cubicBezTo>
                  <a:close/>
                  <a:moveTo>
                    <a:pt x="46650" y="45605"/>
                  </a:moveTo>
                  <a:cubicBezTo>
                    <a:pt x="46630" y="45605"/>
                    <a:pt x="46609" y="45609"/>
                    <a:pt x="46590" y="45617"/>
                  </a:cubicBezTo>
                  <a:cubicBezTo>
                    <a:pt x="46516" y="45652"/>
                    <a:pt x="46483" y="45738"/>
                    <a:pt x="46516" y="45812"/>
                  </a:cubicBezTo>
                  <a:cubicBezTo>
                    <a:pt x="46593" y="45982"/>
                    <a:pt x="46661" y="46162"/>
                    <a:pt x="46721" y="46348"/>
                  </a:cubicBezTo>
                  <a:cubicBezTo>
                    <a:pt x="46741" y="46411"/>
                    <a:pt x="46799" y="46451"/>
                    <a:pt x="46861" y="46451"/>
                  </a:cubicBezTo>
                  <a:cubicBezTo>
                    <a:pt x="46875" y="46451"/>
                    <a:pt x="46891" y="46448"/>
                    <a:pt x="46904" y="46445"/>
                  </a:cubicBezTo>
                  <a:cubicBezTo>
                    <a:pt x="46982" y="46419"/>
                    <a:pt x="47025" y="46337"/>
                    <a:pt x="47000" y="46259"/>
                  </a:cubicBezTo>
                  <a:cubicBezTo>
                    <a:pt x="46938" y="46063"/>
                    <a:pt x="46865" y="45872"/>
                    <a:pt x="46785" y="45693"/>
                  </a:cubicBezTo>
                  <a:cubicBezTo>
                    <a:pt x="46760" y="45637"/>
                    <a:pt x="46707" y="45605"/>
                    <a:pt x="46650" y="45605"/>
                  </a:cubicBezTo>
                  <a:close/>
                  <a:moveTo>
                    <a:pt x="57579" y="45896"/>
                  </a:moveTo>
                  <a:cubicBezTo>
                    <a:pt x="57563" y="45896"/>
                    <a:pt x="57546" y="45899"/>
                    <a:pt x="57530" y="45904"/>
                  </a:cubicBezTo>
                  <a:cubicBezTo>
                    <a:pt x="57454" y="45931"/>
                    <a:pt x="57413" y="46015"/>
                    <a:pt x="57441" y="46092"/>
                  </a:cubicBezTo>
                  <a:cubicBezTo>
                    <a:pt x="57505" y="46276"/>
                    <a:pt x="57564" y="46462"/>
                    <a:pt x="57617" y="46646"/>
                  </a:cubicBezTo>
                  <a:cubicBezTo>
                    <a:pt x="57637" y="46710"/>
                    <a:pt x="57694" y="46752"/>
                    <a:pt x="57758" y="46752"/>
                  </a:cubicBezTo>
                  <a:cubicBezTo>
                    <a:pt x="57773" y="46752"/>
                    <a:pt x="57786" y="46751"/>
                    <a:pt x="57800" y="46746"/>
                  </a:cubicBezTo>
                  <a:cubicBezTo>
                    <a:pt x="57877" y="46725"/>
                    <a:pt x="57922" y="46643"/>
                    <a:pt x="57901" y="46565"/>
                  </a:cubicBezTo>
                  <a:cubicBezTo>
                    <a:pt x="57846" y="46375"/>
                    <a:pt x="57784" y="46184"/>
                    <a:pt x="57719" y="45994"/>
                  </a:cubicBezTo>
                  <a:cubicBezTo>
                    <a:pt x="57697" y="45934"/>
                    <a:pt x="57640" y="45896"/>
                    <a:pt x="57579" y="45896"/>
                  </a:cubicBezTo>
                  <a:close/>
                  <a:moveTo>
                    <a:pt x="26436" y="46132"/>
                  </a:moveTo>
                  <a:cubicBezTo>
                    <a:pt x="26402" y="46132"/>
                    <a:pt x="26369" y="46143"/>
                    <a:pt x="26341" y="46166"/>
                  </a:cubicBezTo>
                  <a:cubicBezTo>
                    <a:pt x="26189" y="46292"/>
                    <a:pt x="26040" y="46429"/>
                    <a:pt x="25897" y="46572"/>
                  </a:cubicBezTo>
                  <a:cubicBezTo>
                    <a:pt x="25839" y="46631"/>
                    <a:pt x="25839" y="46724"/>
                    <a:pt x="25897" y="46781"/>
                  </a:cubicBezTo>
                  <a:cubicBezTo>
                    <a:pt x="25927" y="46809"/>
                    <a:pt x="25964" y="46824"/>
                    <a:pt x="26001" y="46824"/>
                  </a:cubicBezTo>
                  <a:cubicBezTo>
                    <a:pt x="26040" y="46824"/>
                    <a:pt x="26077" y="46809"/>
                    <a:pt x="26106" y="46781"/>
                  </a:cubicBezTo>
                  <a:cubicBezTo>
                    <a:pt x="26242" y="46644"/>
                    <a:pt x="26385" y="46514"/>
                    <a:pt x="26530" y="46393"/>
                  </a:cubicBezTo>
                  <a:cubicBezTo>
                    <a:pt x="26593" y="46342"/>
                    <a:pt x="26601" y="46247"/>
                    <a:pt x="26550" y="46185"/>
                  </a:cubicBezTo>
                  <a:cubicBezTo>
                    <a:pt x="26520" y="46150"/>
                    <a:pt x="26478" y="46132"/>
                    <a:pt x="26436" y="46132"/>
                  </a:cubicBezTo>
                  <a:close/>
                  <a:moveTo>
                    <a:pt x="349" y="46656"/>
                  </a:moveTo>
                  <a:cubicBezTo>
                    <a:pt x="335" y="46656"/>
                    <a:pt x="321" y="46658"/>
                    <a:pt x="307" y="46663"/>
                  </a:cubicBezTo>
                  <a:cubicBezTo>
                    <a:pt x="228" y="46685"/>
                    <a:pt x="183" y="46767"/>
                    <a:pt x="206" y="46845"/>
                  </a:cubicBezTo>
                  <a:cubicBezTo>
                    <a:pt x="235" y="46945"/>
                    <a:pt x="267" y="47044"/>
                    <a:pt x="303" y="47143"/>
                  </a:cubicBezTo>
                  <a:cubicBezTo>
                    <a:pt x="336" y="47235"/>
                    <a:pt x="372" y="47327"/>
                    <a:pt x="410" y="47416"/>
                  </a:cubicBezTo>
                  <a:cubicBezTo>
                    <a:pt x="433" y="47473"/>
                    <a:pt x="488" y="47506"/>
                    <a:pt x="545" y="47506"/>
                  </a:cubicBezTo>
                  <a:cubicBezTo>
                    <a:pt x="563" y="47506"/>
                    <a:pt x="584" y="47502"/>
                    <a:pt x="603" y="47495"/>
                  </a:cubicBezTo>
                  <a:cubicBezTo>
                    <a:pt x="678" y="47463"/>
                    <a:pt x="715" y="47377"/>
                    <a:pt x="682" y="47302"/>
                  </a:cubicBezTo>
                  <a:cubicBezTo>
                    <a:pt x="645" y="47217"/>
                    <a:pt x="612" y="47132"/>
                    <a:pt x="582" y="47044"/>
                  </a:cubicBezTo>
                  <a:cubicBezTo>
                    <a:pt x="547" y="46950"/>
                    <a:pt x="517" y="46858"/>
                    <a:pt x="490" y="46763"/>
                  </a:cubicBezTo>
                  <a:cubicBezTo>
                    <a:pt x="471" y="46698"/>
                    <a:pt x="412" y="46656"/>
                    <a:pt x="349" y="46656"/>
                  </a:cubicBezTo>
                  <a:close/>
                  <a:moveTo>
                    <a:pt x="47066" y="47017"/>
                  </a:moveTo>
                  <a:cubicBezTo>
                    <a:pt x="47058" y="47017"/>
                    <a:pt x="47050" y="47017"/>
                    <a:pt x="47042" y="47019"/>
                  </a:cubicBezTo>
                  <a:cubicBezTo>
                    <a:pt x="46960" y="47031"/>
                    <a:pt x="46906" y="47107"/>
                    <a:pt x="46919" y="47188"/>
                  </a:cubicBezTo>
                  <a:cubicBezTo>
                    <a:pt x="46950" y="47375"/>
                    <a:pt x="46971" y="47567"/>
                    <a:pt x="46985" y="47760"/>
                  </a:cubicBezTo>
                  <a:cubicBezTo>
                    <a:pt x="46990" y="47838"/>
                    <a:pt x="47054" y="47897"/>
                    <a:pt x="47131" y="47897"/>
                  </a:cubicBezTo>
                  <a:cubicBezTo>
                    <a:pt x="47134" y="47897"/>
                    <a:pt x="47139" y="47897"/>
                    <a:pt x="47142" y="47898"/>
                  </a:cubicBezTo>
                  <a:cubicBezTo>
                    <a:pt x="47223" y="47892"/>
                    <a:pt x="47284" y="47822"/>
                    <a:pt x="47279" y="47741"/>
                  </a:cubicBezTo>
                  <a:cubicBezTo>
                    <a:pt x="47265" y="47539"/>
                    <a:pt x="47243" y="47337"/>
                    <a:pt x="47211" y="47141"/>
                  </a:cubicBezTo>
                  <a:cubicBezTo>
                    <a:pt x="47199" y="47068"/>
                    <a:pt x="47137" y="47017"/>
                    <a:pt x="47066" y="47017"/>
                  </a:cubicBezTo>
                  <a:close/>
                  <a:moveTo>
                    <a:pt x="25419" y="47194"/>
                  </a:moveTo>
                  <a:cubicBezTo>
                    <a:pt x="25375" y="47194"/>
                    <a:pt x="25332" y="47214"/>
                    <a:pt x="25302" y="47252"/>
                  </a:cubicBezTo>
                  <a:cubicBezTo>
                    <a:pt x="25183" y="47407"/>
                    <a:pt x="25066" y="47571"/>
                    <a:pt x="24954" y="47741"/>
                  </a:cubicBezTo>
                  <a:cubicBezTo>
                    <a:pt x="24910" y="47808"/>
                    <a:pt x="24928" y="47900"/>
                    <a:pt x="24997" y="47944"/>
                  </a:cubicBezTo>
                  <a:cubicBezTo>
                    <a:pt x="25023" y="47962"/>
                    <a:pt x="25050" y="47969"/>
                    <a:pt x="25077" y="47969"/>
                  </a:cubicBezTo>
                  <a:cubicBezTo>
                    <a:pt x="25126" y="47969"/>
                    <a:pt x="25172" y="47946"/>
                    <a:pt x="25200" y="47903"/>
                  </a:cubicBezTo>
                  <a:cubicBezTo>
                    <a:pt x="25308" y="47739"/>
                    <a:pt x="25421" y="47581"/>
                    <a:pt x="25536" y="47431"/>
                  </a:cubicBezTo>
                  <a:cubicBezTo>
                    <a:pt x="25585" y="47366"/>
                    <a:pt x="25573" y="47274"/>
                    <a:pt x="25509" y="47225"/>
                  </a:cubicBezTo>
                  <a:cubicBezTo>
                    <a:pt x="25482" y="47204"/>
                    <a:pt x="25450" y="47194"/>
                    <a:pt x="25419" y="47194"/>
                  </a:cubicBezTo>
                  <a:close/>
                  <a:moveTo>
                    <a:pt x="57966" y="47316"/>
                  </a:moveTo>
                  <a:cubicBezTo>
                    <a:pt x="57957" y="47316"/>
                    <a:pt x="57947" y="47317"/>
                    <a:pt x="57938" y="47319"/>
                  </a:cubicBezTo>
                  <a:cubicBezTo>
                    <a:pt x="57858" y="47334"/>
                    <a:pt x="57805" y="47412"/>
                    <a:pt x="57820" y="47492"/>
                  </a:cubicBezTo>
                  <a:cubicBezTo>
                    <a:pt x="57856" y="47683"/>
                    <a:pt x="57886" y="47875"/>
                    <a:pt x="57910" y="48065"/>
                  </a:cubicBezTo>
                  <a:cubicBezTo>
                    <a:pt x="57918" y="48139"/>
                    <a:pt x="57982" y="48195"/>
                    <a:pt x="58056" y="48195"/>
                  </a:cubicBezTo>
                  <a:cubicBezTo>
                    <a:pt x="58061" y="48195"/>
                    <a:pt x="58067" y="48195"/>
                    <a:pt x="58073" y="48192"/>
                  </a:cubicBezTo>
                  <a:cubicBezTo>
                    <a:pt x="58155" y="48183"/>
                    <a:pt x="58211" y="48109"/>
                    <a:pt x="58202" y="48029"/>
                  </a:cubicBezTo>
                  <a:cubicBezTo>
                    <a:pt x="58179" y="47832"/>
                    <a:pt x="58148" y="47634"/>
                    <a:pt x="58111" y="47436"/>
                  </a:cubicBezTo>
                  <a:cubicBezTo>
                    <a:pt x="58098" y="47365"/>
                    <a:pt x="58037" y="47316"/>
                    <a:pt x="57966" y="47316"/>
                  </a:cubicBezTo>
                  <a:close/>
                  <a:moveTo>
                    <a:pt x="955" y="47992"/>
                  </a:moveTo>
                  <a:cubicBezTo>
                    <a:pt x="928" y="47992"/>
                    <a:pt x="901" y="47999"/>
                    <a:pt x="877" y="48015"/>
                  </a:cubicBezTo>
                  <a:cubicBezTo>
                    <a:pt x="808" y="48060"/>
                    <a:pt x="788" y="48150"/>
                    <a:pt x="831" y="48220"/>
                  </a:cubicBezTo>
                  <a:cubicBezTo>
                    <a:pt x="938" y="48386"/>
                    <a:pt x="1057" y="48552"/>
                    <a:pt x="1184" y="48711"/>
                  </a:cubicBezTo>
                  <a:cubicBezTo>
                    <a:pt x="1212" y="48747"/>
                    <a:pt x="1254" y="48766"/>
                    <a:pt x="1299" y="48766"/>
                  </a:cubicBezTo>
                  <a:cubicBezTo>
                    <a:pt x="1331" y="48766"/>
                    <a:pt x="1365" y="48756"/>
                    <a:pt x="1391" y="48734"/>
                  </a:cubicBezTo>
                  <a:cubicBezTo>
                    <a:pt x="1454" y="48683"/>
                    <a:pt x="1465" y="48590"/>
                    <a:pt x="1414" y="48527"/>
                  </a:cubicBezTo>
                  <a:cubicBezTo>
                    <a:pt x="1293" y="48375"/>
                    <a:pt x="1181" y="48220"/>
                    <a:pt x="1081" y="48061"/>
                  </a:cubicBezTo>
                  <a:cubicBezTo>
                    <a:pt x="1052" y="48016"/>
                    <a:pt x="1004" y="47992"/>
                    <a:pt x="955" y="47992"/>
                  </a:cubicBezTo>
                  <a:close/>
                  <a:moveTo>
                    <a:pt x="24628" y="48436"/>
                  </a:moveTo>
                  <a:cubicBezTo>
                    <a:pt x="24575" y="48436"/>
                    <a:pt x="24524" y="48464"/>
                    <a:pt x="24498" y="48515"/>
                  </a:cubicBezTo>
                  <a:cubicBezTo>
                    <a:pt x="24406" y="48687"/>
                    <a:pt x="24317" y="48867"/>
                    <a:pt x="24234" y="49051"/>
                  </a:cubicBezTo>
                  <a:cubicBezTo>
                    <a:pt x="24198" y="49125"/>
                    <a:pt x="24231" y="49213"/>
                    <a:pt x="24306" y="49247"/>
                  </a:cubicBezTo>
                  <a:cubicBezTo>
                    <a:pt x="24326" y="49256"/>
                    <a:pt x="24347" y="49260"/>
                    <a:pt x="24368" y="49260"/>
                  </a:cubicBezTo>
                  <a:cubicBezTo>
                    <a:pt x="24424" y="49260"/>
                    <a:pt x="24477" y="49229"/>
                    <a:pt x="24502" y="49175"/>
                  </a:cubicBezTo>
                  <a:cubicBezTo>
                    <a:pt x="24584" y="48995"/>
                    <a:pt x="24670" y="48820"/>
                    <a:pt x="24760" y="48653"/>
                  </a:cubicBezTo>
                  <a:cubicBezTo>
                    <a:pt x="24797" y="48581"/>
                    <a:pt x="24770" y="48490"/>
                    <a:pt x="24698" y="48453"/>
                  </a:cubicBezTo>
                  <a:cubicBezTo>
                    <a:pt x="24675" y="48441"/>
                    <a:pt x="24651" y="48436"/>
                    <a:pt x="24628" y="48436"/>
                  </a:cubicBezTo>
                  <a:close/>
                  <a:moveTo>
                    <a:pt x="47137" y="48485"/>
                  </a:moveTo>
                  <a:cubicBezTo>
                    <a:pt x="47064" y="48485"/>
                    <a:pt x="46992" y="48547"/>
                    <a:pt x="46989" y="48625"/>
                  </a:cubicBezTo>
                  <a:cubicBezTo>
                    <a:pt x="46980" y="48813"/>
                    <a:pt x="46965" y="49002"/>
                    <a:pt x="46945" y="49207"/>
                  </a:cubicBezTo>
                  <a:cubicBezTo>
                    <a:pt x="46937" y="49288"/>
                    <a:pt x="46996" y="49361"/>
                    <a:pt x="47078" y="49368"/>
                  </a:cubicBezTo>
                  <a:cubicBezTo>
                    <a:pt x="47083" y="49370"/>
                    <a:pt x="47087" y="49370"/>
                    <a:pt x="47092" y="49370"/>
                  </a:cubicBezTo>
                  <a:cubicBezTo>
                    <a:pt x="47166" y="49370"/>
                    <a:pt x="47231" y="49313"/>
                    <a:pt x="47240" y="49236"/>
                  </a:cubicBezTo>
                  <a:cubicBezTo>
                    <a:pt x="47260" y="49025"/>
                    <a:pt x="47275" y="48830"/>
                    <a:pt x="47284" y="48639"/>
                  </a:cubicBezTo>
                  <a:cubicBezTo>
                    <a:pt x="47288" y="48558"/>
                    <a:pt x="47224" y="48489"/>
                    <a:pt x="47144" y="48485"/>
                  </a:cubicBezTo>
                  <a:cubicBezTo>
                    <a:pt x="47141" y="48485"/>
                    <a:pt x="47139" y="48485"/>
                    <a:pt x="47137" y="48485"/>
                  </a:cubicBezTo>
                  <a:close/>
                  <a:moveTo>
                    <a:pt x="58111" y="48783"/>
                  </a:moveTo>
                  <a:cubicBezTo>
                    <a:pt x="58030" y="48783"/>
                    <a:pt x="57965" y="48850"/>
                    <a:pt x="57965" y="48931"/>
                  </a:cubicBezTo>
                  <a:lnTo>
                    <a:pt x="57965" y="48985"/>
                  </a:lnTo>
                  <a:cubicBezTo>
                    <a:pt x="57965" y="49159"/>
                    <a:pt x="57959" y="49335"/>
                    <a:pt x="57946" y="49509"/>
                  </a:cubicBezTo>
                  <a:cubicBezTo>
                    <a:pt x="57941" y="49590"/>
                    <a:pt x="58001" y="49660"/>
                    <a:pt x="58082" y="49666"/>
                  </a:cubicBezTo>
                  <a:lnTo>
                    <a:pt x="58093" y="49666"/>
                  </a:lnTo>
                  <a:cubicBezTo>
                    <a:pt x="58170" y="49666"/>
                    <a:pt x="58235" y="49607"/>
                    <a:pt x="58240" y="49530"/>
                  </a:cubicBezTo>
                  <a:cubicBezTo>
                    <a:pt x="58253" y="49349"/>
                    <a:pt x="58259" y="49165"/>
                    <a:pt x="58259" y="48984"/>
                  </a:cubicBezTo>
                  <a:lnTo>
                    <a:pt x="58259" y="48928"/>
                  </a:lnTo>
                  <a:cubicBezTo>
                    <a:pt x="58259" y="48849"/>
                    <a:pt x="58194" y="48783"/>
                    <a:pt x="58112" y="48783"/>
                  </a:cubicBezTo>
                  <a:close/>
                  <a:moveTo>
                    <a:pt x="1895" y="49123"/>
                  </a:moveTo>
                  <a:cubicBezTo>
                    <a:pt x="1857" y="49123"/>
                    <a:pt x="1819" y="49138"/>
                    <a:pt x="1790" y="49168"/>
                  </a:cubicBezTo>
                  <a:cubicBezTo>
                    <a:pt x="1733" y="49228"/>
                    <a:pt x="1734" y="49320"/>
                    <a:pt x="1794" y="49377"/>
                  </a:cubicBezTo>
                  <a:cubicBezTo>
                    <a:pt x="1933" y="49510"/>
                    <a:pt x="2083" y="49644"/>
                    <a:pt x="2242" y="49775"/>
                  </a:cubicBezTo>
                  <a:cubicBezTo>
                    <a:pt x="2268" y="49798"/>
                    <a:pt x="2301" y="49809"/>
                    <a:pt x="2335" y="49809"/>
                  </a:cubicBezTo>
                  <a:cubicBezTo>
                    <a:pt x="2378" y="49809"/>
                    <a:pt x="2420" y="49791"/>
                    <a:pt x="2450" y="49758"/>
                  </a:cubicBezTo>
                  <a:cubicBezTo>
                    <a:pt x="2502" y="49696"/>
                    <a:pt x="2494" y="49601"/>
                    <a:pt x="2430" y="49549"/>
                  </a:cubicBezTo>
                  <a:cubicBezTo>
                    <a:pt x="2279" y="49423"/>
                    <a:pt x="2133" y="49294"/>
                    <a:pt x="1999" y="49165"/>
                  </a:cubicBezTo>
                  <a:cubicBezTo>
                    <a:pt x="1970" y="49137"/>
                    <a:pt x="1932" y="49123"/>
                    <a:pt x="1895" y="49123"/>
                  </a:cubicBezTo>
                  <a:close/>
                  <a:moveTo>
                    <a:pt x="24025" y="49781"/>
                  </a:moveTo>
                  <a:cubicBezTo>
                    <a:pt x="23966" y="49781"/>
                    <a:pt x="23909" y="49817"/>
                    <a:pt x="23888" y="49877"/>
                  </a:cubicBezTo>
                  <a:cubicBezTo>
                    <a:pt x="23819" y="50055"/>
                    <a:pt x="23752" y="50245"/>
                    <a:pt x="23687" y="50437"/>
                  </a:cubicBezTo>
                  <a:cubicBezTo>
                    <a:pt x="23661" y="50514"/>
                    <a:pt x="23702" y="50599"/>
                    <a:pt x="23780" y="50625"/>
                  </a:cubicBezTo>
                  <a:cubicBezTo>
                    <a:pt x="23796" y="50630"/>
                    <a:pt x="23812" y="50632"/>
                    <a:pt x="23827" y="50632"/>
                  </a:cubicBezTo>
                  <a:cubicBezTo>
                    <a:pt x="23889" y="50632"/>
                    <a:pt x="23946" y="50594"/>
                    <a:pt x="23965" y="50532"/>
                  </a:cubicBezTo>
                  <a:cubicBezTo>
                    <a:pt x="24029" y="50342"/>
                    <a:pt x="24095" y="50156"/>
                    <a:pt x="24162" y="49981"/>
                  </a:cubicBezTo>
                  <a:cubicBezTo>
                    <a:pt x="24192" y="49904"/>
                    <a:pt x="24153" y="49820"/>
                    <a:pt x="24077" y="49791"/>
                  </a:cubicBezTo>
                  <a:cubicBezTo>
                    <a:pt x="24060" y="49784"/>
                    <a:pt x="24042" y="49781"/>
                    <a:pt x="24025" y="49781"/>
                  </a:cubicBezTo>
                  <a:close/>
                  <a:moveTo>
                    <a:pt x="3039" y="50050"/>
                  </a:moveTo>
                  <a:cubicBezTo>
                    <a:pt x="2993" y="50050"/>
                    <a:pt x="2947" y="50072"/>
                    <a:pt x="2918" y="50113"/>
                  </a:cubicBezTo>
                  <a:cubicBezTo>
                    <a:pt x="2872" y="50178"/>
                    <a:pt x="2887" y="50271"/>
                    <a:pt x="2955" y="50317"/>
                  </a:cubicBezTo>
                  <a:cubicBezTo>
                    <a:pt x="3109" y="50425"/>
                    <a:pt x="3275" y="50537"/>
                    <a:pt x="3450" y="50649"/>
                  </a:cubicBezTo>
                  <a:cubicBezTo>
                    <a:pt x="3475" y="50665"/>
                    <a:pt x="3502" y="50672"/>
                    <a:pt x="3529" y="50672"/>
                  </a:cubicBezTo>
                  <a:cubicBezTo>
                    <a:pt x="3579" y="50672"/>
                    <a:pt x="3626" y="50647"/>
                    <a:pt x="3652" y="50605"/>
                  </a:cubicBezTo>
                  <a:cubicBezTo>
                    <a:pt x="3695" y="50537"/>
                    <a:pt x="3677" y="50445"/>
                    <a:pt x="3609" y="50402"/>
                  </a:cubicBezTo>
                  <a:cubicBezTo>
                    <a:pt x="3437" y="50291"/>
                    <a:pt x="3274" y="50182"/>
                    <a:pt x="3124" y="50077"/>
                  </a:cubicBezTo>
                  <a:cubicBezTo>
                    <a:pt x="3098" y="50059"/>
                    <a:pt x="3069" y="50050"/>
                    <a:pt x="3039" y="50050"/>
                  </a:cubicBezTo>
                  <a:close/>
                  <a:moveTo>
                    <a:pt x="46985" y="49954"/>
                  </a:moveTo>
                  <a:cubicBezTo>
                    <a:pt x="46912" y="49954"/>
                    <a:pt x="46849" y="50005"/>
                    <a:pt x="46837" y="50080"/>
                  </a:cubicBezTo>
                  <a:cubicBezTo>
                    <a:pt x="46809" y="50274"/>
                    <a:pt x="46779" y="50469"/>
                    <a:pt x="46750" y="50662"/>
                  </a:cubicBezTo>
                  <a:cubicBezTo>
                    <a:pt x="46738" y="50742"/>
                    <a:pt x="46794" y="50816"/>
                    <a:pt x="46873" y="50830"/>
                  </a:cubicBezTo>
                  <a:cubicBezTo>
                    <a:pt x="46882" y="50831"/>
                    <a:pt x="46889" y="50831"/>
                    <a:pt x="46897" y="50831"/>
                  </a:cubicBezTo>
                  <a:cubicBezTo>
                    <a:pt x="46968" y="50831"/>
                    <a:pt x="47031" y="50778"/>
                    <a:pt x="47042" y="50707"/>
                  </a:cubicBezTo>
                  <a:cubicBezTo>
                    <a:pt x="47071" y="50511"/>
                    <a:pt x="47100" y="50316"/>
                    <a:pt x="47129" y="50121"/>
                  </a:cubicBezTo>
                  <a:cubicBezTo>
                    <a:pt x="47141" y="50042"/>
                    <a:pt x="47085" y="49966"/>
                    <a:pt x="47004" y="49955"/>
                  </a:cubicBezTo>
                  <a:cubicBezTo>
                    <a:pt x="46998" y="49954"/>
                    <a:pt x="46991" y="49954"/>
                    <a:pt x="46985" y="49954"/>
                  </a:cubicBezTo>
                  <a:close/>
                  <a:moveTo>
                    <a:pt x="57971" y="50249"/>
                  </a:moveTo>
                  <a:cubicBezTo>
                    <a:pt x="57904" y="50249"/>
                    <a:pt x="57843" y="50298"/>
                    <a:pt x="57830" y="50368"/>
                  </a:cubicBezTo>
                  <a:cubicBezTo>
                    <a:pt x="57818" y="50426"/>
                    <a:pt x="57805" y="50487"/>
                    <a:pt x="57792" y="50547"/>
                  </a:cubicBezTo>
                  <a:cubicBezTo>
                    <a:pt x="57764" y="50675"/>
                    <a:pt x="57732" y="50804"/>
                    <a:pt x="57695" y="50929"/>
                  </a:cubicBezTo>
                  <a:cubicBezTo>
                    <a:pt x="57674" y="51006"/>
                    <a:pt x="57718" y="51089"/>
                    <a:pt x="57798" y="51111"/>
                  </a:cubicBezTo>
                  <a:cubicBezTo>
                    <a:pt x="57810" y="51115"/>
                    <a:pt x="57824" y="51116"/>
                    <a:pt x="57838" y="51116"/>
                  </a:cubicBezTo>
                  <a:cubicBezTo>
                    <a:pt x="57902" y="51116"/>
                    <a:pt x="57960" y="51073"/>
                    <a:pt x="57976" y="51010"/>
                  </a:cubicBezTo>
                  <a:cubicBezTo>
                    <a:pt x="58014" y="50879"/>
                    <a:pt x="58049" y="50745"/>
                    <a:pt x="58078" y="50613"/>
                  </a:cubicBezTo>
                  <a:cubicBezTo>
                    <a:pt x="58093" y="50549"/>
                    <a:pt x="58107" y="50487"/>
                    <a:pt x="58118" y="50424"/>
                  </a:cubicBezTo>
                  <a:cubicBezTo>
                    <a:pt x="58134" y="50344"/>
                    <a:pt x="58082" y="50267"/>
                    <a:pt x="58002" y="50252"/>
                  </a:cubicBezTo>
                  <a:cubicBezTo>
                    <a:pt x="57992" y="50250"/>
                    <a:pt x="57981" y="50249"/>
                    <a:pt x="57971" y="50249"/>
                  </a:cubicBezTo>
                  <a:close/>
                  <a:moveTo>
                    <a:pt x="4286" y="50838"/>
                  </a:moveTo>
                  <a:cubicBezTo>
                    <a:pt x="4235" y="50838"/>
                    <a:pt x="4185" y="50864"/>
                    <a:pt x="4158" y="50910"/>
                  </a:cubicBezTo>
                  <a:cubicBezTo>
                    <a:pt x="4116" y="50982"/>
                    <a:pt x="4141" y="51072"/>
                    <a:pt x="4210" y="51114"/>
                  </a:cubicBezTo>
                  <a:cubicBezTo>
                    <a:pt x="4380" y="51214"/>
                    <a:pt x="4553" y="51312"/>
                    <a:pt x="4724" y="51410"/>
                  </a:cubicBezTo>
                  <a:cubicBezTo>
                    <a:pt x="4746" y="51423"/>
                    <a:pt x="4771" y="51429"/>
                    <a:pt x="4796" y="51429"/>
                  </a:cubicBezTo>
                  <a:cubicBezTo>
                    <a:pt x="4847" y="51429"/>
                    <a:pt x="4896" y="51401"/>
                    <a:pt x="4925" y="51353"/>
                  </a:cubicBezTo>
                  <a:cubicBezTo>
                    <a:pt x="4965" y="51282"/>
                    <a:pt x="4941" y="51192"/>
                    <a:pt x="4869" y="51152"/>
                  </a:cubicBezTo>
                  <a:cubicBezTo>
                    <a:pt x="4698" y="51055"/>
                    <a:pt x="4528" y="50957"/>
                    <a:pt x="4360" y="50858"/>
                  </a:cubicBezTo>
                  <a:cubicBezTo>
                    <a:pt x="4337" y="50844"/>
                    <a:pt x="4311" y="50838"/>
                    <a:pt x="4286" y="50838"/>
                  </a:cubicBezTo>
                  <a:close/>
                  <a:moveTo>
                    <a:pt x="23564" y="51181"/>
                  </a:moveTo>
                  <a:cubicBezTo>
                    <a:pt x="23500" y="51181"/>
                    <a:pt x="23441" y="51222"/>
                    <a:pt x="23422" y="51287"/>
                  </a:cubicBezTo>
                  <a:cubicBezTo>
                    <a:pt x="23368" y="51477"/>
                    <a:pt x="23315" y="51668"/>
                    <a:pt x="23265" y="51859"/>
                  </a:cubicBezTo>
                  <a:cubicBezTo>
                    <a:pt x="23244" y="51937"/>
                    <a:pt x="23290" y="52018"/>
                    <a:pt x="23369" y="52039"/>
                  </a:cubicBezTo>
                  <a:cubicBezTo>
                    <a:pt x="23380" y="52043"/>
                    <a:pt x="23394" y="52044"/>
                    <a:pt x="23406" y="52044"/>
                  </a:cubicBezTo>
                  <a:cubicBezTo>
                    <a:pt x="23472" y="52044"/>
                    <a:pt x="23532" y="52001"/>
                    <a:pt x="23549" y="51935"/>
                  </a:cubicBezTo>
                  <a:cubicBezTo>
                    <a:pt x="23599" y="51746"/>
                    <a:pt x="23652" y="51558"/>
                    <a:pt x="23705" y="51370"/>
                  </a:cubicBezTo>
                  <a:cubicBezTo>
                    <a:pt x="23729" y="51291"/>
                    <a:pt x="23684" y="51210"/>
                    <a:pt x="23605" y="51187"/>
                  </a:cubicBezTo>
                  <a:cubicBezTo>
                    <a:pt x="23592" y="51183"/>
                    <a:pt x="23578" y="51181"/>
                    <a:pt x="23564" y="51181"/>
                  </a:cubicBezTo>
                  <a:close/>
                  <a:moveTo>
                    <a:pt x="5566" y="51567"/>
                  </a:moveTo>
                  <a:cubicBezTo>
                    <a:pt x="5514" y="51567"/>
                    <a:pt x="5464" y="51595"/>
                    <a:pt x="5437" y="51643"/>
                  </a:cubicBezTo>
                  <a:cubicBezTo>
                    <a:pt x="5397" y="51714"/>
                    <a:pt x="5423" y="51804"/>
                    <a:pt x="5494" y="51844"/>
                  </a:cubicBezTo>
                  <a:cubicBezTo>
                    <a:pt x="5665" y="51941"/>
                    <a:pt x="5836" y="52036"/>
                    <a:pt x="6008" y="52135"/>
                  </a:cubicBezTo>
                  <a:cubicBezTo>
                    <a:pt x="6030" y="52147"/>
                    <a:pt x="6056" y="52154"/>
                    <a:pt x="6081" y="52154"/>
                  </a:cubicBezTo>
                  <a:cubicBezTo>
                    <a:pt x="6131" y="52154"/>
                    <a:pt x="6181" y="52128"/>
                    <a:pt x="6209" y="52079"/>
                  </a:cubicBezTo>
                  <a:cubicBezTo>
                    <a:pt x="6248" y="52008"/>
                    <a:pt x="6224" y="51918"/>
                    <a:pt x="6153" y="51878"/>
                  </a:cubicBezTo>
                  <a:cubicBezTo>
                    <a:pt x="5982" y="51780"/>
                    <a:pt x="5809" y="51683"/>
                    <a:pt x="5638" y="51586"/>
                  </a:cubicBezTo>
                  <a:cubicBezTo>
                    <a:pt x="5615" y="51573"/>
                    <a:pt x="5590" y="51567"/>
                    <a:pt x="5566" y="51567"/>
                  </a:cubicBezTo>
                  <a:close/>
                  <a:moveTo>
                    <a:pt x="46762" y="51411"/>
                  </a:moveTo>
                  <a:cubicBezTo>
                    <a:pt x="46692" y="51411"/>
                    <a:pt x="46629" y="51464"/>
                    <a:pt x="46618" y="51538"/>
                  </a:cubicBezTo>
                  <a:cubicBezTo>
                    <a:pt x="46590" y="51734"/>
                    <a:pt x="46564" y="51931"/>
                    <a:pt x="46542" y="52127"/>
                  </a:cubicBezTo>
                  <a:cubicBezTo>
                    <a:pt x="46533" y="52207"/>
                    <a:pt x="46592" y="52281"/>
                    <a:pt x="46672" y="52290"/>
                  </a:cubicBezTo>
                  <a:cubicBezTo>
                    <a:pt x="46677" y="52291"/>
                    <a:pt x="46685" y="52291"/>
                    <a:pt x="46690" y="52291"/>
                  </a:cubicBezTo>
                  <a:cubicBezTo>
                    <a:pt x="46763" y="52291"/>
                    <a:pt x="46827" y="52235"/>
                    <a:pt x="46835" y="52161"/>
                  </a:cubicBezTo>
                  <a:cubicBezTo>
                    <a:pt x="46857" y="51966"/>
                    <a:pt x="46883" y="51772"/>
                    <a:pt x="46909" y="51579"/>
                  </a:cubicBezTo>
                  <a:cubicBezTo>
                    <a:pt x="46922" y="51498"/>
                    <a:pt x="46866" y="51424"/>
                    <a:pt x="46785" y="51413"/>
                  </a:cubicBezTo>
                  <a:cubicBezTo>
                    <a:pt x="46777" y="51412"/>
                    <a:pt x="46770" y="51411"/>
                    <a:pt x="46762" y="51411"/>
                  </a:cubicBezTo>
                  <a:close/>
                  <a:moveTo>
                    <a:pt x="57543" y="51654"/>
                  </a:moveTo>
                  <a:cubicBezTo>
                    <a:pt x="57485" y="51654"/>
                    <a:pt x="57431" y="51688"/>
                    <a:pt x="57407" y="51744"/>
                  </a:cubicBezTo>
                  <a:cubicBezTo>
                    <a:pt x="57334" y="51919"/>
                    <a:pt x="57252" y="52095"/>
                    <a:pt x="57163" y="52269"/>
                  </a:cubicBezTo>
                  <a:cubicBezTo>
                    <a:pt x="57127" y="52341"/>
                    <a:pt x="57155" y="52430"/>
                    <a:pt x="57227" y="52467"/>
                  </a:cubicBezTo>
                  <a:cubicBezTo>
                    <a:pt x="57250" y="52478"/>
                    <a:pt x="57271" y="52483"/>
                    <a:pt x="57294" y="52483"/>
                  </a:cubicBezTo>
                  <a:cubicBezTo>
                    <a:pt x="57348" y="52483"/>
                    <a:pt x="57399" y="52455"/>
                    <a:pt x="57425" y="52403"/>
                  </a:cubicBezTo>
                  <a:cubicBezTo>
                    <a:pt x="57518" y="52223"/>
                    <a:pt x="57603" y="52039"/>
                    <a:pt x="57679" y="51859"/>
                  </a:cubicBezTo>
                  <a:cubicBezTo>
                    <a:pt x="57711" y="51784"/>
                    <a:pt x="57675" y="51697"/>
                    <a:pt x="57601" y="51666"/>
                  </a:cubicBezTo>
                  <a:cubicBezTo>
                    <a:pt x="57582" y="51658"/>
                    <a:pt x="57562" y="51654"/>
                    <a:pt x="57543" y="51654"/>
                  </a:cubicBezTo>
                  <a:close/>
                  <a:moveTo>
                    <a:pt x="6845" y="52309"/>
                  </a:moveTo>
                  <a:cubicBezTo>
                    <a:pt x="6796" y="52309"/>
                    <a:pt x="6747" y="52334"/>
                    <a:pt x="6719" y="52380"/>
                  </a:cubicBezTo>
                  <a:cubicBezTo>
                    <a:pt x="6676" y="52449"/>
                    <a:pt x="6699" y="52540"/>
                    <a:pt x="6768" y="52582"/>
                  </a:cubicBezTo>
                  <a:cubicBezTo>
                    <a:pt x="6936" y="52684"/>
                    <a:pt x="7100" y="52787"/>
                    <a:pt x="7264" y="52893"/>
                  </a:cubicBezTo>
                  <a:cubicBezTo>
                    <a:pt x="7289" y="52909"/>
                    <a:pt x="7318" y="52916"/>
                    <a:pt x="7345" y="52916"/>
                  </a:cubicBezTo>
                  <a:cubicBezTo>
                    <a:pt x="7392" y="52916"/>
                    <a:pt x="7440" y="52891"/>
                    <a:pt x="7470" y="52850"/>
                  </a:cubicBezTo>
                  <a:cubicBezTo>
                    <a:pt x="7514" y="52782"/>
                    <a:pt x="7494" y="52690"/>
                    <a:pt x="7426" y="52647"/>
                  </a:cubicBezTo>
                  <a:cubicBezTo>
                    <a:pt x="7259" y="52538"/>
                    <a:pt x="7092" y="52433"/>
                    <a:pt x="6922" y="52330"/>
                  </a:cubicBezTo>
                  <a:cubicBezTo>
                    <a:pt x="6898" y="52316"/>
                    <a:pt x="6871" y="52309"/>
                    <a:pt x="6845" y="52309"/>
                  </a:cubicBezTo>
                  <a:close/>
                  <a:moveTo>
                    <a:pt x="23190" y="52607"/>
                  </a:moveTo>
                  <a:cubicBezTo>
                    <a:pt x="23124" y="52607"/>
                    <a:pt x="23063" y="52653"/>
                    <a:pt x="23047" y="52720"/>
                  </a:cubicBezTo>
                  <a:cubicBezTo>
                    <a:pt x="23001" y="52911"/>
                    <a:pt x="22954" y="53103"/>
                    <a:pt x="22908" y="53294"/>
                  </a:cubicBezTo>
                  <a:cubicBezTo>
                    <a:pt x="22888" y="53373"/>
                    <a:pt x="22937" y="53453"/>
                    <a:pt x="23016" y="53472"/>
                  </a:cubicBezTo>
                  <a:cubicBezTo>
                    <a:pt x="23027" y="53474"/>
                    <a:pt x="23039" y="53476"/>
                    <a:pt x="23050" y="53476"/>
                  </a:cubicBezTo>
                  <a:cubicBezTo>
                    <a:pt x="23117" y="53476"/>
                    <a:pt x="23178" y="53431"/>
                    <a:pt x="23193" y="53362"/>
                  </a:cubicBezTo>
                  <a:lnTo>
                    <a:pt x="23333" y="52790"/>
                  </a:lnTo>
                  <a:cubicBezTo>
                    <a:pt x="23352" y="52711"/>
                    <a:pt x="23303" y="52631"/>
                    <a:pt x="23224" y="52612"/>
                  </a:cubicBezTo>
                  <a:cubicBezTo>
                    <a:pt x="23213" y="52609"/>
                    <a:pt x="23201" y="52607"/>
                    <a:pt x="23190" y="52607"/>
                  </a:cubicBezTo>
                  <a:close/>
                  <a:moveTo>
                    <a:pt x="56851" y="52953"/>
                  </a:moveTo>
                  <a:cubicBezTo>
                    <a:pt x="56802" y="52953"/>
                    <a:pt x="56755" y="52977"/>
                    <a:pt x="56727" y="53020"/>
                  </a:cubicBezTo>
                  <a:cubicBezTo>
                    <a:pt x="56623" y="53180"/>
                    <a:pt x="56513" y="53342"/>
                    <a:pt x="56396" y="53499"/>
                  </a:cubicBezTo>
                  <a:cubicBezTo>
                    <a:pt x="56348" y="53565"/>
                    <a:pt x="56362" y="53658"/>
                    <a:pt x="56427" y="53705"/>
                  </a:cubicBezTo>
                  <a:cubicBezTo>
                    <a:pt x="56454" y="53725"/>
                    <a:pt x="56486" y="53734"/>
                    <a:pt x="56515" y="53734"/>
                  </a:cubicBezTo>
                  <a:cubicBezTo>
                    <a:pt x="56562" y="53734"/>
                    <a:pt x="56606" y="53714"/>
                    <a:pt x="56634" y="53673"/>
                  </a:cubicBezTo>
                  <a:cubicBezTo>
                    <a:pt x="56754" y="53510"/>
                    <a:pt x="56869" y="53344"/>
                    <a:pt x="56974" y="53180"/>
                  </a:cubicBezTo>
                  <a:cubicBezTo>
                    <a:pt x="57019" y="53112"/>
                    <a:pt x="56999" y="53020"/>
                    <a:pt x="56931" y="52977"/>
                  </a:cubicBezTo>
                  <a:cubicBezTo>
                    <a:pt x="56906" y="52961"/>
                    <a:pt x="56878" y="52953"/>
                    <a:pt x="56851" y="52953"/>
                  </a:cubicBezTo>
                  <a:close/>
                  <a:moveTo>
                    <a:pt x="46614" y="52878"/>
                  </a:moveTo>
                  <a:cubicBezTo>
                    <a:pt x="46542" y="52878"/>
                    <a:pt x="46474" y="52940"/>
                    <a:pt x="46470" y="53018"/>
                  </a:cubicBezTo>
                  <a:cubicBezTo>
                    <a:pt x="46464" y="53158"/>
                    <a:pt x="46461" y="53297"/>
                    <a:pt x="46461" y="53436"/>
                  </a:cubicBezTo>
                  <a:lnTo>
                    <a:pt x="46463" y="53618"/>
                  </a:lnTo>
                  <a:cubicBezTo>
                    <a:pt x="46464" y="53699"/>
                    <a:pt x="46530" y="53762"/>
                    <a:pt x="46609" y="53762"/>
                  </a:cubicBezTo>
                  <a:lnTo>
                    <a:pt x="46612" y="53762"/>
                  </a:lnTo>
                  <a:cubicBezTo>
                    <a:pt x="46693" y="53760"/>
                    <a:pt x="46758" y="53693"/>
                    <a:pt x="46757" y="53612"/>
                  </a:cubicBezTo>
                  <a:lnTo>
                    <a:pt x="46755" y="53436"/>
                  </a:lnTo>
                  <a:cubicBezTo>
                    <a:pt x="46755" y="53300"/>
                    <a:pt x="46758" y="53165"/>
                    <a:pt x="46764" y="53031"/>
                  </a:cubicBezTo>
                  <a:cubicBezTo>
                    <a:pt x="46768" y="52950"/>
                    <a:pt x="46705" y="52881"/>
                    <a:pt x="46624" y="52878"/>
                  </a:cubicBezTo>
                  <a:cubicBezTo>
                    <a:pt x="46620" y="52878"/>
                    <a:pt x="46617" y="52878"/>
                    <a:pt x="46614" y="52878"/>
                  </a:cubicBezTo>
                  <a:close/>
                  <a:moveTo>
                    <a:pt x="8073" y="53123"/>
                  </a:moveTo>
                  <a:cubicBezTo>
                    <a:pt x="8027" y="53123"/>
                    <a:pt x="7983" y="53144"/>
                    <a:pt x="7954" y="53183"/>
                  </a:cubicBezTo>
                  <a:cubicBezTo>
                    <a:pt x="7905" y="53249"/>
                    <a:pt x="7919" y="53340"/>
                    <a:pt x="7985" y="53390"/>
                  </a:cubicBezTo>
                  <a:cubicBezTo>
                    <a:pt x="8146" y="53508"/>
                    <a:pt x="8301" y="53628"/>
                    <a:pt x="8445" y="53747"/>
                  </a:cubicBezTo>
                  <a:cubicBezTo>
                    <a:pt x="8473" y="53768"/>
                    <a:pt x="8505" y="53781"/>
                    <a:pt x="8538" y="53781"/>
                  </a:cubicBezTo>
                  <a:cubicBezTo>
                    <a:pt x="8582" y="53781"/>
                    <a:pt x="8624" y="53762"/>
                    <a:pt x="8652" y="53727"/>
                  </a:cubicBezTo>
                  <a:cubicBezTo>
                    <a:pt x="8706" y="53664"/>
                    <a:pt x="8696" y="53571"/>
                    <a:pt x="8633" y="53520"/>
                  </a:cubicBezTo>
                  <a:cubicBezTo>
                    <a:pt x="8485" y="53399"/>
                    <a:pt x="8326" y="53275"/>
                    <a:pt x="8161" y="53152"/>
                  </a:cubicBezTo>
                  <a:cubicBezTo>
                    <a:pt x="8134" y="53132"/>
                    <a:pt x="8103" y="53123"/>
                    <a:pt x="8073" y="53123"/>
                  </a:cubicBezTo>
                  <a:close/>
                  <a:moveTo>
                    <a:pt x="9193" y="54081"/>
                  </a:moveTo>
                  <a:cubicBezTo>
                    <a:pt x="9156" y="54081"/>
                    <a:pt x="9118" y="54095"/>
                    <a:pt x="9089" y="54123"/>
                  </a:cubicBezTo>
                  <a:cubicBezTo>
                    <a:pt x="9032" y="54181"/>
                    <a:pt x="9032" y="54274"/>
                    <a:pt x="9088" y="54332"/>
                  </a:cubicBezTo>
                  <a:cubicBezTo>
                    <a:pt x="9148" y="54393"/>
                    <a:pt x="9209" y="54457"/>
                    <a:pt x="9268" y="54519"/>
                  </a:cubicBezTo>
                  <a:cubicBezTo>
                    <a:pt x="9340" y="54598"/>
                    <a:pt x="9409" y="54677"/>
                    <a:pt x="9479" y="54759"/>
                  </a:cubicBezTo>
                  <a:cubicBezTo>
                    <a:pt x="9507" y="54793"/>
                    <a:pt x="9550" y="54810"/>
                    <a:pt x="9591" y="54810"/>
                  </a:cubicBezTo>
                  <a:cubicBezTo>
                    <a:pt x="9625" y="54810"/>
                    <a:pt x="9660" y="54799"/>
                    <a:pt x="9687" y="54776"/>
                  </a:cubicBezTo>
                  <a:cubicBezTo>
                    <a:pt x="9749" y="54723"/>
                    <a:pt x="9756" y="54630"/>
                    <a:pt x="9703" y="54568"/>
                  </a:cubicBezTo>
                  <a:cubicBezTo>
                    <a:pt x="9632" y="54483"/>
                    <a:pt x="9559" y="54401"/>
                    <a:pt x="9485" y="54319"/>
                  </a:cubicBezTo>
                  <a:cubicBezTo>
                    <a:pt x="9424" y="54253"/>
                    <a:pt x="9362" y="54187"/>
                    <a:pt x="9299" y="54124"/>
                  </a:cubicBezTo>
                  <a:cubicBezTo>
                    <a:pt x="9269" y="54095"/>
                    <a:pt x="9231" y="54081"/>
                    <a:pt x="9193" y="54081"/>
                  </a:cubicBezTo>
                  <a:close/>
                  <a:moveTo>
                    <a:pt x="55961" y="54128"/>
                  </a:moveTo>
                  <a:cubicBezTo>
                    <a:pt x="55920" y="54128"/>
                    <a:pt x="55879" y="54145"/>
                    <a:pt x="55850" y="54179"/>
                  </a:cubicBezTo>
                  <a:cubicBezTo>
                    <a:pt x="55726" y="54322"/>
                    <a:pt x="55594" y="54468"/>
                    <a:pt x="55458" y="54609"/>
                  </a:cubicBezTo>
                  <a:cubicBezTo>
                    <a:pt x="55403" y="54669"/>
                    <a:pt x="55404" y="54762"/>
                    <a:pt x="55463" y="54819"/>
                  </a:cubicBezTo>
                  <a:cubicBezTo>
                    <a:pt x="55492" y="54847"/>
                    <a:pt x="55529" y="54860"/>
                    <a:pt x="55565" y="54860"/>
                  </a:cubicBezTo>
                  <a:cubicBezTo>
                    <a:pt x="55605" y="54860"/>
                    <a:pt x="55643" y="54846"/>
                    <a:pt x="55669" y="54814"/>
                  </a:cubicBezTo>
                  <a:cubicBezTo>
                    <a:pt x="55808" y="54668"/>
                    <a:pt x="55945" y="54519"/>
                    <a:pt x="56071" y="54372"/>
                  </a:cubicBezTo>
                  <a:cubicBezTo>
                    <a:pt x="56126" y="54312"/>
                    <a:pt x="56120" y="54217"/>
                    <a:pt x="56058" y="54165"/>
                  </a:cubicBezTo>
                  <a:cubicBezTo>
                    <a:pt x="56030" y="54140"/>
                    <a:pt x="55996" y="54128"/>
                    <a:pt x="55961" y="54128"/>
                  </a:cubicBezTo>
                  <a:close/>
                  <a:moveTo>
                    <a:pt x="22840" y="54040"/>
                  </a:moveTo>
                  <a:cubicBezTo>
                    <a:pt x="22773" y="54040"/>
                    <a:pt x="22713" y="54085"/>
                    <a:pt x="22697" y="54152"/>
                  </a:cubicBezTo>
                  <a:cubicBezTo>
                    <a:pt x="22650" y="54341"/>
                    <a:pt x="22600" y="54531"/>
                    <a:pt x="22550" y="54721"/>
                  </a:cubicBezTo>
                  <a:cubicBezTo>
                    <a:pt x="22529" y="54799"/>
                    <a:pt x="22575" y="54881"/>
                    <a:pt x="22655" y="54901"/>
                  </a:cubicBezTo>
                  <a:cubicBezTo>
                    <a:pt x="22667" y="54905"/>
                    <a:pt x="22681" y="54906"/>
                    <a:pt x="22693" y="54906"/>
                  </a:cubicBezTo>
                  <a:cubicBezTo>
                    <a:pt x="22758" y="54906"/>
                    <a:pt x="22818" y="54862"/>
                    <a:pt x="22834" y="54796"/>
                  </a:cubicBezTo>
                  <a:cubicBezTo>
                    <a:pt x="22886" y="54607"/>
                    <a:pt x="22936" y="54415"/>
                    <a:pt x="22983" y="54224"/>
                  </a:cubicBezTo>
                  <a:cubicBezTo>
                    <a:pt x="23003" y="54144"/>
                    <a:pt x="22955" y="54064"/>
                    <a:pt x="22876" y="54045"/>
                  </a:cubicBezTo>
                  <a:cubicBezTo>
                    <a:pt x="22864" y="54042"/>
                    <a:pt x="22852" y="54040"/>
                    <a:pt x="22840" y="54040"/>
                  </a:cubicBezTo>
                  <a:close/>
                  <a:moveTo>
                    <a:pt x="46696" y="54346"/>
                  </a:moveTo>
                  <a:cubicBezTo>
                    <a:pt x="46687" y="54346"/>
                    <a:pt x="46679" y="54347"/>
                    <a:pt x="46670" y="54348"/>
                  </a:cubicBezTo>
                  <a:cubicBezTo>
                    <a:pt x="46590" y="54362"/>
                    <a:pt x="46536" y="54438"/>
                    <a:pt x="46549" y="54518"/>
                  </a:cubicBezTo>
                  <a:cubicBezTo>
                    <a:pt x="46584" y="54720"/>
                    <a:pt x="46629" y="54918"/>
                    <a:pt x="46681" y="55109"/>
                  </a:cubicBezTo>
                  <a:cubicBezTo>
                    <a:pt x="46700" y="55175"/>
                    <a:pt x="46759" y="55217"/>
                    <a:pt x="46824" y="55217"/>
                  </a:cubicBezTo>
                  <a:cubicBezTo>
                    <a:pt x="46836" y="55217"/>
                    <a:pt x="46851" y="55216"/>
                    <a:pt x="46862" y="55211"/>
                  </a:cubicBezTo>
                  <a:cubicBezTo>
                    <a:pt x="46940" y="55189"/>
                    <a:pt x="46987" y="55108"/>
                    <a:pt x="46965" y="55029"/>
                  </a:cubicBezTo>
                  <a:cubicBezTo>
                    <a:pt x="46915" y="54847"/>
                    <a:pt x="46872" y="54659"/>
                    <a:pt x="46840" y="54468"/>
                  </a:cubicBezTo>
                  <a:cubicBezTo>
                    <a:pt x="46827" y="54396"/>
                    <a:pt x="46766" y="54346"/>
                    <a:pt x="46696" y="54346"/>
                  </a:cubicBezTo>
                  <a:close/>
                  <a:moveTo>
                    <a:pt x="54933" y="55185"/>
                  </a:moveTo>
                  <a:cubicBezTo>
                    <a:pt x="54898" y="55185"/>
                    <a:pt x="54862" y="55198"/>
                    <a:pt x="54833" y="55224"/>
                  </a:cubicBezTo>
                  <a:cubicBezTo>
                    <a:pt x="54693" y="55353"/>
                    <a:pt x="54545" y="55484"/>
                    <a:pt x="54396" y="55611"/>
                  </a:cubicBezTo>
                  <a:cubicBezTo>
                    <a:pt x="54335" y="55665"/>
                    <a:pt x="54327" y="55758"/>
                    <a:pt x="54379" y="55819"/>
                  </a:cubicBezTo>
                  <a:cubicBezTo>
                    <a:pt x="54409" y="55853"/>
                    <a:pt x="54451" y="55871"/>
                    <a:pt x="54492" y="55871"/>
                  </a:cubicBezTo>
                  <a:cubicBezTo>
                    <a:pt x="54527" y="55871"/>
                    <a:pt x="54560" y="55860"/>
                    <a:pt x="54587" y="55836"/>
                  </a:cubicBezTo>
                  <a:cubicBezTo>
                    <a:pt x="54739" y="55706"/>
                    <a:pt x="54889" y="55573"/>
                    <a:pt x="55032" y="55441"/>
                  </a:cubicBezTo>
                  <a:cubicBezTo>
                    <a:pt x="55092" y="55387"/>
                    <a:pt x="55096" y="55293"/>
                    <a:pt x="55041" y="55233"/>
                  </a:cubicBezTo>
                  <a:cubicBezTo>
                    <a:pt x="55012" y="55201"/>
                    <a:pt x="54973" y="55185"/>
                    <a:pt x="54933" y="55185"/>
                  </a:cubicBezTo>
                  <a:close/>
                  <a:moveTo>
                    <a:pt x="10132" y="55216"/>
                  </a:moveTo>
                  <a:cubicBezTo>
                    <a:pt x="10102" y="55216"/>
                    <a:pt x="10073" y="55224"/>
                    <a:pt x="10047" y="55243"/>
                  </a:cubicBezTo>
                  <a:cubicBezTo>
                    <a:pt x="9980" y="55289"/>
                    <a:pt x="9964" y="55382"/>
                    <a:pt x="10012" y="55448"/>
                  </a:cubicBezTo>
                  <a:cubicBezTo>
                    <a:pt x="10120" y="55599"/>
                    <a:pt x="10227" y="55758"/>
                    <a:pt x="10341" y="55930"/>
                  </a:cubicBezTo>
                  <a:cubicBezTo>
                    <a:pt x="10369" y="55974"/>
                    <a:pt x="10416" y="55997"/>
                    <a:pt x="10465" y="55997"/>
                  </a:cubicBezTo>
                  <a:cubicBezTo>
                    <a:pt x="10493" y="55997"/>
                    <a:pt x="10519" y="55990"/>
                    <a:pt x="10544" y="55974"/>
                  </a:cubicBezTo>
                  <a:cubicBezTo>
                    <a:pt x="10612" y="55930"/>
                    <a:pt x="10632" y="55839"/>
                    <a:pt x="10586" y="55770"/>
                  </a:cubicBezTo>
                  <a:cubicBezTo>
                    <a:pt x="10472" y="55594"/>
                    <a:pt x="10363" y="55433"/>
                    <a:pt x="10251" y="55278"/>
                  </a:cubicBezTo>
                  <a:cubicBezTo>
                    <a:pt x="10223" y="55237"/>
                    <a:pt x="10178" y="55216"/>
                    <a:pt x="10132" y="55216"/>
                  </a:cubicBezTo>
                  <a:close/>
                  <a:moveTo>
                    <a:pt x="22450" y="55462"/>
                  </a:moveTo>
                  <a:cubicBezTo>
                    <a:pt x="22387" y="55462"/>
                    <a:pt x="22329" y="55504"/>
                    <a:pt x="22310" y="55567"/>
                  </a:cubicBezTo>
                  <a:cubicBezTo>
                    <a:pt x="22254" y="55753"/>
                    <a:pt x="22194" y="55939"/>
                    <a:pt x="22131" y="56124"/>
                  </a:cubicBezTo>
                  <a:cubicBezTo>
                    <a:pt x="22105" y="56201"/>
                    <a:pt x="22146" y="56285"/>
                    <a:pt x="22224" y="56311"/>
                  </a:cubicBezTo>
                  <a:cubicBezTo>
                    <a:pt x="22239" y="56316"/>
                    <a:pt x="22256" y="56319"/>
                    <a:pt x="22271" y="56319"/>
                  </a:cubicBezTo>
                  <a:cubicBezTo>
                    <a:pt x="22333" y="56319"/>
                    <a:pt x="22390" y="56280"/>
                    <a:pt x="22410" y="56219"/>
                  </a:cubicBezTo>
                  <a:cubicBezTo>
                    <a:pt x="22473" y="56032"/>
                    <a:pt x="22534" y="55842"/>
                    <a:pt x="22592" y="55653"/>
                  </a:cubicBezTo>
                  <a:cubicBezTo>
                    <a:pt x="22617" y="55574"/>
                    <a:pt x="22571" y="55491"/>
                    <a:pt x="22494" y="55469"/>
                  </a:cubicBezTo>
                  <a:cubicBezTo>
                    <a:pt x="22479" y="55464"/>
                    <a:pt x="22465" y="55462"/>
                    <a:pt x="22450" y="55462"/>
                  </a:cubicBezTo>
                  <a:close/>
                  <a:moveTo>
                    <a:pt x="47127" y="55754"/>
                  </a:moveTo>
                  <a:cubicBezTo>
                    <a:pt x="47105" y="55754"/>
                    <a:pt x="47084" y="55758"/>
                    <a:pt x="47063" y="55768"/>
                  </a:cubicBezTo>
                  <a:cubicBezTo>
                    <a:pt x="46990" y="55803"/>
                    <a:pt x="46958" y="55891"/>
                    <a:pt x="46992" y="55964"/>
                  </a:cubicBezTo>
                  <a:cubicBezTo>
                    <a:pt x="47080" y="56152"/>
                    <a:pt x="47178" y="56331"/>
                    <a:pt x="47284" y="56497"/>
                  </a:cubicBezTo>
                  <a:cubicBezTo>
                    <a:pt x="47312" y="56542"/>
                    <a:pt x="47360" y="56566"/>
                    <a:pt x="47409" y="56566"/>
                  </a:cubicBezTo>
                  <a:cubicBezTo>
                    <a:pt x="47436" y="56566"/>
                    <a:pt x="47464" y="56558"/>
                    <a:pt x="47486" y="56543"/>
                  </a:cubicBezTo>
                  <a:cubicBezTo>
                    <a:pt x="47554" y="56499"/>
                    <a:pt x="47575" y="56408"/>
                    <a:pt x="47532" y="56339"/>
                  </a:cubicBezTo>
                  <a:cubicBezTo>
                    <a:pt x="47434" y="56185"/>
                    <a:pt x="47342" y="56016"/>
                    <a:pt x="47259" y="55839"/>
                  </a:cubicBezTo>
                  <a:cubicBezTo>
                    <a:pt x="47234" y="55785"/>
                    <a:pt x="47182" y="55754"/>
                    <a:pt x="47127" y="55754"/>
                  </a:cubicBezTo>
                  <a:close/>
                  <a:moveTo>
                    <a:pt x="53806" y="56133"/>
                  </a:moveTo>
                  <a:cubicBezTo>
                    <a:pt x="53774" y="56133"/>
                    <a:pt x="53743" y="56143"/>
                    <a:pt x="53716" y="56164"/>
                  </a:cubicBezTo>
                  <a:cubicBezTo>
                    <a:pt x="53618" y="56238"/>
                    <a:pt x="53520" y="56312"/>
                    <a:pt x="53420" y="56386"/>
                  </a:cubicBezTo>
                  <a:cubicBezTo>
                    <a:pt x="53362" y="56428"/>
                    <a:pt x="53304" y="56471"/>
                    <a:pt x="53247" y="56512"/>
                  </a:cubicBezTo>
                  <a:cubicBezTo>
                    <a:pt x="53179" y="56558"/>
                    <a:pt x="53164" y="56651"/>
                    <a:pt x="53211" y="56717"/>
                  </a:cubicBezTo>
                  <a:cubicBezTo>
                    <a:pt x="53239" y="56757"/>
                    <a:pt x="53285" y="56779"/>
                    <a:pt x="53331" y="56779"/>
                  </a:cubicBezTo>
                  <a:cubicBezTo>
                    <a:pt x="53361" y="56779"/>
                    <a:pt x="53391" y="56770"/>
                    <a:pt x="53417" y="56752"/>
                  </a:cubicBezTo>
                  <a:cubicBezTo>
                    <a:pt x="53477" y="56709"/>
                    <a:pt x="53536" y="56666"/>
                    <a:pt x="53594" y="56623"/>
                  </a:cubicBezTo>
                  <a:cubicBezTo>
                    <a:pt x="53695" y="56549"/>
                    <a:pt x="53795" y="56474"/>
                    <a:pt x="53894" y="56397"/>
                  </a:cubicBezTo>
                  <a:cubicBezTo>
                    <a:pt x="53959" y="56348"/>
                    <a:pt x="53972" y="56255"/>
                    <a:pt x="53922" y="56191"/>
                  </a:cubicBezTo>
                  <a:cubicBezTo>
                    <a:pt x="53893" y="56153"/>
                    <a:pt x="53850" y="56133"/>
                    <a:pt x="53806" y="56133"/>
                  </a:cubicBezTo>
                  <a:close/>
                  <a:moveTo>
                    <a:pt x="10932" y="56453"/>
                  </a:moveTo>
                  <a:cubicBezTo>
                    <a:pt x="10907" y="56453"/>
                    <a:pt x="10880" y="56460"/>
                    <a:pt x="10857" y="56475"/>
                  </a:cubicBezTo>
                  <a:cubicBezTo>
                    <a:pt x="10787" y="56517"/>
                    <a:pt x="10764" y="56608"/>
                    <a:pt x="10806" y="56677"/>
                  </a:cubicBezTo>
                  <a:cubicBezTo>
                    <a:pt x="10908" y="56844"/>
                    <a:pt x="11008" y="57013"/>
                    <a:pt x="11107" y="57182"/>
                  </a:cubicBezTo>
                  <a:cubicBezTo>
                    <a:pt x="11136" y="57229"/>
                    <a:pt x="11185" y="57255"/>
                    <a:pt x="11235" y="57255"/>
                  </a:cubicBezTo>
                  <a:cubicBezTo>
                    <a:pt x="11261" y="57255"/>
                    <a:pt x="11287" y="57248"/>
                    <a:pt x="11311" y="57235"/>
                  </a:cubicBezTo>
                  <a:cubicBezTo>
                    <a:pt x="11380" y="57193"/>
                    <a:pt x="11404" y="57102"/>
                    <a:pt x="11362" y="57033"/>
                  </a:cubicBezTo>
                  <a:cubicBezTo>
                    <a:pt x="11261" y="56863"/>
                    <a:pt x="11161" y="56693"/>
                    <a:pt x="11059" y="56524"/>
                  </a:cubicBezTo>
                  <a:cubicBezTo>
                    <a:pt x="11031" y="56479"/>
                    <a:pt x="10982" y="56453"/>
                    <a:pt x="10932" y="56453"/>
                  </a:cubicBezTo>
                  <a:close/>
                  <a:moveTo>
                    <a:pt x="52590" y="56971"/>
                  </a:moveTo>
                  <a:cubicBezTo>
                    <a:pt x="52564" y="56971"/>
                    <a:pt x="52538" y="56978"/>
                    <a:pt x="52515" y="56992"/>
                  </a:cubicBezTo>
                  <a:cubicBezTo>
                    <a:pt x="52344" y="57092"/>
                    <a:pt x="52173" y="57187"/>
                    <a:pt x="52006" y="57269"/>
                  </a:cubicBezTo>
                  <a:cubicBezTo>
                    <a:pt x="51934" y="57305"/>
                    <a:pt x="51905" y="57394"/>
                    <a:pt x="51941" y="57466"/>
                  </a:cubicBezTo>
                  <a:cubicBezTo>
                    <a:pt x="51968" y="57518"/>
                    <a:pt x="52020" y="57548"/>
                    <a:pt x="52073" y="57548"/>
                  </a:cubicBezTo>
                  <a:cubicBezTo>
                    <a:pt x="52096" y="57548"/>
                    <a:pt x="52119" y="57543"/>
                    <a:pt x="52138" y="57533"/>
                  </a:cubicBezTo>
                  <a:cubicBezTo>
                    <a:pt x="52311" y="57448"/>
                    <a:pt x="52489" y="57352"/>
                    <a:pt x="52666" y="57245"/>
                  </a:cubicBezTo>
                  <a:cubicBezTo>
                    <a:pt x="52736" y="57203"/>
                    <a:pt x="52758" y="57112"/>
                    <a:pt x="52717" y="57043"/>
                  </a:cubicBezTo>
                  <a:cubicBezTo>
                    <a:pt x="52689" y="56997"/>
                    <a:pt x="52640" y="56971"/>
                    <a:pt x="52590" y="56971"/>
                  </a:cubicBezTo>
                  <a:close/>
                  <a:moveTo>
                    <a:pt x="47965" y="56956"/>
                  </a:moveTo>
                  <a:cubicBezTo>
                    <a:pt x="47926" y="56956"/>
                    <a:pt x="47887" y="56971"/>
                    <a:pt x="47858" y="57001"/>
                  </a:cubicBezTo>
                  <a:cubicBezTo>
                    <a:pt x="47801" y="57060"/>
                    <a:pt x="47804" y="57153"/>
                    <a:pt x="47862" y="57209"/>
                  </a:cubicBezTo>
                  <a:cubicBezTo>
                    <a:pt x="48012" y="57356"/>
                    <a:pt x="48173" y="57485"/>
                    <a:pt x="48343" y="57595"/>
                  </a:cubicBezTo>
                  <a:cubicBezTo>
                    <a:pt x="48367" y="57612"/>
                    <a:pt x="48395" y="57620"/>
                    <a:pt x="48423" y="57620"/>
                  </a:cubicBezTo>
                  <a:cubicBezTo>
                    <a:pt x="48472" y="57620"/>
                    <a:pt x="48518" y="57596"/>
                    <a:pt x="48548" y="57552"/>
                  </a:cubicBezTo>
                  <a:cubicBezTo>
                    <a:pt x="48593" y="57483"/>
                    <a:pt x="48574" y="57393"/>
                    <a:pt x="48506" y="57348"/>
                  </a:cubicBezTo>
                  <a:cubicBezTo>
                    <a:pt x="48352" y="57247"/>
                    <a:pt x="48203" y="57130"/>
                    <a:pt x="48067" y="56997"/>
                  </a:cubicBezTo>
                  <a:cubicBezTo>
                    <a:pt x="48038" y="56969"/>
                    <a:pt x="48001" y="56956"/>
                    <a:pt x="47965" y="56956"/>
                  </a:cubicBezTo>
                  <a:close/>
                  <a:moveTo>
                    <a:pt x="21962" y="56852"/>
                  </a:moveTo>
                  <a:cubicBezTo>
                    <a:pt x="21905" y="56852"/>
                    <a:pt x="21849" y="56886"/>
                    <a:pt x="21825" y="56944"/>
                  </a:cubicBezTo>
                  <a:cubicBezTo>
                    <a:pt x="21750" y="57126"/>
                    <a:pt x="21672" y="57305"/>
                    <a:pt x="21590" y="57476"/>
                  </a:cubicBezTo>
                  <a:cubicBezTo>
                    <a:pt x="21556" y="57550"/>
                    <a:pt x="21588" y="57637"/>
                    <a:pt x="21661" y="57673"/>
                  </a:cubicBezTo>
                  <a:cubicBezTo>
                    <a:pt x="21682" y="57683"/>
                    <a:pt x="21704" y="57687"/>
                    <a:pt x="21724" y="57687"/>
                  </a:cubicBezTo>
                  <a:cubicBezTo>
                    <a:pt x="21780" y="57687"/>
                    <a:pt x="21833" y="57656"/>
                    <a:pt x="21858" y="57601"/>
                  </a:cubicBezTo>
                  <a:cubicBezTo>
                    <a:pt x="21941" y="57426"/>
                    <a:pt x="22021" y="57241"/>
                    <a:pt x="22099" y="57054"/>
                  </a:cubicBezTo>
                  <a:cubicBezTo>
                    <a:pt x="22129" y="56980"/>
                    <a:pt x="22094" y="56894"/>
                    <a:pt x="22017" y="56863"/>
                  </a:cubicBezTo>
                  <a:cubicBezTo>
                    <a:pt x="21999" y="56855"/>
                    <a:pt x="21981" y="56852"/>
                    <a:pt x="21962" y="56852"/>
                  </a:cubicBezTo>
                  <a:close/>
                  <a:moveTo>
                    <a:pt x="51258" y="57591"/>
                  </a:moveTo>
                  <a:cubicBezTo>
                    <a:pt x="51243" y="57591"/>
                    <a:pt x="51227" y="57593"/>
                    <a:pt x="51212" y="57598"/>
                  </a:cubicBezTo>
                  <a:cubicBezTo>
                    <a:pt x="51025" y="57658"/>
                    <a:pt x="50839" y="57707"/>
                    <a:pt x="50660" y="57739"/>
                  </a:cubicBezTo>
                  <a:cubicBezTo>
                    <a:pt x="50580" y="57753"/>
                    <a:pt x="50527" y="57830"/>
                    <a:pt x="50541" y="57910"/>
                  </a:cubicBezTo>
                  <a:cubicBezTo>
                    <a:pt x="50555" y="57981"/>
                    <a:pt x="50617" y="58031"/>
                    <a:pt x="50686" y="58031"/>
                  </a:cubicBezTo>
                  <a:cubicBezTo>
                    <a:pt x="50695" y="58031"/>
                    <a:pt x="50704" y="58030"/>
                    <a:pt x="50715" y="58028"/>
                  </a:cubicBezTo>
                  <a:cubicBezTo>
                    <a:pt x="50906" y="57992"/>
                    <a:pt x="51104" y="57942"/>
                    <a:pt x="51304" y="57878"/>
                  </a:cubicBezTo>
                  <a:cubicBezTo>
                    <a:pt x="51381" y="57853"/>
                    <a:pt x="51423" y="57770"/>
                    <a:pt x="51398" y="57692"/>
                  </a:cubicBezTo>
                  <a:cubicBezTo>
                    <a:pt x="51378" y="57631"/>
                    <a:pt x="51320" y="57591"/>
                    <a:pt x="51258" y="57591"/>
                  </a:cubicBezTo>
                  <a:close/>
                  <a:moveTo>
                    <a:pt x="49226" y="57687"/>
                  </a:moveTo>
                  <a:cubicBezTo>
                    <a:pt x="49161" y="57687"/>
                    <a:pt x="49101" y="57729"/>
                    <a:pt x="49083" y="57795"/>
                  </a:cubicBezTo>
                  <a:cubicBezTo>
                    <a:pt x="49063" y="57874"/>
                    <a:pt x="49107" y="57955"/>
                    <a:pt x="49187" y="57977"/>
                  </a:cubicBezTo>
                  <a:cubicBezTo>
                    <a:pt x="49383" y="58033"/>
                    <a:pt x="49587" y="58068"/>
                    <a:pt x="49795" y="58082"/>
                  </a:cubicBezTo>
                  <a:lnTo>
                    <a:pt x="49806" y="58082"/>
                  </a:lnTo>
                  <a:cubicBezTo>
                    <a:pt x="49883" y="58082"/>
                    <a:pt x="49947" y="58024"/>
                    <a:pt x="49953" y="57945"/>
                  </a:cubicBezTo>
                  <a:cubicBezTo>
                    <a:pt x="49958" y="57863"/>
                    <a:pt x="49898" y="57793"/>
                    <a:pt x="49817" y="57787"/>
                  </a:cubicBezTo>
                  <a:cubicBezTo>
                    <a:pt x="49628" y="57773"/>
                    <a:pt x="49442" y="57741"/>
                    <a:pt x="49265" y="57692"/>
                  </a:cubicBezTo>
                  <a:cubicBezTo>
                    <a:pt x="49252" y="57689"/>
                    <a:pt x="49239" y="57687"/>
                    <a:pt x="49226" y="57687"/>
                  </a:cubicBezTo>
                  <a:close/>
                  <a:moveTo>
                    <a:pt x="11688" y="57721"/>
                  </a:moveTo>
                  <a:cubicBezTo>
                    <a:pt x="11662" y="57721"/>
                    <a:pt x="11636" y="57728"/>
                    <a:pt x="11612" y="57743"/>
                  </a:cubicBezTo>
                  <a:cubicBezTo>
                    <a:pt x="11543" y="57785"/>
                    <a:pt x="11519" y="57875"/>
                    <a:pt x="11561" y="57945"/>
                  </a:cubicBezTo>
                  <a:cubicBezTo>
                    <a:pt x="11664" y="58115"/>
                    <a:pt x="11768" y="58284"/>
                    <a:pt x="11873" y="58450"/>
                  </a:cubicBezTo>
                  <a:cubicBezTo>
                    <a:pt x="11901" y="58494"/>
                    <a:pt x="11948" y="58519"/>
                    <a:pt x="11998" y="58519"/>
                  </a:cubicBezTo>
                  <a:cubicBezTo>
                    <a:pt x="12025" y="58519"/>
                    <a:pt x="12052" y="58511"/>
                    <a:pt x="12076" y="58497"/>
                  </a:cubicBezTo>
                  <a:cubicBezTo>
                    <a:pt x="12145" y="58453"/>
                    <a:pt x="12166" y="58362"/>
                    <a:pt x="12123" y="58293"/>
                  </a:cubicBezTo>
                  <a:cubicBezTo>
                    <a:pt x="12019" y="58128"/>
                    <a:pt x="11916" y="57961"/>
                    <a:pt x="11814" y="57792"/>
                  </a:cubicBezTo>
                  <a:cubicBezTo>
                    <a:pt x="11786" y="57747"/>
                    <a:pt x="11738" y="57721"/>
                    <a:pt x="11688" y="57721"/>
                  </a:cubicBezTo>
                  <a:close/>
                  <a:moveTo>
                    <a:pt x="21312" y="58177"/>
                  </a:moveTo>
                  <a:cubicBezTo>
                    <a:pt x="21262" y="58177"/>
                    <a:pt x="21213" y="58203"/>
                    <a:pt x="21186" y="58250"/>
                  </a:cubicBezTo>
                  <a:cubicBezTo>
                    <a:pt x="21140" y="58327"/>
                    <a:pt x="21095" y="58401"/>
                    <a:pt x="21047" y="58477"/>
                  </a:cubicBezTo>
                  <a:cubicBezTo>
                    <a:pt x="20994" y="58565"/>
                    <a:pt x="20935" y="58652"/>
                    <a:pt x="20876" y="58738"/>
                  </a:cubicBezTo>
                  <a:cubicBezTo>
                    <a:pt x="20830" y="58805"/>
                    <a:pt x="20846" y="58896"/>
                    <a:pt x="20913" y="58943"/>
                  </a:cubicBezTo>
                  <a:cubicBezTo>
                    <a:pt x="20939" y="58960"/>
                    <a:pt x="20968" y="58968"/>
                    <a:pt x="20997" y="58968"/>
                  </a:cubicBezTo>
                  <a:cubicBezTo>
                    <a:pt x="21045" y="58968"/>
                    <a:pt x="21090" y="58946"/>
                    <a:pt x="21118" y="58905"/>
                  </a:cubicBezTo>
                  <a:cubicBezTo>
                    <a:pt x="21181" y="58817"/>
                    <a:pt x="21239" y="58725"/>
                    <a:pt x="21298" y="58633"/>
                  </a:cubicBezTo>
                  <a:cubicBezTo>
                    <a:pt x="21346" y="58556"/>
                    <a:pt x="21393" y="58477"/>
                    <a:pt x="21440" y="58399"/>
                  </a:cubicBezTo>
                  <a:cubicBezTo>
                    <a:pt x="21481" y="58329"/>
                    <a:pt x="21456" y="58239"/>
                    <a:pt x="21387" y="58198"/>
                  </a:cubicBezTo>
                  <a:cubicBezTo>
                    <a:pt x="21363" y="58184"/>
                    <a:pt x="21337" y="58177"/>
                    <a:pt x="21312" y="58177"/>
                  </a:cubicBezTo>
                  <a:close/>
                  <a:moveTo>
                    <a:pt x="12490" y="58959"/>
                  </a:moveTo>
                  <a:cubicBezTo>
                    <a:pt x="12460" y="58959"/>
                    <a:pt x="12430" y="58968"/>
                    <a:pt x="12404" y="58987"/>
                  </a:cubicBezTo>
                  <a:cubicBezTo>
                    <a:pt x="12338" y="59033"/>
                    <a:pt x="12323" y="59126"/>
                    <a:pt x="12370" y="59192"/>
                  </a:cubicBezTo>
                  <a:cubicBezTo>
                    <a:pt x="12493" y="59365"/>
                    <a:pt x="12612" y="59520"/>
                    <a:pt x="12731" y="59669"/>
                  </a:cubicBezTo>
                  <a:cubicBezTo>
                    <a:pt x="12761" y="59704"/>
                    <a:pt x="12804" y="59724"/>
                    <a:pt x="12846" y="59724"/>
                  </a:cubicBezTo>
                  <a:cubicBezTo>
                    <a:pt x="12879" y="59724"/>
                    <a:pt x="12911" y="59713"/>
                    <a:pt x="12938" y="59691"/>
                  </a:cubicBezTo>
                  <a:cubicBezTo>
                    <a:pt x="13001" y="59639"/>
                    <a:pt x="13011" y="59546"/>
                    <a:pt x="12959" y="59483"/>
                  </a:cubicBezTo>
                  <a:cubicBezTo>
                    <a:pt x="12844" y="59339"/>
                    <a:pt x="12729" y="59188"/>
                    <a:pt x="12609" y="59020"/>
                  </a:cubicBezTo>
                  <a:cubicBezTo>
                    <a:pt x="12581" y="58981"/>
                    <a:pt x="12535" y="58959"/>
                    <a:pt x="12490" y="58959"/>
                  </a:cubicBezTo>
                  <a:close/>
                  <a:moveTo>
                    <a:pt x="20447" y="59366"/>
                  </a:moveTo>
                  <a:cubicBezTo>
                    <a:pt x="20407" y="59366"/>
                    <a:pt x="20367" y="59383"/>
                    <a:pt x="20339" y="59415"/>
                  </a:cubicBezTo>
                  <a:cubicBezTo>
                    <a:pt x="20208" y="59558"/>
                    <a:pt x="20072" y="59696"/>
                    <a:pt x="19933" y="59826"/>
                  </a:cubicBezTo>
                  <a:cubicBezTo>
                    <a:pt x="19874" y="59883"/>
                    <a:pt x="19871" y="59975"/>
                    <a:pt x="19927" y="60035"/>
                  </a:cubicBezTo>
                  <a:cubicBezTo>
                    <a:pt x="19957" y="60066"/>
                    <a:pt x="19996" y="60082"/>
                    <a:pt x="20035" y="60082"/>
                  </a:cubicBezTo>
                  <a:cubicBezTo>
                    <a:pt x="20071" y="60082"/>
                    <a:pt x="20108" y="60068"/>
                    <a:pt x="20134" y="60041"/>
                  </a:cubicBezTo>
                  <a:cubicBezTo>
                    <a:pt x="20279" y="59906"/>
                    <a:pt x="20421" y="59762"/>
                    <a:pt x="20556" y="59612"/>
                  </a:cubicBezTo>
                  <a:cubicBezTo>
                    <a:pt x="20612" y="59552"/>
                    <a:pt x="20607" y="59458"/>
                    <a:pt x="20546" y="59405"/>
                  </a:cubicBezTo>
                  <a:cubicBezTo>
                    <a:pt x="20518" y="59379"/>
                    <a:pt x="20482" y="59366"/>
                    <a:pt x="20447" y="59366"/>
                  </a:cubicBezTo>
                  <a:close/>
                  <a:moveTo>
                    <a:pt x="13442" y="60082"/>
                  </a:moveTo>
                  <a:cubicBezTo>
                    <a:pt x="13403" y="60082"/>
                    <a:pt x="13364" y="60097"/>
                    <a:pt x="13335" y="60127"/>
                  </a:cubicBezTo>
                  <a:cubicBezTo>
                    <a:pt x="13278" y="60186"/>
                    <a:pt x="13281" y="60279"/>
                    <a:pt x="13339" y="60335"/>
                  </a:cubicBezTo>
                  <a:cubicBezTo>
                    <a:pt x="13488" y="60479"/>
                    <a:pt x="13640" y="60612"/>
                    <a:pt x="13795" y="60732"/>
                  </a:cubicBezTo>
                  <a:cubicBezTo>
                    <a:pt x="13823" y="60752"/>
                    <a:pt x="13855" y="60763"/>
                    <a:pt x="13886" y="60763"/>
                  </a:cubicBezTo>
                  <a:cubicBezTo>
                    <a:pt x="13929" y="60763"/>
                    <a:pt x="13974" y="60743"/>
                    <a:pt x="14004" y="60705"/>
                  </a:cubicBezTo>
                  <a:cubicBezTo>
                    <a:pt x="14053" y="60640"/>
                    <a:pt x="14042" y="60549"/>
                    <a:pt x="13978" y="60499"/>
                  </a:cubicBezTo>
                  <a:cubicBezTo>
                    <a:pt x="13831" y="60385"/>
                    <a:pt x="13686" y="60260"/>
                    <a:pt x="13545" y="60123"/>
                  </a:cubicBezTo>
                  <a:cubicBezTo>
                    <a:pt x="13516" y="60095"/>
                    <a:pt x="13479" y="60082"/>
                    <a:pt x="13442" y="60082"/>
                  </a:cubicBezTo>
                  <a:close/>
                  <a:moveTo>
                    <a:pt x="19351" y="60348"/>
                  </a:moveTo>
                  <a:cubicBezTo>
                    <a:pt x="19321" y="60348"/>
                    <a:pt x="19291" y="60357"/>
                    <a:pt x="19266" y="60376"/>
                  </a:cubicBezTo>
                  <a:cubicBezTo>
                    <a:pt x="19108" y="60488"/>
                    <a:pt x="18946" y="60592"/>
                    <a:pt x="18782" y="60687"/>
                  </a:cubicBezTo>
                  <a:cubicBezTo>
                    <a:pt x="18712" y="60730"/>
                    <a:pt x="18688" y="60818"/>
                    <a:pt x="18729" y="60890"/>
                  </a:cubicBezTo>
                  <a:cubicBezTo>
                    <a:pt x="18756" y="60937"/>
                    <a:pt x="18806" y="60963"/>
                    <a:pt x="18856" y="60963"/>
                  </a:cubicBezTo>
                  <a:cubicBezTo>
                    <a:pt x="18881" y="60963"/>
                    <a:pt x="18907" y="60957"/>
                    <a:pt x="18931" y="60943"/>
                  </a:cubicBezTo>
                  <a:cubicBezTo>
                    <a:pt x="19103" y="60844"/>
                    <a:pt x="19273" y="60733"/>
                    <a:pt x="19438" y="60616"/>
                  </a:cubicBezTo>
                  <a:cubicBezTo>
                    <a:pt x="19504" y="60568"/>
                    <a:pt x="19519" y="60475"/>
                    <a:pt x="19472" y="60410"/>
                  </a:cubicBezTo>
                  <a:cubicBezTo>
                    <a:pt x="19442" y="60370"/>
                    <a:pt x="19397" y="60348"/>
                    <a:pt x="19351" y="60348"/>
                  </a:cubicBezTo>
                  <a:close/>
                  <a:moveTo>
                    <a:pt x="14632" y="60939"/>
                  </a:moveTo>
                  <a:cubicBezTo>
                    <a:pt x="14578" y="60939"/>
                    <a:pt x="14526" y="60969"/>
                    <a:pt x="14500" y="61021"/>
                  </a:cubicBezTo>
                  <a:cubicBezTo>
                    <a:pt x="14464" y="61093"/>
                    <a:pt x="14493" y="61182"/>
                    <a:pt x="14565" y="61218"/>
                  </a:cubicBezTo>
                  <a:cubicBezTo>
                    <a:pt x="14745" y="61308"/>
                    <a:pt x="14935" y="61387"/>
                    <a:pt x="15128" y="61451"/>
                  </a:cubicBezTo>
                  <a:cubicBezTo>
                    <a:pt x="15144" y="61457"/>
                    <a:pt x="15158" y="61459"/>
                    <a:pt x="15175" y="61459"/>
                  </a:cubicBezTo>
                  <a:cubicBezTo>
                    <a:pt x="15237" y="61459"/>
                    <a:pt x="15294" y="61421"/>
                    <a:pt x="15315" y="61358"/>
                  </a:cubicBezTo>
                  <a:cubicBezTo>
                    <a:pt x="15341" y="61281"/>
                    <a:pt x="15300" y="61197"/>
                    <a:pt x="15222" y="61171"/>
                  </a:cubicBezTo>
                  <a:cubicBezTo>
                    <a:pt x="15043" y="61112"/>
                    <a:pt x="14866" y="61038"/>
                    <a:pt x="14697" y="60955"/>
                  </a:cubicBezTo>
                  <a:cubicBezTo>
                    <a:pt x="14676" y="60944"/>
                    <a:pt x="14654" y="60939"/>
                    <a:pt x="14632" y="60939"/>
                  </a:cubicBezTo>
                  <a:close/>
                  <a:moveTo>
                    <a:pt x="18062" y="61052"/>
                  </a:moveTo>
                  <a:cubicBezTo>
                    <a:pt x="18044" y="61052"/>
                    <a:pt x="18026" y="61055"/>
                    <a:pt x="18008" y="61062"/>
                  </a:cubicBezTo>
                  <a:cubicBezTo>
                    <a:pt x="17827" y="61131"/>
                    <a:pt x="17644" y="61190"/>
                    <a:pt x="17463" y="61236"/>
                  </a:cubicBezTo>
                  <a:cubicBezTo>
                    <a:pt x="17384" y="61257"/>
                    <a:pt x="17336" y="61336"/>
                    <a:pt x="17357" y="61415"/>
                  </a:cubicBezTo>
                  <a:cubicBezTo>
                    <a:pt x="17374" y="61483"/>
                    <a:pt x="17434" y="61526"/>
                    <a:pt x="17499" y="61526"/>
                  </a:cubicBezTo>
                  <a:cubicBezTo>
                    <a:pt x="17512" y="61526"/>
                    <a:pt x="17524" y="61525"/>
                    <a:pt x="17537" y="61522"/>
                  </a:cubicBezTo>
                  <a:cubicBezTo>
                    <a:pt x="17729" y="61474"/>
                    <a:pt x="17924" y="61410"/>
                    <a:pt x="18115" y="61336"/>
                  </a:cubicBezTo>
                  <a:cubicBezTo>
                    <a:pt x="18189" y="61306"/>
                    <a:pt x="18228" y="61222"/>
                    <a:pt x="18199" y="61145"/>
                  </a:cubicBezTo>
                  <a:cubicBezTo>
                    <a:pt x="18176" y="61088"/>
                    <a:pt x="18121" y="61052"/>
                    <a:pt x="18062" y="61052"/>
                  </a:cubicBezTo>
                  <a:close/>
                  <a:moveTo>
                    <a:pt x="16038" y="61350"/>
                  </a:moveTo>
                  <a:cubicBezTo>
                    <a:pt x="15963" y="61350"/>
                    <a:pt x="15897" y="61406"/>
                    <a:pt x="15890" y="61483"/>
                  </a:cubicBezTo>
                  <a:cubicBezTo>
                    <a:pt x="15882" y="61563"/>
                    <a:pt x="15941" y="61636"/>
                    <a:pt x="16023" y="61644"/>
                  </a:cubicBezTo>
                  <a:cubicBezTo>
                    <a:pt x="16157" y="61658"/>
                    <a:pt x="16292" y="61664"/>
                    <a:pt x="16428" y="61664"/>
                  </a:cubicBezTo>
                  <a:cubicBezTo>
                    <a:pt x="16497" y="61664"/>
                    <a:pt x="16565" y="61663"/>
                    <a:pt x="16633" y="61660"/>
                  </a:cubicBezTo>
                  <a:cubicBezTo>
                    <a:pt x="16715" y="61656"/>
                    <a:pt x="16777" y="61587"/>
                    <a:pt x="16774" y="61506"/>
                  </a:cubicBezTo>
                  <a:cubicBezTo>
                    <a:pt x="16770" y="61426"/>
                    <a:pt x="16703" y="61365"/>
                    <a:pt x="16628" y="61365"/>
                  </a:cubicBezTo>
                  <a:cubicBezTo>
                    <a:pt x="16625" y="61365"/>
                    <a:pt x="16622" y="61365"/>
                    <a:pt x="16619" y="61365"/>
                  </a:cubicBezTo>
                  <a:cubicBezTo>
                    <a:pt x="16555" y="61368"/>
                    <a:pt x="16491" y="61370"/>
                    <a:pt x="16427" y="61370"/>
                  </a:cubicBezTo>
                  <a:cubicBezTo>
                    <a:pt x="16301" y="61370"/>
                    <a:pt x="16175" y="61364"/>
                    <a:pt x="16052" y="61351"/>
                  </a:cubicBezTo>
                  <a:cubicBezTo>
                    <a:pt x="16047" y="61350"/>
                    <a:pt x="16043" y="61350"/>
                    <a:pt x="16038" y="6135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
            <p:cNvSpPr/>
            <p:nvPr/>
          </p:nvSpPr>
          <p:spPr>
            <a:xfrm>
              <a:off x="4446900" y="375200"/>
              <a:ext cx="1332325" cy="1409700"/>
            </a:xfrm>
            <a:custGeom>
              <a:rect b="b" l="l" r="r" t="t"/>
              <a:pathLst>
                <a:path extrusionOk="0" h="56388" w="53293">
                  <a:moveTo>
                    <a:pt x="36741" y="250"/>
                  </a:moveTo>
                  <a:cubicBezTo>
                    <a:pt x="36875" y="250"/>
                    <a:pt x="37007" y="255"/>
                    <a:pt x="37136" y="265"/>
                  </a:cubicBezTo>
                  <a:cubicBezTo>
                    <a:pt x="38731" y="388"/>
                    <a:pt x="39849" y="2058"/>
                    <a:pt x="40093" y="3567"/>
                  </a:cubicBezTo>
                  <a:cubicBezTo>
                    <a:pt x="40232" y="4431"/>
                    <a:pt x="40206" y="5331"/>
                    <a:pt x="40180" y="6202"/>
                  </a:cubicBezTo>
                  <a:cubicBezTo>
                    <a:pt x="40150" y="7213"/>
                    <a:pt x="40121" y="8260"/>
                    <a:pt x="40346" y="9267"/>
                  </a:cubicBezTo>
                  <a:cubicBezTo>
                    <a:pt x="40665" y="10686"/>
                    <a:pt x="41466" y="11928"/>
                    <a:pt x="42240" y="13130"/>
                  </a:cubicBezTo>
                  <a:cubicBezTo>
                    <a:pt x="42879" y="14121"/>
                    <a:pt x="43540" y="15148"/>
                    <a:pt x="43923" y="16264"/>
                  </a:cubicBezTo>
                  <a:cubicBezTo>
                    <a:pt x="44699" y="18532"/>
                    <a:pt x="44291" y="20992"/>
                    <a:pt x="43896" y="23371"/>
                  </a:cubicBezTo>
                  <a:cubicBezTo>
                    <a:pt x="43551" y="25443"/>
                    <a:pt x="43195" y="27585"/>
                    <a:pt x="43592" y="29648"/>
                  </a:cubicBezTo>
                  <a:cubicBezTo>
                    <a:pt x="44167" y="32624"/>
                    <a:pt x="46192" y="35024"/>
                    <a:pt x="48152" y="37345"/>
                  </a:cubicBezTo>
                  <a:cubicBezTo>
                    <a:pt x="48389" y="37627"/>
                    <a:pt x="48625" y="37908"/>
                    <a:pt x="48858" y="38187"/>
                  </a:cubicBezTo>
                  <a:cubicBezTo>
                    <a:pt x="50829" y="40558"/>
                    <a:pt x="53035" y="43716"/>
                    <a:pt x="52583" y="47137"/>
                  </a:cubicBezTo>
                  <a:cubicBezTo>
                    <a:pt x="52372" y="48736"/>
                    <a:pt x="51571" y="50346"/>
                    <a:pt x="50200" y="51925"/>
                  </a:cubicBezTo>
                  <a:cubicBezTo>
                    <a:pt x="49622" y="52591"/>
                    <a:pt x="48774" y="53333"/>
                    <a:pt x="47866" y="53333"/>
                  </a:cubicBezTo>
                  <a:cubicBezTo>
                    <a:pt x="47750" y="53333"/>
                    <a:pt x="47633" y="53321"/>
                    <a:pt x="47516" y="53295"/>
                  </a:cubicBezTo>
                  <a:cubicBezTo>
                    <a:pt x="46676" y="53111"/>
                    <a:pt x="46134" y="52259"/>
                    <a:pt x="45969" y="51499"/>
                  </a:cubicBezTo>
                  <a:cubicBezTo>
                    <a:pt x="45802" y="50736"/>
                    <a:pt x="45896" y="49931"/>
                    <a:pt x="45986" y="49152"/>
                  </a:cubicBezTo>
                  <a:lnTo>
                    <a:pt x="46015" y="48904"/>
                  </a:lnTo>
                  <a:cubicBezTo>
                    <a:pt x="46287" y="46479"/>
                    <a:pt x="46296" y="42110"/>
                    <a:pt x="43296" y="40078"/>
                  </a:cubicBezTo>
                  <a:cubicBezTo>
                    <a:pt x="41843" y="39095"/>
                    <a:pt x="40021" y="38914"/>
                    <a:pt x="38226" y="38914"/>
                  </a:cubicBezTo>
                  <a:cubicBezTo>
                    <a:pt x="38065" y="38914"/>
                    <a:pt x="37905" y="38915"/>
                    <a:pt x="37745" y="38918"/>
                  </a:cubicBezTo>
                  <a:cubicBezTo>
                    <a:pt x="34477" y="38968"/>
                    <a:pt x="31195" y="39315"/>
                    <a:pt x="27987" y="39950"/>
                  </a:cubicBezTo>
                  <a:cubicBezTo>
                    <a:pt x="23055" y="40929"/>
                    <a:pt x="20024" y="42748"/>
                    <a:pt x="18719" y="45515"/>
                  </a:cubicBezTo>
                  <a:cubicBezTo>
                    <a:pt x="18118" y="46786"/>
                    <a:pt x="17932" y="48206"/>
                    <a:pt x="17750" y="49578"/>
                  </a:cubicBezTo>
                  <a:cubicBezTo>
                    <a:pt x="17728" y="49746"/>
                    <a:pt x="17706" y="49913"/>
                    <a:pt x="17683" y="50081"/>
                  </a:cubicBezTo>
                  <a:cubicBezTo>
                    <a:pt x="17487" y="51507"/>
                    <a:pt x="17202" y="53137"/>
                    <a:pt x="16289" y="54420"/>
                  </a:cubicBezTo>
                  <a:cubicBezTo>
                    <a:pt x="15620" y="55358"/>
                    <a:pt x="14439" y="56137"/>
                    <a:pt x="13230" y="56137"/>
                  </a:cubicBezTo>
                  <a:cubicBezTo>
                    <a:pt x="12950" y="56137"/>
                    <a:pt x="12669" y="56096"/>
                    <a:pt x="12392" y="56005"/>
                  </a:cubicBezTo>
                  <a:cubicBezTo>
                    <a:pt x="11058" y="55564"/>
                    <a:pt x="10394" y="54292"/>
                    <a:pt x="9689" y="52944"/>
                  </a:cubicBezTo>
                  <a:cubicBezTo>
                    <a:pt x="9299" y="52193"/>
                    <a:pt x="8893" y="51419"/>
                    <a:pt x="8360" y="50787"/>
                  </a:cubicBezTo>
                  <a:cubicBezTo>
                    <a:pt x="7452" y="49711"/>
                    <a:pt x="6147" y="49034"/>
                    <a:pt x="4884" y="48380"/>
                  </a:cubicBezTo>
                  <a:cubicBezTo>
                    <a:pt x="3286" y="47550"/>
                    <a:pt x="1775" y="46769"/>
                    <a:pt x="1038" y="45250"/>
                  </a:cubicBezTo>
                  <a:cubicBezTo>
                    <a:pt x="268" y="43664"/>
                    <a:pt x="625" y="41542"/>
                    <a:pt x="1949" y="39847"/>
                  </a:cubicBezTo>
                  <a:cubicBezTo>
                    <a:pt x="3151" y="38309"/>
                    <a:pt x="4907" y="37277"/>
                    <a:pt x="6604" y="36354"/>
                  </a:cubicBezTo>
                  <a:lnTo>
                    <a:pt x="6993" y="36143"/>
                  </a:lnTo>
                  <a:cubicBezTo>
                    <a:pt x="8592" y="35277"/>
                    <a:pt x="10245" y="34380"/>
                    <a:pt x="11536" y="33065"/>
                  </a:cubicBezTo>
                  <a:cubicBezTo>
                    <a:pt x="12116" y="32474"/>
                    <a:pt x="12632" y="31792"/>
                    <a:pt x="13132" y="31132"/>
                  </a:cubicBezTo>
                  <a:cubicBezTo>
                    <a:pt x="14175" y="29753"/>
                    <a:pt x="15160" y="28450"/>
                    <a:pt x="16684" y="27870"/>
                  </a:cubicBezTo>
                  <a:cubicBezTo>
                    <a:pt x="17204" y="27673"/>
                    <a:pt x="17768" y="27573"/>
                    <a:pt x="18371" y="27573"/>
                  </a:cubicBezTo>
                  <a:cubicBezTo>
                    <a:pt x="19642" y="27573"/>
                    <a:pt x="21094" y="28011"/>
                    <a:pt x="22712" y="28880"/>
                  </a:cubicBezTo>
                  <a:cubicBezTo>
                    <a:pt x="23137" y="29110"/>
                    <a:pt x="23566" y="29357"/>
                    <a:pt x="23982" y="29597"/>
                  </a:cubicBezTo>
                  <a:cubicBezTo>
                    <a:pt x="25412" y="30422"/>
                    <a:pt x="26892" y="31276"/>
                    <a:pt x="28542" y="31567"/>
                  </a:cubicBezTo>
                  <a:cubicBezTo>
                    <a:pt x="28940" y="31637"/>
                    <a:pt x="29346" y="31672"/>
                    <a:pt x="29757" y="31672"/>
                  </a:cubicBezTo>
                  <a:cubicBezTo>
                    <a:pt x="31833" y="31672"/>
                    <a:pt x="34014" y="30796"/>
                    <a:pt x="35676" y="29245"/>
                  </a:cubicBezTo>
                  <a:cubicBezTo>
                    <a:pt x="37884" y="27183"/>
                    <a:pt x="38841" y="24451"/>
                    <a:pt x="39257" y="22522"/>
                  </a:cubicBezTo>
                  <a:cubicBezTo>
                    <a:pt x="40305" y="17645"/>
                    <a:pt x="39117" y="12376"/>
                    <a:pt x="36074" y="8423"/>
                  </a:cubicBezTo>
                  <a:cubicBezTo>
                    <a:pt x="35846" y="8127"/>
                    <a:pt x="35606" y="7835"/>
                    <a:pt x="35372" y="7551"/>
                  </a:cubicBezTo>
                  <a:cubicBezTo>
                    <a:pt x="34822" y="6883"/>
                    <a:pt x="34254" y="6191"/>
                    <a:pt x="33834" y="5428"/>
                  </a:cubicBezTo>
                  <a:cubicBezTo>
                    <a:pt x="33154" y="4194"/>
                    <a:pt x="33001" y="2917"/>
                    <a:pt x="33416" y="1925"/>
                  </a:cubicBezTo>
                  <a:cubicBezTo>
                    <a:pt x="33908" y="748"/>
                    <a:pt x="35412" y="250"/>
                    <a:pt x="36741" y="250"/>
                  </a:cubicBezTo>
                  <a:close/>
                  <a:moveTo>
                    <a:pt x="36719" y="1"/>
                  </a:moveTo>
                  <a:cubicBezTo>
                    <a:pt x="35278" y="1"/>
                    <a:pt x="33720" y="544"/>
                    <a:pt x="33182" y="1831"/>
                  </a:cubicBezTo>
                  <a:cubicBezTo>
                    <a:pt x="32738" y="2894"/>
                    <a:pt x="32894" y="4250"/>
                    <a:pt x="33612" y="5552"/>
                  </a:cubicBezTo>
                  <a:cubicBezTo>
                    <a:pt x="34043" y="6336"/>
                    <a:pt x="34619" y="7036"/>
                    <a:pt x="35176" y="7713"/>
                  </a:cubicBezTo>
                  <a:cubicBezTo>
                    <a:pt x="35408" y="7995"/>
                    <a:pt x="35648" y="8286"/>
                    <a:pt x="35873" y="8579"/>
                  </a:cubicBezTo>
                  <a:cubicBezTo>
                    <a:pt x="38870" y="12474"/>
                    <a:pt x="40042" y="17668"/>
                    <a:pt x="39009" y="22471"/>
                  </a:cubicBezTo>
                  <a:cubicBezTo>
                    <a:pt x="38602" y="24366"/>
                    <a:pt x="37663" y="27047"/>
                    <a:pt x="35502" y="29064"/>
                  </a:cubicBezTo>
                  <a:cubicBezTo>
                    <a:pt x="33887" y="30572"/>
                    <a:pt x="31772" y="31424"/>
                    <a:pt x="29758" y="31424"/>
                  </a:cubicBezTo>
                  <a:cubicBezTo>
                    <a:pt x="29361" y="31424"/>
                    <a:pt x="28969" y="31390"/>
                    <a:pt x="28584" y="31323"/>
                  </a:cubicBezTo>
                  <a:cubicBezTo>
                    <a:pt x="26978" y="31040"/>
                    <a:pt x="25518" y="30196"/>
                    <a:pt x="24106" y="29381"/>
                  </a:cubicBezTo>
                  <a:cubicBezTo>
                    <a:pt x="23689" y="29141"/>
                    <a:pt x="23256" y="28891"/>
                    <a:pt x="22828" y="28661"/>
                  </a:cubicBezTo>
                  <a:cubicBezTo>
                    <a:pt x="21175" y="27770"/>
                    <a:pt x="19682" y="27324"/>
                    <a:pt x="18369" y="27324"/>
                  </a:cubicBezTo>
                  <a:cubicBezTo>
                    <a:pt x="17735" y="27324"/>
                    <a:pt x="17143" y="27428"/>
                    <a:pt x="16594" y="27636"/>
                  </a:cubicBezTo>
                  <a:cubicBezTo>
                    <a:pt x="15002" y="28243"/>
                    <a:pt x="13949" y="29634"/>
                    <a:pt x="12931" y="30980"/>
                  </a:cubicBezTo>
                  <a:cubicBezTo>
                    <a:pt x="12435" y="31634"/>
                    <a:pt x="11925" y="32311"/>
                    <a:pt x="11357" y="32889"/>
                  </a:cubicBezTo>
                  <a:cubicBezTo>
                    <a:pt x="10091" y="34178"/>
                    <a:pt x="8455" y="35065"/>
                    <a:pt x="6872" y="35922"/>
                  </a:cubicBezTo>
                  <a:lnTo>
                    <a:pt x="6484" y="36134"/>
                  </a:lnTo>
                  <a:cubicBezTo>
                    <a:pt x="4764" y="37071"/>
                    <a:pt x="2981" y="38118"/>
                    <a:pt x="1751" y="39694"/>
                  </a:cubicBezTo>
                  <a:cubicBezTo>
                    <a:pt x="370" y="41465"/>
                    <a:pt x="1" y="43690"/>
                    <a:pt x="814" y="45361"/>
                  </a:cubicBezTo>
                  <a:cubicBezTo>
                    <a:pt x="1589" y="46955"/>
                    <a:pt x="3205" y="47793"/>
                    <a:pt x="4770" y="48603"/>
                  </a:cubicBezTo>
                  <a:cubicBezTo>
                    <a:pt x="6011" y="49246"/>
                    <a:pt x="7294" y="49911"/>
                    <a:pt x="8170" y="50949"/>
                  </a:cubicBezTo>
                  <a:cubicBezTo>
                    <a:pt x="8686" y="51561"/>
                    <a:pt x="9083" y="52322"/>
                    <a:pt x="9469" y="53060"/>
                  </a:cubicBezTo>
                  <a:cubicBezTo>
                    <a:pt x="10166" y="54393"/>
                    <a:pt x="10884" y="55771"/>
                    <a:pt x="12315" y="56243"/>
                  </a:cubicBezTo>
                  <a:cubicBezTo>
                    <a:pt x="12617" y="56343"/>
                    <a:pt x="12922" y="56387"/>
                    <a:pt x="13227" y="56387"/>
                  </a:cubicBezTo>
                  <a:cubicBezTo>
                    <a:pt x="14523" y="56387"/>
                    <a:pt x="15784" y="55561"/>
                    <a:pt x="16490" y="54565"/>
                  </a:cubicBezTo>
                  <a:cubicBezTo>
                    <a:pt x="17436" y="53237"/>
                    <a:pt x="17728" y="51571"/>
                    <a:pt x="17927" y="50114"/>
                  </a:cubicBezTo>
                  <a:cubicBezTo>
                    <a:pt x="17951" y="49947"/>
                    <a:pt x="17973" y="49778"/>
                    <a:pt x="17995" y="49611"/>
                  </a:cubicBezTo>
                  <a:cubicBezTo>
                    <a:pt x="18174" y="48257"/>
                    <a:pt x="18359" y="46857"/>
                    <a:pt x="18942" y="45621"/>
                  </a:cubicBezTo>
                  <a:cubicBezTo>
                    <a:pt x="20211" y="42932"/>
                    <a:pt x="23184" y="41158"/>
                    <a:pt x="28032" y="40197"/>
                  </a:cubicBezTo>
                  <a:cubicBezTo>
                    <a:pt x="31225" y="39565"/>
                    <a:pt x="34492" y="39219"/>
                    <a:pt x="37746" y="39169"/>
                  </a:cubicBezTo>
                  <a:cubicBezTo>
                    <a:pt x="37904" y="39167"/>
                    <a:pt x="38061" y="39166"/>
                    <a:pt x="38219" y="39166"/>
                  </a:cubicBezTo>
                  <a:cubicBezTo>
                    <a:pt x="39977" y="39166"/>
                    <a:pt x="41755" y="39340"/>
                    <a:pt x="43153" y="40287"/>
                  </a:cubicBezTo>
                  <a:cubicBezTo>
                    <a:pt x="46043" y="42245"/>
                    <a:pt x="46029" y="46510"/>
                    <a:pt x="45762" y="48878"/>
                  </a:cubicBezTo>
                  <a:lnTo>
                    <a:pt x="45733" y="49124"/>
                  </a:lnTo>
                  <a:cubicBezTo>
                    <a:pt x="45640" y="49925"/>
                    <a:pt x="45546" y="50752"/>
                    <a:pt x="45720" y="51554"/>
                  </a:cubicBezTo>
                  <a:cubicBezTo>
                    <a:pt x="45888" y="52332"/>
                    <a:pt x="46445" y="53320"/>
                    <a:pt x="47458" y="53542"/>
                  </a:cubicBezTo>
                  <a:cubicBezTo>
                    <a:pt x="47590" y="53571"/>
                    <a:pt x="47724" y="53585"/>
                    <a:pt x="47859" y="53585"/>
                  </a:cubicBezTo>
                  <a:cubicBezTo>
                    <a:pt x="48666" y="53585"/>
                    <a:pt x="49531" y="53075"/>
                    <a:pt x="50385" y="52090"/>
                  </a:cubicBezTo>
                  <a:cubicBezTo>
                    <a:pt x="51789" y="50473"/>
                    <a:pt x="52610" y="48818"/>
                    <a:pt x="52829" y="47171"/>
                  </a:cubicBezTo>
                  <a:cubicBezTo>
                    <a:pt x="53293" y="43654"/>
                    <a:pt x="51052" y="40438"/>
                    <a:pt x="49048" y="38029"/>
                  </a:cubicBezTo>
                  <a:cubicBezTo>
                    <a:pt x="48815" y="37748"/>
                    <a:pt x="48578" y="37468"/>
                    <a:pt x="48341" y="37185"/>
                  </a:cubicBezTo>
                  <a:cubicBezTo>
                    <a:pt x="46402" y="34889"/>
                    <a:pt x="44397" y="32515"/>
                    <a:pt x="43837" y="29602"/>
                  </a:cubicBezTo>
                  <a:cubicBezTo>
                    <a:pt x="43447" y="27584"/>
                    <a:pt x="43799" y="25464"/>
                    <a:pt x="44139" y="23414"/>
                  </a:cubicBezTo>
                  <a:cubicBezTo>
                    <a:pt x="44541" y="21003"/>
                    <a:pt x="44954" y="18512"/>
                    <a:pt x="44157" y="16184"/>
                  </a:cubicBezTo>
                  <a:cubicBezTo>
                    <a:pt x="43765" y="15040"/>
                    <a:pt x="43095" y="14001"/>
                    <a:pt x="42447" y="12996"/>
                  </a:cubicBezTo>
                  <a:cubicBezTo>
                    <a:pt x="41686" y="11813"/>
                    <a:pt x="40895" y="10590"/>
                    <a:pt x="40588" y="9214"/>
                  </a:cubicBezTo>
                  <a:cubicBezTo>
                    <a:pt x="40368" y="8237"/>
                    <a:pt x="40398" y="7208"/>
                    <a:pt x="40428" y="6211"/>
                  </a:cubicBezTo>
                  <a:cubicBezTo>
                    <a:pt x="40454" y="5329"/>
                    <a:pt x="40481" y="4417"/>
                    <a:pt x="40337" y="3529"/>
                  </a:cubicBezTo>
                  <a:cubicBezTo>
                    <a:pt x="40079" y="1925"/>
                    <a:pt x="38875" y="149"/>
                    <a:pt x="37152" y="17"/>
                  </a:cubicBezTo>
                  <a:cubicBezTo>
                    <a:pt x="37010" y="6"/>
                    <a:pt x="36865" y="1"/>
                    <a:pt x="36719"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4"/>
            <p:cNvSpPr/>
            <p:nvPr/>
          </p:nvSpPr>
          <p:spPr>
            <a:xfrm>
              <a:off x="4828650" y="1088400"/>
              <a:ext cx="120975" cy="119050"/>
            </a:xfrm>
            <a:custGeom>
              <a:rect b="b" l="l" r="r" t="t"/>
              <a:pathLst>
                <a:path extrusionOk="0" h="4762" w="4839">
                  <a:moveTo>
                    <a:pt x="3201" y="149"/>
                  </a:moveTo>
                  <a:cubicBezTo>
                    <a:pt x="3605" y="149"/>
                    <a:pt x="3944" y="306"/>
                    <a:pt x="4188" y="616"/>
                  </a:cubicBezTo>
                  <a:cubicBezTo>
                    <a:pt x="4683" y="1247"/>
                    <a:pt x="4683" y="2365"/>
                    <a:pt x="4188" y="3163"/>
                  </a:cubicBezTo>
                  <a:cubicBezTo>
                    <a:pt x="3719" y="3917"/>
                    <a:pt x="3046" y="4432"/>
                    <a:pt x="2341" y="4576"/>
                  </a:cubicBezTo>
                  <a:cubicBezTo>
                    <a:pt x="2211" y="4602"/>
                    <a:pt x="2081" y="4615"/>
                    <a:pt x="1952" y="4615"/>
                  </a:cubicBezTo>
                  <a:cubicBezTo>
                    <a:pt x="1263" y="4615"/>
                    <a:pt x="615" y="4252"/>
                    <a:pt x="351" y="3681"/>
                  </a:cubicBezTo>
                  <a:cubicBezTo>
                    <a:pt x="150" y="3245"/>
                    <a:pt x="163" y="2761"/>
                    <a:pt x="388" y="2244"/>
                  </a:cubicBezTo>
                  <a:cubicBezTo>
                    <a:pt x="804" y="1285"/>
                    <a:pt x="1835" y="504"/>
                    <a:pt x="2592" y="255"/>
                  </a:cubicBezTo>
                  <a:cubicBezTo>
                    <a:pt x="2806" y="184"/>
                    <a:pt x="3011" y="149"/>
                    <a:pt x="3201" y="149"/>
                  </a:cubicBezTo>
                  <a:close/>
                  <a:moveTo>
                    <a:pt x="3205" y="0"/>
                  </a:moveTo>
                  <a:cubicBezTo>
                    <a:pt x="2999" y="0"/>
                    <a:pt x="2778" y="38"/>
                    <a:pt x="2546" y="114"/>
                  </a:cubicBezTo>
                  <a:cubicBezTo>
                    <a:pt x="1758" y="373"/>
                    <a:pt x="687" y="1187"/>
                    <a:pt x="252" y="2184"/>
                  </a:cubicBezTo>
                  <a:cubicBezTo>
                    <a:pt x="13" y="2734"/>
                    <a:pt x="1" y="3273"/>
                    <a:pt x="217" y="3742"/>
                  </a:cubicBezTo>
                  <a:cubicBezTo>
                    <a:pt x="504" y="4365"/>
                    <a:pt x="1208" y="4761"/>
                    <a:pt x="1955" y="4761"/>
                  </a:cubicBezTo>
                  <a:cubicBezTo>
                    <a:pt x="2092" y="4761"/>
                    <a:pt x="2231" y="4747"/>
                    <a:pt x="2372" y="4720"/>
                  </a:cubicBezTo>
                  <a:cubicBezTo>
                    <a:pt x="3116" y="4570"/>
                    <a:pt x="3823" y="4030"/>
                    <a:pt x="4313" y="3241"/>
                  </a:cubicBezTo>
                  <a:cubicBezTo>
                    <a:pt x="4839" y="2394"/>
                    <a:pt x="4834" y="1201"/>
                    <a:pt x="4303" y="525"/>
                  </a:cubicBezTo>
                  <a:cubicBezTo>
                    <a:pt x="4031" y="178"/>
                    <a:pt x="3652" y="0"/>
                    <a:pt x="320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4"/>
            <p:cNvSpPr/>
            <p:nvPr/>
          </p:nvSpPr>
          <p:spPr>
            <a:xfrm>
              <a:off x="4527675" y="1067650"/>
              <a:ext cx="1071950" cy="607750"/>
            </a:xfrm>
            <a:custGeom>
              <a:rect b="b" l="l" r="r" t="t"/>
              <a:pathLst>
                <a:path extrusionOk="0" h="24310" w="42878">
                  <a:moveTo>
                    <a:pt x="36523" y="144"/>
                  </a:moveTo>
                  <a:cubicBezTo>
                    <a:pt x="36648" y="144"/>
                    <a:pt x="36775" y="163"/>
                    <a:pt x="36899" y="207"/>
                  </a:cubicBezTo>
                  <a:cubicBezTo>
                    <a:pt x="37791" y="519"/>
                    <a:pt x="37909" y="1672"/>
                    <a:pt x="38012" y="2691"/>
                  </a:cubicBezTo>
                  <a:lnTo>
                    <a:pt x="38028" y="2839"/>
                  </a:lnTo>
                  <a:cubicBezTo>
                    <a:pt x="38274" y="5207"/>
                    <a:pt x="39586" y="7434"/>
                    <a:pt x="41537" y="8797"/>
                  </a:cubicBezTo>
                  <a:cubicBezTo>
                    <a:pt x="41584" y="8831"/>
                    <a:pt x="41633" y="8864"/>
                    <a:pt x="41680" y="8897"/>
                  </a:cubicBezTo>
                  <a:cubicBezTo>
                    <a:pt x="41952" y="9083"/>
                    <a:pt x="42233" y="9275"/>
                    <a:pt x="42424" y="9539"/>
                  </a:cubicBezTo>
                  <a:cubicBezTo>
                    <a:pt x="42630" y="9826"/>
                    <a:pt x="42721" y="10265"/>
                    <a:pt x="42492" y="10554"/>
                  </a:cubicBezTo>
                  <a:cubicBezTo>
                    <a:pt x="42356" y="10726"/>
                    <a:pt x="42170" y="10794"/>
                    <a:pt x="41959" y="10794"/>
                  </a:cubicBezTo>
                  <a:cubicBezTo>
                    <a:pt x="41568" y="10794"/>
                    <a:pt x="41094" y="10560"/>
                    <a:pt x="40704" y="10314"/>
                  </a:cubicBezTo>
                  <a:cubicBezTo>
                    <a:pt x="38731" y="9072"/>
                    <a:pt x="36191" y="8422"/>
                    <a:pt x="33333" y="8422"/>
                  </a:cubicBezTo>
                  <a:cubicBezTo>
                    <a:pt x="33174" y="8422"/>
                    <a:pt x="33015" y="8424"/>
                    <a:pt x="32854" y="8428"/>
                  </a:cubicBezTo>
                  <a:cubicBezTo>
                    <a:pt x="30121" y="8496"/>
                    <a:pt x="27418" y="9100"/>
                    <a:pt x="24805" y="9684"/>
                  </a:cubicBezTo>
                  <a:cubicBezTo>
                    <a:pt x="22268" y="10252"/>
                    <a:pt x="19647" y="10838"/>
                    <a:pt x="17337" y="12157"/>
                  </a:cubicBezTo>
                  <a:cubicBezTo>
                    <a:pt x="14745" y="13638"/>
                    <a:pt x="13044" y="15858"/>
                    <a:pt x="12668" y="18251"/>
                  </a:cubicBezTo>
                  <a:cubicBezTo>
                    <a:pt x="12584" y="18782"/>
                    <a:pt x="12566" y="19326"/>
                    <a:pt x="12548" y="19854"/>
                  </a:cubicBezTo>
                  <a:cubicBezTo>
                    <a:pt x="12534" y="20284"/>
                    <a:pt x="12518" y="20727"/>
                    <a:pt x="12468" y="21159"/>
                  </a:cubicBezTo>
                  <a:cubicBezTo>
                    <a:pt x="12375" y="21956"/>
                    <a:pt x="12100" y="23041"/>
                    <a:pt x="11309" y="23695"/>
                  </a:cubicBezTo>
                  <a:cubicBezTo>
                    <a:pt x="10956" y="23986"/>
                    <a:pt x="10466" y="24155"/>
                    <a:pt x="9990" y="24155"/>
                  </a:cubicBezTo>
                  <a:cubicBezTo>
                    <a:pt x="9531" y="24155"/>
                    <a:pt x="9085" y="23997"/>
                    <a:pt x="8790" y="23641"/>
                  </a:cubicBezTo>
                  <a:cubicBezTo>
                    <a:pt x="8439" y="23216"/>
                    <a:pt x="8374" y="22663"/>
                    <a:pt x="8305" y="22076"/>
                  </a:cubicBezTo>
                  <a:cubicBezTo>
                    <a:pt x="8278" y="21841"/>
                    <a:pt x="8248" y="21596"/>
                    <a:pt x="8199" y="21363"/>
                  </a:cubicBezTo>
                  <a:cubicBezTo>
                    <a:pt x="7948" y="20168"/>
                    <a:pt x="7048" y="19119"/>
                    <a:pt x="5906" y="18686"/>
                  </a:cubicBezTo>
                  <a:cubicBezTo>
                    <a:pt x="5276" y="18448"/>
                    <a:pt x="4575" y="18379"/>
                    <a:pt x="3896" y="18310"/>
                  </a:cubicBezTo>
                  <a:cubicBezTo>
                    <a:pt x="2823" y="18204"/>
                    <a:pt x="1810" y="18103"/>
                    <a:pt x="1096" y="17390"/>
                  </a:cubicBezTo>
                  <a:cubicBezTo>
                    <a:pt x="199" y="16497"/>
                    <a:pt x="277" y="14979"/>
                    <a:pt x="815" y="13940"/>
                  </a:cubicBezTo>
                  <a:cubicBezTo>
                    <a:pt x="1412" y="12793"/>
                    <a:pt x="2516" y="11936"/>
                    <a:pt x="3402" y="11246"/>
                  </a:cubicBezTo>
                  <a:cubicBezTo>
                    <a:pt x="5470" y="9640"/>
                    <a:pt x="7594" y="8041"/>
                    <a:pt x="9712" y="6493"/>
                  </a:cubicBezTo>
                  <a:cubicBezTo>
                    <a:pt x="9981" y="6297"/>
                    <a:pt x="10169" y="6202"/>
                    <a:pt x="10295" y="6202"/>
                  </a:cubicBezTo>
                  <a:cubicBezTo>
                    <a:pt x="10311" y="6202"/>
                    <a:pt x="10327" y="6204"/>
                    <a:pt x="10348" y="6206"/>
                  </a:cubicBezTo>
                  <a:cubicBezTo>
                    <a:pt x="10459" y="6231"/>
                    <a:pt x="10529" y="6357"/>
                    <a:pt x="10626" y="6534"/>
                  </a:cubicBezTo>
                  <a:cubicBezTo>
                    <a:pt x="10687" y="6643"/>
                    <a:pt x="10755" y="6767"/>
                    <a:pt x="10848" y="6891"/>
                  </a:cubicBezTo>
                  <a:cubicBezTo>
                    <a:pt x="10898" y="6957"/>
                    <a:pt x="10943" y="7019"/>
                    <a:pt x="10985" y="7078"/>
                  </a:cubicBezTo>
                  <a:cubicBezTo>
                    <a:pt x="11272" y="7476"/>
                    <a:pt x="11462" y="7740"/>
                    <a:pt x="12114" y="7953"/>
                  </a:cubicBezTo>
                  <a:cubicBezTo>
                    <a:pt x="12482" y="8073"/>
                    <a:pt x="12863" y="8131"/>
                    <a:pt x="13239" y="8131"/>
                  </a:cubicBezTo>
                  <a:cubicBezTo>
                    <a:pt x="14166" y="8131"/>
                    <a:pt x="15068" y="7780"/>
                    <a:pt x="15679" y="7139"/>
                  </a:cubicBezTo>
                  <a:cubicBezTo>
                    <a:pt x="16092" y="6705"/>
                    <a:pt x="16405" y="6150"/>
                    <a:pt x="16707" y="5614"/>
                  </a:cubicBezTo>
                  <a:cubicBezTo>
                    <a:pt x="17223" y="4699"/>
                    <a:pt x="17711" y="3833"/>
                    <a:pt x="18649" y="3573"/>
                  </a:cubicBezTo>
                  <a:cubicBezTo>
                    <a:pt x="18827" y="3524"/>
                    <a:pt x="19002" y="3501"/>
                    <a:pt x="19175" y="3501"/>
                  </a:cubicBezTo>
                  <a:cubicBezTo>
                    <a:pt x="20144" y="3501"/>
                    <a:pt x="21039" y="4214"/>
                    <a:pt x="21908" y="4906"/>
                  </a:cubicBezTo>
                  <a:cubicBezTo>
                    <a:pt x="22119" y="5075"/>
                    <a:pt x="22337" y="5248"/>
                    <a:pt x="22548" y="5405"/>
                  </a:cubicBezTo>
                  <a:cubicBezTo>
                    <a:pt x="23904" y="6406"/>
                    <a:pt x="25577" y="6940"/>
                    <a:pt x="27254" y="6940"/>
                  </a:cubicBezTo>
                  <a:cubicBezTo>
                    <a:pt x="27861" y="6940"/>
                    <a:pt x="28468" y="6870"/>
                    <a:pt x="29061" y="6727"/>
                  </a:cubicBezTo>
                  <a:cubicBezTo>
                    <a:pt x="31292" y="6191"/>
                    <a:pt x="33236" y="4644"/>
                    <a:pt x="34261" y="2590"/>
                  </a:cubicBezTo>
                  <a:cubicBezTo>
                    <a:pt x="34339" y="2431"/>
                    <a:pt x="34413" y="2270"/>
                    <a:pt x="34488" y="2108"/>
                  </a:cubicBezTo>
                  <a:cubicBezTo>
                    <a:pt x="34689" y="1668"/>
                    <a:pt x="34897" y="1213"/>
                    <a:pt x="35207" y="840"/>
                  </a:cubicBezTo>
                  <a:cubicBezTo>
                    <a:pt x="35521" y="462"/>
                    <a:pt x="36017" y="144"/>
                    <a:pt x="36523" y="144"/>
                  </a:cubicBezTo>
                  <a:close/>
                  <a:moveTo>
                    <a:pt x="36520" y="0"/>
                  </a:moveTo>
                  <a:cubicBezTo>
                    <a:pt x="35966" y="0"/>
                    <a:pt x="35429" y="342"/>
                    <a:pt x="35089" y="749"/>
                  </a:cubicBezTo>
                  <a:cubicBezTo>
                    <a:pt x="34767" y="1137"/>
                    <a:pt x="34554" y="1602"/>
                    <a:pt x="34349" y="2051"/>
                  </a:cubicBezTo>
                  <a:cubicBezTo>
                    <a:pt x="34275" y="2212"/>
                    <a:pt x="34202" y="2372"/>
                    <a:pt x="34123" y="2529"/>
                  </a:cubicBezTo>
                  <a:cubicBezTo>
                    <a:pt x="33118" y="4544"/>
                    <a:pt x="31211" y="6062"/>
                    <a:pt x="29021" y="6588"/>
                  </a:cubicBezTo>
                  <a:cubicBezTo>
                    <a:pt x="28440" y="6728"/>
                    <a:pt x="27844" y="6796"/>
                    <a:pt x="27250" y="6796"/>
                  </a:cubicBezTo>
                  <a:cubicBezTo>
                    <a:pt x="25603" y="6796"/>
                    <a:pt x="23962" y="6273"/>
                    <a:pt x="22632" y="5289"/>
                  </a:cubicBezTo>
                  <a:cubicBezTo>
                    <a:pt x="22423" y="5134"/>
                    <a:pt x="22216" y="4969"/>
                    <a:pt x="21996" y="4795"/>
                  </a:cubicBezTo>
                  <a:cubicBezTo>
                    <a:pt x="21106" y="4086"/>
                    <a:pt x="20189" y="3357"/>
                    <a:pt x="19174" y="3357"/>
                  </a:cubicBezTo>
                  <a:cubicBezTo>
                    <a:pt x="18988" y="3357"/>
                    <a:pt x="18799" y="3382"/>
                    <a:pt x="18606" y="3435"/>
                  </a:cubicBezTo>
                  <a:cubicBezTo>
                    <a:pt x="17609" y="3712"/>
                    <a:pt x="17083" y="4644"/>
                    <a:pt x="16574" y="5546"/>
                  </a:cubicBezTo>
                  <a:cubicBezTo>
                    <a:pt x="16276" y="6073"/>
                    <a:pt x="15969" y="6619"/>
                    <a:pt x="15567" y="7041"/>
                  </a:cubicBezTo>
                  <a:cubicBezTo>
                    <a:pt x="14984" y="7653"/>
                    <a:pt x="14124" y="7987"/>
                    <a:pt x="13237" y="7987"/>
                  </a:cubicBezTo>
                  <a:cubicBezTo>
                    <a:pt x="12875" y="7987"/>
                    <a:pt x="12508" y="7931"/>
                    <a:pt x="12154" y="7816"/>
                  </a:cubicBezTo>
                  <a:cubicBezTo>
                    <a:pt x="11549" y="7619"/>
                    <a:pt x="11379" y="7384"/>
                    <a:pt x="11100" y="6996"/>
                  </a:cubicBezTo>
                  <a:cubicBezTo>
                    <a:pt x="11057" y="6935"/>
                    <a:pt x="11012" y="6873"/>
                    <a:pt x="10961" y="6806"/>
                  </a:cubicBezTo>
                  <a:cubicBezTo>
                    <a:pt x="10874" y="6688"/>
                    <a:pt x="10810" y="6570"/>
                    <a:pt x="10752" y="6465"/>
                  </a:cubicBezTo>
                  <a:cubicBezTo>
                    <a:pt x="10645" y="6270"/>
                    <a:pt x="10552" y="6103"/>
                    <a:pt x="10374" y="6064"/>
                  </a:cubicBezTo>
                  <a:cubicBezTo>
                    <a:pt x="10350" y="6059"/>
                    <a:pt x="10324" y="6056"/>
                    <a:pt x="10297" y="6056"/>
                  </a:cubicBezTo>
                  <a:cubicBezTo>
                    <a:pt x="10134" y="6056"/>
                    <a:pt x="9926" y="6155"/>
                    <a:pt x="9625" y="6376"/>
                  </a:cubicBezTo>
                  <a:cubicBezTo>
                    <a:pt x="7505" y="7923"/>
                    <a:pt x="5381" y="9523"/>
                    <a:pt x="3311" y="11132"/>
                  </a:cubicBezTo>
                  <a:cubicBezTo>
                    <a:pt x="2412" y="11828"/>
                    <a:pt x="1295" y="12697"/>
                    <a:pt x="684" y="13873"/>
                  </a:cubicBezTo>
                  <a:cubicBezTo>
                    <a:pt x="137" y="14926"/>
                    <a:pt x="0" y="16508"/>
                    <a:pt x="990" y="17495"/>
                  </a:cubicBezTo>
                  <a:cubicBezTo>
                    <a:pt x="1742" y="18244"/>
                    <a:pt x="2827" y="18353"/>
                    <a:pt x="3878" y="18458"/>
                  </a:cubicBezTo>
                  <a:cubicBezTo>
                    <a:pt x="4548" y="18526"/>
                    <a:pt x="5240" y="18595"/>
                    <a:pt x="5852" y="18826"/>
                  </a:cubicBezTo>
                  <a:cubicBezTo>
                    <a:pt x="6947" y="19240"/>
                    <a:pt x="7812" y="20249"/>
                    <a:pt x="8053" y="21394"/>
                  </a:cubicBezTo>
                  <a:cubicBezTo>
                    <a:pt x="8101" y="21620"/>
                    <a:pt x="8129" y="21860"/>
                    <a:pt x="8156" y="22094"/>
                  </a:cubicBezTo>
                  <a:cubicBezTo>
                    <a:pt x="8225" y="22677"/>
                    <a:pt x="8296" y="23278"/>
                    <a:pt x="8675" y="23736"/>
                  </a:cubicBezTo>
                  <a:cubicBezTo>
                    <a:pt x="9006" y="24136"/>
                    <a:pt x="9490" y="24310"/>
                    <a:pt x="9985" y="24310"/>
                  </a:cubicBezTo>
                  <a:cubicBezTo>
                    <a:pt x="10497" y="24310"/>
                    <a:pt x="11021" y="24124"/>
                    <a:pt x="11405" y="23813"/>
                  </a:cubicBezTo>
                  <a:cubicBezTo>
                    <a:pt x="12060" y="23271"/>
                    <a:pt x="12479" y="22362"/>
                    <a:pt x="12616" y="21181"/>
                  </a:cubicBezTo>
                  <a:cubicBezTo>
                    <a:pt x="12667" y="20744"/>
                    <a:pt x="12682" y="20296"/>
                    <a:pt x="12696" y="19865"/>
                  </a:cubicBezTo>
                  <a:cubicBezTo>
                    <a:pt x="12713" y="19341"/>
                    <a:pt x="12732" y="18800"/>
                    <a:pt x="12813" y="18278"/>
                  </a:cubicBezTo>
                  <a:cubicBezTo>
                    <a:pt x="13181" y="15931"/>
                    <a:pt x="14856" y="13747"/>
                    <a:pt x="17409" y="12290"/>
                  </a:cubicBezTo>
                  <a:cubicBezTo>
                    <a:pt x="19698" y="10982"/>
                    <a:pt x="22310" y="10397"/>
                    <a:pt x="24834" y="9833"/>
                  </a:cubicBezTo>
                  <a:cubicBezTo>
                    <a:pt x="27443" y="9250"/>
                    <a:pt x="30140" y="8646"/>
                    <a:pt x="32856" y="8579"/>
                  </a:cubicBezTo>
                  <a:cubicBezTo>
                    <a:pt x="33015" y="8575"/>
                    <a:pt x="33173" y="8573"/>
                    <a:pt x="33329" y="8573"/>
                  </a:cubicBezTo>
                  <a:cubicBezTo>
                    <a:pt x="36161" y="8573"/>
                    <a:pt x="38674" y="9217"/>
                    <a:pt x="40623" y="10443"/>
                  </a:cubicBezTo>
                  <a:cubicBezTo>
                    <a:pt x="41155" y="10777"/>
                    <a:pt x="41605" y="10945"/>
                    <a:pt x="41961" y="10945"/>
                  </a:cubicBezTo>
                  <a:cubicBezTo>
                    <a:pt x="42233" y="10945"/>
                    <a:pt x="42449" y="10847"/>
                    <a:pt x="42605" y="10649"/>
                  </a:cubicBezTo>
                  <a:cubicBezTo>
                    <a:pt x="42878" y="10303"/>
                    <a:pt x="42779" y="9788"/>
                    <a:pt x="42539" y="9456"/>
                  </a:cubicBezTo>
                  <a:cubicBezTo>
                    <a:pt x="42335" y="9172"/>
                    <a:pt x="42042" y="8971"/>
                    <a:pt x="41759" y="8777"/>
                  </a:cubicBezTo>
                  <a:cubicBezTo>
                    <a:pt x="41712" y="8746"/>
                    <a:pt x="41666" y="8712"/>
                    <a:pt x="41618" y="8681"/>
                  </a:cubicBezTo>
                  <a:cubicBezTo>
                    <a:pt x="39701" y="7340"/>
                    <a:pt x="38412" y="5153"/>
                    <a:pt x="38170" y="2827"/>
                  </a:cubicBezTo>
                  <a:lnTo>
                    <a:pt x="38154" y="2679"/>
                  </a:lnTo>
                  <a:cubicBezTo>
                    <a:pt x="38051" y="1671"/>
                    <a:pt x="37924" y="414"/>
                    <a:pt x="36944" y="72"/>
                  </a:cubicBezTo>
                  <a:cubicBezTo>
                    <a:pt x="36804" y="22"/>
                    <a:pt x="36661" y="0"/>
                    <a:pt x="36520"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4"/>
            <p:cNvSpPr/>
            <p:nvPr/>
          </p:nvSpPr>
          <p:spPr>
            <a:xfrm>
              <a:off x="5594200" y="1383800"/>
              <a:ext cx="131725" cy="260175"/>
            </a:xfrm>
            <a:custGeom>
              <a:rect b="b" l="l" r="r" t="t"/>
              <a:pathLst>
                <a:path extrusionOk="0" h="10407" w="5269">
                  <a:moveTo>
                    <a:pt x="1133" y="147"/>
                  </a:moveTo>
                  <a:cubicBezTo>
                    <a:pt x="1250" y="147"/>
                    <a:pt x="1371" y="169"/>
                    <a:pt x="1497" y="210"/>
                  </a:cubicBezTo>
                  <a:cubicBezTo>
                    <a:pt x="2983" y="715"/>
                    <a:pt x="4628" y="3968"/>
                    <a:pt x="4793" y="4849"/>
                  </a:cubicBezTo>
                  <a:cubicBezTo>
                    <a:pt x="5116" y="6562"/>
                    <a:pt x="4682" y="8417"/>
                    <a:pt x="3635" y="9810"/>
                  </a:cubicBezTo>
                  <a:cubicBezTo>
                    <a:pt x="3509" y="9976"/>
                    <a:pt x="3370" y="10138"/>
                    <a:pt x="3188" y="10213"/>
                  </a:cubicBezTo>
                  <a:cubicBezTo>
                    <a:pt x="3113" y="10244"/>
                    <a:pt x="3035" y="10259"/>
                    <a:pt x="2957" y="10259"/>
                  </a:cubicBezTo>
                  <a:cubicBezTo>
                    <a:pt x="2599" y="10259"/>
                    <a:pt x="2236" y="9954"/>
                    <a:pt x="2027" y="9592"/>
                  </a:cubicBezTo>
                  <a:cubicBezTo>
                    <a:pt x="1458" y="8609"/>
                    <a:pt x="1558" y="7399"/>
                    <a:pt x="1656" y="6228"/>
                  </a:cubicBezTo>
                  <a:cubicBezTo>
                    <a:pt x="1759" y="4996"/>
                    <a:pt x="1867" y="3723"/>
                    <a:pt x="1200" y="2697"/>
                  </a:cubicBezTo>
                  <a:cubicBezTo>
                    <a:pt x="1093" y="2533"/>
                    <a:pt x="968" y="2380"/>
                    <a:pt x="847" y="2231"/>
                  </a:cubicBezTo>
                  <a:cubicBezTo>
                    <a:pt x="685" y="2031"/>
                    <a:pt x="517" y="1825"/>
                    <a:pt x="398" y="1596"/>
                  </a:cubicBezTo>
                  <a:cubicBezTo>
                    <a:pt x="204" y="1220"/>
                    <a:pt x="169" y="694"/>
                    <a:pt x="480" y="415"/>
                  </a:cubicBezTo>
                  <a:cubicBezTo>
                    <a:pt x="681" y="236"/>
                    <a:pt x="897" y="147"/>
                    <a:pt x="1133" y="147"/>
                  </a:cubicBezTo>
                  <a:close/>
                  <a:moveTo>
                    <a:pt x="1134" y="1"/>
                  </a:moveTo>
                  <a:cubicBezTo>
                    <a:pt x="861" y="1"/>
                    <a:pt x="610" y="103"/>
                    <a:pt x="383" y="307"/>
                  </a:cubicBezTo>
                  <a:cubicBezTo>
                    <a:pt x="0" y="650"/>
                    <a:pt x="54" y="1252"/>
                    <a:pt x="268" y="1665"/>
                  </a:cubicBezTo>
                  <a:cubicBezTo>
                    <a:pt x="393" y="1907"/>
                    <a:pt x="567" y="2120"/>
                    <a:pt x="734" y="2326"/>
                  </a:cubicBezTo>
                  <a:cubicBezTo>
                    <a:pt x="852" y="2471"/>
                    <a:pt x="975" y="2622"/>
                    <a:pt x="1077" y="2779"/>
                  </a:cubicBezTo>
                  <a:cubicBezTo>
                    <a:pt x="1716" y="3763"/>
                    <a:pt x="1611" y="5011"/>
                    <a:pt x="1511" y="6218"/>
                  </a:cubicBezTo>
                  <a:cubicBezTo>
                    <a:pt x="1410" y="7411"/>
                    <a:pt x="1306" y="8644"/>
                    <a:pt x="1900" y="9666"/>
                  </a:cubicBezTo>
                  <a:cubicBezTo>
                    <a:pt x="2135" y="10070"/>
                    <a:pt x="2544" y="10407"/>
                    <a:pt x="2961" y="10407"/>
                  </a:cubicBezTo>
                  <a:cubicBezTo>
                    <a:pt x="3055" y="10407"/>
                    <a:pt x="3152" y="10389"/>
                    <a:pt x="3248" y="10351"/>
                  </a:cubicBezTo>
                  <a:cubicBezTo>
                    <a:pt x="3462" y="10262"/>
                    <a:pt x="3618" y="10082"/>
                    <a:pt x="3755" y="9899"/>
                  </a:cubicBezTo>
                  <a:cubicBezTo>
                    <a:pt x="4827" y="8474"/>
                    <a:pt x="5268" y="6577"/>
                    <a:pt x="4940" y="4825"/>
                  </a:cubicBezTo>
                  <a:cubicBezTo>
                    <a:pt x="4771" y="3924"/>
                    <a:pt x="3079" y="595"/>
                    <a:pt x="1547" y="74"/>
                  </a:cubicBezTo>
                  <a:cubicBezTo>
                    <a:pt x="1404" y="25"/>
                    <a:pt x="1266" y="1"/>
                    <a:pt x="113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
            <p:cNvSpPr/>
            <p:nvPr/>
          </p:nvSpPr>
          <p:spPr>
            <a:xfrm>
              <a:off x="5306675" y="408475"/>
              <a:ext cx="244950" cy="634925"/>
            </a:xfrm>
            <a:custGeom>
              <a:rect b="b" l="l" r="r" t="t"/>
              <a:pathLst>
                <a:path extrusionOk="0" h="25397" w="9798">
                  <a:moveTo>
                    <a:pt x="2092" y="147"/>
                  </a:moveTo>
                  <a:cubicBezTo>
                    <a:pt x="3310" y="177"/>
                    <a:pt x="4228" y="1666"/>
                    <a:pt x="4466" y="2662"/>
                  </a:cubicBezTo>
                  <a:cubicBezTo>
                    <a:pt x="4646" y="3418"/>
                    <a:pt x="4655" y="4215"/>
                    <a:pt x="4665" y="4986"/>
                  </a:cubicBezTo>
                  <a:cubicBezTo>
                    <a:pt x="4671" y="5540"/>
                    <a:pt x="4677" y="6113"/>
                    <a:pt x="4746" y="6671"/>
                  </a:cubicBezTo>
                  <a:cubicBezTo>
                    <a:pt x="4986" y="8616"/>
                    <a:pt x="5965" y="10361"/>
                    <a:pt x="6911" y="12049"/>
                  </a:cubicBezTo>
                  <a:cubicBezTo>
                    <a:pt x="7645" y="13357"/>
                    <a:pt x="8405" y="14709"/>
                    <a:pt x="8820" y="16153"/>
                  </a:cubicBezTo>
                  <a:cubicBezTo>
                    <a:pt x="9642" y="19005"/>
                    <a:pt x="9044" y="22248"/>
                    <a:pt x="7257" y="24619"/>
                  </a:cubicBezTo>
                  <a:cubicBezTo>
                    <a:pt x="6938" y="25042"/>
                    <a:pt x="6640" y="25248"/>
                    <a:pt x="6350" y="25248"/>
                  </a:cubicBezTo>
                  <a:cubicBezTo>
                    <a:pt x="6323" y="25248"/>
                    <a:pt x="6297" y="25246"/>
                    <a:pt x="6270" y="25243"/>
                  </a:cubicBezTo>
                  <a:cubicBezTo>
                    <a:pt x="5923" y="25197"/>
                    <a:pt x="5686" y="24843"/>
                    <a:pt x="5630" y="24515"/>
                  </a:cubicBezTo>
                  <a:cubicBezTo>
                    <a:pt x="5574" y="24176"/>
                    <a:pt x="5655" y="23823"/>
                    <a:pt x="5733" y="23482"/>
                  </a:cubicBezTo>
                  <a:lnTo>
                    <a:pt x="5745" y="23426"/>
                  </a:lnTo>
                  <a:cubicBezTo>
                    <a:pt x="7112" y="17399"/>
                    <a:pt x="5721" y="10846"/>
                    <a:pt x="2020" y="5896"/>
                  </a:cubicBezTo>
                  <a:cubicBezTo>
                    <a:pt x="1932" y="5778"/>
                    <a:pt x="1842" y="5659"/>
                    <a:pt x="1751" y="5540"/>
                  </a:cubicBezTo>
                  <a:cubicBezTo>
                    <a:pt x="1090" y="4672"/>
                    <a:pt x="405" y="3773"/>
                    <a:pt x="249" y="2709"/>
                  </a:cubicBezTo>
                  <a:cubicBezTo>
                    <a:pt x="152" y="2053"/>
                    <a:pt x="399" y="1256"/>
                    <a:pt x="865" y="731"/>
                  </a:cubicBezTo>
                  <a:cubicBezTo>
                    <a:pt x="1101" y="464"/>
                    <a:pt x="1498" y="149"/>
                    <a:pt x="2055" y="149"/>
                  </a:cubicBezTo>
                  <a:cubicBezTo>
                    <a:pt x="2067" y="149"/>
                    <a:pt x="2080" y="149"/>
                    <a:pt x="2092" y="147"/>
                  </a:cubicBezTo>
                  <a:close/>
                  <a:moveTo>
                    <a:pt x="2058" y="0"/>
                  </a:moveTo>
                  <a:cubicBezTo>
                    <a:pt x="1571" y="0"/>
                    <a:pt x="1122" y="217"/>
                    <a:pt x="754" y="631"/>
                  </a:cubicBezTo>
                  <a:cubicBezTo>
                    <a:pt x="261" y="1188"/>
                    <a:pt x="0" y="2032"/>
                    <a:pt x="103" y="2730"/>
                  </a:cubicBezTo>
                  <a:cubicBezTo>
                    <a:pt x="265" y="3831"/>
                    <a:pt x="961" y="4746"/>
                    <a:pt x="1633" y="5629"/>
                  </a:cubicBezTo>
                  <a:cubicBezTo>
                    <a:pt x="1725" y="5749"/>
                    <a:pt x="1814" y="5866"/>
                    <a:pt x="1904" y="5985"/>
                  </a:cubicBezTo>
                  <a:cubicBezTo>
                    <a:pt x="5577" y="10900"/>
                    <a:pt x="6960" y="17408"/>
                    <a:pt x="5603" y="23393"/>
                  </a:cubicBezTo>
                  <a:lnTo>
                    <a:pt x="5589" y="23448"/>
                  </a:lnTo>
                  <a:cubicBezTo>
                    <a:pt x="5508" y="23804"/>
                    <a:pt x="5424" y="24173"/>
                    <a:pt x="5486" y="24540"/>
                  </a:cubicBezTo>
                  <a:cubicBezTo>
                    <a:pt x="5548" y="24908"/>
                    <a:pt x="5815" y="25334"/>
                    <a:pt x="6253" y="25390"/>
                  </a:cubicBezTo>
                  <a:cubicBezTo>
                    <a:pt x="6286" y="25393"/>
                    <a:pt x="6320" y="25396"/>
                    <a:pt x="6353" y="25396"/>
                  </a:cubicBezTo>
                  <a:cubicBezTo>
                    <a:pt x="6692" y="25396"/>
                    <a:pt x="7027" y="25170"/>
                    <a:pt x="7377" y="24708"/>
                  </a:cubicBezTo>
                  <a:cubicBezTo>
                    <a:pt x="9190" y="22303"/>
                    <a:pt x="9798" y="19010"/>
                    <a:pt x="8963" y="16114"/>
                  </a:cubicBezTo>
                  <a:cubicBezTo>
                    <a:pt x="8543" y="14654"/>
                    <a:pt x="7780" y="13294"/>
                    <a:pt x="7042" y="11978"/>
                  </a:cubicBezTo>
                  <a:cubicBezTo>
                    <a:pt x="6101" y="10302"/>
                    <a:pt x="5129" y="8570"/>
                    <a:pt x="4893" y="6655"/>
                  </a:cubicBezTo>
                  <a:cubicBezTo>
                    <a:pt x="4825" y="6105"/>
                    <a:pt x="4818" y="5536"/>
                    <a:pt x="4811" y="4986"/>
                  </a:cubicBezTo>
                  <a:cubicBezTo>
                    <a:pt x="4803" y="4206"/>
                    <a:pt x="4794" y="3400"/>
                    <a:pt x="4609" y="2628"/>
                  </a:cubicBezTo>
                  <a:cubicBezTo>
                    <a:pt x="4361" y="1587"/>
                    <a:pt x="3392" y="33"/>
                    <a:pt x="2096" y="1"/>
                  </a:cubicBezTo>
                  <a:cubicBezTo>
                    <a:pt x="2083" y="0"/>
                    <a:pt x="2071" y="0"/>
                    <a:pt x="205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4"/>
            <p:cNvSpPr/>
            <p:nvPr/>
          </p:nvSpPr>
          <p:spPr>
            <a:xfrm>
              <a:off x="5342275" y="443325"/>
              <a:ext cx="63750" cy="81900"/>
            </a:xfrm>
            <a:custGeom>
              <a:rect b="b" l="l" r="r" t="t"/>
              <a:pathLst>
                <a:path extrusionOk="0" h="3276" w="2550">
                  <a:moveTo>
                    <a:pt x="1008" y="146"/>
                  </a:moveTo>
                  <a:cubicBezTo>
                    <a:pt x="1138" y="146"/>
                    <a:pt x="1272" y="184"/>
                    <a:pt x="1410" y="258"/>
                  </a:cubicBezTo>
                  <a:cubicBezTo>
                    <a:pt x="1972" y="565"/>
                    <a:pt x="2402" y="1433"/>
                    <a:pt x="2384" y="1946"/>
                  </a:cubicBezTo>
                  <a:cubicBezTo>
                    <a:pt x="2369" y="2369"/>
                    <a:pt x="2159" y="2761"/>
                    <a:pt x="1839" y="2969"/>
                  </a:cubicBezTo>
                  <a:cubicBezTo>
                    <a:pt x="1674" y="3076"/>
                    <a:pt x="1481" y="3129"/>
                    <a:pt x="1293" y="3129"/>
                  </a:cubicBezTo>
                  <a:cubicBezTo>
                    <a:pt x="1088" y="3129"/>
                    <a:pt x="887" y="3066"/>
                    <a:pt x="733" y="2940"/>
                  </a:cubicBezTo>
                  <a:cubicBezTo>
                    <a:pt x="400" y="2673"/>
                    <a:pt x="151" y="1914"/>
                    <a:pt x="175" y="1247"/>
                  </a:cubicBezTo>
                  <a:cubicBezTo>
                    <a:pt x="192" y="797"/>
                    <a:pt x="330" y="459"/>
                    <a:pt x="563" y="297"/>
                  </a:cubicBezTo>
                  <a:cubicBezTo>
                    <a:pt x="707" y="197"/>
                    <a:pt x="856" y="146"/>
                    <a:pt x="1008" y="146"/>
                  </a:cubicBezTo>
                  <a:close/>
                  <a:moveTo>
                    <a:pt x="1006" y="0"/>
                  </a:moveTo>
                  <a:cubicBezTo>
                    <a:pt x="824" y="0"/>
                    <a:pt x="646" y="59"/>
                    <a:pt x="477" y="176"/>
                  </a:cubicBezTo>
                  <a:cubicBezTo>
                    <a:pt x="203" y="366"/>
                    <a:pt x="43" y="746"/>
                    <a:pt x="26" y="1243"/>
                  </a:cubicBezTo>
                  <a:cubicBezTo>
                    <a:pt x="0" y="1963"/>
                    <a:pt x="269" y="2759"/>
                    <a:pt x="638" y="3057"/>
                  </a:cubicBezTo>
                  <a:cubicBezTo>
                    <a:pt x="818" y="3202"/>
                    <a:pt x="1053" y="3275"/>
                    <a:pt x="1292" y="3275"/>
                  </a:cubicBezTo>
                  <a:cubicBezTo>
                    <a:pt x="1508" y="3275"/>
                    <a:pt x="1729" y="3215"/>
                    <a:pt x="1917" y="3095"/>
                  </a:cubicBezTo>
                  <a:cubicBezTo>
                    <a:pt x="2278" y="2862"/>
                    <a:pt x="2513" y="2424"/>
                    <a:pt x="2530" y="1954"/>
                  </a:cubicBezTo>
                  <a:cubicBezTo>
                    <a:pt x="2549" y="1386"/>
                    <a:pt x="2096" y="466"/>
                    <a:pt x="1479" y="130"/>
                  </a:cubicBezTo>
                  <a:cubicBezTo>
                    <a:pt x="1321" y="43"/>
                    <a:pt x="1162" y="0"/>
                    <a:pt x="100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4"/>
            <p:cNvSpPr/>
            <p:nvPr/>
          </p:nvSpPr>
          <p:spPr>
            <a:xfrm>
              <a:off x="5474900" y="806250"/>
              <a:ext cx="46800" cy="154700"/>
            </a:xfrm>
            <a:custGeom>
              <a:rect b="b" l="l" r="r" t="t"/>
              <a:pathLst>
                <a:path extrusionOk="0" h="6188" w="1872">
                  <a:moveTo>
                    <a:pt x="639" y="149"/>
                  </a:moveTo>
                  <a:cubicBezTo>
                    <a:pt x="721" y="149"/>
                    <a:pt x="815" y="226"/>
                    <a:pt x="882" y="298"/>
                  </a:cubicBezTo>
                  <a:cubicBezTo>
                    <a:pt x="1010" y="430"/>
                    <a:pt x="1069" y="626"/>
                    <a:pt x="1121" y="798"/>
                  </a:cubicBezTo>
                  <a:cubicBezTo>
                    <a:pt x="1367" y="1611"/>
                    <a:pt x="1621" y="2452"/>
                    <a:pt x="1678" y="3313"/>
                  </a:cubicBezTo>
                  <a:cubicBezTo>
                    <a:pt x="1723" y="3983"/>
                    <a:pt x="1657" y="4949"/>
                    <a:pt x="1095" y="5745"/>
                  </a:cubicBezTo>
                  <a:cubicBezTo>
                    <a:pt x="984" y="5902"/>
                    <a:pt x="818" y="6039"/>
                    <a:pt x="670" y="6039"/>
                  </a:cubicBezTo>
                  <a:cubicBezTo>
                    <a:pt x="632" y="6039"/>
                    <a:pt x="595" y="6030"/>
                    <a:pt x="561" y="6009"/>
                  </a:cubicBezTo>
                  <a:cubicBezTo>
                    <a:pt x="444" y="5941"/>
                    <a:pt x="411" y="5776"/>
                    <a:pt x="392" y="5607"/>
                  </a:cubicBezTo>
                  <a:cubicBezTo>
                    <a:pt x="272" y="4476"/>
                    <a:pt x="148" y="3166"/>
                    <a:pt x="231" y="1913"/>
                  </a:cubicBezTo>
                  <a:cubicBezTo>
                    <a:pt x="233" y="1877"/>
                    <a:pt x="237" y="1826"/>
                    <a:pt x="239" y="1763"/>
                  </a:cubicBezTo>
                  <a:cubicBezTo>
                    <a:pt x="256" y="1392"/>
                    <a:pt x="306" y="268"/>
                    <a:pt x="598" y="156"/>
                  </a:cubicBezTo>
                  <a:cubicBezTo>
                    <a:pt x="610" y="152"/>
                    <a:pt x="625" y="149"/>
                    <a:pt x="639" y="149"/>
                  </a:cubicBezTo>
                  <a:close/>
                  <a:moveTo>
                    <a:pt x="641" y="1"/>
                  </a:moveTo>
                  <a:cubicBezTo>
                    <a:pt x="609" y="1"/>
                    <a:pt x="577" y="6"/>
                    <a:pt x="546" y="18"/>
                  </a:cubicBezTo>
                  <a:cubicBezTo>
                    <a:pt x="210" y="145"/>
                    <a:pt x="129" y="928"/>
                    <a:pt x="92" y="1754"/>
                  </a:cubicBezTo>
                  <a:cubicBezTo>
                    <a:pt x="89" y="1816"/>
                    <a:pt x="87" y="1867"/>
                    <a:pt x="84" y="1903"/>
                  </a:cubicBezTo>
                  <a:cubicBezTo>
                    <a:pt x="0" y="3167"/>
                    <a:pt x="123" y="4486"/>
                    <a:pt x="246" y="5622"/>
                  </a:cubicBezTo>
                  <a:cubicBezTo>
                    <a:pt x="268" y="5829"/>
                    <a:pt x="313" y="6034"/>
                    <a:pt x="485" y="6136"/>
                  </a:cubicBezTo>
                  <a:cubicBezTo>
                    <a:pt x="546" y="6172"/>
                    <a:pt x="608" y="6188"/>
                    <a:pt x="671" y="6188"/>
                  </a:cubicBezTo>
                  <a:cubicBezTo>
                    <a:pt x="872" y="6188"/>
                    <a:pt x="1077" y="6028"/>
                    <a:pt x="1217" y="5829"/>
                  </a:cubicBezTo>
                  <a:cubicBezTo>
                    <a:pt x="1804" y="4997"/>
                    <a:pt x="1872" y="3996"/>
                    <a:pt x="1827" y="3302"/>
                  </a:cubicBezTo>
                  <a:cubicBezTo>
                    <a:pt x="1769" y="2425"/>
                    <a:pt x="1512" y="1576"/>
                    <a:pt x="1264" y="754"/>
                  </a:cubicBezTo>
                  <a:cubicBezTo>
                    <a:pt x="1207" y="566"/>
                    <a:pt x="1143" y="353"/>
                    <a:pt x="990" y="194"/>
                  </a:cubicBezTo>
                  <a:cubicBezTo>
                    <a:pt x="866" y="65"/>
                    <a:pt x="749" y="1"/>
                    <a:pt x="64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4"/>
            <p:cNvSpPr/>
            <p:nvPr/>
          </p:nvSpPr>
          <p:spPr>
            <a:xfrm>
              <a:off x="4603925" y="1136950"/>
              <a:ext cx="886950" cy="480850"/>
            </a:xfrm>
            <a:custGeom>
              <a:rect b="b" l="l" r="r" t="t"/>
              <a:pathLst>
                <a:path extrusionOk="0" h="19234" w="35478">
                  <a:moveTo>
                    <a:pt x="33176" y="147"/>
                  </a:moveTo>
                  <a:cubicBezTo>
                    <a:pt x="33271" y="147"/>
                    <a:pt x="33436" y="248"/>
                    <a:pt x="33669" y="731"/>
                  </a:cubicBezTo>
                  <a:cubicBezTo>
                    <a:pt x="34012" y="1439"/>
                    <a:pt x="34331" y="2175"/>
                    <a:pt x="34640" y="2886"/>
                  </a:cubicBezTo>
                  <a:cubicBezTo>
                    <a:pt x="34798" y="3250"/>
                    <a:pt x="34955" y="3613"/>
                    <a:pt x="35117" y="3974"/>
                  </a:cubicBezTo>
                  <a:cubicBezTo>
                    <a:pt x="35250" y="4270"/>
                    <a:pt x="35359" y="4663"/>
                    <a:pt x="35132" y="4853"/>
                  </a:cubicBezTo>
                  <a:cubicBezTo>
                    <a:pt x="35049" y="4922"/>
                    <a:pt x="34944" y="4946"/>
                    <a:pt x="34826" y="4946"/>
                  </a:cubicBezTo>
                  <a:cubicBezTo>
                    <a:pt x="34718" y="4946"/>
                    <a:pt x="34601" y="4927"/>
                    <a:pt x="34480" y="4904"/>
                  </a:cubicBezTo>
                  <a:cubicBezTo>
                    <a:pt x="33681" y="4750"/>
                    <a:pt x="32878" y="4684"/>
                    <a:pt x="32073" y="4684"/>
                  </a:cubicBezTo>
                  <a:cubicBezTo>
                    <a:pt x="29802" y="4684"/>
                    <a:pt x="27517" y="5203"/>
                    <a:pt x="25289" y="5709"/>
                  </a:cubicBezTo>
                  <a:cubicBezTo>
                    <a:pt x="24580" y="5870"/>
                    <a:pt x="23847" y="6036"/>
                    <a:pt x="23130" y="6183"/>
                  </a:cubicBezTo>
                  <a:cubicBezTo>
                    <a:pt x="22351" y="6341"/>
                    <a:pt x="21555" y="6482"/>
                    <a:pt x="20786" y="6617"/>
                  </a:cubicBezTo>
                  <a:cubicBezTo>
                    <a:pt x="19365" y="6867"/>
                    <a:pt x="17899" y="7127"/>
                    <a:pt x="16483" y="7509"/>
                  </a:cubicBezTo>
                  <a:cubicBezTo>
                    <a:pt x="13908" y="8201"/>
                    <a:pt x="11940" y="9199"/>
                    <a:pt x="10469" y="10559"/>
                  </a:cubicBezTo>
                  <a:cubicBezTo>
                    <a:pt x="8658" y="12232"/>
                    <a:pt x="7677" y="14500"/>
                    <a:pt x="7844" y="16625"/>
                  </a:cubicBezTo>
                  <a:cubicBezTo>
                    <a:pt x="7854" y="16745"/>
                    <a:pt x="7867" y="16868"/>
                    <a:pt x="7879" y="16989"/>
                  </a:cubicBezTo>
                  <a:cubicBezTo>
                    <a:pt x="7930" y="17465"/>
                    <a:pt x="7983" y="17957"/>
                    <a:pt x="7817" y="18397"/>
                  </a:cubicBezTo>
                  <a:cubicBezTo>
                    <a:pt x="7700" y="18705"/>
                    <a:pt x="7395" y="18979"/>
                    <a:pt x="7074" y="19060"/>
                  </a:cubicBezTo>
                  <a:cubicBezTo>
                    <a:pt x="7016" y="19075"/>
                    <a:pt x="6950" y="19086"/>
                    <a:pt x="6879" y="19086"/>
                  </a:cubicBezTo>
                  <a:cubicBezTo>
                    <a:pt x="6755" y="19086"/>
                    <a:pt x="6617" y="19052"/>
                    <a:pt x="6493" y="18946"/>
                  </a:cubicBezTo>
                  <a:cubicBezTo>
                    <a:pt x="6268" y="18752"/>
                    <a:pt x="6209" y="18426"/>
                    <a:pt x="6152" y="18111"/>
                  </a:cubicBezTo>
                  <a:lnTo>
                    <a:pt x="6136" y="18018"/>
                  </a:lnTo>
                  <a:cubicBezTo>
                    <a:pt x="5842" y="16430"/>
                    <a:pt x="4823" y="15019"/>
                    <a:pt x="3408" y="14241"/>
                  </a:cubicBezTo>
                  <a:cubicBezTo>
                    <a:pt x="3122" y="14083"/>
                    <a:pt x="2819" y="13950"/>
                    <a:pt x="2525" y="13821"/>
                  </a:cubicBezTo>
                  <a:cubicBezTo>
                    <a:pt x="2179" y="13669"/>
                    <a:pt x="1821" y="13514"/>
                    <a:pt x="1493" y="13317"/>
                  </a:cubicBezTo>
                  <a:cubicBezTo>
                    <a:pt x="796" y="12897"/>
                    <a:pt x="357" y="12319"/>
                    <a:pt x="287" y="11730"/>
                  </a:cubicBezTo>
                  <a:cubicBezTo>
                    <a:pt x="157" y="10629"/>
                    <a:pt x="1203" y="9758"/>
                    <a:pt x="2128" y="9123"/>
                  </a:cubicBezTo>
                  <a:lnTo>
                    <a:pt x="5083" y="7097"/>
                  </a:lnTo>
                  <a:cubicBezTo>
                    <a:pt x="5683" y="6685"/>
                    <a:pt x="6364" y="6219"/>
                    <a:pt x="7138" y="6157"/>
                  </a:cubicBezTo>
                  <a:cubicBezTo>
                    <a:pt x="7199" y="6153"/>
                    <a:pt x="7259" y="6151"/>
                    <a:pt x="7320" y="6151"/>
                  </a:cubicBezTo>
                  <a:cubicBezTo>
                    <a:pt x="7726" y="6151"/>
                    <a:pt x="8133" y="6251"/>
                    <a:pt x="8528" y="6348"/>
                  </a:cubicBezTo>
                  <a:cubicBezTo>
                    <a:pt x="8934" y="6448"/>
                    <a:pt x="9355" y="6551"/>
                    <a:pt x="9780" y="6551"/>
                  </a:cubicBezTo>
                  <a:lnTo>
                    <a:pt x="9804" y="6551"/>
                  </a:lnTo>
                  <a:cubicBezTo>
                    <a:pt x="11047" y="6540"/>
                    <a:pt x="12028" y="5683"/>
                    <a:pt x="12977" y="4853"/>
                  </a:cubicBezTo>
                  <a:cubicBezTo>
                    <a:pt x="13879" y="4065"/>
                    <a:pt x="14812" y="3250"/>
                    <a:pt x="15959" y="3176"/>
                  </a:cubicBezTo>
                  <a:cubicBezTo>
                    <a:pt x="16016" y="3173"/>
                    <a:pt x="16073" y="3171"/>
                    <a:pt x="16130" y="3171"/>
                  </a:cubicBezTo>
                  <a:cubicBezTo>
                    <a:pt x="16988" y="3171"/>
                    <a:pt x="17800" y="3581"/>
                    <a:pt x="18586" y="3980"/>
                  </a:cubicBezTo>
                  <a:cubicBezTo>
                    <a:pt x="18872" y="4125"/>
                    <a:pt x="19164" y="4272"/>
                    <a:pt x="19457" y="4400"/>
                  </a:cubicBezTo>
                  <a:cubicBezTo>
                    <a:pt x="20623" y="4909"/>
                    <a:pt x="21845" y="5110"/>
                    <a:pt x="23059" y="5110"/>
                  </a:cubicBezTo>
                  <a:cubicBezTo>
                    <a:pt x="25571" y="5110"/>
                    <a:pt x="28048" y="4249"/>
                    <a:pt x="29920" y="3477"/>
                  </a:cubicBezTo>
                  <a:cubicBezTo>
                    <a:pt x="30985" y="3038"/>
                    <a:pt x="32025" y="2496"/>
                    <a:pt x="32437" y="1506"/>
                  </a:cubicBezTo>
                  <a:cubicBezTo>
                    <a:pt x="32486" y="1391"/>
                    <a:pt x="32533" y="1264"/>
                    <a:pt x="32582" y="1134"/>
                  </a:cubicBezTo>
                  <a:cubicBezTo>
                    <a:pt x="32745" y="699"/>
                    <a:pt x="32949" y="157"/>
                    <a:pt x="33172" y="147"/>
                  </a:cubicBezTo>
                  <a:cubicBezTo>
                    <a:pt x="33173" y="147"/>
                    <a:pt x="33175" y="147"/>
                    <a:pt x="33176" y="147"/>
                  </a:cubicBezTo>
                  <a:close/>
                  <a:moveTo>
                    <a:pt x="33178" y="0"/>
                  </a:moveTo>
                  <a:cubicBezTo>
                    <a:pt x="33175" y="0"/>
                    <a:pt x="33171" y="1"/>
                    <a:pt x="33167" y="1"/>
                  </a:cubicBezTo>
                  <a:cubicBezTo>
                    <a:pt x="32847" y="15"/>
                    <a:pt x="32643" y="558"/>
                    <a:pt x="32446" y="1083"/>
                  </a:cubicBezTo>
                  <a:cubicBezTo>
                    <a:pt x="32398" y="1212"/>
                    <a:pt x="32351" y="1339"/>
                    <a:pt x="32302" y="1452"/>
                  </a:cubicBezTo>
                  <a:cubicBezTo>
                    <a:pt x="31909" y="2392"/>
                    <a:pt x="30899" y="2917"/>
                    <a:pt x="29865" y="3343"/>
                  </a:cubicBezTo>
                  <a:cubicBezTo>
                    <a:pt x="27230" y="4429"/>
                    <a:pt x="24989" y="4968"/>
                    <a:pt x="23036" y="4968"/>
                  </a:cubicBezTo>
                  <a:cubicBezTo>
                    <a:pt x="21748" y="4968"/>
                    <a:pt x="20585" y="4733"/>
                    <a:pt x="19517" y="4267"/>
                  </a:cubicBezTo>
                  <a:cubicBezTo>
                    <a:pt x="19228" y="4141"/>
                    <a:pt x="18936" y="3994"/>
                    <a:pt x="18654" y="3851"/>
                  </a:cubicBezTo>
                  <a:cubicBezTo>
                    <a:pt x="17852" y="3445"/>
                    <a:pt x="17024" y="3026"/>
                    <a:pt x="16131" y="3026"/>
                  </a:cubicBezTo>
                  <a:cubicBezTo>
                    <a:pt x="16071" y="3026"/>
                    <a:pt x="16011" y="3028"/>
                    <a:pt x="15951" y="3032"/>
                  </a:cubicBezTo>
                  <a:cubicBezTo>
                    <a:pt x="14752" y="3109"/>
                    <a:pt x="13802" y="3940"/>
                    <a:pt x="12881" y="4745"/>
                  </a:cubicBezTo>
                  <a:cubicBezTo>
                    <a:pt x="11910" y="5593"/>
                    <a:pt x="10991" y="6395"/>
                    <a:pt x="9804" y="6406"/>
                  </a:cubicBezTo>
                  <a:cubicBezTo>
                    <a:pt x="9800" y="6406"/>
                    <a:pt x="9796" y="6406"/>
                    <a:pt x="9792" y="6406"/>
                  </a:cubicBezTo>
                  <a:cubicBezTo>
                    <a:pt x="9383" y="6406"/>
                    <a:pt x="8967" y="6304"/>
                    <a:pt x="8566" y="6206"/>
                  </a:cubicBezTo>
                  <a:cubicBezTo>
                    <a:pt x="8161" y="6106"/>
                    <a:pt x="7743" y="6003"/>
                    <a:pt x="7319" y="6003"/>
                  </a:cubicBezTo>
                  <a:cubicBezTo>
                    <a:pt x="7255" y="6003"/>
                    <a:pt x="7191" y="6006"/>
                    <a:pt x="7127" y="6011"/>
                  </a:cubicBezTo>
                  <a:cubicBezTo>
                    <a:pt x="6314" y="6077"/>
                    <a:pt x="5587" y="6576"/>
                    <a:pt x="5001" y="6977"/>
                  </a:cubicBezTo>
                  <a:lnTo>
                    <a:pt x="2046" y="9003"/>
                  </a:lnTo>
                  <a:cubicBezTo>
                    <a:pt x="1085" y="9661"/>
                    <a:pt x="1" y="10569"/>
                    <a:pt x="141" y="11747"/>
                  </a:cubicBezTo>
                  <a:cubicBezTo>
                    <a:pt x="244" y="12617"/>
                    <a:pt x="985" y="13183"/>
                    <a:pt x="1417" y="13443"/>
                  </a:cubicBezTo>
                  <a:cubicBezTo>
                    <a:pt x="1752" y="13647"/>
                    <a:pt x="2115" y="13805"/>
                    <a:pt x="2466" y="13958"/>
                  </a:cubicBezTo>
                  <a:cubicBezTo>
                    <a:pt x="2756" y="14085"/>
                    <a:pt x="3056" y="14216"/>
                    <a:pt x="3338" y="14371"/>
                  </a:cubicBezTo>
                  <a:cubicBezTo>
                    <a:pt x="4713" y="15126"/>
                    <a:pt x="5706" y="16502"/>
                    <a:pt x="5991" y="18045"/>
                  </a:cubicBezTo>
                  <a:lnTo>
                    <a:pt x="6008" y="18137"/>
                  </a:lnTo>
                  <a:cubicBezTo>
                    <a:pt x="6067" y="18462"/>
                    <a:pt x="6132" y="18829"/>
                    <a:pt x="6398" y="19057"/>
                  </a:cubicBezTo>
                  <a:cubicBezTo>
                    <a:pt x="6533" y="19174"/>
                    <a:pt x="6701" y="19234"/>
                    <a:pt x="6883" y="19234"/>
                  </a:cubicBezTo>
                  <a:cubicBezTo>
                    <a:pt x="6956" y="19234"/>
                    <a:pt x="7032" y="19223"/>
                    <a:pt x="7112" y="19206"/>
                  </a:cubicBezTo>
                  <a:cubicBezTo>
                    <a:pt x="7482" y="19112"/>
                    <a:pt x="7822" y="18809"/>
                    <a:pt x="7957" y="18453"/>
                  </a:cubicBezTo>
                  <a:cubicBezTo>
                    <a:pt x="8135" y="17981"/>
                    <a:pt x="8081" y="17470"/>
                    <a:pt x="8028" y="16976"/>
                  </a:cubicBezTo>
                  <a:cubicBezTo>
                    <a:pt x="8015" y="16854"/>
                    <a:pt x="8002" y="16735"/>
                    <a:pt x="7993" y="16616"/>
                  </a:cubicBezTo>
                  <a:cubicBezTo>
                    <a:pt x="7829" y="14535"/>
                    <a:pt x="8793" y="12313"/>
                    <a:pt x="10571" y="10669"/>
                  </a:cubicBezTo>
                  <a:cubicBezTo>
                    <a:pt x="12025" y="9327"/>
                    <a:pt x="13971" y="8340"/>
                    <a:pt x="16524" y="7653"/>
                  </a:cubicBezTo>
                  <a:cubicBezTo>
                    <a:pt x="17933" y="7272"/>
                    <a:pt x="19397" y="7015"/>
                    <a:pt x="20813" y="6764"/>
                  </a:cubicBezTo>
                  <a:cubicBezTo>
                    <a:pt x="21584" y="6628"/>
                    <a:pt x="22381" y="6487"/>
                    <a:pt x="23161" y="6328"/>
                  </a:cubicBezTo>
                  <a:cubicBezTo>
                    <a:pt x="23881" y="6181"/>
                    <a:pt x="24615" y="6015"/>
                    <a:pt x="25324" y="5854"/>
                  </a:cubicBezTo>
                  <a:cubicBezTo>
                    <a:pt x="27545" y="5350"/>
                    <a:pt x="29820" y="4833"/>
                    <a:pt x="32077" y="4833"/>
                  </a:cubicBezTo>
                  <a:cubicBezTo>
                    <a:pt x="32873" y="4833"/>
                    <a:pt x="33667" y="4897"/>
                    <a:pt x="34455" y="5049"/>
                  </a:cubicBezTo>
                  <a:cubicBezTo>
                    <a:pt x="34560" y="5069"/>
                    <a:pt x="34691" y="5094"/>
                    <a:pt x="34823" y="5094"/>
                  </a:cubicBezTo>
                  <a:cubicBezTo>
                    <a:pt x="34966" y="5094"/>
                    <a:pt x="35112" y="5065"/>
                    <a:pt x="35229" y="4968"/>
                  </a:cubicBezTo>
                  <a:cubicBezTo>
                    <a:pt x="35469" y="4767"/>
                    <a:pt x="35478" y="4413"/>
                    <a:pt x="35255" y="3914"/>
                  </a:cubicBezTo>
                  <a:cubicBezTo>
                    <a:pt x="35093" y="3553"/>
                    <a:pt x="34936" y="3191"/>
                    <a:pt x="34778" y="2828"/>
                  </a:cubicBezTo>
                  <a:cubicBezTo>
                    <a:pt x="34468" y="2115"/>
                    <a:pt x="34148" y="1378"/>
                    <a:pt x="33805" y="668"/>
                  </a:cubicBezTo>
                  <a:cubicBezTo>
                    <a:pt x="33584" y="213"/>
                    <a:pt x="33381" y="0"/>
                    <a:pt x="3317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4"/>
            <p:cNvSpPr/>
            <p:nvPr/>
          </p:nvSpPr>
          <p:spPr>
            <a:xfrm>
              <a:off x="4647075" y="1246450"/>
              <a:ext cx="403775" cy="260500"/>
            </a:xfrm>
            <a:custGeom>
              <a:rect b="b" l="l" r="r" t="t"/>
              <a:pathLst>
                <a:path extrusionOk="0" h="10420" w="16151">
                  <a:moveTo>
                    <a:pt x="14857" y="149"/>
                  </a:moveTo>
                  <a:cubicBezTo>
                    <a:pt x="15308" y="149"/>
                    <a:pt x="15746" y="323"/>
                    <a:pt x="15832" y="697"/>
                  </a:cubicBezTo>
                  <a:cubicBezTo>
                    <a:pt x="15980" y="1334"/>
                    <a:pt x="15039" y="1706"/>
                    <a:pt x="14748" y="1805"/>
                  </a:cubicBezTo>
                  <a:cubicBezTo>
                    <a:pt x="14526" y="1881"/>
                    <a:pt x="14303" y="1956"/>
                    <a:pt x="14079" y="2031"/>
                  </a:cubicBezTo>
                  <a:cubicBezTo>
                    <a:pt x="12393" y="2597"/>
                    <a:pt x="10648" y="3184"/>
                    <a:pt x="9106" y="4125"/>
                  </a:cubicBezTo>
                  <a:cubicBezTo>
                    <a:pt x="7115" y="5343"/>
                    <a:pt x="5792" y="7010"/>
                    <a:pt x="5381" y="8820"/>
                  </a:cubicBezTo>
                  <a:cubicBezTo>
                    <a:pt x="5365" y="8887"/>
                    <a:pt x="5352" y="8954"/>
                    <a:pt x="5337" y="9022"/>
                  </a:cubicBezTo>
                  <a:cubicBezTo>
                    <a:pt x="5274" y="9328"/>
                    <a:pt x="5208" y="9645"/>
                    <a:pt x="5035" y="9899"/>
                  </a:cubicBezTo>
                  <a:cubicBezTo>
                    <a:pt x="4890" y="10113"/>
                    <a:pt x="4632" y="10273"/>
                    <a:pt x="4389" y="10273"/>
                  </a:cubicBezTo>
                  <a:cubicBezTo>
                    <a:pt x="4298" y="10273"/>
                    <a:pt x="4209" y="10250"/>
                    <a:pt x="4129" y="10200"/>
                  </a:cubicBezTo>
                  <a:cubicBezTo>
                    <a:pt x="3826" y="10012"/>
                    <a:pt x="3851" y="9640"/>
                    <a:pt x="3877" y="9211"/>
                  </a:cubicBezTo>
                  <a:cubicBezTo>
                    <a:pt x="3900" y="8857"/>
                    <a:pt x="3924" y="8494"/>
                    <a:pt x="3755" y="8199"/>
                  </a:cubicBezTo>
                  <a:cubicBezTo>
                    <a:pt x="3541" y="7824"/>
                    <a:pt x="3119" y="7719"/>
                    <a:pt x="2686" y="7719"/>
                  </a:cubicBezTo>
                  <a:cubicBezTo>
                    <a:pt x="2438" y="7719"/>
                    <a:pt x="2185" y="7752"/>
                    <a:pt x="1964" y="7791"/>
                  </a:cubicBezTo>
                  <a:cubicBezTo>
                    <a:pt x="1854" y="7810"/>
                    <a:pt x="1655" y="7839"/>
                    <a:pt x="1433" y="7839"/>
                  </a:cubicBezTo>
                  <a:cubicBezTo>
                    <a:pt x="1030" y="7839"/>
                    <a:pt x="552" y="7745"/>
                    <a:pt x="405" y="7332"/>
                  </a:cubicBezTo>
                  <a:cubicBezTo>
                    <a:pt x="179" y="6705"/>
                    <a:pt x="934" y="6236"/>
                    <a:pt x="1599" y="5824"/>
                  </a:cubicBezTo>
                  <a:cubicBezTo>
                    <a:pt x="1850" y="5669"/>
                    <a:pt x="2085" y="5523"/>
                    <a:pt x="2242" y="5382"/>
                  </a:cubicBezTo>
                  <a:cubicBezTo>
                    <a:pt x="3212" y="4505"/>
                    <a:pt x="4188" y="3701"/>
                    <a:pt x="5460" y="3520"/>
                  </a:cubicBezTo>
                  <a:cubicBezTo>
                    <a:pt x="5686" y="3487"/>
                    <a:pt x="5916" y="3476"/>
                    <a:pt x="6146" y="3476"/>
                  </a:cubicBezTo>
                  <a:cubicBezTo>
                    <a:pt x="6385" y="3476"/>
                    <a:pt x="6624" y="3488"/>
                    <a:pt x="6859" y="3499"/>
                  </a:cubicBezTo>
                  <a:cubicBezTo>
                    <a:pt x="7096" y="3511"/>
                    <a:pt x="7338" y="3523"/>
                    <a:pt x="7579" y="3523"/>
                  </a:cubicBezTo>
                  <a:cubicBezTo>
                    <a:pt x="7834" y="3523"/>
                    <a:pt x="8089" y="3509"/>
                    <a:pt x="8341" y="3469"/>
                  </a:cubicBezTo>
                  <a:cubicBezTo>
                    <a:pt x="9526" y="3280"/>
                    <a:pt x="10517" y="2531"/>
                    <a:pt x="11473" y="1805"/>
                  </a:cubicBezTo>
                  <a:cubicBezTo>
                    <a:pt x="12444" y="1070"/>
                    <a:pt x="13448" y="309"/>
                    <a:pt x="14637" y="162"/>
                  </a:cubicBezTo>
                  <a:cubicBezTo>
                    <a:pt x="14709" y="153"/>
                    <a:pt x="14783" y="149"/>
                    <a:pt x="14857" y="149"/>
                  </a:cubicBezTo>
                  <a:close/>
                  <a:moveTo>
                    <a:pt x="14851" y="1"/>
                  </a:moveTo>
                  <a:cubicBezTo>
                    <a:pt x="14773" y="1"/>
                    <a:pt x="14695" y="5"/>
                    <a:pt x="14619" y="15"/>
                  </a:cubicBezTo>
                  <a:cubicBezTo>
                    <a:pt x="13390" y="167"/>
                    <a:pt x="12371" y="940"/>
                    <a:pt x="11384" y="1686"/>
                  </a:cubicBezTo>
                  <a:cubicBezTo>
                    <a:pt x="10441" y="2402"/>
                    <a:pt x="9466" y="3141"/>
                    <a:pt x="8318" y="3324"/>
                  </a:cubicBezTo>
                  <a:cubicBezTo>
                    <a:pt x="8075" y="3362"/>
                    <a:pt x="7827" y="3375"/>
                    <a:pt x="7578" y="3375"/>
                  </a:cubicBezTo>
                  <a:cubicBezTo>
                    <a:pt x="7340" y="3375"/>
                    <a:pt x="7101" y="3363"/>
                    <a:pt x="6866" y="3352"/>
                  </a:cubicBezTo>
                  <a:cubicBezTo>
                    <a:pt x="6629" y="3341"/>
                    <a:pt x="6387" y="3329"/>
                    <a:pt x="6143" y="3329"/>
                  </a:cubicBezTo>
                  <a:cubicBezTo>
                    <a:pt x="5909" y="3329"/>
                    <a:pt x="5673" y="3340"/>
                    <a:pt x="5440" y="3373"/>
                  </a:cubicBezTo>
                  <a:cubicBezTo>
                    <a:pt x="4127" y="3561"/>
                    <a:pt x="3131" y="4378"/>
                    <a:pt x="2144" y="5272"/>
                  </a:cubicBezTo>
                  <a:cubicBezTo>
                    <a:pt x="1999" y="5405"/>
                    <a:pt x="1767" y="5548"/>
                    <a:pt x="1524" y="5699"/>
                  </a:cubicBezTo>
                  <a:cubicBezTo>
                    <a:pt x="845" y="6120"/>
                    <a:pt x="0" y="6642"/>
                    <a:pt x="266" y="7382"/>
                  </a:cubicBezTo>
                  <a:cubicBezTo>
                    <a:pt x="444" y="7877"/>
                    <a:pt x="992" y="7986"/>
                    <a:pt x="1440" y="7986"/>
                  </a:cubicBezTo>
                  <a:cubicBezTo>
                    <a:pt x="1671" y="7986"/>
                    <a:pt x="1876" y="7957"/>
                    <a:pt x="1990" y="7937"/>
                  </a:cubicBezTo>
                  <a:cubicBezTo>
                    <a:pt x="2204" y="7899"/>
                    <a:pt x="2448" y="7865"/>
                    <a:pt x="2686" y="7865"/>
                  </a:cubicBezTo>
                  <a:cubicBezTo>
                    <a:pt x="3075" y="7865"/>
                    <a:pt x="3446" y="7957"/>
                    <a:pt x="3627" y="8272"/>
                  </a:cubicBezTo>
                  <a:cubicBezTo>
                    <a:pt x="3774" y="8529"/>
                    <a:pt x="3753" y="8870"/>
                    <a:pt x="3730" y="9202"/>
                  </a:cubicBezTo>
                  <a:cubicBezTo>
                    <a:pt x="3702" y="9637"/>
                    <a:pt x="3672" y="10089"/>
                    <a:pt x="4050" y="10325"/>
                  </a:cubicBezTo>
                  <a:cubicBezTo>
                    <a:pt x="4155" y="10391"/>
                    <a:pt x="4270" y="10419"/>
                    <a:pt x="4385" y="10419"/>
                  </a:cubicBezTo>
                  <a:cubicBezTo>
                    <a:pt x="4681" y="10419"/>
                    <a:pt x="4987" y="10233"/>
                    <a:pt x="5156" y="9981"/>
                  </a:cubicBezTo>
                  <a:cubicBezTo>
                    <a:pt x="5344" y="9702"/>
                    <a:pt x="5414" y="9372"/>
                    <a:pt x="5481" y="9051"/>
                  </a:cubicBezTo>
                  <a:cubicBezTo>
                    <a:pt x="5494" y="8984"/>
                    <a:pt x="5508" y="8917"/>
                    <a:pt x="5523" y="8851"/>
                  </a:cubicBezTo>
                  <a:cubicBezTo>
                    <a:pt x="6065" y="6462"/>
                    <a:pt x="8048" y="4944"/>
                    <a:pt x="9182" y="4250"/>
                  </a:cubicBezTo>
                  <a:cubicBezTo>
                    <a:pt x="10709" y="3319"/>
                    <a:pt x="12446" y="2734"/>
                    <a:pt x="14125" y="2170"/>
                  </a:cubicBezTo>
                  <a:cubicBezTo>
                    <a:pt x="14349" y="2096"/>
                    <a:pt x="14572" y="2021"/>
                    <a:pt x="14794" y="1944"/>
                  </a:cubicBezTo>
                  <a:cubicBezTo>
                    <a:pt x="15115" y="1835"/>
                    <a:pt x="16150" y="1420"/>
                    <a:pt x="15976" y="664"/>
                  </a:cubicBezTo>
                  <a:cubicBezTo>
                    <a:pt x="15872" y="211"/>
                    <a:pt x="15364" y="1"/>
                    <a:pt x="1485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5" name="Shape 265"/>
        <p:cNvGrpSpPr/>
        <p:nvPr/>
      </p:nvGrpSpPr>
      <p:grpSpPr>
        <a:xfrm>
          <a:off x="0" y="0"/>
          <a:ext cx="0" cy="0"/>
          <a:chOff x="0" y="0"/>
          <a:chExt cx="0" cy="0"/>
        </a:xfrm>
      </p:grpSpPr>
      <p:pic>
        <p:nvPicPr>
          <p:cNvPr id="266" name="Google Shape;266;p5"/>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267" name="Google Shape;267;p5"/>
          <p:cNvSpPr/>
          <p:nvPr/>
        </p:nvSpPr>
        <p:spPr>
          <a:xfrm rot="-602193">
            <a:off x="-497400" y="563778"/>
            <a:ext cx="2252599" cy="2661165"/>
          </a:xfrm>
          <a:custGeom>
            <a:rect b="b" l="l" r="r" t="t"/>
            <a:pathLst>
              <a:path extrusionOk="0" h="22540" w="16865">
                <a:moveTo>
                  <a:pt x="13290" y="7652"/>
                </a:moveTo>
                <a:cubicBezTo>
                  <a:pt x="13747" y="7005"/>
                  <a:pt x="15582" y="4972"/>
                  <a:pt x="16131" y="3861"/>
                </a:cubicBezTo>
                <a:cubicBezTo>
                  <a:pt x="16681" y="2752"/>
                  <a:pt x="16864" y="1364"/>
                  <a:pt x="14848" y="903"/>
                </a:cubicBezTo>
                <a:cubicBezTo>
                  <a:pt x="12832" y="439"/>
                  <a:pt x="10113" y="1"/>
                  <a:pt x="8983" y="532"/>
                </a:cubicBezTo>
                <a:cubicBezTo>
                  <a:pt x="7607" y="1180"/>
                  <a:pt x="2749" y="3677"/>
                  <a:pt x="2749" y="4324"/>
                </a:cubicBezTo>
                <a:cubicBezTo>
                  <a:pt x="2749" y="4972"/>
                  <a:pt x="2749" y="5989"/>
                  <a:pt x="3207" y="6728"/>
                </a:cubicBezTo>
                <a:cubicBezTo>
                  <a:pt x="3665" y="7469"/>
                  <a:pt x="4032" y="8578"/>
                  <a:pt x="5682" y="8207"/>
                </a:cubicBezTo>
                <a:cubicBezTo>
                  <a:pt x="7331" y="7837"/>
                  <a:pt x="8614" y="8671"/>
                  <a:pt x="6690" y="9039"/>
                </a:cubicBezTo>
                <a:cubicBezTo>
                  <a:pt x="4766" y="9409"/>
                  <a:pt x="2474" y="8576"/>
                  <a:pt x="2200" y="7467"/>
                </a:cubicBezTo>
                <a:cubicBezTo>
                  <a:pt x="1924" y="6358"/>
                  <a:pt x="642" y="5987"/>
                  <a:pt x="458" y="7374"/>
                </a:cubicBezTo>
                <a:cubicBezTo>
                  <a:pt x="276" y="8760"/>
                  <a:pt x="0" y="10426"/>
                  <a:pt x="550" y="11443"/>
                </a:cubicBezTo>
                <a:cubicBezTo>
                  <a:pt x="1099" y="12460"/>
                  <a:pt x="1008" y="13662"/>
                  <a:pt x="2383" y="14033"/>
                </a:cubicBezTo>
                <a:cubicBezTo>
                  <a:pt x="3758" y="14403"/>
                  <a:pt x="4766" y="15050"/>
                  <a:pt x="4307" y="15789"/>
                </a:cubicBezTo>
                <a:cubicBezTo>
                  <a:pt x="3849" y="16530"/>
                  <a:pt x="3207" y="17916"/>
                  <a:pt x="2291" y="17732"/>
                </a:cubicBezTo>
                <a:cubicBezTo>
                  <a:pt x="1375" y="17547"/>
                  <a:pt x="91" y="16345"/>
                  <a:pt x="91" y="16991"/>
                </a:cubicBezTo>
                <a:cubicBezTo>
                  <a:pt x="91" y="17639"/>
                  <a:pt x="457" y="17823"/>
                  <a:pt x="1375" y="18748"/>
                </a:cubicBezTo>
                <a:cubicBezTo>
                  <a:pt x="2291" y="19672"/>
                  <a:pt x="1191" y="20967"/>
                  <a:pt x="2015" y="21338"/>
                </a:cubicBezTo>
                <a:cubicBezTo>
                  <a:pt x="2841" y="21708"/>
                  <a:pt x="7697" y="22540"/>
                  <a:pt x="7789" y="21892"/>
                </a:cubicBezTo>
                <a:cubicBezTo>
                  <a:pt x="7881" y="21245"/>
                  <a:pt x="8706" y="19395"/>
                  <a:pt x="6964" y="19488"/>
                </a:cubicBezTo>
                <a:cubicBezTo>
                  <a:pt x="5223" y="19581"/>
                  <a:pt x="3573" y="20320"/>
                  <a:pt x="3480" y="19488"/>
                </a:cubicBezTo>
                <a:cubicBezTo>
                  <a:pt x="3389" y="18656"/>
                  <a:pt x="3847" y="17639"/>
                  <a:pt x="5130" y="18009"/>
                </a:cubicBezTo>
                <a:cubicBezTo>
                  <a:pt x="6413" y="18379"/>
                  <a:pt x="8337" y="18379"/>
                  <a:pt x="8429" y="17732"/>
                </a:cubicBezTo>
                <a:cubicBezTo>
                  <a:pt x="8521" y="17084"/>
                  <a:pt x="8154" y="15605"/>
                  <a:pt x="8887" y="15050"/>
                </a:cubicBezTo>
                <a:cubicBezTo>
                  <a:pt x="9620" y="14496"/>
                  <a:pt x="11086" y="12460"/>
                  <a:pt x="10719" y="11629"/>
                </a:cubicBezTo>
                <a:cubicBezTo>
                  <a:pt x="10357" y="10797"/>
                  <a:pt x="13290" y="7652"/>
                  <a:pt x="13290" y="76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8" name="Google Shape;268;p5"/>
          <p:cNvCxnSpPr/>
          <p:nvPr/>
        </p:nvCxnSpPr>
        <p:spPr>
          <a:xfrm flipH="1" rot="-5400000">
            <a:off x="6630275" y="485550"/>
            <a:ext cx="3538200" cy="22113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269" name="Google Shape;269;p5"/>
          <p:cNvCxnSpPr/>
          <p:nvPr/>
        </p:nvCxnSpPr>
        <p:spPr>
          <a:xfrm flipH="1" rot="10800000">
            <a:off x="-124525" y="-177850"/>
            <a:ext cx="2125800" cy="1618800"/>
          </a:xfrm>
          <a:prstGeom prst="curvedConnector3">
            <a:avLst>
              <a:gd fmla="val 50000" name="adj1"/>
            </a:avLst>
          </a:prstGeom>
          <a:noFill/>
          <a:ln cap="flat" cmpd="sng" w="19050">
            <a:solidFill>
              <a:schemeClr val="lt1"/>
            </a:solidFill>
            <a:prstDash val="dash"/>
            <a:round/>
            <a:headEnd len="med" w="med" type="none"/>
            <a:tailEnd len="med" w="med" type="none"/>
          </a:ln>
        </p:spPr>
      </p:cxnSp>
      <p:sp>
        <p:nvSpPr>
          <p:cNvPr id="270" name="Google Shape;270;p5"/>
          <p:cNvSpPr txBox="1"/>
          <p:nvPr>
            <p:ph idx="1" type="subTitle"/>
          </p:nvPr>
        </p:nvSpPr>
        <p:spPr>
          <a:xfrm>
            <a:off x="1882700" y="2434547"/>
            <a:ext cx="2553000" cy="5304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2000"/>
              <a:buFont typeface="Jua"/>
              <a:buNone/>
              <a:defRPr b="1" sz="2400">
                <a:latin typeface="Cormorant Garamond"/>
                <a:ea typeface="Cormorant Garamond"/>
                <a:cs typeface="Cormorant Garamond"/>
                <a:sym typeface="Cormorant Garamond"/>
              </a:defRPr>
            </a:lvl1pPr>
            <a:lvl2pPr lvl="1" rtl="0" algn="ctr">
              <a:lnSpc>
                <a:spcPct val="100000"/>
              </a:lnSpc>
              <a:spcBef>
                <a:spcPts val="1600"/>
              </a:spcBef>
              <a:spcAft>
                <a:spcPts val="0"/>
              </a:spcAft>
              <a:buSzPts val="2000"/>
              <a:buFont typeface="Jua"/>
              <a:buNone/>
              <a:defRPr b="1" sz="2000">
                <a:latin typeface="Jua"/>
                <a:ea typeface="Jua"/>
                <a:cs typeface="Jua"/>
                <a:sym typeface="Jua"/>
              </a:defRPr>
            </a:lvl2pPr>
            <a:lvl3pPr lvl="2" rtl="0" algn="ctr">
              <a:lnSpc>
                <a:spcPct val="100000"/>
              </a:lnSpc>
              <a:spcBef>
                <a:spcPts val="1600"/>
              </a:spcBef>
              <a:spcAft>
                <a:spcPts val="0"/>
              </a:spcAft>
              <a:buSzPts val="2000"/>
              <a:buFont typeface="Jua"/>
              <a:buNone/>
              <a:defRPr b="1" sz="2000">
                <a:latin typeface="Jua"/>
                <a:ea typeface="Jua"/>
                <a:cs typeface="Jua"/>
                <a:sym typeface="Jua"/>
              </a:defRPr>
            </a:lvl3pPr>
            <a:lvl4pPr lvl="3" rtl="0" algn="ctr">
              <a:lnSpc>
                <a:spcPct val="100000"/>
              </a:lnSpc>
              <a:spcBef>
                <a:spcPts val="1600"/>
              </a:spcBef>
              <a:spcAft>
                <a:spcPts val="0"/>
              </a:spcAft>
              <a:buSzPts val="2000"/>
              <a:buFont typeface="Jua"/>
              <a:buNone/>
              <a:defRPr b="1" sz="2000">
                <a:latin typeface="Jua"/>
                <a:ea typeface="Jua"/>
                <a:cs typeface="Jua"/>
                <a:sym typeface="Jua"/>
              </a:defRPr>
            </a:lvl4pPr>
            <a:lvl5pPr lvl="4" rtl="0" algn="ctr">
              <a:lnSpc>
                <a:spcPct val="100000"/>
              </a:lnSpc>
              <a:spcBef>
                <a:spcPts val="1600"/>
              </a:spcBef>
              <a:spcAft>
                <a:spcPts val="0"/>
              </a:spcAft>
              <a:buSzPts val="2000"/>
              <a:buFont typeface="Jua"/>
              <a:buNone/>
              <a:defRPr b="1" sz="2000">
                <a:latin typeface="Jua"/>
                <a:ea typeface="Jua"/>
                <a:cs typeface="Jua"/>
                <a:sym typeface="Jua"/>
              </a:defRPr>
            </a:lvl5pPr>
            <a:lvl6pPr lvl="5" rtl="0" algn="ctr">
              <a:lnSpc>
                <a:spcPct val="100000"/>
              </a:lnSpc>
              <a:spcBef>
                <a:spcPts val="1600"/>
              </a:spcBef>
              <a:spcAft>
                <a:spcPts val="0"/>
              </a:spcAft>
              <a:buSzPts val="2000"/>
              <a:buFont typeface="Jua"/>
              <a:buNone/>
              <a:defRPr b="1" sz="2000">
                <a:latin typeface="Jua"/>
                <a:ea typeface="Jua"/>
                <a:cs typeface="Jua"/>
                <a:sym typeface="Jua"/>
              </a:defRPr>
            </a:lvl6pPr>
            <a:lvl7pPr lvl="6" rtl="0" algn="ctr">
              <a:lnSpc>
                <a:spcPct val="100000"/>
              </a:lnSpc>
              <a:spcBef>
                <a:spcPts val="1600"/>
              </a:spcBef>
              <a:spcAft>
                <a:spcPts val="0"/>
              </a:spcAft>
              <a:buSzPts val="2000"/>
              <a:buFont typeface="Jua"/>
              <a:buNone/>
              <a:defRPr b="1" sz="2000">
                <a:latin typeface="Jua"/>
                <a:ea typeface="Jua"/>
                <a:cs typeface="Jua"/>
                <a:sym typeface="Jua"/>
              </a:defRPr>
            </a:lvl7pPr>
            <a:lvl8pPr lvl="7" rtl="0" algn="ctr">
              <a:lnSpc>
                <a:spcPct val="100000"/>
              </a:lnSpc>
              <a:spcBef>
                <a:spcPts val="1600"/>
              </a:spcBef>
              <a:spcAft>
                <a:spcPts val="0"/>
              </a:spcAft>
              <a:buSzPts val="2000"/>
              <a:buFont typeface="Jua"/>
              <a:buNone/>
              <a:defRPr b="1" sz="2000">
                <a:latin typeface="Jua"/>
                <a:ea typeface="Jua"/>
                <a:cs typeface="Jua"/>
                <a:sym typeface="Jua"/>
              </a:defRPr>
            </a:lvl8pPr>
            <a:lvl9pPr lvl="8" rtl="0" algn="ctr">
              <a:lnSpc>
                <a:spcPct val="100000"/>
              </a:lnSpc>
              <a:spcBef>
                <a:spcPts val="1600"/>
              </a:spcBef>
              <a:spcAft>
                <a:spcPts val="1600"/>
              </a:spcAft>
              <a:buSzPts val="2000"/>
              <a:buFont typeface="Jua"/>
              <a:buNone/>
              <a:defRPr b="1" sz="2000">
                <a:latin typeface="Jua"/>
                <a:ea typeface="Jua"/>
                <a:cs typeface="Jua"/>
                <a:sym typeface="Jua"/>
              </a:defRPr>
            </a:lvl9pPr>
          </a:lstStyle>
          <a:p/>
        </p:txBody>
      </p:sp>
      <p:sp>
        <p:nvSpPr>
          <p:cNvPr id="271" name="Google Shape;271;p5"/>
          <p:cNvSpPr txBox="1"/>
          <p:nvPr>
            <p:ph idx="2" type="subTitle"/>
          </p:nvPr>
        </p:nvSpPr>
        <p:spPr>
          <a:xfrm>
            <a:off x="4708312" y="2434547"/>
            <a:ext cx="2553000" cy="5304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2000"/>
              <a:buFont typeface="Jua"/>
              <a:buNone/>
              <a:defRPr b="1" sz="2400">
                <a:latin typeface="Cormorant Garamond"/>
                <a:ea typeface="Cormorant Garamond"/>
                <a:cs typeface="Cormorant Garamond"/>
                <a:sym typeface="Cormorant Garamond"/>
              </a:defRPr>
            </a:lvl1pPr>
            <a:lvl2pPr lvl="1" rtl="0" algn="ctr">
              <a:lnSpc>
                <a:spcPct val="100000"/>
              </a:lnSpc>
              <a:spcBef>
                <a:spcPts val="1600"/>
              </a:spcBef>
              <a:spcAft>
                <a:spcPts val="0"/>
              </a:spcAft>
              <a:buSzPts val="2000"/>
              <a:buFont typeface="Jua"/>
              <a:buNone/>
              <a:defRPr b="1" sz="2000">
                <a:latin typeface="Jua"/>
                <a:ea typeface="Jua"/>
                <a:cs typeface="Jua"/>
                <a:sym typeface="Jua"/>
              </a:defRPr>
            </a:lvl2pPr>
            <a:lvl3pPr lvl="2" rtl="0" algn="ctr">
              <a:lnSpc>
                <a:spcPct val="100000"/>
              </a:lnSpc>
              <a:spcBef>
                <a:spcPts val="1600"/>
              </a:spcBef>
              <a:spcAft>
                <a:spcPts val="0"/>
              </a:spcAft>
              <a:buSzPts val="2000"/>
              <a:buFont typeface="Jua"/>
              <a:buNone/>
              <a:defRPr b="1" sz="2000">
                <a:latin typeface="Jua"/>
                <a:ea typeface="Jua"/>
                <a:cs typeface="Jua"/>
                <a:sym typeface="Jua"/>
              </a:defRPr>
            </a:lvl3pPr>
            <a:lvl4pPr lvl="3" rtl="0" algn="ctr">
              <a:lnSpc>
                <a:spcPct val="100000"/>
              </a:lnSpc>
              <a:spcBef>
                <a:spcPts val="1600"/>
              </a:spcBef>
              <a:spcAft>
                <a:spcPts val="0"/>
              </a:spcAft>
              <a:buSzPts val="2000"/>
              <a:buFont typeface="Jua"/>
              <a:buNone/>
              <a:defRPr b="1" sz="2000">
                <a:latin typeface="Jua"/>
                <a:ea typeface="Jua"/>
                <a:cs typeface="Jua"/>
                <a:sym typeface="Jua"/>
              </a:defRPr>
            </a:lvl4pPr>
            <a:lvl5pPr lvl="4" rtl="0" algn="ctr">
              <a:lnSpc>
                <a:spcPct val="100000"/>
              </a:lnSpc>
              <a:spcBef>
                <a:spcPts val="1600"/>
              </a:spcBef>
              <a:spcAft>
                <a:spcPts val="0"/>
              </a:spcAft>
              <a:buSzPts val="2000"/>
              <a:buFont typeface="Jua"/>
              <a:buNone/>
              <a:defRPr b="1" sz="2000">
                <a:latin typeface="Jua"/>
                <a:ea typeface="Jua"/>
                <a:cs typeface="Jua"/>
                <a:sym typeface="Jua"/>
              </a:defRPr>
            </a:lvl5pPr>
            <a:lvl6pPr lvl="5" rtl="0" algn="ctr">
              <a:lnSpc>
                <a:spcPct val="100000"/>
              </a:lnSpc>
              <a:spcBef>
                <a:spcPts val="1600"/>
              </a:spcBef>
              <a:spcAft>
                <a:spcPts val="0"/>
              </a:spcAft>
              <a:buSzPts val="2000"/>
              <a:buFont typeface="Jua"/>
              <a:buNone/>
              <a:defRPr b="1" sz="2000">
                <a:latin typeface="Jua"/>
                <a:ea typeface="Jua"/>
                <a:cs typeface="Jua"/>
                <a:sym typeface="Jua"/>
              </a:defRPr>
            </a:lvl6pPr>
            <a:lvl7pPr lvl="6" rtl="0" algn="ctr">
              <a:lnSpc>
                <a:spcPct val="100000"/>
              </a:lnSpc>
              <a:spcBef>
                <a:spcPts val="1600"/>
              </a:spcBef>
              <a:spcAft>
                <a:spcPts val="0"/>
              </a:spcAft>
              <a:buSzPts val="2000"/>
              <a:buFont typeface="Jua"/>
              <a:buNone/>
              <a:defRPr b="1" sz="2000">
                <a:latin typeface="Jua"/>
                <a:ea typeface="Jua"/>
                <a:cs typeface="Jua"/>
                <a:sym typeface="Jua"/>
              </a:defRPr>
            </a:lvl7pPr>
            <a:lvl8pPr lvl="7" rtl="0" algn="ctr">
              <a:lnSpc>
                <a:spcPct val="100000"/>
              </a:lnSpc>
              <a:spcBef>
                <a:spcPts val="1600"/>
              </a:spcBef>
              <a:spcAft>
                <a:spcPts val="0"/>
              </a:spcAft>
              <a:buSzPts val="2000"/>
              <a:buFont typeface="Jua"/>
              <a:buNone/>
              <a:defRPr b="1" sz="2000">
                <a:latin typeface="Jua"/>
                <a:ea typeface="Jua"/>
                <a:cs typeface="Jua"/>
                <a:sym typeface="Jua"/>
              </a:defRPr>
            </a:lvl8pPr>
            <a:lvl9pPr lvl="8" rtl="0" algn="ctr">
              <a:lnSpc>
                <a:spcPct val="100000"/>
              </a:lnSpc>
              <a:spcBef>
                <a:spcPts val="1600"/>
              </a:spcBef>
              <a:spcAft>
                <a:spcPts val="1600"/>
              </a:spcAft>
              <a:buSzPts val="2000"/>
              <a:buFont typeface="Jua"/>
              <a:buNone/>
              <a:defRPr b="1" sz="2000">
                <a:latin typeface="Jua"/>
                <a:ea typeface="Jua"/>
                <a:cs typeface="Jua"/>
                <a:sym typeface="Jua"/>
              </a:defRPr>
            </a:lvl9pPr>
          </a:lstStyle>
          <a:p/>
        </p:txBody>
      </p:sp>
      <p:sp>
        <p:nvSpPr>
          <p:cNvPr id="272" name="Google Shape;272;p5"/>
          <p:cNvSpPr txBox="1"/>
          <p:nvPr>
            <p:ph idx="3" type="subTitle"/>
          </p:nvPr>
        </p:nvSpPr>
        <p:spPr>
          <a:xfrm>
            <a:off x="1882700" y="2891977"/>
            <a:ext cx="2553000" cy="80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3" name="Google Shape;273;p5"/>
          <p:cNvSpPr txBox="1"/>
          <p:nvPr>
            <p:ph idx="4" type="subTitle"/>
          </p:nvPr>
        </p:nvSpPr>
        <p:spPr>
          <a:xfrm>
            <a:off x="4708312" y="2891977"/>
            <a:ext cx="2553000" cy="80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4" name="Google Shape;274;p5"/>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5" name="Google Shape;275;p5"/>
          <p:cNvSpPr/>
          <p:nvPr/>
        </p:nvSpPr>
        <p:spPr>
          <a:xfrm>
            <a:off x="8662050" y="4238177"/>
            <a:ext cx="283825" cy="418638"/>
          </a:xfrm>
          <a:custGeom>
            <a:rect b="b" l="l" r="r" t="t"/>
            <a:pathLst>
              <a:path extrusionOk="0" h="4658" w="3158">
                <a:moveTo>
                  <a:pt x="271" y="405"/>
                </a:moveTo>
                <a:cubicBezTo>
                  <a:pt x="1097" y="1638"/>
                  <a:pt x="1219" y="2350"/>
                  <a:pt x="928" y="2716"/>
                </a:cubicBezTo>
                <a:cubicBezTo>
                  <a:pt x="194" y="3640"/>
                  <a:pt x="1754" y="3223"/>
                  <a:pt x="1218" y="4225"/>
                </a:cubicBezTo>
                <a:cubicBezTo>
                  <a:pt x="1158" y="4337"/>
                  <a:pt x="1524" y="4658"/>
                  <a:pt x="1723" y="4303"/>
                </a:cubicBezTo>
                <a:cubicBezTo>
                  <a:pt x="1937" y="3919"/>
                  <a:pt x="2039" y="3322"/>
                  <a:pt x="2410" y="3054"/>
                </a:cubicBezTo>
                <a:cubicBezTo>
                  <a:pt x="2838" y="2747"/>
                  <a:pt x="3158" y="2037"/>
                  <a:pt x="2548" y="1976"/>
                </a:cubicBezTo>
                <a:cubicBezTo>
                  <a:pt x="1936" y="1914"/>
                  <a:pt x="1555" y="2069"/>
                  <a:pt x="1432" y="1576"/>
                </a:cubicBezTo>
                <a:cubicBezTo>
                  <a:pt x="1362" y="1289"/>
                  <a:pt x="1188" y="922"/>
                  <a:pt x="1054" y="663"/>
                </a:cubicBezTo>
                <a:cubicBezTo>
                  <a:pt x="955" y="469"/>
                  <a:pt x="748" y="356"/>
                  <a:pt x="531" y="379"/>
                </a:cubicBezTo>
                <a:cubicBezTo>
                  <a:pt x="532" y="379"/>
                  <a:pt x="1" y="0"/>
                  <a:pt x="271" y="40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5"/>
          <p:cNvSpPr/>
          <p:nvPr/>
        </p:nvSpPr>
        <p:spPr>
          <a:xfrm>
            <a:off x="8599590" y="4775642"/>
            <a:ext cx="313214" cy="367858"/>
          </a:xfrm>
          <a:custGeom>
            <a:rect b="b" l="l" r="r" t="t"/>
            <a:pathLst>
              <a:path extrusionOk="0" h="4093" w="3485">
                <a:moveTo>
                  <a:pt x="3127" y="114"/>
                </a:moveTo>
                <a:cubicBezTo>
                  <a:pt x="2802" y="0"/>
                  <a:pt x="2447" y="192"/>
                  <a:pt x="2384" y="532"/>
                </a:cubicBezTo>
                <a:cubicBezTo>
                  <a:pt x="2294" y="1027"/>
                  <a:pt x="2157" y="1524"/>
                  <a:pt x="1834" y="1565"/>
                </a:cubicBezTo>
                <a:cubicBezTo>
                  <a:pt x="1346" y="1627"/>
                  <a:pt x="612" y="2553"/>
                  <a:pt x="429" y="2736"/>
                </a:cubicBezTo>
                <a:cubicBezTo>
                  <a:pt x="245" y="2921"/>
                  <a:pt x="1" y="4093"/>
                  <a:pt x="857" y="3907"/>
                </a:cubicBezTo>
                <a:cubicBezTo>
                  <a:pt x="1713" y="3724"/>
                  <a:pt x="1895" y="3291"/>
                  <a:pt x="2201" y="2674"/>
                </a:cubicBezTo>
                <a:cubicBezTo>
                  <a:pt x="2507" y="2058"/>
                  <a:pt x="3240" y="1688"/>
                  <a:pt x="3302" y="1257"/>
                </a:cubicBezTo>
                <a:cubicBezTo>
                  <a:pt x="3361" y="825"/>
                  <a:pt x="3484" y="208"/>
                  <a:pt x="3241" y="148"/>
                </a:cubicBezTo>
                <a:cubicBezTo>
                  <a:pt x="3206" y="140"/>
                  <a:pt x="3167" y="128"/>
                  <a:pt x="3127"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77" name="Shape 277"/>
        <p:cNvGrpSpPr/>
        <p:nvPr/>
      </p:nvGrpSpPr>
      <p:grpSpPr>
        <a:xfrm>
          <a:off x="0" y="0"/>
          <a:ext cx="0" cy="0"/>
          <a:chOff x="0" y="0"/>
          <a:chExt cx="0" cy="0"/>
        </a:xfrm>
      </p:grpSpPr>
      <p:pic>
        <p:nvPicPr>
          <p:cNvPr id="278" name="Google Shape;278;p6"/>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279" name="Google Shape;279;p6"/>
          <p:cNvGrpSpPr/>
          <p:nvPr/>
        </p:nvGrpSpPr>
        <p:grpSpPr>
          <a:xfrm>
            <a:off x="-1424988" y="4096439"/>
            <a:ext cx="2473315" cy="2246588"/>
            <a:chOff x="3167525" y="751950"/>
            <a:chExt cx="1309325" cy="1189300"/>
          </a:xfrm>
        </p:grpSpPr>
        <p:sp>
          <p:nvSpPr>
            <p:cNvPr id="280" name="Google Shape;280;p6"/>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6"/>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6"/>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6"/>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6"/>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6"/>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6"/>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6"/>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6"/>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 name="Google Shape;289;p6"/>
          <p:cNvGrpSpPr/>
          <p:nvPr/>
        </p:nvGrpSpPr>
        <p:grpSpPr>
          <a:xfrm rot="2322756">
            <a:off x="7507903" y="-1374569"/>
            <a:ext cx="2591739" cy="2743260"/>
            <a:chOff x="4373775" y="321250"/>
            <a:chExt cx="1456475" cy="1541625"/>
          </a:xfrm>
        </p:grpSpPr>
        <p:sp>
          <p:nvSpPr>
            <p:cNvPr id="290" name="Google Shape;290;p6"/>
            <p:cNvSpPr/>
            <p:nvPr/>
          </p:nvSpPr>
          <p:spPr>
            <a:xfrm>
              <a:off x="4373775" y="321250"/>
              <a:ext cx="1456475" cy="1541625"/>
            </a:xfrm>
            <a:custGeom>
              <a:rect b="b" l="l" r="r" t="t"/>
              <a:pathLst>
                <a:path extrusionOk="0" h="61665" w="58259">
                  <a:moveTo>
                    <a:pt x="38993" y="0"/>
                  </a:moveTo>
                  <a:cubicBezTo>
                    <a:pt x="38990" y="0"/>
                    <a:pt x="38987" y="0"/>
                    <a:pt x="38985" y="0"/>
                  </a:cubicBezTo>
                  <a:cubicBezTo>
                    <a:pt x="38784" y="1"/>
                    <a:pt x="38582" y="12"/>
                    <a:pt x="38385" y="28"/>
                  </a:cubicBezTo>
                  <a:cubicBezTo>
                    <a:pt x="38304" y="35"/>
                    <a:pt x="38245" y="107"/>
                    <a:pt x="38251" y="188"/>
                  </a:cubicBezTo>
                  <a:cubicBezTo>
                    <a:pt x="38257" y="266"/>
                    <a:pt x="38322" y="323"/>
                    <a:pt x="38397" y="323"/>
                  </a:cubicBezTo>
                  <a:lnTo>
                    <a:pt x="38411" y="323"/>
                  </a:lnTo>
                  <a:cubicBezTo>
                    <a:pt x="38601" y="307"/>
                    <a:pt x="38795" y="298"/>
                    <a:pt x="38989" y="295"/>
                  </a:cubicBezTo>
                  <a:cubicBezTo>
                    <a:pt x="39070" y="294"/>
                    <a:pt x="39135" y="227"/>
                    <a:pt x="39134" y="146"/>
                  </a:cubicBezTo>
                  <a:cubicBezTo>
                    <a:pt x="39133" y="67"/>
                    <a:pt x="39068" y="0"/>
                    <a:pt x="38993" y="0"/>
                  </a:cubicBezTo>
                  <a:close/>
                  <a:moveTo>
                    <a:pt x="39874" y="37"/>
                  </a:moveTo>
                  <a:cubicBezTo>
                    <a:pt x="39797" y="37"/>
                    <a:pt x="39732" y="93"/>
                    <a:pt x="39725" y="171"/>
                  </a:cubicBezTo>
                  <a:cubicBezTo>
                    <a:pt x="39717" y="251"/>
                    <a:pt x="39777" y="323"/>
                    <a:pt x="39857" y="332"/>
                  </a:cubicBezTo>
                  <a:cubicBezTo>
                    <a:pt x="40048" y="351"/>
                    <a:pt x="40242" y="375"/>
                    <a:pt x="40432" y="408"/>
                  </a:cubicBezTo>
                  <a:cubicBezTo>
                    <a:pt x="40439" y="409"/>
                    <a:pt x="40449" y="410"/>
                    <a:pt x="40456" y="410"/>
                  </a:cubicBezTo>
                  <a:cubicBezTo>
                    <a:pt x="40527" y="410"/>
                    <a:pt x="40589" y="358"/>
                    <a:pt x="40603" y="286"/>
                  </a:cubicBezTo>
                  <a:cubicBezTo>
                    <a:pt x="40616" y="205"/>
                    <a:pt x="40562" y="129"/>
                    <a:pt x="40482" y="116"/>
                  </a:cubicBezTo>
                  <a:cubicBezTo>
                    <a:pt x="40285" y="83"/>
                    <a:pt x="40084" y="57"/>
                    <a:pt x="39886" y="37"/>
                  </a:cubicBezTo>
                  <a:cubicBezTo>
                    <a:pt x="39882" y="37"/>
                    <a:pt x="39878" y="37"/>
                    <a:pt x="39874" y="37"/>
                  </a:cubicBezTo>
                  <a:close/>
                  <a:moveTo>
                    <a:pt x="37525" y="157"/>
                  </a:moveTo>
                  <a:cubicBezTo>
                    <a:pt x="37514" y="157"/>
                    <a:pt x="37504" y="158"/>
                    <a:pt x="37494" y="160"/>
                  </a:cubicBezTo>
                  <a:cubicBezTo>
                    <a:pt x="37453" y="168"/>
                    <a:pt x="37414" y="177"/>
                    <a:pt x="37374" y="186"/>
                  </a:cubicBezTo>
                  <a:cubicBezTo>
                    <a:pt x="37220" y="220"/>
                    <a:pt x="37063" y="269"/>
                    <a:pt x="36906" y="327"/>
                  </a:cubicBezTo>
                  <a:cubicBezTo>
                    <a:pt x="36828" y="356"/>
                    <a:pt x="36791" y="441"/>
                    <a:pt x="36819" y="517"/>
                  </a:cubicBezTo>
                  <a:cubicBezTo>
                    <a:pt x="36842" y="576"/>
                    <a:pt x="36898" y="612"/>
                    <a:pt x="36957" y="612"/>
                  </a:cubicBezTo>
                  <a:cubicBezTo>
                    <a:pt x="36974" y="612"/>
                    <a:pt x="36992" y="609"/>
                    <a:pt x="37009" y="604"/>
                  </a:cubicBezTo>
                  <a:cubicBezTo>
                    <a:pt x="37153" y="549"/>
                    <a:pt x="37298" y="506"/>
                    <a:pt x="37438" y="473"/>
                  </a:cubicBezTo>
                  <a:cubicBezTo>
                    <a:pt x="37475" y="466"/>
                    <a:pt x="37514" y="456"/>
                    <a:pt x="37552" y="449"/>
                  </a:cubicBezTo>
                  <a:cubicBezTo>
                    <a:pt x="37633" y="432"/>
                    <a:pt x="37685" y="354"/>
                    <a:pt x="37668" y="275"/>
                  </a:cubicBezTo>
                  <a:cubicBezTo>
                    <a:pt x="37653" y="205"/>
                    <a:pt x="37592" y="157"/>
                    <a:pt x="37525" y="157"/>
                  </a:cubicBezTo>
                  <a:close/>
                  <a:moveTo>
                    <a:pt x="41318" y="309"/>
                  </a:moveTo>
                  <a:cubicBezTo>
                    <a:pt x="41254" y="309"/>
                    <a:pt x="41195" y="351"/>
                    <a:pt x="41177" y="416"/>
                  </a:cubicBezTo>
                  <a:cubicBezTo>
                    <a:pt x="41155" y="496"/>
                    <a:pt x="41201" y="576"/>
                    <a:pt x="41279" y="599"/>
                  </a:cubicBezTo>
                  <a:cubicBezTo>
                    <a:pt x="41466" y="650"/>
                    <a:pt x="41651" y="710"/>
                    <a:pt x="41830" y="776"/>
                  </a:cubicBezTo>
                  <a:cubicBezTo>
                    <a:pt x="41847" y="782"/>
                    <a:pt x="41863" y="786"/>
                    <a:pt x="41880" y="786"/>
                  </a:cubicBezTo>
                  <a:cubicBezTo>
                    <a:pt x="41941" y="786"/>
                    <a:pt x="41996" y="748"/>
                    <a:pt x="42018" y="690"/>
                  </a:cubicBezTo>
                  <a:cubicBezTo>
                    <a:pt x="42047" y="612"/>
                    <a:pt x="42007" y="529"/>
                    <a:pt x="41930" y="500"/>
                  </a:cubicBezTo>
                  <a:cubicBezTo>
                    <a:pt x="41744" y="432"/>
                    <a:pt x="41553" y="369"/>
                    <a:pt x="41359" y="315"/>
                  </a:cubicBezTo>
                  <a:cubicBezTo>
                    <a:pt x="41345" y="311"/>
                    <a:pt x="41331" y="309"/>
                    <a:pt x="41318" y="309"/>
                  </a:cubicBezTo>
                  <a:close/>
                  <a:moveTo>
                    <a:pt x="36169" y="716"/>
                  </a:moveTo>
                  <a:cubicBezTo>
                    <a:pt x="36142" y="716"/>
                    <a:pt x="36115" y="723"/>
                    <a:pt x="36090" y="739"/>
                  </a:cubicBezTo>
                  <a:cubicBezTo>
                    <a:pt x="35924" y="843"/>
                    <a:pt x="35758" y="962"/>
                    <a:pt x="35596" y="1090"/>
                  </a:cubicBezTo>
                  <a:cubicBezTo>
                    <a:pt x="35532" y="1141"/>
                    <a:pt x="35522" y="1234"/>
                    <a:pt x="35573" y="1297"/>
                  </a:cubicBezTo>
                  <a:cubicBezTo>
                    <a:pt x="35601" y="1333"/>
                    <a:pt x="35645" y="1353"/>
                    <a:pt x="35688" y="1353"/>
                  </a:cubicBezTo>
                  <a:cubicBezTo>
                    <a:pt x="35720" y="1353"/>
                    <a:pt x="35753" y="1343"/>
                    <a:pt x="35780" y="1322"/>
                  </a:cubicBezTo>
                  <a:cubicBezTo>
                    <a:pt x="35935" y="1200"/>
                    <a:pt x="36091" y="1089"/>
                    <a:pt x="36247" y="989"/>
                  </a:cubicBezTo>
                  <a:cubicBezTo>
                    <a:pt x="36317" y="945"/>
                    <a:pt x="36338" y="854"/>
                    <a:pt x="36294" y="786"/>
                  </a:cubicBezTo>
                  <a:cubicBezTo>
                    <a:pt x="36266" y="740"/>
                    <a:pt x="36218" y="716"/>
                    <a:pt x="36169" y="716"/>
                  </a:cubicBezTo>
                  <a:close/>
                  <a:moveTo>
                    <a:pt x="42688" y="845"/>
                  </a:moveTo>
                  <a:cubicBezTo>
                    <a:pt x="42635" y="845"/>
                    <a:pt x="42583" y="874"/>
                    <a:pt x="42556" y="925"/>
                  </a:cubicBezTo>
                  <a:cubicBezTo>
                    <a:pt x="42519" y="997"/>
                    <a:pt x="42548" y="1086"/>
                    <a:pt x="42620" y="1123"/>
                  </a:cubicBezTo>
                  <a:cubicBezTo>
                    <a:pt x="42793" y="1213"/>
                    <a:pt x="42961" y="1309"/>
                    <a:pt x="43119" y="1411"/>
                  </a:cubicBezTo>
                  <a:cubicBezTo>
                    <a:pt x="43145" y="1426"/>
                    <a:pt x="43172" y="1434"/>
                    <a:pt x="43199" y="1434"/>
                  </a:cubicBezTo>
                  <a:cubicBezTo>
                    <a:pt x="43249" y="1434"/>
                    <a:pt x="43296" y="1411"/>
                    <a:pt x="43323" y="1365"/>
                  </a:cubicBezTo>
                  <a:cubicBezTo>
                    <a:pt x="43366" y="1297"/>
                    <a:pt x="43346" y="1205"/>
                    <a:pt x="43278" y="1162"/>
                  </a:cubicBezTo>
                  <a:cubicBezTo>
                    <a:pt x="43112" y="1056"/>
                    <a:pt x="42936" y="955"/>
                    <a:pt x="42756" y="862"/>
                  </a:cubicBezTo>
                  <a:cubicBezTo>
                    <a:pt x="42734" y="850"/>
                    <a:pt x="42711" y="845"/>
                    <a:pt x="42688" y="845"/>
                  </a:cubicBezTo>
                  <a:close/>
                  <a:moveTo>
                    <a:pt x="43906" y="1670"/>
                  </a:moveTo>
                  <a:cubicBezTo>
                    <a:pt x="43865" y="1670"/>
                    <a:pt x="43825" y="1687"/>
                    <a:pt x="43796" y="1720"/>
                  </a:cubicBezTo>
                  <a:cubicBezTo>
                    <a:pt x="43741" y="1781"/>
                    <a:pt x="43747" y="1874"/>
                    <a:pt x="43808" y="1928"/>
                  </a:cubicBezTo>
                  <a:cubicBezTo>
                    <a:pt x="43952" y="2055"/>
                    <a:pt x="44091" y="2190"/>
                    <a:pt x="44217" y="2329"/>
                  </a:cubicBezTo>
                  <a:cubicBezTo>
                    <a:pt x="44246" y="2361"/>
                    <a:pt x="44287" y="2379"/>
                    <a:pt x="44327" y="2379"/>
                  </a:cubicBezTo>
                  <a:cubicBezTo>
                    <a:pt x="44361" y="2379"/>
                    <a:pt x="44397" y="2365"/>
                    <a:pt x="44425" y="2340"/>
                  </a:cubicBezTo>
                  <a:cubicBezTo>
                    <a:pt x="44485" y="2285"/>
                    <a:pt x="44489" y="2192"/>
                    <a:pt x="44435" y="2132"/>
                  </a:cubicBezTo>
                  <a:cubicBezTo>
                    <a:pt x="44301" y="1984"/>
                    <a:pt x="44155" y="1841"/>
                    <a:pt x="44003" y="1707"/>
                  </a:cubicBezTo>
                  <a:cubicBezTo>
                    <a:pt x="43975" y="1682"/>
                    <a:pt x="43941" y="1670"/>
                    <a:pt x="43906" y="1670"/>
                  </a:cubicBezTo>
                  <a:close/>
                  <a:moveTo>
                    <a:pt x="35035" y="1654"/>
                  </a:moveTo>
                  <a:cubicBezTo>
                    <a:pt x="34996" y="1654"/>
                    <a:pt x="34958" y="1669"/>
                    <a:pt x="34929" y="1700"/>
                  </a:cubicBezTo>
                  <a:cubicBezTo>
                    <a:pt x="34791" y="1844"/>
                    <a:pt x="34657" y="1997"/>
                    <a:pt x="34531" y="2153"/>
                  </a:cubicBezTo>
                  <a:cubicBezTo>
                    <a:pt x="34480" y="2216"/>
                    <a:pt x="34490" y="2308"/>
                    <a:pt x="34553" y="2360"/>
                  </a:cubicBezTo>
                  <a:cubicBezTo>
                    <a:pt x="34580" y="2382"/>
                    <a:pt x="34614" y="2392"/>
                    <a:pt x="34646" y="2392"/>
                  </a:cubicBezTo>
                  <a:cubicBezTo>
                    <a:pt x="34688" y="2392"/>
                    <a:pt x="34732" y="2373"/>
                    <a:pt x="34761" y="2337"/>
                  </a:cubicBezTo>
                  <a:cubicBezTo>
                    <a:pt x="34882" y="2188"/>
                    <a:pt x="35011" y="2041"/>
                    <a:pt x="35142" y="1904"/>
                  </a:cubicBezTo>
                  <a:cubicBezTo>
                    <a:pt x="35198" y="1844"/>
                    <a:pt x="35197" y="1751"/>
                    <a:pt x="35137" y="1695"/>
                  </a:cubicBezTo>
                  <a:cubicBezTo>
                    <a:pt x="35108" y="1667"/>
                    <a:pt x="35072" y="1654"/>
                    <a:pt x="35035" y="1654"/>
                  </a:cubicBezTo>
                  <a:close/>
                  <a:moveTo>
                    <a:pt x="44859" y="2788"/>
                  </a:moveTo>
                  <a:cubicBezTo>
                    <a:pt x="44833" y="2788"/>
                    <a:pt x="44806" y="2795"/>
                    <a:pt x="44782" y="2810"/>
                  </a:cubicBezTo>
                  <a:cubicBezTo>
                    <a:pt x="44712" y="2853"/>
                    <a:pt x="44691" y="2943"/>
                    <a:pt x="44735" y="3013"/>
                  </a:cubicBezTo>
                  <a:cubicBezTo>
                    <a:pt x="44835" y="3174"/>
                    <a:pt x="44925" y="3344"/>
                    <a:pt x="45004" y="3516"/>
                  </a:cubicBezTo>
                  <a:cubicBezTo>
                    <a:pt x="45029" y="3570"/>
                    <a:pt x="45082" y="3602"/>
                    <a:pt x="45138" y="3602"/>
                  </a:cubicBezTo>
                  <a:cubicBezTo>
                    <a:pt x="45158" y="3602"/>
                    <a:pt x="45179" y="3598"/>
                    <a:pt x="45200" y="3589"/>
                  </a:cubicBezTo>
                  <a:cubicBezTo>
                    <a:pt x="45273" y="3555"/>
                    <a:pt x="45305" y="3467"/>
                    <a:pt x="45272" y="3393"/>
                  </a:cubicBezTo>
                  <a:cubicBezTo>
                    <a:pt x="45188" y="3210"/>
                    <a:pt x="45091" y="3031"/>
                    <a:pt x="44984" y="2858"/>
                  </a:cubicBezTo>
                  <a:cubicBezTo>
                    <a:pt x="44957" y="2813"/>
                    <a:pt x="44909" y="2788"/>
                    <a:pt x="44859" y="2788"/>
                  </a:cubicBezTo>
                  <a:close/>
                  <a:moveTo>
                    <a:pt x="34133" y="2818"/>
                  </a:moveTo>
                  <a:cubicBezTo>
                    <a:pt x="34083" y="2818"/>
                    <a:pt x="34035" y="2842"/>
                    <a:pt x="34007" y="2887"/>
                  </a:cubicBezTo>
                  <a:cubicBezTo>
                    <a:pt x="33901" y="3060"/>
                    <a:pt x="33801" y="3236"/>
                    <a:pt x="33711" y="3412"/>
                  </a:cubicBezTo>
                  <a:cubicBezTo>
                    <a:pt x="33674" y="3485"/>
                    <a:pt x="33703" y="3573"/>
                    <a:pt x="33775" y="3610"/>
                  </a:cubicBezTo>
                  <a:cubicBezTo>
                    <a:pt x="33798" y="3622"/>
                    <a:pt x="33821" y="3627"/>
                    <a:pt x="33842" y="3627"/>
                  </a:cubicBezTo>
                  <a:cubicBezTo>
                    <a:pt x="33896" y="3627"/>
                    <a:pt x="33949" y="3597"/>
                    <a:pt x="33975" y="3545"/>
                  </a:cubicBezTo>
                  <a:cubicBezTo>
                    <a:pt x="34062" y="3375"/>
                    <a:pt x="34157" y="3206"/>
                    <a:pt x="34259" y="3042"/>
                  </a:cubicBezTo>
                  <a:cubicBezTo>
                    <a:pt x="34301" y="2974"/>
                    <a:pt x="34281" y="2882"/>
                    <a:pt x="34212" y="2840"/>
                  </a:cubicBezTo>
                  <a:cubicBezTo>
                    <a:pt x="34187" y="2825"/>
                    <a:pt x="34160" y="2818"/>
                    <a:pt x="34133" y="2818"/>
                  </a:cubicBezTo>
                  <a:close/>
                  <a:moveTo>
                    <a:pt x="33498" y="4146"/>
                  </a:moveTo>
                  <a:cubicBezTo>
                    <a:pt x="33436" y="4146"/>
                    <a:pt x="33378" y="4184"/>
                    <a:pt x="33357" y="4246"/>
                  </a:cubicBezTo>
                  <a:cubicBezTo>
                    <a:pt x="33290" y="4442"/>
                    <a:pt x="33237" y="4638"/>
                    <a:pt x="33195" y="4830"/>
                  </a:cubicBezTo>
                  <a:cubicBezTo>
                    <a:pt x="33179" y="4909"/>
                    <a:pt x="33228" y="4989"/>
                    <a:pt x="33309" y="5005"/>
                  </a:cubicBezTo>
                  <a:cubicBezTo>
                    <a:pt x="33319" y="5007"/>
                    <a:pt x="33329" y="5010"/>
                    <a:pt x="33340" y="5010"/>
                  </a:cubicBezTo>
                  <a:cubicBezTo>
                    <a:pt x="33408" y="5010"/>
                    <a:pt x="33469" y="4961"/>
                    <a:pt x="33484" y="4892"/>
                  </a:cubicBezTo>
                  <a:cubicBezTo>
                    <a:pt x="33522" y="4711"/>
                    <a:pt x="33574" y="4526"/>
                    <a:pt x="33638" y="4340"/>
                  </a:cubicBezTo>
                  <a:cubicBezTo>
                    <a:pt x="33664" y="4263"/>
                    <a:pt x="33622" y="4179"/>
                    <a:pt x="33545" y="4153"/>
                  </a:cubicBezTo>
                  <a:cubicBezTo>
                    <a:pt x="33530" y="4148"/>
                    <a:pt x="33514" y="4146"/>
                    <a:pt x="33498" y="4146"/>
                  </a:cubicBezTo>
                  <a:close/>
                  <a:moveTo>
                    <a:pt x="45428" y="4141"/>
                  </a:moveTo>
                  <a:cubicBezTo>
                    <a:pt x="45416" y="4141"/>
                    <a:pt x="45404" y="4142"/>
                    <a:pt x="45392" y="4145"/>
                  </a:cubicBezTo>
                  <a:cubicBezTo>
                    <a:pt x="45312" y="4165"/>
                    <a:pt x="45264" y="4244"/>
                    <a:pt x="45283" y="4323"/>
                  </a:cubicBezTo>
                  <a:cubicBezTo>
                    <a:pt x="45329" y="4504"/>
                    <a:pt x="45364" y="4693"/>
                    <a:pt x="45390" y="4887"/>
                  </a:cubicBezTo>
                  <a:cubicBezTo>
                    <a:pt x="45398" y="4961"/>
                    <a:pt x="45462" y="5016"/>
                    <a:pt x="45535" y="5016"/>
                  </a:cubicBezTo>
                  <a:cubicBezTo>
                    <a:pt x="45541" y="5016"/>
                    <a:pt x="45548" y="5016"/>
                    <a:pt x="45553" y="5015"/>
                  </a:cubicBezTo>
                  <a:cubicBezTo>
                    <a:pt x="45634" y="5004"/>
                    <a:pt x="45691" y="4930"/>
                    <a:pt x="45681" y="4850"/>
                  </a:cubicBezTo>
                  <a:cubicBezTo>
                    <a:pt x="45655" y="4644"/>
                    <a:pt x="45618" y="4444"/>
                    <a:pt x="45569" y="4253"/>
                  </a:cubicBezTo>
                  <a:cubicBezTo>
                    <a:pt x="45553" y="4186"/>
                    <a:pt x="45494" y="4141"/>
                    <a:pt x="45428" y="4141"/>
                  </a:cubicBezTo>
                  <a:close/>
                  <a:moveTo>
                    <a:pt x="33243" y="5590"/>
                  </a:moveTo>
                  <a:cubicBezTo>
                    <a:pt x="33161" y="5590"/>
                    <a:pt x="33096" y="5657"/>
                    <a:pt x="33096" y="5739"/>
                  </a:cubicBezTo>
                  <a:cubicBezTo>
                    <a:pt x="33096" y="5951"/>
                    <a:pt x="33115" y="6157"/>
                    <a:pt x="33151" y="6353"/>
                  </a:cubicBezTo>
                  <a:cubicBezTo>
                    <a:pt x="33164" y="6424"/>
                    <a:pt x="33226" y="6473"/>
                    <a:pt x="33295" y="6473"/>
                  </a:cubicBezTo>
                  <a:cubicBezTo>
                    <a:pt x="33305" y="6473"/>
                    <a:pt x="33314" y="6472"/>
                    <a:pt x="33324" y="6469"/>
                  </a:cubicBezTo>
                  <a:cubicBezTo>
                    <a:pt x="33404" y="6455"/>
                    <a:pt x="33457" y="6378"/>
                    <a:pt x="33442" y="6297"/>
                  </a:cubicBezTo>
                  <a:cubicBezTo>
                    <a:pt x="33408" y="6120"/>
                    <a:pt x="33390" y="5931"/>
                    <a:pt x="33390" y="5738"/>
                  </a:cubicBezTo>
                  <a:cubicBezTo>
                    <a:pt x="33390" y="5656"/>
                    <a:pt x="33324" y="5590"/>
                    <a:pt x="33243" y="5590"/>
                  </a:cubicBezTo>
                  <a:close/>
                  <a:moveTo>
                    <a:pt x="45588" y="5603"/>
                  </a:moveTo>
                  <a:cubicBezTo>
                    <a:pt x="45506" y="5603"/>
                    <a:pt x="45441" y="5668"/>
                    <a:pt x="45441" y="5749"/>
                  </a:cubicBezTo>
                  <a:cubicBezTo>
                    <a:pt x="45439" y="5934"/>
                    <a:pt x="45433" y="6128"/>
                    <a:pt x="45419" y="6329"/>
                  </a:cubicBezTo>
                  <a:cubicBezTo>
                    <a:pt x="45412" y="6411"/>
                    <a:pt x="45474" y="6482"/>
                    <a:pt x="45556" y="6487"/>
                  </a:cubicBezTo>
                  <a:lnTo>
                    <a:pt x="45566" y="6487"/>
                  </a:lnTo>
                  <a:cubicBezTo>
                    <a:pt x="45643" y="6487"/>
                    <a:pt x="45707" y="6428"/>
                    <a:pt x="45715" y="6349"/>
                  </a:cubicBezTo>
                  <a:cubicBezTo>
                    <a:pt x="45728" y="6141"/>
                    <a:pt x="45735" y="5940"/>
                    <a:pt x="45736" y="5750"/>
                  </a:cubicBezTo>
                  <a:cubicBezTo>
                    <a:pt x="45736" y="5670"/>
                    <a:pt x="45670" y="5603"/>
                    <a:pt x="45589" y="5603"/>
                  </a:cubicBezTo>
                  <a:close/>
                  <a:moveTo>
                    <a:pt x="33384" y="6524"/>
                  </a:moveTo>
                  <a:cubicBezTo>
                    <a:pt x="33369" y="6524"/>
                    <a:pt x="33354" y="6527"/>
                    <a:pt x="33339" y="6531"/>
                  </a:cubicBezTo>
                  <a:cubicBezTo>
                    <a:pt x="33261" y="6557"/>
                    <a:pt x="33218" y="6640"/>
                    <a:pt x="33243" y="6717"/>
                  </a:cubicBezTo>
                  <a:cubicBezTo>
                    <a:pt x="33305" y="6910"/>
                    <a:pt x="33386" y="7101"/>
                    <a:pt x="33483" y="7283"/>
                  </a:cubicBezTo>
                  <a:cubicBezTo>
                    <a:pt x="33510" y="7333"/>
                    <a:pt x="33561" y="7362"/>
                    <a:pt x="33613" y="7362"/>
                  </a:cubicBezTo>
                  <a:cubicBezTo>
                    <a:pt x="33636" y="7362"/>
                    <a:pt x="33660" y="7355"/>
                    <a:pt x="33682" y="7343"/>
                  </a:cubicBezTo>
                  <a:cubicBezTo>
                    <a:pt x="33755" y="7305"/>
                    <a:pt x="33781" y="7215"/>
                    <a:pt x="33743" y="7143"/>
                  </a:cubicBezTo>
                  <a:cubicBezTo>
                    <a:pt x="33654" y="6977"/>
                    <a:pt x="33580" y="6803"/>
                    <a:pt x="33523" y="6626"/>
                  </a:cubicBezTo>
                  <a:cubicBezTo>
                    <a:pt x="33503" y="6564"/>
                    <a:pt x="33446" y="6524"/>
                    <a:pt x="33384" y="6524"/>
                  </a:cubicBezTo>
                  <a:close/>
                  <a:moveTo>
                    <a:pt x="45474" y="7073"/>
                  </a:moveTo>
                  <a:cubicBezTo>
                    <a:pt x="45401" y="7073"/>
                    <a:pt x="45339" y="7127"/>
                    <a:pt x="45330" y="7202"/>
                  </a:cubicBezTo>
                  <a:cubicBezTo>
                    <a:pt x="45304" y="7395"/>
                    <a:pt x="45277" y="7589"/>
                    <a:pt x="45248" y="7783"/>
                  </a:cubicBezTo>
                  <a:cubicBezTo>
                    <a:pt x="45236" y="7864"/>
                    <a:pt x="45293" y="7940"/>
                    <a:pt x="45372" y="7951"/>
                  </a:cubicBezTo>
                  <a:cubicBezTo>
                    <a:pt x="45380" y="7952"/>
                    <a:pt x="45388" y="7952"/>
                    <a:pt x="45395" y="7952"/>
                  </a:cubicBezTo>
                  <a:cubicBezTo>
                    <a:pt x="45467" y="7952"/>
                    <a:pt x="45530" y="7899"/>
                    <a:pt x="45541" y="7825"/>
                  </a:cubicBezTo>
                  <a:cubicBezTo>
                    <a:pt x="45569" y="7629"/>
                    <a:pt x="45597" y="7434"/>
                    <a:pt x="45623" y="7239"/>
                  </a:cubicBezTo>
                  <a:cubicBezTo>
                    <a:pt x="45633" y="7158"/>
                    <a:pt x="45576" y="7084"/>
                    <a:pt x="45495" y="7074"/>
                  </a:cubicBezTo>
                  <a:cubicBezTo>
                    <a:pt x="45488" y="7073"/>
                    <a:pt x="45481" y="7073"/>
                    <a:pt x="45474" y="7073"/>
                  </a:cubicBezTo>
                  <a:close/>
                  <a:moveTo>
                    <a:pt x="34119" y="7789"/>
                  </a:moveTo>
                  <a:cubicBezTo>
                    <a:pt x="34084" y="7789"/>
                    <a:pt x="34050" y="7801"/>
                    <a:pt x="34022" y="7826"/>
                  </a:cubicBezTo>
                  <a:cubicBezTo>
                    <a:pt x="33960" y="7879"/>
                    <a:pt x="33954" y="7972"/>
                    <a:pt x="34007" y="8034"/>
                  </a:cubicBezTo>
                  <a:cubicBezTo>
                    <a:pt x="34134" y="8179"/>
                    <a:pt x="34274" y="8319"/>
                    <a:pt x="34432" y="8466"/>
                  </a:cubicBezTo>
                  <a:cubicBezTo>
                    <a:pt x="34460" y="8492"/>
                    <a:pt x="34495" y="8504"/>
                    <a:pt x="34531" y="8504"/>
                  </a:cubicBezTo>
                  <a:cubicBezTo>
                    <a:pt x="34572" y="8504"/>
                    <a:pt x="34610" y="8488"/>
                    <a:pt x="34641" y="8458"/>
                  </a:cubicBezTo>
                  <a:cubicBezTo>
                    <a:pt x="34697" y="8397"/>
                    <a:pt x="34692" y="8304"/>
                    <a:pt x="34632" y="8249"/>
                  </a:cubicBezTo>
                  <a:cubicBezTo>
                    <a:pt x="34481" y="8111"/>
                    <a:pt x="34350" y="7977"/>
                    <a:pt x="34229" y="7840"/>
                  </a:cubicBezTo>
                  <a:cubicBezTo>
                    <a:pt x="34200" y="7806"/>
                    <a:pt x="34159" y="7789"/>
                    <a:pt x="34119" y="7789"/>
                  </a:cubicBezTo>
                  <a:close/>
                  <a:moveTo>
                    <a:pt x="35215" y="8770"/>
                  </a:moveTo>
                  <a:cubicBezTo>
                    <a:pt x="35170" y="8770"/>
                    <a:pt x="35127" y="8790"/>
                    <a:pt x="35098" y="8829"/>
                  </a:cubicBezTo>
                  <a:cubicBezTo>
                    <a:pt x="35048" y="8895"/>
                    <a:pt x="35062" y="8987"/>
                    <a:pt x="35127" y="9035"/>
                  </a:cubicBezTo>
                  <a:cubicBezTo>
                    <a:pt x="35286" y="9153"/>
                    <a:pt x="35447" y="9268"/>
                    <a:pt x="35611" y="9381"/>
                  </a:cubicBezTo>
                  <a:cubicBezTo>
                    <a:pt x="35636" y="9398"/>
                    <a:pt x="35665" y="9407"/>
                    <a:pt x="35694" y="9407"/>
                  </a:cubicBezTo>
                  <a:cubicBezTo>
                    <a:pt x="35741" y="9407"/>
                    <a:pt x="35787" y="9385"/>
                    <a:pt x="35817" y="9345"/>
                  </a:cubicBezTo>
                  <a:cubicBezTo>
                    <a:pt x="35863" y="9278"/>
                    <a:pt x="35847" y="9186"/>
                    <a:pt x="35780" y="9140"/>
                  </a:cubicBezTo>
                  <a:cubicBezTo>
                    <a:pt x="35619" y="9028"/>
                    <a:pt x="35459" y="8916"/>
                    <a:pt x="35304" y="8799"/>
                  </a:cubicBezTo>
                  <a:cubicBezTo>
                    <a:pt x="35277" y="8779"/>
                    <a:pt x="35246" y="8770"/>
                    <a:pt x="35215" y="8770"/>
                  </a:cubicBezTo>
                  <a:close/>
                  <a:moveTo>
                    <a:pt x="45264" y="8532"/>
                  </a:moveTo>
                  <a:cubicBezTo>
                    <a:pt x="45192" y="8532"/>
                    <a:pt x="45129" y="8586"/>
                    <a:pt x="45118" y="8659"/>
                  </a:cubicBezTo>
                  <a:cubicBezTo>
                    <a:pt x="45090" y="8855"/>
                    <a:pt x="45063" y="9051"/>
                    <a:pt x="45040" y="9247"/>
                  </a:cubicBezTo>
                  <a:cubicBezTo>
                    <a:pt x="45031" y="9328"/>
                    <a:pt x="45087" y="9401"/>
                    <a:pt x="45169" y="9411"/>
                  </a:cubicBezTo>
                  <a:cubicBezTo>
                    <a:pt x="45175" y="9412"/>
                    <a:pt x="45180" y="9412"/>
                    <a:pt x="45186" y="9412"/>
                  </a:cubicBezTo>
                  <a:cubicBezTo>
                    <a:pt x="45261" y="9412"/>
                    <a:pt x="45324" y="9356"/>
                    <a:pt x="45334" y="9282"/>
                  </a:cubicBezTo>
                  <a:cubicBezTo>
                    <a:pt x="45357" y="9088"/>
                    <a:pt x="45382" y="8893"/>
                    <a:pt x="45411" y="8700"/>
                  </a:cubicBezTo>
                  <a:cubicBezTo>
                    <a:pt x="45423" y="8621"/>
                    <a:pt x="45367" y="8545"/>
                    <a:pt x="45287" y="8534"/>
                  </a:cubicBezTo>
                  <a:cubicBezTo>
                    <a:pt x="45279" y="8533"/>
                    <a:pt x="45272" y="8532"/>
                    <a:pt x="45264" y="8532"/>
                  </a:cubicBezTo>
                  <a:close/>
                  <a:moveTo>
                    <a:pt x="36423" y="9614"/>
                  </a:moveTo>
                  <a:cubicBezTo>
                    <a:pt x="36377" y="9614"/>
                    <a:pt x="36331" y="9636"/>
                    <a:pt x="36302" y="9678"/>
                  </a:cubicBezTo>
                  <a:cubicBezTo>
                    <a:pt x="36256" y="9744"/>
                    <a:pt x="36272" y="9836"/>
                    <a:pt x="36339" y="9883"/>
                  </a:cubicBezTo>
                  <a:cubicBezTo>
                    <a:pt x="36501" y="9994"/>
                    <a:pt x="36661" y="10107"/>
                    <a:pt x="36818" y="10222"/>
                  </a:cubicBezTo>
                  <a:cubicBezTo>
                    <a:pt x="36845" y="10242"/>
                    <a:pt x="36876" y="10250"/>
                    <a:pt x="36906" y="10250"/>
                  </a:cubicBezTo>
                  <a:cubicBezTo>
                    <a:pt x="36951" y="10250"/>
                    <a:pt x="36996" y="10230"/>
                    <a:pt x="37023" y="10191"/>
                  </a:cubicBezTo>
                  <a:cubicBezTo>
                    <a:pt x="37072" y="10125"/>
                    <a:pt x="37058" y="10032"/>
                    <a:pt x="36992" y="9985"/>
                  </a:cubicBezTo>
                  <a:cubicBezTo>
                    <a:pt x="36833" y="9867"/>
                    <a:pt x="36671" y="9754"/>
                    <a:pt x="36507" y="9640"/>
                  </a:cubicBezTo>
                  <a:cubicBezTo>
                    <a:pt x="36482" y="9622"/>
                    <a:pt x="36452" y="9614"/>
                    <a:pt x="36423" y="9614"/>
                  </a:cubicBezTo>
                  <a:close/>
                  <a:moveTo>
                    <a:pt x="45107" y="9999"/>
                  </a:moveTo>
                  <a:cubicBezTo>
                    <a:pt x="45031" y="9999"/>
                    <a:pt x="44963" y="10059"/>
                    <a:pt x="44959" y="10138"/>
                  </a:cubicBezTo>
                  <a:cubicBezTo>
                    <a:pt x="44949" y="10311"/>
                    <a:pt x="44946" y="10473"/>
                    <a:pt x="44946" y="10631"/>
                  </a:cubicBezTo>
                  <a:lnTo>
                    <a:pt x="44947" y="10737"/>
                  </a:lnTo>
                  <a:cubicBezTo>
                    <a:pt x="44947" y="10817"/>
                    <a:pt x="45013" y="10882"/>
                    <a:pt x="45094" y="10882"/>
                  </a:cubicBezTo>
                  <a:lnTo>
                    <a:pt x="45097" y="10882"/>
                  </a:lnTo>
                  <a:cubicBezTo>
                    <a:pt x="45178" y="10881"/>
                    <a:pt x="45243" y="10814"/>
                    <a:pt x="45242" y="10733"/>
                  </a:cubicBezTo>
                  <a:lnTo>
                    <a:pt x="45241" y="10631"/>
                  </a:lnTo>
                  <a:cubicBezTo>
                    <a:pt x="45241" y="10479"/>
                    <a:pt x="45245" y="10322"/>
                    <a:pt x="45253" y="10154"/>
                  </a:cubicBezTo>
                  <a:cubicBezTo>
                    <a:pt x="45259" y="10072"/>
                    <a:pt x="45196" y="10002"/>
                    <a:pt x="45114" y="9999"/>
                  </a:cubicBezTo>
                  <a:cubicBezTo>
                    <a:pt x="45112" y="9999"/>
                    <a:pt x="45109" y="9999"/>
                    <a:pt x="45107" y="9999"/>
                  </a:cubicBezTo>
                  <a:close/>
                  <a:moveTo>
                    <a:pt x="37596" y="10507"/>
                  </a:moveTo>
                  <a:cubicBezTo>
                    <a:pt x="37556" y="10507"/>
                    <a:pt x="37515" y="10524"/>
                    <a:pt x="37486" y="10557"/>
                  </a:cubicBezTo>
                  <a:cubicBezTo>
                    <a:pt x="37432" y="10618"/>
                    <a:pt x="37438" y="10711"/>
                    <a:pt x="37499" y="10765"/>
                  </a:cubicBezTo>
                  <a:cubicBezTo>
                    <a:pt x="37546" y="10806"/>
                    <a:pt x="37593" y="10849"/>
                    <a:pt x="37638" y="10892"/>
                  </a:cubicBezTo>
                  <a:cubicBezTo>
                    <a:pt x="37732" y="10979"/>
                    <a:pt x="37825" y="11071"/>
                    <a:pt x="37915" y="11165"/>
                  </a:cubicBezTo>
                  <a:cubicBezTo>
                    <a:pt x="37942" y="11196"/>
                    <a:pt x="37983" y="11211"/>
                    <a:pt x="38021" y="11211"/>
                  </a:cubicBezTo>
                  <a:cubicBezTo>
                    <a:pt x="38057" y="11211"/>
                    <a:pt x="38093" y="11197"/>
                    <a:pt x="38122" y="11171"/>
                  </a:cubicBezTo>
                  <a:cubicBezTo>
                    <a:pt x="38181" y="11114"/>
                    <a:pt x="38184" y="11022"/>
                    <a:pt x="38128" y="10963"/>
                  </a:cubicBezTo>
                  <a:cubicBezTo>
                    <a:pt x="38035" y="10865"/>
                    <a:pt x="37937" y="10768"/>
                    <a:pt x="37839" y="10676"/>
                  </a:cubicBezTo>
                  <a:cubicBezTo>
                    <a:pt x="37792" y="10633"/>
                    <a:pt x="37742" y="10588"/>
                    <a:pt x="37694" y="10545"/>
                  </a:cubicBezTo>
                  <a:cubicBezTo>
                    <a:pt x="37666" y="10520"/>
                    <a:pt x="37631" y="10507"/>
                    <a:pt x="37596" y="10507"/>
                  </a:cubicBezTo>
                  <a:close/>
                  <a:moveTo>
                    <a:pt x="45163" y="11469"/>
                  </a:moveTo>
                  <a:cubicBezTo>
                    <a:pt x="45155" y="11469"/>
                    <a:pt x="45148" y="11469"/>
                    <a:pt x="45140" y="11470"/>
                  </a:cubicBezTo>
                  <a:cubicBezTo>
                    <a:pt x="45061" y="11482"/>
                    <a:pt x="45005" y="11558"/>
                    <a:pt x="45016" y="11639"/>
                  </a:cubicBezTo>
                  <a:cubicBezTo>
                    <a:pt x="45025" y="11700"/>
                    <a:pt x="45036" y="11762"/>
                    <a:pt x="45047" y="11824"/>
                  </a:cubicBezTo>
                  <a:cubicBezTo>
                    <a:pt x="45072" y="11958"/>
                    <a:pt x="45102" y="12095"/>
                    <a:pt x="45137" y="12230"/>
                  </a:cubicBezTo>
                  <a:cubicBezTo>
                    <a:pt x="45154" y="12297"/>
                    <a:pt x="45214" y="12341"/>
                    <a:pt x="45279" y="12341"/>
                  </a:cubicBezTo>
                  <a:cubicBezTo>
                    <a:pt x="45293" y="12341"/>
                    <a:pt x="45304" y="12339"/>
                    <a:pt x="45317" y="12336"/>
                  </a:cubicBezTo>
                  <a:cubicBezTo>
                    <a:pt x="45396" y="12315"/>
                    <a:pt x="45443" y="12235"/>
                    <a:pt x="45423" y="12157"/>
                  </a:cubicBezTo>
                  <a:cubicBezTo>
                    <a:pt x="45390" y="12029"/>
                    <a:pt x="45361" y="11899"/>
                    <a:pt x="45338" y="11771"/>
                  </a:cubicBezTo>
                  <a:cubicBezTo>
                    <a:pt x="45326" y="11712"/>
                    <a:pt x="45317" y="11653"/>
                    <a:pt x="45308" y="11594"/>
                  </a:cubicBezTo>
                  <a:cubicBezTo>
                    <a:pt x="45298" y="11522"/>
                    <a:pt x="45236" y="11469"/>
                    <a:pt x="45163" y="11469"/>
                  </a:cubicBezTo>
                  <a:close/>
                  <a:moveTo>
                    <a:pt x="38582" y="11599"/>
                  </a:moveTo>
                  <a:cubicBezTo>
                    <a:pt x="38553" y="11599"/>
                    <a:pt x="38523" y="11608"/>
                    <a:pt x="38498" y="11626"/>
                  </a:cubicBezTo>
                  <a:cubicBezTo>
                    <a:pt x="38432" y="11675"/>
                    <a:pt x="38416" y="11768"/>
                    <a:pt x="38463" y="11833"/>
                  </a:cubicBezTo>
                  <a:cubicBezTo>
                    <a:pt x="38575" y="11986"/>
                    <a:pt x="38680" y="12149"/>
                    <a:pt x="38779" y="12315"/>
                  </a:cubicBezTo>
                  <a:cubicBezTo>
                    <a:pt x="38807" y="12362"/>
                    <a:pt x="38856" y="12388"/>
                    <a:pt x="38906" y="12388"/>
                  </a:cubicBezTo>
                  <a:cubicBezTo>
                    <a:pt x="38932" y="12388"/>
                    <a:pt x="38958" y="12379"/>
                    <a:pt x="38979" y="12367"/>
                  </a:cubicBezTo>
                  <a:cubicBezTo>
                    <a:pt x="39051" y="12324"/>
                    <a:pt x="39072" y="12234"/>
                    <a:pt x="39031" y="12164"/>
                  </a:cubicBezTo>
                  <a:cubicBezTo>
                    <a:pt x="38928" y="11990"/>
                    <a:pt x="38817" y="11821"/>
                    <a:pt x="38702" y="11660"/>
                  </a:cubicBezTo>
                  <a:cubicBezTo>
                    <a:pt x="38674" y="11620"/>
                    <a:pt x="38628" y="11599"/>
                    <a:pt x="38582" y="11599"/>
                  </a:cubicBezTo>
                  <a:close/>
                  <a:moveTo>
                    <a:pt x="45560" y="12883"/>
                  </a:moveTo>
                  <a:cubicBezTo>
                    <a:pt x="45541" y="12883"/>
                    <a:pt x="45522" y="12887"/>
                    <a:pt x="45504" y="12894"/>
                  </a:cubicBezTo>
                  <a:cubicBezTo>
                    <a:pt x="45429" y="12925"/>
                    <a:pt x="45393" y="13012"/>
                    <a:pt x="45424" y="13086"/>
                  </a:cubicBezTo>
                  <a:cubicBezTo>
                    <a:pt x="45497" y="13266"/>
                    <a:pt x="45582" y="13450"/>
                    <a:pt x="45672" y="13633"/>
                  </a:cubicBezTo>
                  <a:cubicBezTo>
                    <a:pt x="45698" y="13685"/>
                    <a:pt x="45750" y="13714"/>
                    <a:pt x="45804" y="13714"/>
                  </a:cubicBezTo>
                  <a:cubicBezTo>
                    <a:pt x="45826" y="13714"/>
                    <a:pt x="45850" y="13710"/>
                    <a:pt x="45870" y="13698"/>
                  </a:cubicBezTo>
                  <a:cubicBezTo>
                    <a:pt x="45943" y="13662"/>
                    <a:pt x="45973" y="13572"/>
                    <a:pt x="45937" y="13500"/>
                  </a:cubicBezTo>
                  <a:cubicBezTo>
                    <a:pt x="45849" y="13323"/>
                    <a:pt x="45767" y="13147"/>
                    <a:pt x="45696" y="12975"/>
                  </a:cubicBezTo>
                  <a:cubicBezTo>
                    <a:pt x="45673" y="12918"/>
                    <a:pt x="45617" y="12883"/>
                    <a:pt x="45560" y="12883"/>
                  </a:cubicBezTo>
                  <a:close/>
                  <a:moveTo>
                    <a:pt x="39312" y="12876"/>
                  </a:moveTo>
                  <a:cubicBezTo>
                    <a:pt x="39292" y="12876"/>
                    <a:pt x="39271" y="12880"/>
                    <a:pt x="39252" y="12889"/>
                  </a:cubicBezTo>
                  <a:cubicBezTo>
                    <a:pt x="39179" y="12923"/>
                    <a:pt x="39144" y="13009"/>
                    <a:pt x="39179" y="13084"/>
                  </a:cubicBezTo>
                  <a:cubicBezTo>
                    <a:pt x="39256" y="13256"/>
                    <a:pt x="39329" y="13437"/>
                    <a:pt x="39397" y="13621"/>
                  </a:cubicBezTo>
                  <a:cubicBezTo>
                    <a:pt x="39419" y="13679"/>
                    <a:pt x="39476" y="13718"/>
                    <a:pt x="39535" y="13718"/>
                  </a:cubicBezTo>
                  <a:cubicBezTo>
                    <a:pt x="39553" y="13718"/>
                    <a:pt x="39571" y="13713"/>
                    <a:pt x="39587" y="13707"/>
                  </a:cubicBezTo>
                  <a:cubicBezTo>
                    <a:pt x="39663" y="13678"/>
                    <a:pt x="39702" y="13594"/>
                    <a:pt x="39674" y="13517"/>
                  </a:cubicBezTo>
                  <a:cubicBezTo>
                    <a:pt x="39604" y="13328"/>
                    <a:pt x="39526" y="13142"/>
                    <a:pt x="39447" y="12962"/>
                  </a:cubicBezTo>
                  <a:cubicBezTo>
                    <a:pt x="39422" y="12908"/>
                    <a:pt x="39368" y="12876"/>
                    <a:pt x="39312" y="12876"/>
                  </a:cubicBezTo>
                  <a:close/>
                  <a:moveTo>
                    <a:pt x="46235" y="14193"/>
                  </a:moveTo>
                  <a:cubicBezTo>
                    <a:pt x="46208" y="14193"/>
                    <a:pt x="46182" y="14200"/>
                    <a:pt x="46158" y="14215"/>
                  </a:cubicBezTo>
                  <a:cubicBezTo>
                    <a:pt x="46088" y="14257"/>
                    <a:pt x="46067" y="14348"/>
                    <a:pt x="46109" y="14417"/>
                  </a:cubicBezTo>
                  <a:cubicBezTo>
                    <a:pt x="46206" y="14577"/>
                    <a:pt x="46310" y="14742"/>
                    <a:pt x="46428" y="14921"/>
                  </a:cubicBezTo>
                  <a:cubicBezTo>
                    <a:pt x="46455" y="14963"/>
                    <a:pt x="46504" y="14987"/>
                    <a:pt x="46551" y="14987"/>
                  </a:cubicBezTo>
                  <a:cubicBezTo>
                    <a:pt x="46578" y="14987"/>
                    <a:pt x="46607" y="14978"/>
                    <a:pt x="46632" y="14962"/>
                  </a:cubicBezTo>
                  <a:cubicBezTo>
                    <a:pt x="46700" y="14918"/>
                    <a:pt x="46719" y="14827"/>
                    <a:pt x="46674" y="14758"/>
                  </a:cubicBezTo>
                  <a:cubicBezTo>
                    <a:pt x="46558" y="14582"/>
                    <a:pt x="46455" y="14421"/>
                    <a:pt x="46361" y="14264"/>
                  </a:cubicBezTo>
                  <a:cubicBezTo>
                    <a:pt x="46332" y="14218"/>
                    <a:pt x="46284" y="14193"/>
                    <a:pt x="46235" y="14193"/>
                  </a:cubicBezTo>
                  <a:close/>
                  <a:moveTo>
                    <a:pt x="39804" y="14265"/>
                  </a:moveTo>
                  <a:cubicBezTo>
                    <a:pt x="39791" y="14265"/>
                    <a:pt x="39778" y="14267"/>
                    <a:pt x="39765" y="14271"/>
                  </a:cubicBezTo>
                  <a:cubicBezTo>
                    <a:pt x="39686" y="14291"/>
                    <a:pt x="39640" y="14373"/>
                    <a:pt x="39661" y="14451"/>
                  </a:cubicBezTo>
                  <a:cubicBezTo>
                    <a:pt x="39711" y="14632"/>
                    <a:pt x="39757" y="14823"/>
                    <a:pt x="39800" y="15016"/>
                  </a:cubicBezTo>
                  <a:cubicBezTo>
                    <a:pt x="39815" y="15085"/>
                    <a:pt x="39876" y="15132"/>
                    <a:pt x="39944" y="15132"/>
                  </a:cubicBezTo>
                  <a:cubicBezTo>
                    <a:pt x="39954" y="15132"/>
                    <a:pt x="39965" y="15131"/>
                    <a:pt x="39974" y="15129"/>
                  </a:cubicBezTo>
                  <a:cubicBezTo>
                    <a:pt x="40053" y="15113"/>
                    <a:pt x="40104" y="15034"/>
                    <a:pt x="40087" y="14954"/>
                  </a:cubicBezTo>
                  <a:cubicBezTo>
                    <a:pt x="40043" y="14756"/>
                    <a:pt x="39996" y="14561"/>
                    <a:pt x="39945" y="14374"/>
                  </a:cubicBezTo>
                  <a:cubicBezTo>
                    <a:pt x="39928" y="14308"/>
                    <a:pt x="39868" y="14265"/>
                    <a:pt x="39804" y="14265"/>
                  </a:cubicBezTo>
                  <a:close/>
                  <a:moveTo>
                    <a:pt x="47053" y="15422"/>
                  </a:moveTo>
                  <a:cubicBezTo>
                    <a:pt x="47024" y="15422"/>
                    <a:pt x="46994" y="15431"/>
                    <a:pt x="46968" y="15449"/>
                  </a:cubicBezTo>
                  <a:cubicBezTo>
                    <a:pt x="46901" y="15495"/>
                    <a:pt x="46886" y="15587"/>
                    <a:pt x="46932" y="15654"/>
                  </a:cubicBezTo>
                  <a:cubicBezTo>
                    <a:pt x="47031" y="15795"/>
                    <a:pt x="47130" y="15934"/>
                    <a:pt x="47231" y="16075"/>
                  </a:cubicBezTo>
                  <a:lnTo>
                    <a:pt x="47274" y="16135"/>
                  </a:lnTo>
                  <a:cubicBezTo>
                    <a:pt x="47302" y="16175"/>
                    <a:pt x="47347" y="16197"/>
                    <a:pt x="47393" y="16197"/>
                  </a:cubicBezTo>
                  <a:cubicBezTo>
                    <a:pt x="47423" y="16197"/>
                    <a:pt x="47453" y="16189"/>
                    <a:pt x="47478" y="16171"/>
                  </a:cubicBezTo>
                  <a:cubicBezTo>
                    <a:pt x="47546" y="16125"/>
                    <a:pt x="47562" y="16032"/>
                    <a:pt x="47513" y="15967"/>
                  </a:cubicBezTo>
                  <a:lnTo>
                    <a:pt x="47471" y="15906"/>
                  </a:lnTo>
                  <a:cubicBezTo>
                    <a:pt x="47372" y="15766"/>
                    <a:pt x="47273" y="15626"/>
                    <a:pt x="47173" y="15485"/>
                  </a:cubicBezTo>
                  <a:cubicBezTo>
                    <a:pt x="47144" y="15444"/>
                    <a:pt x="47099" y="15422"/>
                    <a:pt x="47053" y="15422"/>
                  </a:cubicBezTo>
                  <a:close/>
                  <a:moveTo>
                    <a:pt x="40102" y="15707"/>
                  </a:moveTo>
                  <a:cubicBezTo>
                    <a:pt x="40094" y="15707"/>
                    <a:pt x="40086" y="15708"/>
                    <a:pt x="40078" y="15709"/>
                  </a:cubicBezTo>
                  <a:cubicBezTo>
                    <a:pt x="39998" y="15720"/>
                    <a:pt x="39943" y="15797"/>
                    <a:pt x="39954" y="15876"/>
                  </a:cubicBezTo>
                  <a:cubicBezTo>
                    <a:pt x="39983" y="16066"/>
                    <a:pt x="40007" y="16261"/>
                    <a:pt x="40028" y="16455"/>
                  </a:cubicBezTo>
                  <a:cubicBezTo>
                    <a:pt x="40037" y="16530"/>
                    <a:pt x="40100" y="16587"/>
                    <a:pt x="40175" y="16587"/>
                  </a:cubicBezTo>
                  <a:cubicBezTo>
                    <a:pt x="40180" y="16587"/>
                    <a:pt x="40185" y="16587"/>
                    <a:pt x="40191" y="16585"/>
                  </a:cubicBezTo>
                  <a:cubicBezTo>
                    <a:pt x="40270" y="16577"/>
                    <a:pt x="40330" y="16504"/>
                    <a:pt x="40321" y="16423"/>
                  </a:cubicBezTo>
                  <a:cubicBezTo>
                    <a:pt x="40300" y="16225"/>
                    <a:pt x="40274" y="16026"/>
                    <a:pt x="40246" y="15833"/>
                  </a:cubicBezTo>
                  <a:cubicBezTo>
                    <a:pt x="40235" y="15760"/>
                    <a:pt x="40175" y="15707"/>
                    <a:pt x="40102" y="15707"/>
                  </a:cubicBezTo>
                  <a:close/>
                  <a:moveTo>
                    <a:pt x="47902" y="16626"/>
                  </a:moveTo>
                  <a:cubicBezTo>
                    <a:pt x="47874" y="16626"/>
                    <a:pt x="47845" y="16635"/>
                    <a:pt x="47819" y="16652"/>
                  </a:cubicBezTo>
                  <a:cubicBezTo>
                    <a:pt x="47752" y="16699"/>
                    <a:pt x="47735" y="16790"/>
                    <a:pt x="47781" y="16857"/>
                  </a:cubicBezTo>
                  <a:cubicBezTo>
                    <a:pt x="47893" y="17019"/>
                    <a:pt x="48002" y="17180"/>
                    <a:pt x="48108" y="17344"/>
                  </a:cubicBezTo>
                  <a:cubicBezTo>
                    <a:pt x="48136" y="17388"/>
                    <a:pt x="48184" y="17411"/>
                    <a:pt x="48232" y="17411"/>
                  </a:cubicBezTo>
                  <a:cubicBezTo>
                    <a:pt x="48259" y="17411"/>
                    <a:pt x="48287" y="17403"/>
                    <a:pt x="48312" y="17387"/>
                  </a:cubicBezTo>
                  <a:cubicBezTo>
                    <a:pt x="48380" y="17342"/>
                    <a:pt x="48399" y="17251"/>
                    <a:pt x="48356" y="17182"/>
                  </a:cubicBezTo>
                  <a:cubicBezTo>
                    <a:pt x="48248" y="17017"/>
                    <a:pt x="48136" y="16854"/>
                    <a:pt x="48024" y="16690"/>
                  </a:cubicBezTo>
                  <a:cubicBezTo>
                    <a:pt x="47995" y="16648"/>
                    <a:pt x="47949" y="16626"/>
                    <a:pt x="47902" y="16626"/>
                  </a:cubicBezTo>
                  <a:close/>
                  <a:moveTo>
                    <a:pt x="40249" y="17174"/>
                  </a:moveTo>
                  <a:cubicBezTo>
                    <a:pt x="40246" y="17174"/>
                    <a:pt x="40242" y="17174"/>
                    <a:pt x="40239" y="17174"/>
                  </a:cubicBezTo>
                  <a:cubicBezTo>
                    <a:pt x="40159" y="17179"/>
                    <a:pt x="40095" y="17248"/>
                    <a:pt x="40100" y="17330"/>
                  </a:cubicBezTo>
                  <a:cubicBezTo>
                    <a:pt x="40112" y="17526"/>
                    <a:pt x="40119" y="17721"/>
                    <a:pt x="40125" y="17915"/>
                  </a:cubicBezTo>
                  <a:cubicBezTo>
                    <a:pt x="40126" y="17995"/>
                    <a:pt x="40192" y="18058"/>
                    <a:pt x="40272" y="18058"/>
                  </a:cubicBezTo>
                  <a:cubicBezTo>
                    <a:pt x="40273" y="18058"/>
                    <a:pt x="40274" y="18058"/>
                    <a:pt x="40277" y="18057"/>
                  </a:cubicBezTo>
                  <a:cubicBezTo>
                    <a:pt x="40358" y="18056"/>
                    <a:pt x="40423" y="17987"/>
                    <a:pt x="40420" y="17907"/>
                  </a:cubicBezTo>
                  <a:cubicBezTo>
                    <a:pt x="40415" y="17708"/>
                    <a:pt x="40407" y="17511"/>
                    <a:pt x="40396" y="17313"/>
                  </a:cubicBezTo>
                  <a:cubicBezTo>
                    <a:pt x="40391" y="17235"/>
                    <a:pt x="40329" y="17174"/>
                    <a:pt x="40249" y="17174"/>
                  </a:cubicBezTo>
                  <a:close/>
                  <a:moveTo>
                    <a:pt x="48690" y="17871"/>
                  </a:moveTo>
                  <a:cubicBezTo>
                    <a:pt x="48666" y="17871"/>
                    <a:pt x="48641" y="17877"/>
                    <a:pt x="48619" y="17889"/>
                  </a:cubicBezTo>
                  <a:cubicBezTo>
                    <a:pt x="48548" y="17929"/>
                    <a:pt x="48522" y="18020"/>
                    <a:pt x="48562" y="18090"/>
                  </a:cubicBezTo>
                  <a:cubicBezTo>
                    <a:pt x="48660" y="18266"/>
                    <a:pt x="48751" y="18439"/>
                    <a:pt x="48832" y="18605"/>
                  </a:cubicBezTo>
                  <a:cubicBezTo>
                    <a:pt x="48857" y="18658"/>
                    <a:pt x="48909" y="18689"/>
                    <a:pt x="48965" y="18689"/>
                  </a:cubicBezTo>
                  <a:cubicBezTo>
                    <a:pt x="48986" y="18689"/>
                    <a:pt x="49008" y="18683"/>
                    <a:pt x="49029" y="18673"/>
                  </a:cubicBezTo>
                  <a:cubicBezTo>
                    <a:pt x="49102" y="18637"/>
                    <a:pt x="49132" y="18549"/>
                    <a:pt x="49097" y="18476"/>
                  </a:cubicBezTo>
                  <a:cubicBezTo>
                    <a:pt x="49014" y="18305"/>
                    <a:pt x="48920" y="18126"/>
                    <a:pt x="48820" y="17946"/>
                  </a:cubicBezTo>
                  <a:cubicBezTo>
                    <a:pt x="48793" y="17898"/>
                    <a:pt x="48742" y="17871"/>
                    <a:pt x="48690" y="17871"/>
                  </a:cubicBezTo>
                  <a:close/>
                  <a:moveTo>
                    <a:pt x="40277" y="18649"/>
                  </a:moveTo>
                  <a:cubicBezTo>
                    <a:pt x="40197" y="18649"/>
                    <a:pt x="40131" y="18713"/>
                    <a:pt x="40130" y="18795"/>
                  </a:cubicBezTo>
                  <a:cubicBezTo>
                    <a:pt x="40129" y="18956"/>
                    <a:pt x="40126" y="19116"/>
                    <a:pt x="40120" y="19277"/>
                  </a:cubicBezTo>
                  <a:lnTo>
                    <a:pt x="40118" y="19380"/>
                  </a:lnTo>
                  <a:cubicBezTo>
                    <a:pt x="40115" y="19461"/>
                    <a:pt x="40180" y="19529"/>
                    <a:pt x="40262" y="19533"/>
                  </a:cubicBezTo>
                  <a:lnTo>
                    <a:pt x="40267" y="19533"/>
                  </a:lnTo>
                  <a:cubicBezTo>
                    <a:pt x="40345" y="19533"/>
                    <a:pt x="40411" y="19471"/>
                    <a:pt x="40411" y="19390"/>
                  </a:cubicBezTo>
                  <a:lnTo>
                    <a:pt x="40415" y="19285"/>
                  </a:lnTo>
                  <a:cubicBezTo>
                    <a:pt x="40419" y="19124"/>
                    <a:pt x="40423" y="18961"/>
                    <a:pt x="40424" y="18799"/>
                  </a:cubicBezTo>
                  <a:cubicBezTo>
                    <a:pt x="40425" y="18716"/>
                    <a:pt x="40360" y="18650"/>
                    <a:pt x="40278" y="18649"/>
                  </a:cubicBezTo>
                  <a:close/>
                  <a:moveTo>
                    <a:pt x="49305" y="19210"/>
                  </a:moveTo>
                  <a:cubicBezTo>
                    <a:pt x="49289" y="19210"/>
                    <a:pt x="49273" y="19213"/>
                    <a:pt x="49257" y="19218"/>
                  </a:cubicBezTo>
                  <a:cubicBezTo>
                    <a:pt x="49179" y="19244"/>
                    <a:pt x="49138" y="19327"/>
                    <a:pt x="49166" y="19405"/>
                  </a:cubicBezTo>
                  <a:cubicBezTo>
                    <a:pt x="49206" y="19528"/>
                    <a:pt x="49246" y="19652"/>
                    <a:pt x="49280" y="19775"/>
                  </a:cubicBezTo>
                  <a:cubicBezTo>
                    <a:pt x="49297" y="19836"/>
                    <a:pt x="49312" y="19898"/>
                    <a:pt x="49328" y="19958"/>
                  </a:cubicBezTo>
                  <a:cubicBezTo>
                    <a:pt x="49344" y="20025"/>
                    <a:pt x="49405" y="20070"/>
                    <a:pt x="49471" y="20070"/>
                  </a:cubicBezTo>
                  <a:cubicBezTo>
                    <a:pt x="49483" y="20070"/>
                    <a:pt x="49494" y="20068"/>
                    <a:pt x="49507" y="20065"/>
                  </a:cubicBezTo>
                  <a:cubicBezTo>
                    <a:pt x="49587" y="20045"/>
                    <a:pt x="49635" y="19966"/>
                    <a:pt x="49616" y="19886"/>
                  </a:cubicBezTo>
                  <a:cubicBezTo>
                    <a:pt x="49600" y="19824"/>
                    <a:pt x="49584" y="19761"/>
                    <a:pt x="49565" y="19696"/>
                  </a:cubicBezTo>
                  <a:cubicBezTo>
                    <a:pt x="49529" y="19569"/>
                    <a:pt x="49488" y="19438"/>
                    <a:pt x="49444" y="19309"/>
                  </a:cubicBezTo>
                  <a:cubicBezTo>
                    <a:pt x="49424" y="19247"/>
                    <a:pt x="49367" y="19210"/>
                    <a:pt x="49305" y="19210"/>
                  </a:cubicBezTo>
                  <a:close/>
                  <a:moveTo>
                    <a:pt x="40229" y="20122"/>
                  </a:moveTo>
                  <a:cubicBezTo>
                    <a:pt x="40152" y="20122"/>
                    <a:pt x="40086" y="20182"/>
                    <a:pt x="40081" y="20261"/>
                  </a:cubicBezTo>
                  <a:cubicBezTo>
                    <a:pt x="40069" y="20456"/>
                    <a:pt x="40057" y="20652"/>
                    <a:pt x="40041" y="20847"/>
                  </a:cubicBezTo>
                  <a:cubicBezTo>
                    <a:pt x="40035" y="20927"/>
                    <a:pt x="40095" y="20999"/>
                    <a:pt x="40176" y="21005"/>
                  </a:cubicBezTo>
                  <a:lnTo>
                    <a:pt x="40188" y="21005"/>
                  </a:lnTo>
                  <a:cubicBezTo>
                    <a:pt x="40264" y="21005"/>
                    <a:pt x="40329" y="20946"/>
                    <a:pt x="40336" y="20870"/>
                  </a:cubicBezTo>
                  <a:cubicBezTo>
                    <a:pt x="40352" y="20673"/>
                    <a:pt x="40365" y="20476"/>
                    <a:pt x="40376" y="20277"/>
                  </a:cubicBezTo>
                  <a:cubicBezTo>
                    <a:pt x="40380" y="20197"/>
                    <a:pt x="40319" y="20127"/>
                    <a:pt x="40237" y="20122"/>
                  </a:cubicBezTo>
                  <a:cubicBezTo>
                    <a:pt x="40235" y="20122"/>
                    <a:pt x="40232" y="20122"/>
                    <a:pt x="40229" y="20122"/>
                  </a:cubicBezTo>
                  <a:close/>
                  <a:moveTo>
                    <a:pt x="49625" y="20646"/>
                  </a:moveTo>
                  <a:cubicBezTo>
                    <a:pt x="49619" y="20646"/>
                    <a:pt x="49613" y="20646"/>
                    <a:pt x="49607" y="20647"/>
                  </a:cubicBezTo>
                  <a:cubicBezTo>
                    <a:pt x="49527" y="20656"/>
                    <a:pt x="49468" y="20728"/>
                    <a:pt x="49477" y="20809"/>
                  </a:cubicBezTo>
                  <a:cubicBezTo>
                    <a:pt x="49498" y="20995"/>
                    <a:pt x="49512" y="21190"/>
                    <a:pt x="49518" y="21386"/>
                  </a:cubicBezTo>
                  <a:cubicBezTo>
                    <a:pt x="49520" y="21465"/>
                    <a:pt x="49586" y="21529"/>
                    <a:pt x="49664" y="21529"/>
                  </a:cubicBezTo>
                  <a:lnTo>
                    <a:pt x="49668" y="21529"/>
                  </a:lnTo>
                  <a:cubicBezTo>
                    <a:pt x="49750" y="21526"/>
                    <a:pt x="49814" y="21458"/>
                    <a:pt x="49812" y="21376"/>
                  </a:cubicBezTo>
                  <a:cubicBezTo>
                    <a:pt x="49806" y="21173"/>
                    <a:pt x="49791" y="20971"/>
                    <a:pt x="49771" y="20777"/>
                  </a:cubicBezTo>
                  <a:cubicBezTo>
                    <a:pt x="49762" y="20701"/>
                    <a:pt x="49699" y="20646"/>
                    <a:pt x="49625" y="20646"/>
                  </a:cubicBezTo>
                  <a:close/>
                  <a:moveTo>
                    <a:pt x="40101" y="21591"/>
                  </a:moveTo>
                  <a:cubicBezTo>
                    <a:pt x="40027" y="21591"/>
                    <a:pt x="39964" y="21646"/>
                    <a:pt x="39955" y="21721"/>
                  </a:cubicBezTo>
                  <a:cubicBezTo>
                    <a:pt x="39933" y="21915"/>
                    <a:pt x="39908" y="22108"/>
                    <a:pt x="39879" y="22302"/>
                  </a:cubicBezTo>
                  <a:cubicBezTo>
                    <a:pt x="39868" y="22382"/>
                    <a:pt x="39923" y="22458"/>
                    <a:pt x="40005" y="22469"/>
                  </a:cubicBezTo>
                  <a:cubicBezTo>
                    <a:pt x="40012" y="22470"/>
                    <a:pt x="40020" y="22470"/>
                    <a:pt x="40027" y="22470"/>
                  </a:cubicBezTo>
                  <a:cubicBezTo>
                    <a:pt x="40099" y="22470"/>
                    <a:pt x="40161" y="22417"/>
                    <a:pt x="40172" y="22345"/>
                  </a:cubicBezTo>
                  <a:cubicBezTo>
                    <a:pt x="40201" y="22149"/>
                    <a:pt x="40226" y="21953"/>
                    <a:pt x="40248" y="21756"/>
                  </a:cubicBezTo>
                  <a:cubicBezTo>
                    <a:pt x="40259" y="21674"/>
                    <a:pt x="40201" y="21601"/>
                    <a:pt x="40119" y="21592"/>
                  </a:cubicBezTo>
                  <a:cubicBezTo>
                    <a:pt x="40113" y="21591"/>
                    <a:pt x="40107" y="21591"/>
                    <a:pt x="40101" y="21591"/>
                  </a:cubicBezTo>
                  <a:close/>
                  <a:moveTo>
                    <a:pt x="49649" y="22117"/>
                  </a:moveTo>
                  <a:cubicBezTo>
                    <a:pt x="49574" y="22117"/>
                    <a:pt x="49507" y="22177"/>
                    <a:pt x="49502" y="22255"/>
                  </a:cubicBezTo>
                  <a:cubicBezTo>
                    <a:pt x="49491" y="22439"/>
                    <a:pt x="49472" y="22635"/>
                    <a:pt x="49450" y="22835"/>
                  </a:cubicBezTo>
                  <a:cubicBezTo>
                    <a:pt x="49439" y="22917"/>
                    <a:pt x="49497" y="22990"/>
                    <a:pt x="49579" y="22999"/>
                  </a:cubicBezTo>
                  <a:cubicBezTo>
                    <a:pt x="49584" y="23000"/>
                    <a:pt x="49590" y="23000"/>
                    <a:pt x="49595" y="23000"/>
                  </a:cubicBezTo>
                  <a:cubicBezTo>
                    <a:pt x="49668" y="23000"/>
                    <a:pt x="49731" y="22945"/>
                    <a:pt x="49742" y="22867"/>
                  </a:cubicBezTo>
                  <a:cubicBezTo>
                    <a:pt x="49765" y="22663"/>
                    <a:pt x="49785" y="22463"/>
                    <a:pt x="49796" y="22273"/>
                  </a:cubicBezTo>
                  <a:cubicBezTo>
                    <a:pt x="49801" y="22193"/>
                    <a:pt x="49740" y="22122"/>
                    <a:pt x="49658" y="22117"/>
                  </a:cubicBezTo>
                  <a:cubicBezTo>
                    <a:pt x="49655" y="22117"/>
                    <a:pt x="49652" y="22117"/>
                    <a:pt x="49649" y="22117"/>
                  </a:cubicBezTo>
                  <a:close/>
                  <a:moveTo>
                    <a:pt x="39880" y="23048"/>
                  </a:moveTo>
                  <a:cubicBezTo>
                    <a:pt x="39810" y="23048"/>
                    <a:pt x="39747" y="23097"/>
                    <a:pt x="39734" y="23167"/>
                  </a:cubicBezTo>
                  <a:cubicBezTo>
                    <a:pt x="39696" y="23362"/>
                    <a:pt x="39655" y="23554"/>
                    <a:pt x="39613" y="23739"/>
                  </a:cubicBezTo>
                  <a:cubicBezTo>
                    <a:pt x="39594" y="23818"/>
                    <a:pt x="39644" y="23898"/>
                    <a:pt x="39723" y="23915"/>
                  </a:cubicBezTo>
                  <a:cubicBezTo>
                    <a:pt x="39736" y="23919"/>
                    <a:pt x="39747" y="23920"/>
                    <a:pt x="39757" y="23920"/>
                  </a:cubicBezTo>
                  <a:cubicBezTo>
                    <a:pt x="39824" y="23920"/>
                    <a:pt x="39885" y="23873"/>
                    <a:pt x="39899" y="23805"/>
                  </a:cubicBezTo>
                  <a:cubicBezTo>
                    <a:pt x="39943" y="23618"/>
                    <a:pt x="39984" y="23422"/>
                    <a:pt x="40022" y="23223"/>
                  </a:cubicBezTo>
                  <a:cubicBezTo>
                    <a:pt x="40039" y="23144"/>
                    <a:pt x="39986" y="23066"/>
                    <a:pt x="39907" y="23051"/>
                  </a:cubicBezTo>
                  <a:cubicBezTo>
                    <a:pt x="39898" y="23049"/>
                    <a:pt x="39889" y="23048"/>
                    <a:pt x="39880" y="23048"/>
                  </a:cubicBezTo>
                  <a:close/>
                  <a:moveTo>
                    <a:pt x="49466" y="23581"/>
                  </a:moveTo>
                  <a:cubicBezTo>
                    <a:pt x="49396" y="23581"/>
                    <a:pt x="49334" y="23632"/>
                    <a:pt x="49322" y="23703"/>
                  </a:cubicBezTo>
                  <a:cubicBezTo>
                    <a:pt x="49288" y="23896"/>
                    <a:pt x="49252" y="24088"/>
                    <a:pt x="49213" y="24280"/>
                  </a:cubicBezTo>
                  <a:cubicBezTo>
                    <a:pt x="49198" y="24358"/>
                    <a:pt x="49249" y="24438"/>
                    <a:pt x="49329" y="24453"/>
                  </a:cubicBezTo>
                  <a:cubicBezTo>
                    <a:pt x="49338" y="24454"/>
                    <a:pt x="49349" y="24455"/>
                    <a:pt x="49358" y="24455"/>
                  </a:cubicBezTo>
                  <a:cubicBezTo>
                    <a:pt x="49426" y="24455"/>
                    <a:pt x="49488" y="24408"/>
                    <a:pt x="49502" y="24336"/>
                  </a:cubicBezTo>
                  <a:cubicBezTo>
                    <a:pt x="49540" y="24142"/>
                    <a:pt x="49578" y="23948"/>
                    <a:pt x="49612" y="23753"/>
                  </a:cubicBezTo>
                  <a:cubicBezTo>
                    <a:pt x="49626" y="23674"/>
                    <a:pt x="49571" y="23598"/>
                    <a:pt x="49492" y="23583"/>
                  </a:cubicBezTo>
                  <a:cubicBezTo>
                    <a:pt x="49483" y="23582"/>
                    <a:pt x="49475" y="23581"/>
                    <a:pt x="49466" y="23581"/>
                  </a:cubicBezTo>
                  <a:close/>
                  <a:moveTo>
                    <a:pt x="39532" y="24481"/>
                  </a:moveTo>
                  <a:cubicBezTo>
                    <a:pt x="39468" y="24481"/>
                    <a:pt x="39410" y="24522"/>
                    <a:pt x="39391" y="24587"/>
                  </a:cubicBezTo>
                  <a:cubicBezTo>
                    <a:pt x="39335" y="24776"/>
                    <a:pt x="39275" y="24964"/>
                    <a:pt x="39215" y="25142"/>
                  </a:cubicBezTo>
                  <a:cubicBezTo>
                    <a:pt x="39189" y="25219"/>
                    <a:pt x="39228" y="25302"/>
                    <a:pt x="39305" y="25330"/>
                  </a:cubicBezTo>
                  <a:cubicBezTo>
                    <a:pt x="39321" y="25335"/>
                    <a:pt x="39338" y="25337"/>
                    <a:pt x="39354" y="25337"/>
                  </a:cubicBezTo>
                  <a:cubicBezTo>
                    <a:pt x="39414" y="25337"/>
                    <a:pt x="39473" y="25300"/>
                    <a:pt x="39491" y="25238"/>
                  </a:cubicBezTo>
                  <a:cubicBezTo>
                    <a:pt x="39555" y="25055"/>
                    <a:pt x="39617" y="24864"/>
                    <a:pt x="39674" y="24671"/>
                  </a:cubicBezTo>
                  <a:cubicBezTo>
                    <a:pt x="39696" y="24592"/>
                    <a:pt x="39653" y="24511"/>
                    <a:pt x="39574" y="24487"/>
                  </a:cubicBezTo>
                  <a:cubicBezTo>
                    <a:pt x="39560" y="24483"/>
                    <a:pt x="39545" y="24481"/>
                    <a:pt x="39532" y="24481"/>
                  </a:cubicBezTo>
                  <a:close/>
                  <a:moveTo>
                    <a:pt x="49172" y="25027"/>
                  </a:moveTo>
                  <a:cubicBezTo>
                    <a:pt x="49106" y="25027"/>
                    <a:pt x="49046" y="25074"/>
                    <a:pt x="49030" y="25142"/>
                  </a:cubicBezTo>
                  <a:lnTo>
                    <a:pt x="48903" y="25718"/>
                  </a:lnTo>
                  <a:cubicBezTo>
                    <a:pt x="48885" y="25796"/>
                    <a:pt x="48935" y="25875"/>
                    <a:pt x="49014" y="25893"/>
                  </a:cubicBezTo>
                  <a:cubicBezTo>
                    <a:pt x="49025" y="25895"/>
                    <a:pt x="49037" y="25897"/>
                    <a:pt x="49047" y="25897"/>
                  </a:cubicBezTo>
                  <a:cubicBezTo>
                    <a:pt x="49114" y="25897"/>
                    <a:pt x="49176" y="25850"/>
                    <a:pt x="49190" y="25782"/>
                  </a:cubicBezTo>
                  <a:lnTo>
                    <a:pt x="49318" y="25206"/>
                  </a:lnTo>
                  <a:cubicBezTo>
                    <a:pt x="49336" y="25127"/>
                    <a:pt x="49286" y="25048"/>
                    <a:pt x="49205" y="25031"/>
                  </a:cubicBezTo>
                  <a:cubicBezTo>
                    <a:pt x="49194" y="25028"/>
                    <a:pt x="49183" y="25027"/>
                    <a:pt x="49172" y="25027"/>
                  </a:cubicBezTo>
                  <a:close/>
                  <a:moveTo>
                    <a:pt x="39037" y="25868"/>
                  </a:moveTo>
                  <a:cubicBezTo>
                    <a:pt x="38979" y="25868"/>
                    <a:pt x="38925" y="25902"/>
                    <a:pt x="38901" y="25957"/>
                  </a:cubicBezTo>
                  <a:cubicBezTo>
                    <a:pt x="38825" y="26136"/>
                    <a:pt x="38743" y="26313"/>
                    <a:pt x="38658" y="26487"/>
                  </a:cubicBezTo>
                  <a:cubicBezTo>
                    <a:pt x="38622" y="26560"/>
                    <a:pt x="38652" y="26648"/>
                    <a:pt x="38726" y="26684"/>
                  </a:cubicBezTo>
                  <a:cubicBezTo>
                    <a:pt x="38746" y="26694"/>
                    <a:pt x="38768" y="26699"/>
                    <a:pt x="38790" y="26699"/>
                  </a:cubicBezTo>
                  <a:cubicBezTo>
                    <a:pt x="38844" y="26699"/>
                    <a:pt x="38897" y="26668"/>
                    <a:pt x="38923" y="26617"/>
                  </a:cubicBezTo>
                  <a:cubicBezTo>
                    <a:pt x="39010" y="26439"/>
                    <a:pt x="39093" y="26257"/>
                    <a:pt x="39171" y="26074"/>
                  </a:cubicBezTo>
                  <a:cubicBezTo>
                    <a:pt x="39203" y="25999"/>
                    <a:pt x="39169" y="25913"/>
                    <a:pt x="39094" y="25880"/>
                  </a:cubicBezTo>
                  <a:cubicBezTo>
                    <a:pt x="39075" y="25872"/>
                    <a:pt x="39056" y="25868"/>
                    <a:pt x="39037" y="25868"/>
                  </a:cubicBezTo>
                  <a:close/>
                  <a:moveTo>
                    <a:pt x="48860" y="26465"/>
                  </a:moveTo>
                  <a:cubicBezTo>
                    <a:pt x="48791" y="26465"/>
                    <a:pt x="48730" y="26513"/>
                    <a:pt x="48715" y="26584"/>
                  </a:cubicBezTo>
                  <a:cubicBezTo>
                    <a:pt x="48674" y="26777"/>
                    <a:pt x="48636" y="26972"/>
                    <a:pt x="48599" y="27164"/>
                  </a:cubicBezTo>
                  <a:cubicBezTo>
                    <a:pt x="48584" y="27246"/>
                    <a:pt x="48637" y="27322"/>
                    <a:pt x="48717" y="27338"/>
                  </a:cubicBezTo>
                  <a:cubicBezTo>
                    <a:pt x="48725" y="27339"/>
                    <a:pt x="48735" y="27340"/>
                    <a:pt x="48744" y="27340"/>
                  </a:cubicBezTo>
                  <a:cubicBezTo>
                    <a:pt x="48813" y="27340"/>
                    <a:pt x="48875" y="27291"/>
                    <a:pt x="48888" y="27217"/>
                  </a:cubicBezTo>
                  <a:cubicBezTo>
                    <a:pt x="48924" y="27025"/>
                    <a:pt x="48963" y="26834"/>
                    <a:pt x="49003" y="26642"/>
                  </a:cubicBezTo>
                  <a:cubicBezTo>
                    <a:pt x="49019" y="26564"/>
                    <a:pt x="48970" y="26486"/>
                    <a:pt x="48889" y="26468"/>
                  </a:cubicBezTo>
                  <a:cubicBezTo>
                    <a:pt x="48879" y="26466"/>
                    <a:pt x="48869" y="26465"/>
                    <a:pt x="48860" y="26465"/>
                  </a:cubicBezTo>
                  <a:close/>
                  <a:moveTo>
                    <a:pt x="20940" y="27049"/>
                  </a:moveTo>
                  <a:cubicBezTo>
                    <a:pt x="20861" y="27049"/>
                    <a:pt x="20793" y="27113"/>
                    <a:pt x="20791" y="27194"/>
                  </a:cubicBezTo>
                  <a:cubicBezTo>
                    <a:pt x="20789" y="27276"/>
                    <a:pt x="20856" y="27343"/>
                    <a:pt x="20937" y="27344"/>
                  </a:cubicBezTo>
                  <a:cubicBezTo>
                    <a:pt x="21129" y="27346"/>
                    <a:pt x="21325" y="27355"/>
                    <a:pt x="21516" y="27371"/>
                  </a:cubicBezTo>
                  <a:lnTo>
                    <a:pt x="21527" y="27371"/>
                  </a:lnTo>
                  <a:cubicBezTo>
                    <a:pt x="21604" y="27371"/>
                    <a:pt x="21668" y="27313"/>
                    <a:pt x="21675" y="27236"/>
                  </a:cubicBezTo>
                  <a:cubicBezTo>
                    <a:pt x="21681" y="27154"/>
                    <a:pt x="21620" y="27083"/>
                    <a:pt x="21539" y="27077"/>
                  </a:cubicBezTo>
                  <a:cubicBezTo>
                    <a:pt x="21341" y="27060"/>
                    <a:pt x="21140" y="27051"/>
                    <a:pt x="20940" y="27049"/>
                  </a:cubicBezTo>
                  <a:close/>
                  <a:moveTo>
                    <a:pt x="20053" y="27080"/>
                  </a:moveTo>
                  <a:cubicBezTo>
                    <a:pt x="20049" y="27080"/>
                    <a:pt x="20045" y="27081"/>
                    <a:pt x="20041" y="27081"/>
                  </a:cubicBezTo>
                  <a:cubicBezTo>
                    <a:pt x="19844" y="27097"/>
                    <a:pt x="19644" y="27121"/>
                    <a:pt x="19447" y="27151"/>
                  </a:cubicBezTo>
                  <a:cubicBezTo>
                    <a:pt x="19367" y="27162"/>
                    <a:pt x="19312" y="27239"/>
                    <a:pt x="19323" y="27318"/>
                  </a:cubicBezTo>
                  <a:cubicBezTo>
                    <a:pt x="19335" y="27390"/>
                    <a:pt x="19397" y="27443"/>
                    <a:pt x="19469" y="27443"/>
                  </a:cubicBezTo>
                  <a:cubicBezTo>
                    <a:pt x="19475" y="27443"/>
                    <a:pt x="19483" y="27442"/>
                    <a:pt x="19489" y="27442"/>
                  </a:cubicBezTo>
                  <a:cubicBezTo>
                    <a:pt x="19680" y="27414"/>
                    <a:pt x="19874" y="27391"/>
                    <a:pt x="20066" y="27375"/>
                  </a:cubicBezTo>
                  <a:cubicBezTo>
                    <a:pt x="20148" y="27368"/>
                    <a:pt x="20207" y="27297"/>
                    <a:pt x="20200" y="27215"/>
                  </a:cubicBezTo>
                  <a:cubicBezTo>
                    <a:pt x="20194" y="27137"/>
                    <a:pt x="20130" y="27080"/>
                    <a:pt x="20053" y="27080"/>
                  </a:cubicBezTo>
                  <a:close/>
                  <a:moveTo>
                    <a:pt x="22402" y="27191"/>
                  </a:moveTo>
                  <a:cubicBezTo>
                    <a:pt x="22332" y="27191"/>
                    <a:pt x="22271" y="27240"/>
                    <a:pt x="22258" y="27312"/>
                  </a:cubicBezTo>
                  <a:cubicBezTo>
                    <a:pt x="22243" y="27391"/>
                    <a:pt x="22296" y="27469"/>
                    <a:pt x="22376" y="27483"/>
                  </a:cubicBezTo>
                  <a:cubicBezTo>
                    <a:pt x="22565" y="27518"/>
                    <a:pt x="22756" y="27561"/>
                    <a:pt x="22942" y="27608"/>
                  </a:cubicBezTo>
                  <a:cubicBezTo>
                    <a:pt x="22955" y="27612"/>
                    <a:pt x="22968" y="27613"/>
                    <a:pt x="22980" y="27613"/>
                  </a:cubicBezTo>
                  <a:cubicBezTo>
                    <a:pt x="23045" y="27613"/>
                    <a:pt x="23105" y="27569"/>
                    <a:pt x="23120" y="27502"/>
                  </a:cubicBezTo>
                  <a:cubicBezTo>
                    <a:pt x="23141" y="27422"/>
                    <a:pt x="23093" y="27343"/>
                    <a:pt x="23014" y="27322"/>
                  </a:cubicBezTo>
                  <a:cubicBezTo>
                    <a:pt x="22822" y="27273"/>
                    <a:pt x="22625" y="27229"/>
                    <a:pt x="22429" y="27193"/>
                  </a:cubicBezTo>
                  <a:cubicBezTo>
                    <a:pt x="22420" y="27192"/>
                    <a:pt x="22411" y="27191"/>
                    <a:pt x="22402" y="27191"/>
                  </a:cubicBezTo>
                  <a:close/>
                  <a:moveTo>
                    <a:pt x="18600" y="27321"/>
                  </a:moveTo>
                  <a:cubicBezTo>
                    <a:pt x="18589" y="27321"/>
                    <a:pt x="18578" y="27323"/>
                    <a:pt x="18566" y="27325"/>
                  </a:cubicBezTo>
                  <a:cubicBezTo>
                    <a:pt x="18373" y="27375"/>
                    <a:pt x="18179" y="27431"/>
                    <a:pt x="17989" y="27491"/>
                  </a:cubicBezTo>
                  <a:cubicBezTo>
                    <a:pt x="17912" y="27515"/>
                    <a:pt x="17870" y="27599"/>
                    <a:pt x="17894" y="27676"/>
                  </a:cubicBezTo>
                  <a:cubicBezTo>
                    <a:pt x="17915" y="27739"/>
                    <a:pt x="17973" y="27778"/>
                    <a:pt x="18035" y="27778"/>
                  </a:cubicBezTo>
                  <a:cubicBezTo>
                    <a:pt x="18049" y="27778"/>
                    <a:pt x="18065" y="27776"/>
                    <a:pt x="18081" y="27772"/>
                  </a:cubicBezTo>
                  <a:cubicBezTo>
                    <a:pt x="18265" y="27713"/>
                    <a:pt x="18452" y="27659"/>
                    <a:pt x="18638" y="27612"/>
                  </a:cubicBezTo>
                  <a:cubicBezTo>
                    <a:pt x="18717" y="27592"/>
                    <a:pt x="18765" y="27511"/>
                    <a:pt x="18746" y="27433"/>
                  </a:cubicBezTo>
                  <a:cubicBezTo>
                    <a:pt x="18728" y="27366"/>
                    <a:pt x="18667" y="27321"/>
                    <a:pt x="18600" y="27321"/>
                  </a:cubicBezTo>
                  <a:close/>
                  <a:moveTo>
                    <a:pt x="38369" y="27180"/>
                  </a:moveTo>
                  <a:cubicBezTo>
                    <a:pt x="38318" y="27180"/>
                    <a:pt x="38269" y="27205"/>
                    <a:pt x="38242" y="27251"/>
                  </a:cubicBezTo>
                  <a:cubicBezTo>
                    <a:pt x="38143" y="27416"/>
                    <a:pt x="38036" y="27578"/>
                    <a:pt x="37926" y="27737"/>
                  </a:cubicBezTo>
                  <a:cubicBezTo>
                    <a:pt x="37880" y="27804"/>
                    <a:pt x="37895" y="27896"/>
                    <a:pt x="37962" y="27942"/>
                  </a:cubicBezTo>
                  <a:cubicBezTo>
                    <a:pt x="37988" y="27961"/>
                    <a:pt x="38016" y="27969"/>
                    <a:pt x="38046" y="27969"/>
                  </a:cubicBezTo>
                  <a:cubicBezTo>
                    <a:pt x="38092" y="27969"/>
                    <a:pt x="38138" y="27948"/>
                    <a:pt x="38168" y="27906"/>
                  </a:cubicBezTo>
                  <a:cubicBezTo>
                    <a:pt x="38282" y="27742"/>
                    <a:pt x="38392" y="27573"/>
                    <a:pt x="38494" y="27404"/>
                  </a:cubicBezTo>
                  <a:cubicBezTo>
                    <a:pt x="38537" y="27334"/>
                    <a:pt x="38514" y="27244"/>
                    <a:pt x="38444" y="27201"/>
                  </a:cubicBezTo>
                  <a:cubicBezTo>
                    <a:pt x="38421" y="27186"/>
                    <a:pt x="38395" y="27180"/>
                    <a:pt x="38369" y="27180"/>
                  </a:cubicBezTo>
                  <a:close/>
                  <a:moveTo>
                    <a:pt x="23823" y="27584"/>
                  </a:moveTo>
                  <a:cubicBezTo>
                    <a:pt x="23763" y="27584"/>
                    <a:pt x="23707" y="27620"/>
                    <a:pt x="23685" y="27679"/>
                  </a:cubicBezTo>
                  <a:cubicBezTo>
                    <a:pt x="23657" y="27756"/>
                    <a:pt x="23695" y="27840"/>
                    <a:pt x="23771" y="27869"/>
                  </a:cubicBezTo>
                  <a:cubicBezTo>
                    <a:pt x="23946" y="27933"/>
                    <a:pt x="24126" y="28008"/>
                    <a:pt x="24309" y="28088"/>
                  </a:cubicBezTo>
                  <a:cubicBezTo>
                    <a:pt x="24328" y="28097"/>
                    <a:pt x="24349" y="28101"/>
                    <a:pt x="24369" y="28101"/>
                  </a:cubicBezTo>
                  <a:cubicBezTo>
                    <a:pt x="24425" y="28101"/>
                    <a:pt x="24479" y="28068"/>
                    <a:pt x="24505" y="28014"/>
                  </a:cubicBezTo>
                  <a:cubicBezTo>
                    <a:pt x="24538" y="27938"/>
                    <a:pt x="24504" y="27851"/>
                    <a:pt x="24430" y="27819"/>
                  </a:cubicBezTo>
                  <a:cubicBezTo>
                    <a:pt x="24241" y="27736"/>
                    <a:pt x="24054" y="27660"/>
                    <a:pt x="23874" y="27593"/>
                  </a:cubicBezTo>
                  <a:cubicBezTo>
                    <a:pt x="23858" y="27586"/>
                    <a:pt x="23840" y="27584"/>
                    <a:pt x="23823" y="27584"/>
                  </a:cubicBezTo>
                  <a:close/>
                  <a:moveTo>
                    <a:pt x="17208" y="27796"/>
                  </a:moveTo>
                  <a:cubicBezTo>
                    <a:pt x="17188" y="27796"/>
                    <a:pt x="17168" y="27800"/>
                    <a:pt x="17148" y="27808"/>
                  </a:cubicBezTo>
                  <a:cubicBezTo>
                    <a:pt x="16966" y="27888"/>
                    <a:pt x="16784" y="27974"/>
                    <a:pt x="16607" y="28066"/>
                  </a:cubicBezTo>
                  <a:cubicBezTo>
                    <a:pt x="16535" y="28103"/>
                    <a:pt x="16507" y="28193"/>
                    <a:pt x="16544" y="28265"/>
                  </a:cubicBezTo>
                  <a:cubicBezTo>
                    <a:pt x="16571" y="28317"/>
                    <a:pt x="16622" y="28345"/>
                    <a:pt x="16676" y="28345"/>
                  </a:cubicBezTo>
                  <a:cubicBezTo>
                    <a:pt x="16698" y="28345"/>
                    <a:pt x="16720" y="28340"/>
                    <a:pt x="16744" y="28328"/>
                  </a:cubicBezTo>
                  <a:cubicBezTo>
                    <a:pt x="16915" y="28241"/>
                    <a:pt x="17091" y="28157"/>
                    <a:pt x="17267" y="28080"/>
                  </a:cubicBezTo>
                  <a:cubicBezTo>
                    <a:pt x="17342" y="28046"/>
                    <a:pt x="17375" y="27959"/>
                    <a:pt x="17343" y="27885"/>
                  </a:cubicBezTo>
                  <a:cubicBezTo>
                    <a:pt x="17319" y="27829"/>
                    <a:pt x="17265" y="27796"/>
                    <a:pt x="17208" y="27796"/>
                  </a:cubicBezTo>
                  <a:close/>
                  <a:moveTo>
                    <a:pt x="25167" y="28190"/>
                  </a:moveTo>
                  <a:cubicBezTo>
                    <a:pt x="25114" y="28190"/>
                    <a:pt x="25061" y="28220"/>
                    <a:pt x="25035" y="28271"/>
                  </a:cubicBezTo>
                  <a:cubicBezTo>
                    <a:pt x="24998" y="28343"/>
                    <a:pt x="25026" y="28431"/>
                    <a:pt x="25098" y="28469"/>
                  </a:cubicBezTo>
                  <a:cubicBezTo>
                    <a:pt x="25271" y="28559"/>
                    <a:pt x="25443" y="28652"/>
                    <a:pt x="25613" y="28747"/>
                  </a:cubicBezTo>
                  <a:cubicBezTo>
                    <a:pt x="25637" y="28761"/>
                    <a:pt x="25660" y="28767"/>
                    <a:pt x="25685" y="28767"/>
                  </a:cubicBezTo>
                  <a:cubicBezTo>
                    <a:pt x="25737" y="28767"/>
                    <a:pt x="25787" y="28739"/>
                    <a:pt x="25813" y="28690"/>
                  </a:cubicBezTo>
                  <a:cubicBezTo>
                    <a:pt x="25853" y="28618"/>
                    <a:pt x="25828" y="28529"/>
                    <a:pt x="25756" y="28489"/>
                  </a:cubicBezTo>
                  <a:cubicBezTo>
                    <a:pt x="25583" y="28392"/>
                    <a:pt x="25410" y="28298"/>
                    <a:pt x="25234" y="28207"/>
                  </a:cubicBezTo>
                  <a:cubicBezTo>
                    <a:pt x="25213" y="28196"/>
                    <a:pt x="25190" y="28190"/>
                    <a:pt x="25167" y="28190"/>
                  </a:cubicBezTo>
                  <a:close/>
                  <a:moveTo>
                    <a:pt x="48596" y="27918"/>
                  </a:moveTo>
                  <a:cubicBezTo>
                    <a:pt x="48525" y="27918"/>
                    <a:pt x="48464" y="27971"/>
                    <a:pt x="48454" y="28045"/>
                  </a:cubicBezTo>
                  <a:cubicBezTo>
                    <a:pt x="48425" y="28247"/>
                    <a:pt x="48400" y="28446"/>
                    <a:pt x="48383" y="28637"/>
                  </a:cubicBezTo>
                  <a:cubicBezTo>
                    <a:pt x="48375" y="28717"/>
                    <a:pt x="48434" y="28789"/>
                    <a:pt x="48516" y="28798"/>
                  </a:cubicBezTo>
                  <a:cubicBezTo>
                    <a:pt x="48521" y="28799"/>
                    <a:pt x="48524" y="28799"/>
                    <a:pt x="48529" y="28799"/>
                  </a:cubicBezTo>
                  <a:cubicBezTo>
                    <a:pt x="48605" y="28799"/>
                    <a:pt x="48669" y="28742"/>
                    <a:pt x="48677" y="28665"/>
                  </a:cubicBezTo>
                  <a:cubicBezTo>
                    <a:pt x="48694" y="28478"/>
                    <a:pt x="48718" y="28283"/>
                    <a:pt x="48745" y="28086"/>
                  </a:cubicBezTo>
                  <a:cubicBezTo>
                    <a:pt x="48756" y="28005"/>
                    <a:pt x="48702" y="27931"/>
                    <a:pt x="48620" y="27920"/>
                  </a:cubicBezTo>
                  <a:cubicBezTo>
                    <a:pt x="48612" y="27918"/>
                    <a:pt x="48604" y="27918"/>
                    <a:pt x="48596" y="27918"/>
                  </a:cubicBezTo>
                  <a:close/>
                  <a:moveTo>
                    <a:pt x="37503" y="28374"/>
                  </a:moveTo>
                  <a:cubicBezTo>
                    <a:pt x="37461" y="28374"/>
                    <a:pt x="37420" y="28391"/>
                    <a:pt x="37391" y="28425"/>
                  </a:cubicBezTo>
                  <a:cubicBezTo>
                    <a:pt x="37267" y="28571"/>
                    <a:pt x="37135" y="28714"/>
                    <a:pt x="36999" y="28851"/>
                  </a:cubicBezTo>
                  <a:cubicBezTo>
                    <a:pt x="36943" y="28910"/>
                    <a:pt x="36945" y="29004"/>
                    <a:pt x="37003" y="29061"/>
                  </a:cubicBezTo>
                  <a:cubicBezTo>
                    <a:pt x="37030" y="29089"/>
                    <a:pt x="37069" y="29103"/>
                    <a:pt x="37106" y="29103"/>
                  </a:cubicBezTo>
                  <a:cubicBezTo>
                    <a:pt x="37144" y="29103"/>
                    <a:pt x="37183" y="29089"/>
                    <a:pt x="37210" y="29060"/>
                  </a:cubicBezTo>
                  <a:cubicBezTo>
                    <a:pt x="37349" y="28916"/>
                    <a:pt x="37486" y="28768"/>
                    <a:pt x="37615" y="28617"/>
                  </a:cubicBezTo>
                  <a:cubicBezTo>
                    <a:pt x="37668" y="28555"/>
                    <a:pt x="37661" y="28462"/>
                    <a:pt x="37599" y="28410"/>
                  </a:cubicBezTo>
                  <a:cubicBezTo>
                    <a:pt x="37571" y="28386"/>
                    <a:pt x="37537" y="28374"/>
                    <a:pt x="37503" y="28374"/>
                  </a:cubicBezTo>
                  <a:close/>
                  <a:moveTo>
                    <a:pt x="15912" y="28499"/>
                  </a:moveTo>
                  <a:cubicBezTo>
                    <a:pt x="15884" y="28499"/>
                    <a:pt x="15856" y="28507"/>
                    <a:pt x="15831" y="28523"/>
                  </a:cubicBezTo>
                  <a:cubicBezTo>
                    <a:pt x="15677" y="28624"/>
                    <a:pt x="15524" y="28733"/>
                    <a:pt x="15378" y="28844"/>
                  </a:cubicBezTo>
                  <a:lnTo>
                    <a:pt x="15342" y="28871"/>
                  </a:lnTo>
                  <a:cubicBezTo>
                    <a:pt x="15278" y="28921"/>
                    <a:pt x="15265" y="29013"/>
                    <a:pt x="15315" y="29077"/>
                  </a:cubicBezTo>
                  <a:cubicBezTo>
                    <a:pt x="15345" y="29117"/>
                    <a:pt x="15388" y="29135"/>
                    <a:pt x="15433" y="29135"/>
                  </a:cubicBezTo>
                  <a:cubicBezTo>
                    <a:pt x="15464" y="29135"/>
                    <a:pt x="15496" y="29125"/>
                    <a:pt x="15521" y="29104"/>
                  </a:cubicBezTo>
                  <a:lnTo>
                    <a:pt x="15555" y="29077"/>
                  </a:lnTo>
                  <a:cubicBezTo>
                    <a:pt x="15698" y="28970"/>
                    <a:pt x="15844" y="28866"/>
                    <a:pt x="15993" y="28768"/>
                  </a:cubicBezTo>
                  <a:cubicBezTo>
                    <a:pt x="16060" y="28724"/>
                    <a:pt x="16080" y="28633"/>
                    <a:pt x="16034" y="28565"/>
                  </a:cubicBezTo>
                  <a:cubicBezTo>
                    <a:pt x="16007" y="28522"/>
                    <a:pt x="15960" y="28499"/>
                    <a:pt x="15912" y="28499"/>
                  </a:cubicBezTo>
                  <a:close/>
                  <a:moveTo>
                    <a:pt x="26454" y="28913"/>
                  </a:moveTo>
                  <a:cubicBezTo>
                    <a:pt x="26403" y="28913"/>
                    <a:pt x="26353" y="28938"/>
                    <a:pt x="26326" y="28984"/>
                  </a:cubicBezTo>
                  <a:cubicBezTo>
                    <a:pt x="26285" y="29056"/>
                    <a:pt x="26308" y="29145"/>
                    <a:pt x="26377" y="29187"/>
                  </a:cubicBezTo>
                  <a:lnTo>
                    <a:pt x="26885" y="29488"/>
                  </a:lnTo>
                  <a:cubicBezTo>
                    <a:pt x="26908" y="29501"/>
                    <a:pt x="26934" y="29509"/>
                    <a:pt x="26959" y="29509"/>
                  </a:cubicBezTo>
                  <a:cubicBezTo>
                    <a:pt x="27010" y="29509"/>
                    <a:pt x="27058" y="29483"/>
                    <a:pt x="27088" y="29436"/>
                  </a:cubicBezTo>
                  <a:cubicBezTo>
                    <a:pt x="27130" y="29365"/>
                    <a:pt x="27107" y="29274"/>
                    <a:pt x="27037" y="29233"/>
                  </a:cubicBezTo>
                  <a:lnTo>
                    <a:pt x="26529" y="28933"/>
                  </a:lnTo>
                  <a:cubicBezTo>
                    <a:pt x="26505" y="28919"/>
                    <a:pt x="26479" y="28913"/>
                    <a:pt x="26454" y="28913"/>
                  </a:cubicBezTo>
                  <a:close/>
                  <a:moveTo>
                    <a:pt x="36457" y="29407"/>
                  </a:moveTo>
                  <a:cubicBezTo>
                    <a:pt x="36424" y="29407"/>
                    <a:pt x="36390" y="29419"/>
                    <a:pt x="36362" y="29442"/>
                  </a:cubicBezTo>
                  <a:cubicBezTo>
                    <a:pt x="36213" y="29564"/>
                    <a:pt x="36058" y="29684"/>
                    <a:pt x="35903" y="29795"/>
                  </a:cubicBezTo>
                  <a:cubicBezTo>
                    <a:pt x="35837" y="29843"/>
                    <a:pt x="35821" y="29937"/>
                    <a:pt x="35869" y="30002"/>
                  </a:cubicBezTo>
                  <a:cubicBezTo>
                    <a:pt x="35898" y="30042"/>
                    <a:pt x="35942" y="30064"/>
                    <a:pt x="35988" y="30064"/>
                  </a:cubicBezTo>
                  <a:cubicBezTo>
                    <a:pt x="36018" y="30064"/>
                    <a:pt x="36048" y="30054"/>
                    <a:pt x="36075" y="30036"/>
                  </a:cubicBezTo>
                  <a:cubicBezTo>
                    <a:pt x="36236" y="29919"/>
                    <a:pt x="36396" y="29795"/>
                    <a:pt x="36550" y="29668"/>
                  </a:cubicBezTo>
                  <a:cubicBezTo>
                    <a:pt x="36613" y="29616"/>
                    <a:pt x="36621" y="29524"/>
                    <a:pt x="36569" y="29460"/>
                  </a:cubicBezTo>
                  <a:cubicBezTo>
                    <a:pt x="36540" y="29425"/>
                    <a:pt x="36499" y="29407"/>
                    <a:pt x="36457" y="29407"/>
                  </a:cubicBezTo>
                  <a:close/>
                  <a:moveTo>
                    <a:pt x="14757" y="29411"/>
                  </a:moveTo>
                  <a:cubicBezTo>
                    <a:pt x="14722" y="29411"/>
                    <a:pt x="14686" y="29424"/>
                    <a:pt x="14657" y="29450"/>
                  </a:cubicBezTo>
                  <a:cubicBezTo>
                    <a:pt x="14517" y="29579"/>
                    <a:pt x="14373" y="29718"/>
                    <a:pt x="14229" y="29865"/>
                  </a:cubicBezTo>
                  <a:cubicBezTo>
                    <a:pt x="14172" y="29922"/>
                    <a:pt x="14172" y="30016"/>
                    <a:pt x="14231" y="30073"/>
                  </a:cubicBezTo>
                  <a:cubicBezTo>
                    <a:pt x="14258" y="30102"/>
                    <a:pt x="14296" y="30115"/>
                    <a:pt x="14334" y="30115"/>
                  </a:cubicBezTo>
                  <a:cubicBezTo>
                    <a:pt x="14371" y="30115"/>
                    <a:pt x="14408" y="30102"/>
                    <a:pt x="14438" y="30073"/>
                  </a:cubicBezTo>
                  <a:cubicBezTo>
                    <a:pt x="14578" y="29932"/>
                    <a:pt x="14721" y="29794"/>
                    <a:pt x="14857" y="29668"/>
                  </a:cubicBezTo>
                  <a:cubicBezTo>
                    <a:pt x="14918" y="29613"/>
                    <a:pt x="14922" y="29519"/>
                    <a:pt x="14866" y="29459"/>
                  </a:cubicBezTo>
                  <a:cubicBezTo>
                    <a:pt x="14837" y="29427"/>
                    <a:pt x="14797" y="29411"/>
                    <a:pt x="14757" y="29411"/>
                  </a:cubicBezTo>
                  <a:close/>
                  <a:moveTo>
                    <a:pt x="27722" y="29659"/>
                  </a:moveTo>
                  <a:cubicBezTo>
                    <a:pt x="27671" y="29659"/>
                    <a:pt x="27621" y="29685"/>
                    <a:pt x="27594" y="29734"/>
                  </a:cubicBezTo>
                  <a:cubicBezTo>
                    <a:pt x="27554" y="29805"/>
                    <a:pt x="27578" y="29895"/>
                    <a:pt x="27650" y="29935"/>
                  </a:cubicBezTo>
                  <a:cubicBezTo>
                    <a:pt x="27821" y="30035"/>
                    <a:pt x="27994" y="30130"/>
                    <a:pt x="28168" y="30224"/>
                  </a:cubicBezTo>
                  <a:cubicBezTo>
                    <a:pt x="28190" y="30237"/>
                    <a:pt x="28214" y="30242"/>
                    <a:pt x="28238" y="30242"/>
                  </a:cubicBezTo>
                  <a:cubicBezTo>
                    <a:pt x="28290" y="30242"/>
                    <a:pt x="28341" y="30213"/>
                    <a:pt x="28367" y="30163"/>
                  </a:cubicBezTo>
                  <a:cubicBezTo>
                    <a:pt x="28405" y="30091"/>
                    <a:pt x="28379" y="30002"/>
                    <a:pt x="28307" y="29964"/>
                  </a:cubicBezTo>
                  <a:cubicBezTo>
                    <a:pt x="28136" y="29871"/>
                    <a:pt x="27965" y="29775"/>
                    <a:pt x="27795" y="29678"/>
                  </a:cubicBezTo>
                  <a:cubicBezTo>
                    <a:pt x="27772" y="29665"/>
                    <a:pt x="27747" y="29659"/>
                    <a:pt x="27722" y="29659"/>
                  </a:cubicBezTo>
                  <a:close/>
                  <a:moveTo>
                    <a:pt x="48480" y="29384"/>
                  </a:moveTo>
                  <a:cubicBezTo>
                    <a:pt x="48399" y="29384"/>
                    <a:pt x="48333" y="29449"/>
                    <a:pt x="48332" y="29530"/>
                  </a:cubicBezTo>
                  <a:cubicBezTo>
                    <a:pt x="48331" y="29572"/>
                    <a:pt x="48331" y="29613"/>
                    <a:pt x="48331" y="29654"/>
                  </a:cubicBezTo>
                  <a:cubicBezTo>
                    <a:pt x="48331" y="29796"/>
                    <a:pt x="48335" y="29939"/>
                    <a:pt x="48342" y="30078"/>
                  </a:cubicBezTo>
                  <a:lnTo>
                    <a:pt x="48344" y="30130"/>
                  </a:lnTo>
                  <a:cubicBezTo>
                    <a:pt x="48348" y="30210"/>
                    <a:pt x="48413" y="30270"/>
                    <a:pt x="48491" y="30270"/>
                  </a:cubicBezTo>
                  <a:cubicBezTo>
                    <a:pt x="48493" y="30270"/>
                    <a:pt x="48496" y="30270"/>
                    <a:pt x="48498" y="30269"/>
                  </a:cubicBezTo>
                  <a:cubicBezTo>
                    <a:pt x="48580" y="30265"/>
                    <a:pt x="48642" y="30196"/>
                    <a:pt x="48638" y="30114"/>
                  </a:cubicBezTo>
                  <a:lnTo>
                    <a:pt x="48636" y="30063"/>
                  </a:lnTo>
                  <a:cubicBezTo>
                    <a:pt x="48630" y="29930"/>
                    <a:pt x="48626" y="29791"/>
                    <a:pt x="48626" y="29654"/>
                  </a:cubicBezTo>
                  <a:cubicBezTo>
                    <a:pt x="48626" y="29614"/>
                    <a:pt x="48627" y="29574"/>
                    <a:pt x="48627" y="29533"/>
                  </a:cubicBezTo>
                  <a:cubicBezTo>
                    <a:pt x="48629" y="29453"/>
                    <a:pt x="48563" y="29386"/>
                    <a:pt x="48482" y="29384"/>
                  </a:cubicBezTo>
                  <a:close/>
                  <a:moveTo>
                    <a:pt x="35242" y="30243"/>
                  </a:moveTo>
                  <a:cubicBezTo>
                    <a:pt x="35217" y="30243"/>
                    <a:pt x="35193" y="30249"/>
                    <a:pt x="35170" y="30262"/>
                  </a:cubicBezTo>
                  <a:cubicBezTo>
                    <a:pt x="35001" y="30356"/>
                    <a:pt x="34828" y="30444"/>
                    <a:pt x="34655" y="30523"/>
                  </a:cubicBezTo>
                  <a:cubicBezTo>
                    <a:pt x="34582" y="30558"/>
                    <a:pt x="34549" y="30646"/>
                    <a:pt x="34583" y="30719"/>
                  </a:cubicBezTo>
                  <a:cubicBezTo>
                    <a:pt x="34608" y="30774"/>
                    <a:pt x="34661" y="30806"/>
                    <a:pt x="34717" y="30806"/>
                  </a:cubicBezTo>
                  <a:cubicBezTo>
                    <a:pt x="34738" y="30806"/>
                    <a:pt x="34758" y="30801"/>
                    <a:pt x="34778" y="30793"/>
                  </a:cubicBezTo>
                  <a:cubicBezTo>
                    <a:pt x="34959" y="30711"/>
                    <a:pt x="35137" y="30618"/>
                    <a:pt x="35315" y="30520"/>
                  </a:cubicBezTo>
                  <a:cubicBezTo>
                    <a:pt x="35385" y="30480"/>
                    <a:pt x="35411" y="30389"/>
                    <a:pt x="35371" y="30319"/>
                  </a:cubicBezTo>
                  <a:cubicBezTo>
                    <a:pt x="35344" y="30270"/>
                    <a:pt x="35293" y="30243"/>
                    <a:pt x="35242" y="30243"/>
                  </a:cubicBezTo>
                  <a:close/>
                  <a:moveTo>
                    <a:pt x="29028" y="30347"/>
                  </a:moveTo>
                  <a:cubicBezTo>
                    <a:pt x="28973" y="30347"/>
                    <a:pt x="28920" y="30378"/>
                    <a:pt x="28895" y="30432"/>
                  </a:cubicBezTo>
                  <a:cubicBezTo>
                    <a:pt x="28860" y="30505"/>
                    <a:pt x="28893" y="30593"/>
                    <a:pt x="28966" y="30628"/>
                  </a:cubicBezTo>
                  <a:cubicBezTo>
                    <a:pt x="29153" y="30714"/>
                    <a:pt x="29338" y="30794"/>
                    <a:pt x="29514" y="30865"/>
                  </a:cubicBezTo>
                  <a:cubicBezTo>
                    <a:pt x="29532" y="30872"/>
                    <a:pt x="29550" y="30876"/>
                    <a:pt x="29569" y="30876"/>
                  </a:cubicBezTo>
                  <a:cubicBezTo>
                    <a:pt x="29626" y="30876"/>
                    <a:pt x="29682" y="30840"/>
                    <a:pt x="29708" y="30784"/>
                  </a:cubicBezTo>
                  <a:cubicBezTo>
                    <a:pt x="29738" y="30708"/>
                    <a:pt x="29702" y="30621"/>
                    <a:pt x="29625" y="30592"/>
                  </a:cubicBezTo>
                  <a:cubicBezTo>
                    <a:pt x="29452" y="30523"/>
                    <a:pt x="29274" y="30445"/>
                    <a:pt x="29091" y="30361"/>
                  </a:cubicBezTo>
                  <a:cubicBezTo>
                    <a:pt x="29071" y="30351"/>
                    <a:pt x="29049" y="30347"/>
                    <a:pt x="29028" y="30347"/>
                  </a:cubicBezTo>
                  <a:close/>
                  <a:moveTo>
                    <a:pt x="13729" y="30467"/>
                  </a:moveTo>
                  <a:cubicBezTo>
                    <a:pt x="13688" y="30467"/>
                    <a:pt x="13648" y="30484"/>
                    <a:pt x="13619" y="30517"/>
                  </a:cubicBezTo>
                  <a:cubicBezTo>
                    <a:pt x="13488" y="30665"/>
                    <a:pt x="13359" y="30814"/>
                    <a:pt x="13230" y="30964"/>
                  </a:cubicBezTo>
                  <a:cubicBezTo>
                    <a:pt x="13176" y="31026"/>
                    <a:pt x="13184" y="31119"/>
                    <a:pt x="13246" y="31172"/>
                  </a:cubicBezTo>
                  <a:cubicBezTo>
                    <a:pt x="13273" y="31196"/>
                    <a:pt x="13308" y="31207"/>
                    <a:pt x="13341" y="31207"/>
                  </a:cubicBezTo>
                  <a:cubicBezTo>
                    <a:pt x="13383" y="31207"/>
                    <a:pt x="13424" y="31188"/>
                    <a:pt x="13453" y="31155"/>
                  </a:cubicBezTo>
                  <a:cubicBezTo>
                    <a:pt x="13581" y="31006"/>
                    <a:pt x="13708" y="30858"/>
                    <a:pt x="13839" y="30713"/>
                  </a:cubicBezTo>
                  <a:cubicBezTo>
                    <a:pt x="13892" y="30652"/>
                    <a:pt x="13887" y="30559"/>
                    <a:pt x="13826" y="30505"/>
                  </a:cubicBezTo>
                  <a:cubicBezTo>
                    <a:pt x="13798" y="30480"/>
                    <a:pt x="13763" y="30467"/>
                    <a:pt x="13729" y="30467"/>
                  </a:cubicBezTo>
                  <a:close/>
                  <a:moveTo>
                    <a:pt x="33891" y="30827"/>
                  </a:moveTo>
                  <a:cubicBezTo>
                    <a:pt x="33876" y="30827"/>
                    <a:pt x="33861" y="30830"/>
                    <a:pt x="33846" y="30834"/>
                  </a:cubicBezTo>
                  <a:cubicBezTo>
                    <a:pt x="33662" y="30892"/>
                    <a:pt x="33475" y="30941"/>
                    <a:pt x="33289" y="30980"/>
                  </a:cubicBezTo>
                  <a:cubicBezTo>
                    <a:pt x="33210" y="30997"/>
                    <a:pt x="33159" y="31075"/>
                    <a:pt x="33176" y="31155"/>
                  </a:cubicBezTo>
                  <a:cubicBezTo>
                    <a:pt x="33191" y="31224"/>
                    <a:pt x="33252" y="31273"/>
                    <a:pt x="33320" y="31273"/>
                  </a:cubicBezTo>
                  <a:cubicBezTo>
                    <a:pt x="33331" y="31273"/>
                    <a:pt x="33341" y="31271"/>
                    <a:pt x="33350" y="31268"/>
                  </a:cubicBezTo>
                  <a:cubicBezTo>
                    <a:pt x="33544" y="31227"/>
                    <a:pt x="33740" y="31176"/>
                    <a:pt x="33934" y="31115"/>
                  </a:cubicBezTo>
                  <a:cubicBezTo>
                    <a:pt x="34011" y="31090"/>
                    <a:pt x="34055" y="31008"/>
                    <a:pt x="34031" y="30930"/>
                  </a:cubicBezTo>
                  <a:cubicBezTo>
                    <a:pt x="34011" y="30868"/>
                    <a:pt x="33954" y="30827"/>
                    <a:pt x="33891" y="30827"/>
                  </a:cubicBezTo>
                  <a:close/>
                  <a:moveTo>
                    <a:pt x="30406" y="30866"/>
                  </a:moveTo>
                  <a:cubicBezTo>
                    <a:pt x="30341" y="30866"/>
                    <a:pt x="30282" y="30908"/>
                    <a:pt x="30264" y="30974"/>
                  </a:cubicBezTo>
                  <a:cubicBezTo>
                    <a:pt x="30241" y="31052"/>
                    <a:pt x="30287" y="31134"/>
                    <a:pt x="30365" y="31155"/>
                  </a:cubicBezTo>
                  <a:cubicBezTo>
                    <a:pt x="30561" y="31211"/>
                    <a:pt x="30759" y="31257"/>
                    <a:pt x="30951" y="31294"/>
                  </a:cubicBezTo>
                  <a:cubicBezTo>
                    <a:pt x="30961" y="31295"/>
                    <a:pt x="30969" y="31296"/>
                    <a:pt x="30978" y="31296"/>
                  </a:cubicBezTo>
                  <a:cubicBezTo>
                    <a:pt x="31048" y="31296"/>
                    <a:pt x="31110" y="31247"/>
                    <a:pt x="31124" y="31177"/>
                  </a:cubicBezTo>
                  <a:cubicBezTo>
                    <a:pt x="31139" y="31098"/>
                    <a:pt x="31086" y="31020"/>
                    <a:pt x="31007" y="31005"/>
                  </a:cubicBezTo>
                  <a:cubicBezTo>
                    <a:pt x="30822" y="30969"/>
                    <a:pt x="30633" y="30924"/>
                    <a:pt x="30446" y="30872"/>
                  </a:cubicBezTo>
                  <a:cubicBezTo>
                    <a:pt x="30432" y="30868"/>
                    <a:pt x="30419" y="30866"/>
                    <a:pt x="30406" y="30866"/>
                  </a:cubicBezTo>
                  <a:close/>
                  <a:moveTo>
                    <a:pt x="32445" y="31096"/>
                  </a:moveTo>
                  <a:cubicBezTo>
                    <a:pt x="32442" y="31096"/>
                    <a:pt x="32439" y="31096"/>
                    <a:pt x="32436" y="31097"/>
                  </a:cubicBezTo>
                  <a:cubicBezTo>
                    <a:pt x="32317" y="31104"/>
                    <a:pt x="32198" y="31108"/>
                    <a:pt x="32079" y="31108"/>
                  </a:cubicBezTo>
                  <a:cubicBezTo>
                    <a:pt x="32007" y="31108"/>
                    <a:pt x="31934" y="31106"/>
                    <a:pt x="31861" y="31104"/>
                  </a:cubicBezTo>
                  <a:cubicBezTo>
                    <a:pt x="31859" y="31104"/>
                    <a:pt x="31858" y="31104"/>
                    <a:pt x="31856" y="31104"/>
                  </a:cubicBezTo>
                  <a:cubicBezTo>
                    <a:pt x="31783" y="31104"/>
                    <a:pt x="31712" y="31164"/>
                    <a:pt x="31709" y="31244"/>
                  </a:cubicBezTo>
                  <a:cubicBezTo>
                    <a:pt x="31705" y="31326"/>
                    <a:pt x="31768" y="31394"/>
                    <a:pt x="31850" y="31398"/>
                  </a:cubicBezTo>
                  <a:cubicBezTo>
                    <a:pt x="31930" y="31402"/>
                    <a:pt x="32010" y="31403"/>
                    <a:pt x="32090" y="31403"/>
                  </a:cubicBezTo>
                  <a:cubicBezTo>
                    <a:pt x="32210" y="31403"/>
                    <a:pt x="32333" y="31399"/>
                    <a:pt x="32454" y="31391"/>
                  </a:cubicBezTo>
                  <a:cubicBezTo>
                    <a:pt x="32535" y="31385"/>
                    <a:pt x="32597" y="31316"/>
                    <a:pt x="32592" y="31235"/>
                  </a:cubicBezTo>
                  <a:cubicBezTo>
                    <a:pt x="32587" y="31156"/>
                    <a:pt x="32523" y="31096"/>
                    <a:pt x="32445" y="31096"/>
                  </a:cubicBezTo>
                  <a:close/>
                  <a:moveTo>
                    <a:pt x="48585" y="30854"/>
                  </a:moveTo>
                  <a:cubicBezTo>
                    <a:pt x="48577" y="30854"/>
                    <a:pt x="48569" y="30855"/>
                    <a:pt x="48561" y="30856"/>
                  </a:cubicBezTo>
                  <a:cubicBezTo>
                    <a:pt x="48482" y="30868"/>
                    <a:pt x="48426" y="30945"/>
                    <a:pt x="48440" y="31025"/>
                  </a:cubicBezTo>
                  <a:cubicBezTo>
                    <a:pt x="48471" y="31219"/>
                    <a:pt x="48508" y="31417"/>
                    <a:pt x="48552" y="31613"/>
                  </a:cubicBezTo>
                  <a:cubicBezTo>
                    <a:pt x="48567" y="31682"/>
                    <a:pt x="48627" y="31728"/>
                    <a:pt x="48694" y="31728"/>
                  </a:cubicBezTo>
                  <a:cubicBezTo>
                    <a:pt x="48705" y="31728"/>
                    <a:pt x="48717" y="31728"/>
                    <a:pt x="48726" y="31724"/>
                  </a:cubicBezTo>
                  <a:cubicBezTo>
                    <a:pt x="48807" y="31706"/>
                    <a:pt x="48857" y="31627"/>
                    <a:pt x="48839" y="31547"/>
                  </a:cubicBezTo>
                  <a:cubicBezTo>
                    <a:pt x="48797" y="31359"/>
                    <a:pt x="48760" y="31167"/>
                    <a:pt x="48731" y="30979"/>
                  </a:cubicBezTo>
                  <a:cubicBezTo>
                    <a:pt x="48719" y="30906"/>
                    <a:pt x="48656" y="30854"/>
                    <a:pt x="48585" y="30854"/>
                  </a:cubicBezTo>
                  <a:close/>
                  <a:moveTo>
                    <a:pt x="12771" y="31590"/>
                  </a:moveTo>
                  <a:cubicBezTo>
                    <a:pt x="12729" y="31590"/>
                    <a:pt x="12688" y="31607"/>
                    <a:pt x="12659" y="31642"/>
                  </a:cubicBezTo>
                  <a:lnTo>
                    <a:pt x="12283" y="32095"/>
                  </a:lnTo>
                  <a:cubicBezTo>
                    <a:pt x="12231" y="32157"/>
                    <a:pt x="12240" y="32251"/>
                    <a:pt x="12302" y="32303"/>
                  </a:cubicBezTo>
                  <a:cubicBezTo>
                    <a:pt x="12329" y="32326"/>
                    <a:pt x="12363" y="32338"/>
                    <a:pt x="12396" y="32338"/>
                  </a:cubicBezTo>
                  <a:cubicBezTo>
                    <a:pt x="12437" y="32338"/>
                    <a:pt x="12480" y="32320"/>
                    <a:pt x="12509" y="32285"/>
                  </a:cubicBezTo>
                  <a:lnTo>
                    <a:pt x="12886" y="31831"/>
                  </a:lnTo>
                  <a:cubicBezTo>
                    <a:pt x="12938" y="31768"/>
                    <a:pt x="12931" y="31675"/>
                    <a:pt x="12867" y="31624"/>
                  </a:cubicBezTo>
                  <a:cubicBezTo>
                    <a:pt x="12839" y="31601"/>
                    <a:pt x="12805" y="31590"/>
                    <a:pt x="12771" y="31590"/>
                  </a:cubicBezTo>
                  <a:close/>
                  <a:moveTo>
                    <a:pt x="48927" y="32286"/>
                  </a:moveTo>
                  <a:cubicBezTo>
                    <a:pt x="48912" y="32286"/>
                    <a:pt x="48898" y="32288"/>
                    <a:pt x="48883" y="32292"/>
                  </a:cubicBezTo>
                  <a:cubicBezTo>
                    <a:pt x="48806" y="32317"/>
                    <a:pt x="48764" y="32401"/>
                    <a:pt x="48787" y="32478"/>
                  </a:cubicBezTo>
                  <a:cubicBezTo>
                    <a:pt x="48847" y="32664"/>
                    <a:pt x="48914" y="32854"/>
                    <a:pt x="48986" y="33042"/>
                  </a:cubicBezTo>
                  <a:cubicBezTo>
                    <a:pt x="49009" y="33100"/>
                    <a:pt x="49065" y="33136"/>
                    <a:pt x="49125" y="33136"/>
                  </a:cubicBezTo>
                  <a:cubicBezTo>
                    <a:pt x="49142" y="33136"/>
                    <a:pt x="49161" y="33133"/>
                    <a:pt x="49177" y="33127"/>
                  </a:cubicBezTo>
                  <a:cubicBezTo>
                    <a:pt x="49254" y="33097"/>
                    <a:pt x="49292" y="33012"/>
                    <a:pt x="49262" y="32936"/>
                  </a:cubicBezTo>
                  <a:cubicBezTo>
                    <a:pt x="49193" y="32754"/>
                    <a:pt x="49127" y="32569"/>
                    <a:pt x="49069" y="32388"/>
                  </a:cubicBezTo>
                  <a:cubicBezTo>
                    <a:pt x="49048" y="32325"/>
                    <a:pt x="48990" y="32286"/>
                    <a:pt x="48927" y="32286"/>
                  </a:cubicBezTo>
                  <a:close/>
                  <a:moveTo>
                    <a:pt x="11823" y="32717"/>
                  </a:moveTo>
                  <a:cubicBezTo>
                    <a:pt x="11782" y="32717"/>
                    <a:pt x="11741" y="32734"/>
                    <a:pt x="11711" y="32767"/>
                  </a:cubicBezTo>
                  <a:cubicBezTo>
                    <a:pt x="11584" y="32914"/>
                    <a:pt x="11453" y="33060"/>
                    <a:pt x="11321" y="33203"/>
                  </a:cubicBezTo>
                  <a:cubicBezTo>
                    <a:pt x="11265" y="33264"/>
                    <a:pt x="11269" y="33357"/>
                    <a:pt x="11328" y="33412"/>
                  </a:cubicBezTo>
                  <a:cubicBezTo>
                    <a:pt x="11357" y="33438"/>
                    <a:pt x="11393" y="33451"/>
                    <a:pt x="11429" y="33451"/>
                  </a:cubicBezTo>
                  <a:cubicBezTo>
                    <a:pt x="11468" y="33451"/>
                    <a:pt x="11508" y="33435"/>
                    <a:pt x="11536" y="33404"/>
                  </a:cubicBezTo>
                  <a:cubicBezTo>
                    <a:pt x="11672" y="33257"/>
                    <a:pt x="11803" y="33110"/>
                    <a:pt x="11933" y="32961"/>
                  </a:cubicBezTo>
                  <a:cubicBezTo>
                    <a:pt x="11987" y="32900"/>
                    <a:pt x="11981" y="32807"/>
                    <a:pt x="11919" y="32754"/>
                  </a:cubicBezTo>
                  <a:cubicBezTo>
                    <a:pt x="11892" y="32729"/>
                    <a:pt x="11858" y="32717"/>
                    <a:pt x="11823" y="32717"/>
                  </a:cubicBezTo>
                  <a:close/>
                  <a:moveTo>
                    <a:pt x="49474" y="33655"/>
                  </a:moveTo>
                  <a:cubicBezTo>
                    <a:pt x="49453" y="33655"/>
                    <a:pt x="49432" y="33659"/>
                    <a:pt x="49411" y="33669"/>
                  </a:cubicBezTo>
                  <a:cubicBezTo>
                    <a:pt x="49338" y="33704"/>
                    <a:pt x="49306" y="33791"/>
                    <a:pt x="49341" y="33865"/>
                  </a:cubicBezTo>
                  <a:cubicBezTo>
                    <a:pt x="49424" y="34040"/>
                    <a:pt x="49513" y="34220"/>
                    <a:pt x="49606" y="34399"/>
                  </a:cubicBezTo>
                  <a:cubicBezTo>
                    <a:pt x="49632" y="34449"/>
                    <a:pt x="49684" y="34478"/>
                    <a:pt x="49736" y="34478"/>
                  </a:cubicBezTo>
                  <a:cubicBezTo>
                    <a:pt x="49759" y="34478"/>
                    <a:pt x="49783" y="34472"/>
                    <a:pt x="49807" y="34461"/>
                  </a:cubicBezTo>
                  <a:cubicBezTo>
                    <a:pt x="49879" y="34423"/>
                    <a:pt x="49906" y="34334"/>
                    <a:pt x="49869" y="34262"/>
                  </a:cubicBezTo>
                  <a:cubicBezTo>
                    <a:pt x="49777" y="34087"/>
                    <a:pt x="49689" y="33911"/>
                    <a:pt x="49607" y="33740"/>
                  </a:cubicBezTo>
                  <a:cubicBezTo>
                    <a:pt x="49583" y="33687"/>
                    <a:pt x="49530" y="33655"/>
                    <a:pt x="49474" y="33655"/>
                  </a:cubicBezTo>
                  <a:close/>
                  <a:moveTo>
                    <a:pt x="10809" y="33789"/>
                  </a:moveTo>
                  <a:cubicBezTo>
                    <a:pt x="10773" y="33789"/>
                    <a:pt x="10736" y="33802"/>
                    <a:pt x="10708" y="33830"/>
                  </a:cubicBezTo>
                  <a:cubicBezTo>
                    <a:pt x="10571" y="33962"/>
                    <a:pt x="10427" y="34095"/>
                    <a:pt x="10279" y="34225"/>
                  </a:cubicBezTo>
                  <a:cubicBezTo>
                    <a:pt x="10218" y="34277"/>
                    <a:pt x="10211" y="34371"/>
                    <a:pt x="10266" y="34432"/>
                  </a:cubicBezTo>
                  <a:cubicBezTo>
                    <a:pt x="10296" y="34466"/>
                    <a:pt x="10335" y="34483"/>
                    <a:pt x="10377" y="34483"/>
                  </a:cubicBezTo>
                  <a:cubicBezTo>
                    <a:pt x="10410" y="34483"/>
                    <a:pt x="10445" y="34471"/>
                    <a:pt x="10475" y="34447"/>
                  </a:cubicBezTo>
                  <a:cubicBezTo>
                    <a:pt x="10626" y="34312"/>
                    <a:pt x="10774" y="34177"/>
                    <a:pt x="10914" y="34043"/>
                  </a:cubicBezTo>
                  <a:cubicBezTo>
                    <a:pt x="10971" y="33986"/>
                    <a:pt x="10973" y="33894"/>
                    <a:pt x="10917" y="33834"/>
                  </a:cubicBezTo>
                  <a:cubicBezTo>
                    <a:pt x="10887" y="33804"/>
                    <a:pt x="10848" y="33789"/>
                    <a:pt x="10809" y="33789"/>
                  </a:cubicBezTo>
                  <a:close/>
                  <a:moveTo>
                    <a:pt x="9695" y="34753"/>
                  </a:moveTo>
                  <a:cubicBezTo>
                    <a:pt x="9663" y="34753"/>
                    <a:pt x="9631" y="34763"/>
                    <a:pt x="9604" y="34784"/>
                  </a:cubicBezTo>
                  <a:cubicBezTo>
                    <a:pt x="9450" y="34905"/>
                    <a:pt x="9296" y="35023"/>
                    <a:pt x="9139" y="35139"/>
                  </a:cubicBezTo>
                  <a:cubicBezTo>
                    <a:pt x="9073" y="35188"/>
                    <a:pt x="9058" y="35279"/>
                    <a:pt x="9108" y="35345"/>
                  </a:cubicBezTo>
                  <a:cubicBezTo>
                    <a:pt x="9136" y="35384"/>
                    <a:pt x="9181" y="35405"/>
                    <a:pt x="9227" y="35405"/>
                  </a:cubicBezTo>
                  <a:cubicBezTo>
                    <a:pt x="9258" y="35405"/>
                    <a:pt x="9289" y="35396"/>
                    <a:pt x="9314" y="35375"/>
                  </a:cubicBezTo>
                  <a:cubicBezTo>
                    <a:pt x="9472" y="35258"/>
                    <a:pt x="9630" y="35138"/>
                    <a:pt x="9786" y="35015"/>
                  </a:cubicBezTo>
                  <a:cubicBezTo>
                    <a:pt x="9849" y="34965"/>
                    <a:pt x="9861" y="34874"/>
                    <a:pt x="9811" y="34809"/>
                  </a:cubicBezTo>
                  <a:cubicBezTo>
                    <a:pt x="9782" y="34772"/>
                    <a:pt x="9739" y="34753"/>
                    <a:pt x="9695" y="34753"/>
                  </a:cubicBezTo>
                  <a:close/>
                  <a:moveTo>
                    <a:pt x="50169" y="34954"/>
                  </a:moveTo>
                  <a:cubicBezTo>
                    <a:pt x="50144" y="34954"/>
                    <a:pt x="50118" y="34961"/>
                    <a:pt x="50094" y="34975"/>
                  </a:cubicBezTo>
                  <a:cubicBezTo>
                    <a:pt x="50024" y="35018"/>
                    <a:pt x="50003" y="35108"/>
                    <a:pt x="50044" y="35178"/>
                  </a:cubicBezTo>
                  <a:cubicBezTo>
                    <a:pt x="50146" y="35348"/>
                    <a:pt x="50250" y="35516"/>
                    <a:pt x="50358" y="35684"/>
                  </a:cubicBezTo>
                  <a:cubicBezTo>
                    <a:pt x="50385" y="35727"/>
                    <a:pt x="50432" y="35752"/>
                    <a:pt x="50481" y="35752"/>
                  </a:cubicBezTo>
                  <a:cubicBezTo>
                    <a:pt x="50508" y="35752"/>
                    <a:pt x="50536" y="35744"/>
                    <a:pt x="50560" y="35727"/>
                  </a:cubicBezTo>
                  <a:cubicBezTo>
                    <a:pt x="50629" y="35684"/>
                    <a:pt x="50649" y="35592"/>
                    <a:pt x="50605" y="35524"/>
                  </a:cubicBezTo>
                  <a:cubicBezTo>
                    <a:pt x="50499" y="35359"/>
                    <a:pt x="50396" y="35192"/>
                    <a:pt x="50297" y="35025"/>
                  </a:cubicBezTo>
                  <a:cubicBezTo>
                    <a:pt x="50269" y="34980"/>
                    <a:pt x="50219" y="34954"/>
                    <a:pt x="50169" y="34954"/>
                  </a:cubicBezTo>
                  <a:close/>
                  <a:moveTo>
                    <a:pt x="8507" y="35623"/>
                  </a:moveTo>
                  <a:cubicBezTo>
                    <a:pt x="8478" y="35623"/>
                    <a:pt x="8449" y="35632"/>
                    <a:pt x="8423" y="35650"/>
                  </a:cubicBezTo>
                  <a:cubicBezTo>
                    <a:pt x="8262" y="35761"/>
                    <a:pt x="8100" y="35870"/>
                    <a:pt x="7937" y="35979"/>
                  </a:cubicBezTo>
                  <a:cubicBezTo>
                    <a:pt x="7868" y="36024"/>
                    <a:pt x="7850" y="36114"/>
                    <a:pt x="7896" y="36182"/>
                  </a:cubicBezTo>
                  <a:cubicBezTo>
                    <a:pt x="7923" y="36225"/>
                    <a:pt x="7970" y="36248"/>
                    <a:pt x="8017" y="36248"/>
                  </a:cubicBezTo>
                  <a:cubicBezTo>
                    <a:pt x="8046" y="36248"/>
                    <a:pt x="8074" y="36241"/>
                    <a:pt x="8100" y="36223"/>
                  </a:cubicBezTo>
                  <a:cubicBezTo>
                    <a:pt x="8264" y="36114"/>
                    <a:pt x="8428" y="36005"/>
                    <a:pt x="8590" y="35892"/>
                  </a:cubicBezTo>
                  <a:cubicBezTo>
                    <a:pt x="8657" y="35846"/>
                    <a:pt x="8675" y="35754"/>
                    <a:pt x="8628" y="35687"/>
                  </a:cubicBezTo>
                  <a:cubicBezTo>
                    <a:pt x="8600" y="35645"/>
                    <a:pt x="8554" y="35623"/>
                    <a:pt x="8507" y="35623"/>
                  </a:cubicBezTo>
                  <a:close/>
                  <a:moveTo>
                    <a:pt x="50974" y="36191"/>
                  </a:moveTo>
                  <a:cubicBezTo>
                    <a:pt x="50945" y="36191"/>
                    <a:pt x="50916" y="36199"/>
                    <a:pt x="50890" y="36217"/>
                  </a:cubicBezTo>
                  <a:cubicBezTo>
                    <a:pt x="50823" y="36264"/>
                    <a:pt x="50807" y="36355"/>
                    <a:pt x="50854" y="36422"/>
                  </a:cubicBezTo>
                  <a:cubicBezTo>
                    <a:pt x="50967" y="36583"/>
                    <a:pt x="51082" y="36744"/>
                    <a:pt x="51199" y="36904"/>
                  </a:cubicBezTo>
                  <a:cubicBezTo>
                    <a:pt x="51227" y="36945"/>
                    <a:pt x="51273" y="36965"/>
                    <a:pt x="51318" y="36965"/>
                  </a:cubicBezTo>
                  <a:cubicBezTo>
                    <a:pt x="51349" y="36965"/>
                    <a:pt x="51379" y="36956"/>
                    <a:pt x="51404" y="36937"/>
                  </a:cubicBezTo>
                  <a:cubicBezTo>
                    <a:pt x="51470" y="36888"/>
                    <a:pt x="51484" y="36796"/>
                    <a:pt x="51437" y="36731"/>
                  </a:cubicBezTo>
                  <a:cubicBezTo>
                    <a:pt x="51320" y="36572"/>
                    <a:pt x="51207" y="36413"/>
                    <a:pt x="51094" y="36253"/>
                  </a:cubicBezTo>
                  <a:cubicBezTo>
                    <a:pt x="51066" y="36213"/>
                    <a:pt x="51020" y="36191"/>
                    <a:pt x="50974" y="36191"/>
                  </a:cubicBezTo>
                  <a:close/>
                  <a:moveTo>
                    <a:pt x="7276" y="36439"/>
                  </a:moveTo>
                  <a:cubicBezTo>
                    <a:pt x="7249" y="36439"/>
                    <a:pt x="7221" y="36447"/>
                    <a:pt x="7196" y="36463"/>
                  </a:cubicBezTo>
                  <a:lnTo>
                    <a:pt x="6701" y="36780"/>
                  </a:lnTo>
                  <a:cubicBezTo>
                    <a:pt x="6633" y="36825"/>
                    <a:pt x="6613" y="36917"/>
                    <a:pt x="6658" y="36985"/>
                  </a:cubicBezTo>
                  <a:cubicBezTo>
                    <a:pt x="6685" y="37028"/>
                    <a:pt x="6732" y="37052"/>
                    <a:pt x="6781" y="37052"/>
                  </a:cubicBezTo>
                  <a:cubicBezTo>
                    <a:pt x="6808" y="37052"/>
                    <a:pt x="6836" y="37046"/>
                    <a:pt x="6860" y="37030"/>
                  </a:cubicBezTo>
                  <a:lnTo>
                    <a:pt x="7356" y="36710"/>
                  </a:lnTo>
                  <a:cubicBezTo>
                    <a:pt x="7424" y="36666"/>
                    <a:pt x="7444" y="36574"/>
                    <a:pt x="7399" y="36506"/>
                  </a:cubicBezTo>
                  <a:cubicBezTo>
                    <a:pt x="7372" y="36463"/>
                    <a:pt x="7324" y="36439"/>
                    <a:pt x="7276" y="36439"/>
                  </a:cubicBezTo>
                  <a:close/>
                  <a:moveTo>
                    <a:pt x="6039" y="37237"/>
                  </a:moveTo>
                  <a:cubicBezTo>
                    <a:pt x="6011" y="37237"/>
                    <a:pt x="5983" y="37244"/>
                    <a:pt x="5958" y="37260"/>
                  </a:cubicBezTo>
                  <a:cubicBezTo>
                    <a:pt x="5793" y="37369"/>
                    <a:pt x="5628" y="37477"/>
                    <a:pt x="5464" y="37587"/>
                  </a:cubicBezTo>
                  <a:cubicBezTo>
                    <a:pt x="5397" y="37634"/>
                    <a:pt x="5379" y="37725"/>
                    <a:pt x="5424" y="37792"/>
                  </a:cubicBezTo>
                  <a:cubicBezTo>
                    <a:pt x="5452" y="37834"/>
                    <a:pt x="5499" y="37858"/>
                    <a:pt x="5546" y="37858"/>
                  </a:cubicBezTo>
                  <a:cubicBezTo>
                    <a:pt x="5574" y="37858"/>
                    <a:pt x="5602" y="37848"/>
                    <a:pt x="5628" y="37831"/>
                  </a:cubicBezTo>
                  <a:cubicBezTo>
                    <a:pt x="5792" y="37722"/>
                    <a:pt x="5955" y="37614"/>
                    <a:pt x="6119" y="37507"/>
                  </a:cubicBezTo>
                  <a:cubicBezTo>
                    <a:pt x="6187" y="37463"/>
                    <a:pt x="6207" y="37372"/>
                    <a:pt x="6161" y="37304"/>
                  </a:cubicBezTo>
                  <a:cubicBezTo>
                    <a:pt x="6134" y="37260"/>
                    <a:pt x="6087" y="37237"/>
                    <a:pt x="6039" y="37237"/>
                  </a:cubicBezTo>
                  <a:close/>
                  <a:moveTo>
                    <a:pt x="51851" y="37378"/>
                  </a:moveTo>
                  <a:cubicBezTo>
                    <a:pt x="51820" y="37378"/>
                    <a:pt x="51788" y="37388"/>
                    <a:pt x="51762" y="37409"/>
                  </a:cubicBezTo>
                  <a:cubicBezTo>
                    <a:pt x="51697" y="37458"/>
                    <a:pt x="51684" y="37551"/>
                    <a:pt x="51735" y="37615"/>
                  </a:cubicBezTo>
                  <a:cubicBezTo>
                    <a:pt x="51855" y="37771"/>
                    <a:pt x="51977" y="37926"/>
                    <a:pt x="52099" y="38080"/>
                  </a:cubicBezTo>
                  <a:cubicBezTo>
                    <a:pt x="52129" y="38117"/>
                    <a:pt x="52171" y="38136"/>
                    <a:pt x="52216" y="38136"/>
                  </a:cubicBezTo>
                  <a:cubicBezTo>
                    <a:pt x="52247" y="38136"/>
                    <a:pt x="52279" y="38126"/>
                    <a:pt x="52308" y="38106"/>
                  </a:cubicBezTo>
                  <a:cubicBezTo>
                    <a:pt x="52371" y="38055"/>
                    <a:pt x="52381" y="37962"/>
                    <a:pt x="52330" y="37899"/>
                  </a:cubicBezTo>
                  <a:cubicBezTo>
                    <a:pt x="52210" y="37745"/>
                    <a:pt x="52088" y="37590"/>
                    <a:pt x="51968" y="37436"/>
                  </a:cubicBezTo>
                  <a:cubicBezTo>
                    <a:pt x="51939" y="37398"/>
                    <a:pt x="51895" y="37378"/>
                    <a:pt x="51851" y="37378"/>
                  </a:cubicBezTo>
                  <a:close/>
                  <a:moveTo>
                    <a:pt x="4815" y="38063"/>
                  </a:moveTo>
                  <a:cubicBezTo>
                    <a:pt x="4786" y="38063"/>
                    <a:pt x="4756" y="38071"/>
                    <a:pt x="4730" y="38090"/>
                  </a:cubicBezTo>
                  <a:cubicBezTo>
                    <a:pt x="4569" y="38204"/>
                    <a:pt x="4409" y="38321"/>
                    <a:pt x="4250" y="38440"/>
                  </a:cubicBezTo>
                  <a:cubicBezTo>
                    <a:pt x="4185" y="38488"/>
                    <a:pt x="4172" y="38580"/>
                    <a:pt x="4221" y="38646"/>
                  </a:cubicBezTo>
                  <a:cubicBezTo>
                    <a:pt x="4250" y="38684"/>
                    <a:pt x="4295" y="38705"/>
                    <a:pt x="4339" y="38705"/>
                  </a:cubicBezTo>
                  <a:cubicBezTo>
                    <a:pt x="4370" y="38705"/>
                    <a:pt x="4401" y="38696"/>
                    <a:pt x="4427" y="38674"/>
                  </a:cubicBezTo>
                  <a:cubicBezTo>
                    <a:pt x="4583" y="38558"/>
                    <a:pt x="4741" y="38444"/>
                    <a:pt x="4900" y="38330"/>
                  </a:cubicBezTo>
                  <a:cubicBezTo>
                    <a:pt x="4966" y="38284"/>
                    <a:pt x="4983" y="38192"/>
                    <a:pt x="4936" y="38125"/>
                  </a:cubicBezTo>
                  <a:cubicBezTo>
                    <a:pt x="4907" y="38084"/>
                    <a:pt x="4862" y="38063"/>
                    <a:pt x="4815" y="38063"/>
                  </a:cubicBezTo>
                  <a:close/>
                  <a:moveTo>
                    <a:pt x="52770" y="38530"/>
                  </a:moveTo>
                  <a:cubicBezTo>
                    <a:pt x="52738" y="38530"/>
                    <a:pt x="52705" y="38541"/>
                    <a:pt x="52677" y="38563"/>
                  </a:cubicBezTo>
                  <a:cubicBezTo>
                    <a:pt x="52615" y="38615"/>
                    <a:pt x="52605" y="38708"/>
                    <a:pt x="52656" y="38771"/>
                  </a:cubicBezTo>
                  <a:cubicBezTo>
                    <a:pt x="52780" y="38923"/>
                    <a:pt x="52906" y="39075"/>
                    <a:pt x="53031" y="39228"/>
                  </a:cubicBezTo>
                  <a:cubicBezTo>
                    <a:pt x="53059" y="39264"/>
                    <a:pt x="53102" y="39281"/>
                    <a:pt x="53144" y="39281"/>
                  </a:cubicBezTo>
                  <a:cubicBezTo>
                    <a:pt x="53177" y="39281"/>
                    <a:pt x="53210" y="39271"/>
                    <a:pt x="53237" y="39246"/>
                  </a:cubicBezTo>
                  <a:cubicBezTo>
                    <a:pt x="53300" y="39195"/>
                    <a:pt x="53309" y="39102"/>
                    <a:pt x="53258" y="39039"/>
                  </a:cubicBezTo>
                  <a:cubicBezTo>
                    <a:pt x="53134" y="38888"/>
                    <a:pt x="53009" y="38736"/>
                    <a:pt x="52885" y="38584"/>
                  </a:cubicBezTo>
                  <a:cubicBezTo>
                    <a:pt x="52856" y="38549"/>
                    <a:pt x="52814" y="38530"/>
                    <a:pt x="52770" y="38530"/>
                  </a:cubicBezTo>
                  <a:close/>
                  <a:moveTo>
                    <a:pt x="3643" y="38957"/>
                  </a:moveTo>
                  <a:cubicBezTo>
                    <a:pt x="3610" y="38957"/>
                    <a:pt x="3577" y="38968"/>
                    <a:pt x="3549" y="38990"/>
                  </a:cubicBezTo>
                  <a:lnTo>
                    <a:pt x="3439" y="39081"/>
                  </a:lnTo>
                  <a:cubicBezTo>
                    <a:pt x="3325" y="39178"/>
                    <a:pt x="3209" y="39277"/>
                    <a:pt x="3098" y="39380"/>
                  </a:cubicBezTo>
                  <a:cubicBezTo>
                    <a:pt x="3038" y="39436"/>
                    <a:pt x="3033" y="39529"/>
                    <a:pt x="3089" y="39590"/>
                  </a:cubicBezTo>
                  <a:cubicBezTo>
                    <a:pt x="3119" y="39621"/>
                    <a:pt x="3158" y="39637"/>
                    <a:pt x="3198" y="39637"/>
                  </a:cubicBezTo>
                  <a:cubicBezTo>
                    <a:pt x="3233" y="39637"/>
                    <a:pt x="3269" y="39625"/>
                    <a:pt x="3295" y="39599"/>
                  </a:cubicBezTo>
                  <a:cubicBezTo>
                    <a:pt x="3404" y="39498"/>
                    <a:pt x="3516" y="39401"/>
                    <a:pt x="3627" y="39307"/>
                  </a:cubicBezTo>
                  <a:lnTo>
                    <a:pt x="3736" y="39217"/>
                  </a:lnTo>
                  <a:cubicBezTo>
                    <a:pt x="3800" y="39166"/>
                    <a:pt x="3808" y="39073"/>
                    <a:pt x="3756" y="39009"/>
                  </a:cubicBezTo>
                  <a:cubicBezTo>
                    <a:pt x="3727" y="38974"/>
                    <a:pt x="3686" y="38957"/>
                    <a:pt x="3643" y="38957"/>
                  </a:cubicBezTo>
                  <a:close/>
                  <a:moveTo>
                    <a:pt x="53706" y="39670"/>
                  </a:moveTo>
                  <a:cubicBezTo>
                    <a:pt x="53673" y="39670"/>
                    <a:pt x="53640" y="39681"/>
                    <a:pt x="53613" y="39703"/>
                  </a:cubicBezTo>
                  <a:cubicBezTo>
                    <a:pt x="53551" y="39755"/>
                    <a:pt x="53542" y="39848"/>
                    <a:pt x="53593" y="39911"/>
                  </a:cubicBezTo>
                  <a:lnTo>
                    <a:pt x="53966" y="40365"/>
                  </a:lnTo>
                  <a:cubicBezTo>
                    <a:pt x="53996" y="40401"/>
                    <a:pt x="54038" y="40419"/>
                    <a:pt x="54080" y="40419"/>
                  </a:cubicBezTo>
                  <a:cubicBezTo>
                    <a:pt x="54114" y="40419"/>
                    <a:pt x="54146" y="40409"/>
                    <a:pt x="54172" y="40385"/>
                  </a:cubicBezTo>
                  <a:cubicBezTo>
                    <a:pt x="54235" y="40334"/>
                    <a:pt x="54245" y="40241"/>
                    <a:pt x="54194" y="40178"/>
                  </a:cubicBezTo>
                  <a:lnTo>
                    <a:pt x="53820" y="39723"/>
                  </a:lnTo>
                  <a:cubicBezTo>
                    <a:pt x="53791" y="39688"/>
                    <a:pt x="53749" y="39670"/>
                    <a:pt x="53706" y="39670"/>
                  </a:cubicBezTo>
                  <a:close/>
                  <a:moveTo>
                    <a:pt x="2567" y="39964"/>
                  </a:moveTo>
                  <a:cubicBezTo>
                    <a:pt x="2527" y="39964"/>
                    <a:pt x="2488" y="39979"/>
                    <a:pt x="2459" y="40010"/>
                  </a:cubicBezTo>
                  <a:cubicBezTo>
                    <a:pt x="2322" y="40156"/>
                    <a:pt x="2188" y="40306"/>
                    <a:pt x="2062" y="40457"/>
                  </a:cubicBezTo>
                  <a:cubicBezTo>
                    <a:pt x="2010" y="40519"/>
                    <a:pt x="2018" y="40611"/>
                    <a:pt x="2080" y="40664"/>
                  </a:cubicBezTo>
                  <a:cubicBezTo>
                    <a:pt x="2109" y="40688"/>
                    <a:pt x="2142" y="40699"/>
                    <a:pt x="2176" y="40699"/>
                  </a:cubicBezTo>
                  <a:cubicBezTo>
                    <a:pt x="2217" y="40699"/>
                    <a:pt x="2259" y="40681"/>
                    <a:pt x="2288" y="40647"/>
                  </a:cubicBezTo>
                  <a:cubicBezTo>
                    <a:pt x="2412" y="40500"/>
                    <a:pt x="2542" y="40354"/>
                    <a:pt x="2675" y="40213"/>
                  </a:cubicBezTo>
                  <a:cubicBezTo>
                    <a:pt x="2730" y="40153"/>
                    <a:pt x="2728" y="40059"/>
                    <a:pt x="2668" y="40004"/>
                  </a:cubicBezTo>
                  <a:cubicBezTo>
                    <a:pt x="2640" y="39977"/>
                    <a:pt x="2603" y="39964"/>
                    <a:pt x="2567" y="39964"/>
                  </a:cubicBezTo>
                  <a:close/>
                  <a:moveTo>
                    <a:pt x="54631" y="40818"/>
                  </a:moveTo>
                  <a:cubicBezTo>
                    <a:pt x="54599" y="40818"/>
                    <a:pt x="54568" y="40828"/>
                    <a:pt x="54541" y="40849"/>
                  </a:cubicBezTo>
                  <a:cubicBezTo>
                    <a:pt x="54476" y="40897"/>
                    <a:pt x="54464" y="40990"/>
                    <a:pt x="54514" y="41055"/>
                  </a:cubicBezTo>
                  <a:cubicBezTo>
                    <a:pt x="54634" y="41210"/>
                    <a:pt x="54752" y="41366"/>
                    <a:pt x="54869" y="41523"/>
                  </a:cubicBezTo>
                  <a:cubicBezTo>
                    <a:pt x="54899" y="41562"/>
                    <a:pt x="54944" y="41582"/>
                    <a:pt x="54988" y="41582"/>
                  </a:cubicBezTo>
                  <a:cubicBezTo>
                    <a:pt x="55019" y="41582"/>
                    <a:pt x="55050" y="41573"/>
                    <a:pt x="55076" y="41552"/>
                  </a:cubicBezTo>
                  <a:cubicBezTo>
                    <a:pt x="55141" y="41504"/>
                    <a:pt x="55154" y="41412"/>
                    <a:pt x="55106" y="41346"/>
                  </a:cubicBezTo>
                  <a:cubicBezTo>
                    <a:pt x="54987" y="41188"/>
                    <a:pt x="54867" y="41030"/>
                    <a:pt x="54748" y="40874"/>
                  </a:cubicBezTo>
                  <a:cubicBezTo>
                    <a:pt x="54719" y="40838"/>
                    <a:pt x="54675" y="40818"/>
                    <a:pt x="54631" y="40818"/>
                  </a:cubicBezTo>
                  <a:close/>
                  <a:moveTo>
                    <a:pt x="1634" y="41103"/>
                  </a:moveTo>
                  <a:cubicBezTo>
                    <a:pt x="1588" y="41103"/>
                    <a:pt x="1543" y="41125"/>
                    <a:pt x="1514" y="41165"/>
                  </a:cubicBezTo>
                  <a:cubicBezTo>
                    <a:pt x="1398" y="41329"/>
                    <a:pt x="1287" y="41498"/>
                    <a:pt x="1182" y="41665"/>
                  </a:cubicBezTo>
                  <a:cubicBezTo>
                    <a:pt x="1140" y="41733"/>
                    <a:pt x="1160" y="41825"/>
                    <a:pt x="1230" y="41867"/>
                  </a:cubicBezTo>
                  <a:cubicBezTo>
                    <a:pt x="1254" y="41881"/>
                    <a:pt x="1280" y="41890"/>
                    <a:pt x="1308" y="41890"/>
                  </a:cubicBezTo>
                  <a:cubicBezTo>
                    <a:pt x="1356" y="41890"/>
                    <a:pt x="1404" y="41865"/>
                    <a:pt x="1432" y="41820"/>
                  </a:cubicBezTo>
                  <a:cubicBezTo>
                    <a:pt x="1533" y="41658"/>
                    <a:pt x="1641" y="41495"/>
                    <a:pt x="1754" y="41336"/>
                  </a:cubicBezTo>
                  <a:cubicBezTo>
                    <a:pt x="1801" y="41271"/>
                    <a:pt x="1786" y="41179"/>
                    <a:pt x="1719" y="41131"/>
                  </a:cubicBezTo>
                  <a:cubicBezTo>
                    <a:pt x="1693" y="41112"/>
                    <a:pt x="1663" y="41103"/>
                    <a:pt x="1634" y="41103"/>
                  </a:cubicBezTo>
                  <a:close/>
                  <a:moveTo>
                    <a:pt x="55504" y="42006"/>
                  </a:moveTo>
                  <a:cubicBezTo>
                    <a:pt x="55475" y="42006"/>
                    <a:pt x="55446" y="42014"/>
                    <a:pt x="55420" y="42032"/>
                  </a:cubicBezTo>
                  <a:cubicBezTo>
                    <a:pt x="55354" y="42079"/>
                    <a:pt x="55338" y="42170"/>
                    <a:pt x="55384" y="42237"/>
                  </a:cubicBezTo>
                  <a:cubicBezTo>
                    <a:pt x="55497" y="42397"/>
                    <a:pt x="55606" y="42560"/>
                    <a:pt x="55713" y="42722"/>
                  </a:cubicBezTo>
                  <a:cubicBezTo>
                    <a:pt x="55741" y="42765"/>
                    <a:pt x="55790" y="42788"/>
                    <a:pt x="55837" y="42788"/>
                  </a:cubicBezTo>
                  <a:cubicBezTo>
                    <a:pt x="55865" y="42788"/>
                    <a:pt x="55894" y="42780"/>
                    <a:pt x="55916" y="42764"/>
                  </a:cubicBezTo>
                  <a:cubicBezTo>
                    <a:pt x="55984" y="42720"/>
                    <a:pt x="56003" y="42628"/>
                    <a:pt x="55958" y="42560"/>
                  </a:cubicBezTo>
                  <a:cubicBezTo>
                    <a:pt x="55850" y="42395"/>
                    <a:pt x="55739" y="42231"/>
                    <a:pt x="55626" y="42068"/>
                  </a:cubicBezTo>
                  <a:cubicBezTo>
                    <a:pt x="55597" y="42028"/>
                    <a:pt x="55551" y="42006"/>
                    <a:pt x="55504" y="42006"/>
                  </a:cubicBezTo>
                  <a:close/>
                  <a:moveTo>
                    <a:pt x="877" y="42368"/>
                  </a:moveTo>
                  <a:cubicBezTo>
                    <a:pt x="823" y="42368"/>
                    <a:pt x="771" y="42398"/>
                    <a:pt x="746" y="42450"/>
                  </a:cubicBezTo>
                  <a:cubicBezTo>
                    <a:pt x="655" y="42632"/>
                    <a:pt x="572" y="42816"/>
                    <a:pt x="499" y="42999"/>
                  </a:cubicBezTo>
                  <a:cubicBezTo>
                    <a:pt x="468" y="43074"/>
                    <a:pt x="504" y="43160"/>
                    <a:pt x="580" y="43191"/>
                  </a:cubicBezTo>
                  <a:cubicBezTo>
                    <a:pt x="598" y="43197"/>
                    <a:pt x="618" y="43201"/>
                    <a:pt x="635" y="43201"/>
                  </a:cubicBezTo>
                  <a:cubicBezTo>
                    <a:pt x="694" y="43201"/>
                    <a:pt x="749" y="43166"/>
                    <a:pt x="772" y="43109"/>
                  </a:cubicBezTo>
                  <a:cubicBezTo>
                    <a:pt x="844" y="42934"/>
                    <a:pt x="923" y="42756"/>
                    <a:pt x="1010" y="42581"/>
                  </a:cubicBezTo>
                  <a:cubicBezTo>
                    <a:pt x="1046" y="42507"/>
                    <a:pt x="1016" y="42419"/>
                    <a:pt x="943" y="42383"/>
                  </a:cubicBezTo>
                  <a:cubicBezTo>
                    <a:pt x="922" y="42373"/>
                    <a:pt x="899" y="42368"/>
                    <a:pt x="877" y="42368"/>
                  </a:cubicBezTo>
                  <a:close/>
                  <a:moveTo>
                    <a:pt x="43291" y="43477"/>
                  </a:moveTo>
                  <a:cubicBezTo>
                    <a:pt x="43233" y="43477"/>
                    <a:pt x="43174" y="43477"/>
                    <a:pt x="43117" y="43479"/>
                  </a:cubicBezTo>
                  <a:cubicBezTo>
                    <a:pt x="43035" y="43481"/>
                    <a:pt x="42971" y="43548"/>
                    <a:pt x="42972" y="43629"/>
                  </a:cubicBezTo>
                  <a:cubicBezTo>
                    <a:pt x="42975" y="43710"/>
                    <a:pt x="43043" y="43774"/>
                    <a:pt x="43119" y="43774"/>
                  </a:cubicBezTo>
                  <a:cubicBezTo>
                    <a:pt x="43121" y="43774"/>
                    <a:pt x="43122" y="43774"/>
                    <a:pt x="43123" y="43774"/>
                  </a:cubicBezTo>
                  <a:cubicBezTo>
                    <a:pt x="43173" y="43774"/>
                    <a:pt x="43224" y="43773"/>
                    <a:pt x="43276" y="43773"/>
                  </a:cubicBezTo>
                  <a:cubicBezTo>
                    <a:pt x="43426" y="43774"/>
                    <a:pt x="43564" y="43776"/>
                    <a:pt x="43699" y="43785"/>
                  </a:cubicBezTo>
                  <a:lnTo>
                    <a:pt x="43709" y="43785"/>
                  </a:lnTo>
                  <a:cubicBezTo>
                    <a:pt x="43785" y="43785"/>
                    <a:pt x="43850" y="43726"/>
                    <a:pt x="43855" y="43649"/>
                  </a:cubicBezTo>
                  <a:cubicBezTo>
                    <a:pt x="43863" y="43567"/>
                    <a:pt x="43801" y="43496"/>
                    <a:pt x="43719" y="43491"/>
                  </a:cubicBezTo>
                  <a:cubicBezTo>
                    <a:pt x="43584" y="43482"/>
                    <a:pt x="43443" y="43477"/>
                    <a:pt x="43291" y="43477"/>
                  </a:cubicBezTo>
                  <a:close/>
                  <a:moveTo>
                    <a:pt x="42237" y="43528"/>
                  </a:moveTo>
                  <a:cubicBezTo>
                    <a:pt x="42233" y="43528"/>
                    <a:pt x="42229" y="43528"/>
                    <a:pt x="42225" y="43528"/>
                  </a:cubicBezTo>
                  <a:lnTo>
                    <a:pt x="41637" y="43571"/>
                  </a:lnTo>
                  <a:cubicBezTo>
                    <a:pt x="41557" y="43577"/>
                    <a:pt x="41495" y="43647"/>
                    <a:pt x="41501" y="43728"/>
                  </a:cubicBezTo>
                  <a:cubicBezTo>
                    <a:pt x="41506" y="43806"/>
                    <a:pt x="41572" y="43866"/>
                    <a:pt x="41647" y="43866"/>
                  </a:cubicBezTo>
                  <a:lnTo>
                    <a:pt x="41658" y="43866"/>
                  </a:lnTo>
                  <a:lnTo>
                    <a:pt x="42246" y="43822"/>
                  </a:lnTo>
                  <a:cubicBezTo>
                    <a:pt x="42327" y="43817"/>
                    <a:pt x="42389" y="43747"/>
                    <a:pt x="42383" y="43665"/>
                  </a:cubicBezTo>
                  <a:cubicBezTo>
                    <a:pt x="42378" y="43588"/>
                    <a:pt x="42313" y="43528"/>
                    <a:pt x="42237" y="43528"/>
                  </a:cubicBezTo>
                  <a:close/>
                  <a:moveTo>
                    <a:pt x="40765" y="43635"/>
                  </a:moveTo>
                  <a:cubicBezTo>
                    <a:pt x="40762" y="43635"/>
                    <a:pt x="40758" y="43635"/>
                    <a:pt x="40754" y="43635"/>
                  </a:cubicBezTo>
                  <a:lnTo>
                    <a:pt x="40166" y="43678"/>
                  </a:lnTo>
                  <a:cubicBezTo>
                    <a:pt x="40084" y="43683"/>
                    <a:pt x="40022" y="43754"/>
                    <a:pt x="40030" y="43836"/>
                  </a:cubicBezTo>
                  <a:cubicBezTo>
                    <a:pt x="40035" y="43913"/>
                    <a:pt x="40100" y="43972"/>
                    <a:pt x="40176" y="43972"/>
                  </a:cubicBezTo>
                  <a:lnTo>
                    <a:pt x="40187" y="43972"/>
                  </a:lnTo>
                  <a:lnTo>
                    <a:pt x="40775" y="43930"/>
                  </a:lnTo>
                  <a:cubicBezTo>
                    <a:pt x="40856" y="43924"/>
                    <a:pt x="40918" y="43853"/>
                    <a:pt x="40912" y="43773"/>
                  </a:cubicBezTo>
                  <a:cubicBezTo>
                    <a:pt x="40907" y="43695"/>
                    <a:pt x="40842" y="43635"/>
                    <a:pt x="40765" y="43635"/>
                  </a:cubicBezTo>
                  <a:close/>
                  <a:moveTo>
                    <a:pt x="56309" y="43242"/>
                  </a:moveTo>
                  <a:cubicBezTo>
                    <a:pt x="56283" y="43242"/>
                    <a:pt x="56257" y="43249"/>
                    <a:pt x="56233" y="43263"/>
                  </a:cubicBezTo>
                  <a:cubicBezTo>
                    <a:pt x="56163" y="43305"/>
                    <a:pt x="56142" y="43395"/>
                    <a:pt x="56183" y="43465"/>
                  </a:cubicBezTo>
                  <a:cubicBezTo>
                    <a:pt x="56283" y="43632"/>
                    <a:pt x="56381" y="43802"/>
                    <a:pt x="56476" y="43972"/>
                  </a:cubicBezTo>
                  <a:cubicBezTo>
                    <a:pt x="56503" y="44021"/>
                    <a:pt x="56553" y="44048"/>
                    <a:pt x="56605" y="44048"/>
                  </a:cubicBezTo>
                  <a:cubicBezTo>
                    <a:pt x="56629" y="44048"/>
                    <a:pt x="56653" y="44042"/>
                    <a:pt x="56677" y="44028"/>
                  </a:cubicBezTo>
                  <a:cubicBezTo>
                    <a:pt x="56747" y="43989"/>
                    <a:pt x="56773" y="43899"/>
                    <a:pt x="56734" y="43827"/>
                  </a:cubicBezTo>
                  <a:cubicBezTo>
                    <a:pt x="56637" y="43655"/>
                    <a:pt x="56538" y="43483"/>
                    <a:pt x="56436" y="43314"/>
                  </a:cubicBezTo>
                  <a:cubicBezTo>
                    <a:pt x="56408" y="43267"/>
                    <a:pt x="56359" y="43242"/>
                    <a:pt x="56309" y="43242"/>
                  </a:cubicBezTo>
                  <a:close/>
                  <a:moveTo>
                    <a:pt x="39295" y="43742"/>
                  </a:moveTo>
                  <a:cubicBezTo>
                    <a:pt x="39291" y="43742"/>
                    <a:pt x="39288" y="43742"/>
                    <a:pt x="39284" y="43743"/>
                  </a:cubicBezTo>
                  <a:lnTo>
                    <a:pt x="38696" y="43785"/>
                  </a:lnTo>
                  <a:cubicBezTo>
                    <a:pt x="38614" y="43790"/>
                    <a:pt x="38552" y="43861"/>
                    <a:pt x="38559" y="43943"/>
                  </a:cubicBezTo>
                  <a:cubicBezTo>
                    <a:pt x="38565" y="44020"/>
                    <a:pt x="38630" y="44079"/>
                    <a:pt x="38706" y="44079"/>
                  </a:cubicBezTo>
                  <a:lnTo>
                    <a:pt x="38716" y="44079"/>
                  </a:lnTo>
                  <a:lnTo>
                    <a:pt x="39304" y="44037"/>
                  </a:lnTo>
                  <a:cubicBezTo>
                    <a:pt x="39386" y="44032"/>
                    <a:pt x="39448" y="43960"/>
                    <a:pt x="39442" y="43879"/>
                  </a:cubicBezTo>
                  <a:cubicBezTo>
                    <a:pt x="39437" y="43802"/>
                    <a:pt x="39372" y="43742"/>
                    <a:pt x="39295" y="43742"/>
                  </a:cubicBezTo>
                  <a:close/>
                  <a:moveTo>
                    <a:pt x="44578" y="43639"/>
                  </a:moveTo>
                  <a:cubicBezTo>
                    <a:pt x="44515" y="43639"/>
                    <a:pt x="44456" y="43681"/>
                    <a:pt x="44437" y="43744"/>
                  </a:cubicBezTo>
                  <a:cubicBezTo>
                    <a:pt x="44413" y="43822"/>
                    <a:pt x="44458" y="43905"/>
                    <a:pt x="44535" y="43928"/>
                  </a:cubicBezTo>
                  <a:cubicBezTo>
                    <a:pt x="44609" y="43950"/>
                    <a:pt x="44683" y="43976"/>
                    <a:pt x="44755" y="44005"/>
                  </a:cubicBezTo>
                  <a:cubicBezTo>
                    <a:pt x="44856" y="44044"/>
                    <a:pt x="44957" y="44090"/>
                    <a:pt x="45052" y="44142"/>
                  </a:cubicBezTo>
                  <a:cubicBezTo>
                    <a:pt x="45075" y="44155"/>
                    <a:pt x="45099" y="44161"/>
                    <a:pt x="45122" y="44161"/>
                  </a:cubicBezTo>
                  <a:cubicBezTo>
                    <a:pt x="45175" y="44161"/>
                    <a:pt x="45226" y="44132"/>
                    <a:pt x="45253" y="44082"/>
                  </a:cubicBezTo>
                  <a:cubicBezTo>
                    <a:pt x="45293" y="44010"/>
                    <a:pt x="45266" y="43920"/>
                    <a:pt x="45194" y="43882"/>
                  </a:cubicBezTo>
                  <a:cubicBezTo>
                    <a:pt x="45086" y="43825"/>
                    <a:pt x="44975" y="43774"/>
                    <a:pt x="44863" y="43729"/>
                  </a:cubicBezTo>
                  <a:cubicBezTo>
                    <a:pt x="44786" y="43698"/>
                    <a:pt x="44705" y="43672"/>
                    <a:pt x="44622" y="43646"/>
                  </a:cubicBezTo>
                  <a:cubicBezTo>
                    <a:pt x="44607" y="43641"/>
                    <a:pt x="44593" y="43639"/>
                    <a:pt x="44578" y="43639"/>
                  </a:cubicBezTo>
                  <a:close/>
                  <a:moveTo>
                    <a:pt x="37823" y="43850"/>
                  </a:moveTo>
                  <a:cubicBezTo>
                    <a:pt x="37820" y="43850"/>
                    <a:pt x="37817" y="43850"/>
                    <a:pt x="37813" y="43850"/>
                  </a:cubicBezTo>
                  <a:lnTo>
                    <a:pt x="37225" y="43892"/>
                  </a:lnTo>
                  <a:cubicBezTo>
                    <a:pt x="37144" y="43898"/>
                    <a:pt x="37082" y="43969"/>
                    <a:pt x="37089" y="44049"/>
                  </a:cubicBezTo>
                  <a:cubicBezTo>
                    <a:pt x="37094" y="44127"/>
                    <a:pt x="37159" y="44186"/>
                    <a:pt x="37236" y="44186"/>
                  </a:cubicBezTo>
                  <a:lnTo>
                    <a:pt x="37246" y="44186"/>
                  </a:lnTo>
                  <a:lnTo>
                    <a:pt x="37834" y="44144"/>
                  </a:lnTo>
                  <a:cubicBezTo>
                    <a:pt x="37916" y="44139"/>
                    <a:pt x="37978" y="44068"/>
                    <a:pt x="37971" y="43986"/>
                  </a:cubicBezTo>
                  <a:cubicBezTo>
                    <a:pt x="37966" y="43908"/>
                    <a:pt x="37900" y="43850"/>
                    <a:pt x="37823" y="43850"/>
                  </a:cubicBezTo>
                  <a:close/>
                  <a:moveTo>
                    <a:pt x="36353" y="43956"/>
                  </a:moveTo>
                  <a:cubicBezTo>
                    <a:pt x="36350" y="43956"/>
                    <a:pt x="36346" y="43956"/>
                    <a:pt x="36342" y="43956"/>
                  </a:cubicBezTo>
                  <a:lnTo>
                    <a:pt x="35754" y="44000"/>
                  </a:lnTo>
                  <a:cubicBezTo>
                    <a:pt x="35673" y="44005"/>
                    <a:pt x="35611" y="44075"/>
                    <a:pt x="35617" y="44156"/>
                  </a:cubicBezTo>
                  <a:cubicBezTo>
                    <a:pt x="35622" y="44234"/>
                    <a:pt x="35688" y="44294"/>
                    <a:pt x="35764" y="44294"/>
                  </a:cubicBezTo>
                  <a:cubicBezTo>
                    <a:pt x="35767" y="44294"/>
                    <a:pt x="35769" y="44293"/>
                    <a:pt x="35772" y="44293"/>
                  </a:cubicBezTo>
                  <a:cubicBezTo>
                    <a:pt x="35773" y="44293"/>
                    <a:pt x="35774" y="44293"/>
                    <a:pt x="35775" y="44294"/>
                  </a:cubicBezTo>
                  <a:lnTo>
                    <a:pt x="36363" y="44250"/>
                  </a:lnTo>
                  <a:cubicBezTo>
                    <a:pt x="36444" y="44245"/>
                    <a:pt x="36506" y="44175"/>
                    <a:pt x="36499" y="44094"/>
                  </a:cubicBezTo>
                  <a:cubicBezTo>
                    <a:pt x="36494" y="44016"/>
                    <a:pt x="36428" y="43956"/>
                    <a:pt x="36353" y="43956"/>
                  </a:cubicBezTo>
                  <a:close/>
                  <a:moveTo>
                    <a:pt x="34883" y="44062"/>
                  </a:moveTo>
                  <a:cubicBezTo>
                    <a:pt x="34879" y="44062"/>
                    <a:pt x="34876" y="44062"/>
                    <a:pt x="34872" y="44063"/>
                  </a:cubicBezTo>
                  <a:lnTo>
                    <a:pt x="34284" y="44105"/>
                  </a:lnTo>
                  <a:cubicBezTo>
                    <a:pt x="34202" y="44110"/>
                    <a:pt x="34140" y="44181"/>
                    <a:pt x="34147" y="44263"/>
                  </a:cubicBezTo>
                  <a:cubicBezTo>
                    <a:pt x="34152" y="44340"/>
                    <a:pt x="34218" y="44399"/>
                    <a:pt x="34294" y="44399"/>
                  </a:cubicBezTo>
                  <a:lnTo>
                    <a:pt x="34304" y="44399"/>
                  </a:lnTo>
                  <a:lnTo>
                    <a:pt x="34893" y="44357"/>
                  </a:lnTo>
                  <a:cubicBezTo>
                    <a:pt x="34974" y="44351"/>
                    <a:pt x="35036" y="44280"/>
                    <a:pt x="35029" y="44199"/>
                  </a:cubicBezTo>
                  <a:cubicBezTo>
                    <a:pt x="35024" y="44122"/>
                    <a:pt x="34960" y="44062"/>
                    <a:pt x="34883" y="44062"/>
                  </a:cubicBezTo>
                  <a:close/>
                  <a:moveTo>
                    <a:pt x="33413" y="44167"/>
                  </a:moveTo>
                  <a:cubicBezTo>
                    <a:pt x="33409" y="44167"/>
                    <a:pt x="33406" y="44168"/>
                    <a:pt x="33402" y="44168"/>
                  </a:cubicBezTo>
                  <a:lnTo>
                    <a:pt x="32813" y="44212"/>
                  </a:lnTo>
                  <a:cubicBezTo>
                    <a:pt x="32731" y="44218"/>
                    <a:pt x="32670" y="44290"/>
                    <a:pt x="32676" y="44371"/>
                  </a:cubicBezTo>
                  <a:cubicBezTo>
                    <a:pt x="32684" y="44448"/>
                    <a:pt x="32748" y="44507"/>
                    <a:pt x="32824" y="44507"/>
                  </a:cubicBezTo>
                  <a:cubicBezTo>
                    <a:pt x="32828" y="44507"/>
                    <a:pt x="32831" y="44507"/>
                    <a:pt x="32834" y="44506"/>
                  </a:cubicBezTo>
                  <a:lnTo>
                    <a:pt x="33422" y="44462"/>
                  </a:lnTo>
                  <a:cubicBezTo>
                    <a:pt x="33504" y="44457"/>
                    <a:pt x="33566" y="44387"/>
                    <a:pt x="33559" y="44305"/>
                  </a:cubicBezTo>
                  <a:cubicBezTo>
                    <a:pt x="33554" y="44227"/>
                    <a:pt x="33490" y="44167"/>
                    <a:pt x="33413" y="44167"/>
                  </a:cubicBezTo>
                  <a:close/>
                  <a:moveTo>
                    <a:pt x="354" y="43743"/>
                  </a:moveTo>
                  <a:cubicBezTo>
                    <a:pt x="289" y="43743"/>
                    <a:pt x="228" y="43786"/>
                    <a:pt x="211" y="43852"/>
                  </a:cubicBezTo>
                  <a:cubicBezTo>
                    <a:pt x="160" y="44049"/>
                    <a:pt x="116" y="44247"/>
                    <a:pt x="83" y="44441"/>
                  </a:cubicBezTo>
                  <a:cubicBezTo>
                    <a:pt x="71" y="44523"/>
                    <a:pt x="124" y="44599"/>
                    <a:pt x="205" y="44611"/>
                  </a:cubicBezTo>
                  <a:cubicBezTo>
                    <a:pt x="212" y="44615"/>
                    <a:pt x="221" y="44615"/>
                    <a:pt x="230" y="44615"/>
                  </a:cubicBezTo>
                  <a:cubicBezTo>
                    <a:pt x="299" y="44615"/>
                    <a:pt x="362" y="44564"/>
                    <a:pt x="374" y="44491"/>
                  </a:cubicBezTo>
                  <a:cubicBezTo>
                    <a:pt x="405" y="44306"/>
                    <a:pt x="446" y="44116"/>
                    <a:pt x="496" y="43928"/>
                  </a:cubicBezTo>
                  <a:cubicBezTo>
                    <a:pt x="517" y="43850"/>
                    <a:pt x="470" y="43769"/>
                    <a:pt x="392" y="43748"/>
                  </a:cubicBezTo>
                  <a:cubicBezTo>
                    <a:pt x="379" y="43745"/>
                    <a:pt x="366" y="43743"/>
                    <a:pt x="354" y="43743"/>
                  </a:cubicBezTo>
                  <a:close/>
                  <a:moveTo>
                    <a:pt x="31941" y="44288"/>
                  </a:moveTo>
                  <a:cubicBezTo>
                    <a:pt x="31936" y="44288"/>
                    <a:pt x="31932" y="44288"/>
                    <a:pt x="31927" y="44289"/>
                  </a:cubicBezTo>
                  <a:cubicBezTo>
                    <a:pt x="31731" y="44307"/>
                    <a:pt x="31534" y="44328"/>
                    <a:pt x="31338" y="44351"/>
                  </a:cubicBezTo>
                  <a:cubicBezTo>
                    <a:pt x="31257" y="44361"/>
                    <a:pt x="31200" y="44434"/>
                    <a:pt x="31209" y="44516"/>
                  </a:cubicBezTo>
                  <a:cubicBezTo>
                    <a:pt x="31216" y="44590"/>
                    <a:pt x="31281" y="44646"/>
                    <a:pt x="31355" y="44646"/>
                  </a:cubicBezTo>
                  <a:cubicBezTo>
                    <a:pt x="31359" y="44646"/>
                    <a:pt x="31362" y="44645"/>
                    <a:pt x="31367" y="44645"/>
                  </a:cubicBezTo>
                  <a:cubicBezTo>
                    <a:pt x="31369" y="44645"/>
                    <a:pt x="31371" y="44645"/>
                    <a:pt x="31373" y="44646"/>
                  </a:cubicBezTo>
                  <a:cubicBezTo>
                    <a:pt x="31566" y="44622"/>
                    <a:pt x="31761" y="44601"/>
                    <a:pt x="31956" y="44583"/>
                  </a:cubicBezTo>
                  <a:cubicBezTo>
                    <a:pt x="32037" y="44574"/>
                    <a:pt x="32097" y="44502"/>
                    <a:pt x="32088" y="44421"/>
                  </a:cubicBezTo>
                  <a:cubicBezTo>
                    <a:pt x="32081" y="44345"/>
                    <a:pt x="32018" y="44288"/>
                    <a:pt x="31941" y="44288"/>
                  </a:cubicBezTo>
                  <a:close/>
                  <a:moveTo>
                    <a:pt x="30479" y="44474"/>
                  </a:moveTo>
                  <a:cubicBezTo>
                    <a:pt x="30471" y="44474"/>
                    <a:pt x="30463" y="44475"/>
                    <a:pt x="30454" y="44476"/>
                  </a:cubicBezTo>
                  <a:cubicBezTo>
                    <a:pt x="30251" y="44510"/>
                    <a:pt x="30055" y="44548"/>
                    <a:pt x="29869" y="44586"/>
                  </a:cubicBezTo>
                  <a:cubicBezTo>
                    <a:pt x="29791" y="44603"/>
                    <a:pt x="29739" y="44681"/>
                    <a:pt x="29755" y="44760"/>
                  </a:cubicBezTo>
                  <a:cubicBezTo>
                    <a:pt x="29771" y="44830"/>
                    <a:pt x="29832" y="44878"/>
                    <a:pt x="29900" y="44878"/>
                  </a:cubicBezTo>
                  <a:cubicBezTo>
                    <a:pt x="29910" y="44878"/>
                    <a:pt x="29920" y="44877"/>
                    <a:pt x="29930" y="44877"/>
                  </a:cubicBezTo>
                  <a:cubicBezTo>
                    <a:pt x="30111" y="44837"/>
                    <a:pt x="30303" y="44801"/>
                    <a:pt x="30503" y="44768"/>
                  </a:cubicBezTo>
                  <a:cubicBezTo>
                    <a:pt x="30583" y="44754"/>
                    <a:pt x="30638" y="44678"/>
                    <a:pt x="30625" y="44598"/>
                  </a:cubicBezTo>
                  <a:cubicBezTo>
                    <a:pt x="30612" y="44526"/>
                    <a:pt x="30550" y="44474"/>
                    <a:pt x="30479" y="44474"/>
                  </a:cubicBezTo>
                  <a:close/>
                  <a:moveTo>
                    <a:pt x="45830" y="44391"/>
                  </a:moveTo>
                  <a:cubicBezTo>
                    <a:pt x="45792" y="44391"/>
                    <a:pt x="45754" y="44405"/>
                    <a:pt x="45725" y="44434"/>
                  </a:cubicBezTo>
                  <a:cubicBezTo>
                    <a:pt x="45668" y="44492"/>
                    <a:pt x="45668" y="44586"/>
                    <a:pt x="45726" y="44642"/>
                  </a:cubicBezTo>
                  <a:cubicBezTo>
                    <a:pt x="45856" y="44771"/>
                    <a:pt x="45979" y="44916"/>
                    <a:pt x="46092" y="45073"/>
                  </a:cubicBezTo>
                  <a:cubicBezTo>
                    <a:pt x="46122" y="45112"/>
                    <a:pt x="46166" y="45133"/>
                    <a:pt x="46212" y="45133"/>
                  </a:cubicBezTo>
                  <a:cubicBezTo>
                    <a:pt x="46243" y="45133"/>
                    <a:pt x="46273" y="45124"/>
                    <a:pt x="46299" y="45106"/>
                  </a:cubicBezTo>
                  <a:cubicBezTo>
                    <a:pt x="46365" y="45058"/>
                    <a:pt x="46380" y="44965"/>
                    <a:pt x="46332" y="44899"/>
                  </a:cubicBezTo>
                  <a:cubicBezTo>
                    <a:pt x="46210" y="44729"/>
                    <a:pt x="46076" y="44573"/>
                    <a:pt x="45933" y="44433"/>
                  </a:cubicBezTo>
                  <a:cubicBezTo>
                    <a:pt x="45905" y="44405"/>
                    <a:pt x="45867" y="44391"/>
                    <a:pt x="45830" y="44391"/>
                  </a:cubicBezTo>
                  <a:close/>
                  <a:moveTo>
                    <a:pt x="29041" y="44797"/>
                  </a:moveTo>
                  <a:cubicBezTo>
                    <a:pt x="29028" y="44797"/>
                    <a:pt x="29014" y="44798"/>
                    <a:pt x="29000" y="44802"/>
                  </a:cubicBezTo>
                  <a:cubicBezTo>
                    <a:pt x="28805" y="44859"/>
                    <a:pt x="28614" y="44923"/>
                    <a:pt x="28431" y="44990"/>
                  </a:cubicBezTo>
                  <a:cubicBezTo>
                    <a:pt x="28355" y="45018"/>
                    <a:pt x="28315" y="45104"/>
                    <a:pt x="28343" y="45179"/>
                  </a:cubicBezTo>
                  <a:cubicBezTo>
                    <a:pt x="28366" y="45239"/>
                    <a:pt x="28420" y="45276"/>
                    <a:pt x="28481" y="45276"/>
                  </a:cubicBezTo>
                  <a:cubicBezTo>
                    <a:pt x="28498" y="45276"/>
                    <a:pt x="28516" y="45274"/>
                    <a:pt x="28532" y="45267"/>
                  </a:cubicBezTo>
                  <a:cubicBezTo>
                    <a:pt x="28708" y="45203"/>
                    <a:pt x="28894" y="45142"/>
                    <a:pt x="29083" y="45086"/>
                  </a:cubicBezTo>
                  <a:cubicBezTo>
                    <a:pt x="29161" y="45063"/>
                    <a:pt x="29207" y="44982"/>
                    <a:pt x="29183" y="44903"/>
                  </a:cubicBezTo>
                  <a:cubicBezTo>
                    <a:pt x="29164" y="44839"/>
                    <a:pt x="29105" y="44797"/>
                    <a:pt x="29041" y="44797"/>
                  </a:cubicBezTo>
                  <a:close/>
                  <a:moveTo>
                    <a:pt x="57011" y="44537"/>
                  </a:moveTo>
                  <a:cubicBezTo>
                    <a:pt x="56990" y="44537"/>
                    <a:pt x="56968" y="44542"/>
                    <a:pt x="56947" y="44552"/>
                  </a:cubicBezTo>
                  <a:cubicBezTo>
                    <a:pt x="56874" y="44588"/>
                    <a:pt x="56844" y="44675"/>
                    <a:pt x="56879" y="44749"/>
                  </a:cubicBezTo>
                  <a:cubicBezTo>
                    <a:pt x="56966" y="44925"/>
                    <a:pt x="57046" y="45105"/>
                    <a:pt x="57123" y="45279"/>
                  </a:cubicBezTo>
                  <a:cubicBezTo>
                    <a:pt x="57148" y="45334"/>
                    <a:pt x="57201" y="45368"/>
                    <a:pt x="57258" y="45368"/>
                  </a:cubicBezTo>
                  <a:cubicBezTo>
                    <a:pt x="57278" y="45368"/>
                    <a:pt x="57297" y="45364"/>
                    <a:pt x="57316" y="45354"/>
                  </a:cubicBezTo>
                  <a:cubicBezTo>
                    <a:pt x="57391" y="45322"/>
                    <a:pt x="57426" y="45236"/>
                    <a:pt x="57393" y="45161"/>
                  </a:cubicBezTo>
                  <a:cubicBezTo>
                    <a:pt x="57316" y="44983"/>
                    <a:pt x="57232" y="44800"/>
                    <a:pt x="57144" y="44620"/>
                  </a:cubicBezTo>
                  <a:cubicBezTo>
                    <a:pt x="57118" y="44568"/>
                    <a:pt x="57066" y="44537"/>
                    <a:pt x="57011" y="44537"/>
                  </a:cubicBezTo>
                  <a:close/>
                  <a:moveTo>
                    <a:pt x="27669" y="45331"/>
                  </a:moveTo>
                  <a:cubicBezTo>
                    <a:pt x="27647" y="45331"/>
                    <a:pt x="27625" y="45336"/>
                    <a:pt x="27603" y="45346"/>
                  </a:cubicBezTo>
                  <a:cubicBezTo>
                    <a:pt x="27423" y="45436"/>
                    <a:pt x="27244" y="45535"/>
                    <a:pt x="27077" y="45638"/>
                  </a:cubicBezTo>
                  <a:cubicBezTo>
                    <a:pt x="27009" y="45681"/>
                    <a:pt x="26986" y="45771"/>
                    <a:pt x="27030" y="45841"/>
                  </a:cubicBezTo>
                  <a:cubicBezTo>
                    <a:pt x="27056" y="45886"/>
                    <a:pt x="27105" y="45910"/>
                    <a:pt x="27154" y="45910"/>
                  </a:cubicBezTo>
                  <a:cubicBezTo>
                    <a:pt x="27181" y="45910"/>
                    <a:pt x="27207" y="45904"/>
                    <a:pt x="27232" y="45890"/>
                  </a:cubicBezTo>
                  <a:cubicBezTo>
                    <a:pt x="27393" y="45791"/>
                    <a:pt x="27562" y="45697"/>
                    <a:pt x="27736" y="45610"/>
                  </a:cubicBezTo>
                  <a:cubicBezTo>
                    <a:pt x="27809" y="45573"/>
                    <a:pt x="27837" y="45483"/>
                    <a:pt x="27801" y="45411"/>
                  </a:cubicBezTo>
                  <a:cubicBezTo>
                    <a:pt x="27775" y="45360"/>
                    <a:pt x="27723" y="45331"/>
                    <a:pt x="27669" y="45331"/>
                  </a:cubicBezTo>
                  <a:close/>
                  <a:moveTo>
                    <a:pt x="148" y="45202"/>
                  </a:moveTo>
                  <a:cubicBezTo>
                    <a:pt x="68" y="45202"/>
                    <a:pt x="1" y="45266"/>
                    <a:pt x="1" y="45347"/>
                  </a:cubicBezTo>
                  <a:lnTo>
                    <a:pt x="1" y="45401"/>
                  </a:lnTo>
                  <a:cubicBezTo>
                    <a:pt x="1" y="45587"/>
                    <a:pt x="10" y="45772"/>
                    <a:pt x="30" y="45953"/>
                  </a:cubicBezTo>
                  <a:cubicBezTo>
                    <a:pt x="38" y="46028"/>
                    <a:pt x="102" y="46085"/>
                    <a:pt x="176" y="46085"/>
                  </a:cubicBezTo>
                  <a:cubicBezTo>
                    <a:pt x="179" y="46085"/>
                    <a:pt x="183" y="46084"/>
                    <a:pt x="186" y="46084"/>
                  </a:cubicBezTo>
                  <a:cubicBezTo>
                    <a:pt x="188" y="46084"/>
                    <a:pt x="189" y="46085"/>
                    <a:pt x="190" y="46085"/>
                  </a:cubicBezTo>
                  <a:cubicBezTo>
                    <a:pt x="272" y="46076"/>
                    <a:pt x="331" y="46003"/>
                    <a:pt x="322" y="45922"/>
                  </a:cubicBezTo>
                  <a:cubicBezTo>
                    <a:pt x="304" y="45751"/>
                    <a:pt x="295" y="45576"/>
                    <a:pt x="295" y="45401"/>
                  </a:cubicBezTo>
                  <a:lnTo>
                    <a:pt x="295" y="45349"/>
                  </a:lnTo>
                  <a:cubicBezTo>
                    <a:pt x="296" y="45269"/>
                    <a:pt x="231" y="45203"/>
                    <a:pt x="149" y="45202"/>
                  </a:cubicBezTo>
                  <a:close/>
                  <a:moveTo>
                    <a:pt x="46650" y="45605"/>
                  </a:moveTo>
                  <a:cubicBezTo>
                    <a:pt x="46630" y="45605"/>
                    <a:pt x="46609" y="45609"/>
                    <a:pt x="46590" y="45617"/>
                  </a:cubicBezTo>
                  <a:cubicBezTo>
                    <a:pt x="46516" y="45652"/>
                    <a:pt x="46483" y="45738"/>
                    <a:pt x="46516" y="45812"/>
                  </a:cubicBezTo>
                  <a:cubicBezTo>
                    <a:pt x="46593" y="45982"/>
                    <a:pt x="46661" y="46162"/>
                    <a:pt x="46721" y="46348"/>
                  </a:cubicBezTo>
                  <a:cubicBezTo>
                    <a:pt x="46741" y="46411"/>
                    <a:pt x="46799" y="46451"/>
                    <a:pt x="46861" y="46451"/>
                  </a:cubicBezTo>
                  <a:cubicBezTo>
                    <a:pt x="46875" y="46451"/>
                    <a:pt x="46891" y="46448"/>
                    <a:pt x="46904" y="46445"/>
                  </a:cubicBezTo>
                  <a:cubicBezTo>
                    <a:pt x="46982" y="46419"/>
                    <a:pt x="47025" y="46337"/>
                    <a:pt x="47000" y="46259"/>
                  </a:cubicBezTo>
                  <a:cubicBezTo>
                    <a:pt x="46938" y="46063"/>
                    <a:pt x="46865" y="45872"/>
                    <a:pt x="46785" y="45693"/>
                  </a:cubicBezTo>
                  <a:cubicBezTo>
                    <a:pt x="46760" y="45637"/>
                    <a:pt x="46707" y="45605"/>
                    <a:pt x="46650" y="45605"/>
                  </a:cubicBezTo>
                  <a:close/>
                  <a:moveTo>
                    <a:pt x="57579" y="45896"/>
                  </a:moveTo>
                  <a:cubicBezTo>
                    <a:pt x="57563" y="45896"/>
                    <a:pt x="57546" y="45899"/>
                    <a:pt x="57530" y="45904"/>
                  </a:cubicBezTo>
                  <a:cubicBezTo>
                    <a:pt x="57454" y="45931"/>
                    <a:pt x="57413" y="46015"/>
                    <a:pt x="57441" y="46092"/>
                  </a:cubicBezTo>
                  <a:cubicBezTo>
                    <a:pt x="57505" y="46276"/>
                    <a:pt x="57564" y="46462"/>
                    <a:pt x="57617" y="46646"/>
                  </a:cubicBezTo>
                  <a:cubicBezTo>
                    <a:pt x="57637" y="46710"/>
                    <a:pt x="57694" y="46752"/>
                    <a:pt x="57758" y="46752"/>
                  </a:cubicBezTo>
                  <a:cubicBezTo>
                    <a:pt x="57773" y="46752"/>
                    <a:pt x="57786" y="46751"/>
                    <a:pt x="57800" y="46746"/>
                  </a:cubicBezTo>
                  <a:cubicBezTo>
                    <a:pt x="57877" y="46725"/>
                    <a:pt x="57922" y="46643"/>
                    <a:pt x="57901" y="46565"/>
                  </a:cubicBezTo>
                  <a:cubicBezTo>
                    <a:pt x="57846" y="46375"/>
                    <a:pt x="57784" y="46184"/>
                    <a:pt x="57719" y="45994"/>
                  </a:cubicBezTo>
                  <a:cubicBezTo>
                    <a:pt x="57697" y="45934"/>
                    <a:pt x="57640" y="45896"/>
                    <a:pt x="57579" y="45896"/>
                  </a:cubicBezTo>
                  <a:close/>
                  <a:moveTo>
                    <a:pt x="26436" y="46132"/>
                  </a:moveTo>
                  <a:cubicBezTo>
                    <a:pt x="26402" y="46132"/>
                    <a:pt x="26369" y="46143"/>
                    <a:pt x="26341" y="46166"/>
                  </a:cubicBezTo>
                  <a:cubicBezTo>
                    <a:pt x="26189" y="46292"/>
                    <a:pt x="26040" y="46429"/>
                    <a:pt x="25897" y="46572"/>
                  </a:cubicBezTo>
                  <a:cubicBezTo>
                    <a:pt x="25839" y="46631"/>
                    <a:pt x="25839" y="46724"/>
                    <a:pt x="25897" y="46781"/>
                  </a:cubicBezTo>
                  <a:cubicBezTo>
                    <a:pt x="25927" y="46809"/>
                    <a:pt x="25964" y="46824"/>
                    <a:pt x="26001" y="46824"/>
                  </a:cubicBezTo>
                  <a:cubicBezTo>
                    <a:pt x="26040" y="46824"/>
                    <a:pt x="26077" y="46809"/>
                    <a:pt x="26106" y="46781"/>
                  </a:cubicBezTo>
                  <a:cubicBezTo>
                    <a:pt x="26242" y="46644"/>
                    <a:pt x="26385" y="46514"/>
                    <a:pt x="26530" y="46393"/>
                  </a:cubicBezTo>
                  <a:cubicBezTo>
                    <a:pt x="26593" y="46342"/>
                    <a:pt x="26601" y="46247"/>
                    <a:pt x="26550" y="46185"/>
                  </a:cubicBezTo>
                  <a:cubicBezTo>
                    <a:pt x="26520" y="46150"/>
                    <a:pt x="26478" y="46132"/>
                    <a:pt x="26436" y="46132"/>
                  </a:cubicBezTo>
                  <a:close/>
                  <a:moveTo>
                    <a:pt x="349" y="46656"/>
                  </a:moveTo>
                  <a:cubicBezTo>
                    <a:pt x="335" y="46656"/>
                    <a:pt x="321" y="46658"/>
                    <a:pt x="307" y="46663"/>
                  </a:cubicBezTo>
                  <a:cubicBezTo>
                    <a:pt x="228" y="46685"/>
                    <a:pt x="183" y="46767"/>
                    <a:pt x="206" y="46845"/>
                  </a:cubicBezTo>
                  <a:cubicBezTo>
                    <a:pt x="235" y="46945"/>
                    <a:pt x="267" y="47044"/>
                    <a:pt x="303" y="47143"/>
                  </a:cubicBezTo>
                  <a:cubicBezTo>
                    <a:pt x="336" y="47235"/>
                    <a:pt x="372" y="47327"/>
                    <a:pt x="410" y="47416"/>
                  </a:cubicBezTo>
                  <a:cubicBezTo>
                    <a:pt x="433" y="47473"/>
                    <a:pt x="488" y="47506"/>
                    <a:pt x="545" y="47506"/>
                  </a:cubicBezTo>
                  <a:cubicBezTo>
                    <a:pt x="563" y="47506"/>
                    <a:pt x="584" y="47502"/>
                    <a:pt x="603" y="47495"/>
                  </a:cubicBezTo>
                  <a:cubicBezTo>
                    <a:pt x="678" y="47463"/>
                    <a:pt x="715" y="47377"/>
                    <a:pt x="682" y="47302"/>
                  </a:cubicBezTo>
                  <a:cubicBezTo>
                    <a:pt x="645" y="47217"/>
                    <a:pt x="612" y="47132"/>
                    <a:pt x="582" y="47044"/>
                  </a:cubicBezTo>
                  <a:cubicBezTo>
                    <a:pt x="547" y="46950"/>
                    <a:pt x="517" y="46858"/>
                    <a:pt x="490" y="46763"/>
                  </a:cubicBezTo>
                  <a:cubicBezTo>
                    <a:pt x="471" y="46698"/>
                    <a:pt x="412" y="46656"/>
                    <a:pt x="349" y="46656"/>
                  </a:cubicBezTo>
                  <a:close/>
                  <a:moveTo>
                    <a:pt x="47066" y="47017"/>
                  </a:moveTo>
                  <a:cubicBezTo>
                    <a:pt x="47058" y="47017"/>
                    <a:pt x="47050" y="47017"/>
                    <a:pt x="47042" y="47019"/>
                  </a:cubicBezTo>
                  <a:cubicBezTo>
                    <a:pt x="46960" y="47031"/>
                    <a:pt x="46906" y="47107"/>
                    <a:pt x="46919" y="47188"/>
                  </a:cubicBezTo>
                  <a:cubicBezTo>
                    <a:pt x="46950" y="47375"/>
                    <a:pt x="46971" y="47567"/>
                    <a:pt x="46985" y="47760"/>
                  </a:cubicBezTo>
                  <a:cubicBezTo>
                    <a:pt x="46990" y="47838"/>
                    <a:pt x="47054" y="47897"/>
                    <a:pt x="47131" y="47897"/>
                  </a:cubicBezTo>
                  <a:cubicBezTo>
                    <a:pt x="47134" y="47897"/>
                    <a:pt x="47139" y="47897"/>
                    <a:pt x="47142" y="47898"/>
                  </a:cubicBezTo>
                  <a:cubicBezTo>
                    <a:pt x="47223" y="47892"/>
                    <a:pt x="47284" y="47822"/>
                    <a:pt x="47279" y="47741"/>
                  </a:cubicBezTo>
                  <a:cubicBezTo>
                    <a:pt x="47265" y="47539"/>
                    <a:pt x="47243" y="47337"/>
                    <a:pt x="47211" y="47141"/>
                  </a:cubicBezTo>
                  <a:cubicBezTo>
                    <a:pt x="47199" y="47068"/>
                    <a:pt x="47137" y="47017"/>
                    <a:pt x="47066" y="47017"/>
                  </a:cubicBezTo>
                  <a:close/>
                  <a:moveTo>
                    <a:pt x="25419" y="47194"/>
                  </a:moveTo>
                  <a:cubicBezTo>
                    <a:pt x="25375" y="47194"/>
                    <a:pt x="25332" y="47214"/>
                    <a:pt x="25302" y="47252"/>
                  </a:cubicBezTo>
                  <a:cubicBezTo>
                    <a:pt x="25183" y="47407"/>
                    <a:pt x="25066" y="47571"/>
                    <a:pt x="24954" y="47741"/>
                  </a:cubicBezTo>
                  <a:cubicBezTo>
                    <a:pt x="24910" y="47808"/>
                    <a:pt x="24928" y="47900"/>
                    <a:pt x="24997" y="47944"/>
                  </a:cubicBezTo>
                  <a:cubicBezTo>
                    <a:pt x="25023" y="47962"/>
                    <a:pt x="25050" y="47969"/>
                    <a:pt x="25077" y="47969"/>
                  </a:cubicBezTo>
                  <a:cubicBezTo>
                    <a:pt x="25126" y="47969"/>
                    <a:pt x="25172" y="47946"/>
                    <a:pt x="25200" y="47903"/>
                  </a:cubicBezTo>
                  <a:cubicBezTo>
                    <a:pt x="25308" y="47739"/>
                    <a:pt x="25421" y="47581"/>
                    <a:pt x="25536" y="47431"/>
                  </a:cubicBezTo>
                  <a:cubicBezTo>
                    <a:pt x="25585" y="47366"/>
                    <a:pt x="25573" y="47274"/>
                    <a:pt x="25509" y="47225"/>
                  </a:cubicBezTo>
                  <a:cubicBezTo>
                    <a:pt x="25482" y="47204"/>
                    <a:pt x="25450" y="47194"/>
                    <a:pt x="25419" y="47194"/>
                  </a:cubicBezTo>
                  <a:close/>
                  <a:moveTo>
                    <a:pt x="57966" y="47316"/>
                  </a:moveTo>
                  <a:cubicBezTo>
                    <a:pt x="57957" y="47316"/>
                    <a:pt x="57947" y="47317"/>
                    <a:pt x="57938" y="47319"/>
                  </a:cubicBezTo>
                  <a:cubicBezTo>
                    <a:pt x="57858" y="47334"/>
                    <a:pt x="57805" y="47412"/>
                    <a:pt x="57820" y="47492"/>
                  </a:cubicBezTo>
                  <a:cubicBezTo>
                    <a:pt x="57856" y="47683"/>
                    <a:pt x="57886" y="47875"/>
                    <a:pt x="57910" y="48065"/>
                  </a:cubicBezTo>
                  <a:cubicBezTo>
                    <a:pt x="57918" y="48139"/>
                    <a:pt x="57982" y="48195"/>
                    <a:pt x="58056" y="48195"/>
                  </a:cubicBezTo>
                  <a:cubicBezTo>
                    <a:pt x="58061" y="48195"/>
                    <a:pt x="58067" y="48195"/>
                    <a:pt x="58073" y="48192"/>
                  </a:cubicBezTo>
                  <a:cubicBezTo>
                    <a:pt x="58155" y="48183"/>
                    <a:pt x="58211" y="48109"/>
                    <a:pt x="58202" y="48029"/>
                  </a:cubicBezTo>
                  <a:cubicBezTo>
                    <a:pt x="58179" y="47832"/>
                    <a:pt x="58148" y="47634"/>
                    <a:pt x="58111" y="47436"/>
                  </a:cubicBezTo>
                  <a:cubicBezTo>
                    <a:pt x="58098" y="47365"/>
                    <a:pt x="58037" y="47316"/>
                    <a:pt x="57966" y="47316"/>
                  </a:cubicBezTo>
                  <a:close/>
                  <a:moveTo>
                    <a:pt x="955" y="47992"/>
                  </a:moveTo>
                  <a:cubicBezTo>
                    <a:pt x="928" y="47992"/>
                    <a:pt x="901" y="47999"/>
                    <a:pt x="877" y="48015"/>
                  </a:cubicBezTo>
                  <a:cubicBezTo>
                    <a:pt x="808" y="48060"/>
                    <a:pt x="788" y="48150"/>
                    <a:pt x="831" y="48220"/>
                  </a:cubicBezTo>
                  <a:cubicBezTo>
                    <a:pt x="938" y="48386"/>
                    <a:pt x="1057" y="48552"/>
                    <a:pt x="1184" y="48711"/>
                  </a:cubicBezTo>
                  <a:cubicBezTo>
                    <a:pt x="1212" y="48747"/>
                    <a:pt x="1254" y="48766"/>
                    <a:pt x="1299" y="48766"/>
                  </a:cubicBezTo>
                  <a:cubicBezTo>
                    <a:pt x="1331" y="48766"/>
                    <a:pt x="1365" y="48756"/>
                    <a:pt x="1391" y="48734"/>
                  </a:cubicBezTo>
                  <a:cubicBezTo>
                    <a:pt x="1454" y="48683"/>
                    <a:pt x="1465" y="48590"/>
                    <a:pt x="1414" y="48527"/>
                  </a:cubicBezTo>
                  <a:cubicBezTo>
                    <a:pt x="1293" y="48375"/>
                    <a:pt x="1181" y="48220"/>
                    <a:pt x="1081" y="48061"/>
                  </a:cubicBezTo>
                  <a:cubicBezTo>
                    <a:pt x="1052" y="48016"/>
                    <a:pt x="1004" y="47992"/>
                    <a:pt x="955" y="47992"/>
                  </a:cubicBezTo>
                  <a:close/>
                  <a:moveTo>
                    <a:pt x="24628" y="48436"/>
                  </a:moveTo>
                  <a:cubicBezTo>
                    <a:pt x="24575" y="48436"/>
                    <a:pt x="24524" y="48464"/>
                    <a:pt x="24498" y="48515"/>
                  </a:cubicBezTo>
                  <a:cubicBezTo>
                    <a:pt x="24406" y="48687"/>
                    <a:pt x="24317" y="48867"/>
                    <a:pt x="24234" y="49051"/>
                  </a:cubicBezTo>
                  <a:cubicBezTo>
                    <a:pt x="24198" y="49125"/>
                    <a:pt x="24231" y="49213"/>
                    <a:pt x="24306" y="49247"/>
                  </a:cubicBezTo>
                  <a:cubicBezTo>
                    <a:pt x="24326" y="49256"/>
                    <a:pt x="24347" y="49260"/>
                    <a:pt x="24368" y="49260"/>
                  </a:cubicBezTo>
                  <a:cubicBezTo>
                    <a:pt x="24424" y="49260"/>
                    <a:pt x="24477" y="49229"/>
                    <a:pt x="24502" y="49175"/>
                  </a:cubicBezTo>
                  <a:cubicBezTo>
                    <a:pt x="24584" y="48995"/>
                    <a:pt x="24670" y="48820"/>
                    <a:pt x="24760" y="48653"/>
                  </a:cubicBezTo>
                  <a:cubicBezTo>
                    <a:pt x="24797" y="48581"/>
                    <a:pt x="24770" y="48490"/>
                    <a:pt x="24698" y="48453"/>
                  </a:cubicBezTo>
                  <a:cubicBezTo>
                    <a:pt x="24675" y="48441"/>
                    <a:pt x="24651" y="48436"/>
                    <a:pt x="24628" y="48436"/>
                  </a:cubicBezTo>
                  <a:close/>
                  <a:moveTo>
                    <a:pt x="47137" y="48485"/>
                  </a:moveTo>
                  <a:cubicBezTo>
                    <a:pt x="47064" y="48485"/>
                    <a:pt x="46992" y="48547"/>
                    <a:pt x="46989" y="48625"/>
                  </a:cubicBezTo>
                  <a:cubicBezTo>
                    <a:pt x="46980" y="48813"/>
                    <a:pt x="46965" y="49002"/>
                    <a:pt x="46945" y="49207"/>
                  </a:cubicBezTo>
                  <a:cubicBezTo>
                    <a:pt x="46937" y="49288"/>
                    <a:pt x="46996" y="49361"/>
                    <a:pt x="47078" y="49368"/>
                  </a:cubicBezTo>
                  <a:cubicBezTo>
                    <a:pt x="47083" y="49370"/>
                    <a:pt x="47087" y="49370"/>
                    <a:pt x="47092" y="49370"/>
                  </a:cubicBezTo>
                  <a:cubicBezTo>
                    <a:pt x="47166" y="49370"/>
                    <a:pt x="47231" y="49313"/>
                    <a:pt x="47240" y="49236"/>
                  </a:cubicBezTo>
                  <a:cubicBezTo>
                    <a:pt x="47260" y="49025"/>
                    <a:pt x="47275" y="48830"/>
                    <a:pt x="47284" y="48639"/>
                  </a:cubicBezTo>
                  <a:cubicBezTo>
                    <a:pt x="47288" y="48558"/>
                    <a:pt x="47224" y="48489"/>
                    <a:pt x="47144" y="48485"/>
                  </a:cubicBezTo>
                  <a:cubicBezTo>
                    <a:pt x="47141" y="48485"/>
                    <a:pt x="47139" y="48485"/>
                    <a:pt x="47137" y="48485"/>
                  </a:cubicBezTo>
                  <a:close/>
                  <a:moveTo>
                    <a:pt x="58111" y="48783"/>
                  </a:moveTo>
                  <a:cubicBezTo>
                    <a:pt x="58030" y="48783"/>
                    <a:pt x="57965" y="48850"/>
                    <a:pt x="57965" y="48931"/>
                  </a:cubicBezTo>
                  <a:lnTo>
                    <a:pt x="57965" y="48985"/>
                  </a:lnTo>
                  <a:cubicBezTo>
                    <a:pt x="57965" y="49159"/>
                    <a:pt x="57959" y="49335"/>
                    <a:pt x="57946" y="49509"/>
                  </a:cubicBezTo>
                  <a:cubicBezTo>
                    <a:pt x="57941" y="49590"/>
                    <a:pt x="58001" y="49660"/>
                    <a:pt x="58082" y="49666"/>
                  </a:cubicBezTo>
                  <a:lnTo>
                    <a:pt x="58093" y="49666"/>
                  </a:lnTo>
                  <a:cubicBezTo>
                    <a:pt x="58170" y="49666"/>
                    <a:pt x="58235" y="49607"/>
                    <a:pt x="58240" y="49530"/>
                  </a:cubicBezTo>
                  <a:cubicBezTo>
                    <a:pt x="58253" y="49349"/>
                    <a:pt x="58259" y="49165"/>
                    <a:pt x="58259" y="48984"/>
                  </a:cubicBezTo>
                  <a:lnTo>
                    <a:pt x="58259" y="48928"/>
                  </a:lnTo>
                  <a:cubicBezTo>
                    <a:pt x="58259" y="48849"/>
                    <a:pt x="58194" y="48783"/>
                    <a:pt x="58112" y="48783"/>
                  </a:cubicBezTo>
                  <a:close/>
                  <a:moveTo>
                    <a:pt x="1895" y="49123"/>
                  </a:moveTo>
                  <a:cubicBezTo>
                    <a:pt x="1857" y="49123"/>
                    <a:pt x="1819" y="49138"/>
                    <a:pt x="1790" y="49168"/>
                  </a:cubicBezTo>
                  <a:cubicBezTo>
                    <a:pt x="1733" y="49228"/>
                    <a:pt x="1734" y="49320"/>
                    <a:pt x="1794" y="49377"/>
                  </a:cubicBezTo>
                  <a:cubicBezTo>
                    <a:pt x="1933" y="49510"/>
                    <a:pt x="2083" y="49644"/>
                    <a:pt x="2242" y="49775"/>
                  </a:cubicBezTo>
                  <a:cubicBezTo>
                    <a:pt x="2268" y="49798"/>
                    <a:pt x="2301" y="49809"/>
                    <a:pt x="2335" y="49809"/>
                  </a:cubicBezTo>
                  <a:cubicBezTo>
                    <a:pt x="2378" y="49809"/>
                    <a:pt x="2420" y="49791"/>
                    <a:pt x="2450" y="49758"/>
                  </a:cubicBezTo>
                  <a:cubicBezTo>
                    <a:pt x="2502" y="49696"/>
                    <a:pt x="2494" y="49601"/>
                    <a:pt x="2430" y="49549"/>
                  </a:cubicBezTo>
                  <a:cubicBezTo>
                    <a:pt x="2279" y="49423"/>
                    <a:pt x="2133" y="49294"/>
                    <a:pt x="1999" y="49165"/>
                  </a:cubicBezTo>
                  <a:cubicBezTo>
                    <a:pt x="1970" y="49137"/>
                    <a:pt x="1932" y="49123"/>
                    <a:pt x="1895" y="49123"/>
                  </a:cubicBezTo>
                  <a:close/>
                  <a:moveTo>
                    <a:pt x="24025" y="49781"/>
                  </a:moveTo>
                  <a:cubicBezTo>
                    <a:pt x="23966" y="49781"/>
                    <a:pt x="23909" y="49817"/>
                    <a:pt x="23888" y="49877"/>
                  </a:cubicBezTo>
                  <a:cubicBezTo>
                    <a:pt x="23819" y="50055"/>
                    <a:pt x="23752" y="50245"/>
                    <a:pt x="23687" y="50437"/>
                  </a:cubicBezTo>
                  <a:cubicBezTo>
                    <a:pt x="23661" y="50514"/>
                    <a:pt x="23702" y="50599"/>
                    <a:pt x="23780" y="50625"/>
                  </a:cubicBezTo>
                  <a:cubicBezTo>
                    <a:pt x="23796" y="50630"/>
                    <a:pt x="23812" y="50632"/>
                    <a:pt x="23827" y="50632"/>
                  </a:cubicBezTo>
                  <a:cubicBezTo>
                    <a:pt x="23889" y="50632"/>
                    <a:pt x="23946" y="50594"/>
                    <a:pt x="23965" y="50532"/>
                  </a:cubicBezTo>
                  <a:cubicBezTo>
                    <a:pt x="24029" y="50342"/>
                    <a:pt x="24095" y="50156"/>
                    <a:pt x="24162" y="49981"/>
                  </a:cubicBezTo>
                  <a:cubicBezTo>
                    <a:pt x="24192" y="49904"/>
                    <a:pt x="24153" y="49820"/>
                    <a:pt x="24077" y="49791"/>
                  </a:cubicBezTo>
                  <a:cubicBezTo>
                    <a:pt x="24060" y="49784"/>
                    <a:pt x="24042" y="49781"/>
                    <a:pt x="24025" y="49781"/>
                  </a:cubicBezTo>
                  <a:close/>
                  <a:moveTo>
                    <a:pt x="3039" y="50050"/>
                  </a:moveTo>
                  <a:cubicBezTo>
                    <a:pt x="2993" y="50050"/>
                    <a:pt x="2947" y="50072"/>
                    <a:pt x="2918" y="50113"/>
                  </a:cubicBezTo>
                  <a:cubicBezTo>
                    <a:pt x="2872" y="50178"/>
                    <a:pt x="2887" y="50271"/>
                    <a:pt x="2955" y="50317"/>
                  </a:cubicBezTo>
                  <a:cubicBezTo>
                    <a:pt x="3109" y="50425"/>
                    <a:pt x="3275" y="50537"/>
                    <a:pt x="3450" y="50649"/>
                  </a:cubicBezTo>
                  <a:cubicBezTo>
                    <a:pt x="3475" y="50665"/>
                    <a:pt x="3502" y="50672"/>
                    <a:pt x="3529" y="50672"/>
                  </a:cubicBezTo>
                  <a:cubicBezTo>
                    <a:pt x="3579" y="50672"/>
                    <a:pt x="3626" y="50647"/>
                    <a:pt x="3652" y="50605"/>
                  </a:cubicBezTo>
                  <a:cubicBezTo>
                    <a:pt x="3695" y="50537"/>
                    <a:pt x="3677" y="50445"/>
                    <a:pt x="3609" y="50402"/>
                  </a:cubicBezTo>
                  <a:cubicBezTo>
                    <a:pt x="3437" y="50291"/>
                    <a:pt x="3274" y="50182"/>
                    <a:pt x="3124" y="50077"/>
                  </a:cubicBezTo>
                  <a:cubicBezTo>
                    <a:pt x="3098" y="50059"/>
                    <a:pt x="3069" y="50050"/>
                    <a:pt x="3039" y="50050"/>
                  </a:cubicBezTo>
                  <a:close/>
                  <a:moveTo>
                    <a:pt x="46985" y="49954"/>
                  </a:moveTo>
                  <a:cubicBezTo>
                    <a:pt x="46912" y="49954"/>
                    <a:pt x="46849" y="50005"/>
                    <a:pt x="46837" y="50080"/>
                  </a:cubicBezTo>
                  <a:cubicBezTo>
                    <a:pt x="46809" y="50274"/>
                    <a:pt x="46779" y="50469"/>
                    <a:pt x="46750" y="50662"/>
                  </a:cubicBezTo>
                  <a:cubicBezTo>
                    <a:pt x="46738" y="50742"/>
                    <a:pt x="46794" y="50816"/>
                    <a:pt x="46873" y="50830"/>
                  </a:cubicBezTo>
                  <a:cubicBezTo>
                    <a:pt x="46882" y="50831"/>
                    <a:pt x="46889" y="50831"/>
                    <a:pt x="46897" y="50831"/>
                  </a:cubicBezTo>
                  <a:cubicBezTo>
                    <a:pt x="46968" y="50831"/>
                    <a:pt x="47031" y="50778"/>
                    <a:pt x="47042" y="50707"/>
                  </a:cubicBezTo>
                  <a:cubicBezTo>
                    <a:pt x="47071" y="50511"/>
                    <a:pt x="47100" y="50316"/>
                    <a:pt x="47129" y="50121"/>
                  </a:cubicBezTo>
                  <a:cubicBezTo>
                    <a:pt x="47141" y="50042"/>
                    <a:pt x="47085" y="49966"/>
                    <a:pt x="47004" y="49955"/>
                  </a:cubicBezTo>
                  <a:cubicBezTo>
                    <a:pt x="46998" y="49954"/>
                    <a:pt x="46991" y="49954"/>
                    <a:pt x="46985" y="49954"/>
                  </a:cubicBezTo>
                  <a:close/>
                  <a:moveTo>
                    <a:pt x="57971" y="50249"/>
                  </a:moveTo>
                  <a:cubicBezTo>
                    <a:pt x="57904" y="50249"/>
                    <a:pt x="57843" y="50298"/>
                    <a:pt x="57830" y="50368"/>
                  </a:cubicBezTo>
                  <a:cubicBezTo>
                    <a:pt x="57818" y="50426"/>
                    <a:pt x="57805" y="50487"/>
                    <a:pt x="57792" y="50547"/>
                  </a:cubicBezTo>
                  <a:cubicBezTo>
                    <a:pt x="57764" y="50675"/>
                    <a:pt x="57732" y="50804"/>
                    <a:pt x="57695" y="50929"/>
                  </a:cubicBezTo>
                  <a:cubicBezTo>
                    <a:pt x="57674" y="51006"/>
                    <a:pt x="57718" y="51089"/>
                    <a:pt x="57798" y="51111"/>
                  </a:cubicBezTo>
                  <a:cubicBezTo>
                    <a:pt x="57810" y="51115"/>
                    <a:pt x="57824" y="51116"/>
                    <a:pt x="57838" y="51116"/>
                  </a:cubicBezTo>
                  <a:cubicBezTo>
                    <a:pt x="57902" y="51116"/>
                    <a:pt x="57960" y="51073"/>
                    <a:pt x="57976" y="51010"/>
                  </a:cubicBezTo>
                  <a:cubicBezTo>
                    <a:pt x="58014" y="50879"/>
                    <a:pt x="58049" y="50745"/>
                    <a:pt x="58078" y="50613"/>
                  </a:cubicBezTo>
                  <a:cubicBezTo>
                    <a:pt x="58093" y="50549"/>
                    <a:pt x="58107" y="50487"/>
                    <a:pt x="58118" y="50424"/>
                  </a:cubicBezTo>
                  <a:cubicBezTo>
                    <a:pt x="58134" y="50344"/>
                    <a:pt x="58082" y="50267"/>
                    <a:pt x="58002" y="50252"/>
                  </a:cubicBezTo>
                  <a:cubicBezTo>
                    <a:pt x="57992" y="50250"/>
                    <a:pt x="57981" y="50249"/>
                    <a:pt x="57971" y="50249"/>
                  </a:cubicBezTo>
                  <a:close/>
                  <a:moveTo>
                    <a:pt x="4286" y="50838"/>
                  </a:moveTo>
                  <a:cubicBezTo>
                    <a:pt x="4235" y="50838"/>
                    <a:pt x="4185" y="50864"/>
                    <a:pt x="4158" y="50910"/>
                  </a:cubicBezTo>
                  <a:cubicBezTo>
                    <a:pt x="4116" y="50982"/>
                    <a:pt x="4141" y="51072"/>
                    <a:pt x="4210" y="51114"/>
                  </a:cubicBezTo>
                  <a:cubicBezTo>
                    <a:pt x="4380" y="51214"/>
                    <a:pt x="4553" y="51312"/>
                    <a:pt x="4724" y="51410"/>
                  </a:cubicBezTo>
                  <a:cubicBezTo>
                    <a:pt x="4746" y="51423"/>
                    <a:pt x="4771" y="51429"/>
                    <a:pt x="4796" y="51429"/>
                  </a:cubicBezTo>
                  <a:cubicBezTo>
                    <a:pt x="4847" y="51429"/>
                    <a:pt x="4896" y="51401"/>
                    <a:pt x="4925" y="51353"/>
                  </a:cubicBezTo>
                  <a:cubicBezTo>
                    <a:pt x="4965" y="51282"/>
                    <a:pt x="4941" y="51192"/>
                    <a:pt x="4869" y="51152"/>
                  </a:cubicBezTo>
                  <a:cubicBezTo>
                    <a:pt x="4698" y="51055"/>
                    <a:pt x="4528" y="50957"/>
                    <a:pt x="4360" y="50858"/>
                  </a:cubicBezTo>
                  <a:cubicBezTo>
                    <a:pt x="4337" y="50844"/>
                    <a:pt x="4311" y="50838"/>
                    <a:pt x="4286" y="50838"/>
                  </a:cubicBezTo>
                  <a:close/>
                  <a:moveTo>
                    <a:pt x="23564" y="51181"/>
                  </a:moveTo>
                  <a:cubicBezTo>
                    <a:pt x="23500" y="51181"/>
                    <a:pt x="23441" y="51222"/>
                    <a:pt x="23422" y="51287"/>
                  </a:cubicBezTo>
                  <a:cubicBezTo>
                    <a:pt x="23368" y="51477"/>
                    <a:pt x="23315" y="51668"/>
                    <a:pt x="23265" y="51859"/>
                  </a:cubicBezTo>
                  <a:cubicBezTo>
                    <a:pt x="23244" y="51937"/>
                    <a:pt x="23290" y="52018"/>
                    <a:pt x="23369" y="52039"/>
                  </a:cubicBezTo>
                  <a:cubicBezTo>
                    <a:pt x="23380" y="52043"/>
                    <a:pt x="23394" y="52044"/>
                    <a:pt x="23406" y="52044"/>
                  </a:cubicBezTo>
                  <a:cubicBezTo>
                    <a:pt x="23472" y="52044"/>
                    <a:pt x="23532" y="52001"/>
                    <a:pt x="23549" y="51935"/>
                  </a:cubicBezTo>
                  <a:cubicBezTo>
                    <a:pt x="23599" y="51746"/>
                    <a:pt x="23652" y="51558"/>
                    <a:pt x="23705" y="51370"/>
                  </a:cubicBezTo>
                  <a:cubicBezTo>
                    <a:pt x="23729" y="51291"/>
                    <a:pt x="23684" y="51210"/>
                    <a:pt x="23605" y="51187"/>
                  </a:cubicBezTo>
                  <a:cubicBezTo>
                    <a:pt x="23592" y="51183"/>
                    <a:pt x="23578" y="51181"/>
                    <a:pt x="23564" y="51181"/>
                  </a:cubicBezTo>
                  <a:close/>
                  <a:moveTo>
                    <a:pt x="5566" y="51567"/>
                  </a:moveTo>
                  <a:cubicBezTo>
                    <a:pt x="5514" y="51567"/>
                    <a:pt x="5464" y="51595"/>
                    <a:pt x="5437" y="51643"/>
                  </a:cubicBezTo>
                  <a:cubicBezTo>
                    <a:pt x="5397" y="51714"/>
                    <a:pt x="5423" y="51804"/>
                    <a:pt x="5494" y="51844"/>
                  </a:cubicBezTo>
                  <a:cubicBezTo>
                    <a:pt x="5665" y="51941"/>
                    <a:pt x="5836" y="52036"/>
                    <a:pt x="6008" y="52135"/>
                  </a:cubicBezTo>
                  <a:cubicBezTo>
                    <a:pt x="6030" y="52147"/>
                    <a:pt x="6056" y="52154"/>
                    <a:pt x="6081" y="52154"/>
                  </a:cubicBezTo>
                  <a:cubicBezTo>
                    <a:pt x="6131" y="52154"/>
                    <a:pt x="6181" y="52128"/>
                    <a:pt x="6209" y="52079"/>
                  </a:cubicBezTo>
                  <a:cubicBezTo>
                    <a:pt x="6248" y="52008"/>
                    <a:pt x="6224" y="51918"/>
                    <a:pt x="6153" y="51878"/>
                  </a:cubicBezTo>
                  <a:cubicBezTo>
                    <a:pt x="5982" y="51780"/>
                    <a:pt x="5809" y="51683"/>
                    <a:pt x="5638" y="51586"/>
                  </a:cubicBezTo>
                  <a:cubicBezTo>
                    <a:pt x="5615" y="51573"/>
                    <a:pt x="5590" y="51567"/>
                    <a:pt x="5566" y="51567"/>
                  </a:cubicBezTo>
                  <a:close/>
                  <a:moveTo>
                    <a:pt x="46762" y="51411"/>
                  </a:moveTo>
                  <a:cubicBezTo>
                    <a:pt x="46692" y="51411"/>
                    <a:pt x="46629" y="51464"/>
                    <a:pt x="46618" y="51538"/>
                  </a:cubicBezTo>
                  <a:cubicBezTo>
                    <a:pt x="46590" y="51734"/>
                    <a:pt x="46564" y="51931"/>
                    <a:pt x="46542" y="52127"/>
                  </a:cubicBezTo>
                  <a:cubicBezTo>
                    <a:pt x="46533" y="52207"/>
                    <a:pt x="46592" y="52281"/>
                    <a:pt x="46672" y="52290"/>
                  </a:cubicBezTo>
                  <a:cubicBezTo>
                    <a:pt x="46677" y="52291"/>
                    <a:pt x="46685" y="52291"/>
                    <a:pt x="46690" y="52291"/>
                  </a:cubicBezTo>
                  <a:cubicBezTo>
                    <a:pt x="46763" y="52291"/>
                    <a:pt x="46827" y="52235"/>
                    <a:pt x="46835" y="52161"/>
                  </a:cubicBezTo>
                  <a:cubicBezTo>
                    <a:pt x="46857" y="51966"/>
                    <a:pt x="46883" y="51772"/>
                    <a:pt x="46909" y="51579"/>
                  </a:cubicBezTo>
                  <a:cubicBezTo>
                    <a:pt x="46922" y="51498"/>
                    <a:pt x="46866" y="51424"/>
                    <a:pt x="46785" y="51413"/>
                  </a:cubicBezTo>
                  <a:cubicBezTo>
                    <a:pt x="46777" y="51412"/>
                    <a:pt x="46770" y="51411"/>
                    <a:pt x="46762" y="51411"/>
                  </a:cubicBezTo>
                  <a:close/>
                  <a:moveTo>
                    <a:pt x="57543" y="51654"/>
                  </a:moveTo>
                  <a:cubicBezTo>
                    <a:pt x="57485" y="51654"/>
                    <a:pt x="57431" y="51688"/>
                    <a:pt x="57407" y="51744"/>
                  </a:cubicBezTo>
                  <a:cubicBezTo>
                    <a:pt x="57334" y="51919"/>
                    <a:pt x="57252" y="52095"/>
                    <a:pt x="57163" y="52269"/>
                  </a:cubicBezTo>
                  <a:cubicBezTo>
                    <a:pt x="57127" y="52341"/>
                    <a:pt x="57155" y="52430"/>
                    <a:pt x="57227" y="52467"/>
                  </a:cubicBezTo>
                  <a:cubicBezTo>
                    <a:pt x="57250" y="52478"/>
                    <a:pt x="57271" y="52483"/>
                    <a:pt x="57294" y="52483"/>
                  </a:cubicBezTo>
                  <a:cubicBezTo>
                    <a:pt x="57348" y="52483"/>
                    <a:pt x="57399" y="52455"/>
                    <a:pt x="57425" y="52403"/>
                  </a:cubicBezTo>
                  <a:cubicBezTo>
                    <a:pt x="57518" y="52223"/>
                    <a:pt x="57603" y="52039"/>
                    <a:pt x="57679" y="51859"/>
                  </a:cubicBezTo>
                  <a:cubicBezTo>
                    <a:pt x="57711" y="51784"/>
                    <a:pt x="57675" y="51697"/>
                    <a:pt x="57601" y="51666"/>
                  </a:cubicBezTo>
                  <a:cubicBezTo>
                    <a:pt x="57582" y="51658"/>
                    <a:pt x="57562" y="51654"/>
                    <a:pt x="57543" y="51654"/>
                  </a:cubicBezTo>
                  <a:close/>
                  <a:moveTo>
                    <a:pt x="6845" y="52309"/>
                  </a:moveTo>
                  <a:cubicBezTo>
                    <a:pt x="6796" y="52309"/>
                    <a:pt x="6747" y="52334"/>
                    <a:pt x="6719" y="52380"/>
                  </a:cubicBezTo>
                  <a:cubicBezTo>
                    <a:pt x="6676" y="52449"/>
                    <a:pt x="6699" y="52540"/>
                    <a:pt x="6768" y="52582"/>
                  </a:cubicBezTo>
                  <a:cubicBezTo>
                    <a:pt x="6936" y="52684"/>
                    <a:pt x="7100" y="52787"/>
                    <a:pt x="7264" y="52893"/>
                  </a:cubicBezTo>
                  <a:cubicBezTo>
                    <a:pt x="7289" y="52909"/>
                    <a:pt x="7318" y="52916"/>
                    <a:pt x="7345" y="52916"/>
                  </a:cubicBezTo>
                  <a:cubicBezTo>
                    <a:pt x="7392" y="52916"/>
                    <a:pt x="7440" y="52891"/>
                    <a:pt x="7470" y="52850"/>
                  </a:cubicBezTo>
                  <a:cubicBezTo>
                    <a:pt x="7514" y="52782"/>
                    <a:pt x="7494" y="52690"/>
                    <a:pt x="7426" y="52647"/>
                  </a:cubicBezTo>
                  <a:cubicBezTo>
                    <a:pt x="7259" y="52538"/>
                    <a:pt x="7092" y="52433"/>
                    <a:pt x="6922" y="52330"/>
                  </a:cubicBezTo>
                  <a:cubicBezTo>
                    <a:pt x="6898" y="52316"/>
                    <a:pt x="6871" y="52309"/>
                    <a:pt x="6845" y="52309"/>
                  </a:cubicBezTo>
                  <a:close/>
                  <a:moveTo>
                    <a:pt x="23190" y="52607"/>
                  </a:moveTo>
                  <a:cubicBezTo>
                    <a:pt x="23124" y="52607"/>
                    <a:pt x="23063" y="52653"/>
                    <a:pt x="23047" y="52720"/>
                  </a:cubicBezTo>
                  <a:cubicBezTo>
                    <a:pt x="23001" y="52911"/>
                    <a:pt x="22954" y="53103"/>
                    <a:pt x="22908" y="53294"/>
                  </a:cubicBezTo>
                  <a:cubicBezTo>
                    <a:pt x="22888" y="53373"/>
                    <a:pt x="22937" y="53453"/>
                    <a:pt x="23016" y="53472"/>
                  </a:cubicBezTo>
                  <a:cubicBezTo>
                    <a:pt x="23027" y="53474"/>
                    <a:pt x="23039" y="53476"/>
                    <a:pt x="23050" y="53476"/>
                  </a:cubicBezTo>
                  <a:cubicBezTo>
                    <a:pt x="23117" y="53476"/>
                    <a:pt x="23178" y="53431"/>
                    <a:pt x="23193" y="53362"/>
                  </a:cubicBezTo>
                  <a:lnTo>
                    <a:pt x="23333" y="52790"/>
                  </a:lnTo>
                  <a:cubicBezTo>
                    <a:pt x="23352" y="52711"/>
                    <a:pt x="23303" y="52631"/>
                    <a:pt x="23224" y="52612"/>
                  </a:cubicBezTo>
                  <a:cubicBezTo>
                    <a:pt x="23213" y="52609"/>
                    <a:pt x="23201" y="52607"/>
                    <a:pt x="23190" y="52607"/>
                  </a:cubicBezTo>
                  <a:close/>
                  <a:moveTo>
                    <a:pt x="56851" y="52953"/>
                  </a:moveTo>
                  <a:cubicBezTo>
                    <a:pt x="56802" y="52953"/>
                    <a:pt x="56755" y="52977"/>
                    <a:pt x="56727" y="53020"/>
                  </a:cubicBezTo>
                  <a:cubicBezTo>
                    <a:pt x="56623" y="53180"/>
                    <a:pt x="56513" y="53342"/>
                    <a:pt x="56396" y="53499"/>
                  </a:cubicBezTo>
                  <a:cubicBezTo>
                    <a:pt x="56348" y="53565"/>
                    <a:pt x="56362" y="53658"/>
                    <a:pt x="56427" y="53705"/>
                  </a:cubicBezTo>
                  <a:cubicBezTo>
                    <a:pt x="56454" y="53725"/>
                    <a:pt x="56486" y="53734"/>
                    <a:pt x="56515" y="53734"/>
                  </a:cubicBezTo>
                  <a:cubicBezTo>
                    <a:pt x="56562" y="53734"/>
                    <a:pt x="56606" y="53714"/>
                    <a:pt x="56634" y="53673"/>
                  </a:cubicBezTo>
                  <a:cubicBezTo>
                    <a:pt x="56754" y="53510"/>
                    <a:pt x="56869" y="53344"/>
                    <a:pt x="56974" y="53180"/>
                  </a:cubicBezTo>
                  <a:cubicBezTo>
                    <a:pt x="57019" y="53112"/>
                    <a:pt x="56999" y="53020"/>
                    <a:pt x="56931" y="52977"/>
                  </a:cubicBezTo>
                  <a:cubicBezTo>
                    <a:pt x="56906" y="52961"/>
                    <a:pt x="56878" y="52953"/>
                    <a:pt x="56851" y="52953"/>
                  </a:cubicBezTo>
                  <a:close/>
                  <a:moveTo>
                    <a:pt x="46614" y="52878"/>
                  </a:moveTo>
                  <a:cubicBezTo>
                    <a:pt x="46542" y="52878"/>
                    <a:pt x="46474" y="52940"/>
                    <a:pt x="46470" y="53018"/>
                  </a:cubicBezTo>
                  <a:cubicBezTo>
                    <a:pt x="46464" y="53158"/>
                    <a:pt x="46461" y="53297"/>
                    <a:pt x="46461" y="53436"/>
                  </a:cubicBezTo>
                  <a:lnTo>
                    <a:pt x="46463" y="53618"/>
                  </a:lnTo>
                  <a:cubicBezTo>
                    <a:pt x="46464" y="53699"/>
                    <a:pt x="46530" y="53762"/>
                    <a:pt x="46609" y="53762"/>
                  </a:cubicBezTo>
                  <a:lnTo>
                    <a:pt x="46612" y="53762"/>
                  </a:lnTo>
                  <a:cubicBezTo>
                    <a:pt x="46693" y="53760"/>
                    <a:pt x="46758" y="53693"/>
                    <a:pt x="46757" y="53612"/>
                  </a:cubicBezTo>
                  <a:lnTo>
                    <a:pt x="46755" y="53436"/>
                  </a:lnTo>
                  <a:cubicBezTo>
                    <a:pt x="46755" y="53300"/>
                    <a:pt x="46758" y="53165"/>
                    <a:pt x="46764" y="53031"/>
                  </a:cubicBezTo>
                  <a:cubicBezTo>
                    <a:pt x="46768" y="52950"/>
                    <a:pt x="46705" y="52881"/>
                    <a:pt x="46624" y="52878"/>
                  </a:cubicBezTo>
                  <a:cubicBezTo>
                    <a:pt x="46620" y="52878"/>
                    <a:pt x="46617" y="52878"/>
                    <a:pt x="46614" y="52878"/>
                  </a:cubicBezTo>
                  <a:close/>
                  <a:moveTo>
                    <a:pt x="8073" y="53123"/>
                  </a:moveTo>
                  <a:cubicBezTo>
                    <a:pt x="8027" y="53123"/>
                    <a:pt x="7983" y="53144"/>
                    <a:pt x="7954" y="53183"/>
                  </a:cubicBezTo>
                  <a:cubicBezTo>
                    <a:pt x="7905" y="53249"/>
                    <a:pt x="7919" y="53340"/>
                    <a:pt x="7985" y="53390"/>
                  </a:cubicBezTo>
                  <a:cubicBezTo>
                    <a:pt x="8146" y="53508"/>
                    <a:pt x="8301" y="53628"/>
                    <a:pt x="8445" y="53747"/>
                  </a:cubicBezTo>
                  <a:cubicBezTo>
                    <a:pt x="8473" y="53768"/>
                    <a:pt x="8505" y="53781"/>
                    <a:pt x="8538" y="53781"/>
                  </a:cubicBezTo>
                  <a:cubicBezTo>
                    <a:pt x="8582" y="53781"/>
                    <a:pt x="8624" y="53762"/>
                    <a:pt x="8652" y="53727"/>
                  </a:cubicBezTo>
                  <a:cubicBezTo>
                    <a:pt x="8706" y="53664"/>
                    <a:pt x="8696" y="53571"/>
                    <a:pt x="8633" y="53520"/>
                  </a:cubicBezTo>
                  <a:cubicBezTo>
                    <a:pt x="8485" y="53399"/>
                    <a:pt x="8326" y="53275"/>
                    <a:pt x="8161" y="53152"/>
                  </a:cubicBezTo>
                  <a:cubicBezTo>
                    <a:pt x="8134" y="53132"/>
                    <a:pt x="8103" y="53123"/>
                    <a:pt x="8073" y="53123"/>
                  </a:cubicBezTo>
                  <a:close/>
                  <a:moveTo>
                    <a:pt x="9193" y="54081"/>
                  </a:moveTo>
                  <a:cubicBezTo>
                    <a:pt x="9156" y="54081"/>
                    <a:pt x="9118" y="54095"/>
                    <a:pt x="9089" y="54123"/>
                  </a:cubicBezTo>
                  <a:cubicBezTo>
                    <a:pt x="9032" y="54181"/>
                    <a:pt x="9032" y="54274"/>
                    <a:pt x="9088" y="54332"/>
                  </a:cubicBezTo>
                  <a:cubicBezTo>
                    <a:pt x="9148" y="54393"/>
                    <a:pt x="9209" y="54457"/>
                    <a:pt x="9268" y="54519"/>
                  </a:cubicBezTo>
                  <a:cubicBezTo>
                    <a:pt x="9340" y="54598"/>
                    <a:pt x="9409" y="54677"/>
                    <a:pt x="9479" y="54759"/>
                  </a:cubicBezTo>
                  <a:cubicBezTo>
                    <a:pt x="9507" y="54793"/>
                    <a:pt x="9550" y="54810"/>
                    <a:pt x="9591" y="54810"/>
                  </a:cubicBezTo>
                  <a:cubicBezTo>
                    <a:pt x="9625" y="54810"/>
                    <a:pt x="9660" y="54799"/>
                    <a:pt x="9687" y="54776"/>
                  </a:cubicBezTo>
                  <a:cubicBezTo>
                    <a:pt x="9749" y="54723"/>
                    <a:pt x="9756" y="54630"/>
                    <a:pt x="9703" y="54568"/>
                  </a:cubicBezTo>
                  <a:cubicBezTo>
                    <a:pt x="9632" y="54483"/>
                    <a:pt x="9559" y="54401"/>
                    <a:pt x="9485" y="54319"/>
                  </a:cubicBezTo>
                  <a:cubicBezTo>
                    <a:pt x="9424" y="54253"/>
                    <a:pt x="9362" y="54187"/>
                    <a:pt x="9299" y="54124"/>
                  </a:cubicBezTo>
                  <a:cubicBezTo>
                    <a:pt x="9269" y="54095"/>
                    <a:pt x="9231" y="54081"/>
                    <a:pt x="9193" y="54081"/>
                  </a:cubicBezTo>
                  <a:close/>
                  <a:moveTo>
                    <a:pt x="55961" y="54128"/>
                  </a:moveTo>
                  <a:cubicBezTo>
                    <a:pt x="55920" y="54128"/>
                    <a:pt x="55879" y="54145"/>
                    <a:pt x="55850" y="54179"/>
                  </a:cubicBezTo>
                  <a:cubicBezTo>
                    <a:pt x="55726" y="54322"/>
                    <a:pt x="55594" y="54468"/>
                    <a:pt x="55458" y="54609"/>
                  </a:cubicBezTo>
                  <a:cubicBezTo>
                    <a:pt x="55403" y="54669"/>
                    <a:pt x="55404" y="54762"/>
                    <a:pt x="55463" y="54819"/>
                  </a:cubicBezTo>
                  <a:cubicBezTo>
                    <a:pt x="55492" y="54847"/>
                    <a:pt x="55529" y="54860"/>
                    <a:pt x="55565" y="54860"/>
                  </a:cubicBezTo>
                  <a:cubicBezTo>
                    <a:pt x="55605" y="54860"/>
                    <a:pt x="55643" y="54846"/>
                    <a:pt x="55669" y="54814"/>
                  </a:cubicBezTo>
                  <a:cubicBezTo>
                    <a:pt x="55808" y="54668"/>
                    <a:pt x="55945" y="54519"/>
                    <a:pt x="56071" y="54372"/>
                  </a:cubicBezTo>
                  <a:cubicBezTo>
                    <a:pt x="56126" y="54312"/>
                    <a:pt x="56120" y="54217"/>
                    <a:pt x="56058" y="54165"/>
                  </a:cubicBezTo>
                  <a:cubicBezTo>
                    <a:pt x="56030" y="54140"/>
                    <a:pt x="55996" y="54128"/>
                    <a:pt x="55961" y="54128"/>
                  </a:cubicBezTo>
                  <a:close/>
                  <a:moveTo>
                    <a:pt x="22840" y="54040"/>
                  </a:moveTo>
                  <a:cubicBezTo>
                    <a:pt x="22773" y="54040"/>
                    <a:pt x="22713" y="54085"/>
                    <a:pt x="22697" y="54152"/>
                  </a:cubicBezTo>
                  <a:cubicBezTo>
                    <a:pt x="22650" y="54341"/>
                    <a:pt x="22600" y="54531"/>
                    <a:pt x="22550" y="54721"/>
                  </a:cubicBezTo>
                  <a:cubicBezTo>
                    <a:pt x="22529" y="54799"/>
                    <a:pt x="22575" y="54881"/>
                    <a:pt x="22655" y="54901"/>
                  </a:cubicBezTo>
                  <a:cubicBezTo>
                    <a:pt x="22667" y="54905"/>
                    <a:pt x="22681" y="54906"/>
                    <a:pt x="22693" y="54906"/>
                  </a:cubicBezTo>
                  <a:cubicBezTo>
                    <a:pt x="22758" y="54906"/>
                    <a:pt x="22818" y="54862"/>
                    <a:pt x="22834" y="54796"/>
                  </a:cubicBezTo>
                  <a:cubicBezTo>
                    <a:pt x="22886" y="54607"/>
                    <a:pt x="22936" y="54415"/>
                    <a:pt x="22983" y="54224"/>
                  </a:cubicBezTo>
                  <a:cubicBezTo>
                    <a:pt x="23003" y="54144"/>
                    <a:pt x="22955" y="54064"/>
                    <a:pt x="22876" y="54045"/>
                  </a:cubicBezTo>
                  <a:cubicBezTo>
                    <a:pt x="22864" y="54042"/>
                    <a:pt x="22852" y="54040"/>
                    <a:pt x="22840" y="54040"/>
                  </a:cubicBezTo>
                  <a:close/>
                  <a:moveTo>
                    <a:pt x="46696" y="54346"/>
                  </a:moveTo>
                  <a:cubicBezTo>
                    <a:pt x="46687" y="54346"/>
                    <a:pt x="46679" y="54347"/>
                    <a:pt x="46670" y="54348"/>
                  </a:cubicBezTo>
                  <a:cubicBezTo>
                    <a:pt x="46590" y="54362"/>
                    <a:pt x="46536" y="54438"/>
                    <a:pt x="46549" y="54518"/>
                  </a:cubicBezTo>
                  <a:cubicBezTo>
                    <a:pt x="46584" y="54720"/>
                    <a:pt x="46629" y="54918"/>
                    <a:pt x="46681" y="55109"/>
                  </a:cubicBezTo>
                  <a:cubicBezTo>
                    <a:pt x="46700" y="55175"/>
                    <a:pt x="46759" y="55217"/>
                    <a:pt x="46824" y="55217"/>
                  </a:cubicBezTo>
                  <a:cubicBezTo>
                    <a:pt x="46836" y="55217"/>
                    <a:pt x="46851" y="55216"/>
                    <a:pt x="46862" y="55211"/>
                  </a:cubicBezTo>
                  <a:cubicBezTo>
                    <a:pt x="46940" y="55189"/>
                    <a:pt x="46987" y="55108"/>
                    <a:pt x="46965" y="55029"/>
                  </a:cubicBezTo>
                  <a:cubicBezTo>
                    <a:pt x="46915" y="54847"/>
                    <a:pt x="46872" y="54659"/>
                    <a:pt x="46840" y="54468"/>
                  </a:cubicBezTo>
                  <a:cubicBezTo>
                    <a:pt x="46827" y="54396"/>
                    <a:pt x="46766" y="54346"/>
                    <a:pt x="46696" y="54346"/>
                  </a:cubicBezTo>
                  <a:close/>
                  <a:moveTo>
                    <a:pt x="54933" y="55185"/>
                  </a:moveTo>
                  <a:cubicBezTo>
                    <a:pt x="54898" y="55185"/>
                    <a:pt x="54862" y="55198"/>
                    <a:pt x="54833" y="55224"/>
                  </a:cubicBezTo>
                  <a:cubicBezTo>
                    <a:pt x="54693" y="55353"/>
                    <a:pt x="54545" y="55484"/>
                    <a:pt x="54396" y="55611"/>
                  </a:cubicBezTo>
                  <a:cubicBezTo>
                    <a:pt x="54335" y="55665"/>
                    <a:pt x="54327" y="55758"/>
                    <a:pt x="54379" y="55819"/>
                  </a:cubicBezTo>
                  <a:cubicBezTo>
                    <a:pt x="54409" y="55853"/>
                    <a:pt x="54451" y="55871"/>
                    <a:pt x="54492" y="55871"/>
                  </a:cubicBezTo>
                  <a:cubicBezTo>
                    <a:pt x="54527" y="55871"/>
                    <a:pt x="54560" y="55860"/>
                    <a:pt x="54587" y="55836"/>
                  </a:cubicBezTo>
                  <a:cubicBezTo>
                    <a:pt x="54739" y="55706"/>
                    <a:pt x="54889" y="55573"/>
                    <a:pt x="55032" y="55441"/>
                  </a:cubicBezTo>
                  <a:cubicBezTo>
                    <a:pt x="55092" y="55387"/>
                    <a:pt x="55096" y="55293"/>
                    <a:pt x="55041" y="55233"/>
                  </a:cubicBezTo>
                  <a:cubicBezTo>
                    <a:pt x="55012" y="55201"/>
                    <a:pt x="54973" y="55185"/>
                    <a:pt x="54933" y="55185"/>
                  </a:cubicBezTo>
                  <a:close/>
                  <a:moveTo>
                    <a:pt x="10132" y="55216"/>
                  </a:moveTo>
                  <a:cubicBezTo>
                    <a:pt x="10102" y="55216"/>
                    <a:pt x="10073" y="55224"/>
                    <a:pt x="10047" y="55243"/>
                  </a:cubicBezTo>
                  <a:cubicBezTo>
                    <a:pt x="9980" y="55289"/>
                    <a:pt x="9964" y="55382"/>
                    <a:pt x="10012" y="55448"/>
                  </a:cubicBezTo>
                  <a:cubicBezTo>
                    <a:pt x="10120" y="55599"/>
                    <a:pt x="10227" y="55758"/>
                    <a:pt x="10341" y="55930"/>
                  </a:cubicBezTo>
                  <a:cubicBezTo>
                    <a:pt x="10369" y="55974"/>
                    <a:pt x="10416" y="55997"/>
                    <a:pt x="10465" y="55997"/>
                  </a:cubicBezTo>
                  <a:cubicBezTo>
                    <a:pt x="10493" y="55997"/>
                    <a:pt x="10519" y="55990"/>
                    <a:pt x="10544" y="55974"/>
                  </a:cubicBezTo>
                  <a:cubicBezTo>
                    <a:pt x="10612" y="55930"/>
                    <a:pt x="10632" y="55839"/>
                    <a:pt x="10586" y="55770"/>
                  </a:cubicBezTo>
                  <a:cubicBezTo>
                    <a:pt x="10472" y="55594"/>
                    <a:pt x="10363" y="55433"/>
                    <a:pt x="10251" y="55278"/>
                  </a:cubicBezTo>
                  <a:cubicBezTo>
                    <a:pt x="10223" y="55237"/>
                    <a:pt x="10178" y="55216"/>
                    <a:pt x="10132" y="55216"/>
                  </a:cubicBezTo>
                  <a:close/>
                  <a:moveTo>
                    <a:pt x="22450" y="55462"/>
                  </a:moveTo>
                  <a:cubicBezTo>
                    <a:pt x="22387" y="55462"/>
                    <a:pt x="22329" y="55504"/>
                    <a:pt x="22310" y="55567"/>
                  </a:cubicBezTo>
                  <a:cubicBezTo>
                    <a:pt x="22254" y="55753"/>
                    <a:pt x="22194" y="55939"/>
                    <a:pt x="22131" y="56124"/>
                  </a:cubicBezTo>
                  <a:cubicBezTo>
                    <a:pt x="22105" y="56201"/>
                    <a:pt x="22146" y="56285"/>
                    <a:pt x="22224" y="56311"/>
                  </a:cubicBezTo>
                  <a:cubicBezTo>
                    <a:pt x="22239" y="56316"/>
                    <a:pt x="22256" y="56319"/>
                    <a:pt x="22271" y="56319"/>
                  </a:cubicBezTo>
                  <a:cubicBezTo>
                    <a:pt x="22333" y="56319"/>
                    <a:pt x="22390" y="56280"/>
                    <a:pt x="22410" y="56219"/>
                  </a:cubicBezTo>
                  <a:cubicBezTo>
                    <a:pt x="22473" y="56032"/>
                    <a:pt x="22534" y="55842"/>
                    <a:pt x="22592" y="55653"/>
                  </a:cubicBezTo>
                  <a:cubicBezTo>
                    <a:pt x="22617" y="55574"/>
                    <a:pt x="22571" y="55491"/>
                    <a:pt x="22494" y="55469"/>
                  </a:cubicBezTo>
                  <a:cubicBezTo>
                    <a:pt x="22479" y="55464"/>
                    <a:pt x="22465" y="55462"/>
                    <a:pt x="22450" y="55462"/>
                  </a:cubicBezTo>
                  <a:close/>
                  <a:moveTo>
                    <a:pt x="47127" y="55754"/>
                  </a:moveTo>
                  <a:cubicBezTo>
                    <a:pt x="47105" y="55754"/>
                    <a:pt x="47084" y="55758"/>
                    <a:pt x="47063" y="55768"/>
                  </a:cubicBezTo>
                  <a:cubicBezTo>
                    <a:pt x="46990" y="55803"/>
                    <a:pt x="46958" y="55891"/>
                    <a:pt x="46992" y="55964"/>
                  </a:cubicBezTo>
                  <a:cubicBezTo>
                    <a:pt x="47080" y="56152"/>
                    <a:pt x="47178" y="56331"/>
                    <a:pt x="47284" y="56497"/>
                  </a:cubicBezTo>
                  <a:cubicBezTo>
                    <a:pt x="47312" y="56542"/>
                    <a:pt x="47360" y="56566"/>
                    <a:pt x="47409" y="56566"/>
                  </a:cubicBezTo>
                  <a:cubicBezTo>
                    <a:pt x="47436" y="56566"/>
                    <a:pt x="47464" y="56558"/>
                    <a:pt x="47486" y="56543"/>
                  </a:cubicBezTo>
                  <a:cubicBezTo>
                    <a:pt x="47554" y="56499"/>
                    <a:pt x="47575" y="56408"/>
                    <a:pt x="47532" y="56339"/>
                  </a:cubicBezTo>
                  <a:cubicBezTo>
                    <a:pt x="47434" y="56185"/>
                    <a:pt x="47342" y="56016"/>
                    <a:pt x="47259" y="55839"/>
                  </a:cubicBezTo>
                  <a:cubicBezTo>
                    <a:pt x="47234" y="55785"/>
                    <a:pt x="47182" y="55754"/>
                    <a:pt x="47127" y="55754"/>
                  </a:cubicBezTo>
                  <a:close/>
                  <a:moveTo>
                    <a:pt x="53806" y="56133"/>
                  </a:moveTo>
                  <a:cubicBezTo>
                    <a:pt x="53774" y="56133"/>
                    <a:pt x="53743" y="56143"/>
                    <a:pt x="53716" y="56164"/>
                  </a:cubicBezTo>
                  <a:cubicBezTo>
                    <a:pt x="53618" y="56238"/>
                    <a:pt x="53520" y="56312"/>
                    <a:pt x="53420" y="56386"/>
                  </a:cubicBezTo>
                  <a:cubicBezTo>
                    <a:pt x="53362" y="56428"/>
                    <a:pt x="53304" y="56471"/>
                    <a:pt x="53247" y="56512"/>
                  </a:cubicBezTo>
                  <a:cubicBezTo>
                    <a:pt x="53179" y="56558"/>
                    <a:pt x="53164" y="56651"/>
                    <a:pt x="53211" y="56717"/>
                  </a:cubicBezTo>
                  <a:cubicBezTo>
                    <a:pt x="53239" y="56757"/>
                    <a:pt x="53285" y="56779"/>
                    <a:pt x="53331" y="56779"/>
                  </a:cubicBezTo>
                  <a:cubicBezTo>
                    <a:pt x="53361" y="56779"/>
                    <a:pt x="53391" y="56770"/>
                    <a:pt x="53417" y="56752"/>
                  </a:cubicBezTo>
                  <a:cubicBezTo>
                    <a:pt x="53477" y="56709"/>
                    <a:pt x="53536" y="56666"/>
                    <a:pt x="53594" y="56623"/>
                  </a:cubicBezTo>
                  <a:cubicBezTo>
                    <a:pt x="53695" y="56549"/>
                    <a:pt x="53795" y="56474"/>
                    <a:pt x="53894" y="56397"/>
                  </a:cubicBezTo>
                  <a:cubicBezTo>
                    <a:pt x="53959" y="56348"/>
                    <a:pt x="53972" y="56255"/>
                    <a:pt x="53922" y="56191"/>
                  </a:cubicBezTo>
                  <a:cubicBezTo>
                    <a:pt x="53893" y="56153"/>
                    <a:pt x="53850" y="56133"/>
                    <a:pt x="53806" y="56133"/>
                  </a:cubicBezTo>
                  <a:close/>
                  <a:moveTo>
                    <a:pt x="10932" y="56453"/>
                  </a:moveTo>
                  <a:cubicBezTo>
                    <a:pt x="10907" y="56453"/>
                    <a:pt x="10880" y="56460"/>
                    <a:pt x="10857" y="56475"/>
                  </a:cubicBezTo>
                  <a:cubicBezTo>
                    <a:pt x="10787" y="56517"/>
                    <a:pt x="10764" y="56608"/>
                    <a:pt x="10806" y="56677"/>
                  </a:cubicBezTo>
                  <a:cubicBezTo>
                    <a:pt x="10908" y="56844"/>
                    <a:pt x="11008" y="57013"/>
                    <a:pt x="11107" y="57182"/>
                  </a:cubicBezTo>
                  <a:cubicBezTo>
                    <a:pt x="11136" y="57229"/>
                    <a:pt x="11185" y="57255"/>
                    <a:pt x="11235" y="57255"/>
                  </a:cubicBezTo>
                  <a:cubicBezTo>
                    <a:pt x="11261" y="57255"/>
                    <a:pt x="11287" y="57248"/>
                    <a:pt x="11311" y="57235"/>
                  </a:cubicBezTo>
                  <a:cubicBezTo>
                    <a:pt x="11380" y="57193"/>
                    <a:pt x="11404" y="57102"/>
                    <a:pt x="11362" y="57033"/>
                  </a:cubicBezTo>
                  <a:cubicBezTo>
                    <a:pt x="11261" y="56863"/>
                    <a:pt x="11161" y="56693"/>
                    <a:pt x="11059" y="56524"/>
                  </a:cubicBezTo>
                  <a:cubicBezTo>
                    <a:pt x="11031" y="56479"/>
                    <a:pt x="10982" y="56453"/>
                    <a:pt x="10932" y="56453"/>
                  </a:cubicBezTo>
                  <a:close/>
                  <a:moveTo>
                    <a:pt x="52590" y="56971"/>
                  </a:moveTo>
                  <a:cubicBezTo>
                    <a:pt x="52564" y="56971"/>
                    <a:pt x="52538" y="56978"/>
                    <a:pt x="52515" y="56992"/>
                  </a:cubicBezTo>
                  <a:cubicBezTo>
                    <a:pt x="52344" y="57092"/>
                    <a:pt x="52173" y="57187"/>
                    <a:pt x="52006" y="57269"/>
                  </a:cubicBezTo>
                  <a:cubicBezTo>
                    <a:pt x="51934" y="57305"/>
                    <a:pt x="51905" y="57394"/>
                    <a:pt x="51941" y="57466"/>
                  </a:cubicBezTo>
                  <a:cubicBezTo>
                    <a:pt x="51968" y="57518"/>
                    <a:pt x="52020" y="57548"/>
                    <a:pt x="52073" y="57548"/>
                  </a:cubicBezTo>
                  <a:cubicBezTo>
                    <a:pt x="52096" y="57548"/>
                    <a:pt x="52119" y="57543"/>
                    <a:pt x="52138" y="57533"/>
                  </a:cubicBezTo>
                  <a:cubicBezTo>
                    <a:pt x="52311" y="57448"/>
                    <a:pt x="52489" y="57352"/>
                    <a:pt x="52666" y="57245"/>
                  </a:cubicBezTo>
                  <a:cubicBezTo>
                    <a:pt x="52736" y="57203"/>
                    <a:pt x="52758" y="57112"/>
                    <a:pt x="52717" y="57043"/>
                  </a:cubicBezTo>
                  <a:cubicBezTo>
                    <a:pt x="52689" y="56997"/>
                    <a:pt x="52640" y="56971"/>
                    <a:pt x="52590" y="56971"/>
                  </a:cubicBezTo>
                  <a:close/>
                  <a:moveTo>
                    <a:pt x="47965" y="56956"/>
                  </a:moveTo>
                  <a:cubicBezTo>
                    <a:pt x="47926" y="56956"/>
                    <a:pt x="47887" y="56971"/>
                    <a:pt x="47858" y="57001"/>
                  </a:cubicBezTo>
                  <a:cubicBezTo>
                    <a:pt x="47801" y="57060"/>
                    <a:pt x="47804" y="57153"/>
                    <a:pt x="47862" y="57209"/>
                  </a:cubicBezTo>
                  <a:cubicBezTo>
                    <a:pt x="48012" y="57356"/>
                    <a:pt x="48173" y="57485"/>
                    <a:pt x="48343" y="57595"/>
                  </a:cubicBezTo>
                  <a:cubicBezTo>
                    <a:pt x="48367" y="57612"/>
                    <a:pt x="48395" y="57620"/>
                    <a:pt x="48423" y="57620"/>
                  </a:cubicBezTo>
                  <a:cubicBezTo>
                    <a:pt x="48472" y="57620"/>
                    <a:pt x="48518" y="57596"/>
                    <a:pt x="48548" y="57552"/>
                  </a:cubicBezTo>
                  <a:cubicBezTo>
                    <a:pt x="48593" y="57483"/>
                    <a:pt x="48574" y="57393"/>
                    <a:pt x="48506" y="57348"/>
                  </a:cubicBezTo>
                  <a:cubicBezTo>
                    <a:pt x="48352" y="57247"/>
                    <a:pt x="48203" y="57130"/>
                    <a:pt x="48067" y="56997"/>
                  </a:cubicBezTo>
                  <a:cubicBezTo>
                    <a:pt x="48038" y="56969"/>
                    <a:pt x="48001" y="56956"/>
                    <a:pt x="47965" y="56956"/>
                  </a:cubicBezTo>
                  <a:close/>
                  <a:moveTo>
                    <a:pt x="21962" y="56852"/>
                  </a:moveTo>
                  <a:cubicBezTo>
                    <a:pt x="21905" y="56852"/>
                    <a:pt x="21849" y="56886"/>
                    <a:pt x="21825" y="56944"/>
                  </a:cubicBezTo>
                  <a:cubicBezTo>
                    <a:pt x="21750" y="57126"/>
                    <a:pt x="21672" y="57305"/>
                    <a:pt x="21590" y="57476"/>
                  </a:cubicBezTo>
                  <a:cubicBezTo>
                    <a:pt x="21556" y="57550"/>
                    <a:pt x="21588" y="57637"/>
                    <a:pt x="21661" y="57673"/>
                  </a:cubicBezTo>
                  <a:cubicBezTo>
                    <a:pt x="21682" y="57683"/>
                    <a:pt x="21704" y="57687"/>
                    <a:pt x="21724" y="57687"/>
                  </a:cubicBezTo>
                  <a:cubicBezTo>
                    <a:pt x="21780" y="57687"/>
                    <a:pt x="21833" y="57656"/>
                    <a:pt x="21858" y="57601"/>
                  </a:cubicBezTo>
                  <a:cubicBezTo>
                    <a:pt x="21941" y="57426"/>
                    <a:pt x="22021" y="57241"/>
                    <a:pt x="22099" y="57054"/>
                  </a:cubicBezTo>
                  <a:cubicBezTo>
                    <a:pt x="22129" y="56980"/>
                    <a:pt x="22094" y="56894"/>
                    <a:pt x="22017" y="56863"/>
                  </a:cubicBezTo>
                  <a:cubicBezTo>
                    <a:pt x="21999" y="56855"/>
                    <a:pt x="21981" y="56852"/>
                    <a:pt x="21962" y="56852"/>
                  </a:cubicBezTo>
                  <a:close/>
                  <a:moveTo>
                    <a:pt x="51258" y="57591"/>
                  </a:moveTo>
                  <a:cubicBezTo>
                    <a:pt x="51243" y="57591"/>
                    <a:pt x="51227" y="57593"/>
                    <a:pt x="51212" y="57598"/>
                  </a:cubicBezTo>
                  <a:cubicBezTo>
                    <a:pt x="51025" y="57658"/>
                    <a:pt x="50839" y="57707"/>
                    <a:pt x="50660" y="57739"/>
                  </a:cubicBezTo>
                  <a:cubicBezTo>
                    <a:pt x="50580" y="57753"/>
                    <a:pt x="50527" y="57830"/>
                    <a:pt x="50541" y="57910"/>
                  </a:cubicBezTo>
                  <a:cubicBezTo>
                    <a:pt x="50555" y="57981"/>
                    <a:pt x="50617" y="58031"/>
                    <a:pt x="50686" y="58031"/>
                  </a:cubicBezTo>
                  <a:cubicBezTo>
                    <a:pt x="50695" y="58031"/>
                    <a:pt x="50704" y="58030"/>
                    <a:pt x="50715" y="58028"/>
                  </a:cubicBezTo>
                  <a:cubicBezTo>
                    <a:pt x="50906" y="57992"/>
                    <a:pt x="51104" y="57942"/>
                    <a:pt x="51304" y="57878"/>
                  </a:cubicBezTo>
                  <a:cubicBezTo>
                    <a:pt x="51381" y="57853"/>
                    <a:pt x="51423" y="57770"/>
                    <a:pt x="51398" y="57692"/>
                  </a:cubicBezTo>
                  <a:cubicBezTo>
                    <a:pt x="51378" y="57631"/>
                    <a:pt x="51320" y="57591"/>
                    <a:pt x="51258" y="57591"/>
                  </a:cubicBezTo>
                  <a:close/>
                  <a:moveTo>
                    <a:pt x="49226" y="57687"/>
                  </a:moveTo>
                  <a:cubicBezTo>
                    <a:pt x="49161" y="57687"/>
                    <a:pt x="49101" y="57729"/>
                    <a:pt x="49083" y="57795"/>
                  </a:cubicBezTo>
                  <a:cubicBezTo>
                    <a:pt x="49063" y="57874"/>
                    <a:pt x="49107" y="57955"/>
                    <a:pt x="49187" y="57977"/>
                  </a:cubicBezTo>
                  <a:cubicBezTo>
                    <a:pt x="49383" y="58033"/>
                    <a:pt x="49587" y="58068"/>
                    <a:pt x="49795" y="58082"/>
                  </a:cubicBezTo>
                  <a:lnTo>
                    <a:pt x="49806" y="58082"/>
                  </a:lnTo>
                  <a:cubicBezTo>
                    <a:pt x="49883" y="58082"/>
                    <a:pt x="49947" y="58024"/>
                    <a:pt x="49953" y="57945"/>
                  </a:cubicBezTo>
                  <a:cubicBezTo>
                    <a:pt x="49958" y="57863"/>
                    <a:pt x="49898" y="57793"/>
                    <a:pt x="49817" y="57787"/>
                  </a:cubicBezTo>
                  <a:cubicBezTo>
                    <a:pt x="49628" y="57773"/>
                    <a:pt x="49442" y="57741"/>
                    <a:pt x="49265" y="57692"/>
                  </a:cubicBezTo>
                  <a:cubicBezTo>
                    <a:pt x="49252" y="57689"/>
                    <a:pt x="49239" y="57687"/>
                    <a:pt x="49226" y="57687"/>
                  </a:cubicBezTo>
                  <a:close/>
                  <a:moveTo>
                    <a:pt x="11688" y="57721"/>
                  </a:moveTo>
                  <a:cubicBezTo>
                    <a:pt x="11662" y="57721"/>
                    <a:pt x="11636" y="57728"/>
                    <a:pt x="11612" y="57743"/>
                  </a:cubicBezTo>
                  <a:cubicBezTo>
                    <a:pt x="11543" y="57785"/>
                    <a:pt x="11519" y="57875"/>
                    <a:pt x="11561" y="57945"/>
                  </a:cubicBezTo>
                  <a:cubicBezTo>
                    <a:pt x="11664" y="58115"/>
                    <a:pt x="11768" y="58284"/>
                    <a:pt x="11873" y="58450"/>
                  </a:cubicBezTo>
                  <a:cubicBezTo>
                    <a:pt x="11901" y="58494"/>
                    <a:pt x="11948" y="58519"/>
                    <a:pt x="11998" y="58519"/>
                  </a:cubicBezTo>
                  <a:cubicBezTo>
                    <a:pt x="12025" y="58519"/>
                    <a:pt x="12052" y="58511"/>
                    <a:pt x="12076" y="58497"/>
                  </a:cubicBezTo>
                  <a:cubicBezTo>
                    <a:pt x="12145" y="58453"/>
                    <a:pt x="12166" y="58362"/>
                    <a:pt x="12123" y="58293"/>
                  </a:cubicBezTo>
                  <a:cubicBezTo>
                    <a:pt x="12019" y="58128"/>
                    <a:pt x="11916" y="57961"/>
                    <a:pt x="11814" y="57792"/>
                  </a:cubicBezTo>
                  <a:cubicBezTo>
                    <a:pt x="11786" y="57747"/>
                    <a:pt x="11738" y="57721"/>
                    <a:pt x="11688" y="57721"/>
                  </a:cubicBezTo>
                  <a:close/>
                  <a:moveTo>
                    <a:pt x="21312" y="58177"/>
                  </a:moveTo>
                  <a:cubicBezTo>
                    <a:pt x="21262" y="58177"/>
                    <a:pt x="21213" y="58203"/>
                    <a:pt x="21186" y="58250"/>
                  </a:cubicBezTo>
                  <a:cubicBezTo>
                    <a:pt x="21140" y="58327"/>
                    <a:pt x="21095" y="58401"/>
                    <a:pt x="21047" y="58477"/>
                  </a:cubicBezTo>
                  <a:cubicBezTo>
                    <a:pt x="20994" y="58565"/>
                    <a:pt x="20935" y="58652"/>
                    <a:pt x="20876" y="58738"/>
                  </a:cubicBezTo>
                  <a:cubicBezTo>
                    <a:pt x="20830" y="58805"/>
                    <a:pt x="20846" y="58896"/>
                    <a:pt x="20913" y="58943"/>
                  </a:cubicBezTo>
                  <a:cubicBezTo>
                    <a:pt x="20939" y="58960"/>
                    <a:pt x="20968" y="58968"/>
                    <a:pt x="20997" y="58968"/>
                  </a:cubicBezTo>
                  <a:cubicBezTo>
                    <a:pt x="21045" y="58968"/>
                    <a:pt x="21090" y="58946"/>
                    <a:pt x="21118" y="58905"/>
                  </a:cubicBezTo>
                  <a:cubicBezTo>
                    <a:pt x="21181" y="58817"/>
                    <a:pt x="21239" y="58725"/>
                    <a:pt x="21298" y="58633"/>
                  </a:cubicBezTo>
                  <a:cubicBezTo>
                    <a:pt x="21346" y="58556"/>
                    <a:pt x="21393" y="58477"/>
                    <a:pt x="21440" y="58399"/>
                  </a:cubicBezTo>
                  <a:cubicBezTo>
                    <a:pt x="21481" y="58329"/>
                    <a:pt x="21456" y="58239"/>
                    <a:pt x="21387" y="58198"/>
                  </a:cubicBezTo>
                  <a:cubicBezTo>
                    <a:pt x="21363" y="58184"/>
                    <a:pt x="21337" y="58177"/>
                    <a:pt x="21312" y="58177"/>
                  </a:cubicBezTo>
                  <a:close/>
                  <a:moveTo>
                    <a:pt x="12490" y="58959"/>
                  </a:moveTo>
                  <a:cubicBezTo>
                    <a:pt x="12460" y="58959"/>
                    <a:pt x="12430" y="58968"/>
                    <a:pt x="12404" y="58987"/>
                  </a:cubicBezTo>
                  <a:cubicBezTo>
                    <a:pt x="12338" y="59033"/>
                    <a:pt x="12323" y="59126"/>
                    <a:pt x="12370" y="59192"/>
                  </a:cubicBezTo>
                  <a:cubicBezTo>
                    <a:pt x="12493" y="59365"/>
                    <a:pt x="12612" y="59520"/>
                    <a:pt x="12731" y="59669"/>
                  </a:cubicBezTo>
                  <a:cubicBezTo>
                    <a:pt x="12761" y="59704"/>
                    <a:pt x="12804" y="59724"/>
                    <a:pt x="12846" y="59724"/>
                  </a:cubicBezTo>
                  <a:cubicBezTo>
                    <a:pt x="12879" y="59724"/>
                    <a:pt x="12911" y="59713"/>
                    <a:pt x="12938" y="59691"/>
                  </a:cubicBezTo>
                  <a:cubicBezTo>
                    <a:pt x="13001" y="59639"/>
                    <a:pt x="13011" y="59546"/>
                    <a:pt x="12959" y="59483"/>
                  </a:cubicBezTo>
                  <a:cubicBezTo>
                    <a:pt x="12844" y="59339"/>
                    <a:pt x="12729" y="59188"/>
                    <a:pt x="12609" y="59020"/>
                  </a:cubicBezTo>
                  <a:cubicBezTo>
                    <a:pt x="12581" y="58981"/>
                    <a:pt x="12535" y="58959"/>
                    <a:pt x="12490" y="58959"/>
                  </a:cubicBezTo>
                  <a:close/>
                  <a:moveTo>
                    <a:pt x="20447" y="59366"/>
                  </a:moveTo>
                  <a:cubicBezTo>
                    <a:pt x="20407" y="59366"/>
                    <a:pt x="20367" y="59383"/>
                    <a:pt x="20339" y="59415"/>
                  </a:cubicBezTo>
                  <a:cubicBezTo>
                    <a:pt x="20208" y="59558"/>
                    <a:pt x="20072" y="59696"/>
                    <a:pt x="19933" y="59826"/>
                  </a:cubicBezTo>
                  <a:cubicBezTo>
                    <a:pt x="19874" y="59883"/>
                    <a:pt x="19871" y="59975"/>
                    <a:pt x="19927" y="60035"/>
                  </a:cubicBezTo>
                  <a:cubicBezTo>
                    <a:pt x="19957" y="60066"/>
                    <a:pt x="19996" y="60082"/>
                    <a:pt x="20035" y="60082"/>
                  </a:cubicBezTo>
                  <a:cubicBezTo>
                    <a:pt x="20071" y="60082"/>
                    <a:pt x="20108" y="60068"/>
                    <a:pt x="20134" y="60041"/>
                  </a:cubicBezTo>
                  <a:cubicBezTo>
                    <a:pt x="20279" y="59906"/>
                    <a:pt x="20421" y="59762"/>
                    <a:pt x="20556" y="59612"/>
                  </a:cubicBezTo>
                  <a:cubicBezTo>
                    <a:pt x="20612" y="59552"/>
                    <a:pt x="20607" y="59458"/>
                    <a:pt x="20546" y="59405"/>
                  </a:cubicBezTo>
                  <a:cubicBezTo>
                    <a:pt x="20518" y="59379"/>
                    <a:pt x="20482" y="59366"/>
                    <a:pt x="20447" y="59366"/>
                  </a:cubicBezTo>
                  <a:close/>
                  <a:moveTo>
                    <a:pt x="13442" y="60082"/>
                  </a:moveTo>
                  <a:cubicBezTo>
                    <a:pt x="13403" y="60082"/>
                    <a:pt x="13364" y="60097"/>
                    <a:pt x="13335" y="60127"/>
                  </a:cubicBezTo>
                  <a:cubicBezTo>
                    <a:pt x="13278" y="60186"/>
                    <a:pt x="13281" y="60279"/>
                    <a:pt x="13339" y="60335"/>
                  </a:cubicBezTo>
                  <a:cubicBezTo>
                    <a:pt x="13488" y="60479"/>
                    <a:pt x="13640" y="60612"/>
                    <a:pt x="13795" y="60732"/>
                  </a:cubicBezTo>
                  <a:cubicBezTo>
                    <a:pt x="13823" y="60752"/>
                    <a:pt x="13855" y="60763"/>
                    <a:pt x="13886" y="60763"/>
                  </a:cubicBezTo>
                  <a:cubicBezTo>
                    <a:pt x="13929" y="60763"/>
                    <a:pt x="13974" y="60743"/>
                    <a:pt x="14004" y="60705"/>
                  </a:cubicBezTo>
                  <a:cubicBezTo>
                    <a:pt x="14053" y="60640"/>
                    <a:pt x="14042" y="60549"/>
                    <a:pt x="13978" y="60499"/>
                  </a:cubicBezTo>
                  <a:cubicBezTo>
                    <a:pt x="13831" y="60385"/>
                    <a:pt x="13686" y="60260"/>
                    <a:pt x="13545" y="60123"/>
                  </a:cubicBezTo>
                  <a:cubicBezTo>
                    <a:pt x="13516" y="60095"/>
                    <a:pt x="13479" y="60082"/>
                    <a:pt x="13442" y="60082"/>
                  </a:cubicBezTo>
                  <a:close/>
                  <a:moveTo>
                    <a:pt x="19351" y="60348"/>
                  </a:moveTo>
                  <a:cubicBezTo>
                    <a:pt x="19321" y="60348"/>
                    <a:pt x="19291" y="60357"/>
                    <a:pt x="19266" y="60376"/>
                  </a:cubicBezTo>
                  <a:cubicBezTo>
                    <a:pt x="19108" y="60488"/>
                    <a:pt x="18946" y="60592"/>
                    <a:pt x="18782" y="60687"/>
                  </a:cubicBezTo>
                  <a:cubicBezTo>
                    <a:pt x="18712" y="60730"/>
                    <a:pt x="18688" y="60818"/>
                    <a:pt x="18729" y="60890"/>
                  </a:cubicBezTo>
                  <a:cubicBezTo>
                    <a:pt x="18756" y="60937"/>
                    <a:pt x="18806" y="60963"/>
                    <a:pt x="18856" y="60963"/>
                  </a:cubicBezTo>
                  <a:cubicBezTo>
                    <a:pt x="18881" y="60963"/>
                    <a:pt x="18907" y="60957"/>
                    <a:pt x="18931" y="60943"/>
                  </a:cubicBezTo>
                  <a:cubicBezTo>
                    <a:pt x="19103" y="60844"/>
                    <a:pt x="19273" y="60733"/>
                    <a:pt x="19438" y="60616"/>
                  </a:cubicBezTo>
                  <a:cubicBezTo>
                    <a:pt x="19504" y="60568"/>
                    <a:pt x="19519" y="60475"/>
                    <a:pt x="19472" y="60410"/>
                  </a:cubicBezTo>
                  <a:cubicBezTo>
                    <a:pt x="19442" y="60370"/>
                    <a:pt x="19397" y="60348"/>
                    <a:pt x="19351" y="60348"/>
                  </a:cubicBezTo>
                  <a:close/>
                  <a:moveTo>
                    <a:pt x="14632" y="60939"/>
                  </a:moveTo>
                  <a:cubicBezTo>
                    <a:pt x="14578" y="60939"/>
                    <a:pt x="14526" y="60969"/>
                    <a:pt x="14500" y="61021"/>
                  </a:cubicBezTo>
                  <a:cubicBezTo>
                    <a:pt x="14464" y="61093"/>
                    <a:pt x="14493" y="61182"/>
                    <a:pt x="14565" y="61218"/>
                  </a:cubicBezTo>
                  <a:cubicBezTo>
                    <a:pt x="14745" y="61308"/>
                    <a:pt x="14935" y="61387"/>
                    <a:pt x="15128" y="61451"/>
                  </a:cubicBezTo>
                  <a:cubicBezTo>
                    <a:pt x="15144" y="61457"/>
                    <a:pt x="15158" y="61459"/>
                    <a:pt x="15175" y="61459"/>
                  </a:cubicBezTo>
                  <a:cubicBezTo>
                    <a:pt x="15237" y="61459"/>
                    <a:pt x="15294" y="61421"/>
                    <a:pt x="15315" y="61358"/>
                  </a:cubicBezTo>
                  <a:cubicBezTo>
                    <a:pt x="15341" y="61281"/>
                    <a:pt x="15300" y="61197"/>
                    <a:pt x="15222" y="61171"/>
                  </a:cubicBezTo>
                  <a:cubicBezTo>
                    <a:pt x="15043" y="61112"/>
                    <a:pt x="14866" y="61038"/>
                    <a:pt x="14697" y="60955"/>
                  </a:cubicBezTo>
                  <a:cubicBezTo>
                    <a:pt x="14676" y="60944"/>
                    <a:pt x="14654" y="60939"/>
                    <a:pt x="14632" y="60939"/>
                  </a:cubicBezTo>
                  <a:close/>
                  <a:moveTo>
                    <a:pt x="18062" y="61052"/>
                  </a:moveTo>
                  <a:cubicBezTo>
                    <a:pt x="18044" y="61052"/>
                    <a:pt x="18026" y="61055"/>
                    <a:pt x="18008" y="61062"/>
                  </a:cubicBezTo>
                  <a:cubicBezTo>
                    <a:pt x="17827" y="61131"/>
                    <a:pt x="17644" y="61190"/>
                    <a:pt x="17463" y="61236"/>
                  </a:cubicBezTo>
                  <a:cubicBezTo>
                    <a:pt x="17384" y="61257"/>
                    <a:pt x="17336" y="61336"/>
                    <a:pt x="17357" y="61415"/>
                  </a:cubicBezTo>
                  <a:cubicBezTo>
                    <a:pt x="17374" y="61483"/>
                    <a:pt x="17434" y="61526"/>
                    <a:pt x="17499" y="61526"/>
                  </a:cubicBezTo>
                  <a:cubicBezTo>
                    <a:pt x="17512" y="61526"/>
                    <a:pt x="17524" y="61525"/>
                    <a:pt x="17537" y="61522"/>
                  </a:cubicBezTo>
                  <a:cubicBezTo>
                    <a:pt x="17729" y="61474"/>
                    <a:pt x="17924" y="61410"/>
                    <a:pt x="18115" y="61336"/>
                  </a:cubicBezTo>
                  <a:cubicBezTo>
                    <a:pt x="18189" y="61306"/>
                    <a:pt x="18228" y="61222"/>
                    <a:pt x="18199" y="61145"/>
                  </a:cubicBezTo>
                  <a:cubicBezTo>
                    <a:pt x="18176" y="61088"/>
                    <a:pt x="18121" y="61052"/>
                    <a:pt x="18062" y="61052"/>
                  </a:cubicBezTo>
                  <a:close/>
                  <a:moveTo>
                    <a:pt x="16038" y="61350"/>
                  </a:moveTo>
                  <a:cubicBezTo>
                    <a:pt x="15963" y="61350"/>
                    <a:pt x="15897" y="61406"/>
                    <a:pt x="15890" y="61483"/>
                  </a:cubicBezTo>
                  <a:cubicBezTo>
                    <a:pt x="15882" y="61563"/>
                    <a:pt x="15941" y="61636"/>
                    <a:pt x="16023" y="61644"/>
                  </a:cubicBezTo>
                  <a:cubicBezTo>
                    <a:pt x="16157" y="61658"/>
                    <a:pt x="16292" y="61664"/>
                    <a:pt x="16428" y="61664"/>
                  </a:cubicBezTo>
                  <a:cubicBezTo>
                    <a:pt x="16497" y="61664"/>
                    <a:pt x="16565" y="61663"/>
                    <a:pt x="16633" y="61660"/>
                  </a:cubicBezTo>
                  <a:cubicBezTo>
                    <a:pt x="16715" y="61656"/>
                    <a:pt x="16777" y="61587"/>
                    <a:pt x="16774" y="61506"/>
                  </a:cubicBezTo>
                  <a:cubicBezTo>
                    <a:pt x="16770" y="61426"/>
                    <a:pt x="16703" y="61365"/>
                    <a:pt x="16628" y="61365"/>
                  </a:cubicBezTo>
                  <a:cubicBezTo>
                    <a:pt x="16625" y="61365"/>
                    <a:pt x="16622" y="61365"/>
                    <a:pt x="16619" y="61365"/>
                  </a:cubicBezTo>
                  <a:cubicBezTo>
                    <a:pt x="16555" y="61368"/>
                    <a:pt x="16491" y="61370"/>
                    <a:pt x="16427" y="61370"/>
                  </a:cubicBezTo>
                  <a:cubicBezTo>
                    <a:pt x="16301" y="61370"/>
                    <a:pt x="16175" y="61364"/>
                    <a:pt x="16052" y="61351"/>
                  </a:cubicBezTo>
                  <a:cubicBezTo>
                    <a:pt x="16047" y="61350"/>
                    <a:pt x="16043" y="61350"/>
                    <a:pt x="16038" y="6135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4446900" y="375200"/>
              <a:ext cx="1332325" cy="1409700"/>
            </a:xfrm>
            <a:custGeom>
              <a:rect b="b" l="l" r="r" t="t"/>
              <a:pathLst>
                <a:path extrusionOk="0" h="56388" w="53293">
                  <a:moveTo>
                    <a:pt x="36741" y="250"/>
                  </a:moveTo>
                  <a:cubicBezTo>
                    <a:pt x="36875" y="250"/>
                    <a:pt x="37007" y="255"/>
                    <a:pt x="37136" y="265"/>
                  </a:cubicBezTo>
                  <a:cubicBezTo>
                    <a:pt x="38731" y="388"/>
                    <a:pt x="39849" y="2058"/>
                    <a:pt x="40093" y="3567"/>
                  </a:cubicBezTo>
                  <a:cubicBezTo>
                    <a:pt x="40232" y="4431"/>
                    <a:pt x="40206" y="5331"/>
                    <a:pt x="40180" y="6202"/>
                  </a:cubicBezTo>
                  <a:cubicBezTo>
                    <a:pt x="40150" y="7213"/>
                    <a:pt x="40121" y="8260"/>
                    <a:pt x="40346" y="9267"/>
                  </a:cubicBezTo>
                  <a:cubicBezTo>
                    <a:pt x="40665" y="10686"/>
                    <a:pt x="41466" y="11928"/>
                    <a:pt x="42240" y="13130"/>
                  </a:cubicBezTo>
                  <a:cubicBezTo>
                    <a:pt x="42879" y="14121"/>
                    <a:pt x="43540" y="15148"/>
                    <a:pt x="43923" y="16264"/>
                  </a:cubicBezTo>
                  <a:cubicBezTo>
                    <a:pt x="44699" y="18532"/>
                    <a:pt x="44291" y="20992"/>
                    <a:pt x="43896" y="23371"/>
                  </a:cubicBezTo>
                  <a:cubicBezTo>
                    <a:pt x="43551" y="25443"/>
                    <a:pt x="43195" y="27585"/>
                    <a:pt x="43592" y="29648"/>
                  </a:cubicBezTo>
                  <a:cubicBezTo>
                    <a:pt x="44167" y="32624"/>
                    <a:pt x="46192" y="35024"/>
                    <a:pt x="48152" y="37345"/>
                  </a:cubicBezTo>
                  <a:cubicBezTo>
                    <a:pt x="48389" y="37627"/>
                    <a:pt x="48625" y="37908"/>
                    <a:pt x="48858" y="38187"/>
                  </a:cubicBezTo>
                  <a:cubicBezTo>
                    <a:pt x="50829" y="40558"/>
                    <a:pt x="53035" y="43716"/>
                    <a:pt x="52583" y="47137"/>
                  </a:cubicBezTo>
                  <a:cubicBezTo>
                    <a:pt x="52372" y="48736"/>
                    <a:pt x="51571" y="50346"/>
                    <a:pt x="50200" y="51925"/>
                  </a:cubicBezTo>
                  <a:cubicBezTo>
                    <a:pt x="49622" y="52591"/>
                    <a:pt x="48774" y="53333"/>
                    <a:pt x="47866" y="53333"/>
                  </a:cubicBezTo>
                  <a:cubicBezTo>
                    <a:pt x="47750" y="53333"/>
                    <a:pt x="47633" y="53321"/>
                    <a:pt x="47516" y="53295"/>
                  </a:cubicBezTo>
                  <a:cubicBezTo>
                    <a:pt x="46676" y="53111"/>
                    <a:pt x="46134" y="52259"/>
                    <a:pt x="45969" y="51499"/>
                  </a:cubicBezTo>
                  <a:cubicBezTo>
                    <a:pt x="45802" y="50736"/>
                    <a:pt x="45896" y="49931"/>
                    <a:pt x="45986" y="49152"/>
                  </a:cubicBezTo>
                  <a:lnTo>
                    <a:pt x="46015" y="48904"/>
                  </a:lnTo>
                  <a:cubicBezTo>
                    <a:pt x="46287" y="46479"/>
                    <a:pt x="46296" y="42110"/>
                    <a:pt x="43296" y="40078"/>
                  </a:cubicBezTo>
                  <a:cubicBezTo>
                    <a:pt x="41843" y="39095"/>
                    <a:pt x="40021" y="38914"/>
                    <a:pt x="38226" y="38914"/>
                  </a:cubicBezTo>
                  <a:cubicBezTo>
                    <a:pt x="38065" y="38914"/>
                    <a:pt x="37905" y="38915"/>
                    <a:pt x="37745" y="38918"/>
                  </a:cubicBezTo>
                  <a:cubicBezTo>
                    <a:pt x="34477" y="38968"/>
                    <a:pt x="31195" y="39315"/>
                    <a:pt x="27987" y="39950"/>
                  </a:cubicBezTo>
                  <a:cubicBezTo>
                    <a:pt x="23055" y="40929"/>
                    <a:pt x="20024" y="42748"/>
                    <a:pt x="18719" y="45515"/>
                  </a:cubicBezTo>
                  <a:cubicBezTo>
                    <a:pt x="18118" y="46786"/>
                    <a:pt x="17932" y="48206"/>
                    <a:pt x="17750" y="49578"/>
                  </a:cubicBezTo>
                  <a:cubicBezTo>
                    <a:pt x="17728" y="49746"/>
                    <a:pt x="17706" y="49913"/>
                    <a:pt x="17683" y="50081"/>
                  </a:cubicBezTo>
                  <a:cubicBezTo>
                    <a:pt x="17487" y="51507"/>
                    <a:pt x="17202" y="53137"/>
                    <a:pt x="16289" y="54420"/>
                  </a:cubicBezTo>
                  <a:cubicBezTo>
                    <a:pt x="15620" y="55358"/>
                    <a:pt x="14439" y="56137"/>
                    <a:pt x="13230" y="56137"/>
                  </a:cubicBezTo>
                  <a:cubicBezTo>
                    <a:pt x="12950" y="56137"/>
                    <a:pt x="12669" y="56096"/>
                    <a:pt x="12392" y="56005"/>
                  </a:cubicBezTo>
                  <a:cubicBezTo>
                    <a:pt x="11058" y="55564"/>
                    <a:pt x="10394" y="54292"/>
                    <a:pt x="9689" y="52944"/>
                  </a:cubicBezTo>
                  <a:cubicBezTo>
                    <a:pt x="9299" y="52193"/>
                    <a:pt x="8893" y="51419"/>
                    <a:pt x="8360" y="50787"/>
                  </a:cubicBezTo>
                  <a:cubicBezTo>
                    <a:pt x="7452" y="49711"/>
                    <a:pt x="6147" y="49034"/>
                    <a:pt x="4884" y="48380"/>
                  </a:cubicBezTo>
                  <a:cubicBezTo>
                    <a:pt x="3286" y="47550"/>
                    <a:pt x="1775" y="46769"/>
                    <a:pt x="1038" y="45250"/>
                  </a:cubicBezTo>
                  <a:cubicBezTo>
                    <a:pt x="268" y="43664"/>
                    <a:pt x="625" y="41542"/>
                    <a:pt x="1949" y="39847"/>
                  </a:cubicBezTo>
                  <a:cubicBezTo>
                    <a:pt x="3151" y="38309"/>
                    <a:pt x="4907" y="37277"/>
                    <a:pt x="6604" y="36354"/>
                  </a:cubicBezTo>
                  <a:lnTo>
                    <a:pt x="6993" y="36143"/>
                  </a:lnTo>
                  <a:cubicBezTo>
                    <a:pt x="8592" y="35277"/>
                    <a:pt x="10245" y="34380"/>
                    <a:pt x="11536" y="33065"/>
                  </a:cubicBezTo>
                  <a:cubicBezTo>
                    <a:pt x="12116" y="32474"/>
                    <a:pt x="12632" y="31792"/>
                    <a:pt x="13132" y="31132"/>
                  </a:cubicBezTo>
                  <a:cubicBezTo>
                    <a:pt x="14175" y="29753"/>
                    <a:pt x="15160" y="28450"/>
                    <a:pt x="16684" y="27870"/>
                  </a:cubicBezTo>
                  <a:cubicBezTo>
                    <a:pt x="17204" y="27673"/>
                    <a:pt x="17768" y="27573"/>
                    <a:pt x="18371" y="27573"/>
                  </a:cubicBezTo>
                  <a:cubicBezTo>
                    <a:pt x="19642" y="27573"/>
                    <a:pt x="21094" y="28011"/>
                    <a:pt x="22712" y="28880"/>
                  </a:cubicBezTo>
                  <a:cubicBezTo>
                    <a:pt x="23137" y="29110"/>
                    <a:pt x="23566" y="29357"/>
                    <a:pt x="23982" y="29597"/>
                  </a:cubicBezTo>
                  <a:cubicBezTo>
                    <a:pt x="25412" y="30422"/>
                    <a:pt x="26892" y="31276"/>
                    <a:pt x="28542" y="31567"/>
                  </a:cubicBezTo>
                  <a:cubicBezTo>
                    <a:pt x="28940" y="31637"/>
                    <a:pt x="29346" y="31672"/>
                    <a:pt x="29757" y="31672"/>
                  </a:cubicBezTo>
                  <a:cubicBezTo>
                    <a:pt x="31833" y="31672"/>
                    <a:pt x="34014" y="30796"/>
                    <a:pt x="35676" y="29245"/>
                  </a:cubicBezTo>
                  <a:cubicBezTo>
                    <a:pt x="37884" y="27183"/>
                    <a:pt x="38841" y="24451"/>
                    <a:pt x="39257" y="22522"/>
                  </a:cubicBezTo>
                  <a:cubicBezTo>
                    <a:pt x="40305" y="17645"/>
                    <a:pt x="39117" y="12376"/>
                    <a:pt x="36074" y="8423"/>
                  </a:cubicBezTo>
                  <a:cubicBezTo>
                    <a:pt x="35846" y="8127"/>
                    <a:pt x="35606" y="7835"/>
                    <a:pt x="35372" y="7551"/>
                  </a:cubicBezTo>
                  <a:cubicBezTo>
                    <a:pt x="34822" y="6883"/>
                    <a:pt x="34254" y="6191"/>
                    <a:pt x="33834" y="5428"/>
                  </a:cubicBezTo>
                  <a:cubicBezTo>
                    <a:pt x="33154" y="4194"/>
                    <a:pt x="33001" y="2917"/>
                    <a:pt x="33416" y="1925"/>
                  </a:cubicBezTo>
                  <a:cubicBezTo>
                    <a:pt x="33908" y="748"/>
                    <a:pt x="35412" y="250"/>
                    <a:pt x="36741" y="250"/>
                  </a:cubicBezTo>
                  <a:close/>
                  <a:moveTo>
                    <a:pt x="36719" y="1"/>
                  </a:moveTo>
                  <a:cubicBezTo>
                    <a:pt x="35278" y="1"/>
                    <a:pt x="33720" y="544"/>
                    <a:pt x="33182" y="1831"/>
                  </a:cubicBezTo>
                  <a:cubicBezTo>
                    <a:pt x="32738" y="2894"/>
                    <a:pt x="32894" y="4250"/>
                    <a:pt x="33612" y="5552"/>
                  </a:cubicBezTo>
                  <a:cubicBezTo>
                    <a:pt x="34043" y="6336"/>
                    <a:pt x="34619" y="7036"/>
                    <a:pt x="35176" y="7713"/>
                  </a:cubicBezTo>
                  <a:cubicBezTo>
                    <a:pt x="35408" y="7995"/>
                    <a:pt x="35648" y="8286"/>
                    <a:pt x="35873" y="8579"/>
                  </a:cubicBezTo>
                  <a:cubicBezTo>
                    <a:pt x="38870" y="12474"/>
                    <a:pt x="40042" y="17668"/>
                    <a:pt x="39009" y="22471"/>
                  </a:cubicBezTo>
                  <a:cubicBezTo>
                    <a:pt x="38602" y="24366"/>
                    <a:pt x="37663" y="27047"/>
                    <a:pt x="35502" y="29064"/>
                  </a:cubicBezTo>
                  <a:cubicBezTo>
                    <a:pt x="33887" y="30572"/>
                    <a:pt x="31772" y="31424"/>
                    <a:pt x="29758" y="31424"/>
                  </a:cubicBezTo>
                  <a:cubicBezTo>
                    <a:pt x="29361" y="31424"/>
                    <a:pt x="28969" y="31390"/>
                    <a:pt x="28584" y="31323"/>
                  </a:cubicBezTo>
                  <a:cubicBezTo>
                    <a:pt x="26978" y="31040"/>
                    <a:pt x="25518" y="30196"/>
                    <a:pt x="24106" y="29381"/>
                  </a:cubicBezTo>
                  <a:cubicBezTo>
                    <a:pt x="23689" y="29141"/>
                    <a:pt x="23256" y="28891"/>
                    <a:pt x="22828" y="28661"/>
                  </a:cubicBezTo>
                  <a:cubicBezTo>
                    <a:pt x="21175" y="27770"/>
                    <a:pt x="19682" y="27324"/>
                    <a:pt x="18369" y="27324"/>
                  </a:cubicBezTo>
                  <a:cubicBezTo>
                    <a:pt x="17735" y="27324"/>
                    <a:pt x="17143" y="27428"/>
                    <a:pt x="16594" y="27636"/>
                  </a:cubicBezTo>
                  <a:cubicBezTo>
                    <a:pt x="15002" y="28243"/>
                    <a:pt x="13949" y="29634"/>
                    <a:pt x="12931" y="30980"/>
                  </a:cubicBezTo>
                  <a:cubicBezTo>
                    <a:pt x="12435" y="31634"/>
                    <a:pt x="11925" y="32311"/>
                    <a:pt x="11357" y="32889"/>
                  </a:cubicBezTo>
                  <a:cubicBezTo>
                    <a:pt x="10091" y="34178"/>
                    <a:pt x="8455" y="35065"/>
                    <a:pt x="6872" y="35922"/>
                  </a:cubicBezTo>
                  <a:lnTo>
                    <a:pt x="6484" y="36134"/>
                  </a:lnTo>
                  <a:cubicBezTo>
                    <a:pt x="4764" y="37071"/>
                    <a:pt x="2981" y="38118"/>
                    <a:pt x="1751" y="39694"/>
                  </a:cubicBezTo>
                  <a:cubicBezTo>
                    <a:pt x="370" y="41465"/>
                    <a:pt x="1" y="43690"/>
                    <a:pt x="814" y="45361"/>
                  </a:cubicBezTo>
                  <a:cubicBezTo>
                    <a:pt x="1589" y="46955"/>
                    <a:pt x="3205" y="47793"/>
                    <a:pt x="4770" y="48603"/>
                  </a:cubicBezTo>
                  <a:cubicBezTo>
                    <a:pt x="6011" y="49246"/>
                    <a:pt x="7294" y="49911"/>
                    <a:pt x="8170" y="50949"/>
                  </a:cubicBezTo>
                  <a:cubicBezTo>
                    <a:pt x="8686" y="51561"/>
                    <a:pt x="9083" y="52322"/>
                    <a:pt x="9469" y="53060"/>
                  </a:cubicBezTo>
                  <a:cubicBezTo>
                    <a:pt x="10166" y="54393"/>
                    <a:pt x="10884" y="55771"/>
                    <a:pt x="12315" y="56243"/>
                  </a:cubicBezTo>
                  <a:cubicBezTo>
                    <a:pt x="12617" y="56343"/>
                    <a:pt x="12922" y="56387"/>
                    <a:pt x="13227" y="56387"/>
                  </a:cubicBezTo>
                  <a:cubicBezTo>
                    <a:pt x="14523" y="56387"/>
                    <a:pt x="15784" y="55561"/>
                    <a:pt x="16490" y="54565"/>
                  </a:cubicBezTo>
                  <a:cubicBezTo>
                    <a:pt x="17436" y="53237"/>
                    <a:pt x="17728" y="51571"/>
                    <a:pt x="17927" y="50114"/>
                  </a:cubicBezTo>
                  <a:cubicBezTo>
                    <a:pt x="17951" y="49947"/>
                    <a:pt x="17973" y="49778"/>
                    <a:pt x="17995" y="49611"/>
                  </a:cubicBezTo>
                  <a:cubicBezTo>
                    <a:pt x="18174" y="48257"/>
                    <a:pt x="18359" y="46857"/>
                    <a:pt x="18942" y="45621"/>
                  </a:cubicBezTo>
                  <a:cubicBezTo>
                    <a:pt x="20211" y="42932"/>
                    <a:pt x="23184" y="41158"/>
                    <a:pt x="28032" y="40197"/>
                  </a:cubicBezTo>
                  <a:cubicBezTo>
                    <a:pt x="31225" y="39565"/>
                    <a:pt x="34492" y="39219"/>
                    <a:pt x="37746" y="39169"/>
                  </a:cubicBezTo>
                  <a:cubicBezTo>
                    <a:pt x="37904" y="39167"/>
                    <a:pt x="38061" y="39166"/>
                    <a:pt x="38219" y="39166"/>
                  </a:cubicBezTo>
                  <a:cubicBezTo>
                    <a:pt x="39977" y="39166"/>
                    <a:pt x="41755" y="39340"/>
                    <a:pt x="43153" y="40287"/>
                  </a:cubicBezTo>
                  <a:cubicBezTo>
                    <a:pt x="46043" y="42245"/>
                    <a:pt x="46029" y="46510"/>
                    <a:pt x="45762" y="48878"/>
                  </a:cubicBezTo>
                  <a:lnTo>
                    <a:pt x="45733" y="49124"/>
                  </a:lnTo>
                  <a:cubicBezTo>
                    <a:pt x="45640" y="49925"/>
                    <a:pt x="45546" y="50752"/>
                    <a:pt x="45720" y="51554"/>
                  </a:cubicBezTo>
                  <a:cubicBezTo>
                    <a:pt x="45888" y="52332"/>
                    <a:pt x="46445" y="53320"/>
                    <a:pt x="47458" y="53542"/>
                  </a:cubicBezTo>
                  <a:cubicBezTo>
                    <a:pt x="47590" y="53571"/>
                    <a:pt x="47724" y="53585"/>
                    <a:pt x="47859" y="53585"/>
                  </a:cubicBezTo>
                  <a:cubicBezTo>
                    <a:pt x="48666" y="53585"/>
                    <a:pt x="49531" y="53075"/>
                    <a:pt x="50385" y="52090"/>
                  </a:cubicBezTo>
                  <a:cubicBezTo>
                    <a:pt x="51789" y="50473"/>
                    <a:pt x="52610" y="48818"/>
                    <a:pt x="52829" y="47171"/>
                  </a:cubicBezTo>
                  <a:cubicBezTo>
                    <a:pt x="53293" y="43654"/>
                    <a:pt x="51052" y="40438"/>
                    <a:pt x="49048" y="38029"/>
                  </a:cubicBezTo>
                  <a:cubicBezTo>
                    <a:pt x="48815" y="37748"/>
                    <a:pt x="48578" y="37468"/>
                    <a:pt x="48341" y="37185"/>
                  </a:cubicBezTo>
                  <a:cubicBezTo>
                    <a:pt x="46402" y="34889"/>
                    <a:pt x="44397" y="32515"/>
                    <a:pt x="43837" y="29602"/>
                  </a:cubicBezTo>
                  <a:cubicBezTo>
                    <a:pt x="43447" y="27584"/>
                    <a:pt x="43799" y="25464"/>
                    <a:pt x="44139" y="23414"/>
                  </a:cubicBezTo>
                  <a:cubicBezTo>
                    <a:pt x="44541" y="21003"/>
                    <a:pt x="44954" y="18512"/>
                    <a:pt x="44157" y="16184"/>
                  </a:cubicBezTo>
                  <a:cubicBezTo>
                    <a:pt x="43765" y="15040"/>
                    <a:pt x="43095" y="14001"/>
                    <a:pt x="42447" y="12996"/>
                  </a:cubicBezTo>
                  <a:cubicBezTo>
                    <a:pt x="41686" y="11813"/>
                    <a:pt x="40895" y="10590"/>
                    <a:pt x="40588" y="9214"/>
                  </a:cubicBezTo>
                  <a:cubicBezTo>
                    <a:pt x="40368" y="8237"/>
                    <a:pt x="40398" y="7208"/>
                    <a:pt x="40428" y="6211"/>
                  </a:cubicBezTo>
                  <a:cubicBezTo>
                    <a:pt x="40454" y="5329"/>
                    <a:pt x="40481" y="4417"/>
                    <a:pt x="40337" y="3529"/>
                  </a:cubicBezTo>
                  <a:cubicBezTo>
                    <a:pt x="40079" y="1925"/>
                    <a:pt x="38875" y="149"/>
                    <a:pt x="37152" y="17"/>
                  </a:cubicBezTo>
                  <a:cubicBezTo>
                    <a:pt x="37010" y="6"/>
                    <a:pt x="36865" y="1"/>
                    <a:pt x="36719"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4828650" y="1088400"/>
              <a:ext cx="120975" cy="119050"/>
            </a:xfrm>
            <a:custGeom>
              <a:rect b="b" l="l" r="r" t="t"/>
              <a:pathLst>
                <a:path extrusionOk="0" h="4762" w="4839">
                  <a:moveTo>
                    <a:pt x="3201" y="149"/>
                  </a:moveTo>
                  <a:cubicBezTo>
                    <a:pt x="3605" y="149"/>
                    <a:pt x="3944" y="306"/>
                    <a:pt x="4188" y="616"/>
                  </a:cubicBezTo>
                  <a:cubicBezTo>
                    <a:pt x="4683" y="1247"/>
                    <a:pt x="4683" y="2365"/>
                    <a:pt x="4188" y="3163"/>
                  </a:cubicBezTo>
                  <a:cubicBezTo>
                    <a:pt x="3719" y="3917"/>
                    <a:pt x="3046" y="4432"/>
                    <a:pt x="2341" y="4576"/>
                  </a:cubicBezTo>
                  <a:cubicBezTo>
                    <a:pt x="2211" y="4602"/>
                    <a:pt x="2081" y="4615"/>
                    <a:pt x="1952" y="4615"/>
                  </a:cubicBezTo>
                  <a:cubicBezTo>
                    <a:pt x="1263" y="4615"/>
                    <a:pt x="615" y="4252"/>
                    <a:pt x="351" y="3681"/>
                  </a:cubicBezTo>
                  <a:cubicBezTo>
                    <a:pt x="150" y="3245"/>
                    <a:pt x="163" y="2761"/>
                    <a:pt x="388" y="2244"/>
                  </a:cubicBezTo>
                  <a:cubicBezTo>
                    <a:pt x="804" y="1285"/>
                    <a:pt x="1835" y="504"/>
                    <a:pt x="2592" y="255"/>
                  </a:cubicBezTo>
                  <a:cubicBezTo>
                    <a:pt x="2806" y="184"/>
                    <a:pt x="3011" y="149"/>
                    <a:pt x="3201" y="149"/>
                  </a:cubicBezTo>
                  <a:close/>
                  <a:moveTo>
                    <a:pt x="3205" y="0"/>
                  </a:moveTo>
                  <a:cubicBezTo>
                    <a:pt x="2999" y="0"/>
                    <a:pt x="2778" y="38"/>
                    <a:pt x="2546" y="114"/>
                  </a:cubicBezTo>
                  <a:cubicBezTo>
                    <a:pt x="1758" y="373"/>
                    <a:pt x="687" y="1187"/>
                    <a:pt x="252" y="2184"/>
                  </a:cubicBezTo>
                  <a:cubicBezTo>
                    <a:pt x="13" y="2734"/>
                    <a:pt x="1" y="3273"/>
                    <a:pt x="217" y="3742"/>
                  </a:cubicBezTo>
                  <a:cubicBezTo>
                    <a:pt x="504" y="4365"/>
                    <a:pt x="1208" y="4761"/>
                    <a:pt x="1955" y="4761"/>
                  </a:cubicBezTo>
                  <a:cubicBezTo>
                    <a:pt x="2092" y="4761"/>
                    <a:pt x="2231" y="4747"/>
                    <a:pt x="2372" y="4720"/>
                  </a:cubicBezTo>
                  <a:cubicBezTo>
                    <a:pt x="3116" y="4570"/>
                    <a:pt x="3823" y="4030"/>
                    <a:pt x="4313" y="3241"/>
                  </a:cubicBezTo>
                  <a:cubicBezTo>
                    <a:pt x="4839" y="2394"/>
                    <a:pt x="4834" y="1201"/>
                    <a:pt x="4303" y="525"/>
                  </a:cubicBezTo>
                  <a:cubicBezTo>
                    <a:pt x="4031" y="178"/>
                    <a:pt x="3652" y="0"/>
                    <a:pt x="320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4527675" y="1067650"/>
              <a:ext cx="1071950" cy="607750"/>
            </a:xfrm>
            <a:custGeom>
              <a:rect b="b" l="l" r="r" t="t"/>
              <a:pathLst>
                <a:path extrusionOk="0" h="24310" w="42878">
                  <a:moveTo>
                    <a:pt x="36523" y="144"/>
                  </a:moveTo>
                  <a:cubicBezTo>
                    <a:pt x="36648" y="144"/>
                    <a:pt x="36775" y="163"/>
                    <a:pt x="36899" y="207"/>
                  </a:cubicBezTo>
                  <a:cubicBezTo>
                    <a:pt x="37791" y="519"/>
                    <a:pt x="37909" y="1672"/>
                    <a:pt x="38012" y="2691"/>
                  </a:cubicBezTo>
                  <a:lnTo>
                    <a:pt x="38028" y="2839"/>
                  </a:lnTo>
                  <a:cubicBezTo>
                    <a:pt x="38274" y="5207"/>
                    <a:pt x="39586" y="7434"/>
                    <a:pt x="41537" y="8797"/>
                  </a:cubicBezTo>
                  <a:cubicBezTo>
                    <a:pt x="41584" y="8831"/>
                    <a:pt x="41633" y="8864"/>
                    <a:pt x="41680" y="8897"/>
                  </a:cubicBezTo>
                  <a:cubicBezTo>
                    <a:pt x="41952" y="9083"/>
                    <a:pt x="42233" y="9275"/>
                    <a:pt x="42424" y="9539"/>
                  </a:cubicBezTo>
                  <a:cubicBezTo>
                    <a:pt x="42630" y="9826"/>
                    <a:pt x="42721" y="10265"/>
                    <a:pt x="42492" y="10554"/>
                  </a:cubicBezTo>
                  <a:cubicBezTo>
                    <a:pt x="42356" y="10726"/>
                    <a:pt x="42170" y="10794"/>
                    <a:pt x="41959" y="10794"/>
                  </a:cubicBezTo>
                  <a:cubicBezTo>
                    <a:pt x="41568" y="10794"/>
                    <a:pt x="41094" y="10560"/>
                    <a:pt x="40704" y="10314"/>
                  </a:cubicBezTo>
                  <a:cubicBezTo>
                    <a:pt x="38731" y="9072"/>
                    <a:pt x="36191" y="8422"/>
                    <a:pt x="33333" y="8422"/>
                  </a:cubicBezTo>
                  <a:cubicBezTo>
                    <a:pt x="33174" y="8422"/>
                    <a:pt x="33015" y="8424"/>
                    <a:pt x="32854" y="8428"/>
                  </a:cubicBezTo>
                  <a:cubicBezTo>
                    <a:pt x="30121" y="8496"/>
                    <a:pt x="27418" y="9100"/>
                    <a:pt x="24805" y="9684"/>
                  </a:cubicBezTo>
                  <a:cubicBezTo>
                    <a:pt x="22268" y="10252"/>
                    <a:pt x="19647" y="10838"/>
                    <a:pt x="17337" y="12157"/>
                  </a:cubicBezTo>
                  <a:cubicBezTo>
                    <a:pt x="14745" y="13638"/>
                    <a:pt x="13044" y="15858"/>
                    <a:pt x="12668" y="18251"/>
                  </a:cubicBezTo>
                  <a:cubicBezTo>
                    <a:pt x="12584" y="18782"/>
                    <a:pt x="12566" y="19326"/>
                    <a:pt x="12548" y="19854"/>
                  </a:cubicBezTo>
                  <a:cubicBezTo>
                    <a:pt x="12534" y="20284"/>
                    <a:pt x="12518" y="20727"/>
                    <a:pt x="12468" y="21159"/>
                  </a:cubicBezTo>
                  <a:cubicBezTo>
                    <a:pt x="12375" y="21956"/>
                    <a:pt x="12100" y="23041"/>
                    <a:pt x="11309" y="23695"/>
                  </a:cubicBezTo>
                  <a:cubicBezTo>
                    <a:pt x="10956" y="23986"/>
                    <a:pt x="10466" y="24155"/>
                    <a:pt x="9990" y="24155"/>
                  </a:cubicBezTo>
                  <a:cubicBezTo>
                    <a:pt x="9531" y="24155"/>
                    <a:pt x="9085" y="23997"/>
                    <a:pt x="8790" y="23641"/>
                  </a:cubicBezTo>
                  <a:cubicBezTo>
                    <a:pt x="8439" y="23216"/>
                    <a:pt x="8374" y="22663"/>
                    <a:pt x="8305" y="22076"/>
                  </a:cubicBezTo>
                  <a:cubicBezTo>
                    <a:pt x="8278" y="21841"/>
                    <a:pt x="8248" y="21596"/>
                    <a:pt x="8199" y="21363"/>
                  </a:cubicBezTo>
                  <a:cubicBezTo>
                    <a:pt x="7948" y="20168"/>
                    <a:pt x="7048" y="19119"/>
                    <a:pt x="5906" y="18686"/>
                  </a:cubicBezTo>
                  <a:cubicBezTo>
                    <a:pt x="5276" y="18448"/>
                    <a:pt x="4575" y="18379"/>
                    <a:pt x="3896" y="18310"/>
                  </a:cubicBezTo>
                  <a:cubicBezTo>
                    <a:pt x="2823" y="18204"/>
                    <a:pt x="1810" y="18103"/>
                    <a:pt x="1096" y="17390"/>
                  </a:cubicBezTo>
                  <a:cubicBezTo>
                    <a:pt x="199" y="16497"/>
                    <a:pt x="277" y="14979"/>
                    <a:pt x="815" y="13940"/>
                  </a:cubicBezTo>
                  <a:cubicBezTo>
                    <a:pt x="1412" y="12793"/>
                    <a:pt x="2516" y="11936"/>
                    <a:pt x="3402" y="11246"/>
                  </a:cubicBezTo>
                  <a:cubicBezTo>
                    <a:pt x="5470" y="9640"/>
                    <a:pt x="7594" y="8041"/>
                    <a:pt x="9712" y="6493"/>
                  </a:cubicBezTo>
                  <a:cubicBezTo>
                    <a:pt x="9981" y="6297"/>
                    <a:pt x="10169" y="6202"/>
                    <a:pt x="10295" y="6202"/>
                  </a:cubicBezTo>
                  <a:cubicBezTo>
                    <a:pt x="10311" y="6202"/>
                    <a:pt x="10327" y="6204"/>
                    <a:pt x="10348" y="6206"/>
                  </a:cubicBezTo>
                  <a:cubicBezTo>
                    <a:pt x="10459" y="6231"/>
                    <a:pt x="10529" y="6357"/>
                    <a:pt x="10626" y="6534"/>
                  </a:cubicBezTo>
                  <a:cubicBezTo>
                    <a:pt x="10687" y="6643"/>
                    <a:pt x="10755" y="6767"/>
                    <a:pt x="10848" y="6891"/>
                  </a:cubicBezTo>
                  <a:cubicBezTo>
                    <a:pt x="10898" y="6957"/>
                    <a:pt x="10943" y="7019"/>
                    <a:pt x="10985" y="7078"/>
                  </a:cubicBezTo>
                  <a:cubicBezTo>
                    <a:pt x="11272" y="7476"/>
                    <a:pt x="11462" y="7740"/>
                    <a:pt x="12114" y="7953"/>
                  </a:cubicBezTo>
                  <a:cubicBezTo>
                    <a:pt x="12482" y="8073"/>
                    <a:pt x="12863" y="8131"/>
                    <a:pt x="13239" y="8131"/>
                  </a:cubicBezTo>
                  <a:cubicBezTo>
                    <a:pt x="14166" y="8131"/>
                    <a:pt x="15068" y="7780"/>
                    <a:pt x="15679" y="7139"/>
                  </a:cubicBezTo>
                  <a:cubicBezTo>
                    <a:pt x="16092" y="6705"/>
                    <a:pt x="16405" y="6150"/>
                    <a:pt x="16707" y="5614"/>
                  </a:cubicBezTo>
                  <a:cubicBezTo>
                    <a:pt x="17223" y="4699"/>
                    <a:pt x="17711" y="3833"/>
                    <a:pt x="18649" y="3573"/>
                  </a:cubicBezTo>
                  <a:cubicBezTo>
                    <a:pt x="18827" y="3524"/>
                    <a:pt x="19002" y="3501"/>
                    <a:pt x="19175" y="3501"/>
                  </a:cubicBezTo>
                  <a:cubicBezTo>
                    <a:pt x="20144" y="3501"/>
                    <a:pt x="21039" y="4214"/>
                    <a:pt x="21908" y="4906"/>
                  </a:cubicBezTo>
                  <a:cubicBezTo>
                    <a:pt x="22119" y="5075"/>
                    <a:pt x="22337" y="5248"/>
                    <a:pt x="22548" y="5405"/>
                  </a:cubicBezTo>
                  <a:cubicBezTo>
                    <a:pt x="23904" y="6406"/>
                    <a:pt x="25577" y="6940"/>
                    <a:pt x="27254" y="6940"/>
                  </a:cubicBezTo>
                  <a:cubicBezTo>
                    <a:pt x="27861" y="6940"/>
                    <a:pt x="28468" y="6870"/>
                    <a:pt x="29061" y="6727"/>
                  </a:cubicBezTo>
                  <a:cubicBezTo>
                    <a:pt x="31292" y="6191"/>
                    <a:pt x="33236" y="4644"/>
                    <a:pt x="34261" y="2590"/>
                  </a:cubicBezTo>
                  <a:cubicBezTo>
                    <a:pt x="34339" y="2431"/>
                    <a:pt x="34413" y="2270"/>
                    <a:pt x="34488" y="2108"/>
                  </a:cubicBezTo>
                  <a:cubicBezTo>
                    <a:pt x="34689" y="1668"/>
                    <a:pt x="34897" y="1213"/>
                    <a:pt x="35207" y="840"/>
                  </a:cubicBezTo>
                  <a:cubicBezTo>
                    <a:pt x="35521" y="462"/>
                    <a:pt x="36017" y="144"/>
                    <a:pt x="36523" y="144"/>
                  </a:cubicBezTo>
                  <a:close/>
                  <a:moveTo>
                    <a:pt x="36520" y="0"/>
                  </a:moveTo>
                  <a:cubicBezTo>
                    <a:pt x="35966" y="0"/>
                    <a:pt x="35429" y="342"/>
                    <a:pt x="35089" y="749"/>
                  </a:cubicBezTo>
                  <a:cubicBezTo>
                    <a:pt x="34767" y="1137"/>
                    <a:pt x="34554" y="1602"/>
                    <a:pt x="34349" y="2051"/>
                  </a:cubicBezTo>
                  <a:cubicBezTo>
                    <a:pt x="34275" y="2212"/>
                    <a:pt x="34202" y="2372"/>
                    <a:pt x="34123" y="2529"/>
                  </a:cubicBezTo>
                  <a:cubicBezTo>
                    <a:pt x="33118" y="4544"/>
                    <a:pt x="31211" y="6062"/>
                    <a:pt x="29021" y="6588"/>
                  </a:cubicBezTo>
                  <a:cubicBezTo>
                    <a:pt x="28440" y="6728"/>
                    <a:pt x="27844" y="6796"/>
                    <a:pt x="27250" y="6796"/>
                  </a:cubicBezTo>
                  <a:cubicBezTo>
                    <a:pt x="25603" y="6796"/>
                    <a:pt x="23962" y="6273"/>
                    <a:pt x="22632" y="5289"/>
                  </a:cubicBezTo>
                  <a:cubicBezTo>
                    <a:pt x="22423" y="5134"/>
                    <a:pt x="22216" y="4969"/>
                    <a:pt x="21996" y="4795"/>
                  </a:cubicBezTo>
                  <a:cubicBezTo>
                    <a:pt x="21106" y="4086"/>
                    <a:pt x="20189" y="3357"/>
                    <a:pt x="19174" y="3357"/>
                  </a:cubicBezTo>
                  <a:cubicBezTo>
                    <a:pt x="18988" y="3357"/>
                    <a:pt x="18799" y="3382"/>
                    <a:pt x="18606" y="3435"/>
                  </a:cubicBezTo>
                  <a:cubicBezTo>
                    <a:pt x="17609" y="3712"/>
                    <a:pt x="17083" y="4644"/>
                    <a:pt x="16574" y="5546"/>
                  </a:cubicBezTo>
                  <a:cubicBezTo>
                    <a:pt x="16276" y="6073"/>
                    <a:pt x="15969" y="6619"/>
                    <a:pt x="15567" y="7041"/>
                  </a:cubicBezTo>
                  <a:cubicBezTo>
                    <a:pt x="14984" y="7653"/>
                    <a:pt x="14124" y="7987"/>
                    <a:pt x="13237" y="7987"/>
                  </a:cubicBezTo>
                  <a:cubicBezTo>
                    <a:pt x="12875" y="7987"/>
                    <a:pt x="12508" y="7931"/>
                    <a:pt x="12154" y="7816"/>
                  </a:cubicBezTo>
                  <a:cubicBezTo>
                    <a:pt x="11549" y="7619"/>
                    <a:pt x="11379" y="7384"/>
                    <a:pt x="11100" y="6996"/>
                  </a:cubicBezTo>
                  <a:cubicBezTo>
                    <a:pt x="11057" y="6935"/>
                    <a:pt x="11012" y="6873"/>
                    <a:pt x="10961" y="6806"/>
                  </a:cubicBezTo>
                  <a:cubicBezTo>
                    <a:pt x="10874" y="6688"/>
                    <a:pt x="10810" y="6570"/>
                    <a:pt x="10752" y="6465"/>
                  </a:cubicBezTo>
                  <a:cubicBezTo>
                    <a:pt x="10645" y="6270"/>
                    <a:pt x="10552" y="6103"/>
                    <a:pt x="10374" y="6064"/>
                  </a:cubicBezTo>
                  <a:cubicBezTo>
                    <a:pt x="10350" y="6059"/>
                    <a:pt x="10324" y="6056"/>
                    <a:pt x="10297" y="6056"/>
                  </a:cubicBezTo>
                  <a:cubicBezTo>
                    <a:pt x="10134" y="6056"/>
                    <a:pt x="9926" y="6155"/>
                    <a:pt x="9625" y="6376"/>
                  </a:cubicBezTo>
                  <a:cubicBezTo>
                    <a:pt x="7505" y="7923"/>
                    <a:pt x="5381" y="9523"/>
                    <a:pt x="3311" y="11132"/>
                  </a:cubicBezTo>
                  <a:cubicBezTo>
                    <a:pt x="2412" y="11828"/>
                    <a:pt x="1295" y="12697"/>
                    <a:pt x="684" y="13873"/>
                  </a:cubicBezTo>
                  <a:cubicBezTo>
                    <a:pt x="137" y="14926"/>
                    <a:pt x="0" y="16508"/>
                    <a:pt x="990" y="17495"/>
                  </a:cubicBezTo>
                  <a:cubicBezTo>
                    <a:pt x="1742" y="18244"/>
                    <a:pt x="2827" y="18353"/>
                    <a:pt x="3878" y="18458"/>
                  </a:cubicBezTo>
                  <a:cubicBezTo>
                    <a:pt x="4548" y="18526"/>
                    <a:pt x="5240" y="18595"/>
                    <a:pt x="5852" y="18826"/>
                  </a:cubicBezTo>
                  <a:cubicBezTo>
                    <a:pt x="6947" y="19240"/>
                    <a:pt x="7812" y="20249"/>
                    <a:pt x="8053" y="21394"/>
                  </a:cubicBezTo>
                  <a:cubicBezTo>
                    <a:pt x="8101" y="21620"/>
                    <a:pt x="8129" y="21860"/>
                    <a:pt x="8156" y="22094"/>
                  </a:cubicBezTo>
                  <a:cubicBezTo>
                    <a:pt x="8225" y="22677"/>
                    <a:pt x="8296" y="23278"/>
                    <a:pt x="8675" y="23736"/>
                  </a:cubicBezTo>
                  <a:cubicBezTo>
                    <a:pt x="9006" y="24136"/>
                    <a:pt x="9490" y="24310"/>
                    <a:pt x="9985" y="24310"/>
                  </a:cubicBezTo>
                  <a:cubicBezTo>
                    <a:pt x="10497" y="24310"/>
                    <a:pt x="11021" y="24124"/>
                    <a:pt x="11405" y="23813"/>
                  </a:cubicBezTo>
                  <a:cubicBezTo>
                    <a:pt x="12060" y="23271"/>
                    <a:pt x="12479" y="22362"/>
                    <a:pt x="12616" y="21181"/>
                  </a:cubicBezTo>
                  <a:cubicBezTo>
                    <a:pt x="12667" y="20744"/>
                    <a:pt x="12682" y="20296"/>
                    <a:pt x="12696" y="19865"/>
                  </a:cubicBezTo>
                  <a:cubicBezTo>
                    <a:pt x="12713" y="19341"/>
                    <a:pt x="12732" y="18800"/>
                    <a:pt x="12813" y="18278"/>
                  </a:cubicBezTo>
                  <a:cubicBezTo>
                    <a:pt x="13181" y="15931"/>
                    <a:pt x="14856" y="13747"/>
                    <a:pt x="17409" y="12290"/>
                  </a:cubicBezTo>
                  <a:cubicBezTo>
                    <a:pt x="19698" y="10982"/>
                    <a:pt x="22310" y="10397"/>
                    <a:pt x="24834" y="9833"/>
                  </a:cubicBezTo>
                  <a:cubicBezTo>
                    <a:pt x="27443" y="9250"/>
                    <a:pt x="30140" y="8646"/>
                    <a:pt x="32856" y="8579"/>
                  </a:cubicBezTo>
                  <a:cubicBezTo>
                    <a:pt x="33015" y="8575"/>
                    <a:pt x="33173" y="8573"/>
                    <a:pt x="33329" y="8573"/>
                  </a:cubicBezTo>
                  <a:cubicBezTo>
                    <a:pt x="36161" y="8573"/>
                    <a:pt x="38674" y="9217"/>
                    <a:pt x="40623" y="10443"/>
                  </a:cubicBezTo>
                  <a:cubicBezTo>
                    <a:pt x="41155" y="10777"/>
                    <a:pt x="41605" y="10945"/>
                    <a:pt x="41961" y="10945"/>
                  </a:cubicBezTo>
                  <a:cubicBezTo>
                    <a:pt x="42233" y="10945"/>
                    <a:pt x="42449" y="10847"/>
                    <a:pt x="42605" y="10649"/>
                  </a:cubicBezTo>
                  <a:cubicBezTo>
                    <a:pt x="42878" y="10303"/>
                    <a:pt x="42779" y="9788"/>
                    <a:pt x="42539" y="9456"/>
                  </a:cubicBezTo>
                  <a:cubicBezTo>
                    <a:pt x="42335" y="9172"/>
                    <a:pt x="42042" y="8971"/>
                    <a:pt x="41759" y="8777"/>
                  </a:cubicBezTo>
                  <a:cubicBezTo>
                    <a:pt x="41712" y="8746"/>
                    <a:pt x="41666" y="8712"/>
                    <a:pt x="41618" y="8681"/>
                  </a:cubicBezTo>
                  <a:cubicBezTo>
                    <a:pt x="39701" y="7340"/>
                    <a:pt x="38412" y="5153"/>
                    <a:pt x="38170" y="2827"/>
                  </a:cubicBezTo>
                  <a:lnTo>
                    <a:pt x="38154" y="2679"/>
                  </a:lnTo>
                  <a:cubicBezTo>
                    <a:pt x="38051" y="1671"/>
                    <a:pt x="37924" y="414"/>
                    <a:pt x="36944" y="72"/>
                  </a:cubicBezTo>
                  <a:cubicBezTo>
                    <a:pt x="36804" y="22"/>
                    <a:pt x="36661" y="0"/>
                    <a:pt x="36520"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6"/>
            <p:cNvSpPr/>
            <p:nvPr/>
          </p:nvSpPr>
          <p:spPr>
            <a:xfrm>
              <a:off x="5594200" y="1383800"/>
              <a:ext cx="131725" cy="260175"/>
            </a:xfrm>
            <a:custGeom>
              <a:rect b="b" l="l" r="r" t="t"/>
              <a:pathLst>
                <a:path extrusionOk="0" h="10407" w="5269">
                  <a:moveTo>
                    <a:pt x="1133" y="147"/>
                  </a:moveTo>
                  <a:cubicBezTo>
                    <a:pt x="1250" y="147"/>
                    <a:pt x="1371" y="169"/>
                    <a:pt x="1497" y="210"/>
                  </a:cubicBezTo>
                  <a:cubicBezTo>
                    <a:pt x="2983" y="715"/>
                    <a:pt x="4628" y="3968"/>
                    <a:pt x="4793" y="4849"/>
                  </a:cubicBezTo>
                  <a:cubicBezTo>
                    <a:pt x="5116" y="6562"/>
                    <a:pt x="4682" y="8417"/>
                    <a:pt x="3635" y="9810"/>
                  </a:cubicBezTo>
                  <a:cubicBezTo>
                    <a:pt x="3509" y="9976"/>
                    <a:pt x="3370" y="10138"/>
                    <a:pt x="3188" y="10213"/>
                  </a:cubicBezTo>
                  <a:cubicBezTo>
                    <a:pt x="3113" y="10244"/>
                    <a:pt x="3035" y="10259"/>
                    <a:pt x="2957" y="10259"/>
                  </a:cubicBezTo>
                  <a:cubicBezTo>
                    <a:pt x="2599" y="10259"/>
                    <a:pt x="2236" y="9954"/>
                    <a:pt x="2027" y="9592"/>
                  </a:cubicBezTo>
                  <a:cubicBezTo>
                    <a:pt x="1458" y="8609"/>
                    <a:pt x="1558" y="7399"/>
                    <a:pt x="1656" y="6228"/>
                  </a:cubicBezTo>
                  <a:cubicBezTo>
                    <a:pt x="1759" y="4996"/>
                    <a:pt x="1867" y="3723"/>
                    <a:pt x="1200" y="2697"/>
                  </a:cubicBezTo>
                  <a:cubicBezTo>
                    <a:pt x="1093" y="2533"/>
                    <a:pt x="968" y="2380"/>
                    <a:pt x="847" y="2231"/>
                  </a:cubicBezTo>
                  <a:cubicBezTo>
                    <a:pt x="685" y="2031"/>
                    <a:pt x="517" y="1825"/>
                    <a:pt x="398" y="1596"/>
                  </a:cubicBezTo>
                  <a:cubicBezTo>
                    <a:pt x="204" y="1220"/>
                    <a:pt x="169" y="694"/>
                    <a:pt x="480" y="415"/>
                  </a:cubicBezTo>
                  <a:cubicBezTo>
                    <a:pt x="681" y="236"/>
                    <a:pt x="897" y="147"/>
                    <a:pt x="1133" y="147"/>
                  </a:cubicBezTo>
                  <a:close/>
                  <a:moveTo>
                    <a:pt x="1134" y="1"/>
                  </a:moveTo>
                  <a:cubicBezTo>
                    <a:pt x="861" y="1"/>
                    <a:pt x="610" y="103"/>
                    <a:pt x="383" y="307"/>
                  </a:cubicBezTo>
                  <a:cubicBezTo>
                    <a:pt x="0" y="650"/>
                    <a:pt x="54" y="1252"/>
                    <a:pt x="268" y="1665"/>
                  </a:cubicBezTo>
                  <a:cubicBezTo>
                    <a:pt x="393" y="1907"/>
                    <a:pt x="567" y="2120"/>
                    <a:pt x="734" y="2326"/>
                  </a:cubicBezTo>
                  <a:cubicBezTo>
                    <a:pt x="852" y="2471"/>
                    <a:pt x="975" y="2622"/>
                    <a:pt x="1077" y="2779"/>
                  </a:cubicBezTo>
                  <a:cubicBezTo>
                    <a:pt x="1716" y="3763"/>
                    <a:pt x="1611" y="5011"/>
                    <a:pt x="1511" y="6218"/>
                  </a:cubicBezTo>
                  <a:cubicBezTo>
                    <a:pt x="1410" y="7411"/>
                    <a:pt x="1306" y="8644"/>
                    <a:pt x="1900" y="9666"/>
                  </a:cubicBezTo>
                  <a:cubicBezTo>
                    <a:pt x="2135" y="10070"/>
                    <a:pt x="2544" y="10407"/>
                    <a:pt x="2961" y="10407"/>
                  </a:cubicBezTo>
                  <a:cubicBezTo>
                    <a:pt x="3055" y="10407"/>
                    <a:pt x="3152" y="10389"/>
                    <a:pt x="3248" y="10351"/>
                  </a:cubicBezTo>
                  <a:cubicBezTo>
                    <a:pt x="3462" y="10262"/>
                    <a:pt x="3618" y="10082"/>
                    <a:pt x="3755" y="9899"/>
                  </a:cubicBezTo>
                  <a:cubicBezTo>
                    <a:pt x="4827" y="8474"/>
                    <a:pt x="5268" y="6577"/>
                    <a:pt x="4940" y="4825"/>
                  </a:cubicBezTo>
                  <a:cubicBezTo>
                    <a:pt x="4771" y="3924"/>
                    <a:pt x="3079" y="595"/>
                    <a:pt x="1547" y="74"/>
                  </a:cubicBezTo>
                  <a:cubicBezTo>
                    <a:pt x="1404" y="25"/>
                    <a:pt x="1266" y="1"/>
                    <a:pt x="113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6"/>
            <p:cNvSpPr/>
            <p:nvPr/>
          </p:nvSpPr>
          <p:spPr>
            <a:xfrm>
              <a:off x="5306675" y="408475"/>
              <a:ext cx="244950" cy="634925"/>
            </a:xfrm>
            <a:custGeom>
              <a:rect b="b" l="l" r="r" t="t"/>
              <a:pathLst>
                <a:path extrusionOk="0" h="25397" w="9798">
                  <a:moveTo>
                    <a:pt x="2092" y="147"/>
                  </a:moveTo>
                  <a:cubicBezTo>
                    <a:pt x="3310" y="177"/>
                    <a:pt x="4228" y="1666"/>
                    <a:pt x="4466" y="2662"/>
                  </a:cubicBezTo>
                  <a:cubicBezTo>
                    <a:pt x="4646" y="3418"/>
                    <a:pt x="4655" y="4215"/>
                    <a:pt x="4665" y="4986"/>
                  </a:cubicBezTo>
                  <a:cubicBezTo>
                    <a:pt x="4671" y="5540"/>
                    <a:pt x="4677" y="6113"/>
                    <a:pt x="4746" y="6671"/>
                  </a:cubicBezTo>
                  <a:cubicBezTo>
                    <a:pt x="4986" y="8616"/>
                    <a:pt x="5965" y="10361"/>
                    <a:pt x="6911" y="12049"/>
                  </a:cubicBezTo>
                  <a:cubicBezTo>
                    <a:pt x="7645" y="13357"/>
                    <a:pt x="8405" y="14709"/>
                    <a:pt x="8820" y="16153"/>
                  </a:cubicBezTo>
                  <a:cubicBezTo>
                    <a:pt x="9642" y="19005"/>
                    <a:pt x="9044" y="22248"/>
                    <a:pt x="7257" y="24619"/>
                  </a:cubicBezTo>
                  <a:cubicBezTo>
                    <a:pt x="6938" y="25042"/>
                    <a:pt x="6640" y="25248"/>
                    <a:pt x="6350" y="25248"/>
                  </a:cubicBezTo>
                  <a:cubicBezTo>
                    <a:pt x="6323" y="25248"/>
                    <a:pt x="6297" y="25246"/>
                    <a:pt x="6270" y="25243"/>
                  </a:cubicBezTo>
                  <a:cubicBezTo>
                    <a:pt x="5923" y="25197"/>
                    <a:pt x="5686" y="24843"/>
                    <a:pt x="5630" y="24515"/>
                  </a:cubicBezTo>
                  <a:cubicBezTo>
                    <a:pt x="5574" y="24176"/>
                    <a:pt x="5655" y="23823"/>
                    <a:pt x="5733" y="23482"/>
                  </a:cubicBezTo>
                  <a:lnTo>
                    <a:pt x="5745" y="23426"/>
                  </a:lnTo>
                  <a:cubicBezTo>
                    <a:pt x="7112" y="17399"/>
                    <a:pt x="5721" y="10846"/>
                    <a:pt x="2020" y="5896"/>
                  </a:cubicBezTo>
                  <a:cubicBezTo>
                    <a:pt x="1932" y="5778"/>
                    <a:pt x="1842" y="5659"/>
                    <a:pt x="1751" y="5540"/>
                  </a:cubicBezTo>
                  <a:cubicBezTo>
                    <a:pt x="1090" y="4672"/>
                    <a:pt x="405" y="3773"/>
                    <a:pt x="249" y="2709"/>
                  </a:cubicBezTo>
                  <a:cubicBezTo>
                    <a:pt x="152" y="2053"/>
                    <a:pt x="399" y="1256"/>
                    <a:pt x="865" y="731"/>
                  </a:cubicBezTo>
                  <a:cubicBezTo>
                    <a:pt x="1101" y="464"/>
                    <a:pt x="1498" y="149"/>
                    <a:pt x="2055" y="149"/>
                  </a:cubicBezTo>
                  <a:cubicBezTo>
                    <a:pt x="2067" y="149"/>
                    <a:pt x="2080" y="149"/>
                    <a:pt x="2092" y="147"/>
                  </a:cubicBezTo>
                  <a:close/>
                  <a:moveTo>
                    <a:pt x="2058" y="0"/>
                  </a:moveTo>
                  <a:cubicBezTo>
                    <a:pt x="1571" y="0"/>
                    <a:pt x="1122" y="217"/>
                    <a:pt x="754" y="631"/>
                  </a:cubicBezTo>
                  <a:cubicBezTo>
                    <a:pt x="261" y="1188"/>
                    <a:pt x="0" y="2032"/>
                    <a:pt x="103" y="2730"/>
                  </a:cubicBezTo>
                  <a:cubicBezTo>
                    <a:pt x="265" y="3831"/>
                    <a:pt x="961" y="4746"/>
                    <a:pt x="1633" y="5629"/>
                  </a:cubicBezTo>
                  <a:cubicBezTo>
                    <a:pt x="1725" y="5749"/>
                    <a:pt x="1814" y="5866"/>
                    <a:pt x="1904" y="5985"/>
                  </a:cubicBezTo>
                  <a:cubicBezTo>
                    <a:pt x="5577" y="10900"/>
                    <a:pt x="6960" y="17408"/>
                    <a:pt x="5603" y="23393"/>
                  </a:cubicBezTo>
                  <a:lnTo>
                    <a:pt x="5589" y="23448"/>
                  </a:lnTo>
                  <a:cubicBezTo>
                    <a:pt x="5508" y="23804"/>
                    <a:pt x="5424" y="24173"/>
                    <a:pt x="5486" y="24540"/>
                  </a:cubicBezTo>
                  <a:cubicBezTo>
                    <a:pt x="5548" y="24908"/>
                    <a:pt x="5815" y="25334"/>
                    <a:pt x="6253" y="25390"/>
                  </a:cubicBezTo>
                  <a:cubicBezTo>
                    <a:pt x="6286" y="25393"/>
                    <a:pt x="6320" y="25396"/>
                    <a:pt x="6353" y="25396"/>
                  </a:cubicBezTo>
                  <a:cubicBezTo>
                    <a:pt x="6692" y="25396"/>
                    <a:pt x="7027" y="25170"/>
                    <a:pt x="7377" y="24708"/>
                  </a:cubicBezTo>
                  <a:cubicBezTo>
                    <a:pt x="9190" y="22303"/>
                    <a:pt x="9798" y="19010"/>
                    <a:pt x="8963" y="16114"/>
                  </a:cubicBezTo>
                  <a:cubicBezTo>
                    <a:pt x="8543" y="14654"/>
                    <a:pt x="7780" y="13294"/>
                    <a:pt x="7042" y="11978"/>
                  </a:cubicBezTo>
                  <a:cubicBezTo>
                    <a:pt x="6101" y="10302"/>
                    <a:pt x="5129" y="8570"/>
                    <a:pt x="4893" y="6655"/>
                  </a:cubicBezTo>
                  <a:cubicBezTo>
                    <a:pt x="4825" y="6105"/>
                    <a:pt x="4818" y="5536"/>
                    <a:pt x="4811" y="4986"/>
                  </a:cubicBezTo>
                  <a:cubicBezTo>
                    <a:pt x="4803" y="4206"/>
                    <a:pt x="4794" y="3400"/>
                    <a:pt x="4609" y="2628"/>
                  </a:cubicBezTo>
                  <a:cubicBezTo>
                    <a:pt x="4361" y="1587"/>
                    <a:pt x="3392" y="33"/>
                    <a:pt x="2096" y="1"/>
                  </a:cubicBezTo>
                  <a:cubicBezTo>
                    <a:pt x="2083" y="0"/>
                    <a:pt x="2071" y="0"/>
                    <a:pt x="205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6"/>
            <p:cNvSpPr/>
            <p:nvPr/>
          </p:nvSpPr>
          <p:spPr>
            <a:xfrm>
              <a:off x="5342275" y="443325"/>
              <a:ext cx="63750" cy="81900"/>
            </a:xfrm>
            <a:custGeom>
              <a:rect b="b" l="l" r="r" t="t"/>
              <a:pathLst>
                <a:path extrusionOk="0" h="3276" w="2550">
                  <a:moveTo>
                    <a:pt x="1008" y="146"/>
                  </a:moveTo>
                  <a:cubicBezTo>
                    <a:pt x="1138" y="146"/>
                    <a:pt x="1272" y="184"/>
                    <a:pt x="1410" y="258"/>
                  </a:cubicBezTo>
                  <a:cubicBezTo>
                    <a:pt x="1972" y="565"/>
                    <a:pt x="2402" y="1433"/>
                    <a:pt x="2384" y="1946"/>
                  </a:cubicBezTo>
                  <a:cubicBezTo>
                    <a:pt x="2369" y="2369"/>
                    <a:pt x="2159" y="2761"/>
                    <a:pt x="1839" y="2969"/>
                  </a:cubicBezTo>
                  <a:cubicBezTo>
                    <a:pt x="1674" y="3076"/>
                    <a:pt x="1481" y="3129"/>
                    <a:pt x="1293" y="3129"/>
                  </a:cubicBezTo>
                  <a:cubicBezTo>
                    <a:pt x="1088" y="3129"/>
                    <a:pt x="887" y="3066"/>
                    <a:pt x="733" y="2940"/>
                  </a:cubicBezTo>
                  <a:cubicBezTo>
                    <a:pt x="400" y="2673"/>
                    <a:pt x="151" y="1914"/>
                    <a:pt x="175" y="1247"/>
                  </a:cubicBezTo>
                  <a:cubicBezTo>
                    <a:pt x="192" y="797"/>
                    <a:pt x="330" y="459"/>
                    <a:pt x="563" y="297"/>
                  </a:cubicBezTo>
                  <a:cubicBezTo>
                    <a:pt x="707" y="197"/>
                    <a:pt x="856" y="146"/>
                    <a:pt x="1008" y="146"/>
                  </a:cubicBezTo>
                  <a:close/>
                  <a:moveTo>
                    <a:pt x="1006" y="0"/>
                  </a:moveTo>
                  <a:cubicBezTo>
                    <a:pt x="824" y="0"/>
                    <a:pt x="646" y="59"/>
                    <a:pt x="477" y="176"/>
                  </a:cubicBezTo>
                  <a:cubicBezTo>
                    <a:pt x="203" y="366"/>
                    <a:pt x="43" y="746"/>
                    <a:pt x="26" y="1243"/>
                  </a:cubicBezTo>
                  <a:cubicBezTo>
                    <a:pt x="0" y="1963"/>
                    <a:pt x="269" y="2759"/>
                    <a:pt x="638" y="3057"/>
                  </a:cubicBezTo>
                  <a:cubicBezTo>
                    <a:pt x="818" y="3202"/>
                    <a:pt x="1053" y="3275"/>
                    <a:pt x="1292" y="3275"/>
                  </a:cubicBezTo>
                  <a:cubicBezTo>
                    <a:pt x="1508" y="3275"/>
                    <a:pt x="1729" y="3215"/>
                    <a:pt x="1917" y="3095"/>
                  </a:cubicBezTo>
                  <a:cubicBezTo>
                    <a:pt x="2278" y="2862"/>
                    <a:pt x="2513" y="2424"/>
                    <a:pt x="2530" y="1954"/>
                  </a:cubicBezTo>
                  <a:cubicBezTo>
                    <a:pt x="2549" y="1386"/>
                    <a:pt x="2096" y="466"/>
                    <a:pt x="1479" y="130"/>
                  </a:cubicBezTo>
                  <a:cubicBezTo>
                    <a:pt x="1321" y="43"/>
                    <a:pt x="1162" y="0"/>
                    <a:pt x="100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6"/>
            <p:cNvSpPr/>
            <p:nvPr/>
          </p:nvSpPr>
          <p:spPr>
            <a:xfrm>
              <a:off x="5474900" y="806250"/>
              <a:ext cx="46800" cy="154700"/>
            </a:xfrm>
            <a:custGeom>
              <a:rect b="b" l="l" r="r" t="t"/>
              <a:pathLst>
                <a:path extrusionOk="0" h="6188" w="1872">
                  <a:moveTo>
                    <a:pt x="639" y="149"/>
                  </a:moveTo>
                  <a:cubicBezTo>
                    <a:pt x="721" y="149"/>
                    <a:pt x="815" y="226"/>
                    <a:pt x="882" y="298"/>
                  </a:cubicBezTo>
                  <a:cubicBezTo>
                    <a:pt x="1010" y="430"/>
                    <a:pt x="1069" y="626"/>
                    <a:pt x="1121" y="798"/>
                  </a:cubicBezTo>
                  <a:cubicBezTo>
                    <a:pt x="1367" y="1611"/>
                    <a:pt x="1621" y="2452"/>
                    <a:pt x="1678" y="3313"/>
                  </a:cubicBezTo>
                  <a:cubicBezTo>
                    <a:pt x="1723" y="3983"/>
                    <a:pt x="1657" y="4949"/>
                    <a:pt x="1095" y="5745"/>
                  </a:cubicBezTo>
                  <a:cubicBezTo>
                    <a:pt x="984" y="5902"/>
                    <a:pt x="818" y="6039"/>
                    <a:pt x="670" y="6039"/>
                  </a:cubicBezTo>
                  <a:cubicBezTo>
                    <a:pt x="632" y="6039"/>
                    <a:pt x="595" y="6030"/>
                    <a:pt x="561" y="6009"/>
                  </a:cubicBezTo>
                  <a:cubicBezTo>
                    <a:pt x="444" y="5941"/>
                    <a:pt x="411" y="5776"/>
                    <a:pt x="392" y="5607"/>
                  </a:cubicBezTo>
                  <a:cubicBezTo>
                    <a:pt x="272" y="4476"/>
                    <a:pt x="148" y="3166"/>
                    <a:pt x="231" y="1913"/>
                  </a:cubicBezTo>
                  <a:cubicBezTo>
                    <a:pt x="233" y="1877"/>
                    <a:pt x="237" y="1826"/>
                    <a:pt x="239" y="1763"/>
                  </a:cubicBezTo>
                  <a:cubicBezTo>
                    <a:pt x="256" y="1392"/>
                    <a:pt x="306" y="268"/>
                    <a:pt x="598" y="156"/>
                  </a:cubicBezTo>
                  <a:cubicBezTo>
                    <a:pt x="610" y="152"/>
                    <a:pt x="625" y="149"/>
                    <a:pt x="639" y="149"/>
                  </a:cubicBezTo>
                  <a:close/>
                  <a:moveTo>
                    <a:pt x="641" y="1"/>
                  </a:moveTo>
                  <a:cubicBezTo>
                    <a:pt x="609" y="1"/>
                    <a:pt x="577" y="6"/>
                    <a:pt x="546" y="18"/>
                  </a:cubicBezTo>
                  <a:cubicBezTo>
                    <a:pt x="210" y="145"/>
                    <a:pt x="129" y="928"/>
                    <a:pt x="92" y="1754"/>
                  </a:cubicBezTo>
                  <a:cubicBezTo>
                    <a:pt x="89" y="1816"/>
                    <a:pt x="87" y="1867"/>
                    <a:pt x="84" y="1903"/>
                  </a:cubicBezTo>
                  <a:cubicBezTo>
                    <a:pt x="0" y="3167"/>
                    <a:pt x="123" y="4486"/>
                    <a:pt x="246" y="5622"/>
                  </a:cubicBezTo>
                  <a:cubicBezTo>
                    <a:pt x="268" y="5829"/>
                    <a:pt x="313" y="6034"/>
                    <a:pt x="485" y="6136"/>
                  </a:cubicBezTo>
                  <a:cubicBezTo>
                    <a:pt x="546" y="6172"/>
                    <a:pt x="608" y="6188"/>
                    <a:pt x="671" y="6188"/>
                  </a:cubicBezTo>
                  <a:cubicBezTo>
                    <a:pt x="872" y="6188"/>
                    <a:pt x="1077" y="6028"/>
                    <a:pt x="1217" y="5829"/>
                  </a:cubicBezTo>
                  <a:cubicBezTo>
                    <a:pt x="1804" y="4997"/>
                    <a:pt x="1872" y="3996"/>
                    <a:pt x="1827" y="3302"/>
                  </a:cubicBezTo>
                  <a:cubicBezTo>
                    <a:pt x="1769" y="2425"/>
                    <a:pt x="1512" y="1576"/>
                    <a:pt x="1264" y="754"/>
                  </a:cubicBezTo>
                  <a:cubicBezTo>
                    <a:pt x="1207" y="566"/>
                    <a:pt x="1143" y="353"/>
                    <a:pt x="990" y="194"/>
                  </a:cubicBezTo>
                  <a:cubicBezTo>
                    <a:pt x="866" y="65"/>
                    <a:pt x="749" y="1"/>
                    <a:pt x="64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6"/>
            <p:cNvSpPr/>
            <p:nvPr/>
          </p:nvSpPr>
          <p:spPr>
            <a:xfrm>
              <a:off x="4603925" y="1136950"/>
              <a:ext cx="886950" cy="480850"/>
            </a:xfrm>
            <a:custGeom>
              <a:rect b="b" l="l" r="r" t="t"/>
              <a:pathLst>
                <a:path extrusionOk="0" h="19234" w="35478">
                  <a:moveTo>
                    <a:pt x="33176" y="147"/>
                  </a:moveTo>
                  <a:cubicBezTo>
                    <a:pt x="33271" y="147"/>
                    <a:pt x="33436" y="248"/>
                    <a:pt x="33669" y="731"/>
                  </a:cubicBezTo>
                  <a:cubicBezTo>
                    <a:pt x="34012" y="1439"/>
                    <a:pt x="34331" y="2175"/>
                    <a:pt x="34640" y="2886"/>
                  </a:cubicBezTo>
                  <a:cubicBezTo>
                    <a:pt x="34798" y="3250"/>
                    <a:pt x="34955" y="3613"/>
                    <a:pt x="35117" y="3974"/>
                  </a:cubicBezTo>
                  <a:cubicBezTo>
                    <a:pt x="35250" y="4270"/>
                    <a:pt x="35359" y="4663"/>
                    <a:pt x="35132" y="4853"/>
                  </a:cubicBezTo>
                  <a:cubicBezTo>
                    <a:pt x="35049" y="4922"/>
                    <a:pt x="34944" y="4946"/>
                    <a:pt x="34826" y="4946"/>
                  </a:cubicBezTo>
                  <a:cubicBezTo>
                    <a:pt x="34718" y="4946"/>
                    <a:pt x="34601" y="4927"/>
                    <a:pt x="34480" y="4904"/>
                  </a:cubicBezTo>
                  <a:cubicBezTo>
                    <a:pt x="33681" y="4750"/>
                    <a:pt x="32878" y="4684"/>
                    <a:pt x="32073" y="4684"/>
                  </a:cubicBezTo>
                  <a:cubicBezTo>
                    <a:pt x="29802" y="4684"/>
                    <a:pt x="27517" y="5203"/>
                    <a:pt x="25289" y="5709"/>
                  </a:cubicBezTo>
                  <a:cubicBezTo>
                    <a:pt x="24580" y="5870"/>
                    <a:pt x="23847" y="6036"/>
                    <a:pt x="23130" y="6183"/>
                  </a:cubicBezTo>
                  <a:cubicBezTo>
                    <a:pt x="22351" y="6341"/>
                    <a:pt x="21555" y="6482"/>
                    <a:pt x="20786" y="6617"/>
                  </a:cubicBezTo>
                  <a:cubicBezTo>
                    <a:pt x="19365" y="6867"/>
                    <a:pt x="17899" y="7127"/>
                    <a:pt x="16483" y="7509"/>
                  </a:cubicBezTo>
                  <a:cubicBezTo>
                    <a:pt x="13908" y="8201"/>
                    <a:pt x="11940" y="9199"/>
                    <a:pt x="10469" y="10559"/>
                  </a:cubicBezTo>
                  <a:cubicBezTo>
                    <a:pt x="8658" y="12232"/>
                    <a:pt x="7677" y="14500"/>
                    <a:pt x="7844" y="16625"/>
                  </a:cubicBezTo>
                  <a:cubicBezTo>
                    <a:pt x="7854" y="16745"/>
                    <a:pt x="7867" y="16868"/>
                    <a:pt x="7879" y="16989"/>
                  </a:cubicBezTo>
                  <a:cubicBezTo>
                    <a:pt x="7930" y="17465"/>
                    <a:pt x="7983" y="17957"/>
                    <a:pt x="7817" y="18397"/>
                  </a:cubicBezTo>
                  <a:cubicBezTo>
                    <a:pt x="7700" y="18705"/>
                    <a:pt x="7395" y="18979"/>
                    <a:pt x="7074" y="19060"/>
                  </a:cubicBezTo>
                  <a:cubicBezTo>
                    <a:pt x="7016" y="19075"/>
                    <a:pt x="6950" y="19086"/>
                    <a:pt x="6879" y="19086"/>
                  </a:cubicBezTo>
                  <a:cubicBezTo>
                    <a:pt x="6755" y="19086"/>
                    <a:pt x="6617" y="19052"/>
                    <a:pt x="6493" y="18946"/>
                  </a:cubicBezTo>
                  <a:cubicBezTo>
                    <a:pt x="6268" y="18752"/>
                    <a:pt x="6209" y="18426"/>
                    <a:pt x="6152" y="18111"/>
                  </a:cubicBezTo>
                  <a:lnTo>
                    <a:pt x="6136" y="18018"/>
                  </a:lnTo>
                  <a:cubicBezTo>
                    <a:pt x="5842" y="16430"/>
                    <a:pt x="4823" y="15019"/>
                    <a:pt x="3408" y="14241"/>
                  </a:cubicBezTo>
                  <a:cubicBezTo>
                    <a:pt x="3122" y="14083"/>
                    <a:pt x="2819" y="13950"/>
                    <a:pt x="2525" y="13821"/>
                  </a:cubicBezTo>
                  <a:cubicBezTo>
                    <a:pt x="2179" y="13669"/>
                    <a:pt x="1821" y="13514"/>
                    <a:pt x="1493" y="13317"/>
                  </a:cubicBezTo>
                  <a:cubicBezTo>
                    <a:pt x="796" y="12897"/>
                    <a:pt x="357" y="12319"/>
                    <a:pt x="287" y="11730"/>
                  </a:cubicBezTo>
                  <a:cubicBezTo>
                    <a:pt x="157" y="10629"/>
                    <a:pt x="1203" y="9758"/>
                    <a:pt x="2128" y="9123"/>
                  </a:cubicBezTo>
                  <a:lnTo>
                    <a:pt x="5083" y="7097"/>
                  </a:lnTo>
                  <a:cubicBezTo>
                    <a:pt x="5683" y="6685"/>
                    <a:pt x="6364" y="6219"/>
                    <a:pt x="7138" y="6157"/>
                  </a:cubicBezTo>
                  <a:cubicBezTo>
                    <a:pt x="7199" y="6153"/>
                    <a:pt x="7259" y="6151"/>
                    <a:pt x="7320" y="6151"/>
                  </a:cubicBezTo>
                  <a:cubicBezTo>
                    <a:pt x="7726" y="6151"/>
                    <a:pt x="8133" y="6251"/>
                    <a:pt x="8528" y="6348"/>
                  </a:cubicBezTo>
                  <a:cubicBezTo>
                    <a:pt x="8934" y="6448"/>
                    <a:pt x="9355" y="6551"/>
                    <a:pt x="9780" y="6551"/>
                  </a:cubicBezTo>
                  <a:lnTo>
                    <a:pt x="9804" y="6551"/>
                  </a:lnTo>
                  <a:cubicBezTo>
                    <a:pt x="11047" y="6540"/>
                    <a:pt x="12028" y="5683"/>
                    <a:pt x="12977" y="4853"/>
                  </a:cubicBezTo>
                  <a:cubicBezTo>
                    <a:pt x="13879" y="4065"/>
                    <a:pt x="14812" y="3250"/>
                    <a:pt x="15959" y="3176"/>
                  </a:cubicBezTo>
                  <a:cubicBezTo>
                    <a:pt x="16016" y="3173"/>
                    <a:pt x="16073" y="3171"/>
                    <a:pt x="16130" y="3171"/>
                  </a:cubicBezTo>
                  <a:cubicBezTo>
                    <a:pt x="16988" y="3171"/>
                    <a:pt x="17800" y="3581"/>
                    <a:pt x="18586" y="3980"/>
                  </a:cubicBezTo>
                  <a:cubicBezTo>
                    <a:pt x="18872" y="4125"/>
                    <a:pt x="19164" y="4272"/>
                    <a:pt x="19457" y="4400"/>
                  </a:cubicBezTo>
                  <a:cubicBezTo>
                    <a:pt x="20623" y="4909"/>
                    <a:pt x="21845" y="5110"/>
                    <a:pt x="23059" y="5110"/>
                  </a:cubicBezTo>
                  <a:cubicBezTo>
                    <a:pt x="25571" y="5110"/>
                    <a:pt x="28048" y="4249"/>
                    <a:pt x="29920" y="3477"/>
                  </a:cubicBezTo>
                  <a:cubicBezTo>
                    <a:pt x="30985" y="3038"/>
                    <a:pt x="32025" y="2496"/>
                    <a:pt x="32437" y="1506"/>
                  </a:cubicBezTo>
                  <a:cubicBezTo>
                    <a:pt x="32486" y="1391"/>
                    <a:pt x="32533" y="1264"/>
                    <a:pt x="32582" y="1134"/>
                  </a:cubicBezTo>
                  <a:cubicBezTo>
                    <a:pt x="32745" y="699"/>
                    <a:pt x="32949" y="157"/>
                    <a:pt x="33172" y="147"/>
                  </a:cubicBezTo>
                  <a:cubicBezTo>
                    <a:pt x="33173" y="147"/>
                    <a:pt x="33175" y="147"/>
                    <a:pt x="33176" y="147"/>
                  </a:cubicBezTo>
                  <a:close/>
                  <a:moveTo>
                    <a:pt x="33178" y="0"/>
                  </a:moveTo>
                  <a:cubicBezTo>
                    <a:pt x="33175" y="0"/>
                    <a:pt x="33171" y="1"/>
                    <a:pt x="33167" y="1"/>
                  </a:cubicBezTo>
                  <a:cubicBezTo>
                    <a:pt x="32847" y="15"/>
                    <a:pt x="32643" y="558"/>
                    <a:pt x="32446" y="1083"/>
                  </a:cubicBezTo>
                  <a:cubicBezTo>
                    <a:pt x="32398" y="1212"/>
                    <a:pt x="32351" y="1339"/>
                    <a:pt x="32302" y="1452"/>
                  </a:cubicBezTo>
                  <a:cubicBezTo>
                    <a:pt x="31909" y="2392"/>
                    <a:pt x="30899" y="2917"/>
                    <a:pt x="29865" y="3343"/>
                  </a:cubicBezTo>
                  <a:cubicBezTo>
                    <a:pt x="27230" y="4429"/>
                    <a:pt x="24989" y="4968"/>
                    <a:pt x="23036" y="4968"/>
                  </a:cubicBezTo>
                  <a:cubicBezTo>
                    <a:pt x="21748" y="4968"/>
                    <a:pt x="20585" y="4733"/>
                    <a:pt x="19517" y="4267"/>
                  </a:cubicBezTo>
                  <a:cubicBezTo>
                    <a:pt x="19228" y="4141"/>
                    <a:pt x="18936" y="3994"/>
                    <a:pt x="18654" y="3851"/>
                  </a:cubicBezTo>
                  <a:cubicBezTo>
                    <a:pt x="17852" y="3445"/>
                    <a:pt x="17024" y="3026"/>
                    <a:pt x="16131" y="3026"/>
                  </a:cubicBezTo>
                  <a:cubicBezTo>
                    <a:pt x="16071" y="3026"/>
                    <a:pt x="16011" y="3028"/>
                    <a:pt x="15951" y="3032"/>
                  </a:cubicBezTo>
                  <a:cubicBezTo>
                    <a:pt x="14752" y="3109"/>
                    <a:pt x="13802" y="3940"/>
                    <a:pt x="12881" y="4745"/>
                  </a:cubicBezTo>
                  <a:cubicBezTo>
                    <a:pt x="11910" y="5593"/>
                    <a:pt x="10991" y="6395"/>
                    <a:pt x="9804" y="6406"/>
                  </a:cubicBezTo>
                  <a:cubicBezTo>
                    <a:pt x="9800" y="6406"/>
                    <a:pt x="9796" y="6406"/>
                    <a:pt x="9792" y="6406"/>
                  </a:cubicBezTo>
                  <a:cubicBezTo>
                    <a:pt x="9383" y="6406"/>
                    <a:pt x="8967" y="6304"/>
                    <a:pt x="8566" y="6206"/>
                  </a:cubicBezTo>
                  <a:cubicBezTo>
                    <a:pt x="8161" y="6106"/>
                    <a:pt x="7743" y="6003"/>
                    <a:pt x="7319" y="6003"/>
                  </a:cubicBezTo>
                  <a:cubicBezTo>
                    <a:pt x="7255" y="6003"/>
                    <a:pt x="7191" y="6006"/>
                    <a:pt x="7127" y="6011"/>
                  </a:cubicBezTo>
                  <a:cubicBezTo>
                    <a:pt x="6314" y="6077"/>
                    <a:pt x="5587" y="6576"/>
                    <a:pt x="5001" y="6977"/>
                  </a:cubicBezTo>
                  <a:lnTo>
                    <a:pt x="2046" y="9003"/>
                  </a:lnTo>
                  <a:cubicBezTo>
                    <a:pt x="1085" y="9661"/>
                    <a:pt x="1" y="10569"/>
                    <a:pt x="141" y="11747"/>
                  </a:cubicBezTo>
                  <a:cubicBezTo>
                    <a:pt x="244" y="12617"/>
                    <a:pt x="985" y="13183"/>
                    <a:pt x="1417" y="13443"/>
                  </a:cubicBezTo>
                  <a:cubicBezTo>
                    <a:pt x="1752" y="13647"/>
                    <a:pt x="2115" y="13805"/>
                    <a:pt x="2466" y="13958"/>
                  </a:cubicBezTo>
                  <a:cubicBezTo>
                    <a:pt x="2756" y="14085"/>
                    <a:pt x="3056" y="14216"/>
                    <a:pt x="3338" y="14371"/>
                  </a:cubicBezTo>
                  <a:cubicBezTo>
                    <a:pt x="4713" y="15126"/>
                    <a:pt x="5706" y="16502"/>
                    <a:pt x="5991" y="18045"/>
                  </a:cubicBezTo>
                  <a:lnTo>
                    <a:pt x="6008" y="18137"/>
                  </a:lnTo>
                  <a:cubicBezTo>
                    <a:pt x="6067" y="18462"/>
                    <a:pt x="6132" y="18829"/>
                    <a:pt x="6398" y="19057"/>
                  </a:cubicBezTo>
                  <a:cubicBezTo>
                    <a:pt x="6533" y="19174"/>
                    <a:pt x="6701" y="19234"/>
                    <a:pt x="6883" y="19234"/>
                  </a:cubicBezTo>
                  <a:cubicBezTo>
                    <a:pt x="6956" y="19234"/>
                    <a:pt x="7032" y="19223"/>
                    <a:pt x="7112" y="19206"/>
                  </a:cubicBezTo>
                  <a:cubicBezTo>
                    <a:pt x="7482" y="19112"/>
                    <a:pt x="7822" y="18809"/>
                    <a:pt x="7957" y="18453"/>
                  </a:cubicBezTo>
                  <a:cubicBezTo>
                    <a:pt x="8135" y="17981"/>
                    <a:pt x="8081" y="17470"/>
                    <a:pt x="8028" y="16976"/>
                  </a:cubicBezTo>
                  <a:cubicBezTo>
                    <a:pt x="8015" y="16854"/>
                    <a:pt x="8002" y="16735"/>
                    <a:pt x="7993" y="16616"/>
                  </a:cubicBezTo>
                  <a:cubicBezTo>
                    <a:pt x="7829" y="14535"/>
                    <a:pt x="8793" y="12313"/>
                    <a:pt x="10571" y="10669"/>
                  </a:cubicBezTo>
                  <a:cubicBezTo>
                    <a:pt x="12025" y="9327"/>
                    <a:pt x="13971" y="8340"/>
                    <a:pt x="16524" y="7653"/>
                  </a:cubicBezTo>
                  <a:cubicBezTo>
                    <a:pt x="17933" y="7272"/>
                    <a:pt x="19397" y="7015"/>
                    <a:pt x="20813" y="6764"/>
                  </a:cubicBezTo>
                  <a:cubicBezTo>
                    <a:pt x="21584" y="6628"/>
                    <a:pt x="22381" y="6487"/>
                    <a:pt x="23161" y="6328"/>
                  </a:cubicBezTo>
                  <a:cubicBezTo>
                    <a:pt x="23881" y="6181"/>
                    <a:pt x="24615" y="6015"/>
                    <a:pt x="25324" y="5854"/>
                  </a:cubicBezTo>
                  <a:cubicBezTo>
                    <a:pt x="27545" y="5350"/>
                    <a:pt x="29820" y="4833"/>
                    <a:pt x="32077" y="4833"/>
                  </a:cubicBezTo>
                  <a:cubicBezTo>
                    <a:pt x="32873" y="4833"/>
                    <a:pt x="33667" y="4897"/>
                    <a:pt x="34455" y="5049"/>
                  </a:cubicBezTo>
                  <a:cubicBezTo>
                    <a:pt x="34560" y="5069"/>
                    <a:pt x="34691" y="5094"/>
                    <a:pt x="34823" y="5094"/>
                  </a:cubicBezTo>
                  <a:cubicBezTo>
                    <a:pt x="34966" y="5094"/>
                    <a:pt x="35112" y="5065"/>
                    <a:pt x="35229" y="4968"/>
                  </a:cubicBezTo>
                  <a:cubicBezTo>
                    <a:pt x="35469" y="4767"/>
                    <a:pt x="35478" y="4413"/>
                    <a:pt x="35255" y="3914"/>
                  </a:cubicBezTo>
                  <a:cubicBezTo>
                    <a:pt x="35093" y="3553"/>
                    <a:pt x="34936" y="3191"/>
                    <a:pt x="34778" y="2828"/>
                  </a:cubicBezTo>
                  <a:cubicBezTo>
                    <a:pt x="34468" y="2115"/>
                    <a:pt x="34148" y="1378"/>
                    <a:pt x="33805" y="668"/>
                  </a:cubicBezTo>
                  <a:cubicBezTo>
                    <a:pt x="33584" y="213"/>
                    <a:pt x="33381" y="0"/>
                    <a:pt x="3317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6"/>
            <p:cNvSpPr/>
            <p:nvPr/>
          </p:nvSpPr>
          <p:spPr>
            <a:xfrm>
              <a:off x="4647075" y="1246450"/>
              <a:ext cx="403775" cy="260500"/>
            </a:xfrm>
            <a:custGeom>
              <a:rect b="b" l="l" r="r" t="t"/>
              <a:pathLst>
                <a:path extrusionOk="0" h="10420" w="16151">
                  <a:moveTo>
                    <a:pt x="14857" y="149"/>
                  </a:moveTo>
                  <a:cubicBezTo>
                    <a:pt x="15308" y="149"/>
                    <a:pt x="15746" y="323"/>
                    <a:pt x="15832" y="697"/>
                  </a:cubicBezTo>
                  <a:cubicBezTo>
                    <a:pt x="15980" y="1334"/>
                    <a:pt x="15039" y="1706"/>
                    <a:pt x="14748" y="1805"/>
                  </a:cubicBezTo>
                  <a:cubicBezTo>
                    <a:pt x="14526" y="1881"/>
                    <a:pt x="14303" y="1956"/>
                    <a:pt x="14079" y="2031"/>
                  </a:cubicBezTo>
                  <a:cubicBezTo>
                    <a:pt x="12393" y="2597"/>
                    <a:pt x="10648" y="3184"/>
                    <a:pt x="9106" y="4125"/>
                  </a:cubicBezTo>
                  <a:cubicBezTo>
                    <a:pt x="7115" y="5343"/>
                    <a:pt x="5792" y="7010"/>
                    <a:pt x="5381" y="8820"/>
                  </a:cubicBezTo>
                  <a:cubicBezTo>
                    <a:pt x="5365" y="8887"/>
                    <a:pt x="5352" y="8954"/>
                    <a:pt x="5337" y="9022"/>
                  </a:cubicBezTo>
                  <a:cubicBezTo>
                    <a:pt x="5274" y="9328"/>
                    <a:pt x="5208" y="9645"/>
                    <a:pt x="5035" y="9899"/>
                  </a:cubicBezTo>
                  <a:cubicBezTo>
                    <a:pt x="4890" y="10113"/>
                    <a:pt x="4632" y="10273"/>
                    <a:pt x="4389" y="10273"/>
                  </a:cubicBezTo>
                  <a:cubicBezTo>
                    <a:pt x="4298" y="10273"/>
                    <a:pt x="4209" y="10250"/>
                    <a:pt x="4129" y="10200"/>
                  </a:cubicBezTo>
                  <a:cubicBezTo>
                    <a:pt x="3826" y="10012"/>
                    <a:pt x="3851" y="9640"/>
                    <a:pt x="3877" y="9211"/>
                  </a:cubicBezTo>
                  <a:cubicBezTo>
                    <a:pt x="3900" y="8857"/>
                    <a:pt x="3924" y="8494"/>
                    <a:pt x="3755" y="8199"/>
                  </a:cubicBezTo>
                  <a:cubicBezTo>
                    <a:pt x="3541" y="7824"/>
                    <a:pt x="3119" y="7719"/>
                    <a:pt x="2686" y="7719"/>
                  </a:cubicBezTo>
                  <a:cubicBezTo>
                    <a:pt x="2438" y="7719"/>
                    <a:pt x="2185" y="7752"/>
                    <a:pt x="1964" y="7791"/>
                  </a:cubicBezTo>
                  <a:cubicBezTo>
                    <a:pt x="1854" y="7810"/>
                    <a:pt x="1655" y="7839"/>
                    <a:pt x="1433" y="7839"/>
                  </a:cubicBezTo>
                  <a:cubicBezTo>
                    <a:pt x="1030" y="7839"/>
                    <a:pt x="552" y="7745"/>
                    <a:pt x="405" y="7332"/>
                  </a:cubicBezTo>
                  <a:cubicBezTo>
                    <a:pt x="179" y="6705"/>
                    <a:pt x="934" y="6236"/>
                    <a:pt x="1599" y="5824"/>
                  </a:cubicBezTo>
                  <a:cubicBezTo>
                    <a:pt x="1850" y="5669"/>
                    <a:pt x="2085" y="5523"/>
                    <a:pt x="2242" y="5382"/>
                  </a:cubicBezTo>
                  <a:cubicBezTo>
                    <a:pt x="3212" y="4505"/>
                    <a:pt x="4188" y="3701"/>
                    <a:pt x="5460" y="3520"/>
                  </a:cubicBezTo>
                  <a:cubicBezTo>
                    <a:pt x="5686" y="3487"/>
                    <a:pt x="5916" y="3476"/>
                    <a:pt x="6146" y="3476"/>
                  </a:cubicBezTo>
                  <a:cubicBezTo>
                    <a:pt x="6385" y="3476"/>
                    <a:pt x="6624" y="3488"/>
                    <a:pt x="6859" y="3499"/>
                  </a:cubicBezTo>
                  <a:cubicBezTo>
                    <a:pt x="7096" y="3511"/>
                    <a:pt x="7338" y="3523"/>
                    <a:pt x="7579" y="3523"/>
                  </a:cubicBezTo>
                  <a:cubicBezTo>
                    <a:pt x="7834" y="3523"/>
                    <a:pt x="8089" y="3509"/>
                    <a:pt x="8341" y="3469"/>
                  </a:cubicBezTo>
                  <a:cubicBezTo>
                    <a:pt x="9526" y="3280"/>
                    <a:pt x="10517" y="2531"/>
                    <a:pt x="11473" y="1805"/>
                  </a:cubicBezTo>
                  <a:cubicBezTo>
                    <a:pt x="12444" y="1070"/>
                    <a:pt x="13448" y="309"/>
                    <a:pt x="14637" y="162"/>
                  </a:cubicBezTo>
                  <a:cubicBezTo>
                    <a:pt x="14709" y="153"/>
                    <a:pt x="14783" y="149"/>
                    <a:pt x="14857" y="149"/>
                  </a:cubicBezTo>
                  <a:close/>
                  <a:moveTo>
                    <a:pt x="14851" y="1"/>
                  </a:moveTo>
                  <a:cubicBezTo>
                    <a:pt x="14773" y="1"/>
                    <a:pt x="14695" y="5"/>
                    <a:pt x="14619" y="15"/>
                  </a:cubicBezTo>
                  <a:cubicBezTo>
                    <a:pt x="13390" y="167"/>
                    <a:pt x="12371" y="940"/>
                    <a:pt x="11384" y="1686"/>
                  </a:cubicBezTo>
                  <a:cubicBezTo>
                    <a:pt x="10441" y="2402"/>
                    <a:pt x="9466" y="3141"/>
                    <a:pt x="8318" y="3324"/>
                  </a:cubicBezTo>
                  <a:cubicBezTo>
                    <a:pt x="8075" y="3362"/>
                    <a:pt x="7827" y="3375"/>
                    <a:pt x="7578" y="3375"/>
                  </a:cubicBezTo>
                  <a:cubicBezTo>
                    <a:pt x="7340" y="3375"/>
                    <a:pt x="7101" y="3363"/>
                    <a:pt x="6866" y="3352"/>
                  </a:cubicBezTo>
                  <a:cubicBezTo>
                    <a:pt x="6629" y="3341"/>
                    <a:pt x="6387" y="3329"/>
                    <a:pt x="6143" y="3329"/>
                  </a:cubicBezTo>
                  <a:cubicBezTo>
                    <a:pt x="5909" y="3329"/>
                    <a:pt x="5673" y="3340"/>
                    <a:pt x="5440" y="3373"/>
                  </a:cubicBezTo>
                  <a:cubicBezTo>
                    <a:pt x="4127" y="3561"/>
                    <a:pt x="3131" y="4378"/>
                    <a:pt x="2144" y="5272"/>
                  </a:cubicBezTo>
                  <a:cubicBezTo>
                    <a:pt x="1999" y="5405"/>
                    <a:pt x="1767" y="5548"/>
                    <a:pt x="1524" y="5699"/>
                  </a:cubicBezTo>
                  <a:cubicBezTo>
                    <a:pt x="845" y="6120"/>
                    <a:pt x="0" y="6642"/>
                    <a:pt x="266" y="7382"/>
                  </a:cubicBezTo>
                  <a:cubicBezTo>
                    <a:pt x="444" y="7877"/>
                    <a:pt x="992" y="7986"/>
                    <a:pt x="1440" y="7986"/>
                  </a:cubicBezTo>
                  <a:cubicBezTo>
                    <a:pt x="1671" y="7986"/>
                    <a:pt x="1876" y="7957"/>
                    <a:pt x="1990" y="7937"/>
                  </a:cubicBezTo>
                  <a:cubicBezTo>
                    <a:pt x="2204" y="7899"/>
                    <a:pt x="2448" y="7865"/>
                    <a:pt x="2686" y="7865"/>
                  </a:cubicBezTo>
                  <a:cubicBezTo>
                    <a:pt x="3075" y="7865"/>
                    <a:pt x="3446" y="7957"/>
                    <a:pt x="3627" y="8272"/>
                  </a:cubicBezTo>
                  <a:cubicBezTo>
                    <a:pt x="3774" y="8529"/>
                    <a:pt x="3753" y="8870"/>
                    <a:pt x="3730" y="9202"/>
                  </a:cubicBezTo>
                  <a:cubicBezTo>
                    <a:pt x="3702" y="9637"/>
                    <a:pt x="3672" y="10089"/>
                    <a:pt x="4050" y="10325"/>
                  </a:cubicBezTo>
                  <a:cubicBezTo>
                    <a:pt x="4155" y="10391"/>
                    <a:pt x="4270" y="10419"/>
                    <a:pt x="4385" y="10419"/>
                  </a:cubicBezTo>
                  <a:cubicBezTo>
                    <a:pt x="4681" y="10419"/>
                    <a:pt x="4987" y="10233"/>
                    <a:pt x="5156" y="9981"/>
                  </a:cubicBezTo>
                  <a:cubicBezTo>
                    <a:pt x="5344" y="9702"/>
                    <a:pt x="5414" y="9372"/>
                    <a:pt x="5481" y="9051"/>
                  </a:cubicBezTo>
                  <a:cubicBezTo>
                    <a:pt x="5494" y="8984"/>
                    <a:pt x="5508" y="8917"/>
                    <a:pt x="5523" y="8851"/>
                  </a:cubicBezTo>
                  <a:cubicBezTo>
                    <a:pt x="6065" y="6462"/>
                    <a:pt x="8048" y="4944"/>
                    <a:pt x="9182" y="4250"/>
                  </a:cubicBezTo>
                  <a:cubicBezTo>
                    <a:pt x="10709" y="3319"/>
                    <a:pt x="12446" y="2734"/>
                    <a:pt x="14125" y="2170"/>
                  </a:cubicBezTo>
                  <a:cubicBezTo>
                    <a:pt x="14349" y="2096"/>
                    <a:pt x="14572" y="2021"/>
                    <a:pt x="14794" y="1944"/>
                  </a:cubicBezTo>
                  <a:cubicBezTo>
                    <a:pt x="15115" y="1835"/>
                    <a:pt x="16150" y="1420"/>
                    <a:pt x="15976" y="664"/>
                  </a:cubicBezTo>
                  <a:cubicBezTo>
                    <a:pt x="15872" y="211"/>
                    <a:pt x="15364" y="1"/>
                    <a:pt x="1485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 name="Google Shape;300;p6"/>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1" name="Shape 301"/>
        <p:cNvGrpSpPr/>
        <p:nvPr/>
      </p:nvGrpSpPr>
      <p:grpSpPr>
        <a:xfrm>
          <a:off x="0" y="0"/>
          <a:ext cx="0" cy="0"/>
          <a:chOff x="0" y="0"/>
          <a:chExt cx="0" cy="0"/>
        </a:xfrm>
      </p:grpSpPr>
      <p:pic>
        <p:nvPicPr>
          <p:cNvPr id="302" name="Google Shape;302;p7"/>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303" name="Google Shape;303;p7"/>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4" name="Google Shape;304;p7"/>
          <p:cNvSpPr txBox="1"/>
          <p:nvPr>
            <p:ph idx="1" type="subTitle"/>
          </p:nvPr>
        </p:nvSpPr>
        <p:spPr>
          <a:xfrm rot="-246">
            <a:off x="720000" y="1550825"/>
            <a:ext cx="4189800" cy="23451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05" name="Shape 305"/>
        <p:cNvGrpSpPr/>
        <p:nvPr/>
      </p:nvGrpSpPr>
      <p:grpSpPr>
        <a:xfrm>
          <a:off x="0" y="0"/>
          <a:ext cx="0" cy="0"/>
          <a:chOff x="0" y="0"/>
          <a:chExt cx="0" cy="0"/>
        </a:xfrm>
      </p:grpSpPr>
      <p:pic>
        <p:nvPicPr>
          <p:cNvPr id="306" name="Google Shape;306;p8"/>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307" name="Google Shape;307;p8"/>
          <p:cNvSpPr txBox="1"/>
          <p:nvPr>
            <p:ph type="title"/>
          </p:nvPr>
        </p:nvSpPr>
        <p:spPr>
          <a:xfrm>
            <a:off x="1406700" y="1182600"/>
            <a:ext cx="6330600" cy="2778300"/>
          </a:xfrm>
          <a:prstGeom prst="rect">
            <a:avLst/>
          </a:prstGeom>
        </p:spPr>
        <p:txBody>
          <a:bodyPr anchorCtr="0" anchor="t" bIns="91425" lIns="91425" spcFirstLastPara="1" rIns="91425" wrap="square" tIns="91425">
            <a:noAutofit/>
          </a:bodyPr>
          <a:lstStyle>
            <a:lvl1pPr lvl="0" rtl="0" algn="ctr">
              <a:lnSpc>
                <a:spcPct val="80000"/>
              </a:lnSpc>
              <a:spcBef>
                <a:spcPts val="0"/>
              </a:spcBef>
              <a:spcAft>
                <a:spcPts val="0"/>
              </a:spcAft>
              <a:buSzPts val="4800"/>
              <a:buNone/>
              <a:defRPr sz="11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08" name="Shape 308"/>
        <p:cNvGrpSpPr/>
        <p:nvPr/>
      </p:nvGrpSpPr>
      <p:grpSpPr>
        <a:xfrm>
          <a:off x="0" y="0"/>
          <a:ext cx="0" cy="0"/>
          <a:chOff x="0" y="0"/>
          <a:chExt cx="0" cy="0"/>
        </a:xfrm>
      </p:grpSpPr>
      <p:pic>
        <p:nvPicPr>
          <p:cNvPr id="309" name="Google Shape;309;p9"/>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310" name="Google Shape;310;p9"/>
          <p:cNvSpPr txBox="1"/>
          <p:nvPr>
            <p:ph type="title"/>
          </p:nvPr>
        </p:nvSpPr>
        <p:spPr>
          <a:xfrm>
            <a:off x="720000" y="1294750"/>
            <a:ext cx="4162800" cy="1169100"/>
          </a:xfrm>
          <a:prstGeom prst="rect">
            <a:avLst/>
          </a:prstGeom>
          <a:noFill/>
          <a:ln>
            <a:noFill/>
          </a:ln>
        </p:spPr>
        <p:txBody>
          <a:bodyPr anchorCtr="0" anchor="t" bIns="91425" lIns="91425" spcFirstLastPara="1" rIns="91425" wrap="square" tIns="91425">
            <a:noAutofit/>
          </a:bodyPr>
          <a:lstStyle>
            <a:lvl1pPr lvl="0" rtl="0" algn="l">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11" name="Google Shape;311;p9"/>
          <p:cNvSpPr txBox="1"/>
          <p:nvPr>
            <p:ph idx="1" type="subTitle"/>
          </p:nvPr>
        </p:nvSpPr>
        <p:spPr>
          <a:xfrm>
            <a:off x="720000" y="2282425"/>
            <a:ext cx="4162800" cy="1471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12" name="Shape 312"/>
        <p:cNvGrpSpPr/>
        <p:nvPr/>
      </p:nvGrpSpPr>
      <p:grpSpPr>
        <a:xfrm>
          <a:off x="0" y="0"/>
          <a:ext cx="0" cy="0"/>
          <a:chOff x="0" y="0"/>
          <a:chExt cx="0" cy="0"/>
        </a:xfrm>
      </p:grpSpPr>
      <p:pic>
        <p:nvPicPr>
          <p:cNvPr id="313" name="Google Shape;313;p10"/>
          <p:cNvPicPr preferRelativeResize="0"/>
          <p:nvPr/>
        </p:nvPicPr>
        <p:blipFill>
          <a:blip r:embed="rId2">
            <a:alphaModFix amt="41000"/>
          </a:blip>
          <a:stretch>
            <a:fillRect/>
          </a:stretch>
        </p:blipFill>
        <p:spPr>
          <a:xfrm>
            <a:off x="-134850" y="-192650"/>
            <a:ext cx="9420125" cy="5490250"/>
          </a:xfrm>
          <a:prstGeom prst="rect">
            <a:avLst/>
          </a:prstGeom>
          <a:noFill/>
          <a:ln>
            <a:noFill/>
          </a:ln>
        </p:spPr>
      </p:pic>
      <p:sp>
        <p:nvSpPr>
          <p:cNvPr id="314" name="Google Shape;314;p10"/>
          <p:cNvSpPr txBox="1"/>
          <p:nvPr>
            <p:ph type="title"/>
          </p:nvPr>
        </p:nvSpPr>
        <p:spPr>
          <a:xfrm>
            <a:off x="4549555" y="3466400"/>
            <a:ext cx="3843900" cy="1069200"/>
          </a:xfrm>
          <a:prstGeom prst="rect">
            <a:avLst/>
          </a:prstGeom>
          <a:noFill/>
          <a:ln>
            <a:noFill/>
          </a:ln>
        </p:spPr>
        <p:txBody>
          <a:bodyPr anchorCtr="0" anchor="t" bIns="91425" lIns="91425" spcFirstLastPara="1" rIns="91425" wrap="square" tIns="91425">
            <a:noAutofit/>
          </a:bodyPr>
          <a:lstStyle>
            <a:lvl1pPr lvl="0" rtl="0" algn="r">
              <a:lnSpc>
                <a:spcPct val="80000"/>
              </a:lnSpc>
              <a:spcBef>
                <a:spcPts val="0"/>
              </a:spcBef>
              <a:spcAft>
                <a:spcPts val="0"/>
              </a:spcAft>
              <a:buSzPts val="3500"/>
              <a:buNone/>
              <a:defRPr sz="36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15" name="Shape 315"/>
        <p:cNvGrpSpPr/>
        <p:nvPr/>
      </p:nvGrpSpPr>
      <p:grpSpPr>
        <a:xfrm>
          <a:off x="0" y="0"/>
          <a:ext cx="0" cy="0"/>
          <a:chOff x="0" y="0"/>
          <a:chExt cx="0" cy="0"/>
        </a:xfrm>
      </p:grpSpPr>
      <p:pic>
        <p:nvPicPr>
          <p:cNvPr id="316" name="Google Shape;316;p11"/>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317" name="Google Shape;317;p11"/>
          <p:cNvGrpSpPr/>
          <p:nvPr/>
        </p:nvGrpSpPr>
        <p:grpSpPr>
          <a:xfrm>
            <a:off x="-1483503" y="17"/>
            <a:ext cx="10080017" cy="5608602"/>
            <a:chOff x="-1483503" y="17"/>
            <a:chExt cx="10080017" cy="5608602"/>
          </a:xfrm>
        </p:grpSpPr>
        <p:grpSp>
          <p:nvGrpSpPr>
            <p:cNvPr id="318" name="Google Shape;318;p11"/>
            <p:cNvGrpSpPr/>
            <p:nvPr/>
          </p:nvGrpSpPr>
          <p:grpSpPr>
            <a:xfrm>
              <a:off x="-1483503" y="17"/>
              <a:ext cx="9451849" cy="5608602"/>
              <a:chOff x="-1483503" y="17"/>
              <a:chExt cx="9451849" cy="5608602"/>
            </a:xfrm>
          </p:grpSpPr>
          <p:sp>
            <p:nvSpPr>
              <p:cNvPr id="319" name="Google Shape;319;p11"/>
              <p:cNvSpPr/>
              <p:nvPr/>
            </p:nvSpPr>
            <p:spPr>
              <a:xfrm>
                <a:off x="6912788" y="4990709"/>
                <a:ext cx="262279" cy="249493"/>
              </a:xfrm>
              <a:custGeom>
                <a:rect b="b" l="l" r="r" t="t"/>
                <a:pathLst>
                  <a:path extrusionOk="0" h="1697" w="1784">
                    <a:moveTo>
                      <a:pt x="224" y="33"/>
                    </a:moveTo>
                    <a:cubicBezTo>
                      <a:pt x="1" y="59"/>
                      <a:pt x="84" y="402"/>
                      <a:pt x="165" y="616"/>
                    </a:cubicBezTo>
                    <a:cubicBezTo>
                      <a:pt x="346" y="1109"/>
                      <a:pt x="369" y="1696"/>
                      <a:pt x="684" y="1696"/>
                    </a:cubicBezTo>
                    <a:cubicBezTo>
                      <a:pt x="1112" y="1696"/>
                      <a:pt x="1783" y="1203"/>
                      <a:pt x="1662" y="647"/>
                    </a:cubicBezTo>
                    <a:cubicBezTo>
                      <a:pt x="1539" y="93"/>
                      <a:pt x="1416" y="215"/>
                      <a:pt x="989" y="215"/>
                    </a:cubicBezTo>
                    <a:cubicBezTo>
                      <a:pt x="768" y="215"/>
                      <a:pt x="496" y="1"/>
                      <a:pt x="224" y="33"/>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 name="Google Shape;320;p11"/>
              <p:cNvGrpSpPr/>
              <p:nvPr/>
            </p:nvGrpSpPr>
            <p:grpSpPr>
              <a:xfrm>
                <a:off x="-1483503" y="17"/>
                <a:ext cx="9451849" cy="5608602"/>
                <a:chOff x="-845683" y="329469"/>
                <a:chExt cx="8341584" cy="4949785"/>
              </a:xfrm>
            </p:grpSpPr>
            <p:sp>
              <p:nvSpPr>
                <p:cNvPr id="321" name="Google Shape;321;p11"/>
                <p:cNvSpPr/>
                <p:nvPr/>
              </p:nvSpPr>
              <p:spPr>
                <a:xfrm>
                  <a:off x="1509738" y="656455"/>
                  <a:ext cx="5986164" cy="4622799"/>
                </a:xfrm>
                <a:custGeom>
                  <a:rect b="b" l="l" r="r" t="t"/>
                  <a:pathLst>
                    <a:path extrusionOk="0" h="14900" w="19554">
                      <a:moveTo>
                        <a:pt x="14146" y="74"/>
                      </a:moveTo>
                      <a:cubicBezTo>
                        <a:pt x="14497" y="336"/>
                        <a:pt x="14420" y="1399"/>
                        <a:pt x="14786" y="1646"/>
                      </a:cubicBezTo>
                      <a:cubicBezTo>
                        <a:pt x="15153" y="1892"/>
                        <a:pt x="15490" y="2478"/>
                        <a:pt x="15612" y="3125"/>
                      </a:cubicBezTo>
                      <a:cubicBezTo>
                        <a:pt x="15734" y="3772"/>
                        <a:pt x="16437" y="4388"/>
                        <a:pt x="16956" y="4943"/>
                      </a:cubicBezTo>
                      <a:cubicBezTo>
                        <a:pt x="17476" y="5498"/>
                        <a:pt x="18361" y="6700"/>
                        <a:pt x="18668" y="7225"/>
                      </a:cubicBezTo>
                      <a:cubicBezTo>
                        <a:pt x="18973" y="7748"/>
                        <a:pt x="19553" y="9289"/>
                        <a:pt x="18973" y="10522"/>
                      </a:cubicBezTo>
                      <a:cubicBezTo>
                        <a:pt x="18392" y="11755"/>
                        <a:pt x="17751" y="13081"/>
                        <a:pt x="17629" y="13667"/>
                      </a:cubicBezTo>
                      <a:cubicBezTo>
                        <a:pt x="17507" y="14252"/>
                        <a:pt x="17477" y="14437"/>
                        <a:pt x="16803" y="14561"/>
                      </a:cubicBezTo>
                      <a:cubicBezTo>
                        <a:pt x="16132" y="14684"/>
                        <a:pt x="15460" y="14900"/>
                        <a:pt x="14696" y="14900"/>
                      </a:cubicBezTo>
                      <a:cubicBezTo>
                        <a:pt x="13932" y="14900"/>
                        <a:pt x="12771" y="14345"/>
                        <a:pt x="12220" y="13297"/>
                      </a:cubicBezTo>
                      <a:cubicBezTo>
                        <a:pt x="11670" y="12248"/>
                        <a:pt x="11731" y="11879"/>
                        <a:pt x="11426" y="12126"/>
                      </a:cubicBezTo>
                      <a:cubicBezTo>
                        <a:pt x="11120" y="12372"/>
                        <a:pt x="10814" y="13297"/>
                        <a:pt x="10357" y="12279"/>
                      </a:cubicBezTo>
                      <a:cubicBezTo>
                        <a:pt x="9899" y="11261"/>
                        <a:pt x="8615" y="10245"/>
                        <a:pt x="6873" y="11170"/>
                      </a:cubicBezTo>
                      <a:cubicBezTo>
                        <a:pt x="5132" y="12095"/>
                        <a:pt x="5498" y="12064"/>
                        <a:pt x="4735" y="12157"/>
                      </a:cubicBezTo>
                      <a:cubicBezTo>
                        <a:pt x="3971" y="12249"/>
                        <a:pt x="3360" y="12157"/>
                        <a:pt x="2688" y="12620"/>
                      </a:cubicBezTo>
                      <a:cubicBezTo>
                        <a:pt x="2016" y="13081"/>
                        <a:pt x="1007" y="12558"/>
                        <a:pt x="1161" y="12127"/>
                      </a:cubicBezTo>
                      <a:cubicBezTo>
                        <a:pt x="1314" y="11694"/>
                        <a:pt x="1345" y="10185"/>
                        <a:pt x="672" y="8767"/>
                      </a:cubicBezTo>
                      <a:cubicBezTo>
                        <a:pt x="0" y="7350"/>
                        <a:pt x="215" y="7565"/>
                        <a:pt x="306" y="6979"/>
                      </a:cubicBezTo>
                      <a:cubicBezTo>
                        <a:pt x="397" y="6394"/>
                        <a:pt x="215" y="5962"/>
                        <a:pt x="795" y="5653"/>
                      </a:cubicBezTo>
                      <a:cubicBezTo>
                        <a:pt x="1376" y="5346"/>
                        <a:pt x="2536" y="4914"/>
                        <a:pt x="3239" y="4698"/>
                      </a:cubicBezTo>
                      <a:cubicBezTo>
                        <a:pt x="3942" y="4482"/>
                        <a:pt x="4491" y="4020"/>
                        <a:pt x="4462" y="3589"/>
                      </a:cubicBezTo>
                      <a:cubicBezTo>
                        <a:pt x="4431" y="3156"/>
                        <a:pt x="4431" y="2973"/>
                        <a:pt x="4798" y="2880"/>
                      </a:cubicBezTo>
                      <a:cubicBezTo>
                        <a:pt x="5164" y="2787"/>
                        <a:pt x="5898" y="2139"/>
                        <a:pt x="6295" y="1831"/>
                      </a:cubicBezTo>
                      <a:cubicBezTo>
                        <a:pt x="6692" y="1523"/>
                        <a:pt x="7120" y="1678"/>
                        <a:pt x="7304" y="1862"/>
                      </a:cubicBezTo>
                      <a:cubicBezTo>
                        <a:pt x="7487" y="2046"/>
                        <a:pt x="7732" y="2386"/>
                        <a:pt x="7884" y="2046"/>
                      </a:cubicBezTo>
                      <a:cubicBezTo>
                        <a:pt x="8037" y="1707"/>
                        <a:pt x="8281" y="968"/>
                        <a:pt x="8801" y="813"/>
                      </a:cubicBezTo>
                      <a:cubicBezTo>
                        <a:pt x="9321" y="660"/>
                        <a:pt x="11428" y="567"/>
                        <a:pt x="11337" y="906"/>
                      </a:cubicBezTo>
                      <a:cubicBezTo>
                        <a:pt x="11245" y="1246"/>
                        <a:pt x="10664" y="1800"/>
                        <a:pt x="10787" y="2015"/>
                      </a:cubicBezTo>
                      <a:cubicBezTo>
                        <a:pt x="10910" y="2231"/>
                        <a:pt x="12437" y="3433"/>
                        <a:pt x="12651" y="3464"/>
                      </a:cubicBezTo>
                      <a:cubicBezTo>
                        <a:pt x="12865" y="3495"/>
                        <a:pt x="13537" y="3649"/>
                        <a:pt x="13506" y="2723"/>
                      </a:cubicBezTo>
                      <a:cubicBezTo>
                        <a:pt x="13475" y="1799"/>
                        <a:pt x="13629" y="535"/>
                        <a:pt x="13721" y="319"/>
                      </a:cubicBezTo>
                      <a:cubicBezTo>
                        <a:pt x="13809" y="105"/>
                        <a:pt x="14047" y="0"/>
                        <a:pt x="14146" y="74"/>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1"/>
                <p:cNvSpPr/>
                <p:nvPr/>
              </p:nvSpPr>
              <p:spPr>
                <a:xfrm>
                  <a:off x="97375" y="329469"/>
                  <a:ext cx="738435" cy="743058"/>
                </a:xfrm>
                <a:custGeom>
                  <a:rect b="b" l="l" r="r" t="t"/>
                  <a:pathLst>
                    <a:path extrusionOk="0" h="5320" w="5287">
                      <a:moveTo>
                        <a:pt x="3607" y="295"/>
                      </a:moveTo>
                      <a:cubicBezTo>
                        <a:pt x="3026" y="788"/>
                        <a:pt x="2049" y="1652"/>
                        <a:pt x="1621" y="1960"/>
                      </a:cubicBezTo>
                      <a:cubicBezTo>
                        <a:pt x="1192" y="2269"/>
                        <a:pt x="1009" y="2454"/>
                        <a:pt x="612" y="2454"/>
                      </a:cubicBezTo>
                      <a:cubicBezTo>
                        <a:pt x="214" y="2454"/>
                        <a:pt x="1" y="2546"/>
                        <a:pt x="32" y="3039"/>
                      </a:cubicBezTo>
                      <a:cubicBezTo>
                        <a:pt x="62" y="3532"/>
                        <a:pt x="397" y="4025"/>
                        <a:pt x="460" y="4364"/>
                      </a:cubicBezTo>
                      <a:cubicBezTo>
                        <a:pt x="520" y="4704"/>
                        <a:pt x="460" y="4888"/>
                        <a:pt x="1314" y="4950"/>
                      </a:cubicBezTo>
                      <a:cubicBezTo>
                        <a:pt x="2169" y="5012"/>
                        <a:pt x="2292" y="5196"/>
                        <a:pt x="2720" y="5258"/>
                      </a:cubicBezTo>
                      <a:cubicBezTo>
                        <a:pt x="3149" y="5320"/>
                        <a:pt x="3638" y="5320"/>
                        <a:pt x="3728" y="4673"/>
                      </a:cubicBezTo>
                      <a:cubicBezTo>
                        <a:pt x="3820" y="4025"/>
                        <a:pt x="3759" y="3533"/>
                        <a:pt x="4126" y="3347"/>
                      </a:cubicBezTo>
                      <a:cubicBezTo>
                        <a:pt x="4492" y="3162"/>
                        <a:pt x="4798" y="2977"/>
                        <a:pt x="4615" y="2885"/>
                      </a:cubicBezTo>
                      <a:cubicBezTo>
                        <a:pt x="4431" y="2792"/>
                        <a:pt x="3943" y="2114"/>
                        <a:pt x="4095" y="1807"/>
                      </a:cubicBezTo>
                      <a:cubicBezTo>
                        <a:pt x="4247" y="1498"/>
                        <a:pt x="5286" y="1006"/>
                        <a:pt x="4676" y="728"/>
                      </a:cubicBezTo>
                      <a:cubicBezTo>
                        <a:pt x="4064" y="451"/>
                        <a:pt x="4141" y="71"/>
                        <a:pt x="3881" y="20"/>
                      </a:cubicBezTo>
                      <a:cubicBezTo>
                        <a:pt x="3785" y="0"/>
                        <a:pt x="3607" y="295"/>
                        <a:pt x="3607" y="295"/>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1"/>
                <p:cNvSpPr/>
                <p:nvPr/>
              </p:nvSpPr>
              <p:spPr>
                <a:xfrm>
                  <a:off x="-845683" y="426682"/>
                  <a:ext cx="836623" cy="783842"/>
                </a:xfrm>
                <a:custGeom>
                  <a:rect b="b" l="l" r="r" t="t"/>
                  <a:pathLst>
                    <a:path extrusionOk="0" h="5612" w="5990">
                      <a:moveTo>
                        <a:pt x="642" y="0"/>
                      </a:moveTo>
                      <a:cubicBezTo>
                        <a:pt x="367" y="0"/>
                        <a:pt x="1" y="62"/>
                        <a:pt x="550" y="525"/>
                      </a:cubicBezTo>
                      <a:cubicBezTo>
                        <a:pt x="1100" y="987"/>
                        <a:pt x="1436" y="1356"/>
                        <a:pt x="1925" y="2065"/>
                      </a:cubicBezTo>
                      <a:cubicBezTo>
                        <a:pt x="2414" y="2775"/>
                        <a:pt x="3758" y="4963"/>
                        <a:pt x="4217" y="5241"/>
                      </a:cubicBezTo>
                      <a:cubicBezTo>
                        <a:pt x="4675" y="5518"/>
                        <a:pt x="5623" y="5611"/>
                        <a:pt x="5500" y="4963"/>
                      </a:cubicBezTo>
                      <a:cubicBezTo>
                        <a:pt x="5377" y="4316"/>
                        <a:pt x="5989" y="4132"/>
                        <a:pt x="5652" y="3854"/>
                      </a:cubicBezTo>
                      <a:cubicBezTo>
                        <a:pt x="5315" y="3577"/>
                        <a:pt x="5133" y="3546"/>
                        <a:pt x="4767" y="3362"/>
                      </a:cubicBezTo>
                      <a:cubicBezTo>
                        <a:pt x="4400" y="3177"/>
                        <a:pt x="4247" y="2776"/>
                        <a:pt x="4155" y="2590"/>
                      </a:cubicBezTo>
                      <a:cubicBezTo>
                        <a:pt x="4063" y="2405"/>
                        <a:pt x="2870" y="1752"/>
                        <a:pt x="2474" y="1233"/>
                      </a:cubicBezTo>
                      <a:cubicBezTo>
                        <a:pt x="1651" y="155"/>
                        <a:pt x="642" y="0"/>
                        <a:pt x="642" y="0"/>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1"/>
                <p:cNvSpPr/>
                <p:nvPr/>
              </p:nvSpPr>
              <p:spPr>
                <a:xfrm>
                  <a:off x="1493107" y="814133"/>
                  <a:ext cx="1386644" cy="689004"/>
                </a:xfrm>
                <a:custGeom>
                  <a:rect b="b" l="l" r="r" t="t"/>
                  <a:pathLst>
                    <a:path extrusionOk="0" h="4933" w="9928">
                      <a:moveTo>
                        <a:pt x="640" y="309"/>
                      </a:moveTo>
                      <a:cubicBezTo>
                        <a:pt x="1037" y="216"/>
                        <a:pt x="1983" y="1"/>
                        <a:pt x="1983" y="493"/>
                      </a:cubicBezTo>
                      <a:cubicBezTo>
                        <a:pt x="1983" y="986"/>
                        <a:pt x="2136" y="1511"/>
                        <a:pt x="2412" y="1449"/>
                      </a:cubicBezTo>
                      <a:cubicBezTo>
                        <a:pt x="2686" y="1388"/>
                        <a:pt x="3023" y="1048"/>
                        <a:pt x="3206" y="894"/>
                      </a:cubicBezTo>
                      <a:cubicBezTo>
                        <a:pt x="3390" y="740"/>
                        <a:pt x="4092" y="679"/>
                        <a:pt x="4979" y="1079"/>
                      </a:cubicBezTo>
                      <a:cubicBezTo>
                        <a:pt x="5864" y="1480"/>
                        <a:pt x="6873" y="1819"/>
                        <a:pt x="7116" y="2034"/>
                      </a:cubicBezTo>
                      <a:cubicBezTo>
                        <a:pt x="7362" y="2250"/>
                        <a:pt x="8003" y="2744"/>
                        <a:pt x="8125" y="3083"/>
                      </a:cubicBezTo>
                      <a:cubicBezTo>
                        <a:pt x="8247" y="3422"/>
                        <a:pt x="8613" y="3977"/>
                        <a:pt x="8920" y="4285"/>
                      </a:cubicBezTo>
                      <a:cubicBezTo>
                        <a:pt x="9225" y="4593"/>
                        <a:pt x="9928" y="4933"/>
                        <a:pt x="9225" y="4933"/>
                      </a:cubicBezTo>
                      <a:cubicBezTo>
                        <a:pt x="8523" y="4933"/>
                        <a:pt x="7698" y="4161"/>
                        <a:pt x="7239" y="3853"/>
                      </a:cubicBezTo>
                      <a:cubicBezTo>
                        <a:pt x="6781" y="3545"/>
                        <a:pt x="6750" y="3884"/>
                        <a:pt x="6292" y="4099"/>
                      </a:cubicBezTo>
                      <a:cubicBezTo>
                        <a:pt x="5835" y="4315"/>
                        <a:pt x="4520" y="4068"/>
                        <a:pt x="4031" y="4068"/>
                      </a:cubicBezTo>
                      <a:cubicBezTo>
                        <a:pt x="3542" y="4068"/>
                        <a:pt x="3573" y="3637"/>
                        <a:pt x="3970" y="3359"/>
                      </a:cubicBezTo>
                      <a:cubicBezTo>
                        <a:pt x="4320" y="3116"/>
                        <a:pt x="3665" y="2404"/>
                        <a:pt x="3116" y="2219"/>
                      </a:cubicBezTo>
                      <a:cubicBezTo>
                        <a:pt x="2566" y="2034"/>
                        <a:pt x="1649" y="1818"/>
                        <a:pt x="1344" y="1726"/>
                      </a:cubicBezTo>
                      <a:cubicBezTo>
                        <a:pt x="1038" y="1633"/>
                        <a:pt x="915" y="1480"/>
                        <a:pt x="977" y="1326"/>
                      </a:cubicBezTo>
                      <a:cubicBezTo>
                        <a:pt x="1038" y="1172"/>
                        <a:pt x="1161" y="986"/>
                        <a:pt x="1130" y="863"/>
                      </a:cubicBezTo>
                      <a:cubicBezTo>
                        <a:pt x="1099" y="740"/>
                        <a:pt x="0" y="586"/>
                        <a:pt x="121" y="493"/>
                      </a:cubicBezTo>
                      <a:cubicBezTo>
                        <a:pt x="243" y="402"/>
                        <a:pt x="640" y="309"/>
                        <a:pt x="640" y="309"/>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1"/>
                <p:cNvSpPr/>
                <p:nvPr/>
              </p:nvSpPr>
              <p:spPr>
                <a:xfrm>
                  <a:off x="-137411" y="1197394"/>
                  <a:ext cx="708546" cy="185345"/>
                </a:xfrm>
                <a:custGeom>
                  <a:rect b="b" l="l" r="r" t="t"/>
                  <a:pathLst>
                    <a:path extrusionOk="0" h="1327" w="5073">
                      <a:moveTo>
                        <a:pt x="1803" y="401"/>
                      </a:moveTo>
                      <a:cubicBezTo>
                        <a:pt x="1652" y="277"/>
                        <a:pt x="795" y="0"/>
                        <a:pt x="490" y="31"/>
                      </a:cubicBezTo>
                      <a:cubicBezTo>
                        <a:pt x="184" y="62"/>
                        <a:pt x="1" y="616"/>
                        <a:pt x="673" y="709"/>
                      </a:cubicBezTo>
                      <a:cubicBezTo>
                        <a:pt x="1344" y="802"/>
                        <a:pt x="2414" y="1172"/>
                        <a:pt x="3025" y="1172"/>
                      </a:cubicBezTo>
                      <a:cubicBezTo>
                        <a:pt x="3637" y="1172"/>
                        <a:pt x="4460" y="1326"/>
                        <a:pt x="4644" y="1326"/>
                      </a:cubicBezTo>
                      <a:cubicBezTo>
                        <a:pt x="4827" y="1326"/>
                        <a:pt x="5072" y="1233"/>
                        <a:pt x="4675" y="1018"/>
                      </a:cubicBezTo>
                      <a:cubicBezTo>
                        <a:pt x="4278" y="802"/>
                        <a:pt x="3422" y="833"/>
                        <a:pt x="3666" y="771"/>
                      </a:cubicBezTo>
                      <a:cubicBezTo>
                        <a:pt x="3911" y="709"/>
                        <a:pt x="4247" y="310"/>
                        <a:pt x="3544" y="370"/>
                      </a:cubicBezTo>
                      <a:cubicBezTo>
                        <a:pt x="2840" y="432"/>
                        <a:pt x="2352" y="463"/>
                        <a:pt x="2138" y="463"/>
                      </a:cubicBezTo>
                      <a:cubicBezTo>
                        <a:pt x="1926" y="463"/>
                        <a:pt x="1803" y="401"/>
                        <a:pt x="1803" y="401"/>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1"/>
                <p:cNvSpPr/>
                <p:nvPr/>
              </p:nvSpPr>
              <p:spPr>
                <a:xfrm>
                  <a:off x="519740" y="1352431"/>
                  <a:ext cx="260485" cy="68859"/>
                </a:xfrm>
                <a:custGeom>
                  <a:rect b="b" l="l" r="r" t="t"/>
                  <a:pathLst>
                    <a:path extrusionOk="0" h="493" w="1865">
                      <a:moveTo>
                        <a:pt x="978" y="61"/>
                      </a:moveTo>
                      <a:cubicBezTo>
                        <a:pt x="581" y="123"/>
                        <a:pt x="1" y="400"/>
                        <a:pt x="490" y="400"/>
                      </a:cubicBezTo>
                      <a:cubicBezTo>
                        <a:pt x="978" y="400"/>
                        <a:pt x="1620" y="493"/>
                        <a:pt x="1741" y="247"/>
                      </a:cubicBezTo>
                      <a:cubicBezTo>
                        <a:pt x="1864" y="0"/>
                        <a:pt x="978" y="61"/>
                        <a:pt x="978" y="61"/>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1"/>
                <p:cNvSpPr/>
                <p:nvPr/>
              </p:nvSpPr>
              <p:spPr>
                <a:xfrm>
                  <a:off x="1053144" y="1360951"/>
                  <a:ext cx="273195" cy="163836"/>
                </a:xfrm>
                <a:custGeom>
                  <a:rect b="b" l="l" r="r" t="t"/>
                  <a:pathLst>
                    <a:path extrusionOk="0" h="1173" w="1956">
                      <a:moveTo>
                        <a:pt x="734" y="217"/>
                      </a:moveTo>
                      <a:cubicBezTo>
                        <a:pt x="306" y="341"/>
                        <a:pt x="0" y="463"/>
                        <a:pt x="0" y="679"/>
                      </a:cubicBezTo>
                      <a:cubicBezTo>
                        <a:pt x="0" y="896"/>
                        <a:pt x="306" y="1172"/>
                        <a:pt x="520" y="926"/>
                      </a:cubicBezTo>
                      <a:cubicBezTo>
                        <a:pt x="734" y="679"/>
                        <a:pt x="1956" y="310"/>
                        <a:pt x="1864" y="155"/>
                      </a:cubicBezTo>
                      <a:cubicBezTo>
                        <a:pt x="1774" y="0"/>
                        <a:pt x="734" y="217"/>
                        <a:pt x="734" y="217"/>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1"/>
                <p:cNvSpPr/>
                <p:nvPr/>
              </p:nvSpPr>
              <p:spPr>
                <a:xfrm>
                  <a:off x="788607" y="1292092"/>
                  <a:ext cx="328644" cy="120817"/>
                </a:xfrm>
                <a:custGeom>
                  <a:rect b="b" l="l" r="r" t="t"/>
                  <a:pathLst>
                    <a:path extrusionOk="0" h="865" w="2353">
                      <a:moveTo>
                        <a:pt x="428" y="402"/>
                      </a:moveTo>
                      <a:cubicBezTo>
                        <a:pt x="185" y="525"/>
                        <a:pt x="0" y="741"/>
                        <a:pt x="459" y="741"/>
                      </a:cubicBezTo>
                      <a:cubicBezTo>
                        <a:pt x="917" y="741"/>
                        <a:pt x="1589" y="865"/>
                        <a:pt x="1803" y="679"/>
                      </a:cubicBezTo>
                      <a:cubicBezTo>
                        <a:pt x="2017" y="494"/>
                        <a:pt x="2352" y="0"/>
                        <a:pt x="1894" y="186"/>
                      </a:cubicBezTo>
                      <a:cubicBezTo>
                        <a:pt x="1436" y="371"/>
                        <a:pt x="428" y="402"/>
                        <a:pt x="428" y="402"/>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1"/>
                <p:cNvSpPr/>
                <p:nvPr/>
              </p:nvSpPr>
              <p:spPr>
                <a:xfrm>
                  <a:off x="763187" y="1416820"/>
                  <a:ext cx="123748" cy="82127"/>
                </a:xfrm>
                <a:custGeom>
                  <a:rect b="b" l="l" r="r" t="t"/>
                  <a:pathLst>
                    <a:path extrusionOk="0" h="588" w="886">
                      <a:moveTo>
                        <a:pt x="0" y="155"/>
                      </a:moveTo>
                      <a:cubicBezTo>
                        <a:pt x="91" y="279"/>
                        <a:pt x="519" y="588"/>
                        <a:pt x="703" y="557"/>
                      </a:cubicBezTo>
                      <a:cubicBezTo>
                        <a:pt x="886" y="526"/>
                        <a:pt x="826" y="186"/>
                        <a:pt x="550" y="94"/>
                      </a:cubicBezTo>
                      <a:cubicBezTo>
                        <a:pt x="275" y="1"/>
                        <a:pt x="0" y="155"/>
                        <a:pt x="0" y="155"/>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1"/>
                <p:cNvSpPr/>
                <p:nvPr/>
              </p:nvSpPr>
              <p:spPr>
                <a:xfrm>
                  <a:off x="702430" y="848772"/>
                  <a:ext cx="406859" cy="364545"/>
                </a:xfrm>
                <a:custGeom>
                  <a:rect b="b" l="l" r="r" t="t"/>
                  <a:pathLst>
                    <a:path extrusionOk="0" h="2610" w="2913">
                      <a:moveTo>
                        <a:pt x="499" y="2311"/>
                      </a:moveTo>
                      <a:cubicBezTo>
                        <a:pt x="576" y="2488"/>
                        <a:pt x="817" y="2610"/>
                        <a:pt x="965" y="2487"/>
                      </a:cubicBezTo>
                      <a:cubicBezTo>
                        <a:pt x="965" y="2241"/>
                        <a:pt x="964" y="1998"/>
                        <a:pt x="964" y="1753"/>
                      </a:cubicBezTo>
                      <a:cubicBezTo>
                        <a:pt x="964" y="1627"/>
                        <a:pt x="972" y="1481"/>
                        <a:pt x="1072" y="1404"/>
                      </a:cubicBezTo>
                      <a:cubicBezTo>
                        <a:pt x="1149" y="1343"/>
                        <a:pt x="1258" y="1347"/>
                        <a:pt x="1356" y="1354"/>
                      </a:cubicBezTo>
                      <a:cubicBezTo>
                        <a:pt x="1426" y="1359"/>
                        <a:pt x="1498" y="1364"/>
                        <a:pt x="1557" y="1401"/>
                      </a:cubicBezTo>
                      <a:cubicBezTo>
                        <a:pt x="1679" y="1473"/>
                        <a:pt x="1705" y="1636"/>
                        <a:pt x="1767" y="1764"/>
                      </a:cubicBezTo>
                      <a:cubicBezTo>
                        <a:pt x="1854" y="1935"/>
                        <a:pt x="2048" y="2059"/>
                        <a:pt x="2235" y="2020"/>
                      </a:cubicBezTo>
                      <a:cubicBezTo>
                        <a:pt x="2423" y="1981"/>
                        <a:pt x="2555" y="1748"/>
                        <a:pt x="2462" y="1579"/>
                      </a:cubicBezTo>
                      <a:cubicBezTo>
                        <a:pt x="2376" y="1421"/>
                        <a:pt x="2166" y="1393"/>
                        <a:pt x="2021" y="1287"/>
                      </a:cubicBezTo>
                      <a:cubicBezTo>
                        <a:pt x="1846" y="1161"/>
                        <a:pt x="1778" y="904"/>
                        <a:pt x="1865" y="707"/>
                      </a:cubicBezTo>
                      <a:cubicBezTo>
                        <a:pt x="2043" y="751"/>
                        <a:pt x="2245" y="729"/>
                        <a:pt x="2383" y="606"/>
                      </a:cubicBezTo>
                      <a:cubicBezTo>
                        <a:pt x="2913" y="134"/>
                        <a:pt x="2051" y="0"/>
                        <a:pt x="1753" y="32"/>
                      </a:cubicBezTo>
                      <a:cubicBezTo>
                        <a:pt x="1358" y="74"/>
                        <a:pt x="800" y="57"/>
                        <a:pt x="443" y="252"/>
                      </a:cubicBezTo>
                      <a:cubicBezTo>
                        <a:pt x="0" y="493"/>
                        <a:pt x="113" y="584"/>
                        <a:pt x="265" y="956"/>
                      </a:cubicBezTo>
                      <a:cubicBezTo>
                        <a:pt x="371" y="1219"/>
                        <a:pt x="468" y="1333"/>
                        <a:pt x="484" y="1641"/>
                      </a:cubicBezTo>
                      <a:cubicBezTo>
                        <a:pt x="493" y="1867"/>
                        <a:pt x="404" y="2087"/>
                        <a:pt x="499" y="2311"/>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1"/>
                <p:cNvSpPr/>
                <p:nvPr/>
              </p:nvSpPr>
              <p:spPr>
                <a:xfrm>
                  <a:off x="816541" y="700440"/>
                  <a:ext cx="389121" cy="98190"/>
                </a:xfrm>
                <a:custGeom>
                  <a:rect b="b" l="l" r="r" t="t"/>
                  <a:pathLst>
                    <a:path extrusionOk="0" h="703" w="2786">
                      <a:moveTo>
                        <a:pt x="2329" y="568"/>
                      </a:moveTo>
                      <a:cubicBezTo>
                        <a:pt x="1729" y="588"/>
                        <a:pt x="1130" y="605"/>
                        <a:pt x="532" y="625"/>
                      </a:cubicBezTo>
                      <a:cubicBezTo>
                        <a:pt x="352" y="630"/>
                        <a:pt x="167" y="636"/>
                        <a:pt x="0" y="702"/>
                      </a:cubicBezTo>
                      <a:cubicBezTo>
                        <a:pt x="8" y="355"/>
                        <a:pt x="403" y="145"/>
                        <a:pt x="746" y="130"/>
                      </a:cubicBezTo>
                      <a:cubicBezTo>
                        <a:pt x="1091" y="114"/>
                        <a:pt x="1441" y="216"/>
                        <a:pt x="1778" y="146"/>
                      </a:cubicBezTo>
                      <a:cubicBezTo>
                        <a:pt x="1982" y="104"/>
                        <a:pt x="2179" y="1"/>
                        <a:pt x="2386" y="25"/>
                      </a:cubicBezTo>
                      <a:cubicBezTo>
                        <a:pt x="2592" y="47"/>
                        <a:pt x="2786" y="299"/>
                        <a:pt x="2655" y="463"/>
                      </a:cubicBezTo>
                      <a:cubicBezTo>
                        <a:pt x="2581" y="554"/>
                        <a:pt x="2446" y="564"/>
                        <a:pt x="2329" y="568"/>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1"/>
                <p:cNvSpPr/>
                <p:nvPr/>
              </p:nvSpPr>
              <p:spPr>
                <a:xfrm>
                  <a:off x="1303294" y="656443"/>
                  <a:ext cx="129893" cy="210347"/>
                </a:xfrm>
                <a:custGeom>
                  <a:rect b="b" l="l" r="r" t="t"/>
                  <a:pathLst>
                    <a:path extrusionOk="0" h="1506" w="930">
                      <a:moveTo>
                        <a:pt x="113" y="374"/>
                      </a:moveTo>
                      <a:cubicBezTo>
                        <a:pt x="92" y="575"/>
                        <a:pt x="72" y="775"/>
                        <a:pt x="51" y="976"/>
                      </a:cubicBezTo>
                      <a:cubicBezTo>
                        <a:pt x="40" y="1093"/>
                        <a:pt x="28" y="1217"/>
                        <a:pt x="77" y="1322"/>
                      </a:cubicBezTo>
                      <a:cubicBezTo>
                        <a:pt x="126" y="1428"/>
                        <a:pt x="257" y="1505"/>
                        <a:pt x="361" y="1451"/>
                      </a:cubicBezTo>
                      <a:cubicBezTo>
                        <a:pt x="570" y="1342"/>
                        <a:pt x="366" y="969"/>
                        <a:pt x="527" y="796"/>
                      </a:cubicBezTo>
                      <a:cubicBezTo>
                        <a:pt x="613" y="703"/>
                        <a:pt x="771" y="711"/>
                        <a:pt x="855" y="616"/>
                      </a:cubicBezTo>
                      <a:cubicBezTo>
                        <a:pt x="929" y="532"/>
                        <a:pt x="913" y="394"/>
                        <a:pt x="849" y="303"/>
                      </a:cubicBezTo>
                      <a:cubicBezTo>
                        <a:pt x="784" y="212"/>
                        <a:pt x="681" y="154"/>
                        <a:pt x="583" y="99"/>
                      </a:cubicBezTo>
                      <a:cubicBezTo>
                        <a:pt x="506" y="57"/>
                        <a:pt x="426" y="11"/>
                        <a:pt x="338" y="7"/>
                      </a:cubicBezTo>
                      <a:cubicBezTo>
                        <a:pt x="209" y="0"/>
                        <a:pt x="81" y="89"/>
                        <a:pt x="41" y="213"/>
                      </a:cubicBezTo>
                      <a:cubicBezTo>
                        <a:pt x="0" y="336"/>
                        <a:pt x="52" y="483"/>
                        <a:pt x="159" y="556"/>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1"/>
                <p:cNvSpPr/>
                <p:nvPr/>
              </p:nvSpPr>
              <p:spPr>
                <a:xfrm>
                  <a:off x="1338212" y="948498"/>
                  <a:ext cx="238137" cy="113833"/>
                </a:xfrm>
                <a:custGeom>
                  <a:rect b="b" l="l" r="r" t="t"/>
                  <a:pathLst>
                    <a:path extrusionOk="0" h="815" w="1705">
                      <a:moveTo>
                        <a:pt x="126" y="134"/>
                      </a:moveTo>
                      <a:cubicBezTo>
                        <a:pt x="167" y="283"/>
                        <a:pt x="0" y="479"/>
                        <a:pt x="119" y="578"/>
                      </a:cubicBezTo>
                      <a:cubicBezTo>
                        <a:pt x="148" y="603"/>
                        <a:pt x="189" y="611"/>
                        <a:pt x="227" y="617"/>
                      </a:cubicBezTo>
                      <a:cubicBezTo>
                        <a:pt x="398" y="645"/>
                        <a:pt x="571" y="674"/>
                        <a:pt x="743" y="702"/>
                      </a:cubicBezTo>
                      <a:cubicBezTo>
                        <a:pt x="876" y="725"/>
                        <a:pt x="1010" y="746"/>
                        <a:pt x="1143" y="768"/>
                      </a:cubicBezTo>
                      <a:cubicBezTo>
                        <a:pt x="1288" y="792"/>
                        <a:pt x="1446" y="814"/>
                        <a:pt x="1576" y="747"/>
                      </a:cubicBezTo>
                      <a:cubicBezTo>
                        <a:pt x="1644" y="712"/>
                        <a:pt x="1705" y="634"/>
                        <a:pt x="1675" y="563"/>
                      </a:cubicBezTo>
                      <a:cubicBezTo>
                        <a:pt x="1664" y="536"/>
                        <a:pt x="1643" y="516"/>
                        <a:pt x="1621" y="498"/>
                      </a:cubicBezTo>
                      <a:cubicBezTo>
                        <a:pt x="1220" y="144"/>
                        <a:pt x="646" y="0"/>
                        <a:pt x="127" y="123"/>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1"/>
                <p:cNvSpPr/>
                <p:nvPr/>
              </p:nvSpPr>
              <p:spPr>
                <a:xfrm>
                  <a:off x="2681428" y="1083701"/>
                  <a:ext cx="297497" cy="163556"/>
                </a:xfrm>
                <a:custGeom>
                  <a:rect b="b" l="l" r="r" t="t"/>
                  <a:pathLst>
                    <a:path extrusionOk="0" h="1171" w="2130">
                      <a:moveTo>
                        <a:pt x="2019" y="178"/>
                      </a:moveTo>
                      <a:cubicBezTo>
                        <a:pt x="2050" y="195"/>
                        <a:pt x="2083" y="214"/>
                        <a:pt x="2097" y="247"/>
                      </a:cubicBezTo>
                      <a:cubicBezTo>
                        <a:pt x="2130" y="315"/>
                        <a:pt x="2069" y="389"/>
                        <a:pt x="2012" y="441"/>
                      </a:cubicBezTo>
                      <a:cubicBezTo>
                        <a:pt x="1599" y="816"/>
                        <a:pt x="1108" y="1170"/>
                        <a:pt x="552" y="1165"/>
                      </a:cubicBezTo>
                      <a:cubicBezTo>
                        <a:pt x="303" y="1162"/>
                        <a:pt x="0" y="1010"/>
                        <a:pt x="23" y="760"/>
                      </a:cubicBezTo>
                      <a:cubicBezTo>
                        <a:pt x="36" y="619"/>
                        <a:pt x="157" y="507"/>
                        <a:pt x="291" y="466"/>
                      </a:cubicBezTo>
                      <a:cubicBezTo>
                        <a:pt x="425" y="423"/>
                        <a:pt x="569" y="438"/>
                        <a:pt x="708" y="459"/>
                      </a:cubicBezTo>
                      <a:cubicBezTo>
                        <a:pt x="831" y="477"/>
                        <a:pt x="955" y="502"/>
                        <a:pt x="1075" y="475"/>
                      </a:cubicBezTo>
                      <a:cubicBezTo>
                        <a:pt x="1195" y="448"/>
                        <a:pt x="1312" y="353"/>
                        <a:pt x="1319" y="229"/>
                      </a:cubicBezTo>
                      <a:cubicBezTo>
                        <a:pt x="1319" y="229"/>
                        <a:pt x="1510" y="0"/>
                        <a:pt x="1693" y="35"/>
                      </a:cubicBezTo>
                      <a:cubicBezTo>
                        <a:pt x="1878" y="67"/>
                        <a:pt x="2019" y="178"/>
                        <a:pt x="2019" y="178"/>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1"/>
                <p:cNvSpPr/>
                <p:nvPr/>
              </p:nvSpPr>
              <p:spPr>
                <a:xfrm>
                  <a:off x="3085775" y="1126441"/>
                  <a:ext cx="206991" cy="146656"/>
                </a:xfrm>
                <a:custGeom>
                  <a:rect b="b" l="l" r="r" t="t"/>
                  <a:pathLst>
                    <a:path extrusionOk="0" h="1050" w="1482">
                      <a:moveTo>
                        <a:pt x="123" y="66"/>
                      </a:moveTo>
                      <a:cubicBezTo>
                        <a:pt x="133" y="23"/>
                        <a:pt x="62" y="1"/>
                        <a:pt x="31" y="32"/>
                      </a:cubicBezTo>
                      <a:cubicBezTo>
                        <a:pt x="0" y="63"/>
                        <a:pt x="1" y="113"/>
                        <a:pt x="4" y="157"/>
                      </a:cubicBezTo>
                      <a:cubicBezTo>
                        <a:pt x="21" y="407"/>
                        <a:pt x="62" y="697"/>
                        <a:pt x="278" y="824"/>
                      </a:cubicBezTo>
                      <a:cubicBezTo>
                        <a:pt x="493" y="949"/>
                        <a:pt x="771" y="1043"/>
                        <a:pt x="975" y="1050"/>
                      </a:cubicBezTo>
                      <a:cubicBezTo>
                        <a:pt x="1482" y="986"/>
                        <a:pt x="577" y="835"/>
                        <a:pt x="686" y="409"/>
                      </a:cubicBezTo>
                      <a:cubicBezTo>
                        <a:pt x="698" y="363"/>
                        <a:pt x="670" y="314"/>
                        <a:pt x="639" y="277"/>
                      </a:cubicBezTo>
                      <a:cubicBezTo>
                        <a:pt x="607" y="238"/>
                        <a:pt x="556" y="220"/>
                        <a:pt x="509" y="205"/>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1"/>
                <p:cNvSpPr/>
                <p:nvPr/>
              </p:nvSpPr>
              <p:spPr>
                <a:xfrm>
                  <a:off x="2841211" y="968471"/>
                  <a:ext cx="160201" cy="148751"/>
                </a:xfrm>
                <a:custGeom>
                  <a:rect b="b" l="l" r="r" t="t"/>
                  <a:pathLst>
                    <a:path extrusionOk="0" h="1065" w="1147">
                      <a:moveTo>
                        <a:pt x="58" y="1"/>
                      </a:moveTo>
                      <a:cubicBezTo>
                        <a:pt x="413" y="197"/>
                        <a:pt x="1055" y="556"/>
                        <a:pt x="1100" y="695"/>
                      </a:cubicBezTo>
                      <a:cubicBezTo>
                        <a:pt x="1147" y="835"/>
                        <a:pt x="1065" y="1065"/>
                        <a:pt x="1008" y="1042"/>
                      </a:cubicBezTo>
                      <a:cubicBezTo>
                        <a:pt x="952" y="1018"/>
                        <a:pt x="1008" y="984"/>
                        <a:pt x="894" y="811"/>
                      </a:cubicBezTo>
                      <a:cubicBezTo>
                        <a:pt x="779" y="638"/>
                        <a:pt x="46" y="257"/>
                        <a:pt x="23" y="140"/>
                      </a:cubicBezTo>
                      <a:cubicBezTo>
                        <a:pt x="0" y="25"/>
                        <a:pt x="58" y="1"/>
                        <a:pt x="58" y="1"/>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7" name="Google Shape;337;p11"/>
            <p:cNvSpPr/>
            <p:nvPr/>
          </p:nvSpPr>
          <p:spPr>
            <a:xfrm>
              <a:off x="8155437" y="3443551"/>
              <a:ext cx="441078" cy="650595"/>
            </a:xfrm>
            <a:custGeom>
              <a:rect b="b" l="l" r="r" t="t"/>
              <a:pathLst>
                <a:path extrusionOk="0" h="4658" w="3158">
                  <a:moveTo>
                    <a:pt x="271" y="405"/>
                  </a:moveTo>
                  <a:cubicBezTo>
                    <a:pt x="1097" y="1638"/>
                    <a:pt x="1219" y="2350"/>
                    <a:pt x="928" y="2716"/>
                  </a:cubicBezTo>
                  <a:cubicBezTo>
                    <a:pt x="194" y="3640"/>
                    <a:pt x="1754" y="3223"/>
                    <a:pt x="1218" y="4225"/>
                  </a:cubicBezTo>
                  <a:cubicBezTo>
                    <a:pt x="1158" y="4337"/>
                    <a:pt x="1524" y="4658"/>
                    <a:pt x="1723" y="4303"/>
                  </a:cubicBezTo>
                  <a:cubicBezTo>
                    <a:pt x="1937" y="3919"/>
                    <a:pt x="2039" y="3322"/>
                    <a:pt x="2410" y="3054"/>
                  </a:cubicBezTo>
                  <a:cubicBezTo>
                    <a:pt x="2838" y="2747"/>
                    <a:pt x="3158" y="2037"/>
                    <a:pt x="2548" y="1976"/>
                  </a:cubicBezTo>
                  <a:cubicBezTo>
                    <a:pt x="1936" y="1914"/>
                    <a:pt x="1555" y="2069"/>
                    <a:pt x="1432" y="1576"/>
                  </a:cubicBezTo>
                  <a:cubicBezTo>
                    <a:pt x="1362" y="1289"/>
                    <a:pt x="1188" y="922"/>
                    <a:pt x="1054" y="663"/>
                  </a:cubicBezTo>
                  <a:cubicBezTo>
                    <a:pt x="955" y="469"/>
                    <a:pt x="748" y="356"/>
                    <a:pt x="531" y="379"/>
                  </a:cubicBezTo>
                  <a:cubicBezTo>
                    <a:pt x="532" y="379"/>
                    <a:pt x="1" y="0"/>
                    <a:pt x="271" y="40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1"/>
            <p:cNvSpPr/>
            <p:nvPr/>
          </p:nvSpPr>
          <p:spPr>
            <a:xfrm>
              <a:off x="7774973" y="3987296"/>
              <a:ext cx="486750" cy="571680"/>
            </a:xfrm>
            <a:custGeom>
              <a:rect b="b" l="l" r="r" t="t"/>
              <a:pathLst>
                <a:path extrusionOk="0" h="4093" w="3485">
                  <a:moveTo>
                    <a:pt x="3127" y="114"/>
                  </a:moveTo>
                  <a:cubicBezTo>
                    <a:pt x="2802" y="0"/>
                    <a:pt x="2447" y="192"/>
                    <a:pt x="2384" y="532"/>
                  </a:cubicBezTo>
                  <a:cubicBezTo>
                    <a:pt x="2294" y="1027"/>
                    <a:pt x="2157" y="1524"/>
                    <a:pt x="1834" y="1565"/>
                  </a:cubicBezTo>
                  <a:cubicBezTo>
                    <a:pt x="1346" y="1627"/>
                    <a:pt x="612" y="2553"/>
                    <a:pt x="429" y="2736"/>
                  </a:cubicBezTo>
                  <a:cubicBezTo>
                    <a:pt x="245" y="2921"/>
                    <a:pt x="1" y="4093"/>
                    <a:pt x="857" y="3907"/>
                  </a:cubicBezTo>
                  <a:cubicBezTo>
                    <a:pt x="1713" y="3724"/>
                    <a:pt x="1895" y="3291"/>
                    <a:pt x="2201" y="2674"/>
                  </a:cubicBezTo>
                  <a:cubicBezTo>
                    <a:pt x="2507" y="2058"/>
                    <a:pt x="3240" y="1688"/>
                    <a:pt x="3302" y="1257"/>
                  </a:cubicBezTo>
                  <a:cubicBezTo>
                    <a:pt x="3361" y="825"/>
                    <a:pt x="3484" y="208"/>
                    <a:pt x="3241" y="148"/>
                  </a:cubicBezTo>
                  <a:cubicBezTo>
                    <a:pt x="3206" y="140"/>
                    <a:pt x="3167" y="128"/>
                    <a:pt x="3127"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 name="Google Shape;339;p11"/>
          <p:cNvSpPr txBox="1"/>
          <p:nvPr>
            <p:ph hasCustomPrompt="1" type="title"/>
          </p:nvPr>
        </p:nvSpPr>
        <p:spPr>
          <a:xfrm rot="387">
            <a:off x="1906050" y="1259850"/>
            <a:ext cx="5331900" cy="2183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9600"/>
              <a:buNone/>
              <a:defRPr sz="12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340" name="Google Shape;340;p11"/>
          <p:cNvSpPr txBox="1"/>
          <p:nvPr>
            <p:ph idx="1" type="subTitle"/>
          </p:nvPr>
        </p:nvSpPr>
        <p:spPr>
          <a:xfrm>
            <a:off x="2268250" y="3299950"/>
            <a:ext cx="4607400" cy="6507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41" name="Shape 34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342" name="Shape 342"/>
        <p:cNvGrpSpPr/>
        <p:nvPr/>
      </p:nvGrpSpPr>
      <p:grpSpPr>
        <a:xfrm>
          <a:off x="0" y="0"/>
          <a:ext cx="0" cy="0"/>
          <a:chOff x="0" y="0"/>
          <a:chExt cx="0" cy="0"/>
        </a:xfrm>
      </p:grpSpPr>
      <p:pic>
        <p:nvPicPr>
          <p:cNvPr id="343" name="Google Shape;343;p13"/>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344" name="Google Shape;344;p13"/>
          <p:cNvSpPr txBox="1"/>
          <p:nvPr>
            <p:ph hasCustomPrompt="1" type="title"/>
          </p:nvPr>
        </p:nvSpPr>
        <p:spPr>
          <a:xfrm rot="2855">
            <a:off x="1606716" y="1309305"/>
            <a:ext cx="722400" cy="5760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8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345" name="Google Shape;345;p13"/>
          <p:cNvSpPr txBox="1"/>
          <p:nvPr>
            <p:ph idx="2" type="title"/>
          </p:nvPr>
        </p:nvSpPr>
        <p:spPr>
          <a:xfrm>
            <a:off x="720816" y="1941040"/>
            <a:ext cx="2494200" cy="4299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46" name="Google Shape;346;p13"/>
          <p:cNvSpPr txBox="1"/>
          <p:nvPr>
            <p:ph idx="1" type="subTitle"/>
          </p:nvPr>
        </p:nvSpPr>
        <p:spPr>
          <a:xfrm>
            <a:off x="720816" y="2343110"/>
            <a:ext cx="2494200" cy="60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47" name="Google Shape;347;p13"/>
          <p:cNvSpPr txBox="1"/>
          <p:nvPr>
            <p:ph idx="3"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48" name="Google Shape;348;p13"/>
          <p:cNvSpPr txBox="1"/>
          <p:nvPr>
            <p:ph hasCustomPrompt="1" idx="4" type="title"/>
          </p:nvPr>
        </p:nvSpPr>
        <p:spPr>
          <a:xfrm rot="2862">
            <a:off x="4211700" y="1309305"/>
            <a:ext cx="720600" cy="5760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8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349" name="Google Shape;349;p13"/>
          <p:cNvSpPr txBox="1"/>
          <p:nvPr>
            <p:ph idx="5" type="title"/>
          </p:nvPr>
        </p:nvSpPr>
        <p:spPr>
          <a:xfrm>
            <a:off x="3324900" y="1943820"/>
            <a:ext cx="2496300" cy="4326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50" name="Google Shape;350;p13"/>
          <p:cNvSpPr txBox="1"/>
          <p:nvPr>
            <p:ph idx="6" type="subTitle"/>
          </p:nvPr>
        </p:nvSpPr>
        <p:spPr>
          <a:xfrm>
            <a:off x="3324900" y="2344010"/>
            <a:ext cx="2494200" cy="60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1" name="Google Shape;351;p13"/>
          <p:cNvSpPr txBox="1"/>
          <p:nvPr>
            <p:ph hasCustomPrompt="1" idx="7" type="title"/>
          </p:nvPr>
        </p:nvSpPr>
        <p:spPr>
          <a:xfrm rot="1431">
            <a:off x="6815784" y="1309155"/>
            <a:ext cx="720600" cy="576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8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352" name="Google Shape;352;p13"/>
          <p:cNvSpPr txBox="1"/>
          <p:nvPr>
            <p:ph idx="8" type="title"/>
          </p:nvPr>
        </p:nvSpPr>
        <p:spPr>
          <a:xfrm>
            <a:off x="5928984" y="1943820"/>
            <a:ext cx="2496300" cy="4326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53" name="Google Shape;353;p13"/>
          <p:cNvSpPr txBox="1"/>
          <p:nvPr>
            <p:ph idx="9" type="subTitle"/>
          </p:nvPr>
        </p:nvSpPr>
        <p:spPr>
          <a:xfrm>
            <a:off x="5928984" y="2344010"/>
            <a:ext cx="2494200" cy="60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4" name="Google Shape;354;p13"/>
          <p:cNvSpPr txBox="1"/>
          <p:nvPr>
            <p:ph hasCustomPrompt="1" idx="13" type="title"/>
          </p:nvPr>
        </p:nvSpPr>
        <p:spPr>
          <a:xfrm rot="1431">
            <a:off x="2887545" y="2987702"/>
            <a:ext cx="720600" cy="572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8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355" name="Google Shape;355;p13"/>
          <p:cNvSpPr txBox="1"/>
          <p:nvPr>
            <p:ph idx="14" type="title"/>
          </p:nvPr>
        </p:nvSpPr>
        <p:spPr>
          <a:xfrm>
            <a:off x="2021808" y="3588957"/>
            <a:ext cx="2496300" cy="466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56" name="Google Shape;356;p13"/>
          <p:cNvSpPr txBox="1"/>
          <p:nvPr>
            <p:ph idx="15" type="subTitle"/>
          </p:nvPr>
        </p:nvSpPr>
        <p:spPr>
          <a:xfrm>
            <a:off x="2021808" y="3993873"/>
            <a:ext cx="2494200" cy="60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7" name="Google Shape;357;p13"/>
          <p:cNvSpPr txBox="1"/>
          <p:nvPr>
            <p:ph hasCustomPrompt="1" idx="16" type="title"/>
          </p:nvPr>
        </p:nvSpPr>
        <p:spPr>
          <a:xfrm rot="1431">
            <a:off x="5513742" y="2987702"/>
            <a:ext cx="720600" cy="572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8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358" name="Google Shape;358;p13"/>
          <p:cNvSpPr txBox="1"/>
          <p:nvPr>
            <p:ph idx="17" type="title"/>
          </p:nvPr>
        </p:nvSpPr>
        <p:spPr>
          <a:xfrm>
            <a:off x="4626942" y="3588893"/>
            <a:ext cx="2496300" cy="466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59" name="Google Shape;359;p13"/>
          <p:cNvSpPr txBox="1"/>
          <p:nvPr>
            <p:ph idx="18" type="subTitle"/>
          </p:nvPr>
        </p:nvSpPr>
        <p:spPr>
          <a:xfrm>
            <a:off x="4626942" y="3993873"/>
            <a:ext cx="2494200" cy="60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360" name="Google Shape;360;p13"/>
          <p:cNvGrpSpPr/>
          <p:nvPr/>
        </p:nvGrpSpPr>
        <p:grpSpPr>
          <a:xfrm>
            <a:off x="-2806857" y="-312489"/>
            <a:ext cx="4267352" cy="3819577"/>
            <a:chOff x="3732700" y="316125"/>
            <a:chExt cx="2435425" cy="2179875"/>
          </a:xfrm>
        </p:grpSpPr>
        <p:sp>
          <p:nvSpPr>
            <p:cNvPr id="361" name="Google Shape;361;p13"/>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3"/>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3"/>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3"/>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3"/>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3"/>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3"/>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3"/>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3"/>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3"/>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3"/>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3"/>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3"/>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3"/>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 name="Google Shape;375;p13"/>
          <p:cNvGrpSpPr/>
          <p:nvPr/>
        </p:nvGrpSpPr>
        <p:grpSpPr>
          <a:xfrm>
            <a:off x="7845693" y="2223586"/>
            <a:ext cx="4267352" cy="3819577"/>
            <a:chOff x="3732700" y="316125"/>
            <a:chExt cx="2435425" cy="2179875"/>
          </a:xfrm>
        </p:grpSpPr>
        <p:sp>
          <p:nvSpPr>
            <p:cNvPr id="376" name="Google Shape;376;p13"/>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3"/>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3"/>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3"/>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3"/>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3"/>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3"/>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3"/>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3"/>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3"/>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3"/>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3"/>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3"/>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3"/>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90" name="Shape 390"/>
        <p:cNvGrpSpPr/>
        <p:nvPr/>
      </p:nvGrpSpPr>
      <p:grpSpPr>
        <a:xfrm>
          <a:off x="0" y="0"/>
          <a:ext cx="0" cy="0"/>
          <a:chOff x="0" y="0"/>
          <a:chExt cx="0" cy="0"/>
        </a:xfrm>
      </p:grpSpPr>
      <p:pic>
        <p:nvPicPr>
          <p:cNvPr id="391" name="Google Shape;391;p14"/>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392" name="Google Shape;392;p14"/>
          <p:cNvGrpSpPr/>
          <p:nvPr/>
        </p:nvGrpSpPr>
        <p:grpSpPr>
          <a:xfrm>
            <a:off x="4678750" y="-2129738"/>
            <a:ext cx="3221569" cy="5441547"/>
            <a:chOff x="6943325" y="-78238"/>
            <a:chExt cx="3221569" cy="5441547"/>
          </a:xfrm>
        </p:grpSpPr>
        <p:grpSp>
          <p:nvGrpSpPr>
            <p:cNvPr id="393" name="Google Shape;393;p14"/>
            <p:cNvGrpSpPr/>
            <p:nvPr/>
          </p:nvGrpSpPr>
          <p:grpSpPr>
            <a:xfrm>
              <a:off x="9008787" y="3476775"/>
              <a:ext cx="1156107" cy="1886533"/>
              <a:chOff x="2983625" y="1907750"/>
              <a:chExt cx="571425" cy="932450"/>
            </a:xfrm>
          </p:grpSpPr>
          <p:sp>
            <p:nvSpPr>
              <p:cNvPr id="394" name="Google Shape;394;p14"/>
              <p:cNvSpPr/>
              <p:nvPr/>
            </p:nvSpPr>
            <p:spPr>
              <a:xfrm>
                <a:off x="2983625" y="1907750"/>
                <a:ext cx="571425" cy="932450"/>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4"/>
              <p:cNvSpPr/>
              <p:nvPr/>
            </p:nvSpPr>
            <p:spPr>
              <a:xfrm>
                <a:off x="3218150" y="2758150"/>
                <a:ext cx="49375" cy="28550"/>
              </a:xfrm>
              <a:custGeom>
                <a:rect b="b" l="l" r="r" t="t"/>
                <a:pathLst>
                  <a:path extrusionOk="0" h="1142" w="1975">
                    <a:moveTo>
                      <a:pt x="925" y="118"/>
                    </a:moveTo>
                    <a:cubicBezTo>
                      <a:pt x="729" y="0"/>
                      <a:pt x="465" y="12"/>
                      <a:pt x="280" y="146"/>
                    </a:cubicBezTo>
                    <a:cubicBezTo>
                      <a:pt x="96" y="280"/>
                      <a:pt x="1" y="530"/>
                      <a:pt x="48" y="753"/>
                    </a:cubicBezTo>
                    <a:cubicBezTo>
                      <a:pt x="535" y="1141"/>
                      <a:pt x="1302" y="1108"/>
                      <a:pt x="1755" y="680"/>
                    </a:cubicBezTo>
                    <a:cubicBezTo>
                      <a:pt x="1873" y="568"/>
                      <a:pt x="1974" y="407"/>
                      <a:pt x="1930" y="249"/>
                    </a:cubicBezTo>
                    <a:cubicBezTo>
                      <a:pt x="1878" y="74"/>
                      <a:pt x="1670" y="0"/>
                      <a:pt x="1489" y="0"/>
                    </a:cubicBezTo>
                    <a:cubicBezTo>
                      <a:pt x="1309" y="1"/>
                      <a:pt x="1126" y="51"/>
                      <a:pt x="950" y="1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 name="Google Shape;396;p14"/>
            <p:cNvSpPr/>
            <p:nvPr/>
          </p:nvSpPr>
          <p:spPr>
            <a:xfrm>
              <a:off x="9174624" y="3265167"/>
              <a:ext cx="146682" cy="59229"/>
            </a:xfrm>
            <a:custGeom>
              <a:rect b="b" l="l" r="r" t="t"/>
              <a:pathLst>
                <a:path extrusionOk="0" h="1171" w="2900">
                  <a:moveTo>
                    <a:pt x="575" y="95"/>
                  </a:moveTo>
                  <a:cubicBezTo>
                    <a:pt x="1353" y="116"/>
                    <a:pt x="2126" y="329"/>
                    <a:pt x="2805" y="709"/>
                  </a:cubicBezTo>
                  <a:cubicBezTo>
                    <a:pt x="2849" y="733"/>
                    <a:pt x="2900" y="773"/>
                    <a:pt x="2888" y="823"/>
                  </a:cubicBezTo>
                  <a:cubicBezTo>
                    <a:pt x="2877" y="864"/>
                    <a:pt x="2830" y="882"/>
                    <a:pt x="2789" y="892"/>
                  </a:cubicBezTo>
                  <a:cubicBezTo>
                    <a:pt x="1892" y="1110"/>
                    <a:pt x="959" y="1170"/>
                    <a:pt x="44" y="1071"/>
                  </a:cubicBezTo>
                  <a:cubicBezTo>
                    <a:pt x="1" y="941"/>
                    <a:pt x="143" y="818"/>
                    <a:pt x="278" y="799"/>
                  </a:cubicBezTo>
                  <a:cubicBezTo>
                    <a:pt x="414" y="782"/>
                    <a:pt x="555" y="821"/>
                    <a:pt x="688" y="791"/>
                  </a:cubicBezTo>
                  <a:cubicBezTo>
                    <a:pt x="822" y="762"/>
                    <a:pt x="946" y="607"/>
                    <a:pt x="871" y="492"/>
                  </a:cubicBezTo>
                  <a:cubicBezTo>
                    <a:pt x="761" y="496"/>
                    <a:pt x="648" y="497"/>
                    <a:pt x="547" y="451"/>
                  </a:cubicBezTo>
                  <a:cubicBezTo>
                    <a:pt x="446" y="406"/>
                    <a:pt x="365" y="300"/>
                    <a:pt x="380" y="190"/>
                  </a:cubicBezTo>
                  <a:cubicBezTo>
                    <a:pt x="396" y="81"/>
                    <a:pt x="539" y="0"/>
                    <a:pt x="624" y="7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4"/>
            <p:cNvSpPr/>
            <p:nvPr/>
          </p:nvSpPr>
          <p:spPr>
            <a:xfrm>
              <a:off x="9326415" y="3296780"/>
              <a:ext cx="53008" cy="30500"/>
            </a:xfrm>
            <a:custGeom>
              <a:rect b="b" l="l" r="r" t="t"/>
              <a:pathLst>
                <a:path extrusionOk="0" h="603" w="1048">
                  <a:moveTo>
                    <a:pt x="879" y="152"/>
                  </a:moveTo>
                  <a:cubicBezTo>
                    <a:pt x="628" y="65"/>
                    <a:pt x="342" y="85"/>
                    <a:pt x="107" y="209"/>
                  </a:cubicBezTo>
                  <a:cubicBezTo>
                    <a:pt x="69" y="230"/>
                    <a:pt x="28" y="258"/>
                    <a:pt x="18" y="302"/>
                  </a:cubicBezTo>
                  <a:cubicBezTo>
                    <a:pt x="0" y="377"/>
                    <a:pt x="87" y="432"/>
                    <a:pt x="159" y="459"/>
                  </a:cubicBezTo>
                  <a:cubicBezTo>
                    <a:pt x="357" y="535"/>
                    <a:pt x="583" y="602"/>
                    <a:pt x="777" y="513"/>
                  </a:cubicBezTo>
                  <a:cubicBezTo>
                    <a:pt x="970" y="424"/>
                    <a:pt x="1047" y="103"/>
                    <a:pt x="861"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4"/>
            <p:cNvSpPr/>
            <p:nvPr/>
          </p:nvSpPr>
          <p:spPr>
            <a:xfrm>
              <a:off x="8932850" y="3179231"/>
              <a:ext cx="247134" cy="102121"/>
            </a:xfrm>
            <a:custGeom>
              <a:rect b="b" l="l" r="r" t="t"/>
              <a:pathLst>
                <a:path extrusionOk="0" h="2019" w="4886">
                  <a:moveTo>
                    <a:pt x="3528" y="1951"/>
                  </a:moveTo>
                  <a:cubicBezTo>
                    <a:pt x="3426" y="1936"/>
                    <a:pt x="3319" y="1913"/>
                    <a:pt x="3247" y="1839"/>
                  </a:cubicBezTo>
                  <a:cubicBezTo>
                    <a:pt x="3154" y="1744"/>
                    <a:pt x="3147" y="1591"/>
                    <a:pt x="3075" y="1481"/>
                  </a:cubicBezTo>
                  <a:cubicBezTo>
                    <a:pt x="2919" y="1238"/>
                    <a:pt x="2565" y="1289"/>
                    <a:pt x="2282" y="1239"/>
                  </a:cubicBezTo>
                  <a:cubicBezTo>
                    <a:pt x="1991" y="1189"/>
                    <a:pt x="1740" y="1011"/>
                    <a:pt x="1480" y="869"/>
                  </a:cubicBezTo>
                  <a:cubicBezTo>
                    <a:pt x="1219" y="729"/>
                    <a:pt x="910" y="620"/>
                    <a:pt x="633" y="723"/>
                  </a:cubicBezTo>
                  <a:cubicBezTo>
                    <a:pt x="440" y="795"/>
                    <a:pt x="179" y="940"/>
                    <a:pt x="76" y="761"/>
                  </a:cubicBezTo>
                  <a:cubicBezTo>
                    <a:pt x="1" y="632"/>
                    <a:pt x="130" y="471"/>
                    <a:pt x="272" y="427"/>
                  </a:cubicBezTo>
                  <a:cubicBezTo>
                    <a:pt x="412" y="383"/>
                    <a:pt x="568" y="402"/>
                    <a:pt x="706" y="351"/>
                  </a:cubicBezTo>
                  <a:cubicBezTo>
                    <a:pt x="932" y="267"/>
                    <a:pt x="1088" y="7"/>
                    <a:pt x="1330" y="4"/>
                  </a:cubicBezTo>
                  <a:cubicBezTo>
                    <a:pt x="1593" y="0"/>
                    <a:pt x="1760" y="303"/>
                    <a:pt x="2014" y="378"/>
                  </a:cubicBezTo>
                  <a:cubicBezTo>
                    <a:pt x="2166" y="422"/>
                    <a:pt x="2327" y="378"/>
                    <a:pt x="2485" y="372"/>
                  </a:cubicBezTo>
                  <a:cubicBezTo>
                    <a:pt x="2903" y="355"/>
                    <a:pt x="3281" y="603"/>
                    <a:pt x="3625" y="841"/>
                  </a:cubicBezTo>
                  <a:lnTo>
                    <a:pt x="4751" y="1619"/>
                  </a:lnTo>
                  <a:cubicBezTo>
                    <a:pt x="4784" y="1642"/>
                    <a:pt x="4819" y="1666"/>
                    <a:pt x="4840" y="1702"/>
                  </a:cubicBezTo>
                  <a:cubicBezTo>
                    <a:pt x="4886" y="1781"/>
                    <a:pt x="4840" y="1889"/>
                    <a:pt x="4763" y="1941"/>
                  </a:cubicBezTo>
                  <a:cubicBezTo>
                    <a:pt x="4688" y="1992"/>
                    <a:pt x="4591" y="2002"/>
                    <a:pt x="4499" y="2006"/>
                  </a:cubicBezTo>
                  <a:cubicBezTo>
                    <a:pt x="4174" y="2018"/>
                    <a:pt x="3848" y="2002"/>
                    <a:pt x="3528" y="19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4"/>
            <p:cNvSpPr/>
            <p:nvPr/>
          </p:nvSpPr>
          <p:spPr>
            <a:xfrm>
              <a:off x="9078218" y="3302394"/>
              <a:ext cx="41526" cy="28881"/>
            </a:xfrm>
            <a:custGeom>
              <a:rect b="b" l="l" r="r" t="t"/>
              <a:pathLst>
                <a:path extrusionOk="0" h="571" w="821">
                  <a:moveTo>
                    <a:pt x="5" y="206"/>
                  </a:moveTo>
                  <a:cubicBezTo>
                    <a:pt x="120" y="62"/>
                    <a:pt x="326" y="0"/>
                    <a:pt x="501" y="57"/>
                  </a:cubicBezTo>
                  <a:cubicBezTo>
                    <a:pt x="677" y="114"/>
                    <a:pt x="809" y="284"/>
                    <a:pt x="820" y="470"/>
                  </a:cubicBezTo>
                  <a:cubicBezTo>
                    <a:pt x="542" y="571"/>
                    <a:pt x="206" y="495"/>
                    <a:pt x="0" y="28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4"/>
            <p:cNvSpPr/>
            <p:nvPr/>
          </p:nvSpPr>
          <p:spPr>
            <a:xfrm>
              <a:off x="8786420" y="1071350"/>
              <a:ext cx="746358" cy="809078"/>
            </a:xfrm>
            <a:custGeom>
              <a:rect b="b" l="l" r="r" t="t"/>
              <a:pathLst>
                <a:path extrusionOk="0" h="15996" w="14756">
                  <a:moveTo>
                    <a:pt x="1284" y="368"/>
                  </a:moveTo>
                  <a:cubicBezTo>
                    <a:pt x="826" y="1199"/>
                    <a:pt x="1" y="3789"/>
                    <a:pt x="549" y="4437"/>
                  </a:cubicBezTo>
                  <a:cubicBezTo>
                    <a:pt x="1099" y="5084"/>
                    <a:pt x="1558" y="6008"/>
                    <a:pt x="3116" y="6101"/>
                  </a:cubicBezTo>
                  <a:cubicBezTo>
                    <a:pt x="4674" y="6194"/>
                    <a:pt x="5500" y="5825"/>
                    <a:pt x="6140" y="6379"/>
                  </a:cubicBezTo>
                  <a:cubicBezTo>
                    <a:pt x="6781" y="6934"/>
                    <a:pt x="9624" y="8968"/>
                    <a:pt x="8341" y="10355"/>
                  </a:cubicBezTo>
                  <a:cubicBezTo>
                    <a:pt x="7058" y="11742"/>
                    <a:pt x="4436" y="13838"/>
                    <a:pt x="6508" y="13406"/>
                  </a:cubicBezTo>
                  <a:cubicBezTo>
                    <a:pt x="9167" y="12852"/>
                    <a:pt x="10449" y="15996"/>
                    <a:pt x="11273" y="15719"/>
                  </a:cubicBezTo>
                  <a:cubicBezTo>
                    <a:pt x="12099" y="15442"/>
                    <a:pt x="12373" y="14147"/>
                    <a:pt x="11640" y="12852"/>
                  </a:cubicBezTo>
                  <a:cubicBezTo>
                    <a:pt x="10906" y="11557"/>
                    <a:pt x="10999" y="10078"/>
                    <a:pt x="11732" y="10909"/>
                  </a:cubicBezTo>
                  <a:cubicBezTo>
                    <a:pt x="12465" y="11742"/>
                    <a:pt x="14756" y="11835"/>
                    <a:pt x="12649" y="9524"/>
                  </a:cubicBezTo>
                  <a:cubicBezTo>
                    <a:pt x="10540" y="7210"/>
                    <a:pt x="10999" y="6101"/>
                    <a:pt x="10082" y="5362"/>
                  </a:cubicBezTo>
                  <a:cubicBezTo>
                    <a:pt x="9165" y="4623"/>
                    <a:pt x="7516" y="3050"/>
                    <a:pt x="6783" y="2312"/>
                  </a:cubicBezTo>
                  <a:cubicBezTo>
                    <a:pt x="6049" y="1571"/>
                    <a:pt x="6417" y="1849"/>
                    <a:pt x="5042" y="925"/>
                  </a:cubicBezTo>
                  <a:cubicBezTo>
                    <a:pt x="3667" y="0"/>
                    <a:pt x="2750" y="184"/>
                    <a:pt x="2658" y="647"/>
                  </a:cubicBezTo>
                  <a:cubicBezTo>
                    <a:pt x="2566" y="1111"/>
                    <a:pt x="2109" y="554"/>
                    <a:pt x="1833" y="463"/>
                  </a:cubicBezTo>
                  <a:cubicBezTo>
                    <a:pt x="1559" y="368"/>
                    <a:pt x="1284" y="368"/>
                    <a:pt x="1284" y="3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4"/>
            <p:cNvSpPr/>
            <p:nvPr/>
          </p:nvSpPr>
          <p:spPr>
            <a:xfrm>
              <a:off x="8638119" y="-78238"/>
              <a:ext cx="853032" cy="1140073"/>
            </a:xfrm>
            <a:custGeom>
              <a:rect b="b" l="l" r="r" t="t"/>
              <a:pathLst>
                <a:path extrusionOk="0" h="22540" w="16865">
                  <a:moveTo>
                    <a:pt x="13290" y="7652"/>
                  </a:moveTo>
                  <a:cubicBezTo>
                    <a:pt x="13747" y="7005"/>
                    <a:pt x="15582" y="4972"/>
                    <a:pt x="16131" y="3861"/>
                  </a:cubicBezTo>
                  <a:cubicBezTo>
                    <a:pt x="16681" y="2752"/>
                    <a:pt x="16864" y="1364"/>
                    <a:pt x="14848" y="903"/>
                  </a:cubicBezTo>
                  <a:cubicBezTo>
                    <a:pt x="12832" y="439"/>
                    <a:pt x="10113" y="1"/>
                    <a:pt x="8983" y="532"/>
                  </a:cubicBezTo>
                  <a:cubicBezTo>
                    <a:pt x="7607" y="1180"/>
                    <a:pt x="2749" y="3677"/>
                    <a:pt x="2749" y="4324"/>
                  </a:cubicBezTo>
                  <a:cubicBezTo>
                    <a:pt x="2749" y="4972"/>
                    <a:pt x="2749" y="5989"/>
                    <a:pt x="3207" y="6728"/>
                  </a:cubicBezTo>
                  <a:cubicBezTo>
                    <a:pt x="3665" y="7469"/>
                    <a:pt x="4032" y="8578"/>
                    <a:pt x="5682" y="8207"/>
                  </a:cubicBezTo>
                  <a:cubicBezTo>
                    <a:pt x="7331" y="7837"/>
                    <a:pt x="8614" y="8671"/>
                    <a:pt x="6690" y="9039"/>
                  </a:cubicBezTo>
                  <a:cubicBezTo>
                    <a:pt x="4766" y="9409"/>
                    <a:pt x="2474" y="8576"/>
                    <a:pt x="2200" y="7467"/>
                  </a:cubicBezTo>
                  <a:cubicBezTo>
                    <a:pt x="1924" y="6358"/>
                    <a:pt x="642" y="5987"/>
                    <a:pt x="458" y="7374"/>
                  </a:cubicBezTo>
                  <a:cubicBezTo>
                    <a:pt x="276" y="8760"/>
                    <a:pt x="0" y="10426"/>
                    <a:pt x="550" y="11443"/>
                  </a:cubicBezTo>
                  <a:cubicBezTo>
                    <a:pt x="1099" y="12460"/>
                    <a:pt x="1008" y="13662"/>
                    <a:pt x="2383" y="14033"/>
                  </a:cubicBezTo>
                  <a:cubicBezTo>
                    <a:pt x="3758" y="14403"/>
                    <a:pt x="4766" y="15050"/>
                    <a:pt x="4307" y="15789"/>
                  </a:cubicBezTo>
                  <a:cubicBezTo>
                    <a:pt x="3849" y="16530"/>
                    <a:pt x="3207" y="17916"/>
                    <a:pt x="2291" y="17732"/>
                  </a:cubicBezTo>
                  <a:cubicBezTo>
                    <a:pt x="1375" y="17547"/>
                    <a:pt x="91" y="16345"/>
                    <a:pt x="91" y="16991"/>
                  </a:cubicBezTo>
                  <a:cubicBezTo>
                    <a:pt x="91" y="17639"/>
                    <a:pt x="457" y="17823"/>
                    <a:pt x="1375" y="18748"/>
                  </a:cubicBezTo>
                  <a:cubicBezTo>
                    <a:pt x="2291" y="19672"/>
                    <a:pt x="1191" y="20967"/>
                    <a:pt x="2015" y="21338"/>
                  </a:cubicBezTo>
                  <a:cubicBezTo>
                    <a:pt x="2841" y="21708"/>
                    <a:pt x="7697" y="22540"/>
                    <a:pt x="7789" y="21892"/>
                  </a:cubicBezTo>
                  <a:cubicBezTo>
                    <a:pt x="7881" y="21245"/>
                    <a:pt x="8706" y="19395"/>
                    <a:pt x="6964" y="19488"/>
                  </a:cubicBezTo>
                  <a:cubicBezTo>
                    <a:pt x="5223" y="19581"/>
                    <a:pt x="3573" y="20320"/>
                    <a:pt x="3480" y="19488"/>
                  </a:cubicBezTo>
                  <a:cubicBezTo>
                    <a:pt x="3389" y="18656"/>
                    <a:pt x="3847" y="17639"/>
                    <a:pt x="5130" y="18009"/>
                  </a:cubicBezTo>
                  <a:cubicBezTo>
                    <a:pt x="6413" y="18379"/>
                    <a:pt x="8337" y="18379"/>
                    <a:pt x="8429" y="17732"/>
                  </a:cubicBezTo>
                  <a:cubicBezTo>
                    <a:pt x="8521" y="17084"/>
                    <a:pt x="8154" y="15605"/>
                    <a:pt x="8887" y="15050"/>
                  </a:cubicBezTo>
                  <a:cubicBezTo>
                    <a:pt x="9620" y="14496"/>
                    <a:pt x="11086" y="12460"/>
                    <a:pt x="10719" y="11629"/>
                  </a:cubicBezTo>
                  <a:cubicBezTo>
                    <a:pt x="10357" y="10797"/>
                    <a:pt x="13290" y="7652"/>
                    <a:pt x="13290" y="76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4"/>
            <p:cNvSpPr/>
            <p:nvPr/>
          </p:nvSpPr>
          <p:spPr>
            <a:xfrm>
              <a:off x="7953211" y="1039889"/>
              <a:ext cx="318705" cy="297967"/>
            </a:xfrm>
            <a:custGeom>
              <a:rect b="b" l="l" r="r" t="t"/>
              <a:pathLst>
                <a:path extrusionOk="0" h="5891" w="6301">
                  <a:moveTo>
                    <a:pt x="1237" y="16"/>
                  </a:moveTo>
                  <a:cubicBezTo>
                    <a:pt x="852" y="25"/>
                    <a:pt x="533" y="311"/>
                    <a:pt x="472" y="695"/>
                  </a:cubicBezTo>
                  <a:cubicBezTo>
                    <a:pt x="327" y="1614"/>
                    <a:pt x="0" y="3208"/>
                    <a:pt x="343" y="3764"/>
                  </a:cubicBezTo>
                  <a:cubicBezTo>
                    <a:pt x="801" y="4504"/>
                    <a:pt x="1260" y="5891"/>
                    <a:pt x="1993" y="4965"/>
                  </a:cubicBezTo>
                  <a:cubicBezTo>
                    <a:pt x="2726" y="4041"/>
                    <a:pt x="2634" y="2839"/>
                    <a:pt x="3276" y="2561"/>
                  </a:cubicBezTo>
                  <a:cubicBezTo>
                    <a:pt x="3917" y="2285"/>
                    <a:pt x="6300" y="1266"/>
                    <a:pt x="4376" y="528"/>
                  </a:cubicBezTo>
                  <a:cubicBezTo>
                    <a:pt x="3173" y="65"/>
                    <a:pt x="1969" y="0"/>
                    <a:pt x="1237" y="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4"/>
            <p:cNvSpPr/>
            <p:nvPr/>
          </p:nvSpPr>
          <p:spPr>
            <a:xfrm>
              <a:off x="8114259" y="1052534"/>
              <a:ext cx="449707" cy="467764"/>
            </a:xfrm>
            <a:custGeom>
              <a:rect b="b" l="l" r="r" t="t"/>
              <a:pathLst>
                <a:path extrusionOk="0" h="9248" w="8891">
                  <a:moveTo>
                    <a:pt x="459" y="2496"/>
                  </a:moveTo>
                  <a:cubicBezTo>
                    <a:pt x="92" y="3144"/>
                    <a:pt x="0" y="4068"/>
                    <a:pt x="367" y="4161"/>
                  </a:cubicBezTo>
                  <a:cubicBezTo>
                    <a:pt x="733" y="4254"/>
                    <a:pt x="459" y="4809"/>
                    <a:pt x="549" y="5178"/>
                  </a:cubicBezTo>
                  <a:cubicBezTo>
                    <a:pt x="641" y="5549"/>
                    <a:pt x="1375" y="5456"/>
                    <a:pt x="2107" y="5456"/>
                  </a:cubicBezTo>
                  <a:cubicBezTo>
                    <a:pt x="2842" y="5456"/>
                    <a:pt x="3849" y="5826"/>
                    <a:pt x="2657" y="6104"/>
                  </a:cubicBezTo>
                  <a:cubicBezTo>
                    <a:pt x="1466" y="6380"/>
                    <a:pt x="641" y="6473"/>
                    <a:pt x="1374" y="7121"/>
                  </a:cubicBezTo>
                  <a:cubicBezTo>
                    <a:pt x="2107" y="7768"/>
                    <a:pt x="2382" y="9248"/>
                    <a:pt x="3574" y="8786"/>
                  </a:cubicBezTo>
                  <a:cubicBezTo>
                    <a:pt x="4766" y="8324"/>
                    <a:pt x="6049" y="7677"/>
                    <a:pt x="6599" y="7677"/>
                  </a:cubicBezTo>
                  <a:cubicBezTo>
                    <a:pt x="7147" y="7677"/>
                    <a:pt x="8890" y="8324"/>
                    <a:pt x="8248" y="6936"/>
                  </a:cubicBezTo>
                  <a:cubicBezTo>
                    <a:pt x="7607" y="5550"/>
                    <a:pt x="6965" y="5364"/>
                    <a:pt x="6781" y="4347"/>
                  </a:cubicBezTo>
                  <a:cubicBezTo>
                    <a:pt x="6599" y="3329"/>
                    <a:pt x="6965" y="1"/>
                    <a:pt x="5956" y="925"/>
                  </a:cubicBezTo>
                  <a:cubicBezTo>
                    <a:pt x="4948" y="1850"/>
                    <a:pt x="4764" y="3145"/>
                    <a:pt x="4032" y="2590"/>
                  </a:cubicBezTo>
                  <a:cubicBezTo>
                    <a:pt x="3298" y="2036"/>
                    <a:pt x="2291" y="1204"/>
                    <a:pt x="1648" y="1572"/>
                  </a:cubicBezTo>
                  <a:cubicBezTo>
                    <a:pt x="1007" y="1942"/>
                    <a:pt x="459" y="2496"/>
                    <a:pt x="459" y="249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4"/>
            <p:cNvSpPr/>
            <p:nvPr/>
          </p:nvSpPr>
          <p:spPr>
            <a:xfrm>
              <a:off x="8007585" y="678291"/>
              <a:ext cx="278190" cy="210565"/>
            </a:xfrm>
            <a:custGeom>
              <a:rect b="b" l="l" r="r" t="t"/>
              <a:pathLst>
                <a:path extrusionOk="0" h="4163" w="5500">
                  <a:moveTo>
                    <a:pt x="2476" y="1110"/>
                  </a:moveTo>
                  <a:cubicBezTo>
                    <a:pt x="1376" y="1758"/>
                    <a:pt x="1" y="3424"/>
                    <a:pt x="734" y="3792"/>
                  </a:cubicBezTo>
                  <a:cubicBezTo>
                    <a:pt x="1469" y="4162"/>
                    <a:pt x="2847" y="3124"/>
                    <a:pt x="3301" y="2590"/>
                  </a:cubicBezTo>
                  <a:cubicBezTo>
                    <a:pt x="5500" y="0"/>
                    <a:pt x="2476" y="1110"/>
                    <a:pt x="2476" y="11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4"/>
            <p:cNvSpPr/>
            <p:nvPr/>
          </p:nvSpPr>
          <p:spPr>
            <a:xfrm>
              <a:off x="8104952" y="795283"/>
              <a:ext cx="347738" cy="238586"/>
            </a:xfrm>
            <a:custGeom>
              <a:rect b="b" l="l" r="r" t="t"/>
              <a:pathLst>
                <a:path extrusionOk="0" h="4717" w="6875">
                  <a:moveTo>
                    <a:pt x="1559" y="1018"/>
                  </a:moveTo>
                  <a:cubicBezTo>
                    <a:pt x="1010" y="2220"/>
                    <a:pt x="1" y="3422"/>
                    <a:pt x="1193" y="3515"/>
                  </a:cubicBezTo>
                  <a:cubicBezTo>
                    <a:pt x="2384" y="3607"/>
                    <a:pt x="2568" y="3976"/>
                    <a:pt x="2660" y="4346"/>
                  </a:cubicBezTo>
                  <a:cubicBezTo>
                    <a:pt x="2750" y="4717"/>
                    <a:pt x="3760" y="4253"/>
                    <a:pt x="4675" y="3976"/>
                  </a:cubicBezTo>
                  <a:cubicBezTo>
                    <a:pt x="5592" y="3699"/>
                    <a:pt x="6508" y="3792"/>
                    <a:pt x="6691" y="2867"/>
                  </a:cubicBezTo>
                  <a:cubicBezTo>
                    <a:pt x="6874" y="1942"/>
                    <a:pt x="6508" y="1481"/>
                    <a:pt x="5865" y="740"/>
                  </a:cubicBezTo>
                  <a:cubicBezTo>
                    <a:pt x="5225" y="0"/>
                    <a:pt x="4582" y="556"/>
                    <a:pt x="4033" y="1295"/>
                  </a:cubicBezTo>
                  <a:cubicBezTo>
                    <a:pt x="3483" y="2035"/>
                    <a:pt x="2567" y="1479"/>
                    <a:pt x="2383" y="1111"/>
                  </a:cubicBezTo>
                  <a:cubicBezTo>
                    <a:pt x="2201" y="740"/>
                    <a:pt x="1559" y="1018"/>
                    <a:pt x="1559" y="10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4"/>
            <p:cNvSpPr/>
            <p:nvPr/>
          </p:nvSpPr>
          <p:spPr>
            <a:xfrm>
              <a:off x="8248094" y="570352"/>
              <a:ext cx="105813" cy="64338"/>
            </a:xfrm>
            <a:custGeom>
              <a:rect b="b" l="l" r="r" t="t"/>
              <a:pathLst>
                <a:path extrusionOk="0" h="1272" w="2092">
                  <a:moveTo>
                    <a:pt x="110" y="514"/>
                  </a:moveTo>
                  <a:cubicBezTo>
                    <a:pt x="31" y="602"/>
                    <a:pt x="1" y="736"/>
                    <a:pt x="62" y="838"/>
                  </a:cubicBezTo>
                  <a:cubicBezTo>
                    <a:pt x="233" y="1127"/>
                    <a:pt x="682" y="1227"/>
                    <a:pt x="1049" y="1252"/>
                  </a:cubicBezTo>
                  <a:cubicBezTo>
                    <a:pt x="1343" y="1272"/>
                    <a:pt x="1687" y="1268"/>
                    <a:pt x="1865" y="1032"/>
                  </a:cubicBezTo>
                  <a:cubicBezTo>
                    <a:pt x="2091" y="733"/>
                    <a:pt x="1850" y="267"/>
                    <a:pt x="1502" y="133"/>
                  </a:cubicBezTo>
                  <a:cubicBezTo>
                    <a:pt x="1153" y="1"/>
                    <a:pt x="765" y="94"/>
                    <a:pt x="404" y="18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4"/>
            <p:cNvSpPr/>
            <p:nvPr/>
          </p:nvSpPr>
          <p:spPr>
            <a:xfrm>
              <a:off x="9099613" y="1484135"/>
              <a:ext cx="64692" cy="93219"/>
            </a:xfrm>
            <a:custGeom>
              <a:rect b="b" l="l" r="r" t="t"/>
              <a:pathLst>
                <a:path extrusionOk="0" h="1843" w="1279">
                  <a:moveTo>
                    <a:pt x="464" y="1735"/>
                  </a:moveTo>
                  <a:cubicBezTo>
                    <a:pt x="548" y="1809"/>
                    <a:pt x="679" y="1842"/>
                    <a:pt x="783" y="1794"/>
                  </a:cubicBezTo>
                  <a:cubicBezTo>
                    <a:pt x="1075" y="1658"/>
                    <a:pt x="1196" y="1267"/>
                    <a:pt x="1236" y="945"/>
                  </a:cubicBezTo>
                  <a:cubicBezTo>
                    <a:pt x="1268" y="687"/>
                    <a:pt x="1278" y="383"/>
                    <a:pt x="1052" y="214"/>
                  </a:cubicBezTo>
                  <a:cubicBezTo>
                    <a:pt x="767" y="1"/>
                    <a:pt x="294" y="192"/>
                    <a:pt x="148" y="491"/>
                  </a:cubicBezTo>
                  <a:cubicBezTo>
                    <a:pt x="0" y="791"/>
                    <a:pt x="76" y="1138"/>
                    <a:pt x="156" y="14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4"/>
            <p:cNvSpPr/>
            <p:nvPr/>
          </p:nvSpPr>
          <p:spPr>
            <a:xfrm>
              <a:off x="8857435" y="1648268"/>
              <a:ext cx="188663" cy="171314"/>
            </a:xfrm>
            <a:custGeom>
              <a:rect b="b" l="l" r="r" t="t"/>
              <a:pathLst>
                <a:path extrusionOk="0" h="3387" w="3730">
                  <a:moveTo>
                    <a:pt x="956" y="84"/>
                  </a:moveTo>
                  <a:cubicBezTo>
                    <a:pt x="832" y="121"/>
                    <a:pt x="736" y="224"/>
                    <a:pt x="714" y="353"/>
                  </a:cubicBezTo>
                  <a:cubicBezTo>
                    <a:pt x="592" y="1090"/>
                    <a:pt x="1" y="1684"/>
                    <a:pt x="337" y="2278"/>
                  </a:cubicBezTo>
                  <a:cubicBezTo>
                    <a:pt x="703" y="2926"/>
                    <a:pt x="1712" y="3387"/>
                    <a:pt x="1895" y="2926"/>
                  </a:cubicBezTo>
                  <a:cubicBezTo>
                    <a:pt x="2079" y="2463"/>
                    <a:pt x="2630" y="2648"/>
                    <a:pt x="2904" y="2648"/>
                  </a:cubicBezTo>
                  <a:cubicBezTo>
                    <a:pt x="3179" y="2648"/>
                    <a:pt x="3730" y="2555"/>
                    <a:pt x="3087" y="1631"/>
                  </a:cubicBezTo>
                  <a:cubicBezTo>
                    <a:pt x="2642" y="988"/>
                    <a:pt x="2193" y="1400"/>
                    <a:pt x="1528" y="199"/>
                  </a:cubicBezTo>
                  <a:cubicBezTo>
                    <a:pt x="1441" y="43"/>
                    <a:pt x="1235" y="1"/>
                    <a:pt x="1064" y="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4"/>
            <p:cNvSpPr/>
            <p:nvPr/>
          </p:nvSpPr>
          <p:spPr>
            <a:xfrm>
              <a:off x="8495836" y="1055164"/>
              <a:ext cx="176322" cy="251534"/>
            </a:xfrm>
            <a:custGeom>
              <a:rect b="b" l="l" r="r" t="t"/>
              <a:pathLst>
                <a:path extrusionOk="0" h="4973" w="3486">
                  <a:moveTo>
                    <a:pt x="999" y="818"/>
                  </a:moveTo>
                  <a:cubicBezTo>
                    <a:pt x="840" y="897"/>
                    <a:pt x="761" y="1087"/>
                    <a:pt x="825" y="1256"/>
                  </a:cubicBezTo>
                  <a:cubicBezTo>
                    <a:pt x="963" y="1617"/>
                    <a:pt x="1105" y="1826"/>
                    <a:pt x="613" y="2075"/>
                  </a:cubicBezTo>
                  <a:cubicBezTo>
                    <a:pt x="1" y="2384"/>
                    <a:pt x="246" y="2384"/>
                    <a:pt x="857" y="3308"/>
                  </a:cubicBezTo>
                  <a:cubicBezTo>
                    <a:pt x="1469" y="4233"/>
                    <a:pt x="1774" y="4973"/>
                    <a:pt x="2263" y="4357"/>
                  </a:cubicBezTo>
                  <a:cubicBezTo>
                    <a:pt x="2752" y="3741"/>
                    <a:pt x="3486" y="2691"/>
                    <a:pt x="2935" y="2199"/>
                  </a:cubicBezTo>
                  <a:cubicBezTo>
                    <a:pt x="2386" y="1706"/>
                    <a:pt x="3181" y="104"/>
                    <a:pt x="2324" y="41"/>
                  </a:cubicBezTo>
                  <a:cubicBezTo>
                    <a:pt x="1760" y="1"/>
                    <a:pt x="1318" y="658"/>
                    <a:pt x="999" y="8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4"/>
            <p:cNvSpPr/>
            <p:nvPr/>
          </p:nvSpPr>
          <p:spPr>
            <a:xfrm>
              <a:off x="8415565" y="471013"/>
              <a:ext cx="173135" cy="249461"/>
            </a:xfrm>
            <a:custGeom>
              <a:rect b="b" l="l" r="r" t="t"/>
              <a:pathLst>
                <a:path extrusionOk="0" h="4932" w="3423">
                  <a:moveTo>
                    <a:pt x="123" y="801"/>
                  </a:moveTo>
                  <a:cubicBezTo>
                    <a:pt x="368" y="1418"/>
                    <a:pt x="917" y="1542"/>
                    <a:pt x="917" y="2034"/>
                  </a:cubicBezTo>
                  <a:cubicBezTo>
                    <a:pt x="917" y="2526"/>
                    <a:pt x="62" y="2896"/>
                    <a:pt x="1222" y="3390"/>
                  </a:cubicBezTo>
                  <a:cubicBezTo>
                    <a:pt x="2383" y="3883"/>
                    <a:pt x="3118" y="4932"/>
                    <a:pt x="3239" y="4377"/>
                  </a:cubicBezTo>
                  <a:cubicBezTo>
                    <a:pt x="3361" y="3823"/>
                    <a:pt x="3422" y="2773"/>
                    <a:pt x="3056" y="2281"/>
                  </a:cubicBezTo>
                  <a:cubicBezTo>
                    <a:pt x="2690" y="1789"/>
                    <a:pt x="2112" y="938"/>
                    <a:pt x="1529" y="678"/>
                  </a:cubicBezTo>
                  <a:cubicBezTo>
                    <a:pt x="1" y="0"/>
                    <a:pt x="123" y="801"/>
                    <a:pt x="123" y="80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4"/>
            <p:cNvSpPr/>
            <p:nvPr/>
          </p:nvSpPr>
          <p:spPr>
            <a:xfrm>
              <a:off x="8239344" y="651837"/>
              <a:ext cx="128321" cy="90538"/>
            </a:xfrm>
            <a:custGeom>
              <a:rect b="b" l="l" r="r" t="t"/>
              <a:pathLst>
                <a:path extrusionOk="0" h="1790" w="2537">
                  <a:moveTo>
                    <a:pt x="307" y="494"/>
                  </a:moveTo>
                  <a:cubicBezTo>
                    <a:pt x="1" y="618"/>
                    <a:pt x="123" y="1789"/>
                    <a:pt x="734" y="1789"/>
                  </a:cubicBezTo>
                  <a:cubicBezTo>
                    <a:pt x="1346" y="1789"/>
                    <a:pt x="2537" y="525"/>
                    <a:pt x="1895" y="310"/>
                  </a:cubicBezTo>
                  <a:cubicBezTo>
                    <a:pt x="980" y="0"/>
                    <a:pt x="307" y="494"/>
                    <a:pt x="307" y="49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4"/>
            <p:cNvSpPr/>
            <p:nvPr/>
          </p:nvSpPr>
          <p:spPr>
            <a:xfrm>
              <a:off x="8471204" y="810811"/>
              <a:ext cx="151487" cy="180874"/>
            </a:xfrm>
            <a:custGeom>
              <a:rect b="b" l="l" r="r" t="t"/>
              <a:pathLst>
                <a:path extrusionOk="0" h="3576" w="2995">
                  <a:moveTo>
                    <a:pt x="1" y="371"/>
                  </a:moveTo>
                  <a:cubicBezTo>
                    <a:pt x="306" y="988"/>
                    <a:pt x="183" y="2405"/>
                    <a:pt x="734" y="2405"/>
                  </a:cubicBezTo>
                  <a:cubicBezTo>
                    <a:pt x="1284" y="2405"/>
                    <a:pt x="1346" y="2590"/>
                    <a:pt x="1652" y="2960"/>
                  </a:cubicBezTo>
                  <a:cubicBezTo>
                    <a:pt x="1957" y="3329"/>
                    <a:pt x="2995" y="3576"/>
                    <a:pt x="2995" y="2159"/>
                  </a:cubicBezTo>
                  <a:cubicBezTo>
                    <a:pt x="2995" y="742"/>
                    <a:pt x="2689" y="1"/>
                    <a:pt x="2141" y="186"/>
                  </a:cubicBezTo>
                  <a:cubicBezTo>
                    <a:pt x="1591" y="370"/>
                    <a:pt x="673" y="803"/>
                    <a:pt x="552" y="618"/>
                  </a:cubicBezTo>
                  <a:cubicBezTo>
                    <a:pt x="429" y="433"/>
                    <a:pt x="1" y="371"/>
                    <a:pt x="1" y="37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4"/>
            <p:cNvSpPr/>
            <p:nvPr/>
          </p:nvSpPr>
          <p:spPr>
            <a:xfrm>
              <a:off x="8600993" y="567621"/>
              <a:ext cx="98934" cy="112389"/>
            </a:xfrm>
            <a:custGeom>
              <a:rect b="b" l="l" r="r" t="t"/>
              <a:pathLst>
                <a:path extrusionOk="0" h="2222" w="1956">
                  <a:moveTo>
                    <a:pt x="1" y="309"/>
                  </a:moveTo>
                  <a:cubicBezTo>
                    <a:pt x="184" y="742"/>
                    <a:pt x="123" y="2221"/>
                    <a:pt x="856" y="2221"/>
                  </a:cubicBezTo>
                  <a:cubicBezTo>
                    <a:pt x="1590" y="2221"/>
                    <a:pt x="1956" y="1112"/>
                    <a:pt x="1102" y="556"/>
                  </a:cubicBezTo>
                  <a:cubicBezTo>
                    <a:pt x="245" y="1"/>
                    <a:pt x="1" y="309"/>
                    <a:pt x="1" y="30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4"/>
            <p:cNvSpPr/>
            <p:nvPr/>
          </p:nvSpPr>
          <p:spPr>
            <a:xfrm>
              <a:off x="8641204" y="901248"/>
              <a:ext cx="86542" cy="143546"/>
            </a:xfrm>
            <a:custGeom>
              <a:rect b="b" l="l" r="r" t="t"/>
              <a:pathLst>
                <a:path extrusionOk="0" h="2838" w="1711">
                  <a:moveTo>
                    <a:pt x="673" y="495"/>
                  </a:moveTo>
                  <a:cubicBezTo>
                    <a:pt x="123" y="1049"/>
                    <a:pt x="0" y="1666"/>
                    <a:pt x="427" y="1912"/>
                  </a:cubicBezTo>
                  <a:cubicBezTo>
                    <a:pt x="855" y="2158"/>
                    <a:pt x="1711" y="2837"/>
                    <a:pt x="1405" y="1420"/>
                  </a:cubicBezTo>
                  <a:cubicBezTo>
                    <a:pt x="1099" y="1"/>
                    <a:pt x="673" y="495"/>
                    <a:pt x="673" y="49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4"/>
            <p:cNvSpPr/>
            <p:nvPr/>
          </p:nvSpPr>
          <p:spPr>
            <a:xfrm>
              <a:off x="6943325" y="1051725"/>
              <a:ext cx="2694599" cy="2554796"/>
            </a:xfrm>
            <a:custGeom>
              <a:rect b="b" l="l" r="r" t="t"/>
              <a:pathLst>
                <a:path extrusionOk="0" h="50510" w="53274">
                  <a:moveTo>
                    <a:pt x="48752" y="17523"/>
                  </a:moveTo>
                  <a:cubicBezTo>
                    <a:pt x="49150" y="18416"/>
                    <a:pt x="49699" y="19525"/>
                    <a:pt x="50035" y="20266"/>
                  </a:cubicBezTo>
                  <a:cubicBezTo>
                    <a:pt x="50372" y="21006"/>
                    <a:pt x="50890" y="22053"/>
                    <a:pt x="51318" y="22239"/>
                  </a:cubicBezTo>
                  <a:cubicBezTo>
                    <a:pt x="51747" y="22424"/>
                    <a:pt x="51747" y="22763"/>
                    <a:pt x="52082" y="23011"/>
                  </a:cubicBezTo>
                  <a:cubicBezTo>
                    <a:pt x="52418" y="23257"/>
                    <a:pt x="53274" y="23811"/>
                    <a:pt x="52845" y="24337"/>
                  </a:cubicBezTo>
                  <a:cubicBezTo>
                    <a:pt x="52417" y="24862"/>
                    <a:pt x="51410" y="25908"/>
                    <a:pt x="50737" y="25940"/>
                  </a:cubicBezTo>
                  <a:cubicBezTo>
                    <a:pt x="50065" y="25971"/>
                    <a:pt x="48659" y="25662"/>
                    <a:pt x="48048" y="26095"/>
                  </a:cubicBezTo>
                  <a:cubicBezTo>
                    <a:pt x="47437" y="26526"/>
                    <a:pt x="46276" y="27297"/>
                    <a:pt x="46367" y="27390"/>
                  </a:cubicBezTo>
                  <a:cubicBezTo>
                    <a:pt x="46459" y="27481"/>
                    <a:pt x="46795" y="27419"/>
                    <a:pt x="47131" y="27174"/>
                  </a:cubicBezTo>
                  <a:cubicBezTo>
                    <a:pt x="47468" y="26927"/>
                    <a:pt x="48658" y="26526"/>
                    <a:pt x="48658" y="26711"/>
                  </a:cubicBezTo>
                  <a:cubicBezTo>
                    <a:pt x="48658" y="26895"/>
                    <a:pt x="48627" y="27328"/>
                    <a:pt x="48597" y="27728"/>
                  </a:cubicBezTo>
                  <a:cubicBezTo>
                    <a:pt x="48566" y="28129"/>
                    <a:pt x="48445" y="28345"/>
                    <a:pt x="48780" y="28438"/>
                  </a:cubicBezTo>
                  <a:cubicBezTo>
                    <a:pt x="49117" y="28531"/>
                    <a:pt x="49300" y="28808"/>
                    <a:pt x="49544" y="28839"/>
                  </a:cubicBezTo>
                  <a:cubicBezTo>
                    <a:pt x="49788" y="28870"/>
                    <a:pt x="50307" y="28222"/>
                    <a:pt x="50490" y="28346"/>
                  </a:cubicBezTo>
                  <a:cubicBezTo>
                    <a:pt x="50674" y="28470"/>
                    <a:pt x="51315" y="28808"/>
                    <a:pt x="50582" y="29209"/>
                  </a:cubicBezTo>
                  <a:cubicBezTo>
                    <a:pt x="49848" y="29610"/>
                    <a:pt x="49238" y="30010"/>
                    <a:pt x="49024" y="30134"/>
                  </a:cubicBezTo>
                  <a:cubicBezTo>
                    <a:pt x="48810" y="30258"/>
                    <a:pt x="48078" y="30935"/>
                    <a:pt x="48016" y="30595"/>
                  </a:cubicBezTo>
                  <a:cubicBezTo>
                    <a:pt x="47955" y="30256"/>
                    <a:pt x="48047" y="29826"/>
                    <a:pt x="48321" y="29702"/>
                  </a:cubicBezTo>
                  <a:cubicBezTo>
                    <a:pt x="48596" y="29578"/>
                    <a:pt x="48901" y="29054"/>
                    <a:pt x="48444" y="29331"/>
                  </a:cubicBezTo>
                  <a:cubicBezTo>
                    <a:pt x="47986" y="29609"/>
                    <a:pt x="46092" y="30163"/>
                    <a:pt x="46031" y="30440"/>
                  </a:cubicBezTo>
                  <a:cubicBezTo>
                    <a:pt x="45970" y="30718"/>
                    <a:pt x="45725" y="30934"/>
                    <a:pt x="45908" y="31212"/>
                  </a:cubicBezTo>
                  <a:cubicBezTo>
                    <a:pt x="46092" y="31489"/>
                    <a:pt x="46305" y="31766"/>
                    <a:pt x="45572" y="32013"/>
                  </a:cubicBezTo>
                  <a:cubicBezTo>
                    <a:pt x="44838" y="32259"/>
                    <a:pt x="44534" y="32228"/>
                    <a:pt x="44319" y="32691"/>
                  </a:cubicBezTo>
                  <a:cubicBezTo>
                    <a:pt x="44319" y="32691"/>
                    <a:pt x="44021" y="33654"/>
                    <a:pt x="43815" y="33955"/>
                  </a:cubicBezTo>
                  <a:cubicBezTo>
                    <a:pt x="43608" y="34256"/>
                    <a:pt x="43540" y="34325"/>
                    <a:pt x="43402" y="34232"/>
                  </a:cubicBezTo>
                  <a:cubicBezTo>
                    <a:pt x="43265" y="34139"/>
                    <a:pt x="43105" y="33862"/>
                    <a:pt x="43265" y="34417"/>
                  </a:cubicBezTo>
                  <a:cubicBezTo>
                    <a:pt x="43425" y="34971"/>
                    <a:pt x="43837" y="35458"/>
                    <a:pt x="43013" y="36036"/>
                  </a:cubicBezTo>
                  <a:cubicBezTo>
                    <a:pt x="42187" y="36613"/>
                    <a:pt x="41042" y="37331"/>
                    <a:pt x="41018" y="37561"/>
                  </a:cubicBezTo>
                  <a:cubicBezTo>
                    <a:pt x="40996" y="37792"/>
                    <a:pt x="40721" y="38069"/>
                    <a:pt x="40972" y="38902"/>
                  </a:cubicBezTo>
                  <a:cubicBezTo>
                    <a:pt x="41224" y="39735"/>
                    <a:pt x="41636" y="41352"/>
                    <a:pt x="41202" y="41330"/>
                  </a:cubicBezTo>
                  <a:cubicBezTo>
                    <a:pt x="40766" y="41306"/>
                    <a:pt x="40399" y="40312"/>
                    <a:pt x="40285" y="39988"/>
                  </a:cubicBezTo>
                  <a:cubicBezTo>
                    <a:pt x="40170" y="39664"/>
                    <a:pt x="40102" y="38716"/>
                    <a:pt x="39506" y="38740"/>
                  </a:cubicBezTo>
                  <a:cubicBezTo>
                    <a:pt x="38911" y="38763"/>
                    <a:pt x="37513" y="38486"/>
                    <a:pt x="37169" y="38647"/>
                  </a:cubicBezTo>
                  <a:cubicBezTo>
                    <a:pt x="36826" y="38808"/>
                    <a:pt x="36895" y="39040"/>
                    <a:pt x="36092" y="38925"/>
                  </a:cubicBezTo>
                  <a:cubicBezTo>
                    <a:pt x="35290" y="38808"/>
                    <a:pt x="34328" y="38878"/>
                    <a:pt x="33686" y="39618"/>
                  </a:cubicBezTo>
                  <a:cubicBezTo>
                    <a:pt x="33045" y="40359"/>
                    <a:pt x="33456" y="40751"/>
                    <a:pt x="33341" y="40937"/>
                  </a:cubicBezTo>
                  <a:cubicBezTo>
                    <a:pt x="33227" y="41120"/>
                    <a:pt x="32999" y="42369"/>
                    <a:pt x="33159" y="42809"/>
                  </a:cubicBezTo>
                  <a:cubicBezTo>
                    <a:pt x="33318" y="43249"/>
                    <a:pt x="33571" y="44265"/>
                    <a:pt x="33984" y="44497"/>
                  </a:cubicBezTo>
                  <a:cubicBezTo>
                    <a:pt x="34397" y="44728"/>
                    <a:pt x="35358" y="44890"/>
                    <a:pt x="35748" y="44636"/>
                  </a:cubicBezTo>
                  <a:cubicBezTo>
                    <a:pt x="36137" y="44383"/>
                    <a:pt x="36595" y="44151"/>
                    <a:pt x="36595" y="43805"/>
                  </a:cubicBezTo>
                  <a:cubicBezTo>
                    <a:pt x="36595" y="43457"/>
                    <a:pt x="36503" y="43181"/>
                    <a:pt x="36984" y="43181"/>
                  </a:cubicBezTo>
                  <a:cubicBezTo>
                    <a:pt x="37466" y="43181"/>
                    <a:pt x="38451" y="42903"/>
                    <a:pt x="38292" y="43320"/>
                  </a:cubicBezTo>
                  <a:cubicBezTo>
                    <a:pt x="38132" y="43736"/>
                    <a:pt x="37627" y="44615"/>
                    <a:pt x="37581" y="45100"/>
                  </a:cubicBezTo>
                  <a:cubicBezTo>
                    <a:pt x="37534" y="45585"/>
                    <a:pt x="37421" y="45931"/>
                    <a:pt x="37763" y="45931"/>
                  </a:cubicBezTo>
                  <a:cubicBezTo>
                    <a:pt x="38107" y="45931"/>
                    <a:pt x="39000" y="45700"/>
                    <a:pt x="39345" y="45885"/>
                  </a:cubicBezTo>
                  <a:cubicBezTo>
                    <a:pt x="39690" y="46070"/>
                    <a:pt x="39986" y="46209"/>
                    <a:pt x="39849" y="47180"/>
                  </a:cubicBezTo>
                  <a:cubicBezTo>
                    <a:pt x="39711" y="48151"/>
                    <a:pt x="39619" y="48682"/>
                    <a:pt x="40100" y="48959"/>
                  </a:cubicBezTo>
                  <a:cubicBezTo>
                    <a:pt x="40582" y="49237"/>
                    <a:pt x="40971" y="49237"/>
                    <a:pt x="41614" y="49075"/>
                  </a:cubicBezTo>
                  <a:cubicBezTo>
                    <a:pt x="42254" y="48914"/>
                    <a:pt x="42896" y="49538"/>
                    <a:pt x="42896" y="49538"/>
                  </a:cubicBezTo>
                  <a:lnTo>
                    <a:pt x="42461" y="50279"/>
                  </a:lnTo>
                  <a:cubicBezTo>
                    <a:pt x="42231" y="49909"/>
                    <a:pt x="42414" y="49470"/>
                    <a:pt x="42003" y="49446"/>
                  </a:cubicBezTo>
                  <a:cubicBezTo>
                    <a:pt x="41590" y="49424"/>
                    <a:pt x="41384" y="49655"/>
                    <a:pt x="41384" y="49655"/>
                  </a:cubicBezTo>
                  <a:cubicBezTo>
                    <a:pt x="41384" y="49655"/>
                    <a:pt x="41476" y="50509"/>
                    <a:pt x="40879" y="50048"/>
                  </a:cubicBezTo>
                  <a:cubicBezTo>
                    <a:pt x="40284" y="49586"/>
                    <a:pt x="39734" y="49354"/>
                    <a:pt x="39413" y="49170"/>
                  </a:cubicBezTo>
                  <a:cubicBezTo>
                    <a:pt x="39092" y="48985"/>
                    <a:pt x="38634" y="49008"/>
                    <a:pt x="38634" y="48753"/>
                  </a:cubicBezTo>
                  <a:cubicBezTo>
                    <a:pt x="38634" y="48499"/>
                    <a:pt x="38451" y="48082"/>
                    <a:pt x="38221" y="47968"/>
                  </a:cubicBezTo>
                  <a:cubicBezTo>
                    <a:pt x="37992" y="47851"/>
                    <a:pt x="38107" y="47483"/>
                    <a:pt x="37877" y="47344"/>
                  </a:cubicBezTo>
                  <a:cubicBezTo>
                    <a:pt x="37648" y="47204"/>
                    <a:pt x="36502" y="47159"/>
                    <a:pt x="35975" y="46835"/>
                  </a:cubicBezTo>
                  <a:cubicBezTo>
                    <a:pt x="35447" y="46511"/>
                    <a:pt x="34898" y="45610"/>
                    <a:pt x="34394" y="45771"/>
                  </a:cubicBezTo>
                  <a:cubicBezTo>
                    <a:pt x="33889" y="45933"/>
                    <a:pt x="30750" y="45587"/>
                    <a:pt x="29857" y="44499"/>
                  </a:cubicBezTo>
                  <a:cubicBezTo>
                    <a:pt x="28962" y="43414"/>
                    <a:pt x="29741" y="43414"/>
                    <a:pt x="29399" y="42881"/>
                  </a:cubicBezTo>
                  <a:cubicBezTo>
                    <a:pt x="29054" y="42350"/>
                    <a:pt x="26259" y="38835"/>
                    <a:pt x="25870" y="38164"/>
                  </a:cubicBezTo>
                  <a:cubicBezTo>
                    <a:pt x="25480" y="37494"/>
                    <a:pt x="24817" y="37586"/>
                    <a:pt x="25343" y="38512"/>
                  </a:cubicBezTo>
                  <a:cubicBezTo>
                    <a:pt x="25870" y="39436"/>
                    <a:pt x="27244" y="41726"/>
                    <a:pt x="27428" y="41909"/>
                  </a:cubicBezTo>
                  <a:cubicBezTo>
                    <a:pt x="27611" y="42094"/>
                    <a:pt x="27794" y="42789"/>
                    <a:pt x="27085" y="42094"/>
                  </a:cubicBezTo>
                  <a:cubicBezTo>
                    <a:pt x="26375" y="41401"/>
                    <a:pt x="26283" y="40545"/>
                    <a:pt x="25893" y="40499"/>
                  </a:cubicBezTo>
                  <a:cubicBezTo>
                    <a:pt x="25504" y="40453"/>
                    <a:pt x="24839" y="39921"/>
                    <a:pt x="24885" y="39782"/>
                  </a:cubicBezTo>
                  <a:cubicBezTo>
                    <a:pt x="24931" y="39643"/>
                    <a:pt x="25366" y="39621"/>
                    <a:pt x="25298" y="39482"/>
                  </a:cubicBezTo>
                  <a:cubicBezTo>
                    <a:pt x="25229" y="39342"/>
                    <a:pt x="24289" y="37539"/>
                    <a:pt x="23831" y="37100"/>
                  </a:cubicBezTo>
                  <a:cubicBezTo>
                    <a:pt x="23373" y="36661"/>
                    <a:pt x="22548" y="36269"/>
                    <a:pt x="22342" y="35991"/>
                  </a:cubicBezTo>
                  <a:cubicBezTo>
                    <a:pt x="22135" y="35714"/>
                    <a:pt x="21126" y="34303"/>
                    <a:pt x="20737" y="32894"/>
                  </a:cubicBezTo>
                  <a:cubicBezTo>
                    <a:pt x="20347" y="31484"/>
                    <a:pt x="20829" y="28847"/>
                    <a:pt x="20737" y="28409"/>
                  </a:cubicBezTo>
                  <a:cubicBezTo>
                    <a:pt x="20645" y="27969"/>
                    <a:pt x="20599" y="27207"/>
                    <a:pt x="20026" y="26767"/>
                  </a:cubicBezTo>
                  <a:cubicBezTo>
                    <a:pt x="19454" y="26328"/>
                    <a:pt x="18377" y="25788"/>
                    <a:pt x="18529" y="25605"/>
                  </a:cubicBezTo>
                  <a:cubicBezTo>
                    <a:pt x="18681" y="25420"/>
                    <a:pt x="19201" y="25666"/>
                    <a:pt x="18896" y="25080"/>
                  </a:cubicBezTo>
                  <a:cubicBezTo>
                    <a:pt x="18590" y="24495"/>
                    <a:pt x="18070" y="23693"/>
                    <a:pt x="17643" y="23016"/>
                  </a:cubicBezTo>
                  <a:cubicBezTo>
                    <a:pt x="17215" y="22337"/>
                    <a:pt x="15534" y="20272"/>
                    <a:pt x="14924" y="19655"/>
                  </a:cubicBezTo>
                  <a:cubicBezTo>
                    <a:pt x="14313" y="19040"/>
                    <a:pt x="12418" y="17776"/>
                    <a:pt x="11777" y="17653"/>
                  </a:cubicBezTo>
                  <a:cubicBezTo>
                    <a:pt x="11137" y="17529"/>
                    <a:pt x="10219" y="16944"/>
                    <a:pt x="9914" y="17037"/>
                  </a:cubicBezTo>
                  <a:cubicBezTo>
                    <a:pt x="9609" y="17130"/>
                    <a:pt x="9456" y="17653"/>
                    <a:pt x="9456" y="17746"/>
                  </a:cubicBezTo>
                  <a:cubicBezTo>
                    <a:pt x="9456" y="17839"/>
                    <a:pt x="8479" y="18332"/>
                    <a:pt x="8203" y="18425"/>
                  </a:cubicBezTo>
                  <a:cubicBezTo>
                    <a:pt x="7929" y="18517"/>
                    <a:pt x="7837" y="18301"/>
                    <a:pt x="7806" y="17992"/>
                  </a:cubicBezTo>
                  <a:cubicBezTo>
                    <a:pt x="7775" y="17684"/>
                    <a:pt x="7318" y="17560"/>
                    <a:pt x="7043" y="18085"/>
                  </a:cubicBezTo>
                  <a:cubicBezTo>
                    <a:pt x="6768" y="18608"/>
                    <a:pt x="7532" y="18085"/>
                    <a:pt x="7043" y="18856"/>
                  </a:cubicBezTo>
                  <a:cubicBezTo>
                    <a:pt x="6555" y="19628"/>
                    <a:pt x="5608" y="20737"/>
                    <a:pt x="4202" y="21506"/>
                  </a:cubicBezTo>
                  <a:cubicBezTo>
                    <a:pt x="2796" y="22278"/>
                    <a:pt x="2093" y="22924"/>
                    <a:pt x="1758" y="22863"/>
                  </a:cubicBezTo>
                  <a:cubicBezTo>
                    <a:pt x="1422" y="22801"/>
                    <a:pt x="1208" y="22617"/>
                    <a:pt x="1850" y="22216"/>
                  </a:cubicBezTo>
                  <a:cubicBezTo>
                    <a:pt x="2491" y="21815"/>
                    <a:pt x="3590" y="21384"/>
                    <a:pt x="4079" y="20952"/>
                  </a:cubicBezTo>
                  <a:cubicBezTo>
                    <a:pt x="4569" y="20520"/>
                    <a:pt x="4966" y="19874"/>
                    <a:pt x="4966" y="19566"/>
                  </a:cubicBezTo>
                  <a:cubicBezTo>
                    <a:pt x="4966" y="19257"/>
                    <a:pt x="4935" y="19164"/>
                    <a:pt x="4416" y="19133"/>
                  </a:cubicBezTo>
                  <a:cubicBezTo>
                    <a:pt x="3896" y="19102"/>
                    <a:pt x="3621" y="18981"/>
                    <a:pt x="3316" y="19102"/>
                  </a:cubicBezTo>
                  <a:cubicBezTo>
                    <a:pt x="3011" y="19226"/>
                    <a:pt x="3042" y="18701"/>
                    <a:pt x="2888" y="18302"/>
                  </a:cubicBezTo>
                  <a:cubicBezTo>
                    <a:pt x="2735" y="17900"/>
                    <a:pt x="2062" y="18055"/>
                    <a:pt x="1910" y="18055"/>
                  </a:cubicBezTo>
                  <a:cubicBezTo>
                    <a:pt x="1758" y="18055"/>
                    <a:pt x="627" y="16791"/>
                    <a:pt x="1055" y="15960"/>
                  </a:cubicBezTo>
                  <a:cubicBezTo>
                    <a:pt x="1484" y="15128"/>
                    <a:pt x="1819" y="14449"/>
                    <a:pt x="2338" y="14449"/>
                  </a:cubicBezTo>
                  <a:cubicBezTo>
                    <a:pt x="2858" y="14449"/>
                    <a:pt x="3468" y="14295"/>
                    <a:pt x="3347" y="13587"/>
                  </a:cubicBezTo>
                  <a:cubicBezTo>
                    <a:pt x="3224" y="12877"/>
                    <a:pt x="1912" y="13278"/>
                    <a:pt x="1515" y="13278"/>
                  </a:cubicBezTo>
                  <a:cubicBezTo>
                    <a:pt x="1515" y="13278"/>
                    <a:pt x="887" y="13340"/>
                    <a:pt x="826" y="12892"/>
                  </a:cubicBezTo>
                  <a:cubicBezTo>
                    <a:pt x="767" y="12446"/>
                    <a:pt x="536" y="12307"/>
                    <a:pt x="338" y="12214"/>
                  </a:cubicBezTo>
                  <a:cubicBezTo>
                    <a:pt x="139" y="12122"/>
                    <a:pt x="1" y="11937"/>
                    <a:pt x="505" y="11659"/>
                  </a:cubicBezTo>
                  <a:cubicBezTo>
                    <a:pt x="1010" y="11383"/>
                    <a:pt x="1651" y="10859"/>
                    <a:pt x="1850" y="10812"/>
                  </a:cubicBezTo>
                  <a:cubicBezTo>
                    <a:pt x="2048" y="10766"/>
                    <a:pt x="2291" y="10797"/>
                    <a:pt x="2338" y="10952"/>
                  </a:cubicBezTo>
                  <a:cubicBezTo>
                    <a:pt x="2384" y="11105"/>
                    <a:pt x="2093" y="11491"/>
                    <a:pt x="2338" y="11491"/>
                  </a:cubicBezTo>
                  <a:cubicBezTo>
                    <a:pt x="2583" y="11491"/>
                    <a:pt x="3392" y="11398"/>
                    <a:pt x="3224" y="11074"/>
                  </a:cubicBezTo>
                  <a:cubicBezTo>
                    <a:pt x="3057" y="10750"/>
                    <a:pt x="2476" y="10319"/>
                    <a:pt x="2338" y="10243"/>
                  </a:cubicBezTo>
                  <a:cubicBezTo>
                    <a:pt x="2201" y="10165"/>
                    <a:pt x="2032" y="9810"/>
                    <a:pt x="1881" y="9595"/>
                  </a:cubicBezTo>
                  <a:cubicBezTo>
                    <a:pt x="1728" y="9380"/>
                    <a:pt x="1055" y="8994"/>
                    <a:pt x="979" y="8824"/>
                  </a:cubicBezTo>
                  <a:cubicBezTo>
                    <a:pt x="903" y="8655"/>
                    <a:pt x="979" y="8083"/>
                    <a:pt x="979" y="8083"/>
                  </a:cubicBezTo>
                  <a:cubicBezTo>
                    <a:pt x="1032" y="7952"/>
                    <a:pt x="986" y="8021"/>
                    <a:pt x="1399" y="7999"/>
                  </a:cubicBezTo>
                  <a:cubicBezTo>
                    <a:pt x="1812" y="7975"/>
                    <a:pt x="2087" y="7791"/>
                    <a:pt x="2338" y="7282"/>
                  </a:cubicBezTo>
                  <a:cubicBezTo>
                    <a:pt x="2590" y="6773"/>
                    <a:pt x="2774" y="6241"/>
                    <a:pt x="3209" y="6033"/>
                  </a:cubicBezTo>
                  <a:cubicBezTo>
                    <a:pt x="3645" y="5826"/>
                    <a:pt x="4607" y="5247"/>
                    <a:pt x="5179" y="5039"/>
                  </a:cubicBezTo>
                  <a:cubicBezTo>
                    <a:pt x="5752" y="4831"/>
                    <a:pt x="6050" y="5085"/>
                    <a:pt x="6645" y="5246"/>
                  </a:cubicBezTo>
                  <a:cubicBezTo>
                    <a:pt x="7242" y="5408"/>
                    <a:pt x="7791" y="5987"/>
                    <a:pt x="8456" y="5894"/>
                  </a:cubicBezTo>
                  <a:cubicBezTo>
                    <a:pt x="9121" y="5801"/>
                    <a:pt x="9785" y="6194"/>
                    <a:pt x="10451" y="6241"/>
                  </a:cubicBezTo>
                  <a:cubicBezTo>
                    <a:pt x="11115" y="6287"/>
                    <a:pt x="11138" y="6472"/>
                    <a:pt x="11778" y="6311"/>
                  </a:cubicBezTo>
                  <a:cubicBezTo>
                    <a:pt x="12420" y="6149"/>
                    <a:pt x="12420" y="6889"/>
                    <a:pt x="13130" y="6981"/>
                  </a:cubicBezTo>
                  <a:cubicBezTo>
                    <a:pt x="13841" y="7073"/>
                    <a:pt x="14644" y="8045"/>
                    <a:pt x="15399" y="7652"/>
                  </a:cubicBezTo>
                  <a:cubicBezTo>
                    <a:pt x="16155" y="7258"/>
                    <a:pt x="16682" y="6727"/>
                    <a:pt x="17393" y="6519"/>
                  </a:cubicBezTo>
                  <a:cubicBezTo>
                    <a:pt x="18103" y="6312"/>
                    <a:pt x="18127" y="6242"/>
                    <a:pt x="18309" y="6356"/>
                  </a:cubicBezTo>
                  <a:cubicBezTo>
                    <a:pt x="18493" y="6473"/>
                    <a:pt x="18791" y="6449"/>
                    <a:pt x="18838" y="6195"/>
                  </a:cubicBezTo>
                  <a:cubicBezTo>
                    <a:pt x="18884" y="5941"/>
                    <a:pt x="18998" y="5502"/>
                    <a:pt x="19250" y="6056"/>
                  </a:cubicBezTo>
                  <a:cubicBezTo>
                    <a:pt x="19501" y="6611"/>
                    <a:pt x="19686" y="7605"/>
                    <a:pt x="19984" y="7073"/>
                  </a:cubicBezTo>
                  <a:cubicBezTo>
                    <a:pt x="20282" y="6543"/>
                    <a:pt x="20489" y="5918"/>
                    <a:pt x="20695" y="6543"/>
                  </a:cubicBezTo>
                  <a:cubicBezTo>
                    <a:pt x="20901" y="7167"/>
                    <a:pt x="21037" y="7190"/>
                    <a:pt x="21198" y="6866"/>
                  </a:cubicBezTo>
                  <a:cubicBezTo>
                    <a:pt x="21358" y="6543"/>
                    <a:pt x="21955" y="6819"/>
                    <a:pt x="22276" y="7027"/>
                  </a:cubicBezTo>
                  <a:cubicBezTo>
                    <a:pt x="22596" y="7235"/>
                    <a:pt x="22986" y="7490"/>
                    <a:pt x="23559" y="7744"/>
                  </a:cubicBezTo>
                  <a:cubicBezTo>
                    <a:pt x="24132" y="7999"/>
                    <a:pt x="24567" y="7884"/>
                    <a:pt x="24980" y="8138"/>
                  </a:cubicBezTo>
                  <a:cubicBezTo>
                    <a:pt x="25392" y="8392"/>
                    <a:pt x="25782" y="8600"/>
                    <a:pt x="25392" y="8831"/>
                  </a:cubicBezTo>
                  <a:cubicBezTo>
                    <a:pt x="25004" y="9062"/>
                    <a:pt x="24545" y="9456"/>
                    <a:pt x="25255" y="9456"/>
                  </a:cubicBezTo>
                  <a:cubicBezTo>
                    <a:pt x="25965" y="9456"/>
                    <a:pt x="27202" y="8948"/>
                    <a:pt x="27455" y="9225"/>
                  </a:cubicBezTo>
                  <a:cubicBezTo>
                    <a:pt x="27707" y="9502"/>
                    <a:pt x="28234" y="10150"/>
                    <a:pt x="28348" y="9572"/>
                  </a:cubicBezTo>
                  <a:cubicBezTo>
                    <a:pt x="28464" y="8994"/>
                    <a:pt x="28005" y="8878"/>
                    <a:pt x="28211" y="8694"/>
                  </a:cubicBezTo>
                  <a:cubicBezTo>
                    <a:pt x="28418" y="8509"/>
                    <a:pt x="29173" y="7885"/>
                    <a:pt x="29403" y="8209"/>
                  </a:cubicBezTo>
                  <a:cubicBezTo>
                    <a:pt x="29632" y="8532"/>
                    <a:pt x="29700" y="9017"/>
                    <a:pt x="30709" y="9203"/>
                  </a:cubicBezTo>
                  <a:cubicBezTo>
                    <a:pt x="31718" y="9388"/>
                    <a:pt x="32199" y="9504"/>
                    <a:pt x="32473" y="9365"/>
                  </a:cubicBezTo>
                  <a:cubicBezTo>
                    <a:pt x="32748" y="9225"/>
                    <a:pt x="32588" y="8556"/>
                    <a:pt x="32932" y="8579"/>
                  </a:cubicBezTo>
                  <a:cubicBezTo>
                    <a:pt x="33274" y="8602"/>
                    <a:pt x="33893" y="8486"/>
                    <a:pt x="33917" y="8926"/>
                  </a:cubicBezTo>
                  <a:cubicBezTo>
                    <a:pt x="33940" y="9366"/>
                    <a:pt x="34272" y="10402"/>
                    <a:pt x="34259" y="9920"/>
                  </a:cubicBezTo>
                  <a:cubicBezTo>
                    <a:pt x="34243" y="9202"/>
                    <a:pt x="34181" y="9114"/>
                    <a:pt x="34878" y="8788"/>
                  </a:cubicBezTo>
                  <a:cubicBezTo>
                    <a:pt x="35130" y="8670"/>
                    <a:pt x="35383" y="7886"/>
                    <a:pt x="34970" y="7493"/>
                  </a:cubicBezTo>
                  <a:cubicBezTo>
                    <a:pt x="34558" y="7099"/>
                    <a:pt x="33825" y="7239"/>
                    <a:pt x="33825" y="6245"/>
                  </a:cubicBezTo>
                  <a:cubicBezTo>
                    <a:pt x="33825" y="5250"/>
                    <a:pt x="33985" y="4812"/>
                    <a:pt x="34123" y="3978"/>
                  </a:cubicBezTo>
                  <a:cubicBezTo>
                    <a:pt x="34260" y="3146"/>
                    <a:pt x="33985" y="3007"/>
                    <a:pt x="34123" y="2059"/>
                  </a:cubicBezTo>
                  <a:cubicBezTo>
                    <a:pt x="34260" y="1112"/>
                    <a:pt x="34170" y="117"/>
                    <a:pt x="34878" y="117"/>
                  </a:cubicBezTo>
                  <a:cubicBezTo>
                    <a:pt x="35589" y="117"/>
                    <a:pt x="35681" y="278"/>
                    <a:pt x="36024" y="324"/>
                  </a:cubicBezTo>
                  <a:cubicBezTo>
                    <a:pt x="36368" y="371"/>
                    <a:pt x="36712" y="0"/>
                    <a:pt x="36322" y="1156"/>
                  </a:cubicBezTo>
                  <a:cubicBezTo>
                    <a:pt x="35933" y="2312"/>
                    <a:pt x="36116" y="2428"/>
                    <a:pt x="35520" y="2451"/>
                  </a:cubicBezTo>
                  <a:cubicBezTo>
                    <a:pt x="34924" y="2475"/>
                    <a:pt x="34695" y="2221"/>
                    <a:pt x="34809" y="2544"/>
                  </a:cubicBezTo>
                  <a:cubicBezTo>
                    <a:pt x="34924" y="2868"/>
                    <a:pt x="34948" y="3075"/>
                    <a:pt x="34763" y="3469"/>
                  </a:cubicBezTo>
                  <a:cubicBezTo>
                    <a:pt x="34579" y="3862"/>
                    <a:pt x="34258" y="3630"/>
                    <a:pt x="34786" y="4093"/>
                  </a:cubicBezTo>
                  <a:cubicBezTo>
                    <a:pt x="35314" y="4555"/>
                    <a:pt x="35931" y="5596"/>
                    <a:pt x="35817" y="6103"/>
                  </a:cubicBezTo>
                  <a:cubicBezTo>
                    <a:pt x="35703" y="6612"/>
                    <a:pt x="35543" y="7212"/>
                    <a:pt x="35909" y="7305"/>
                  </a:cubicBezTo>
                  <a:cubicBezTo>
                    <a:pt x="36275" y="7398"/>
                    <a:pt x="36436" y="7352"/>
                    <a:pt x="36436" y="7814"/>
                  </a:cubicBezTo>
                  <a:cubicBezTo>
                    <a:pt x="36436" y="8275"/>
                    <a:pt x="36506" y="9085"/>
                    <a:pt x="36688" y="8646"/>
                  </a:cubicBezTo>
                  <a:cubicBezTo>
                    <a:pt x="36872" y="8206"/>
                    <a:pt x="36826" y="7259"/>
                    <a:pt x="37238" y="7675"/>
                  </a:cubicBezTo>
                  <a:cubicBezTo>
                    <a:pt x="37651" y="8092"/>
                    <a:pt x="37673" y="8206"/>
                    <a:pt x="37627" y="8784"/>
                  </a:cubicBezTo>
                  <a:cubicBezTo>
                    <a:pt x="37581" y="9362"/>
                    <a:pt x="37925" y="10333"/>
                    <a:pt x="38314" y="9708"/>
                  </a:cubicBezTo>
                  <a:cubicBezTo>
                    <a:pt x="38704" y="9084"/>
                    <a:pt x="38819" y="8182"/>
                    <a:pt x="38979" y="8136"/>
                  </a:cubicBezTo>
                  <a:cubicBezTo>
                    <a:pt x="39139" y="8089"/>
                    <a:pt x="38634" y="7443"/>
                    <a:pt x="38772" y="7211"/>
                  </a:cubicBezTo>
                  <a:cubicBezTo>
                    <a:pt x="38911" y="6980"/>
                    <a:pt x="39711" y="6380"/>
                    <a:pt x="40262" y="7096"/>
                  </a:cubicBezTo>
                  <a:cubicBezTo>
                    <a:pt x="40811" y="7813"/>
                    <a:pt x="40514" y="8205"/>
                    <a:pt x="40445" y="8552"/>
                  </a:cubicBezTo>
                  <a:cubicBezTo>
                    <a:pt x="40377" y="8898"/>
                    <a:pt x="41156" y="9523"/>
                    <a:pt x="40788" y="10054"/>
                  </a:cubicBezTo>
                  <a:cubicBezTo>
                    <a:pt x="40422" y="10585"/>
                    <a:pt x="40124" y="10863"/>
                    <a:pt x="39735" y="11049"/>
                  </a:cubicBezTo>
                  <a:cubicBezTo>
                    <a:pt x="39345" y="11233"/>
                    <a:pt x="39139" y="11164"/>
                    <a:pt x="38772" y="11049"/>
                  </a:cubicBezTo>
                  <a:cubicBezTo>
                    <a:pt x="38406" y="10932"/>
                    <a:pt x="38451" y="10888"/>
                    <a:pt x="38521" y="11302"/>
                  </a:cubicBezTo>
                  <a:cubicBezTo>
                    <a:pt x="38590" y="11719"/>
                    <a:pt x="38361" y="12180"/>
                    <a:pt x="38132" y="12251"/>
                  </a:cubicBezTo>
                  <a:cubicBezTo>
                    <a:pt x="37902" y="12320"/>
                    <a:pt x="37811" y="12390"/>
                    <a:pt x="37353" y="12134"/>
                  </a:cubicBezTo>
                  <a:cubicBezTo>
                    <a:pt x="36895" y="11880"/>
                    <a:pt x="36596" y="11880"/>
                    <a:pt x="37009" y="12088"/>
                  </a:cubicBezTo>
                  <a:cubicBezTo>
                    <a:pt x="37422" y="12296"/>
                    <a:pt x="37744" y="12504"/>
                    <a:pt x="37904" y="12504"/>
                  </a:cubicBezTo>
                  <a:cubicBezTo>
                    <a:pt x="38063" y="12504"/>
                    <a:pt x="38246" y="12435"/>
                    <a:pt x="38063" y="12782"/>
                  </a:cubicBezTo>
                  <a:cubicBezTo>
                    <a:pt x="37880" y="13129"/>
                    <a:pt x="37765" y="13823"/>
                    <a:pt x="37261" y="13823"/>
                  </a:cubicBezTo>
                  <a:cubicBezTo>
                    <a:pt x="36756" y="13823"/>
                    <a:pt x="36872" y="14077"/>
                    <a:pt x="36620" y="14170"/>
                  </a:cubicBezTo>
                  <a:cubicBezTo>
                    <a:pt x="36368" y="14262"/>
                    <a:pt x="36070" y="14123"/>
                    <a:pt x="36184" y="14262"/>
                  </a:cubicBezTo>
                  <a:cubicBezTo>
                    <a:pt x="36299" y="14402"/>
                    <a:pt x="36620" y="14586"/>
                    <a:pt x="36344" y="14863"/>
                  </a:cubicBezTo>
                  <a:cubicBezTo>
                    <a:pt x="36344" y="14863"/>
                    <a:pt x="35863" y="15094"/>
                    <a:pt x="35634" y="15348"/>
                  </a:cubicBezTo>
                  <a:cubicBezTo>
                    <a:pt x="35404" y="15603"/>
                    <a:pt x="34808" y="16620"/>
                    <a:pt x="34695" y="17198"/>
                  </a:cubicBezTo>
                  <a:cubicBezTo>
                    <a:pt x="34579" y="17776"/>
                    <a:pt x="34373" y="18146"/>
                    <a:pt x="34877" y="18839"/>
                  </a:cubicBezTo>
                  <a:cubicBezTo>
                    <a:pt x="35382" y="19534"/>
                    <a:pt x="36825" y="20829"/>
                    <a:pt x="37695" y="21150"/>
                  </a:cubicBezTo>
                  <a:cubicBezTo>
                    <a:pt x="38566" y="21474"/>
                    <a:pt x="40170" y="21590"/>
                    <a:pt x="40308" y="22306"/>
                  </a:cubicBezTo>
                  <a:cubicBezTo>
                    <a:pt x="40445" y="23023"/>
                    <a:pt x="40948" y="25127"/>
                    <a:pt x="41453" y="25103"/>
                  </a:cubicBezTo>
                  <a:cubicBezTo>
                    <a:pt x="41956" y="25080"/>
                    <a:pt x="42300" y="23739"/>
                    <a:pt x="41888" y="23115"/>
                  </a:cubicBezTo>
                  <a:cubicBezTo>
                    <a:pt x="41476" y="22491"/>
                    <a:pt x="41546" y="22444"/>
                    <a:pt x="42209" y="22051"/>
                  </a:cubicBezTo>
                  <a:cubicBezTo>
                    <a:pt x="42874" y="21657"/>
                    <a:pt x="43286" y="20502"/>
                    <a:pt x="42646" y="19694"/>
                  </a:cubicBezTo>
                  <a:cubicBezTo>
                    <a:pt x="42005" y="18885"/>
                    <a:pt x="42486" y="18838"/>
                    <a:pt x="42577" y="18005"/>
                  </a:cubicBezTo>
                  <a:cubicBezTo>
                    <a:pt x="42668" y="17173"/>
                    <a:pt x="42371" y="17034"/>
                    <a:pt x="42394" y="16480"/>
                  </a:cubicBezTo>
                  <a:cubicBezTo>
                    <a:pt x="42418" y="15925"/>
                    <a:pt x="42326" y="14976"/>
                    <a:pt x="43058" y="15278"/>
                  </a:cubicBezTo>
                  <a:cubicBezTo>
                    <a:pt x="43792" y="15578"/>
                    <a:pt x="44112" y="15093"/>
                    <a:pt x="44663" y="15532"/>
                  </a:cubicBezTo>
                  <a:cubicBezTo>
                    <a:pt x="45212" y="15971"/>
                    <a:pt x="45510" y="16687"/>
                    <a:pt x="45990" y="16873"/>
                  </a:cubicBezTo>
                  <a:cubicBezTo>
                    <a:pt x="46472" y="17058"/>
                    <a:pt x="46289" y="17150"/>
                    <a:pt x="46334" y="17775"/>
                  </a:cubicBezTo>
                  <a:cubicBezTo>
                    <a:pt x="46380" y="18399"/>
                    <a:pt x="46540" y="19230"/>
                    <a:pt x="47205" y="19092"/>
                  </a:cubicBezTo>
                  <a:cubicBezTo>
                    <a:pt x="47868" y="18953"/>
                    <a:pt x="48305" y="17797"/>
                    <a:pt x="48487" y="17590"/>
                  </a:cubicBezTo>
                  <a:cubicBezTo>
                    <a:pt x="48676" y="17377"/>
                    <a:pt x="48752" y="17523"/>
                    <a:pt x="48752" y="1752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4"/>
            <p:cNvSpPr/>
            <p:nvPr/>
          </p:nvSpPr>
          <p:spPr>
            <a:xfrm>
              <a:off x="9409215" y="2373791"/>
              <a:ext cx="66159" cy="38947"/>
            </a:xfrm>
            <a:custGeom>
              <a:rect b="b" l="l" r="r" t="t"/>
              <a:pathLst>
                <a:path extrusionOk="0" h="770" w="1308">
                  <a:moveTo>
                    <a:pt x="57" y="1"/>
                  </a:moveTo>
                  <a:cubicBezTo>
                    <a:pt x="2" y="0"/>
                    <a:pt x="6" y="84"/>
                    <a:pt x="0" y="139"/>
                  </a:cubicBezTo>
                  <a:cubicBezTo>
                    <a:pt x="84" y="176"/>
                    <a:pt x="58" y="191"/>
                    <a:pt x="114" y="266"/>
                  </a:cubicBezTo>
                  <a:cubicBezTo>
                    <a:pt x="295" y="507"/>
                    <a:pt x="565" y="679"/>
                    <a:pt x="859" y="739"/>
                  </a:cubicBezTo>
                  <a:cubicBezTo>
                    <a:pt x="1012" y="770"/>
                    <a:pt x="1202" y="754"/>
                    <a:pt x="1275" y="617"/>
                  </a:cubicBezTo>
                  <a:cubicBezTo>
                    <a:pt x="1304" y="561"/>
                    <a:pt x="1308" y="492"/>
                    <a:pt x="1283" y="433"/>
                  </a:cubicBezTo>
                  <a:cubicBezTo>
                    <a:pt x="1202" y="233"/>
                    <a:pt x="905" y="262"/>
                    <a:pt x="739" y="128"/>
                  </a:cubicBezTo>
                  <a:cubicBezTo>
                    <a:pt x="699" y="96"/>
                    <a:pt x="666" y="55"/>
                    <a:pt x="621" y="32"/>
                  </a:cubicBezTo>
                  <a:cubicBezTo>
                    <a:pt x="579" y="13"/>
                    <a:pt x="533" y="11"/>
                    <a:pt x="486" y="10"/>
                  </a:cubicBezTo>
                  <a:cubicBezTo>
                    <a:pt x="344" y="8"/>
                    <a:pt x="200" y="5"/>
                    <a:pt x="57"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4"/>
            <p:cNvSpPr/>
            <p:nvPr/>
          </p:nvSpPr>
          <p:spPr>
            <a:xfrm>
              <a:off x="9525145" y="2315371"/>
              <a:ext cx="165447" cy="185527"/>
            </a:xfrm>
            <a:custGeom>
              <a:rect b="b" l="l" r="r" t="t"/>
              <a:pathLst>
                <a:path extrusionOk="0" h="3668" w="3271">
                  <a:moveTo>
                    <a:pt x="1284" y="246"/>
                  </a:moveTo>
                  <a:cubicBezTo>
                    <a:pt x="946" y="738"/>
                    <a:pt x="0" y="2496"/>
                    <a:pt x="92" y="2650"/>
                  </a:cubicBezTo>
                  <a:cubicBezTo>
                    <a:pt x="183" y="2803"/>
                    <a:pt x="274" y="3142"/>
                    <a:pt x="825" y="3051"/>
                  </a:cubicBezTo>
                  <a:cubicBezTo>
                    <a:pt x="1374" y="2959"/>
                    <a:pt x="1803" y="2650"/>
                    <a:pt x="1833" y="2928"/>
                  </a:cubicBezTo>
                  <a:cubicBezTo>
                    <a:pt x="1864" y="3204"/>
                    <a:pt x="1833" y="3359"/>
                    <a:pt x="2171" y="3328"/>
                  </a:cubicBezTo>
                  <a:cubicBezTo>
                    <a:pt x="2507" y="3297"/>
                    <a:pt x="3025" y="3667"/>
                    <a:pt x="3148" y="3421"/>
                  </a:cubicBezTo>
                  <a:cubicBezTo>
                    <a:pt x="3271" y="3174"/>
                    <a:pt x="3117" y="2589"/>
                    <a:pt x="2965" y="2343"/>
                  </a:cubicBezTo>
                  <a:cubicBezTo>
                    <a:pt x="2813" y="2096"/>
                    <a:pt x="3025" y="1449"/>
                    <a:pt x="2599" y="1449"/>
                  </a:cubicBezTo>
                  <a:cubicBezTo>
                    <a:pt x="2171" y="1449"/>
                    <a:pt x="1560" y="1542"/>
                    <a:pt x="1560" y="1233"/>
                  </a:cubicBezTo>
                  <a:cubicBezTo>
                    <a:pt x="1560" y="925"/>
                    <a:pt x="2110" y="124"/>
                    <a:pt x="1926" y="62"/>
                  </a:cubicBezTo>
                  <a:cubicBezTo>
                    <a:pt x="1744" y="0"/>
                    <a:pt x="1284" y="246"/>
                    <a:pt x="1284" y="24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4"/>
            <p:cNvSpPr/>
            <p:nvPr/>
          </p:nvSpPr>
          <p:spPr>
            <a:xfrm>
              <a:off x="7261627" y="2026760"/>
              <a:ext cx="68081" cy="72481"/>
            </a:xfrm>
            <a:custGeom>
              <a:rect b="b" l="l" r="r" t="t"/>
              <a:pathLst>
                <a:path extrusionOk="0" h="1433" w="1346">
                  <a:moveTo>
                    <a:pt x="1331" y="345"/>
                  </a:moveTo>
                  <a:cubicBezTo>
                    <a:pt x="1275" y="789"/>
                    <a:pt x="1045" y="1259"/>
                    <a:pt x="627" y="1399"/>
                  </a:cubicBezTo>
                  <a:cubicBezTo>
                    <a:pt x="571" y="1421"/>
                    <a:pt x="509" y="1433"/>
                    <a:pt x="452" y="1429"/>
                  </a:cubicBezTo>
                  <a:cubicBezTo>
                    <a:pt x="294" y="1417"/>
                    <a:pt x="173" y="1292"/>
                    <a:pt x="63" y="1177"/>
                  </a:cubicBezTo>
                  <a:cubicBezTo>
                    <a:pt x="49" y="1155"/>
                    <a:pt x="30" y="1136"/>
                    <a:pt x="19" y="1110"/>
                  </a:cubicBezTo>
                  <a:cubicBezTo>
                    <a:pt x="1" y="1058"/>
                    <a:pt x="31" y="1000"/>
                    <a:pt x="63" y="955"/>
                  </a:cubicBezTo>
                  <a:cubicBezTo>
                    <a:pt x="188" y="767"/>
                    <a:pt x="349" y="608"/>
                    <a:pt x="536" y="486"/>
                  </a:cubicBezTo>
                  <a:cubicBezTo>
                    <a:pt x="584" y="457"/>
                    <a:pt x="645" y="427"/>
                    <a:pt x="701" y="427"/>
                  </a:cubicBezTo>
                  <a:lnTo>
                    <a:pt x="705" y="427"/>
                  </a:lnTo>
                  <a:cubicBezTo>
                    <a:pt x="797" y="383"/>
                    <a:pt x="862" y="278"/>
                    <a:pt x="932" y="194"/>
                  </a:cubicBezTo>
                  <a:cubicBezTo>
                    <a:pt x="1016" y="91"/>
                    <a:pt x="1177" y="1"/>
                    <a:pt x="1277" y="91"/>
                  </a:cubicBezTo>
                  <a:cubicBezTo>
                    <a:pt x="1345" y="149"/>
                    <a:pt x="1345" y="258"/>
                    <a:pt x="1331" y="34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4"/>
            <p:cNvSpPr/>
            <p:nvPr/>
          </p:nvSpPr>
          <p:spPr>
            <a:xfrm>
              <a:off x="6947473" y="2213553"/>
              <a:ext cx="52907" cy="38593"/>
            </a:xfrm>
            <a:custGeom>
              <a:rect b="b" l="l" r="r" t="t"/>
              <a:pathLst>
                <a:path extrusionOk="0" h="763" w="1046">
                  <a:moveTo>
                    <a:pt x="1027" y="129"/>
                  </a:moveTo>
                  <a:cubicBezTo>
                    <a:pt x="902" y="414"/>
                    <a:pt x="649" y="640"/>
                    <a:pt x="353" y="729"/>
                  </a:cubicBezTo>
                  <a:cubicBezTo>
                    <a:pt x="276" y="748"/>
                    <a:pt x="195" y="763"/>
                    <a:pt x="126" y="729"/>
                  </a:cubicBezTo>
                  <a:cubicBezTo>
                    <a:pt x="52" y="700"/>
                    <a:pt x="0" y="610"/>
                    <a:pt x="35" y="541"/>
                  </a:cubicBezTo>
                  <a:cubicBezTo>
                    <a:pt x="52" y="497"/>
                    <a:pt x="96" y="471"/>
                    <a:pt x="138" y="444"/>
                  </a:cubicBezTo>
                  <a:cubicBezTo>
                    <a:pt x="243" y="371"/>
                    <a:pt x="335" y="274"/>
                    <a:pt x="402" y="164"/>
                  </a:cubicBezTo>
                  <a:cubicBezTo>
                    <a:pt x="372" y="125"/>
                    <a:pt x="390" y="63"/>
                    <a:pt x="432" y="35"/>
                  </a:cubicBezTo>
                  <a:cubicBezTo>
                    <a:pt x="475" y="5"/>
                    <a:pt x="537" y="1"/>
                    <a:pt x="593" y="5"/>
                  </a:cubicBezTo>
                  <a:cubicBezTo>
                    <a:pt x="706" y="5"/>
                    <a:pt x="820" y="5"/>
                    <a:pt x="933" y="9"/>
                  </a:cubicBezTo>
                  <a:cubicBezTo>
                    <a:pt x="973" y="9"/>
                    <a:pt x="1021" y="12"/>
                    <a:pt x="1036" y="49"/>
                  </a:cubicBezTo>
                  <a:cubicBezTo>
                    <a:pt x="1046" y="74"/>
                    <a:pt x="1037" y="104"/>
                    <a:pt x="1027" y="1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4"/>
            <p:cNvSpPr/>
            <p:nvPr/>
          </p:nvSpPr>
          <p:spPr>
            <a:xfrm>
              <a:off x="6962950" y="1933086"/>
              <a:ext cx="52603" cy="27161"/>
            </a:xfrm>
            <a:custGeom>
              <a:rect b="b" l="l" r="r" t="t"/>
              <a:pathLst>
                <a:path extrusionOk="0" h="537" w="1040">
                  <a:moveTo>
                    <a:pt x="981" y="408"/>
                  </a:moveTo>
                  <a:cubicBezTo>
                    <a:pt x="739" y="530"/>
                    <a:pt x="441" y="536"/>
                    <a:pt x="190" y="428"/>
                  </a:cubicBezTo>
                  <a:cubicBezTo>
                    <a:pt x="127" y="397"/>
                    <a:pt x="64" y="361"/>
                    <a:pt x="34" y="299"/>
                  </a:cubicBezTo>
                  <a:cubicBezTo>
                    <a:pt x="1" y="237"/>
                    <a:pt x="13" y="148"/>
                    <a:pt x="75" y="119"/>
                  </a:cubicBezTo>
                  <a:cubicBezTo>
                    <a:pt x="112" y="101"/>
                    <a:pt x="157" y="108"/>
                    <a:pt x="198" y="113"/>
                  </a:cubicBezTo>
                  <a:cubicBezTo>
                    <a:pt x="311" y="124"/>
                    <a:pt x="427" y="112"/>
                    <a:pt x="533" y="75"/>
                  </a:cubicBezTo>
                  <a:cubicBezTo>
                    <a:pt x="533" y="34"/>
                    <a:pt x="581" y="1"/>
                    <a:pt x="625" y="4"/>
                  </a:cubicBezTo>
                  <a:cubicBezTo>
                    <a:pt x="672" y="9"/>
                    <a:pt x="716" y="42"/>
                    <a:pt x="751" y="76"/>
                  </a:cubicBezTo>
                  <a:cubicBezTo>
                    <a:pt x="828" y="140"/>
                    <a:pt x="907" y="205"/>
                    <a:pt x="982" y="272"/>
                  </a:cubicBezTo>
                  <a:cubicBezTo>
                    <a:pt x="1009" y="295"/>
                    <a:pt x="1040" y="325"/>
                    <a:pt x="1030" y="359"/>
                  </a:cubicBezTo>
                  <a:cubicBezTo>
                    <a:pt x="1023" y="382"/>
                    <a:pt x="1003" y="397"/>
                    <a:pt x="981" y="4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4"/>
            <p:cNvSpPr/>
            <p:nvPr/>
          </p:nvSpPr>
          <p:spPr>
            <a:xfrm>
              <a:off x="8575551" y="1381660"/>
              <a:ext cx="97366" cy="108292"/>
            </a:xfrm>
            <a:custGeom>
              <a:rect b="b" l="l" r="r" t="t"/>
              <a:pathLst>
                <a:path extrusionOk="0" h="2141" w="1925">
                  <a:moveTo>
                    <a:pt x="687" y="116"/>
                  </a:moveTo>
                  <a:cubicBezTo>
                    <a:pt x="584" y="393"/>
                    <a:pt x="664" y="857"/>
                    <a:pt x="446" y="995"/>
                  </a:cubicBezTo>
                  <a:cubicBezTo>
                    <a:pt x="228" y="1134"/>
                    <a:pt x="0" y="1260"/>
                    <a:pt x="286" y="1457"/>
                  </a:cubicBezTo>
                  <a:cubicBezTo>
                    <a:pt x="573" y="1653"/>
                    <a:pt x="1157" y="2140"/>
                    <a:pt x="1466" y="2024"/>
                  </a:cubicBezTo>
                  <a:cubicBezTo>
                    <a:pt x="1776" y="1908"/>
                    <a:pt x="1924" y="1723"/>
                    <a:pt x="1695" y="1271"/>
                  </a:cubicBezTo>
                  <a:cubicBezTo>
                    <a:pt x="1466" y="821"/>
                    <a:pt x="1214" y="459"/>
                    <a:pt x="1111" y="312"/>
                  </a:cubicBezTo>
                  <a:cubicBezTo>
                    <a:pt x="894" y="0"/>
                    <a:pt x="687" y="116"/>
                    <a:pt x="687" y="1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4"/>
            <p:cNvSpPr/>
            <p:nvPr/>
          </p:nvSpPr>
          <p:spPr>
            <a:xfrm>
              <a:off x="8542421" y="1436135"/>
              <a:ext cx="33383" cy="33585"/>
            </a:xfrm>
            <a:custGeom>
              <a:rect b="b" l="l" r="r" t="t"/>
              <a:pathLst>
                <a:path extrusionOk="0" h="664" w="660">
                  <a:moveTo>
                    <a:pt x="215" y="131"/>
                  </a:moveTo>
                  <a:cubicBezTo>
                    <a:pt x="151" y="300"/>
                    <a:pt x="0" y="663"/>
                    <a:pt x="275" y="663"/>
                  </a:cubicBezTo>
                  <a:cubicBezTo>
                    <a:pt x="333" y="664"/>
                    <a:pt x="395" y="645"/>
                    <a:pt x="432" y="600"/>
                  </a:cubicBezTo>
                  <a:cubicBezTo>
                    <a:pt x="476" y="549"/>
                    <a:pt x="479" y="482"/>
                    <a:pt x="507" y="425"/>
                  </a:cubicBezTo>
                  <a:cubicBezTo>
                    <a:pt x="550" y="338"/>
                    <a:pt x="610" y="269"/>
                    <a:pt x="642" y="172"/>
                  </a:cubicBezTo>
                  <a:cubicBezTo>
                    <a:pt x="652" y="140"/>
                    <a:pt x="659" y="102"/>
                    <a:pt x="643" y="74"/>
                  </a:cubicBezTo>
                  <a:cubicBezTo>
                    <a:pt x="628" y="49"/>
                    <a:pt x="600" y="38"/>
                    <a:pt x="574" y="29"/>
                  </a:cubicBezTo>
                  <a:cubicBezTo>
                    <a:pt x="494" y="7"/>
                    <a:pt x="412" y="0"/>
                    <a:pt x="332" y="11"/>
                  </a:cubicBezTo>
                  <a:cubicBezTo>
                    <a:pt x="306" y="13"/>
                    <a:pt x="280" y="19"/>
                    <a:pt x="260" y="38"/>
                  </a:cubicBezTo>
                  <a:cubicBezTo>
                    <a:pt x="245" y="53"/>
                    <a:pt x="236" y="74"/>
                    <a:pt x="229" y="94"/>
                  </a:cubicBezTo>
                  <a:cubicBezTo>
                    <a:pt x="224" y="105"/>
                    <a:pt x="220" y="117"/>
                    <a:pt x="215" y="13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 name="Google Shape;423;p14"/>
          <p:cNvGrpSpPr/>
          <p:nvPr/>
        </p:nvGrpSpPr>
        <p:grpSpPr>
          <a:xfrm>
            <a:off x="8028350" y="3257063"/>
            <a:ext cx="1525341" cy="2207766"/>
            <a:chOff x="9157325" y="-219812"/>
            <a:chExt cx="1525341" cy="2207766"/>
          </a:xfrm>
        </p:grpSpPr>
        <p:sp>
          <p:nvSpPr>
            <p:cNvPr id="424" name="Google Shape;424;p14"/>
            <p:cNvSpPr/>
            <p:nvPr/>
          </p:nvSpPr>
          <p:spPr>
            <a:xfrm>
              <a:off x="10344141" y="1593389"/>
              <a:ext cx="271969" cy="201207"/>
            </a:xfrm>
            <a:custGeom>
              <a:rect b="b" l="l" r="r" t="t"/>
              <a:pathLst>
                <a:path extrusionOk="0" h="3978" w="5377">
                  <a:moveTo>
                    <a:pt x="5377" y="1666"/>
                  </a:moveTo>
                  <a:cubicBezTo>
                    <a:pt x="5316" y="2068"/>
                    <a:pt x="5316" y="2468"/>
                    <a:pt x="4736" y="2745"/>
                  </a:cubicBezTo>
                  <a:cubicBezTo>
                    <a:pt x="4155" y="3022"/>
                    <a:pt x="3269" y="3978"/>
                    <a:pt x="2933" y="3854"/>
                  </a:cubicBezTo>
                  <a:cubicBezTo>
                    <a:pt x="2596" y="3730"/>
                    <a:pt x="2261" y="3484"/>
                    <a:pt x="1987" y="3422"/>
                  </a:cubicBezTo>
                  <a:cubicBezTo>
                    <a:pt x="1711" y="3360"/>
                    <a:pt x="948" y="3484"/>
                    <a:pt x="977" y="3330"/>
                  </a:cubicBezTo>
                  <a:cubicBezTo>
                    <a:pt x="1008" y="3176"/>
                    <a:pt x="1375" y="3021"/>
                    <a:pt x="1375" y="2836"/>
                  </a:cubicBezTo>
                  <a:cubicBezTo>
                    <a:pt x="1375" y="2652"/>
                    <a:pt x="1436" y="2282"/>
                    <a:pt x="1069" y="2282"/>
                  </a:cubicBezTo>
                  <a:cubicBezTo>
                    <a:pt x="703" y="2282"/>
                    <a:pt x="0" y="2067"/>
                    <a:pt x="488" y="2005"/>
                  </a:cubicBezTo>
                  <a:cubicBezTo>
                    <a:pt x="977" y="1943"/>
                    <a:pt x="1406" y="1789"/>
                    <a:pt x="1283" y="1634"/>
                  </a:cubicBezTo>
                  <a:cubicBezTo>
                    <a:pt x="1161" y="1481"/>
                    <a:pt x="734" y="1572"/>
                    <a:pt x="580" y="1572"/>
                  </a:cubicBezTo>
                  <a:cubicBezTo>
                    <a:pt x="429" y="1572"/>
                    <a:pt x="91" y="1665"/>
                    <a:pt x="336" y="1202"/>
                  </a:cubicBezTo>
                  <a:cubicBezTo>
                    <a:pt x="580" y="740"/>
                    <a:pt x="824" y="401"/>
                    <a:pt x="947" y="340"/>
                  </a:cubicBezTo>
                  <a:cubicBezTo>
                    <a:pt x="1069" y="278"/>
                    <a:pt x="1496" y="371"/>
                    <a:pt x="1558" y="679"/>
                  </a:cubicBezTo>
                  <a:cubicBezTo>
                    <a:pt x="1618" y="987"/>
                    <a:pt x="1987" y="1665"/>
                    <a:pt x="2046" y="1233"/>
                  </a:cubicBezTo>
                  <a:cubicBezTo>
                    <a:pt x="2107" y="802"/>
                    <a:pt x="2230" y="524"/>
                    <a:pt x="2353" y="771"/>
                  </a:cubicBezTo>
                  <a:cubicBezTo>
                    <a:pt x="2475" y="1016"/>
                    <a:pt x="2322" y="1202"/>
                    <a:pt x="2566" y="833"/>
                  </a:cubicBezTo>
                  <a:cubicBezTo>
                    <a:pt x="2810" y="462"/>
                    <a:pt x="2995" y="431"/>
                    <a:pt x="3238" y="586"/>
                  </a:cubicBezTo>
                  <a:cubicBezTo>
                    <a:pt x="3484" y="741"/>
                    <a:pt x="3727" y="957"/>
                    <a:pt x="3727" y="679"/>
                  </a:cubicBezTo>
                  <a:cubicBezTo>
                    <a:pt x="3727" y="401"/>
                    <a:pt x="3911" y="0"/>
                    <a:pt x="4124" y="155"/>
                  </a:cubicBezTo>
                  <a:cubicBezTo>
                    <a:pt x="4339" y="310"/>
                    <a:pt x="4613" y="401"/>
                    <a:pt x="4827" y="648"/>
                  </a:cubicBezTo>
                  <a:cubicBezTo>
                    <a:pt x="5042" y="897"/>
                    <a:pt x="5377" y="1666"/>
                    <a:pt x="5377" y="16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4"/>
            <p:cNvSpPr/>
            <p:nvPr/>
          </p:nvSpPr>
          <p:spPr>
            <a:xfrm>
              <a:off x="9157325" y="-219812"/>
              <a:ext cx="1525341" cy="2207766"/>
            </a:xfrm>
            <a:custGeom>
              <a:rect b="b" l="l" r="r" t="t"/>
              <a:pathLst>
                <a:path extrusionOk="0" h="43649" w="30157">
                  <a:moveTo>
                    <a:pt x="4400" y="21918"/>
                  </a:moveTo>
                  <a:cubicBezTo>
                    <a:pt x="6232" y="21734"/>
                    <a:pt x="6691" y="20346"/>
                    <a:pt x="8066" y="24138"/>
                  </a:cubicBezTo>
                  <a:cubicBezTo>
                    <a:pt x="9441" y="27929"/>
                    <a:pt x="10542" y="28762"/>
                    <a:pt x="10542" y="30518"/>
                  </a:cubicBezTo>
                  <a:cubicBezTo>
                    <a:pt x="10542" y="32275"/>
                    <a:pt x="9350" y="34865"/>
                    <a:pt x="9900" y="36528"/>
                  </a:cubicBezTo>
                  <a:cubicBezTo>
                    <a:pt x="10450" y="38193"/>
                    <a:pt x="13291" y="43648"/>
                    <a:pt x="14299" y="43094"/>
                  </a:cubicBezTo>
                  <a:cubicBezTo>
                    <a:pt x="15308" y="42539"/>
                    <a:pt x="15857" y="38747"/>
                    <a:pt x="16866" y="37823"/>
                  </a:cubicBezTo>
                  <a:cubicBezTo>
                    <a:pt x="17874" y="36898"/>
                    <a:pt x="18791" y="34772"/>
                    <a:pt x="20624" y="34309"/>
                  </a:cubicBezTo>
                  <a:cubicBezTo>
                    <a:pt x="22456" y="33845"/>
                    <a:pt x="24840" y="33200"/>
                    <a:pt x="25023" y="30332"/>
                  </a:cubicBezTo>
                  <a:cubicBezTo>
                    <a:pt x="25206" y="27465"/>
                    <a:pt x="26123" y="21455"/>
                    <a:pt x="25482" y="17202"/>
                  </a:cubicBezTo>
                  <a:cubicBezTo>
                    <a:pt x="25024" y="14172"/>
                    <a:pt x="28506" y="11192"/>
                    <a:pt x="29331" y="9897"/>
                  </a:cubicBezTo>
                  <a:cubicBezTo>
                    <a:pt x="30156" y="8602"/>
                    <a:pt x="29697" y="6661"/>
                    <a:pt x="28322" y="7216"/>
                  </a:cubicBezTo>
                  <a:cubicBezTo>
                    <a:pt x="26948" y="7770"/>
                    <a:pt x="26122" y="9158"/>
                    <a:pt x="25756" y="8602"/>
                  </a:cubicBezTo>
                  <a:cubicBezTo>
                    <a:pt x="25390" y="8047"/>
                    <a:pt x="25390" y="6106"/>
                    <a:pt x="24656" y="6289"/>
                  </a:cubicBezTo>
                  <a:cubicBezTo>
                    <a:pt x="23921" y="6474"/>
                    <a:pt x="20165" y="7769"/>
                    <a:pt x="20897" y="6844"/>
                  </a:cubicBezTo>
                  <a:cubicBezTo>
                    <a:pt x="21631" y="5920"/>
                    <a:pt x="25756" y="5735"/>
                    <a:pt x="24013" y="4255"/>
                  </a:cubicBezTo>
                  <a:cubicBezTo>
                    <a:pt x="22273" y="2775"/>
                    <a:pt x="22822" y="1"/>
                    <a:pt x="19523" y="649"/>
                  </a:cubicBezTo>
                  <a:cubicBezTo>
                    <a:pt x="16224" y="1297"/>
                    <a:pt x="14481" y="3700"/>
                    <a:pt x="12190" y="4809"/>
                  </a:cubicBezTo>
                  <a:cubicBezTo>
                    <a:pt x="9899" y="5918"/>
                    <a:pt x="7700" y="6659"/>
                    <a:pt x="6509" y="7861"/>
                  </a:cubicBezTo>
                  <a:cubicBezTo>
                    <a:pt x="5317" y="9063"/>
                    <a:pt x="4033" y="10450"/>
                    <a:pt x="4217" y="11744"/>
                  </a:cubicBezTo>
                  <a:cubicBezTo>
                    <a:pt x="4400" y="13039"/>
                    <a:pt x="5683" y="13778"/>
                    <a:pt x="3759" y="14888"/>
                  </a:cubicBezTo>
                  <a:cubicBezTo>
                    <a:pt x="1835" y="15997"/>
                    <a:pt x="0" y="16922"/>
                    <a:pt x="1467" y="17755"/>
                  </a:cubicBezTo>
                  <a:cubicBezTo>
                    <a:pt x="2933" y="18587"/>
                    <a:pt x="2842" y="19235"/>
                    <a:pt x="2659" y="19789"/>
                  </a:cubicBezTo>
                  <a:cubicBezTo>
                    <a:pt x="2475" y="20344"/>
                    <a:pt x="2659" y="21454"/>
                    <a:pt x="3393" y="21732"/>
                  </a:cubicBezTo>
                  <a:cubicBezTo>
                    <a:pt x="4125" y="22011"/>
                    <a:pt x="4400" y="21918"/>
                    <a:pt x="4400" y="219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 name="Google Shape;426;p14"/>
          <p:cNvSpPr txBox="1"/>
          <p:nvPr>
            <p:ph type="title"/>
          </p:nvPr>
        </p:nvSpPr>
        <p:spPr>
          <a:xfrm rot="-904">
            <a:off x="720000" y="3152331"/>
            <a:ext cx="4563900" cy="6045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SzPts val="1800"/>
              <a:buNone/>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427" name="Google Shape;427;p14"/>
          <p:cNvSpPr txBox="1"/>
          <p:nvPr>
            <p:ph idx="1" type="subTitle"/>
          </p:nvPr>
        </p:nvSpPr>
        <p:spPr>
          <a:xfrm>
            <a:off x="720125" y="1386063"/>
            <a:ext cx="4563900" cy="159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24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28" name="Shape 428"/>
        <p:cNvGrpSpPr/>
        <p:nvPr/>
      </p:nvGrpSpPr>
      <p:grpSpPr>
        <a:xfrm>
          <a:off x="0" y="0"/>
          <a:ext cx="0" cy="0"/>
          <a:chOff x="0" y="0"/>
          <a:chExt cx="0" cy="0"/>
        </a:xfrm>
      </p:grpSpPr>
      <p:pic>
        <p:nvPicPr>
          <p:cNvPr id="429" name="Google Shape;429;p15"/>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430" name="Google Shape;430;p15"/>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31" name="Google Shape;431;p15"/>
          <p:cNvGrpSpPr/>
          <p:nvPr/>
        </p:nvGrpSpPr>
        <p:grpSpPr>
          <a:xfrm>
            <a:off x="7325394" y="3486765"/>
            <a:ext cx="2405361" cy="2184744"/>
            <a:chOff x="3167525" y="751950"/>
            <a:chExt cx="1309325" cy="1189300"/>
          </a:xfrm>
        </p:grpSpPr>
        <p:sp>
          <p:nvSpPr>
            <p:cNvPr id="432" name="Google Shape;432;p15"/>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5"/>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5"/>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5"/>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5"/>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5"/>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5"/>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5"/>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5"/>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15"/>
          <p:cNvGrpSpPr/>
          <p:nvPr/>
        </p:nvGrpSpPr>
        <p:grpSpPr>
          <a:xfrm rot="2909762">
            <a:off x="-1584224" y="-1613599"/>
            <a:ext cx="2979229" cy="3153404"/>
            <a:chOff x="4373775" y="321250"/>
            <a:chExt cx="1456475" cy="1541625"/>
          </a:xfrm>
        </p:grpSpPr>
        <p:sp>
          <p:nvSpPr>
            <p:cNvPr id="442" name="Google Shape;442;p15"/>
            <p:cNvSpPr/>
            <p:nvPr/>
          </p:nvSpPr>
          <p:spPr>
            <a:xfrm>
              <a:off x="4373775" y="321250"/>
              <a:ext cx="1456475" cy="1541625"/>
            </a:xfrm>
            <a:custGeom>
              <a:rect b="b" l="l" r="r" t="t"/>
              <a:pathLst>
                <a:path extrusionOk="0" h="61665" w="58259">
                  <a:moveTo>
                    <a:pt x="38993" y="0"/>
                  </a:moveTo>
                  <a:cubicBezTo>
                    <a:pt x="38990" y="0"/>
                    <a:pt x="38987" y="0"/>
                    <a:pt x="38985" y="0"/>
                  </a:cubicBezTo>
                  <a:cubicBezTo>
                    <a:pt x="38784" y="1"/>
                    <a:pt x="38582" y="12"/>
                    <a:pt x="38385" y="28"/>
                  </a:cubicBezTo>
                  <a:cubicBezTo>
                    <a:pt x="38304" y="35"/>
                    <a:pt x="38245" y="107"/>
                    <a:pt x="38251" y="188"/>
                  </a:cubicBezTo>
                  <a:cubicBezTo>
                    <a:pt x="38257" y="266"/>
                    <a:pt x="38322" y="323"/>
                    <a:pt x="38397" y="323"/>
                  </a:cubicBezTo>
                  <a:lnTo>
                    <a:pt x="38411" y="323"/>
                  </a:lnTo>
                  <a:cubicBezTo>
                    <a:pt x="38601" y="307"/>
                    <a:pt x="38795" y="298"/>
                    <a:pt x="38989" y="295"/>
                  </a:cubicBezTo>
                  <a:cubicBezTo>
                    <a:pt x="39070" y="294"/>
                    <a:pt x="39135" y="227"/>
                    <a:pt x="39134" y="146"/>
                  </a:cubicBezTo>
                  <a:cubicBezTo>
                    <a:pt x="39133" y="67"/>
                    <a:pt x="39068" y="0"/>
                    <a:pt x="38993" y="0"/>
                  </a:cubicBezTo>
                  <a:close/>
                  <a:moveTo>
                    <a:pt x="39874" y="37"/>
                  </a:moveTo>
                  <a:cubicBezTo>
                    <a:pt x="39797" y="37"/>
                    <a:pt x="39732" y="93"/>
                    <a:pt x="39725" y="171"/>
                  </a:cubicBezTo>
                  <a:cubicBezTo>
                    <a:pt x="39717" y="251"/>
                    <a:pt x="39777" y="323"/>
                    <a:pt x="39857" y="332"/>
                  </a:cubicBezTo>
                  <a:cubicBezTo>
                    <a:pt x="40048" y="351"/>
                    <a:pt x="40242" y="375"/>
                    <a:pt x="40432" y="408"/>
                  </a:cubicBezTo>
                  <a:cubicBezTo>
                    <a:pt x="40439" y="409"/>
                    <a:pt x="40449" y="410"/>
                    <a:pt x="40456" y="410"/>
                  </a:cubicBezTo>
                  <a:cubicBezTo>
                    <a:pt x="40527" y="410"/>
                    <a:pt x="40589" y="358"/>
                    <a:pt x="40603" y="286"/>
                  </a:cubicBezTo>
                  <a:cubicBezTo>
                    <a:pt x="40616" y="205"/>
                    <a:pt x="40562" y="129"/>
                    <a:pt x="40482" y="116"/>
                  </a:cubicBezTo>
                  <a:cubicBezTo>
                    <a:pt x="40285" y="83"/>
                    <a:pt x="40084" y="57"/>
                    <a:pt x="39886" y="37"/>
                  </a:cubicBezTo>
                  <a:cubicBezTo>
                    <a:pt x="39882" y="37"/>
                    <a:pt x="39878" y="37"/>
                    <a:pt x="39874" y="37"/>
                  </a:cubicBezTo>
                  <a:close/>
                  <a:moveTo>
                    <a:pt x="37525" y="157"/>
                  </a:moveTo>
                  <a:cubicBezTo>
                    <a:pt x="37514" y="157"/>
                    <a:pt x="37504" y="158"/>
                    <a:pt x="37494" y="160"/>
                  </a:cubicBezTo>
                  <a:cubicBezTo>
                    <a:pt x="37453" y="168"/>
                    <a:pt x="37414" y="177"/>
                    <a:pt x="37374" y="186"/>
                  </a:cubicBezTo>
                  <a:cubicBezTo>
                    <a:pt x="37220" y="220"/>
                    <a:pt x="37063" y="269"/>
                    <a:pt x="36906" y="327"/>
                  </a:cubicBezTo>
                  <a:cubicBezTo>
                    <a:pt x="36828" y="356"/>
                    <a:pt x="36791" y="441"/>
                    <a:pt x="36819" y="517"/>
                  </a:cubicBezTo>
                  <a:cubicBezTo>
                    <a:pt x="36842" y="576"/>
                    <a:pt x="36898" y="612"/>
                    <a:pt x="36957" y="612"/>
                  </a:cubicBezTo>
                  <a:cubicBezTo>
                    <a:pt x="36974" y="612"/>
                    <a:pt x="36992" y="609"/>
                    <a:pt x="37009" y="604"/>
                  </a:cubicBezTo>
                  <a:cubicBezTo>
                    <a:pt x="37153" y="549"/>
                    <a:pt x="37298" y="506"/>
                    <a:pt x="37438" y="473"/>
                  </a:cubicBezTo>
                  <a:cubicBezTo>
                    <a:pt x="37475" y="466"/>
                    <a:pt x="37514" y="456"/>
                    <a:pt x="37552" y="449"/>
                  </a:cubicBezTo>
                  <a:cubicBezTo>
                    <a:pt x="37633" y="432"/>
                    <a:pt x="37685" y="354"/>
                    <a:pt x="37668" y="275"/>
                  </a:cubicBezTo>
                  <a:cubicBezTo>
                    <a:pt x="37653" y="205"/>
                    <a:pt x="37592" y="157"/>
                    <a:pt x="37525" y="157"/>
                  </a:cubicBezTo>
                  <a:close/>
                  <a:moveTo>
                    <a:pt x="41318" y="309"/>
                  </a:moveTo>
                  <a:cubicBezTo>
                    <a:pt x="41254" y="309"/>
                    <a:pt x="41195" y="351"/>
                    <a:pt x="41177" y="416"/>
                  </a:cubicBezTo>
                  <a:cubicBezTo>
                    <a:pt x="41155" y="496"/>
                    <a:pt x="41201" y="576"/>
                    <a:pt x="41279" y="599"/>
                  </a:cubicBezTo>
                  <a:cubicBezTo>
                    <a:pt x="41466" y="650"/>
                    <a:pt x="41651" y="710"/>
                    <a:pt x="41830" y="776"/>
                  </a:cubicBezTo>
                  <a:cubicBezTo>
                    <a:pt x="41847" y="782"/>
                    <a:pt x="41863" y="786"/>
                    <a:pt x="41880" y="786"/>
                  </a:cubicBezTo>
                  <a:cubicBezTo>
                    <a:pt x="41941" y="786"/>
                    <a:pt x="41996" y="748"/>
                    <a:pt x="42018" y="690"/>
                  </a:cubicBezTo>
                  <a:cubicBezTo>
                    <a:pt x="42047" y="612"/>
                    <a:pt x="42007" y="529"/>
                    <a:pt x="41930" y="500"/>
                  </a:cubicBezTo>
                  <a:cubicBezTo>
                    <a:pt x="41744" y="432"/>
                    <a:pt x="41553" y="369"/>
                    <a:pt x="41359" y="315"/>
                  </a:cubicBezTo>
                  <a:cubicBezTo>
                    <a:pt x="41345" y="311"/>
                    <a:pt x="41331" y="309"/>
                    <a:pt x="41318" y="309"/>
                  </a:cubicBezTo>
                  <a:close/>
                  <a:moveTo>
                    <a:pt x="36169" y="716"/>
                  </a:moveTo>
                  <a:cubicBezTo>
                    <a:pt x="36142" y="716"/>
                    <a:pt x="36115" y="723"/>
                    <a:pt x="36090" y="739"/>
                  </a:cubicBezTo>
                  <a:cubicBezTo>
                    <a:pt x="35924" y="843"/>
                    <a:pt x="35758" y="962"/>
                    <a:pt x="35596" y="1090"/>
                  </a:cubicBezTo>
                  <a:cubicBezTo>
                    <a:pt x="35532" y="1141"/>
                    <a:pt x="35522" y="1234"/>
                    <a:pt x="35573" y="1297"/>
                  </a:cubicBezTo>
                  <a:cubicBezTo>
                    <a:pt x="35601" y="1333"/>
                    <a:pt x="35645" y="1353"/>
                    <a:pt x="35688" y="1353"/>
                  </a:cubicBezTo>
                  <a:cubicBezTo>
                    <a:pt x="35720" y="1353"/>
                    <a:pt x="35753" y="1343"/>
                    <a:pt x="35780" y="1322"/>
                  </a:cubicBezTo>
                  <a:cubicBezTo>
                    <a:pt x="35935" y="1200"/>
                    <a:pt x="36091" y="1089"/>
                    <a:pt x="36247" y="989"/>
                  </a:cubicBezTo>
                  <a:cubicBezTo>
                    <a:pt x="36317" y="945"/>
                    <a:pt x="36338" y="854"/>
                    <a:pt x="36294" y="786"/>
                  </a:cubicBezTo>
                  <a:cubicBezTo>
                    <a:pt x="36266" y="740"/>
                    <a:pt x="36218" y="716"/>
                    <a:pt x="36169" y="716"/>
                  </a:cubicBezTo>
                  <a:close/>
                  <a:moveTo>
                    <a:pt x="42688" y="845"/>
                  </a:moveTo>
                  <a:cubicBezTo>
                    <a:pt x="42635" y="845"/>
                    <a:pt x="42583" y="874"/>
                    <a:pt x="42556" y="925"/>
                  </a:cubicBezTo>
                  <a:cubicBezTo>
                    <a:pt x="42519" y="997"/>
                    <a:pt x="42548" y="1086"/>
                    <a:pt x="42620" y="1123"/>
                  </a:cubicBezTo>
                  <a:cubicBezTo>
                    <a:pt x="42793" y="1213"/>
                    <a:pt x="42961" y="1309"/>
                    <a:pt x="43119" y="1411"/>
                  </a:cubicBezTo>
                  <a:cubicBezTo>
                    <a:pt x="43145" y="1426"/>
                    <a:pt x="43172" y="1434"/>
                    <a:pt x="43199" y="1434"/>
                  </a:cubicBezTo>
                  <a:cubicBezTo>
                    <a:pt x="43249" y="1434"/>
                    <a:pt x="43296" y="1411"/>
                    <a:pt x="43323" y="1365"/>
                  </a:cubicBezTo>
                  <a:cubicBezTo>
                    <a:pt x="43366" y="1297"/>
                    <a:pt x="43346" y="1205"/>
                    <a:pt x="43278" y="1162"/>
                  </a:cubicBezTo>
                  <a:cubicBezTo>
                    <a:pt x="43112" y="1056"/>
                    <a:pt x="42936" y="955"/>
                    <a:pt x="42756" y="862"/>
                  </a:cubicBezTo>
                  <a:cubicBezTo>
                    <a:pt x="42734" y="850"/>
                    <a:pt x="42711" y="845"/>
                    <a:pt x="42688" y="845"/>
                  </a:cubicBezTo>
                  <a:close/>
                  <a:moveTo>
                    <a:pt x="43906" y="1670"/>
                  </a:moveTo>
                  <a:cubicBezTo>
                    <a:pt x="43865" y="1670"/>
                    <a:pt x="43825" y="1687"/>
                    <a:pt x="43796" y="1720"/>
                  </a:cubicBezTo>
                  <a:cubicBezTo>
                    <a:pt x="43741" y="1781"/>
                    <a:pt x="43747" y="1874"/>
                    <a:pt x="43808" y="1928"/>
                  </a:cubicBezTo>
                  <a:cubicBezTo>
                    <a:pt x="43952" y="2055"/>
                    <a:pt x="44091" y="2190"/>
                    <a:pt x="44217" y="2329"/>
                  </a:cubicBezTo>
                  <a:cubicBezTo>
                    <a:pt x="44246" y="2361"/>
                    <a:pt x="44287" y="2379"/>
                    <a:pt x="44327" y="2379"/>
                  </a:cubicBezTo>
                  <a:cubicBezTo>
                    <a:pt x="44361" y="2379"/>
                    <a:pt x="44397" y="2365"/>
                    <a:pt x="44425" y="2340"/>
                  </a:cubicBezTo>
                  <a:cubicBezTo>
                    <a:pt x="44485" y="2285"/>
                    <a:pt x="44489" y="2192"/>
                    <a:pt x="44435" y="2132"/>
                  </a:cubicBezTo>
                  <a:cubicBezTo>
                    <a:pt x="44301" y="1984"/>
                    <a:pt x="44155" y="1841"/>
                    <a:pt x="44003" y="1707"/>
                  </a:cubicBezTo>
                  <a:cubicBezTo>
                    <a:pt x="43975" y="1682"/>
                    <a:pt x="43941" y="1670"/>
                    <a:pt x="43906" y="1670"/>
                  </a:cubicBezTo>
                  <a:close/>
                  <a:moveTo>
                    <a:pt x="35035" y="1654"/>
                  </a:moveTo>
                  <a:cubicBezTo>
                    <a:pt x="34996" y="1654"/>
                    <a:pt x="34958" y="1669"/>
                    <a:pt x="34929" y="1700"/>
                  </a:cubicBezTo>
                  <a:cubicBezTo>
                    <a:pt x="34791" y="1844"/>
                    <a:pt x="34657" y="1997"/>
                    <a:pt x="34531" y="2153"/>
                  </a:cubicBezTo>
                  <a:cubicBezTo>
                    <a:pt x="34480" y="2216"/>
                    <a:pt x="34490" y="2308"/>
                    <a:pt x="34553" y="2360"/>
                  </a:cubicBezTo>
                  <a:cubicBezTo>
                    <a:pt x="34580" y="2382"/>
                    <a:pt x="34614" y="2392"/>
                    <a:pt x="34646" y="2392"/>
                  </a:cubicBezTo>
                  <a:cubicBezTo>
                    <a:pt x="34688" y="2392"/>
                    <a:pt x="34732" y="2373"/>
                    <a:pt x="34761" y="2337"/>
                  </a:cubicBezTo>
                  <a:cubicBezTo>
                    <a:pt x="34882" y="2188"/>
                    <a:pt x="35011" y="2041"/>
                    <a:pt x="35142" y="1904"/>
                  </a:cubicBezTo>
                  <a:cubicBezTo>
                    <a:pt x="35198" y="1844"/>
                    <a:pt x="35197" y="1751"/>
                    <a:pt x="35137" y="1695"/>
                  </a:cubicBezTo>
                  <a:cubicBezTo>
                    <a:pt x="35108" y="1667"/>
                    <a:pt x="35072" y="1654"/>
                    <a:pt x="35035" y="1654"/>
                  </a:cubicBezTo>
                  <a:close/>
                  <a:moveTo>
                    <a:pt x="44859" y="2788"/>
                  </a:moveTo>
                  <a:cubicBezTo>
                    <a:pt x="44833" y="2788"/>
                    <a:pt x="44806" y="2795"/>
                    <a:pt x="44782" y="2810"/>
                  </a:cubicBezTo>
                  <a:cubicBezTo>
                    <a:pt x="44712" y="2853"/>
                    <a:pt x="44691" y="2943"/>
                    <a:pt x="44735" y="3013"/>
                  </a:cubicBezTo>
                  <a:cubicBezTo>
                    <a:pt x="44835" y="3174"/>
                    <a:pt x="44925" y="3344"/>
                    <a:pt x="45004" y="3516"/>
                  </a:cubicBezTo>
                  <a:cubicBezTo>
                    <a:pt x="45029" y="3570"/>
                    <a:pt x="45082" y="3602"/>
                    <a:pt x="45138" y="3602"/>
                  </a:cubicBezTo>
                  <a:cubicBezTo>
                    <a:pt x="45158" y="3602"/>
                    <a:pt x="45179" y="3598"/>
                    <a:pt x="45200" y="3589"/>
                  </a:cubicBezTo>
                  <a:cubicBezTo>
                    <a:pt x="45273" y="3555"/>
                    <a:pt x="45305" y="3467"/>
                    <a:pt x="45272" y="3393"/>
                  </a:cubicBezTo>
                  <a:cubicBezTo>
                    <a:pt x="45188" y="3210"/>
                    <a:pt x="45091" y="3031"/>
                    <a:pt x="44984" y="2858"/>
                  </a:cubicBezTo>
                  <a:cubicBezTo>
                    <a:pt x="44957" y="2813"/>
                    <a:pt x="44909" y="2788"/>
                    <a:pt x="44859" y="2788"/>
                  </a:cubicBezTo>
                  <a:close/>
                  <a:moveTo>
                    <a:pt x="34133" y="2818"/>
                  </a:moveTo>
                  <a:cubicBezTo>
                    <a:pt x="34083" y="2818"/>
                    <a:pt x="34035" y="2842"/>
                    <a:pt x="34007" y="2887"/>
                  </a:cubicBezTo>
                  <a:cubicBezTo>
                    <a:pt x="33901" y="3060"/>
                    <a:pt x="33801" y="3236"/>
                    <a:pt x="33711" y="3412"/>
                  </a:cubicBezTo>
                  <a:cubicBezTo>
                    <a:pt x="33674" y="3485"/>
                    <a:pt x="33703" y="3573"/>
                    <a:pt x="33775" y="3610"/>
                  </a:cubicBezTo>
                  <a:cubicBezTo>
                    <a:pt x="33798" y="3622"/>
                    <a:pt x="33821" y="3627"/>
                    <a:pt x="33842" y="3627"/>
                  </a:cubicBezTo>
                  <a:cubicBezTo>
                    <a:pt x="33896" y="3627"/>
                    <a:pt x="33949" y="3597"/>
                    <a:pt x="33975" y="3545"/>
                  </a:cubicBezTo>
                  <a:cubicBezTo>
                    <a:pt x="34062" y="3375"/>
                    <a:pt x="34157" y="3206"/>
                    <a:pt x="34259" y="3042"/>
                  </a:cubicBezTo>
                  <a:cubicBezTo>
                    <a:pt x="34301" y="2974"/>
                    <a:pt x="34281" y="2882"/>
                    <a:pt x="34212" y="2840"/>
                  </a:cubicBezTo>
                  <a:cubicBezTo>
                    <a:pt x="34187" y="2825"/>
                    <a:pt x="34160" y="2818"/>
                    <a:pt x="34133" y="2818"/>
                  </a:cubicBezTo>
                  <a:close/>
                  <a:moveTo>
                    <a:pt x="33498" y="4146"/>
                  </a:moveTo>
                  <a:cubicBezTo>
                    <a:pt x="33436" y="4146"/>
                    <a:pt x="33378" y="4184"/>
                    <a:pt x="33357" y="4246"/>
                  </a:cubicBezTo>
                  <a:cubicBezTo>
                    <a:pt x="33290" y="4442"/>
                    <a:pt x="33237" y="4638"/>
                    <a:pt x="33195" y="4830"/>
                  </a:cubicBezTo>
                  <a:cubicBezTo>
                    <a:pt x="33179" y="4909"/>
                    <a:pt x="33228" y="4989"/>
                    <a:pt x="33309" y="5005"/>
                  </a:cubicBezTo>
                  <a:cubicBezTo>
                    <a:pt x="33319" y="5007"/>
                    <a:pt x="33329" y="5010"/>
                    <a:pt x="33340" y="5010"/>
                  </a:cubicBezTo>
                  <a:cubicBezTo>
                    <a:pt x="33408" y="5010"/>
                    <a:pt x="33469" y="4961"/>
                    <a:pt x="33484" y="4892"/>
                  </a:cubicBezTo>
                  <a:cubicBezTo>
                    <a:pt x="33522" y="4711"/>
                    <a:pt x="33574" y="4526"/>
                    <a:pt x="33638" y="4340"/>
                  </a:cubicBezTo>
                  <a:cubicBezTo>
                    <a:pt x="33664" y="4263"/>
                    <a:pt x="33622" y="4179"/>
                    <a:pt x="33545" y="4153"/>
                  </a:cubicBezTo>
                  <a:cubicBezTo>
                    <a:pt x="33530" y="4148"/>
                    <a:pt x="33514" y="4146"/>
                    <a:pt x="33498" y="4146"/>
                  </a:cubicBezTo>
                  <a:close/>
                  <a:moveTo>
                    <a:pt x="45428" y="4141"/>
                  </a:moveTo>
                  <a:cubicBezTo>
                    <a:pt x="45416" y="4141"/>
                    <a:pt x="45404" y="4142"/>
                    <a:pt x="45392" y="4145"/>
                  </a:cubicBezTo>
                  <a:cubicBezTo>
                    <a:pt x="45312" y="4165"/>
                    <a:pt x="45264" y="4244"/>
                    <a:pt x="45283" y="4323"/>
                  </a:cubicBezTo>
                  <a:cubicBezTo>
                    <a:pt x="45329" y="4504"/>
                    <a:pt x="45364" y="4693"/>
                    <a:pt x="45390" y="4887"/>
                  </a:cubicBezTo>
                  <a:cubicBezTo>
                    <a:pt x="45398" y="4961"/>
                    <a:pt x="45462" y="5016"/>
                    <a:pt x="45535" y="5016"/>
                  </a:cubicBezTo>
                  <a:cubicBezTo>
                    <a:pt x="45541" y="5016"/>
                    <a:pt x="45548" y="5016"/>
                    <a:pt x="45553" y="5015"/>
                  </a:cubicBezTo>
                  <a:cubicBezTo>
                    <a:pt x="45634" y="5004"/>
                    <a:pt x="45691" y="4930"/>
                    <a:pt x="45681" y="4850"/>
                  </a:cubicBezTo>
                  <a:cubicBezTo>
                    <a:pt x="45655" y="4644"/>
                    <a:pt x="45618" y="4444"/>
                    <a:pt x="45569" y="4253"/>
                  </a:cubicBezTo>
                  <a:cubicBezTo>
                    <a:pt x="45553" y="4186"/>
                    <a:pt x="45494" y="4141"/>
                    <a:pt x="45428" y="4141"/>
                  </a:cubicBezTo>
                  <a:close/>
                  <a:moveTo>
                    <a:pt x="33243" y="5590"/>
                  </a:moveTo>
                  <a:cubicBezTo>
                    <a:pt x="33161" y="5590"/>
                    <a:pt x="33096" y="5657"/>
                    <a:pt x="33096" y="5739"/>
                  </a:cubicBezTo>
                  <a:cubicBezTo>
                    <a:pt x="33096" y="5951"/>
                    <a:pt x="33115" y="6157"/>
                    <a:pt x="33151" y="6353"/>
                  </a:cubicBezTo>
                  <a:cubicBezTo>
                    <a:pt x="33164" y="6424"/>
                    <a:pt x="33226" y="6473"/>
                    <a:pt x="33295" y="6473"/>
                  </a:cubicBezTo>
                  <a:cubicBezTo>
                    <a:pt x="33305" y="6473"/>
                    <a:pt x="33314" y="6472"/>
                    <a:pt x="33324" y="6469"/>
                  </a:cubicBezTo>
                  <a:cubicBezTo>
                    <a:pt x="33404" y="6455"/>
                    <a:pt x="33457" y="6378"/>
                    <a:pt x="33442" y="6297"/>
                  </a:cubicBezTo>
                  <a:cubicBezTo>
                    <a:pt x="33408" y="6120"/>
                    <a:pt x="33390" y="5931"/>
                    <a:pt x="33390" y="5738"/>
                  </a:cubicBezTo>
                  <a:cubicBezTo>
                    <a:pt x="33390" y="5656"/>
                    <a:pt x="33324" y="5590"/>
                    <a:pt x="33243" y="5590"/>
                  </a:cubicBezTo>
                  <a:close/>
                  <a:moveTo>
                    <a:pt x="45588" y="5603"/>
                  </a:moveTo>
                  <a:cubicBezTo>
                    <a:pt x="45506" y="5603"/>
                    <a:pt x="45441" y="5668"/>
                    <a:pt x="45441" y="5749"/>
                  </a:cubicBezTo>
                  <a:cubicBezTo>
                    <a:pt x="45439" y="5934"/>
                    <a:pt x="45433" y="6128"/>
                    <a:pt x="45419" y="6329"/>
                  </a:cubicBezTo>
                  <a:cubicBezTo>
                    <a:pt x="45412" y="6411"/>
                    <a:pt x="45474" y="6482"/>
                    <a:pt x="45556" y="6487"/>
                  </a:cubicBezTo>
                  <a:lnTo>
                    <a:pt x="45566" y="6487"/>
                  </a:lnTo>
                  <a:cubicBezTo>
                    <a:pt x="45643" y="6487"/>
                    <a:pt x="45707" y="6428"/>
                    <a:pt x="45715" y="6349"/>
                  </a:cubicBezTo>
                  <a:cubicBezTo>
                    <a:pt x="45728" y="6141"/>
                    <a:pt x="45735" y="5940"/>
                    <a:pt x="45736" y="5750"/>
                  </a:cubicBezTo>
                  <a:cubicBezTo>
                    <a:pt x="45736" y="5670"/>
                    <a:pt x="45670" y="5603"/>
                    <a:pt x="45589" y="5603"/>
                  </a:cubicBezTo>
                  <a:close/>
                  <a:moveTo>
                    <a:pt x="33384" y="6524"/>
                  </a:moveTo>
                  <a:cubicBezTo>
                    <a:pt x="33369" y="6524"/>
                    <a:pt x="33354" y="6527"/>
                    <a:pt x="33339" y="6531"/>
                  </a:cubicBezTo>
                  <a:cubicBezTo>
                    <a:pt x="33261" y="6557"/>
                    <a:pt x="33218" y="6640"/>
                    <a:pt x="33243" y="6717"/>
                  </a:cubicBezTo>
                  <a:cubicBezTo>
                    <a:pt x="33305" y="6910"/>
                    <a:pt x="33386" y="7101"/>
                    <a:pt x="33483" y="7283"/>
                  </a:cubicBezTo>
                  <a:cubicBezTo>
                    <a:pt x="33510" y="7333"/>
                    <a:pt x="33561" y="7362"/>
                    <a:pt x="33613" y="7362"/>
                  </a:cubicBezTo>
                  <a:cubicBezTo>
                    <a:pt x="33636" y="7362"/>
                    <a:pt x="33660" y="7355"/>
                    <a:pt x="33682" y="7343"/>
                  </a:cubicBezTo>
                  <a:cubicBezTo>
                    <a:pt x="33755" y="7305"/>
                    <a:pt x="33781" y="7215"/>
                    <a:pt x="33743" y="7143"/>
                  </a:cubicBezTo>
                  <a:cubicBezTo>
                    <a:pt x="33654" y="6977"/>
                    <a:pt x="33580" y="6803"/>
                    <a:pt x="33523" y="6626"/>
                  </a:cubicBezTo>
                  <a:cubicBezTo>
                    <a:pt x="33503" y="6564"/>
                    <a:pt x="33446" y="6524"/>
                    <a:pt x="33384" y="6524"/>
                  </a:cubicBezTo>
                  <a:close/>
                  <a:moveTo>
                    <a:pt x="45474" y="7073"/>
                  </a:moveTo>
                  <a:cubicBezTo>
                    <a:pt x="45401" y="7073"/>
                    <a:pt x="45339" y="7127"/>
                    <a:pt x="45330" y="7202"/>
                  </a:cubicBezTo>
                  <a:cubicBezTo>
                    <a:pt x="45304" y="7395"/>
                    <a:pt x="45277" y="7589"/>
                    <a:pt x="45248" y="7783"/>
                  </a:cubicBezTo>
                  <a:cubicBezTo>
                    <a:pt x="45236" y="7864"/>
                    <a:pt x="45293" y="7940"/>
                    <a:pt x="45372" y="7951"/>
                  </a:cubicBezTo>
                  <a:cubicBezTo>
                    <a:pt x="45380" y="7952"/>
                    <a:pt x="45388" y="7952"/>
                    <a:pt x="45395" y="7952"/>
                  </a:cubicBezTo>
                  <a:cubicBezTo>
                    <a:pt x="45467" y="7952"/>
                    <a:pt x="45530" y="7899"/>
                    <a:pt x="45541" y="7825"/>
                  </a:cubicBezTo>
                  <a:cubicBezTo>
                    <a:pt x="45569" y="7629"/>
                    <a:pt x="45597" y="7434"/>
                    <a:pt x="45623" y="7239"/>
                  </a:cubicBezTo>
                  <a:cubicBezTo>
                    <a:pt x="45633" y="7158"/>
                    <a:pt x="45576" y="7084"/>
                    <a:pt x="45495" y="7074"/>
                  </a:cubicBezTo>
                  <a:cubicBezTo>
                    <a:pt x="45488" y="7073"/>
                    <a:pt x="45481" y="7073"/>
                    <a:pt x="45474" y="7073"/>
                  </a:cubicBezTo>
                  <a:close/>
                  <a:moveTo>
                    <a:pt x="34119" y="7789"/>
                  </a:moveTo>
                  <a:cubicBezTo>
                    <a:pt x="34084" y="7789"/>
                    <a:pt x="34050" y="7801"/>
                    <a:pt x="34022" y="7826"/>
                  </a:cubicBezTo>
                  <a:cubicBezTo>
                    <a:pt x="33960" y="7879"/>
                    <a:pt x="33954" y="7972"/>
                    <a:pt x="34007" y="8034"/>
                  </a:cubicBezTo>
                  <a:cubicBezTo>
                    <a:pt x="34134" y="8179"/>
                    <a:pt x="34274" y="8319"/>
                    <a:pt x="34432" y="8466"/>
                  </a:cubicBezTo>
                  <a:cubicBezTo>
                    <a:pt x="34460" y="8492"/>
                    <a:pt x="34495" y="8504"/>
                    <a:pt x="34531" y="8504"/>
                  </a:cubicBezTo>
                  <a:cubicBezTo>
                    <a:pt x="34572" y="8504"/>
                    <a:pt x="34610" y="8488"/>
                    <a:pt x="34641" y="8458"/>
                  </a:cubicBezTo>
                  <a:cubicBezTo>
                    <a:pt x="34697" y="8397"/>
                    <a:pt x="34692" y="8304"/>
                    <a:pt x="34632" y="8249"/>
                  </a:cubicBezTo>
                  <a:cubicBezTo>
                    <a:pt x="34481" y="8111"/>
                    <a:pt x="34350" y="7977"/>
                    <a:pt x="34229" y="7840"/>
                  </a:cubicBezTo>
                  <a:cubicBezTo>
                    <a:pt x="34200" y="7806"/>
                    <a:pt x="34159" y="7789"/>
                    <a:pt x="34119" y="7789"/>
                  </a:cubicBezTo>
                  <a:close/>
                  <a:moveTo>
                    <a:pt x="35215" y="8770"/>
                  </a:moveTo>
                  <a:cubicBezTo>
                    <a:pt x="35170" y="8770"/>
                    <a:pt x="35127" y="8790"/>
                    <a:pt x="35098" y="8829"/>
                  </a:cubicBezTo>
                  <a:cubicBezTo>
                    <a:pt x="35048" y="8895"/>
                    <a:pt x="35062" y="8987"/>
                    <a:pt x="35127" y="9035"/>
                  </a:cubicBezTo>
                  <a:cubicBezTo>
                    <a:pt x="35286" y="9153"/>
                    <a:pt x="35447" y="9268"/>
                    <a:pt x="35611" y="9381"/>
                  </a:cubicBezTo>
                  <a:cubicBezTo>
                    <a:pt x="35636" y="9398"/>
                    <a:pt x="35665" y="9407"/>
                    <a:pt x="35694" y="9407"/>
                  </a:cubicBezTo>
                  <a:cubicBezTo>
                    <a:pt x="35741" y="9407"/>
                    <a:pt x="35787" y="9385"/>
                    <a:pt x="35817" y="9345"/>
                  </a:cubicBezTo>
                  <a:cubicBezTo>
                    <a:pt x="35863" y="9278"/>
                    <a:pt x="35847" y="9186"/>
                    <a:pt x="35780" y="9140"/>
                  </a:cubicBezTo>
                  <a:cubicBezTo>
                    <a:pt x="35619" y="9028"/>
                    <a:pt x="35459" y="8916"/>
                    <a:pt x="35304" y="8799"/>
                  </a:cubicBezTo>
                  <a:cubicBezTo>
                    <a:pt x="35277" y="8779"/>
                    <a:pt x="35246" y="8770"/>
                    <a:pt x="35215" y="8770"/>
                  </a:cubicBezTo>
                  <a:close/>
                  <a:moveTo>
                    <a:pt x="45264" y="8532"/>
                  </a:moveTo>
                  <a:cubicBezTo>
                    <a:pt x="45192" y="8532"/>
                    <a:pt x="45129" y="8586"/>
                    <a:pt x="45118" y="8659"/>
                  </a:cubicBezTo>
                  <a:cubicBezTo>
                    <a:pt x="45090" y="8855"/>
                    <a:pt x="45063" y="9051"/>
                    <a:pt x="45040" y="9247"/>
                  </a:cubicBezTo>
                  <a:cubicBezTo>
                    <a:pt x="45031" y="9328"/>
                    <a:pt x="45087" y="9401"/>
                    <a:pt x="45169" y="9411"/>
                  </a:cubicBezTo>
                  <a:cubicBezTo>
                    <a:pt x="45175" y="9412"/>
                    <a:pt x="45180" y="9412"/>
                    <a:pt x="45186" y="9412"/>
                  </a:cubicBezTo>
                  <a:cubicBezTo>
                    <a:pt x="45261" y="9412"/>
                    <a:pt x="45324" y="9356"/>
                    <a:pt x="45334" y="9282"/>
                  </a:cubicBezTo>
                  <a:cubicBezTo>
                    <a:pt x="45357" y="9088"/>
                    <a:pt x="45382" y="8893"/>
                    <a:pt x="45411" y="8700"/>
                  </a:cubicBezTo>
                  <a:cubicBezTo>
                    <a:pt x="45423" y="8621"/>
                    <a:pt x="45367" y="8545"/>
                    <a:pt x="45287" y="8534"/>
                  </a:cubicBezTo>
                  <a:cubicBezTo>
                    <a:pt x="45279" y="8533"/>
                    <a:pt x="45272" y="8532"/>
                    <a:pt x="45264" y="8532"/>
                  </a:cubicBezTo>
                  <a:close/>
                  <a:moveTo>
                    <a:pt x="36423" y="9614"/>
                  </a:moveTo>
                  <a:cubicBezTo>
                    <a:pt x="36377" y="9614"/>
                    <a:pt x="36331" y="9636"/>
                    <a:pt x="36302" y="9678"/>
                  </a:cubicBezTo>
                  <a:cubicBezTo>
                    <a:pt x="36256" y="9744"/>
                    <a:pt x="36272" y="9836"/>
                    <a:pt x="36339" y="9883"/>
                  </a:cubicBezTo>
                  <a:cubicBezTo>
                    <a:pt x="36501" y="9994"/>
                    <a:pt x="36661" y="10107"/>
                    <a:pt x="36818" y="10222"/>
                  </a:cubicBezTo>
                  <a:cubicBezTo>
                    <a:pt x="36845" y="10242"/>
                    <a:pt x="36876" y="10250"/>
                    <a:pt x="36906" y="10250"/>
                  </a:cubicBezTo>
                  <a:cubicBezTo>
                    <a:pt x="36951" y="10250"/>
                    <a:pt x="36996" y="10230"/>
                    <a:pt x="37023" y="10191"/>
                  </a:cubicBezTo>
                  <a:cubicBezTo>
                    <a:pt x="37072" y="10125"/>
                    <a:pt x="37058" y="10032"/>
                    <a:pt x="36992" y="9985"/>
                  </a:cubicBezTo>
                  <a:cubicBezTo>
                    <a:pt x="36833" y="9867"/>
                    <a:pt x="36671" y="9754"/>
                    <a:pt x="36507" y="9640"/>
                  </a:cubicBezTo>
                  <a:cubicBezTo>
                    <a:pt x="36482" y="9622"/>
                    <a:pt x="36452" y="9614"/>
                    <a:pt x="36423" y="9614"/>
                  </a:cubicBezTo>
                  <a:close/>
                  <a:moveTo>
                    <a:pt x="45107" y="9999"/>
                  </a:moveTo>
                  <a:cubicBezTo>
                    <a:pt x="45031" y="9999"/>
                    <a:pt x="44963" y="10059"/>
                    <a:pt x="44959" y="10138"/>
                  </a:cubicBezTo>
                  <a:cubicBezTo>
                    <a:pt x="44949" y="10311"/>
                    <a:pt x="44946" y="10473"/>
                    <a:pt x="44946" y="10631"/>
                  </a:cubicBezTo>
                  <a:lnTo>
                    <a:pt x="44947" y="10737"/>
                  </a:lnTo>
                  <a:cubicBezTo>
                    <a:pt x="44947" y="10817"/>
                    <a:pt x="45013" y="10882"/>
                    <a:pt x="45094" y="10882"/>
                  </a:cubicBezTo>
                  <a:lnTo>
                    <a:pt x="45097" y="10882"/>
                  </a:lnTo>
                  <a:cubicBezTo>
                    <a:pt x="45178" y="10881"/>
                    <a:pt x="45243" y="10814"/>
                    <a:pt x="45242" y="10733"/>
                  </a:cubicBezTo>
                  <a:lnTo>
                    <a:pt x="45241" y="10631"/>
                  </a:lnTo>
                  <a:cubicBezTo>
                    <a:pt x="45241" y="10479"/>
                    <a:pt x="45245" y="10322"/>
                    <a:pt x="45253" y="10154"/>
                  </a:cubicBezTo>
                  <a:cubicBezTo>
                    <a:pt x="45259" y="10072"/>
                    <a:pt x="45196" y="10002"/>
                    <a:pt x="45114" y="9999"/>
                  </a:cubicBezTo>
                  <a:cubicBezTo>
                    <a:pt x="45112" y="9999"/>
                    <a:pt x="45109" y="9999"/>
                    <a:pt x="45107" y="9999"/>
                  </a:cubicBezTo>
                  <a:close/>
                  <a:moveTo>
                    <a:pt x="37596" y="10507"/>
                  </a:moveTo>
                  <a:cubicBezTo>
                    <a:pt x="37556" y="10507"/>
                    <a:pt x="37515" y="10524"/>
                    <a:pt x="37486" y="10557"/>
                  </a:cubicBezTo>
                  <a:cubicBezTo>
                    <a:pt x="37432" y="10618"/>
                    <a:pt x="37438" y="10711"/>
                    <a:pt x="37499" y="10765"/>
                  </a:cubicBezTo>
                  <a:cubicBezTo>
                    <a:pt x="37546" y="10806"/>
                    <a:pt x="37593" y="10849"/>
                    <a:pt x="37638" y="10892"/>
                  </a:cubicBezTo>
                  <a:cubicBezTo>
                    <a:pt x="37732" y="10979"/>
                    <a:pt x="37825" y="11071"/>
                    <a:pt x="37915" y="11165"/>
                  </a:cubicBezTo>
                  <a:cubicBezTo>
                    <a:pt x="37942" y="11196"/>
                    <a:pt x="37983" y="11211"/>
                    <a:pt x="38021" y="11211"/>
                  </a:cubicBezTo>
                  <a:cubicBezTo>
                    <a:pt x="38057" y="11211"/>
                    <a:pt x="38093" y="11197"/>
                    <a:pt x="38122" y="11171"/>
                  </a:cubicBezTo>
                  <a:cubicBezTo>
                    <a:pt x="38181" y="11114"/>
                    <a:pt x="38184" y="11022"/>
                    <a:pt x="38128" y="10963"/>
                  </a:cubicBezTo>
                  <a:cubicBezTo>
                    <a:pt x="38035" y="10865"/>
                    <a:pt x="37937" y="10768"/>
                    <a:pt x="37839" y="10676"/>
                  </a:cubicBezTo>
                  <a:cubicBezTo>
                    <a:pt x="37792" y="10633"/>
                    <a:pt x="37742" y="10588"/>
                    <a:pt x="37694" y="10545"/>
                  </a:cubicBezTo>
                  <a:cubicBezTo>
                    <a:pt x="37666" y="10520"/>
                    <a:pt x="37631" y="10507"/>
                    <a:pt x="37596" y="10507"/>
                  </a:cubicBezTo>
                  <a:close/>
                  <a:moveTo>
                    <a:pt x="45163" y="11469"/>
                  </a:moveTo>
                  <a:cubicBezTo>
                    <a:pt x="45155" y="11469"/>
                    <a:pt x="45148" y="11469"/>
                    <a:pt x="45140" y="11470"/>
                  </a:cubicBezTo>
                  <a:cubicBezTo>
                    <a:pt x="45061" y="11482"/>
                    <a:pt x="45005" y="11558"/>
                    <a:pt x="45016" y="11639"/>
                  </a:cubicBezTo>
                  <a:cubicBezTo>
                    <a:pt x="45025" y="11700"/>
                    <a:pt x="45036" y="11762"/>
                    <a:pt x="45047" y="11824"/>
                  </a:cubicBezTo>
                  <a:cubicBezTo>
                    <a:pt x="45072" y="11958"/>
                    <a:pt x="45102" y="12095"/>
                    <a:pt x="45137" y="12230"/>
                  </a:cubicBezTo>
                  <a:cubicBezTo>
                    <a:pt x="45154" y="12297"/>
                    <a:pt x="45214" y="12341"/>
                    <a:pt x="45279" y="12341"/>
                  </a:cubicBezTo>
                  <a:cubicBezTo>
                    <a:pt x="45293" y="12341"/>
                    <a:pt x="45304" y="12339"/>
                    <a:pt x="45317" y="12336"/>
                  </a:cubicBezTo>
                  <a:cubicBezTo>
                    <a:pt x="45396" y="12315"/>
                    <a:pt x="45443" y="12235"/>
                    <a:pt x="45423" y="12157"/>
                  </a:cubicBezTo>
                  <a:cubicBezTo>
                    <a:pt x="45390" y="12029"/>
                    <a:pt x="45361" y="11899"/>
                    <a:pt x="45338" y="11771"/>
                  </a:cubicBezTo>
                  <a:cubicBezTo>
                    <a:pt x="45326" y="11712"/>
                    <a:pt x="45317" y="11653"/>
                    <a:pt x="45308" y="11594"/>
                  </a:cubicBezTo>
                  <a:cubicBezTo>
                    <a:pt x="45298" y="11522"/>
                    <a:pt x="45236" y="11469"/>
                    <a:pt x="45163" y="11469"/>
                  </a:cubicBezTo>
                  <a:close/>
                  <a:moveTo>
                    <a:pt x="38582" y="11599"/>
                  </a:moveTo>
                  <a:cubicBezTo>
                    <a:pt x="38553" y="11599"/>
                    <a:pt x="38523" y="11608"/>
                    <a:pt x="38498" y="11626"/>
                  </a:cubicBezTo>
                  <a:cubicBezTo>
                    <a:pt x="38432" y="11675"/>
                    <a:pt x="38416" y="11768"/>
                    <a:pt x="38463" y="11833"/>
                  </a:cubicBezTo>
                  <a:cubicBezTo>
                    <a:pt x="38575" y="11986"/>
                    <a:pt x="38680" y="12149"/>
                    <a:pt x="38779" y="12315"/>
                  </a:cubicBezTo>
                  <a:cubicBezTo>
                    <a:pt x="38807" y="12362"/>
                    <a:pt x="38856" y="12388"/>
                    <a:pt x="38906" y="12388"/>
                  </a:cubicBezTo>
                  <a:cubicBezTo>
                    <a:pt x="38932" y="12388"/>
                    <a:pt x="38958" y="12379"/>
                    <a:pt x="38979" y="12367"/>
                  </a:cubicBezTo>
                  <a:cubicBezTo>
                    <a:pt x="39051" y="12324"/>
                    <a:pt x="39072" y="12234"/>
                    <a:pt x="39031" y="12164"/>
                  </a:cubicBezTo>
                  <a:cubicBezTo>
                    <a:pt x="38928" y="11990"/>
                    <a:pt x="38817" y="11821"/>
                    <a:pt x="38702" y="11660"/>
                  </a:cubicBezTo>
                  <a:cubicBezTo>
                    <a:pt x="38674" y="11620"/>
                    <a:pt x="38628" y="11599"/>
                    <a:pt x="38582" y="11599"/>
                  </a:cubicBezTo>
                  <a:close/>
                  <a:moveTo>
                    <a:pt x="45560" y="12883"/>
                  </a:moveTo>
                  <a:cubicBezTo>
                    <a:pt x="45541" y="12883"/>
                    <a:pt x="45522" y="12887"/>
                    <a:pt x="45504" y="12894"/>
                  </a:cubicBezTo>
                  <a:cubicBezTo>
                    <a:pt x="45429" y="12925"/>
                    <a:pt x="45393" y="13012"/>
                    <a:pt x="45424" y="13086"/>
                  </a:cubicBezTo>
                  <a:cubicBezTo>
                    <a:pt x="45497" y="13266"/>
                    <a:pt x="45582" y="13450"/>
                    <a:pt x="45672" y="13633"/>
                  </a:cubicBezTo>
                  <a:cubicBezTo>
                    <a:pt x="45698" y="13685"/>
                    <a:pt x="45750" y="13714"/>
                    <a:pt x="45804" y="13714"/>
                  </a:cubicBezTo>
                  <a:cubicBezTo>
                    <a:pt x="45826" y="13714"/>
                    <a:pt x="45850" y="13710"/>
                    <a:pt x="45870" y="13698"/>
                  </a:cubicBezTo>
                  <a:cubicBezTo>
                    <a:pt x="45943" y="13662"/>
                    <a:pt x="45973" y="13572"/>
                    <a:pt x="45937" y="13500"/>
                  </a:cubicBezTo>
                  <a:cubicBezTo>
                    <a:pt x="45849" y="13323"/>
                    <a:pt x="45767" y="13147"/>
                    <a:pt x="45696" y="12975"/>
                  </a:cubicBezTo>
                  <a:cubicBezTo>
                    <a:pt x="45673" y="12918"/>
                    <a:pt x="45617" y="12883"/>
                    <a:pt x="45560" y="12883"/>
                  </a:cubicBezTo>
                  <a:close/>
                  <a:moveTo>
                    <a:pt x="39312" y="12876"/>
                  </a:moveTo>
                  <a:cubicBezTo>
                    <a:pt x="39292" y="12876"/>
                    <a:pt x="39271" y="12880"/>
                    <a:pt x="39252" y="12889"/>
                  </a:cubicBezTo>
                  <a:cubicBezTo>
                    <a:pt x="39179" y="12923"/>
                    <a:pt x="39144" y="13009"/>
                    <a:pt x="39179" y="13084"/>
                  </a:cubicBezTo>
                  <a:cubicBezTo>
                    <a:pt x="39256" y="13256"/>
                    <a:pt x="39329" y="13437"/>
                    <a:pt x="39397" y="13621"/>
                  </a:cubicBezTo>
                  <a:cubicBezTo>
                    <a:pt x="39419" y="13679"/>
                    <a:pt x="39476" y="13718"/>
                    <a:pt x="39535" y="13718"/>
                  </a:cubicBezTo>
                  <a:cubicBezTo>
                    <a:pt x="39553" y="13718"/>
                    <a:pt x="39571" y="13713"/>
                    <a:pt x="39587" y="13707"/>
                  </a:cubicBezTo>
                  <a:cubicBezTo>
                    <a:pt x="39663" y="13678"/>
                    <a:pt x="39702" y="13594"/>
                    <a:pt x="39674" y="13517"/>
                  </a:cubicBezTo>
                  <a:cubicBezTo>
                    <a:pt x="39604" y="13328"/>
                    <a:pt x="39526" y="13142"/>
                    <a:pt x="39447" y="12962"/>
                  </a:cubicBezTo>
                  <a:cubicBezTo>
                    <a:pt x="39422" y="12908"/>
                    <a:pt x="39368" y="12876"/>
                    <a:pt x="39312" y="12876"/>
                  </a:cubicBezTo>
                  <a:close/>
                  <a:moveTo>
                    <a:pt x="46235" y="14193"/>
                  </a:moveTo>
                  <a:cubicBezTo>
                    <a:pt x="46208" y="14193"/>
                    <a:pt x="46182" y="14200"/>
                    <a:pt x="46158" y="14215"/>
                  </a:cubicBezTo>
                  <a:cubicBezTo>
                    <a:pt x="46088" y="14257"/>
                    <a:pt x="46067" y="14348"/>
                    <a:pt x="46109" y="14417"/>
                  </a:cubicBezTo>
                  <a:cubicBezTo>
                    <a:pt x="46206" y="14577"/>
                    <a:pt x="46310" y="14742"/>
                    <a:pt x="46428" y="14921"/>
                  </a:cubicBezTo>
                  <a:cubicBezTo>
                    <a:pt x="46455" y="14963"/>
                    <a:pt x="46504" y="14987"/>
                    <a:pt x="46551" y="14987"/>
                  </a:cubicBezTo>
                  <a:cubicBezTo>
                    <a:pt x="46578" y="14987"/>
                    <a:pt x="46607" y="14978"/>
                    <a:pt x="46632" y="14962"/>
                  </a:cubicBezTo>
                  <a:cubicBezTo>
                    <a:pt x="46700" y="14918"/>
                    <a:pt x="46719" y="14827"/>
                    <a:pt x="46674" y="14758"/>
                  </a:cubicBezTo>
                  <a:cubicBezTo>
                    <a:pt x="46558" y="14582"/>
                    <a:pt x="46455" y="14421"/>
                    <a:pt x="46361" y="14264"/>
                  </a:cubicBezTo>
                  <a:cubicBezTo>
                    <a:pt x="46332" y="14218"/>
                    <a:pt x="46284" y="14193"/>
                    <a:pt x="46235" y="14193"/>
                  </a:cubicBezTo>
                  <a:close/>
                  <a:moveTo>
                    <a:pt x="39804" y="14265"/>
                  </a:moveTo>
                  <a:cubicBezTo>
                    <a:pt x="39791" y="14265"/>
                    <a:pt x="39778" y="14267"/>
                    <a:pt x="39765" y="14271"/>
                  </a:cubicBezTo>
                  <a:cubicBezTo>
                    <a:pt x="39686" y="14291"/>
                    <a:pt x="39640" y="14373"/>
                    <a:pt x="39661" y="14451"/>
                  </a:cubicBezTo>
                  <a:cubicBezTo>
                    <a:pt x="39711" y="14632"/>
                    <a:pt x="39757" y="14823"/>
                    <a:pt x="39800" y="15016"/>
                  </a:cubicBezTo>
                  <a:cubicBezTo>
                    <a:pt x="39815" y="15085"/>
                    <a:pt x="39876" y="15132"/>
                    <a:pt x="39944" y="15132"/>
                  </a:cubicBezTo>
                  <a:cubicBezTo>
                    <a:pt x="39954" y="15132"/>
                    <a:pt x="39965" y="15131"/>
                    <a:pt x="39974" y="15129"/>
                  </a:cubicBezTo>
                  <a:cubicBezTo>
                    <a:pt x="40053" y="15113"/>
                    <a:pt x="40104" y="15034"/>
                    <a:pt x="40087" y="14954"/>
                  </a:cubicBezTo>
                  <a:cubicBezTo>
                    <a:pt x="40043" y="14756"/>
                    <a:pt x="39996" y="14561"/>
                    <a:pt x="39945" y="14374"/>
                  </a:cubicBezTo>
                  <a:cubicBezTo>
                    <a:pt x="39928" y="14308"/>
                    <a:pt x="39868" y="14265"/>
                    <a:pt x="39804" y="14265"/>
                  </a:cubicBezTo>
                  <a:close/>
                  <a:moveTo>
                    <a:pt x="47053" y="15422"/>
                  </a:moveTo>
                  <a:cubicBezTo>
                    <a:pt x="47024" y="15422"/>
                    <a:pt x="46994" y="15431"/>
                    <a:pt x="46968" y="15449"/>
                  </a:cubicBezTo>
                  <a:cubicBezTo>
                    <a:pt x="46901" y="15495"/>
                    <a:pt x="46886" y="15587"/>
                    <a:pt x="46932" y="15654"/>
                  </a:cubicBezTo>
                  <a:cubicBezTo>
                    <a:pt x="47031" y="15795"/>
                    <a:pt x="47130" y="15934"/>
                    <a:pt x="47231" y="16075"/>
                  </a:cubicBezTo>
                  <a:lnTo>
                    <a:pt x="47274" y="16135"/>
                  </a:lnTo>
                  <a:cubicBezTo>
                    <a:pt x="47302" y="16175"/>
                    <a:pt x="47347" y="16197"/>
                    <a:pt x="47393" y="16197"/>
                  </a:cubicBezTo>
                  <a:cubicBezTo>
                    <a:pt x="47423" y="16197"/>
                    <a:pt x="47453" y="16189"/>
                    <a:pt x="47478" y="16171"/>
                  </a:cubicBezTo>
                  <a:cubicBezTo>
                    <a:pt x="47546" y="16125"/>
                    <a:pt x="47562" y="16032"/>
                    <a:pt x="47513" y="15967"/>
                  </a:cubicBezTo>
                  <a:lnTo>
                    <a:pt x="47471" y="15906"/>
                  </a:lnTo>
                  <a:cubicBezTo>
                    <a:pt x="47372" y="15766"/>
                    <a:pt x="47273" y="15626"/>
                    <a:pt x="47173" y="15485"/>
                  </a:cubicBezTo>
                  <a:cubicBezTo>
                    <a:pt x="47144" y="15444"/>
                    <a:pt x="47099" y="15422"/>
                    <a:pt x="47053" y="15422"/>
                  </a:cubicBezTo>
                  <a:close/>
                  <a:moveTo>
                    <a:pt x="40102" y="15707"/>
                  </a:moveTo>
                  <a:cubicBezTo>
                    <a:pt x="40094" y="15707"/>
                    <a:pt x="40086" y="15708"/>
                    <a:pt x="40078" y="15709"/>
                  </a:cubicBezTo>
                  <a:cubicBezTo>
                    <a:pt x="39998" y="15720"/>
                    <a:pt x="39943" y="15797"/>
                    <a:pt x="39954" y="15876"/>
                  </a:cubicBezTo>
                  <a:cubicBezTo>
                    <a:pt x="39983" y="16066"/>
                    <a:pt x="40007" y="16261"/>
                    <a:pt x="40028" y="16455"/>
                  </a:cubicBezTo>
                  <a:cubicBezTo>
                    <a:pt x="40037" y="16530"/>
                    <a:pt x="40100" y="16587"/>
                    <a:pt x="40175" y="16587"/>
                  </a:cubicBezTo>
                  <a:cubicBezTo>
                    <a:pt x="40180" y="16587"/>
                    <a:pt x="40185" y="16587"/>
                    <a:pt x="40191" y="16585"/>
                  </a:cubicBezTo>
                  <a:cubicBezTo>
                    <a:pt x="40270" y="16577"/>
                    <a:pt x="40330" y="16504"/>
                    <a:pt x="40321" y="16423"/>
                  </a:cubicBezTo>
                  <a:cubicBezTo>
                    <a:pt x="40300" y="16225"/>
                    <a:pt x="40274" y="16026"/>
                    <a:pt x="40246" y="15833"/>
                  </a:cubicBezTo>
                  <a:cubicBezTo>
                    <a:pt x="40235" y="15760"/>
                    <a:pt x="40175" y="15707"/>
                    <a:pt x="40102" y="15707"/>
                  </a:cubicBezTo>
                  <a:close/>
                  <a:moveTo>
                    <a:pt x="47902" y="16626"/>
                  </a:moveTo>
                  <a:cubicBezTo>
                    <a:pt x="47874" y="16626"/>
                    <a:pt x="47845" y="16635"/>
                    <a:pt x="47819" y="16652"/>
                  </a:cubicBezTo>
                  <a:cubicBezTo>
                    <a:pt x="47752" y="16699"/>
                    <a:pt x="47735" y="16790"/>
                    <a:pt x="47781" y="16857"/>
                  </a:cubicBezTo>
                  <a:cubicBezTo>
                    <a:pt x="47893" y="17019"/>
                    <a:pt x="48002" y="17180"/>
                    <a:pt x="48108" y="17344"/>
                  </a:cubicBezTo>
                  <a:cubicBezTo>
                    <a:pt x="48136" y="17388"/>
                    <a:pt x="48184" y="17411"/>
                    <a:pt x="48232" y="17411"/>
                  </a:cubicBezTo>
                  <a:cubicBezTo>
                    <a:pt x="48259" y="17411"/>
                    <a:pt x="48287" y="17403"/>
                    <a:pt x="48312" y="17387"/>
                  </a:cubicBezTo>
                  <a:cubicBezTo>
                    <a:pt x="48380" y="17342"/>
                    <a:pt x="48399" y="17251"/>
                    <a:pt x="48356" y="17182"/>
                  </a:cubicBezTo>
                  <a:cubicBezTo>
                    <a:pt x="48248" y="17017"/>
                    <a:pt x="48136" y="16854"/>
                    <a:pt x="48024" y="16690"/>
                  </a:cubicBezTo>
                  <a:cubicBezTo>
                    <a:pt x="47995" y="16648"/>
                    <a:pt x="47949" y="16626"/>
                    <a:pt x="47902" y="16626"/>
                  </a:cubicBezTo>
                  <a:close/>
                  <a:moveTo>
                    <a:pt x="40249" y="17174"/>
                  </a:moveTo>
                  <a:cubicBezTo>
                    <a:pt x="40246" y="17174"/>
                    <a:pt x="40242" y="17174"/>
                    <a:pt x="40239" y="17174"/>
                  </a:cubicBezTo>
                  <a:cubicBezTo>
                    <a:pt x="40159" y="17179"/>
                    <a:pt x="40095" y="17248"/>
                    <a:pt x="40100" y="17330"/>
                  </a:cubicBezTo>
                  <a:cubicBezTo>
                    <a:pt x="40112" y="17526"/>
                    <a:pt x="40119" y="17721"/>
                    <a:pt x="40125" y="17915"/>
                  </a:cubicBezTo>
                  <a:cubicBezTo>
                    <a:pt x="40126" y="17995"/>
                    <a:pt x="40192" y="18058"/>
                    <a:pt x="40272" y="18058"/>
                  </a:cubicBezTo>
                  <a:cubicBezTo>
                    <a:pt x="40273" y="18058"/>
                    <a:pt x="40274" y="18058"/>
                    <a:pt x="40277" y="18057"/>
                  </a:cubicBezTo>
                  <a:cubicBezTo>
                    <a:pt x="40358" y="18056"/>
                    <a:pt x="40423" y="17987"/>
                    <a:pt x="40420" y="17907"/>
                  </a:cubicBezTo>
                  <a:cubicBezTo>
                    <a:pt x="40415" y="17708"/>
                    <a:pt x="40407" y="17511"/>
                    <a:pt x="40396" y="17313"/>
                  </a:cubicBezTo>
                  <a:cubicBezTo>
                    <a:pt x="40391" y="17235"/>
                    <a:pt x="40329" y="17174"/>
                    <a:pt x="40249" y="17174"/>
                  </a:cubicBezTo>
                  <a:close/>
                  <a:moveTo>
                    <a:pt x="48690" y="17871"/>
                  </a:moveTo>
                  <a:cubicBezTo>
                    <a:pt x="48666" y="17871"/>
                    <a:pt x="48641" y="17877"/>
                    <a:pt x="48619" y="17889"/>
                  </a:cubicBezTo>
                  <a:cubicBezTo>
                    <a:pt x="48548" y="17929"/>
                    <a:pt x="48522" y="18020"/>
                    <a:pt x="48562" y="18090"/>
                  </a:cubicBezTo>
                  <a:cubicBezTo>
                    <a:pt x="48660" y="18266"/>
                    <a:pt x="48751" y="18439"/>
                    <a:pt x="48832" y="18605"/>
                  </a:cubicBezTo>
                  <a:cubicBezTo>
                    <a:pt x="48857" y="18658"/>
                    <a:pt x="48909" y="18689"/>
                    <a:pt x="48965" y="18689"/>
                  </a:cubicBezTo>
                  <a:cubicBezTo>
                    <a:pt x="48986" y="18689"/>
                    <a:pt x="49008" y="18683"/>
                    <a:pt x="49029" y="18673"/>
                  </a:cubicBezTo>
                  <a:cubicBezTo>
                    <a:pt x="49102" y="18637"/>
                    <a:pt x="49132" y="18549"/>
                    <a:pt x="49097" y="18476"/>
                  </a:cubicBezTo>
                  <a:cubicBezTo>
                    <a:pt x="49014" y="18305"/>
                    <a:pt x="48920" y="18126"/>
                    <a:pt x="48820" y="17946"/>
                  </a:cubicBezTo>
                  <a:cubicBezTo>
                    <a:pt x="48793" y="17898"/>
                    <a:pt x="48742" y="17871"/>
                    <a:pt x="48690" y="17871"/>
                  </a:cubicBezTo>
                  <a:close/>
                  <a:moveTo>
                    <a:pt x="40277" y="18649"/>
                  </a:moveTo>
                  <a:cubicBezTo>
                    <a:pt x="40197" y="18649"/>
                    <a:pt x="40131" y="18713"/>
                    <a:pt x="40130" y="18795"/>
                  </a:cubicBezTo>
                  <a:cubicBezTo>
                    <a:pt x="40129" y="18956"/>
                    <a:pt x="40126" y="19116"/>
                    <a:pt x="40120" y="19277"/>
                  </a:cubicBezTo>
                  <a:lnTo>
                    <a:pt x="40118" y="19380"/>
                  </a:lnTo>
                  <a:cubicBezTo>
                    <a:pt x="40115" y="19461"/>
                    <a:pt x="40180" y="19529"/>
                    <a:pt x="40262" y="19533"/>
                  </a:cubicBezTo>
                  <a:lnTo>
                    <a:pt x="40267" y="19533"/>
                  </a:lnTo>
                  <a:cubicBezTo>
                    <a:pt x="40345" y="19533"/>
                    <a:pt x="40411" y="19471"/>
                    <a:pt x="40411" y="19390"/>
                  </a:cubicBezTo>
                  <a:lnTo>
                    <a:pt x="40415" y="19285"/>
                  </a:lnTo>
                  <a:cubicBezTo>
                    <a:pt x="40419" y="19124"/>
                    <a:pt x="40423" y="18961"/>
                    <a:pt x="40424" y="18799"/>
                  </a:cubicBezTo>
                  <a:cubicBezTo>
                    <a:pt x="40425" y="18716"/>
                    <a:pt x="40360" y="18650"/>
                    <a:pt x="40278" y="18649"/>
                  </a:cubicBezTo>
                  <a:close/>
                  <a:moveTo>
                    <a:pt x="49305" y="19210"/>
                  </a:moveTo>
                  <a:cubicBezTo>
                    <a:pt x="49289" y="19210"/>
                    <a:pt x="49273" y="19213"/>
                    <a:pt x="49257" y="19218"/>
                  </a:cubicBezTo>
                  <a:cubicBezTo>
                    <a:pt x="49179" y="19244"/>
                    <a:pt x="49138" y="19327"/>
                    <a:pt x="49166" y="19405"/>
                  </a:cubicBezTo>
                  <a:cubicBezTo>
                    <a:pt x="49206" y="19528"/>
                    <a:pt x="49246" y="19652"/>
                    <a:pt x="49280" y="19775"/>
                  </a:cubicBezTo>
                  <a:cubicBezTo>
                    <a:pt x="49297" y="19836"/>
                    <a:pt x="49312" y="19898"/>
                    <a:pt x="49328" y="19958"/>
                  </a:cubicBezTo>
                  <a:cubicBezTo>
                    <a:pt x="49344" y="20025"/>
                    <a:pt x="49405" y="20070"/>
                    <a:pt x="49471" y="20070"/>
                  </a:cubicBezTo>
                  <a:cubicBezTo>
                    <a:pt x="49483" y="20070"/>
                    <a:pt x="49494" y="20068"/>
                    <a:pt x="49507" y="20065"/>
                  </a:cubicBezTo>
                  <a:cubicBezTo>
                    <a:pt x="49587" y="20045"/>
                    <a:pt x="49635" y="19966"/>
                    <a:pt x="49616" y="19886"/>
                  </a:cubicBezTo>
                  <a:cubicBezTo>
                    <a:pt x="49600" y="19824"/>
                    <a:pt x="49584" y="19761"/>
                    <a:pt x="49565" y="19696"/>
                  </a:cubicBezTo>
                  <a:cubicBezTo>
                    <a:pt x="49529" y="19569"/>
                    <a:pt x="49488" y="19438"/>
                    <a:pt x="49444" y="19309"/>
                  </a:cubicBezTo>
                  <a:cubicBezTo>
                    <a:pt x="49424" y="19247"/>
                    <a:pt x="49367" y="19210"/>
                    <a:pt x="49305" y="19210"/>
                  </a:cubicBezTo>
                  <a:close/>
                  <a:moveTo>
                    <a:pt x="40229" y="20122"/>
                  </a:moveTo>
                  <a:cubicBezTo>
                    <a:pt x="40152" y="20122"/>
                    <a:pt x="40086" y="20182"/>
                    <a:pt x="40081" y="20261"/>
                  </a:cubicBezTo>
                  <a:cubicBezTo>
                    <a:pt x="40069" y="20456"/>
                    <a:pt x="40057" y="20652"/>
                    <a:pt x="40041" y="20847"/>
                  </a:cubicBezTo>
                  <a:cubicBezTo>
                    <a:pt x="40035" y="20927"/>
                    <a:pt x="40095" y="20999"/>
                    <a:pt x="40176" y="21005"/>
                  </a:cubicBezTo>
                  <a:lnTo>
                    <a:pt x="40188" y="21005"/>
                  </a:lnTo>
                  <a:cubicBezTo>
                    <a:pt x="40264" y="21005"/>
                    <a:pt x="40329" y="20946"/>
                    <a:pt x="40336" y="20870"/>
                  </a:cubicBezTo>
                  <a:cubicBezTo>
                    <a:pt x="40352" y="20673"/>
                    <a:pt x="40365" y="20476"/>
                    <a:pt x="40376" y="20277"/>
                  </a:cubicBezTo>
                  <a:cubicBezTo>
                    <a:pt x="40380" y="20197"/>
                    <a:pt x="40319" y="20127"/>
                    <a:pt x="40237" y="20122"/>
                  </a:cubicBezTo>
                  <a:cubicBezTo>
                    <a:pt x="40235" y="20122"/>
                    <a:pt x="40232" y="20122"/>
                    <a:pt x="40229" y="20122"/>
                  </a:cubicBezTo>
                  <a:close/>
                  <a:moveTo>
                    <a:pt x="49625" y="20646"/>
                  </a:moveTo>
                  <a:cubicBezTo>
                    <a:pt x="49619" y="20646"/>
                    <a:pt x="49613" y="20646"/>
                    <a:pt x="49607" y="20647"/>
                  </a:cubicBezTo>
                  <a:cubicBezTo>
                    <a:pt x="49527" y="20656"/>
                    <a:pt x="49468" y="20728"/>
                    <a:pt x="49477" y="20809"/>
                  </a:cubicBezTo>
                  <a:cubicBezTo>
                    <a:pt x="49498" y="20995"/>
                    <a:pt x="49512" y="21190"/>
                    <a:pt x="49518" y="21386"/>
                  </a:cubicBezTo>
                  <a:cubicBezTo>
                    <a:pt x="49520" y="21465"/>
                    <a:pt x="49586" y="21529"/>
                    <a:pt x="49664" y="21529"/>
                  </a:cubicBezTo>
                  <a:lnTo>
                    <a:pt x="49668" y="21529"/>
                  </a:lnTo>
                  <a:cubicBezTo>
                    <a:pt x="49750" y="21526"/>
                    <a:pt x="49814" y="21458"/>
                    <a:pt x="49812" y="21376"/>
                  </a:cubicBezTo>
                  <a:cubicBezTo>
                    <a:pt x="49806" y="21173"/>
                    <a:pt x="49791" y="20971"/>
                    <a:pt x="49771" y="20777"/>
                  </a:cubicBezTo>
                  <a:cubicBezTo>
                    <a:pt x="49762" y="20701"/>
                    <a:pt x="49699" y="20646"/>
                    <a:pt x="49625" y="20646"/>
                  </a:cubicBezTo>
                  <a:close/>
                  <a:moveTo>
                    <a:pt x="40101" y="21591"/>
                  </a:moveTo>
                  <a:cubicBezTo>
                    <a:pt x="40027" y="21591"/>
                    <a:pt x="39964" y="21646"/>
                    <a:pt x="39955" y="21721"/>
                  </a:cubicBezTo>
                  <a:cubicBezTo>
                    <a:pt x="39933" y="21915"/>
                    <a:pt x="39908" y="22108"/>
                    <a:pt x="39879" y="22302"/>
                  </a:cubicBezTo>
                  <a:cubicBezTo>
                    <a:pt x="39868" y="22382"/>
                    <a:pt x="39923" y="22458"/>
                    <a:pt x="40005" y="22469"/>
                  </a:cubicBezTo>
                  <a:cubicBezTo>
                    <a:pt x="40012" y="22470"/>
                    <a:pt x="40020" y="22470"/>
                    <a:pt x="40027" y="22470"/>
                  </a:cubicBezTo>
                  <a:cubicBezTo>
                    <a:pt x="40099" y="22470"/>
                    <a:pt x="40161" y="22417"/>
                    <a:pt x="40172" y="22345"/>
                  </a:cubicBezTo>
                  <a:cubicBezTo>
                    <a:pt x="40201" y="22149"/>
                    <a:pt x="40226" y="21953"/>
                    <a:pt x="40248" y="21756"/>
                  </a:cubicBezTo>
                  <a:cubicBezTo>
                    <a:pt x="40259" y="21674"/>
                    <a:pt x="40201" y="21601"/>
                    <a:pt x="40119" y="21592"/>
                  </a:cubicBezTo>
                  <a:cubicBezTo>
                    <a:pt x="40113" y="21591"/>
                    <a:pt x="40107" y="21591"/>
                    <a:pt x="40101" y="21591"/>
                  </a:cubicBezTo>
                  <a:close/>
                  <a:moveTo>
                    <a:pt x="49649" y="22117"/>
                  </a:moveTo>
                  <a:cubicBezTo>
                    <a:pt x="49574" y="22117"/>
                    <a:pt x="49507" y="22177"/>
                    <a:pt x="49502" y="22255"/>
                  </a:cubicBezTo>
                  <a:cubicBezTo>
                    <a:pt x="49491" y="22439"/>
                    <a:pt x="49472" y="22635"/>
                    <a:pt x="49450" y="22835"/>
                  </a:cubicBezTo>
                  <a:cubicBezTo>
                    <a:pt x="49439" y="22917"/>
                    <a:pt x="49497" y="22990"/>
                    <a:pt x="49579" y="22999"/>
                  </a:cubicBezTo>
                  <a:cubicBezTo>
                    <a:pt x="49584" y="23000"/>
                    <a:pt x="49590" y="23000"/>
                    <a:pt x="49595" y="23000"/>
                  </a:cubicBezTo>
                  <a:cubicBezTo>
                    <a:pt x="49668" y="23000"/>
                    <a:pt x="49731" y="22945"/>
                    <a:pt x="49742" y="22867"/>
                  </a:cubicBezTo>
                  <a:cubicBezTo>
                    <a:pt x="49765" y="22663"/>
                    <a:pt x="49785" y="22463"/>
                    <a:pt x="49796" y="22273"/>
                  </a:cubicBezTo>
                  <a:cubicBezTo>
                    <a:pt x="49801" y="22193"/>
                    <a:pt x="49740" y="22122"/>
                    <a:pt x="49658" y="22117"/>
                  </a:cubicBezTo>
                  <a:cubicBezTo>
                    <a:pt x="49655" y="22117"/>
                    <a:pt x="49652" y="22117"/>
                    <a:pt x="49649" y="22117"/>
                  </a:cubicBezTo>
                  <a:close/>
                  <a:moveTo>
                    <a:pt x="39880" y="23048"/>
                  </a:moveTo>
                  <a:cubicBezTo>
                    <a:pt x="39810" y="23048"/>
                    <a:pt x="39747" y="23097"/>
                    <a:pt x="39734" y="23167"/>
                  </a:cubicBezTo>
                  <a:cubicBezTo>
                    <a:pt x="39696" y="23362"/>
                    <a:pt x="39655" y="23554"/>
                    <a:pt x="39613" y="23739"/>
                  </a:cubicBezTo>
                  <a:cubicBezTo>
                    <a:pt x="39594" y="23818"/>
                    <a:pt x="39644" y="23898"/>
                    <a:pt x="39723" y="23915"/>
                  </a:cubicBezTo>
                  <a:cubicBezTo>
                    <a:pt x="39736" y="23919"/>
                    <a:pt x="39747" y="23920"/>
                    <a:pt x="39757" y="23920"/>
                  </a:cubicBezTo>
                  <a:cubicBezTo>
                    <a:pt x="39824" y="23920"/>
                    <a:pt x="39885" y="23873"/>
                    <a:pt x="39899" y="23805"/>
                  </a:cubicBezTo>
                  <a:cubicBezTo>
                    <a:pt x="39943" y="23618"/>
                    <a:pt x="39984" y="23422"/>
                    <a:pt x="40022" y="23223"/>
                  </a:cubicBezTo>
                  <a:cubicBezTo>
                    <a:pt x="40039" y="23144"/>
                    <a:pt x="39986" y="23066"/>
                    <a:pt x="39907" y="23051"/>
                  </a:cubicBezTo>
                  <a:cubicBezTo>
                    <a:pt x="39898" y="23049"/>
                    <a:pt x="39889" y="23048"/>
                    <a:pt x="39880" y="23048"/>
                  </a:cubicBezTo>
                  <a:close/>
                  <a:moveTo>
                    <a:pt x="49466" y="23581"/>
                  </a:moveTo>
                  <a:cubicBezTo>
                    <a:pt x="49396" y="23581"/>
                    <a:pt x="49334" y="23632"/>
                    <a:pt x="49322" y="23703"/>
                  </a:cubicBezTo>
                  <a:cubicBezTo>
                    <a:pt x="49288" y="23896"/>
                    <a:pt x="49252" y="24088"/>
                    <a:pt x="49213" y="24280"/>
                  </a:cubicBezTo>
                  <a:cubicBezTo>
                    <a:pt x="49198" y="24358"/>
                    <a:pt x="49249" y="24438"/>
                    <a:pt x="49329" y="24453"/>
                  </a:cubicBezTo>
                  <a:cubicBezTo>
                    <a:pt x="49338" y="24454"/>
                    <a:pt x="49349" y="24455"/>
                    <a:pt x="49358" y="24455"/>
                  </a:cubicBezTo>
                  <a:cubicBezTo>
                    <a:pt x="49426" y="24455"/>
                    <a:pt x="49488" y="24408"/>
                    <a:pt x="49502" y="24336"/>
                  </a:cubicBezTo>
                  <a:cubicBezTo>
                    <a:pt x="49540" y="24142"/>
                    <a:pt x="49578" y="23948"/>
                    <a:pt x="49612" y="23753"/>
                  </a:cubicBezTo>
                  <a:cubicBezTo>
                    <a:pt x="49626" y="23674"/>
                    <a:pt x="49571" y="23598"/>
                    <a:pt x="49492" y="23583"/>
                  </a:cubicBezTo>
                  <a:cubicBezTo>
                    <a:pt x="49483" y="23582"/>
                    <a:pt x="49475" y="23581"/>
                    <a:pt x="49466" y="23581"/>
                  </a:cubicBezTo>
                  <a:close/>
                  <a:moveTo>
                    <a:pt x="39532" y="24481"/>
                  </a:moveTo>
                  <a:cubicBezTo>
                    <a:pt x="39468" y="24481"/>
                    <a:pt x="39410" y="24522"/>
                    <a:pt x="39391" y="24587"/>
                  </a:cubicBezTo>
                  <a:cubicBezTo>
                    <a:pt x="39335" y="24776"/>
                    <a:pt x="39275" y="24964"/>
                    <a:pt x="39215" y="25142"/>
                  </a:cubicBezTo>
                  <a:cubicBezTo>
                    <a:pt x="39189" y="25219"/>
                    <a:pt x="39228" y="25302"/>
                    <a:pt x="39305" y="25330"/>
                  </a:cubicBezTo>
                  <a:cubicBezTo>
                    <a:pt x="39321" y="25335"/>
                    <a:pt x="39338" y="25337"/>
                    <a:pt x="39354" y="25337"/>
                  </a:cubicBezTo>
                  <a:cubicBezTo>
                    <a:pt x="39414" y="25337"/>
                    <a:pt x="39473" y="25300"/>
                    <a:pt x="39491" y="25238"/>
                  </a:cubicBezTo>
                  <a:cubicBezTo>
                    <a:pt x="39555" y="25055"/>
                    <a:pt x="39617" y="24864"/>
                    <a:pt x="39674" y="24671"/>
                  </a:cubicBezTo>
                  <a:cubicBezTo>
                    <a:pt x="39696" y="24592"/>
                    <a:pt x="39653" y="24511"/>
                    <a:pt x="39574" y="24487"/>
                  </a:cubicBezTo>
                  <a:cubicBezTo>
                    <a:pt x="39560" y="24483"/>
                    <a:pt x="39545" y="24481"/>
                    <a:pt x="39532" y="24481"/>
                  </a:cubicBezTo>
                  <a:close/>
                  <a:moveTo>
                    <a:pt x="49172" y="25027"/>
                  </a:moveTo>
                  <a:cubicBezTo>
                    <a:pt x="49106" y="25027"/>
                    <a:pt x="49046" y="25074"/>
                    <a:pt x="49030" y="25142"/>
                  </a:cubicBezTo>
                  <a:lnTo>
                    <a:pt x="48903" y="25718"/>
                  </a:lnTo>
                  <a:cubicBezTo>
                    <a:pt x="48885" y="25796"/>
                    <a:pt x="48935" y="25875"/>
                    <a:pt x="49014" y="25893"/>
                  </a:cubicBezTo>
                  <a:cubicBezTo>
                    <a:pt x="49025" y="25895"/>
                    <a:pt x="49037" y="25897"/>
                    <a:pt x="49047" y="25897"/>
                  </a:cubicBezTo>
                  <a:cubicBezTo>
                    <a:pt x="49114" y="25897"/>
                    <a:pt x="49176" y="25850"/>
                    <a:pt x="49190" y="25782"/>
                  </a:cubicBezTo>
                  <a:lnTo>
                    <a:pt x="49318" y="25206"/>
                  </a:lnTo>
                  <a:cubicBezTo>
                    <a:pt x="49336" y="25127"/>
                    <a:pt x="49286" y="25048"/>
                    <a:pt x="49205" y="25031"/>
                  </a:cubicBezTo>
                  <a:cubicBezTo>
                    <a:pt x="49194" y="25028"/>
                    <a:pt x="49183" y="25027"/>
                    <a:pt x="49172" y="25027"/>
                  </a:cubicBezTo>
                  <a:close/>
                  <a:moveTo>
                    <a:pt x="39037" y="25868"/>
                  </a:moveTo>
                  <a:cubicBezTo>
                    <a:pt x="38979" y="25868"/>
                    <a:pt x="38925" y="25902"/>
                    <a:pt x="38901" y="25957"/>
                  </a:cubicBezTo>
                  <a:cubicBezTo>
                    <a:pt x="38825" y="26136"/>
                    <a:pt x="38743" y="26313"/>
                    <a:pt x="38658" y="26487"/>
                  </a:cubicBezTo>
                  <a:cubicBezTo>
                    <a:pt x="38622" y="26560"/>
                    <a:pt x="38652" y="26648"/>
                    <a:pt x="38726" y="26684"/>
                  </a:cubicBezTo>
                  <a:cubicBezTo>
                    <a:pt x="38746" y="26694"/>
                    <a:pt x="38768" y="26699"/>
                    <a:pt x="38790" y="26699"/>
                  </a:cubicBezTo>
                  <a:cubicBezTo>
                    <a:pt x="38844" y="26699"/>
                    <a:pt x="38897" y="26668"/>
                    <a:pt x="38923" y="26617"/>
                  </a:cubicBezTo>
                  <a:cubicBezTo>
                    <a:pt x="39010" y="26439"/>
                    <a:pt x="39093" y="26257"/>
                    <a:pt x="39171" y="26074"/>
                  </a:cubicBezTo>
                  <a:cubicBezTo>
                    <a:pt x="39203" y="25999"/>
                    <a:pt x="39169" y="25913"/>
                    <a:pt x="39094" y="25880"/>
                  </a:cubicBezTo>
                  <a:cubicBezTo>
                    <a:pt x="39075" y="25872"/>
                    <a:pt x="39056" y="25868"/>
                    <a:pt x="39037" y="25868"/>
                  </a:cubicBezTo>
                  <a:close/>
                  <a:moveTo>
                    <a:pt x="48860" y="26465"/>
                  </a:moveTo>
                  <a:cubicBezTo>
                    <a:pt x="48791" y="26465"/>
                    <a:pt x="48730" y="26513"/>
                    <a:pt x="48715" y="26584"/>
                  </a:cubicBezTo>
                  <a:cubicBezTo>
                    <a:pt x="48674" y="26777"/>
                    <a:pt x="48636" y="26972"/>
                    <a:pt x="48599" y="27164"/>
                  </a:cubicBezTo>
                  <a:cubicBezTo>
                    <a:pt x="48584" y="27246"/>
                    <a:pt x="48637" y="27322"/>
                    <a:pt x="48717" y="27338"/>
                  </a:cubicBezTo>
                  <a:cubicBezTo>
                    <a:pt x="48725" y="27339"/>
                    <a:pt x="48735" y="27340"/>
                    <a:pt x="48744" y="27340"/>
                  </a:cubicBezTo>
                  <a:cubicBezTo>
                    <a:pt x="48813" y="27340"/>
                    <a:pt x="48875" y="27291"/>
                    <a:pt x="48888" y="27217"/>
                  </a:cubicBezTo>
                  <a:cubicBezTo>
                    <a:pt x="48924" y="27025"/>
                    <a:pt x="48963" y="26834"/>
                    <a:pt x="49003" y="26642"/>
                  </a:cubicBezTo>
                  <a:cubicBezTo>
                    <a:pt x="49019" y="26564"/>
                    <a:pt x="48970" y="26486"/>
                    <a:pt x="48889" y="26468"/>
                  </a:cubicBezTo>
                  <a:cubicBezTo>
                    <a:pt x="48879" y="26466"/>
                    <a:pt x="48869" y="26465"/>
                    <a:pt x="48860" y="26465"/>
                  </a:cubicBezTo>
                  <a:close/>
                  <a:moveTo>
                    <a:pt x="20940" y="27049"/>
                  </a:moveTo>
                  <a:cubicBezTo>
                    <a:pt x="20861" y="27049"/>
                    <a:pt x="20793" y="27113"/>
                    <a:pt x="20791" y="27194"/>
                  </a:cubicBezTo>
                  <a:cubicBezTo>
                    <a:pt x="20789" y="27276"/>
                    <a:pt x="20856" y="27343"/>
                    <a:pt x="20937" y="27344"/>
                  </a:cubicBezTo>
                  <a:cubicBezTo>
                    <a:pt x="21129" y="27346"/>
                    <a:pt x="21325" y="27355"/>
                    <a:pt x="21516" y="27371"/>
                  </a:cubicBezTo>
                  <a:lnTo>
                    <a:pt x="21527" y="27371"/>
                  </a:lnTo>
                  <a:cubicBezTo>
                    <a:pt x="21604" y="27371"/>
                    <a:pt x="21668" y="27313"/>
                    <a:pt x="21675" y="27236"/>
                  </a:cubicBezTo>
                  <a:cubicBezTo>
                    <a:pt x="21681" y="27154"/>
                    <a:pt x="21620" y="27083"/>
                    <a:pt x="21539" y="27077"/>
                  </a:cubicBezTo>
                  <a:cubicBezTo>
                    <a:pt x="21341" y="27060"/>
                    <a:pt x="21140" y="27051"/>
                    <a:pt x="20940" y="27049"/>
                  </a:cubicBezTo>
                  <a:close/>
                  <a:moveTo>
                    <a:pt x="20053" y="27080"/>
                  </a:moveTo>
                  <a:cubicBezTo>
                    <a:pt x="20049" y="27080"/>
                    <a:pt x="20045" y="27081"/>
                    <a:pt x="20041" y="27081"/>
                  </a:cubicBezTo>
                  <a:cubicBezTo>
                    <a:pt x="19844" y="27097"/>
                    <a:pt x="19644" y="27121"/>
                    <a:pt x="19447" y="27151"/>
                  </a:cubicBezTo>
                  <a:cubicBezTo>
                    <a:pt x="19367" y="27162"/>
                    <a:pt x="19312" y="27239"/>
                    <a:pt x="19323" y="27318"/>
                  </a:cubicBezTo>
                  <a:cubicBezTo>
                    <a:pt x="19335" y="27390"/>
                    <a:pt x="19397" y="27443"/>
                    <a:pt x="19469" y="27443"/>
                  </a:cubicBezTo>
                  <a:cubicBezTo>
                    <a:pt x="19475" y="27443"/>
                    <a:pt x="19483" y="27442"/>
                    <a:pt x="19489" y="27442"/>
                  </a:cubicBezTo>
                  <a:cubicBezTo>
                    <a:pt x="19680" y="27414"/>
                    <a:pt x="19874" y="27391"/>
                    <a:pt x="20066" y="27375"/>
                  </a:cubicBezTo>
                  <a:cubicBezTo>
                    <a:pt x="20148" y="27368"/>
                    <a:pt x="20207" y="27297"/>
                    <a:pt x="20200" y="27215"/>
                  </a:cubicBezTo>
                  <a:cubicBezTo>
                    <a:pt x="20194" y="27137"/>
                    <a:pt x="20130" y="27080"/>
                    <a:pt x="20053" y="27080"/>
                  </a:cubicBezTo>
                  <a:close/>
                  <a:moveTo>
                    <a:pt x="22402" y="27191"/>
                  </a:moveTo>
                  <a:cubicBezTo>
                    <a:pt x="22332" y="27191"/>
                    <a:pt x="22271" y="27240"/>
                    <a:pt x="22258" y="27312"/>
                  </a:cubicBezTo>
                  <a:cubicBezTo>
                    <a:pt x="22243" y="27391"/>
                    <a:pt x="22296" y="27469"/>
                    <a:pt x="22376" y="27483"/>
                  </a:cubicBezTo>
                  <a:cubicBezTo>
                    <a:pt x="22565" y="27518"/>
                    <a:pt x="22756" y="27561"/>
                    <a:pt x="22942" y="27608"/>
                  </a:cubicBezTo>
                  <a:cubicBezTo>
                    <a:pt x="22955" y="27612"/>
                    <a:pt x="22968" y="27613"/>
                    <a:pt x="22980" y="27613"/>
                  </a:cubicBezTo>
                  <a:cubicBezTo>
                    <a:pt x="23045" y="27613"/>
                    <a:pt x="23105" y="27569"/>
                    <a:pt x="23120" y="27502"/>
                  </a:cubicBezTo>
                  <a:cubicBezTo>
                    <a:pt x="23141" y="27422"/>
                    <a:pt x="23093" y="27343"/>
                    <a:pt x="23014" y="27322"/>
                  </a:cubicBezTo>
                  <a:cubicBezTo>
                    <a:pt x="22822" y="27273"/>
                    <a:pt x="22625" y="27229"/>
                    <a:pt x="22429" y="27193"/>
                  </a:cubicBezTo>
                  <a:cubicBezTo>
                    <a:pt x="22420" y="27192"/>
                    <a:pt x="22411" y="27191"/>
                    <a:pt x="22402" y="27191"/>
                  </a:cubicBezTo>
                  <a:close/>
                  <a:moveTo>
                    <a:pt x="18600" y="27321"/>
                  </a:moveTo>
                  <a:cubicBezTo>
                    <a:pt x="18589" y="27321"/>
                    <a:pt x="18578" y="27323"/>
                    <a:pt x="18566" y="27325"/>
                  </a:cubicBezTo>
                  <a:cubicBezTo>
                    <a:pt x="18373" y="27375"/>
                    <a:pt x="18179" y="27431"/>
                    <a:pt x="17989" y="27491"/>
                  </a:cubicBezTo>
                  <a:cubicBezTo>
                    <a:pt x="17912" y="27515"/>
                    <a:pt x="17870" y="27599"/>
                    <a:pt x="17894" y="27676"/>
                  </a:cubicBezTo>
                  <a:cubicBezTo>
                    <a:pt x="17915" y="27739"/>
                    <a:pt x="17973" y="27778"/>
                    <a:pt x="18035" y="27778"/>
                  </a:cubicBezTo>
                  <a:cubicBezTo>
                    <a:pt x="18049" y="27778"/>
                    <a:pt x="18065" y="27776"/>
                    <a:pt x="18081" y="27772"/>
                  </a:cubicBezTo>
                  <a:cubicBezTo>
                    <a:pt x="18265" y="27713"/>
                    <a:pt x="18452" y="27659"/>
                    <a:pt x="18638" y="27612"/>
                  </a:cubicBezTo>
                  <a:cubicBezTo>
                    <a:pt x="18717" y="27592"/>
                    <a:pt x="18765" y="27511"/>
                    <a:pt x="18746" y="27433"/>
                  </a:cubicBezTo>
                  <a:cubicBezTo>
                    <a:pt x="18728" y="27366"/>
                    <a:pt x="18667" y="27321"/>
                    <a:pt x="18600" y="27321"/>
                  </a:cubicBezTo>
                  <a:close/>
                  <a:moveTo>
                    <a:pt x="38369" y="27180"/>
                  </a:moveTo>
                  <a:cubicBezTo>
                    <a:pt x="38318" y="27180"/>
                    <a:pt x="38269" y="27205"/>
                    <a:pt x="38242" y="27251"/>
                  </a:cubicBezTo>
                  <a:cubicBezTo>
                    <a:pt x="38143" y="27416"/>
                    <a:pt x="38036" y="27578"/>
                    <a:pt x="37926" y="27737"/>
                  </a:cubicBezTo>
                  <a:cubicBezTo>
                    <a:pt x="37880" y="27804"/>
                    <a:pt x="37895" y="27896"/>
                    <a:pt x="37962" y="27942"/>
                  </a:cubicBezTo>
                  <a:cubicBezTo>
                    <a:pt x="37988" y="27961"/>
                    <a:pt x="38016" y="27969"/>
                    <a:pt x="38046" y="27969"/>
                  </a:cubicBezTo>
                  <a:cubicBezTo>
                    <a:pt x="38092" y="27969"/>
                    <a:pt x="38138" y="27948"/>
                    <a:pt x="38168" y="27906"/>
                  </a:cubicBezTo>
                  <a:cubicBezTo>
                    <a:pt x="38282" y="27742"/>
                    <a:pt x="38392" y="27573"/>
                    <a:pt x="38494" y="27404"/>
                  </a:cubicBezTo>
                  <a:cubicBezTo>
                    <a:pt x="38537" y="27334"/>
                    <a:pt x="38514" y="27244"/>
                    <a:pt x="38444" y="27201"/>
                  </a:cubicBezTo>
                  <a:cubicBezTo>
                    <a:pt x="38421" y="27186"/>
                    <a:pt x="38395" y="27180"/>
                    <a:pt x="38369" y="27180"/>
                  </a:cubicBezTo>
                  <a:close/>
                  <a:moveTo>
                    <a:pt x="23823" y="27584"/>
                  </a:moveTo>
                  <a:cubicBezTo>
                    <a:pt x="23763" y="27584"/>
                    <a:pt x="23707" y="27620"/>
                    <a:pt x="23685" y="27679"/>
                  </a:cubicBezTo>
                  <a:cubicBezTo>
                    <a:pt x="23657" y="27756"/>
                    <a:pt x="23695" y="27840"/>
                    <a:pt x="23771" y="27869"/>
                  </a:cubicBezTo>
                  <a:cubicBezTo>
                    <a:pt x="23946" y="27933"/>
                    <a:pt x="24126" y="28008"/>
                    <a:pt x="24309" y="28088"/>
                  </a:cubicBezTo>
                  <a:cubicBezTo>
                    <a:pt x="24328" y="28097"/>
                    <a:pt x="24349" y="28101"/>
                    <a:pt x="24369" y="28101"/>
                  </a:cubicBezTo>
                  <a:cubicBezTo>
                    <a:pt x="24425" y="28101"/>
                    <a:pt x="24479" y="28068"/>
                    <a:pt x="24505" y="28014"/>
                  </a:cubicBezTo>
                  <a:cubicBezTo>
                    <a:pt x="24538" y="27938"/>
                    <a:pt x="24504" y="27851"/>
                    <a:pt x="24430" y="27819"/>
                  </a:cubicBezTo>
                  <a:cubicBezTo>
                    <a:pt x="24241" y="27736"/>
                    <a:pt x="24054" y="27660"/>
                    <a:pt x="23874" y="27593"/>
                  </a:cubicBezTo>
                  <a:cubicBezTo>
                    <a:pt x="23858" y="27586"/>
                    <a:pt x="23840" y="27584"/>
                    <a:pt x="23823" y="27584"/>
                  </a:cubicBezTo>
                  <a:close/>
                  <a:moveTo>
                    <a:pt x="17208" y="27796"/>
                  </a:moveTo>
                  <a:cubicBezTo>
                    <a:pt x="17188" y="27796"/>
                    <a:pt x="17168" y="27800"/>
                    <a:pt x="17148" y="27808"/>
                  </a:cubicBezTo>
                  <a:cubicBezTo>
                    <a:pt x="16966" y="27888"/>
                    <a:pt x="16784" y="27974"/>
                    <a:pt x="16607" y="28066"/>
                  </a:cubicBezTo>
                  <a:cubicBezTo>
                    <a:pt x="16535" y="28103"/>
                    <a:pt x="16507" y="28193"/>
                    <a:pt x="16544" y="28265"/>
                  </a:cubicBezTo>
                  <a:cubicBezTo>
                    <a:pt x="16571" y="28317"/>
                    <a:pt x="16622" y="28345"/>
                    <a:pt x="16676" y="28345"/>
                  </a:cubicBezTo>
                  <a:cubicBezTo>
                    <a:pt x="16698" y="28345"/>
                    <a:pt x="16720" y="28340"/>
                    <a:pt x="16744" y="28328"/>
                  </a:cubicBezTo>
                  <a:cubicBezTo>
                    <a:pt x="16915" y="28241"/>
                    <a:pt x="17091" y="28157"/>
                    <a:pt x="17267" y="28080"/>
                  </a:cubicBezTo>
                  <a:cubicBezTo>
                    <a:pt x="17342" y="28046"/>
                    <a:pt x="17375" y="27959"/>
                    <a:pt x="17343" y="27885"/>
                  </a:cubicBezTo>
                  <a:cubicBezTo>
                    <a:pt x="17319" y="27829"/>
                    <a:pt x="17265" y="27796"/>
                    <a:pt x="17208" y="27796"/>
                  </a:cubicBezTo>
                  <a:close/>
                  <a:moveTo>
                    <a:pt x="25167" y="28190"/>
                  </a:moveTo>
                  <a:cubicBezTo>
                    <a:pt x="25114" y="28190"/>
                    <a:pt x="25061" y="28220"/>
                    <a:pt x="25035" y="28271"/>
                  </a:cubicBezTo>
                  <a:cubicBezTo>
                    <a:pt x="24998" y="28343"/>
                    <a:pt x="25026" y="28431"/>
                    <a:pt x="25098" y="28469"/>
                  </a:cubicBezTo>
                  <a:cubicBezTo>
                    <a:pt x="25271" y="28559"/>
                    <a:pt x="25443" y="28652"/>
                    <a:pt x="25613" y="28747"/>
                  </a:cubicBezTo>
                  <a:cubicBezTo>
                    <a:pt x="25637" y="28761"/>
                    <a:pt x="25660" y="28767"/>
                    <a:pt x="25685" y="28767"/>
                  </a:cubicBezTo>
                  <a:cubicBezTo>
                    <a:pt x="25737" y="28767"/>
                    <a:pt x="25787" y="28739"/>
                    <a:pt x="25813" y="28690"/>
                  </a:cubicBezTo>
                  <a:cubicBezTo>
                    <a:pt x="25853" y="28618"/>
                    <a:pt x="25828" y="28529"/>
                    <a:pt x="25756" y="28489"/>
                  </a:cubicBezTo>
                  <a:cubicBezTo>
                    <a:pt x="25583" y="28392"/>
                    <a:pt x="25410" y="28298"/>
                    <a:pt x="25234" y="28207"/>
                  </a:cubicBezTo>
                  <a:cubicBezTo>
                    <a:pt x="25213" y="28196"/>
                    <a:pt x="25190" y="28190"/>
                    <a:pt x="25167" y="28190"/>
                  </a:cubicBezTo>
                  <a:close/>
                  <a:moveTo>
                    <a:pt x="48596" y="27918"/>
                  </a:moveTo>
                  <a:cubicBezTo>
                    <a:pt x="48525" y="27918"/>
                    <a:pt x="48464" y="27971"/>
                    <a:pt x="48454" y="28045"/>
                  </a:cubicBezTo>
                  <a:cubicBezTo>
                    <a:pt x="48425" y="28247"/>
                    <a:pt x="48400" y="28446"/>
                    <a:pt x="48383" y="28637"/>
                  </a:cubicBezTo>
                  <a:cubicBezTo>
                    <a:pt x="48375" y="28717"/>
                    <a:pt x="48434" y="28789"/>
                    <a:pt x="48516" y="28798"/>
                  </a:cubicBezTo>
                  <a:cubicBezTo>
                    <a:pt x="48521" y="28799"/>
                    <a:pt x="48524" y="28799"/>
                    <a:pt x="48529" y="28799"/>
                  </a:cubicBezTo>
                  <a:cubicBezTo>
                    <a:pt x="48605" y="28799"/>
                    <a:pt x="48669" y="28742"/>
                    <a:pt x="48677" y="28665"/>
                  </a:cubicBezTo>
                  <a:cubicBezTo>
                    <a:pt x="48694" y="28478"/>
                    <a:pt x="48718" y="28283"/>
                    <a:pt x="48745" y="28086"/>
                  </a:cubicBezTo>
                  <a:cubicBezTo>
                    <a:pt x="48756" y="28005"/>
                    <a:pt x="48702" y="27931"/>
                    <a:pt x="48620" y="27920"/>
                  </a:cubicBezTo>
                  <a:cubicBezTo>
                    <a:pt x="48612" y="27918"/>
                    <a:pt x="48604" y="27918"/>
                    <a:pt x="48596" y="27918"/>
                  </a:cubicBezTo>
                  <a:close/>
                  <a:moveTo>
                    <a:pt x="37503" y="28374"/>
                  </a:moveTo>
                  <a:cubicBezTo>
                    <a:pt x="37461" y="28374"/>
                    <a:pt x="37420" y="28391"/>
                    <a:pt x="37391" y="28425"/>
                  </a:cubicBezTo>
                  <a:cubicBezTo>
                    <a:pt x="37267" y="28571"/>
                    <a:pt x="37135" y="28714"/>
                    <a:pt x="36999" y="28851"/>
                  </a:cubicBezTo>
                  <a:cubicBezTo>
                    <a:pt x="36943" y="28910"/>
                    <a:pt x="36945" y="29004"/>
                    <a:pt x="37003" y="29061"/>
                  </a:cubicBezTo>
                  <a:cubicBezTo>
                    <a:pt x="37030" y="29089"/>
                    <a:pt x="37069" y="29103"/>
                    <a:pt x="37106" y="29103"/>
                  </a:cubicBezTo>
                  <a:cubicBezTo>
                    <a:pt x="37144" y="29103"/>
                    <a:pt x="37183" y="29089"/>
                    <a:pt x="37210" y="29060"/>
                  </a:cubicBezTo>
                  <a:cubicBezTo>
                    <a:pt x="37349" y="28916"/>
                    <a:pt x="37486" y="28768"/>
                    <a:pt x="37615" y="28617"/>
                  </a:cubicBezTo>
                  <a:cubicBezTo>
                    <a:pt x="37668" y="28555"/>
                    <a:pt x="37661" y="28462"/>
                    <a:pt x="37599" y="28410"/>
                  </a:cubicBezTo>
                  <a:cubicBezTo>
                    <a:pt x="37571" y="28386"/>
                    <a:pt x="37537" y="28374"/>
                    <a:pt x="37503" y="28374"/>
                  </a:cubicBezTo>
                  <a:close/>
                  <a:moveTo>
                    <a:pt x="15912" y="28499"/>
                  </a:moveTo>
                  <a:cubicBezTo>
                    <a:pt x="15884" y="28499"/>
                    <a:pt x="15856" y="28507"/>
                    <a:pt x="15831" y="28523"/>
                  </a:cubicBezTo>
                  <a:cubicBezTo>
                    <a:pt x="15677" y="28624"/>
                    <a:pt x="15524" y="28733"/>
                    <a:pt x="15378" y="28844"/>
                  </a:cubicBezTo>
                  <a:lnTo>
                    <a:pt x="15342" y="28871"/>
                  </a:lnTo>
                  <a:cubicBezTo>
                    <a:pt x="15278" y="28921"/>
                    <a:pt x="15265" y="29013"/>
                    <a:pt x="15315" y="29077"/>
                  </a:cubicBezTo>
                  <a:cubicBezTo>
                    <a:pt x="15345" y="29117"/>
                    <a:pt x="15388" y="29135"/>
                    <a:pt x="15433" y="29135"/>
                  </a:cubicBezTo>
                  <a:cubicBezTo>
                    <a:pt x="15464" y="29135"/>
                    <a:pt x="15496" y="29125"/>
                    <a:pt x="15521" y="29104"/>
                  </a:cubicBezTo>
                  <a:lnTo>
                    <a:pt x="15555" y="29077"/>
                  </a:lnTo>
                  <a:cubicBezTo>
                    <a:pt x="15698" y="28970"/>
                    <a:pt x="15844" y="28866"/>
                    <a:pt x="15993" y="28768"/>
                  </a:cubicBezTo>
                  <a:cubicBezTo>
                    <a:pt x="16060" y="28724"/>
                    <a:pt x="16080" y="28633"/>
                    <a:pt x="16034" y="28565"/>
                  </a:cubicBezTo>
                  <a:cubicBezTo>
                    <a:pt x="16007" y="28522"/>
                    <a:pt x="15960" y="28499"/>
                    <a:pt x="15912" y="28499"/>
                  </a:cubicBezTo>
                  <a:close/>
                  <a:moveTo>
                    <a:pt x="26454" y="28913"/>
                  </a:moveTo>
                  <a:cubicBezTo>
                    <a:pt x="26403" y="28913"/>
                    <a:pt x="26353" y="28938"/>
                    <a:pt x="26326" y="28984"/>
                  </a:cubicBezTo>
                  <a:cubicBezTo>
                    <a:pt x="26285" y="29056"/>
                    <a:pt x="26308" y="29145"/>
                    <a:pt x="26377" y="29187"/>
                  </a:cubicBezTo>
                  <a:lnTo>
                    <a:pt x="26885" y="29488"/>
                  </a:lnTo>
                  <a:cubicBezTo>
                    <a:pt x="26908" y="29501"/>
                    <a:pt x="26934" y="29509"/>
                    <a:pt x="26959" y="29509"/>
                  </a:cubicBezTo>
                  <a:cubicBezTo>
                    <a:pt x="27010" y="29509"/>
                    <a:pt x="27058" y="29483"/>
                    <a:pt x="27088" y="29436"/>
                  </a:cubicBezTo>
                  <a:cubicBezTo>
                    <a:pt x="27130" y="29365"/>
                    <a:pt x="27107" y="29274"/>
                    <a:pt x="27037" y="29233"/>
                  </a:cubicBezTo>
                  <a:lnTo>
                    <a:pt x="26529" y="28933"/>
                  </a:lnTo>
                  <a:cubicBezTo>
                    <a:pt x="26505" y="28919"/>
                    <a:pt x="26479" y="28913"/>
                    <a:pt x="26454" y="28913"/>
                  </a:cubicBezTo>
                  <a:close/>
                  <a:moveTo>
                    <a:pt x="36457" y="29407"/>
                  </a:moveTo>
                  <a:cubicBezTo>
                    <a:pt x="36424" y="29407"/>
                    <a:pt x="36390" y="29419"/>
                    <a:pt x="36362" y="29442"/>
                  </a:cubicBezTo>
                  <a:cubicBezTo>
                    <a:pt x="36213" y="29564"/>
                    <a:pt x="36058" y="29684"/>
                    <a:pt x="35903" y="29795"/>
                  </a:cubicBezTo>
                  <a:cubicBezTo>
                    <a:pt x="35837" y="29843"/>
                    <a:pt x="35821" y="29937"/>
                    <a:pt x="35869" y="30002"/>
                  </a:cubicBezTo>
                  <a:cubicBezTo>
                    <a:pt x="35898" y="30042"/>
                    <a:pt x="35942" y="30064"/>
                    <a:pt x="35988" y="30064"/>
                  </a:cubicBezTo>
                  <a:cubicBezTo>
                    <a:pt x="36018" y="30064"/>
                    <a:pt x="36048" y="30054"/>
                    <a:pt x="36075" y="30036"/>
                  </a:cubicBezTo>
                  <a:cubicBezTo>
                    <a:pt x="36236" y="29919"/>
                    <a:pt x="36396" y="29795"/>
                    <a:pt x="36550" y="29668"/>
                  </a:cubicBezTo>
                  <a:cubicBezTo>
                    <a:pt x="36613" y="29616"/>
                    <a:pt x="36621" y="29524"/>
                    <a:pt x="36569" y="29460"/>
                  </a:cubicBezTo>
                  <a:cubicBezTo>
                    <a:pt x="36540" y="29425"/>
                    <a:pt x="36499" y="29407"/>
                    <a:pt x="36457" y="29407"/>
                  </a:cubicBezTo>
                  <a:close/>
                  <a:moveTo>
                    <a:pt x="14757" y="29411"/>
                  </a:moveTo>
                  <a:cubicBezTo>
                    <a:pt x="14722" y="29411"/>
                    <a:pt x="14686" y="29424"/>
                    <a:pt x="14657" y="29450"/>
                  </a:cubicBezTo>
                  <a:cubicBezTo>
                    <a:pt x="14517" y="29579"/>
                    <a:pt x="14373" y="29718"/>
                    <a:pt x="14229" y="29865"/>
                  </a:cubicBezTo>
                  <a:cubicBezTo>
                    <a:pt x="14172" y="29922"/>
                    <a:pt x="14172" y="30016"/>
                    <a:pt x="14231" y="30073"/>
                  </a:cubicBezTo>
                  <a:cubicBezTo>
                    <a:pt x="14258" y="30102"/>
                    <a:pt x="14296" y="30115"/>
                    <a:pt x="14334" y="30115"/>
                  </a:cubicBezTo>
                  <a:cubicBezTo>
                    <a:pt x="14371" y="30115"/>
                    <a:pt x="14408" y="30102"/>
                    <a:pt x="14438" y="30073"/>
                  </a:cubicBezTo>
                  <a:cubicBezTo>
                    <a:pt x="14578" y="29932"/>
                    <a:pt x="14721" y="29794"/>
                    <a:pt x="14857" y="29668"/>
                  </a:cubicBezTo>
                  <a:cubicBezTo>
                    <a:pt x="14918" y="29613"/>
                    <a:pt x="14922" y="29519"/>
                    <a:pt x="14866" y="29459"/>
                  </a:cubicBezTo>
                  <a:cubicBezTo>
                    <a:pt x="14837" y="29427"/>
                    <a:pt x="14797" y="29411"/>
                    <a:pt x="14757" y="29411"/>
                  </a:cubicBezTo>
                  <a:close/>
                  <a:moveTo>
                    <a:pt x="27722" y="29659"/>
                  </a:moveTo>
                  <a:cubicBezTo>
                    <a:pt x="27671" y="29659"/>
                    <a:pt x="27621" y="29685"/>
                    <a:pt x="27594" y="29734"/>
                  </a:cubicBezTo>
                  <a:cubicBezTo>
                    <a:pt x="27554" y="29805"/>
                    <a:pt x="27578" y="29895"/>
                    <a:pt x="27650" y="29935"/>
                  </a:cubicBezTo>
                  <a:cubicBezTo>
                    <a:pt x="27821" y="30035"/>
                    <a:pt x="27994" y="30130"/>
                    <a:pt x="28168" y="30224"/>
                  </a:cubicBezTo>
                  <a:cubicBezTo>
                    <a:pt x="28190" y="30237"/>
                    <a:pt x="28214" y="30242"/>
                    <a:pt x="28238" y="30242"/>
                  </a:cubicBezTo>
                  <a:cubicBezTo>
                    <a:pt x="28290" y="30242"/>
                    <a:pt x="28341" y="30213"/>
                    <a:pt x="28367" y="30163"/>
                  </a:cubicBezTo>
                  <a:cubicBezTo>
                    <a:pt x="28405" y="30091"/>
                    <a:pt x="28379" y="30002"/>
                    <a:pt x="28307" y="29964"/>
                  </a:cubicBezTo>
                  <a:cubicBezTo>
                    <a:pt x="28136" y="29871"/>
                    <a:pt x="27965" y="29775"/>
                    <a:pt x="27795" y="29678"/>
                  </a:cubicBezTo>
                  <a:cubicBezTo>
                    <a:pt x="27772" y="29665"/>
                    <a:pt x="27747" y="29659"/>
                    <a:pt x="27722" y="29659"/>
                  </a:cubicBezTo>
                  <a:close/>
                  <a:moveTo>
                    <a:pt x="48480" y="29384"/>
                  </a:moveTo>
                  <a:cubicBezTo>
                    <a:pt x="48399" y="29384"/>
                    <a:pt x="48333" y="29449"/>
                    <a:pt x="48332" y="29530"/>
                  </a:cubicBezTo>
                  <a:cubicBezTo>
                    <a:pt x="48331" y="29572"/>
                    <a:pt x="48331" y="29613"/>
                    <a:pt x="48331" y="29654"/>
                  </a:cubicBezTo>
                  <a:cubicBezTo>
                    <a:pt x="48331" y="29796"/>
                    <a:pt x="48335" y="29939"/>
                    <a:pt x="48342" y="30078"/>
                  </a:cubicBezTo>
                  <a:lnTo>
                    <a:pt x="48344" y="30130"/>
                  </a:lnTo>
                  <a:cubicBezTo>
                    <a:pt x="48348" y="30210"/>
                    <a:pt x="48413" y="30270"/>
                    <a:pt x="48491" y="30270"/>
                  </a:cubicBezTo>
                  <a:cubicBezTo>
                    <a:pt x="48493" y="30270"/>
                    <a:pt x="48496" y="30270"/>
                    <a:pt x="48498" y="30269"/>
                  </a:cubicBezTo>
                  <a:cubicBezTo>
                    <a:pt x="48580" y="30265"/>
                    <a:pt x="48642" y="30196"/>
                    <a:pt x="48638" y="30114"/>
                  </a:cubicBezTo>
                  <a:lnTo>
                    <a:pt x="48636" y="30063"/>
                  </a:lnTo>
                  <a:cubicBezTo>
                    <a:pt x="48630" y="29930"/>
                    <a:pt x="48626" y="29791"/>
                    <a:pt x="48626" y="29654"/>
                  </a:cubicBezTo>
                  <a:cubicBezTo>
                    <a:pt x="48626" y="29614"/>
                    <a:pt x="48627" y="29574"/>
                    <a:pt x="48627" y="29533"/>
                  </a:cubicBezTo>
                  <a:cubicBezTo>
                    <a:pt x="48629" y="29453"/>
                    <a:pt x="48563" y="29386"/>
                    <a:pt x="48482" y="29384"/>
                  </a:cubicBezTo>
                  <a:close/>
                  <a:moveTo>
                    <a:pt x="35242" y="30243"/>
                  </a:moveTo>
                  <a:cubicBezTo>
                    <a:pt x="35217" y="30243"/>
                    <a:pt x="35193" y="30249"/>
                    <a:pt x="35170" y="30262"/>
                  </a:cubicBezTo>
                  <a:cubicBezTo>
                    <a:pt x="35001" y="30356"/>
                    <a:pt x="34828" y="30444"/>
                    <a:pt x="34655" y="30523"/>
                  </a:cubicBezTo>
                  <a:cubicBezTo>
                    <a:pt x="34582" y="30558"/>
                    <a:pt x="34549" y="30646"/>
                    <a:pt x="34583" y="30719"/>
                  </a:cubicBezTo>
                  <a:cubicBezTo>
                    <a:pt x="34608" y="30774"/>
                    <a:pt x="34661" y="30806"/>
                    <a:pt x="34717" y="30806"/>
                  </a:cubicBezTo>
                  <a:cubicBezTo>
                    <a:pt x="34738" y="30806"/>
                    <a:pt x="34758" y="30801"/>
                    <a:pt x="34778" y="30793"/>
                  </a:cubicBezTo>
                  <a:cubicBezTo>
                    <a:pt x="34959" y="30711"/>
                    <a:pt x="35137" y="30618"/>
                    <a:pt x="35315" y="30520"/>
                  </a:cubicBezTo>
                  <a:cubicBezTo>
                    <a:pt x="35385" y="30480"/>
                    <a:pt x="35411" y="30389"/>
                    <a:pt x="35371" y="30319"/>
                  </a:cubicBezTo>
                  <a:cubicBezTo>
                    <a:pt x="35344" y="30270"/>
                    <a:pt x="35293" y="30243"/>
                    <a:pt x="35242" y="30243"/>
                  </a:cubicBezTo>
                  <a:close/>
                  <a:moveTo>
                    <a:pt x="29028" y="30347"/>
                  </a:moveTo>
                  <a:cubicBezTo>
                    <a:pt x="28973" y="30347"/>
                    <a:pt x="28920" y="30378"/>
                    <a:pt x="28895" y="30432"/>
                  </a:cubicBezTo>
                  <a:cubicBezTo>
                    <a:pt x="28860" y="30505"/>
                    <a:pt x="28893" y="30593"/>
                    <a:pt x="28966" y="30628"/>
                  </a:cubicBezTo>
                  <a:cubicBezTo>
                    <a:pt x="29153" y="30714"/>
                    <a:pt x="29338" y="30794"/>
                    <a:pt x="29514" y="30865"/>
                  </a:cubicBezTo>
                  <a:cubicBezTo>
                    <a:pt x="29532" y="30872"/>
                    <a:pt x="29550" y="30876"/>
                    <a:pt x="29569" y="30876"/>
                  </a:cubicBezTo>
                  <a:cubicBezTo>
                    <a:pt x="29626" y="30876"/>
                    <a:pt x="29682" y="30840"/>
                    <a:pt x="29708" y="30784"/>
                  </a:cubicBezTo>
                  <a:cubicBezTo>
                    <a:pt x="29738" y="30708"/>
                    <a:pt x="29702" y="30621"/>
                    <a:pt x="29625" y="30592"/>
                  </a:cubicBezTo>
                  <a:cubicBezTo>
                    <a:pt x="29452" y="30523"/>
                    <a:pt x="29274" y="30445"/>
                    <a:pt x="29091" y="30361"/>
                  </a:cubicBezTo>
                  <a:cubicBezTo>
                    <a:pt x="29071" y="30351"/>
                    <a:pt x="29049" y="30347"/>
                    <a:pt x="29028" y="30347"/>
                  </a:cubicBezTo>
                  <a:close/>
                  <a:moveTo>
                    <a:pt x="13729" y="30467"/>
                  </a:moveTo>
                  <a:cubicBezTo>
                    <a:pt x="13688" y="30467"/>
                    <a:pt x="13648" y="30484"/>
                    <a:pt x="13619" y="30517"/>
                  </a:cubicBezTo>
                  <a:cubicBezTo>
                    <a:pt x="13488" y="30665"/>
                    <a:pt x="13359" y="30814"/>
                    <a:pt x="13230" y="30964"/>
                  </a:cubicBezTo>
                  <a:cubicBezTo>
                    <a:pt x="13176" y="31026"/>
                    <a:pt x="13184" y="31119"/>
                    <a:pt x="13246" y="31172"/>
                  </a:cubicBezTo>
                  <a:cubicBezTo>
                    <a:pt x="13273" y="31196"/>
                    <a:pt x="13308" y="31207"/>
                    <a:pt x="13341" y="31207"/>
                  </a:cubicBezTo>
                  <a:cubicBezTo>
                    <a:pt x="13383" y="31207"/>
                    <a:pt x="13424" y="31188"/>
                    <a:pt x="13453" y="31155"/>
                  </a:cubicBezTo>
                  <a:cubicBezTo>
                    <a:pt x="13581" y="31006"/>
                    <a:pt x="13708" y="30858"/>
                    <a:pt x="13839" y="30713"/>
                  </a:cubicBezTo>
                  <a:cubicBezTo>
                    <a:pt x="13892" y="30652"/>
                    <a:pt x="13887" y="30559"/>
                    <a:pt x="13826" y="30505"/>
                  </a:cubicBezTo>
                  <a:cubicBezTo>
                    <a:pt x="13798" y="30480"/>
                    <a:pt x="13763" y="30467"/>
                    <a:pt x="13729" y="30467"/>
                  </a:cubicBezTo>
                  <a:close/>
                  <a:moveTo>
                    <a:pt x="33891" y="30827"/>
                  </a:moveTo>
                  <a:cubicBezTo>
                    <a:pt x="33876" y="30827"/>
                    <a:pt x="33861" y="30830"/>
                    <a:pt x="33846" y="30834"/>
                  </a:cubicBezTo>
                  <a:cubicBezTo>
                    <a:pt x="33662" y="30892"/>
                    <a:pt x="33475" y="30941"/>
                    <a:pt x="33289" y="30980"/>
                  </a:cubicBezTo>
                  <a:cubicBezTo>
                    <a:pt x="33210" y="30997"/>
                    <a:pt x="33159" y="31075"/>
                    <a:pt x="33176" y="31155"/>
                  </a:cubicBezTo>
                  <a:cubicBezTo>
                    <a:pt x="33191" y="31224"/>
                    <a:pt x="33252" y="31273"/>
                    <a:pt x="33320" y="31273"/>
                  </a:cubicBezTo>
                  <a:cubicBezTo>
                    <a:pt x="33331" y="31273"/>
                    <a:pt x="33341" y="31271"/>
                    <a:pt x="33350" y="31268"/>
                  </a:cubicBezTo>
                  <a:cubicBezTo>
                    <a:pt x="33544" y="31227"/>
                    <a:pt x="33740" y="31176"/>
                    <a:pt x="33934" y="31115"/>
                  </a:cubicBezTo>
                  <a:cubicBezTo>
                    <a:pt x="34011" y="31090"/>
                    <a:pt x="34055" y="31008"/>
                    <a:pt x="34031" y="30930"/>
                  </a:cubicBezTo>
                  <a:cubicBezTo>
                    <a:pt x="34011" y="30868"/>
                    <a:pt x="33954" y="30827"/>
                    <a:pt x="33891" y="30827"/>
                  </a:cubicBezTo>
                  <a:close/>
                  <a:moveTo>
                    <a:pt x="30406" y="30866"/>
                  </a:moveTo>
                  <a:cubicBezTo>
                    <a:pt x="30341" y="30866"/>
                    <a:pt x="30282" y="30908"/>
                    <a:pt x="30264" y="30974"/>
                  </a:cubicBezTo>
                  <a:cubicBezTo>
                    <a:pt x="30241" y="31052"/>
                    <a:pt x="30287" y="31134"/>
                    <a:pt x="30365" y="31155"/>
                  </a:cubicBezTo>
                  <a:cubicBezTo>
                    <a:pt x="30561" y="31211"/>
                    <a:pt x="30759" y="31257"/>
                    <a:pt x="30951" y="31294"/>
                  </a:cubicBezTo>
                  <a:cubicBezTo>
                    <a:pt x="30961" y="31295"/>
                    <a:pt x="30969" y="31296"/>
                    <a:pt x="30978" y="31296"/>
                  </a:cubicBezTo>
                  <a:cubicBezTo>
                    <a:pt x="31048" y="31296"/>
                    <a:pt x="31110" y="31247"/>
                    <a:pt x="31124" y="31177"/>
                  </a:cubicBezTo>
                  <a:cubicBezTo>
                    <a:pt x="31139" y="31098"/>
                    <a:pt x="31086" y="31020"/>
                    <a:pt x="31007" y="31005"/>
                  </a:cubicBezTo>
                  <a:cubicBezTo>
                    <a:pt x="30822" y="30969"/>
                    <a:pt x="30633" y="30924"/>
                    <a:pt x="30446" y="30872"/>
                  </a:cubicBezTo>
                  <a:cubicBezTo>
                    <a:pt x="30432" y="30868"/>
                    <a:pt x="30419" y="30866"/>
                    <a:pt x="30406" y="30866"/>
                  </a:cubicBezTo>
                  <a:close/>
                  <a:moveTo>
                    <a:pt x="32445" y="31096"/>
                  </a:moveTo>
                  <a:cubicBezTo>
                    <a:pt x="32442" y="31096"/>
                    <a:pt x="32439" y="31096"/>
                    <a:pt x="32436" y="31097"/>
                  </a:cubicBezTo>
                  <a:cubicBezTo>
                    <a:pt x="32317" y="31104"/>
                    <a:pt x="32198" y="31108"/>
                    <a:pt x="32079" y="31108"/>
                  </a:cubicBezTo>
                  <a:cubicBezTo>
                    <a:pt x="32007" y="31108"/>
                    <a:pt x="31934" y="31106"/>
                    <a:pt x="31861" y="31104"/>
                  </a:cubicBezTo>
                  <a:cubicBezTo>
                    <a:pt x="31859" y="31104"/>
                    <a:pt x="31858" y="31104"/>
                    <a:pt x="31856" y="31104"/>
                  </a:cubicBezTo>
                  <a:cubicBezTo>
                    <a:pt x="31783" y="31104"/>
                    <a:pt x="31712" y="31164"/>
                    <a:pt x="31709" y="31244"/>
                  </a:cubicBezTo>
                  <a:cubicBezTo>
                    <a:pt x="31705" y="31326"/>
                    <a:pt x="31768" y="31394"/>
                    <a:pt x="31850" y="31398"/>
                  </a:cubicBezTo>
                  <a:cubicBezTo>
                    <a:pt x="31930" y="31402"/>
                    <a:pt x="32010" y="31403"/>
                    <a:pt x="32090" y="31403"/>
                  </a:cubicBezTo>
                  <a:cubicBezTo>
                    <a:pt x="32210" y="31403"/>
                    <a:pt x="32333" y="31399"/>
                    <a:pt x="32454" y="31391"/>
                  </a:cubicBezTo>
                  <a:cubicBezTo>
                    <a:pt x="32535" y="31385"/>
                    <a:pt x="32597" y="31316"/>
                    <a:pt x="32592" y="31235"/>
                  </a:cubicBezTo>
                  <a:cubicBezTo>
                    <a:pt x="32587" y="31156"/>
                    <a:pt x="32523" y="31096"/>
                    <a:pt x="32445" y="31096"/>
                  </a:cubicBezTo>
                  <a:close/>
                  <a:moveTo>
                    <a:pt x="48585" y="30854"/>
                  </a:moveTo>
                  <a:cubicBezTo>
                    <a:pt x="48577" y="30854"/>
                    <a:pt x="48569" y="30855"/>
                    <a:pt x="48561" y="30856"/>
                  </a:cubicBezTo>
                  <a:cubicBezTo>
                    <a:pt x="48482" y="30868"/>
                    <a:pt x="48426" y="30945"/>
                    <a:pt x="48440" y="31025"/>
                  </a:cubicBezTo>
                  <a:cubicBezTo>
                    <a:pt x="48471" y="31219"/>
                    <a:pt x="48508" y="31417"/>
                    <a:pt x="48552" y="31613"/>
                  </a:cubicBezTo>
                  <a:cubicBezTo>
                    <a:pt x="48567" y="31682"/>
                    <a:pt x="48627" y="31728"/>
                    <a:pt x="48694" y="31728"/>
                  </a:cubicBezTo>
                  <a:cubicBezTo>
                    <a:pt x="48705" y="31728"/>
                    <a:pt x="48717" y="31728"/>
                    <a:pt x="48726" y="31724"/>
                  </a:cubicBezTo>
                  <a:cubicBezTo>
                    <a:pt x="48807" y="31706"/>
                    <a:pt x="48857" y="31627"/>
                    <a:pt x="48839" y="31547"/>
                  </a:cubicBezTo>
                  <a:cubicBezTo>
                    <a:pt x="48797" y="31359"/>
                    <a:pt x="48760" y="31167"/>
                    <a:pt x="48731" y="30979"/>
                  </a:cubicBezTo>
                  <a:cubicBezTo>
                    <a:pt x="48719" y="30906"/>
                    <a:pt x="48656" y="30854"/>
                    <a:pt x="48585" y="30854"/>
                  </a:cubicBezTo>
                  <a:close/>
                  <a:moveTo>
                    <a:pt x="12771" y="31590"/>
                  </a:moveTo>
                  <a:cubicBezTo>
                    <a:pt x="12729" y="31590"/>
                    <a:pt x="12688" y="31607"/>
                    <a:pt x="12659" y="31642"/>
                  </a:cubicBezTo>
                  <a:lnTo>
                    <a:pt x="12283" y="32095"/>
                  </a:lnTo>
                  <a:cubicBezTo>
                    <a:pt x="12231" y="32157"/>
                    <a:pt x="12240" y="32251"/>
                    <a:pt x="12302" y="32303"/>
                  </a:cubicBezTo>
                  <a:cubicBezTo>
                    <a:pt x="12329" y="32326"/>
                    <a:pt x="12363" y="32338"/>
                    <a:pt x="12396" y="32338"/>
                  </a:cubicBezTo>
                  <a:cubicBezTo>
                    <a:pt x="12437" y="32338"/>
                    <a:pt x="12480" y="32320"/>
                    <a:pt x="12509" y="32285"/>
                  </a:cubicBezTo>
                  <a:lnTo>
                    <a:pt x="12886" y="31831"/>
                  </a:lnTo>
                  <a:cubicBezTo>
                    <a:pt x="12938" y="31768"/>
                    <a:pt x="12931" y="31675"/>
                    <a:pt x="12867" y="31624"/>
                  </a:cubicBezTo>
                  <a:cubicBezTo>
                    <a:pt x="12839" y="31601"/>
                    <a:pt x="12805" y="31590"/>
                    <a:pt x="12771" y="31590"/>
                  </a:cubicBezTo>
                  <a:close/>
                  <a:moveTo>
                    <a:pt x="48927" y="32286"/>
                  </a:moveTo>
                  <a:cubicBezTo>
                    <a:pt x="48912" y="32286"/>
                    <a:pt x="48898" y="32288"/>
                    <a:pt x="48883" y="32292"/>
                  </a:cubicBezTo>
                  <a:cubicBezTo>
                    <a:pt x="48806" y="32317"/>
                    <a:pt x="48764" y="32401"/>
                    <a:pt x="48787" y="32478"/>
                  </a:cubicBezTo>
                  <a:cubicBezTo>
                    <a:pt x="48847" y="32664"/>
                    <a:pt x="48914" y="32854"/>
                    <a:pt x="48986" y="33042"/>
                  </a:cubicBezTo>
                  <a:cubicBezTo>
                    <a:pt x="49009" y="33100"/>
                    <a:pt x="49065" y="33136"/>
                    <a:pt x="49125" y="33136"/>
                  </a:cubicBezTo>
                  <a:cubicBezTo>
                    <a:pt x="49142" y="33136"/>
                    <a:pt x="49161" y="33133"/>
                    <a:pt x="49177" y="33127"/>
                  </a:cubicBezTo>
                  <a:cubicBezTo>
                    <a:pt x="49254" y="33097"/>
                    <a:pt x="49292" y="33012"/>
                    <a:pt x="49262" y="32936"/>
                  </a:cubicBezTo>
                  <a:cubicBezTo>
                    <a:pt x="49193" y="32754"/>
                    <a:pt x="49127" y="32569"/>
                    <a:pt x="49069" y="32388"/>
                  </a:cubicBezTo>
                  <a:cubicBezTo>
                    <a:pt x="49048" y="32325"/>
                    <a:pt x="48990" y="32286"/>
                    <a:pt x="48927" y="32286"/>
                  </a:cubicBezTo>
                  <a:close/>
                  <a:moveTo>
                    <a:pt x="11823" y="32717"/>
                  </a:moveTo>
                  <a:cubicBezTo>
                    <a:pt x="11782" y="32717"/>
                    <a:pt x="11741" y="32734"/>
                    <a:pt x="11711" y="32767"/>
                  </a:cubicBezTo>
                  <a:cubicBezTo>
                    <a:pt x="11584" y="32914"/>
                    <a:pt x="11453" y="33060"/>
                    <a:pt x="11321" y="33203"/>
                  </a:cubicBezTo>
                  <a:cubicBezTo>
                    <a:pt x="11265" y="33264"/>
                    <a:pt x="11269" y="33357"/>
                    <a:pt x="11328" y="33412"/>
                  </a:cubicBezTo>
                  <a:cubicBezTo>
                    <a:pt x="11357" y="33438"/>
                    <a:pt x="11393" y="33451"/>
                    <a:pt x="11429" y="33451"/>
                  </a:cubicBezTo>
                  <a:cubicBezTo>
                    <a:pt x="11468" y="33451"/>
                    <a:pt x="11508" y="33435"/>
                    <a:pt x="11536" y="33404"/>
                  </a:cubicBezTo>
                  <a:cubicBezTo>
                    <a:pt x="11672" y="33257"/>
                    <a:pt x="11803" y="33110"/>
                    <a:pt x="11933" y="32961"/>
                  </a:cubicBezTo>
                  <a:cubicBezTo>
                    <a:pt x="11987" y="32900"/>
                    <a:pt x="11981" y="32807"/>
                    <a:pt x="11919" y="32754"/>
                  </a:cubicBezTo>
                  <a:cubicBezTo>
                    <a:pt x="11892" y="32729"/>
                    <a:pt x="11858" y="32717"/>
                    <a:pt x="11823" y="32717"/>
                  </a:cubicBezTo>
                  <a:close/>
                  <a:moveTo>
                    <a:pt x="49474" y="33655"/>
                  </a:moveTo>
                  <a:cubicBezTo>
                    <a:pt x="49453" y="33655"/>
                    <a:pt x="49432" y="33659"/>
                    <a:pt x="49411" y="33669"/>
                  </a:cubicBezTo>
                  <a:cubicBezTo>
                    <a:pt x="49338" y="33704"/>
                    <a:pt x="49306" y="33791"/>
                    <a:pt x="49341" y="33865"/>
                  </a:cubicBezTo>
                  <a:cubicBezTo>
                    <a:pt x="49424" y="34040"/>
                    <a:pt x="49513" y="34220"/>
                    <a:pt x="49606" y="34399"/>
                  </a:cubicBezTo>
                  <a:cubicBezTo>
                    <a:pt x="49632" y="34449"/>
                    <a:pt x="49684" y="34478"/>
                    <a:pt x="49736" y="34478"/>
                  </a:cubicBezTo>
                  <a:cubicBezTo>
                    <a:pt x="49759" y="34478"/>
                    <a:pt x="49783" y="34472"/>
                    <a:pt x="49807" y="34461"/>
                  </a:cubicBezTo>
                  <a:cubicBezTo>
                    <a:pt x="49879" y="34423"/>
                    <a:pt x="49906" y="34334"/>
                    <a:pt x="49869" y="34262"/>
                  </a:cubicBezTo>
                  <a:cubicBezTo>
                    <a:pt x="49777" y="34087"/>
                    <a:pt x="49689" y="33911"/>
                    <a:pt x="49607" y="33740"/>
                  </a:cubicBezTo>
                  <a:cubicBezTo>
                    <a:pt x="49583" y="33687"/>
                    <a:pt x="49530" y="33655"/>
                    <a:pt x="49474" y="33655"/>
                  </a:cubicBezTo>
                  <a:close/>
                  <a:moveTo>
                    <a:pt x="10809" y="33789"/>
                  </a:moveTo>
                  <a:cubicBezTo>
                    <a:pt x="10773" y="33789"/>
                    <a:pt x="10736" y="33802"/>
                    <a:pt x="10708" y="33830"/>
                  </a:cubicBezTo>
                  <a:cubicBezTo>
                    <a:pt x="10571" y="33962"/>
                    <a:pt x="10427" y="34095"/>
                    <a:pt x="10279" y="34225"/>
                  </a:cubicBezTo>
                  <a:cubicBezTo>
                    <a:pt x="10218" y="34277"/>
                    <a:pt x="10211" y="34371"/>
                    <a:pt x="10266" y="34432"/>
                  </a:cubicBezTo>
                  <a:cubicBezTo>
                    <a:pt x="10296" y="34466"/>
                    <a:pt x="10335" y="34483"/>
                    <a:pt x="10377" y="34483"/>
                  </a:cubicBezTo>
                  <a:cubicBezTo>
                    <a:pt x="10410" y="34483"/>
                    <a:pt x="10445" y="34471"/>
                    <a:pt x="10475" y="34447"/>
                  </a:cubicBezTo>
                  <a:cubicBezTo>
                    <a:pt x="10626" y="34312"/>
                    <a:pt x="10774" y="34177"/>
                    <a:pt x="10914" y="34043"/>
                  </a:cubicBezTo>
                  <a:cubicBezTo>
                    <a:pt x="10971" y="33986"/>
                    <a:pt x="10973" y="33894"/>
                    <a:pt x="10917" y="33834"/>
                  </a:cubicBezTo>
                  <a:cubicBezTo>
                    <a:pt x="10887" y="33804"/>
                    <a:pt x="10848" y="33789"/>
                    <a:pt x="10809" y="33789"/>
                  </a:cubicBezTo>
                  <a:close/>
                  <a:moveTo>
                    <a:pt x="9695" y="34753"/>
                  </a:moveTo>
                  <a:cubicBezTo>
                    <a:pt x="9663" y="34753"/>
                    <a:pt x="9631" y="34763"/>
                    <a:pt x="9604" y="34784"/>
                  </a:cubicBezTo>
                  <a:cubicBezTo>
                    <a:pt x="9450" y="34905"/>
                    <a:pt x="9296" y="35023"/>
                    <a:pt x="9139" y="35139"/>
                  </a:cubicBezTo>
                  <a:cubicBezTo>
                    <a:pt x="9073" y="35188"/>
                    <a:pt x="9058" y="35279"/>
                    <a:pt x="9108" y="35345"/>
                  </a:cubicBezTo>
                  <a:cubicBezTo>
                    <a:pt x="9136" y="35384"/>
                    <a:pt x="9181" y="35405"/>
                    <a:pt x="9227" y="35405"/>
                  </a:cubicBezTo>
                  <a:cubicBezTo>
                    <a:pt x="9258" y="35405"/>
                    <a:pt x="9289" y="35396"/>
                    <a:pt x="9314" y="35375"/>
                  </a:cubicBezTo>
                  <a:cubicBezTo>
                    <a:pt x="9472" y="35258"/>
                    <a:pt x="9630" y="35138"/>
                    <a:pt x="9786" y="35015"/>
                  </a:cubicBezTo>
                  <a:cubicBezTo>
                    <a:pt x="9849" y="34965"/>
                    <a:pt x="9861" y="34874"/>
                    <a:pt x="9811" y="34809"/>
                  </a:cubicBezTo>
                  <a:cubicBezTo>
                    <a:pt x="9782" y="34772"/>
                    <a:pt x="9739" y="34753"/>
                    <a:pt x="9695" y="34753"/>
                  </a:cubicBezTo>
                  <a:close/>
                  <a:moveTo>
                    <a:pt x="50169" y="34954"/>
                  </a:moveTo>
                  <a:cubicBezTo>
                    <a:pt x="50144" y="34954"/>
                    <a:pt x="50118" y="34961"/>
                    <a:pt x="50094" y="34975"/>
                  </a:cubicBezTo>
                  <a:cubicBezTo>
                    <a:pt x="50024" y="35018"/>
                    <a:pt x="50003" y="35108"/>
                    <a:pt x="50044" y="35178"/>
                  </a:cubicBezTo>
                  <a:cubicBezTo>
                    <a:pt x="50146" y="35348"/>
                    <a:pt x="50250" y="35516"/>
                    <a:pt x="50358" y="35684"/>
                  </a:cubicBezTo>
                  <a:cubicBezTo>
                    <a:pt x="50385" y="35727"/>
                    <a:pt x="50432" y="35752"/>
                    <a:pt x="50481" y="35752"/>
                  </a:cubicBezTo>
                  <a:cubicBezTo>
                    <a:pt x="50508" y="35752"/>
                    <a:pt x="50536" y="35744"/>
                    <a:pt x="50560" y="35727"/>
                  </a:cubicBezTo>
                  <a:cubicBezTo>
                    <a:pt x="50629" y="35684"/>
                    <a:pt x="50649" y="35592"/>
                    <a:pt x="50605" y="35524"/>
                  </a:cubicBezTo>
                  <a:cubicBezTo>
                    <a:pt x="50499" y="35359"/>
                    <a:pt x="50396" y="35192"/>
                    <a:pt x="50297" y="35025"/>
                  </a:cubicBezTo>
                  <a:cubicBezTo>
                    <a:pt x="50269" y="34980"/>
                    <a:pt x="50219" y="34954"/>
                    <a:pt x="50169" y="34954"/>
                  </a:cubicBezTo>
                  <a:close/>
                  <a:moveTo>
                    <a:pt x="8507" y="35623"/>
                  </a:moveTo>
                  <a:cubicBezTo>
                    <a:pt x="8478" y="35623"/>
                    <a:pt x="8449" y="35632"/>
                    <a:pt x="8423" y="35650"/>
                  </a:cubicBezTo>
                  <a:cubicBezTo>
                    <a:pt x="8262" y="35761"/>
                    <a:pt x="8100" y="35870"/>
                    <a:pt x="7937" y="35979"/>
                  </a:cubicBezTo>
                  <a:cubicBezTo>
                    <a:pt x="7868" y="36024"/>
                    <a:pt x="7850" y="36114"/>
                    <a:pt x="7896" y="36182"/>
                  </a:cubicBezTo>
                  <a:cubicBezTo>
                    <a:pt x="7923" y="36225"/>
                    <a:pt x="7970" y="36248"/>
                    <a:pt x="8017" y="36248"/>
                  </a:cubicBezTo>
                  <a:cubicBezTo>
                    <a:pt x="8046" y="36248"/>
                    <a:pt x="8074" y="36241"/>
                    <a:pt x="8100" y="36223"/>
                  </a:cubicBezTo>
                  <a:cubicBezTo>
                    <a:pt x="8264" y="36114"/>
                    <a:pt x="8428" y="36005"/>
                    <a:pt x="8590" y="35892"/>
                  </a:cubicBezTo>
                  <a:cubicBezTo>
                    <a:pt x="8657" y="35846"/>
                    <a:pt x="8675" y="35754"/>
                    <a:pt x="8628" y="35687"/>
                  </a:cubicBezTo>
                  <a:cubicBezTo>
                    <a:pt x="8600" y="35645"/>
                    <a:pt x="8554" y="35623"/>
                    <a:pt x="8507" y="35623"/>
                  </a:cubicBezTo>
                  <a:close/>
                  <a:moveTo>
                    <a:pt x="50974" y="36191"/>
                  </a:moveTo>
                  <a:cubicBezTo>
                    <a:pt x="50945" y="36191"/>
                    <a:pt x="50916" y="36199"/>
                    <a:pt x="50890" y="36217"/>
                  </a:cubicBezTo>
                  <a:cubicBezTo>
                    <a:pt x="50823" y="36264"/>
                    <a:pt x="50807" y="36355"/>
                    <a:pt x="50854" y="36422"/>
                  </a:cubicBezTo>
                  <a:cubicBezTo>
                    <a:pt x="50967" y="36583"/>
                    <a:pt x="51082" y="36744"/>
                    <a:pt x="51199" y="36904"/>
                  </a:cubicBezTo>
                  <a:cubicBezTo>
                    <a:pt x="51227" y="36945"/>
                    <a:pt x="51273" y="36965"/>
                    <a:pt x="51318" y="36965"/>
                  </a:cubicBezTo>
                  <a:cubicBezTo>
                    <a:pt x="51349" y="36965"/>
                    <a:pt x="51379" y="36956"/>
                    <a:pt x="51404" y="36937"/>
                  </a:cubicBezTo>
                  <a:cubicBezTo>
                    <a:pt x="51470" y="36888"/>
                    <a:pt x="51484" y="36796"/>
                    <a:pt x="51437" y="36731"/>
                  </a:cubicBezTo>
                  <a:cubicBezTo>
                    <a:pt x="51320" y="36572"/>
                    <a:pt x="51207" y="36413"/>
                    <a:pt x="51094" y="36253"/>
                  </a:cubicBezTo>
                  <a:cubicBezTo>
                    <a:pt x="51066" y="36213"/>
                    <a:pt x="51020" y="36191"/>
                    <a:pt x="50974" y="36191"/>
                  </a:cubicBezTo>
                  <a:close/>
                  <a:moveTo>
                    <a:pt x="7276" y="36439"/>
                  </a:moveTo>
                  <a:cubicBezTo>
                    <a:pt x="7249" y="36439"/>
                    <a:pt x="7221" y="36447"/>
                    <a:pt x="7196" y="36463"/>
                  </a:cubicBezTo>
                  <a:lnTo>
                    <a:pt x="6701" y="36780"/>
                  </a:lnTo>
                  <a:cubicBezTo>
                    <a:pt x="6633" y="36825"/>
                    <a:pt x="6613" y="36917"/>
                    <a:pt x="6658" y="36985"/>
                  </a:cubicBezTo>
                  <a:cubicBezTo>
                    <a:pt x="6685" y="37028"/>
                    <a:pt x="6732" y="37052"/>
                    <a:pt x="6781" y="37052"/>
                  </a:cubicBezTo>
                  <a:cubicBezTo>
                    <a:pt x="6808" y="37052"/>
                    <a:pt x="6836" y="37046"/>
                    <a:pt x="6860" y="37030"/>
                  </a:cubicBezTo>
                  <a:lnTo>
                    <a:pt x="7356" y="36710"/>
                  </a:lnTo>
                  <a:cubicBezTo>
                    <a:pt x="7424" y="36666"/>
                    <a:pt x="7444" y="36574"/>
                    <a:pt x="7399" y="36506"/>
                  </a:cubicBezTo>
                  <a:cubicBezTo>
                    <a:pt x="7372" y="36463"/>
                    <a:pt x="7324" y="36439"/>
                    <a:pt x="7276" y="36439"/>
                  </a:cubicBezTo>
                  <a:close/>
                  <a:moveTo>
                    <a:pt x="6039" y="37237"/>
                  </a:moveTo>
                  <a:cubicBezTo>
                    <a:pt x="6011" y="37237"/>
                    <a:pt x="5983" y="37244"/>
                    <a:pt x="5958" y="37260"/>
                  </a:cubicBezTo>
                  <a:cubicBezTo>
                    <a:pt x="5793" y="37369"/>
                    <a:pt x="5628" y="37477"/>
                    <a:pt x="5464" y="37587"/>
                  </a:cubicBezTo>
                  <a:cubicBezTo>
                    <a:pt x="5397" y="37634"/>
                    <a:pt x="5379" y="37725"/>
                    <a:pt x="5424" y="37792"/>
                  </a:cubicBezTo>
                  <a:cubicBezTo>
                    <a:pt x="5452" y="37834"/>
                    <a:pt x="5499" y="37858"/>
                    <a:pt x="5546" y="37858"/>
                  </a:cubicBezTo>
                  <a:cubicBezTo>
                    <a:pt x="5574" y="37858"/>
                    <a:pt x="5602" y="37848"/>
                    <a:pt x="5628" y="37831"/>
                  </a:cubicBezTo>
                  <a:cubicBezTo>
                    <a:pt x="5792" y="37722"/>
                    <a:pt x="5955" y="37614"/>
                    <a:pt x="6119" y="37507"/>
                  </a:cubicBezTo>
                  <a:cubicBezTo>
                    <a:pt x="6187" y="37463"/>
                    <a:pt x="6207" y="37372"/>
                    <a:pt x="6161" y="37304"/>
                  </a:cubicBezTo>
                  <a:cubicBezTo>
                    <a:pt x="6134" y="37260"/>
                    <a:pt x="6087" y="37237"/>
                    <a:pt x="6039" y="37237"/>
                  </a:cubicBezTo>
                  <a:close/>
                  <a:moveTo>
                    <a:pt x="51851" y="37378"/>
                  </a:moveTo>
                  <a:cubicBezTo>
                    <a:pt x="51820" y="37378"/>
                    <a:pt x="51788" y="37388"/>
                    <a:pt x="51762" y="37409"/>
                  </a:cubicBezTo>
                  <a:cubicBezTo>
                    <a:pt x="51697" y="37458"/>
                    <a:pt x="51684" y="37551"/>
                    <a:pt x="51735" y="37615"/>
                  </a:cubicBezTo>
                  <a:cubicBezTo>
                    <a:pt x="51855" y="37771"/>
                    <a:pt x="51977" y="37926"/>
                    <a:pt x="52099" y="38080"/>
                  </a:cubicBezTo>
                  <a:cubicBezTo>
                    <a:pt x="52129" y="38117"/>
                    <a:pt x="52171" y="38136"/>
                    <a:pt x="52216" y="38136"/>
                  </a:cubicBezTo>
                  <a:cubicBezTo>
                    <a:pt x="52247" y="38136"/>
                    <a:pt x="52279" y="38126"/>
                    <a:pt x="52308" y="38106"/>
                  </a:cubicBezTo>
                  <a:cubicBezTo>
                    <a:pt x="52371" y="38055"/>
                    <a:pt x="52381" y="37962"/>
                    <a:pt x="52330" y="37899"/>
                  </a:cubicBezTo>
                  <a:cubicBezTo>
                    <a:pt x="52210" y="37745"/>
                    <a:pt x="52088" y="37590"/>
                    <a:pt x="51968" y="37436"/>
                  </a:cubicBezTo>
                  <a:cubicBezTo>
                    <a:pt x="51939" y="37398"/>
                    <a:pt x="51895" y="37378"/>
                    <a:pt x="51851" y="37378"/>
                  </a:cubicBezTo>
                  <a:close/>
                  <a:moveTo>
                    <a:pt x="4815" y="38063"/>
                  </a:moveTo>
                  <a:cubicBezTo>
                    <a:pt x="4786" y="38063"/>
                    <a:pt x="4756" y="38071"/>
                    <a:pt x="4730" y="38090"/>
                  </a:cubicBezTo>
                  <a:cubicBezTo>
                    <a:pt x="4569" y="38204"/>
                    <a:pt x="4409" y="38321"/>
                    <a:pt x="4250" y="38440"/>
                  </a:cubicBezTo>
                  <a:cubicBezTo>
                    <a:pt x="4185" y="38488"/>
                    <a:pt x="4172" y="38580"/>
                    <a:pt x="4221" y="38646"/>
                  </a:cubicBezTo>
                  <a:cubicBezTo>
                    <a:pt x="4250" y="38684"/>
                    <a:pt x="4295" y="38705"/>
                    <a:pt x="4339" y="38705"/>
                  </a:cubicBezTo>
                  <a:cubicBezTo>
                    <a:pt x="4370" y="38705"/>
                    <a:pt x="4401" y="38696"/>
                    <a:pt x="4427" y="38674"/>
                  </a:cubicBezTo>
                  <a:cubicBezTo>
                    <a:pt x="4583" y="38558"/>
                    <a:pt x="4741" y="38444"/>
                    <a:pt x="4900" y="38330"/>
                  </a:cubicBezTo>
                  <a:cubicBezTo>
                    <a:pt x="4966" y="38284"/>
                    <a:pt x="4983" y="38192"/>
                    <a:pt x="4936" y="38125"/>
                  </a:cubicBezTo>
                  <a:cubicBezTo>
                    <a:pt x="4907" y="38084"/>
                    <a:pt x="4862" y="38063"/>
                    <a:pt x="4815" y="38063"/>
                  </a:cubicBezTo>
                  <a:close/>
                  <a:moveTo>
                    <a:pt x="52770" y="38530"/>
                  </a:moveTo>
                  <a:cubicBezTo>
                    <a:pt x="52738" y="38530"/>
                    <a:pt x="52705" y="38541"/>
                    <a:pt x="52677" y="38563"/>
                  </a:cubicBezTo>
                  <a:cubicBezTo>
                    <a:pt x="52615" y="38615"/>
                    <a:pt x="52605" y="38708"/>
                    <a:pt x="52656" y="38771"/>
                  </a:cubicBezTo>
                  <a:cubicBezTo>
                    <a:pt x="52780" y="38923"/>
                    <a:pt x="52906" y="39075"/>
                    <a:pt x="53031" y="39228"/>
                  </a:cubicBezTo>
                  <a:cubicBezTo>
                    <a:pt x="53059" y="39264"/>
                    <a:pt x="53102" y="39281"/>
                    <a:pt x="53144" y="39281"/>
                  </a:cubicBezTo>
                  <a:cubicBezTo>
                    <a:pt x="53177" y="39281"/>
                    <a:pt x="53210" y="39271"/>
                    <a:pt x="53237" y="39246"/>
                  </a:cubicBezTo>
                  <a:cubicBezTo>
                    <a:pt x="53300" y="39195"/>
                    <a:pt x="53309" y="39102"/>
                    <a:pt x="53258" y="39039"/>
                  </a:cubicBezTo>
                  <a:cubicBezTo>
                    <a:pt x="53134" y="38888"/>
                    <a:pt x="53009" y="38736"/>
                    <a:pt x="52885" y="38584"/>
                  </a:cubicBezTo>
                  <a:cubicBezTo>
                    <a:pt x="52856" y="38549"/>
                    <a:pt x="52814" y="38530"/>
                    <a:pt x="52770" y="38530"/>
                  </a:cubicBezTo>
                  <a:close/>
                  <a:moveTo>
                    <a:pt x="3643" y="38957"/>
                  </a:moveTo>
                  <a:cubicBezTo>
                    <a:pt x="3610" y="38957"/>
                    <a:pt x="3577" y="38968"/>
                    <a:pt x="3549" y="38990"/>
                  </a:cubicBezTo>
                  <a:lnTo>
                    <a:pt x="3439" y="39081"/>
                  </a:lnTo>
                  <a:cubicBezTo>
                    <a:pt x="3325" y="39178"/>
                    <a:pt x="3209" y="39277"/>
                    <a:pt x="3098" y="39380"/>
                  </a:cubicBezTo>
                  <a:cubicBezTo>
                    <a:pt x="3038" y="39436"/>
                    <a:pt x="3033" y="39529"/>
                    <a:pt x="3089" y="39590"/>
                  </a:cubicBezTo>
                  <a:cubicBezTo>
                    <a:pt x="3119" y="39621"/>
                    <a:pt x="3158" y="39637"/>
                    <a:pt x="3198" y="39637"/>
                  </a:cubicBezTo>
                  <a:cubicBezTo>
                    <a:pt x="3233" y="39637"/>
                    <a:pt x="3269" y="39625"/>
                    <a:pt x="3295" y="39599"/>
                  </a:cubicBezTo>
                  <a:cubicBezTo>
                    <a:pt x="3404" y="39498"/>
                    <a:pt x="3516" y="39401"/>
                    <a:pt x="3627" y="39307"/>
                  </a:cubicBezTo>
                  <a:lnTo>
                    <a:pt x="3736" y="39217"/>
                  </a:lnTo>
                  <a:cubicBezTo>
                    <a:pt x="3800" y="39166"/>
                    <a:pt x="3808" y="39073"/>
                    <a:pt x="3756" y="39009"/>
                  </a:cubicBezTo>
                  <a:cubicBezTo>
                    <a:pt x="3727" y="38974"/>
                    <a:pt x="3686" y="38957"/>
                    <a:pt x="3643" y="38957"/>
                  </a:cubicBezTo>
                  <a:close/>
                  <a:moveTo>
                    <a:pt x="53706" y="39670"/>
                  </a:moveTo>
                  <a:cubicBezTo>
                    <a:pt x="53673" y="39670"/>
                    <a:pt x="53640" y="39681"/>
                    <a:pt x="53613" y="39703"/>
                  </a:cubicBezTo>
                  <a:cubicBezTo>
                    <a:pt x="53551" y="39755"/>
                    <a:pt x="53542" y="39848"/>
                    <a:pt x="53593" y="39911"/>
                  </a:cubicBezTo>
                  <a:lnTo>
                    <a:pt x="53966" y="40365"/>
                  </a:lnTo>
                  <a:cubicBezTo>
                    <a:pt x="53996" y="40401"/>
                    <a:pt x="54038" y="40419"/>
                    <a:pt x="54080" y="40419"/>
                  </a:cubicBezTo>
                  <a:cubicBezTo>
                    <a:pt x="54114" y="40419"/>
                    <a:pt x="54146" y="40409"/>
                    <a:pt x="54172" y="40385"/>
                  </a:cubicBezTo>
                  <a:cubicBezTo>
                    <a:pt x="54235" y="40334"/>
                    <a:pt x="54245" y="40241"/>
                    <a:pt x="54194" y="40178"/>
                  </a:cubicBezTo>
                  <a:lnTo>
                    <a:pt x="53820" y="39723"/>
                  </a:lnTo>
                  <a:cubicBezTo>
                    <a:pt x="53791" y="39688"/>
                    <a:pt x="53749" y="39670"/>
                    <a:pt x="53706" y="39670"/>
                  </a:cubicBezTo>
                  <a:close/>
                  <a:moveTo>
                    <a:pt x="2567" y="39964"/>
                  </a:moveTo>
                  <a:cubicBezTo>
                    <a:pt x="2527" y="39964"/>
                    <a:pt x="2488" y="39979"/>
                    <a:pt x="2459" y="40010"/>
                  </a:cubicBezTo>
                  <a:cubicBezTo>
                    <a:pt x="2322" y="40156"/>
                    <a:pt x="2188" y="40306"/>
                    <a:pt x="2062" y="40457"/>
                  </a:cubicBezTo>
                  <a:cubicBezTo>
                    <a:pt x="2010" y="40519"/>
                    <a:pt x="2018" y="40611"/>
                    <a:pt x="2080" y="40664"/>
                  </a:cubicBezTo>
                  <a:cubicBezTo>
                    <a:pt x="2109" y="40688"/>
                    <a:pt x="2142" y="40699"/>
                    <a:pt x="2176" y="40699"/>
                  </a:cubicBezTo>
                  <a:cubicBezTo>
                    <a:pt x="2217" y="40699"/>
                    <a:pt x="2259" y="40681"/>
                    <a:pt x="2288" y="40647"/>
                  </a:cubicBezTo>
                  <a:cubicBezTo>
                    <a:pt x="2412" y="40500"/>
                    <a:pt x="2542" y="40354"/>
                    <a:pt x="2675" y="40213"/>
                  </a:cubicBezTo>
                  <a:cubicBezTo>
                    <a:pt x="2730" y="40153"/>
                    <a:pt x="2728" y="40059"/>
                    <a:pt x="2668" y="40004"/>
                  </a:cubicBezTo>
                  <a:cubicBezTo>
                    <a:pt x="2640" y="39977"/>
                    <a:pt x="2603" y="39964"/>
                    <a:pt x="2567" y="39964"/>
                  </a:cubicBezTo>
                  <a:close/>
                  <a:moveTo>
                    <a:pt x="54631" y="40818"/>
                  </a:moveTo>
                  <a:cubicBezTo>
                    <a:pt x="54599" y="40818"/>
                    <a:pt x="54568" y="40828"/>
                    <a:pt x="54541" y="40849"/>
                  </a:cubicBezTo>
                  <a:cubicBezTo>
                    <a:pt x="54476" y="40897"/>
                    <a:pt x="54464" y="40990"/>
                    <a:pt x="54514" y="41055"/>
                  </a:cubicBezTo>
                  <a:cubicBezTo>
                    <a:pt x="54634" y="41210"/>
                    <a:pt x="54752" y="41366"/>
                    <a:pt x="54869" y="41523"/>
                  </a:cubicBezTo>
                  <a:cubicBezTo>
                    <a:pt x="54899" y="41562"/>
                    <a:pt x="54944" y="41582"/>
                    <a:pt x="54988" y="41582"/>
                  </a:cubicBezTo>
                  <a:cubicBezTo>
                    <a:pt x="55019" y="41582"/>
                    <a:pt x="55050" y="41573"/>
                    <a:pt x="55076" y="41552"/>
                  </a:cubicBezTo>
                  <a:cubicBezTo>
                    <a:pt x="55141" y="41504"/>
                    <a:pt x="55154" y="41412"/>
                    <a:pt x="55106" y="41346"/>
                  </a:cubicBezTo>
                  <a:cubicBezTo>
                    <a:pt x="54987" y="41188"/>
                    <a:pt x="54867" y="41030"/>
                    <a:pt x="54748" y="40874"/>
                  </a:cubicBezTo>
                  <a:cubicBezTo>
                    <a:pt x="54719" y="40838"/>
                    <a:pt x="54675" y="40818"/>
                    <a:pt x="54631" y="40818"/>
                  </a:cubicBezTo>
                  <a:close/>
                  <a:moveTo>
                    <a:pt x="1634" y="41103"/>
                  </a:moveTo>
                  <a:cubicBezTo>
                    <a:pt x="1588" y="41103"/>
                    <a:pt x="1543" y="41125"/>
                    <a:pt x="1514" y="41165"/>
                  </a:cubicBezTo>
                  <a:cubicBezTo>
                    <a:pt x="1398" y="41329"/>
                    <a:pt x="1287" y="41498"/>
                    <a:pt x="1182" y="41665"/>
                  </a:cubicBezTo>
                  <a:cubicBezTo>
                    <a:pt x="1140" y="41733"/>
                    <a:pt x="1160" y="41825"/>
                    <a:pt x="1230" y="41867"/>
                  </a:cubicBezTo>
                  <a:cubicBezTo>
                    <a:pt x="1254" y="41881"/>
                    <a:pt x="1280" y="41890"/>
                    <a:pt x="1308" y="41890"/>
                  </a:cubicBezTo>
                  <a:cubicBezTo>
                    <a:pt x="1356" y="41890"/>
                    <a:pt x="1404" y="41865"/>
                    <a:pt x="1432" y="41820"/>
                  </a:cubicBezTo>
                  <a:cubicBezTo>
                    <a:pt x="1533" y="41658"/>
                    <a:pt x="1641" y="41495"/>
                    <a:pt x="1754" y="41336"/>
                  </a:cubicBezTo>
                  <a:cubicBezTo>
                    <a:pt x="1801" y="41271"/>
                    <a:pt x="1786" y="41179"/>
                    <a:pt x="1719" y="41131"/>
                  </a:cubicBezTo>
                  <a:cubicBezTo>
                    <a:pt x="1693" y="41112"/>
                    <a:pt x="1663" y="41103"/>
                    <a:pt x="1634" y="41103"/>
                  </a:cubicBezTo>
                  <a:close/>
                  <a:moveTo>
                    <a:pt x="55504" y="42006"/>
                  </a:moveTo>
                  <a:cubicBezTo>
                    <a:pt x="55475" y="42006"/>
                    <a:pt x="55446" y="42014"/>
                    <a:pt x="55420" y="42032"/>
                  </a:cubicBezTo>
                  <a:cubicBezTo>
                    <a:pt x="55354" y="42079"/>
                    <a:pt x="55338" y="42170"/>
                    <a:pt x="55384" y="42237"/>
                  </a:cubicBezTo>
                  <a:cubicBezTo>
                    <a:pt x="55497" y="42397"/>
                    <a:pt x="55606" y="42560"/>
                    <a:pt x="55713" y="42722"/>
                  </a:cubicBezTo>
                  <a:cubicBezTo>
                    <a:pt x="55741" y="42765"/>
                    <a:pt x="55790" y="42788"/>
                    <a:pt x="55837" y="42788"/>
                  </a:cubicBezTo>
                  <a:cubicBezTo>
                    <a:pt x="55865" y="42788"/>
                    <a:pt x="55894" y="42780"/>
                    <a:pt x="55916" y="42764"/>
                  </a:cubicBezTo>
                  <a:cubicBezTo>
                    <a:pt x="55984" y="42720"/>
                    <a:pt x="56003" y="42628"/>
                    <a:pt x="55958" y="42560"/>
                  </a:cubicBezTo>
                  <a:cubicBezTo>
                    <a:pt x="55850" y="42395"/>
                    <a:pt x="55739" y="42231"/>
                    <a:pt x="55626" y="42068"/>
                  </a:cubicBezTo>
                  <a:cubicBezTo>
                    <a:pt x="55597" y="42028"/>
                    <a:pt x="55551" y="42006"/>
                    <a:pt x="55504" y="42006"/>
                  </a:cubicBezTo>
                  <a:close/>
                  <a:moveTo>
                    <a:pt x="877" y="42368"/>
                  </a:moveTo>
                  <a:cubicBezTo>
                    <a:pt x="823" y="42368"/>
                    <a:pt x="771" y="42398"/>
                    <a:pt x="746" y="42450"/>
                  </a:cubicBezTo>
                  <a:cubicBezTo>
                    <a:pt x="655" y="42632"/>
                    <a:pt x="572" y="42816"/>
                    <a:pt x="499" y="42999"/>
                  </a:cubicBezTo>
                  <a:cubicBezTo>
                    <a:pt x="468" y="43074"/>
                    <a:pt x="504" y="43160"/>
                    <a:pt x="580" y="43191"/>
                  </a:cubicBezTo>
                  <a:cubicBezTo>
                    <a:pt x="598" y="43197"/>
                    <a:pt x="618" y="43201"/>
                    <a:pt x="635" y="43201"/>
                  </a:cubicBezTo>
                  <a:cubicBezTo>
                    <a:pt x="694" y="43201"/>
                    <a:pt x="749" y="43166"/>
                    <a:pt x="772" y="43109"/>
                  </a:cubicBezTo>
                  <a:cubicBezTo>
                    <a:pt x="844" y="42934"/>
                    <a:pt x="923" y="42756"/>
                    <a:pt x="1010" y="42581"/>
                  </a:cubicBezTo>
                  <a:cubicBezTo>
                    <a:pt x="1046" y="42507"/>
                    <a:pt x="1016" y="42419"/>
                    <a:pt x="943" y="42383"/>
                  </a:cubicBezTo>
                  <a:cubicBezTo>
                    <a:pt x="922" y="42373"/>
                    <a:pt x="899" y="42368"/>
                    <a:pt x="877" y="42368"/>
                  </a:cubicBezTo>
                  <a:close/>
                  <a:moveTo>
                    <a:pt x="43291" y="43477"/>
                  </a:moveTo>
                  <a:cubicBezTo>
                    <a:pt x="43233" y="43477"/>
                    <a:pt x="43174" y="43477"/>
                    <a:pt x="43117" y="43479"/>
                  </a:cubicBezTo>
                  <a:cubicBezTo>
                    <a:pt x="43035" y="43481"/>
                    <a:pt x="42971" y="43548"/>
                    <a:pt x="42972" y="43629"/>
                  </a:cubicBezTo>
                  <a:cubicBezTo>
                    <a:pt x="42975" y="43710"/>
                    <a:pt x="43043" y="43774"/>
                    <a:pt x="43119" y="43774"/>
                  </a:cubicBezTo>
                  <a:cubicBezTo>
                    <a:pt x="43121" y="43774"/>
                    <a:pt x="43122" y="43774"/>
                    <a:pt x="43123" y="43774"/>
                  </a:cubicBezTo>
                  <a:cubicBezTo>
                    <a:pt x="43173" y="43774"/>
                    <a:pt x="43224" y="43773"/>
                    <a:pt x="43276" y="43773"/>
                  </a:cubicBezTo>
                  <a:cubicBezTo>
                    <a:pt x="43426" y="43774"/>
                    <a:pt x="43564" y="43776"/>
                    <a:pt x="43699" y="43785"/>
                  </a:cubicBezTo>
                  <a:lnTo>
                    <a:pt x="43709" y="43785"/>
                  </a:lnTo>
                  <a:cubicBezTo>
                    <a:pt x="43785" y="43785"/>
                    <a:pt x="43850" y="43726"/>
                    <a:pt x="43855" y="43649"/>
                  </a:cubicBezTo>
                  <a:cubicBezTo>
                    <a:pt x="43863" y="43567"/>
                    <a:pt x="43801" y="43496"/>
                    <a:pt x="43719" y="43491"/>
                  </a:cubicBezTo>
                  <a:cubicBezTo>
                    <a:pt x="43584" y="43482"/>
                    <a:pt x="43443" y="43477"/>
                    <a:pt x="43291" y="43477"/>
                  </a:cubicBezTo>
                  <a:close/>
                  <a:moveTo>
                    <a:pt x="42237" y="43528"/>
                  </a:moveTo>
                  <a:cubicBezTo>
                    <a:pt x="42233" y="43528"/>
                    <a:pt x="42229" y="43528"/>
                    <a:pt x="42225" y="43528"/>
                  </a:cubicBezTo>
                  <a:lnTo>
                    <a:pt x="41637" y="43571"/>
                  </a:lnTo>
                  <a:cubicBezTo>
                    <a:pt x="41557" y="43577"/>
                    <a:pt x="41495" y="43647"/>
                    <a:pt x="41501" y="43728"/>
                  </a:cubicBezTo>
                  <a:cubicBezTo>
                    <a:pt x="41506" y="43806"/>
                    <a:pt x="41572" y="43866"/>
                    <a:pt x="41647" y="43866"/>
                  </a:cubicBezTo>
                  <a:lnTo>
                    <a:pt x="41658" y="43866"/>
                  </a:lnTo>
                  <a:lnTo>
                    <a:pt x="42246" y="43822"/>
                  </a:lnTo>
                  <a:cubicBezTo>
                    <a:pt x="42327" y="43817"/>
                    <a:pt x="42389" y="43747"/>
                    <a:pt x="42383" y="43665"/>
                  </a:cubicBezTo>
                  <a:cubicBezTo>
                    <a:pt x="42378" y="43588"/>
                    <a:pt x="42313" y="43528"/>
                    <a:pt x="42237" y="43528"/>
                  </a:cubicBezTo>
                  <a:close/>
                  <a:moveTo>
                    <a:pt x="40765" y="43635"/>
                  </a:moveTo>
                  <a:cubicBezTo>
                    <a:pt x="40762" y="43635"/>
                    <a:pt x="40758" y="43635"/>
                    <a:pt x="40754" y="43635"/>
                  </a:cubicBezTo>
                  <a:lnTo>
                    <a:pt x="40166" y="43678"/>
                  </a:lnTo>
                  <a:cubicBezTo>
                    <a:pt x="40084" y="43683"/>
                    <a:pt x="40022" y="43754"/>
                    <a:pt x="40030" y="43836"/>
                  </a:cubicBezTo>
                  <a:cubicBezTo>
                    <a:pt x="40035" y="43913"/>
                    <a:pt x="40100" y="43972"/>
                    <a:pt x="40176" y="43972"/>
                  </a:cubicBezTo>
                  <a:lnTo>
                    <a:pt x="40187" y="43972"/>
                  </a:lnTo>
                  <a:lnTo>
                    <a:pt x="40775" y="43930"/>
                  </a:lnTo>
                  <a:cubicBezTo>
                    <a:pt x="40856" y="43924"/>
                    <a:pt x="40918" y="43853"/>
                    <a:pt x="40912" y="43773"/>
                  </a:cubicBezTo>
                  <a:cubicBezTo>
                    <a:pt x="40907" y="43695"/>
                    <a:pt x="40842" y="43635"/>
                    <a:pt x="40765" y="43635"/>
                  </a:cubicBezTo>
                  <a:close/>
                  <a:moveTo>
                    <a:pt x="56309" y="43242"/>
                  </a:moveTo>
                  <a:cubicBezTo>
                    <a:pt x="56283" y="43242"/>
                    <a:pt x="56257" y="43249"/>
                    <a:pt x="56233" y="43263"/>
                  </a:cubicBezTo>
                  <a:cubicBezTo>
                    <a:pt x="56163" y="43305"/>
                    <a:pt x="56142" y="43395"/>
                    <a:pt x="56183" y="43465"/>
                  </a:cubicBezTo>
                  <a:cubicBezTo>
                    <a:pt x="56283" y="43632"/>
                    <a:pt x="56381" y="43802"/>
                    <a:pt x="56476" y="43972"/>
                  </a:cubicBezTo>
                  <a:cubicBezTo>
                    <a:pt x="56503" y="44021"/>
                    <a:pt x="56553" y="44048"/>
                    <a:pt x="56605" y="44048"/>
                  </a:cubicBezTo>
                  <a:cubicBezTo>
                    <a:pt x="56629" y="44048"/>
                    <a:pt x="56653" y="44042"/>
                    <a:pt x="56677" y="44028"/>
                  </a:cubicBezTo>
                  <a:cubicBezTo>
                    <a:pt x="56747" y="43989"/>
                    <a:pt x="56773" y="43899"/>
                    <a:pt x="56734" y="43827"/>
                  </a:cubicBezTo>
                  <a:cubicBezTo>
                    <a:pt x="56637" y="43655"/>
                    <a:pt x="56538" y="43483"/>
                    <a:pt x="56436" y="43314"/>
                  </a:cubicBezTo>
                  <a:cubicBezTo>
                    <a:pt x="56408" y="43267"/>
                    <a:pt x="56359" y="43242"/>
                    <a:pt x="56309" y="43242"/>
                  </a:cubicBezTo>
                  <a:close/>
                  <a:moveTo>
                    <a:pt x="39295" y="43742"/>
                  </a:moveTo>
                  <a:cubicBezTo>
                    <a:pt x="39291" y="43742"/>
                    <a:pt x="39288" y="43742"/>
                    <a:pt x="39284" y="43743"/>
                  </a:cubicBezTo>
                  <a:lnTo>
                    <a:pt x="38696" y="43785"/>
                  </a:lnTo>
                  <a:cubicBezTo>
                    <a:pt x="38614" y="43790"/>
                    <a:pt x="38552" y="43861"/>
                    <a:pt x="38559" y="43943"/>
                  </a:cubicBezTo>
                  <a:cubicBezTo>
                    <a:pt x="38565" y="44020"/>
                    <a:pt x="38630" y="44079"/>
                    <a:pt x="38706" y="44079"/>
                  </a:cubicBezTo>
                  <a:lnTo>
                    <a:pt x="38716" y="44079"/>
                  </a:lnTo>
                  <a:lnTo>
                    <a:pt x="39304" y="44037"/>
                  </a:lnTo>
                  <a:cubicBezTo>
                    <a:pt x="39386" y="44032"/>
                    <a:pt x="39448" y="43960"/>
                    <a:pt x="39442" y="43879"/>
                  </a:cubicBezTo>
                  <a:cubicBezTo>
                    <a:pt x="39437" y="43802"/>
                    <a:pt x="39372" y="43742"/>
                    <a:pt x="39295" y="43742"/>
                  </a:cubicBezTo>
                  <a:close/>
                  <a:moveTo>
                    <a:pt x="44578" y="43639"/>
                  </a:moveTo>
                  <a:cubicBezTo>
                    <a:pt x="44515" y="43639"/>
                    <a:pt x="44456" y="43681"/>
                    <a:pt x="44437" y="43744"/>
                  </a:cubicBezTo>
                  <a:cubicBezTo>
                    <a:pt x="44413" y="43822"/>
                    <a:pt x="44458" y="43905"/>
                    <a:pt x="44535" y="43928"/>
                  </a:cubicBezTo>
                  <a:cubicBezTo>
                    <a:pt x="44609" y="43950"/>
                    <a:pt x="44683" y="43976"/>
                    <a:pt x="44755" y="44005"/>
                  </a:cubicBezTo>
                  <a:cubicBezTo>
                    <a:pt x="44856" y="44044"/>
                    <a:pt x="44957" y="44090"/>
                    <a:pt x="45052" y="44142"/>
                  </a:cubicBezTo>
                  <a:cubicBezTo>
                    <a:pt x="45075" y="44155"/>
                    <a:pt x="45099" y="44161"/>
                    <a:pt x="45122" y="44161"/>
                  </a:cubicBezTo>
                  <a:cubicBezTo>
                    <a:pt x="45175" y="44161"/>
                    <a:pt x="45226" y="44132"/>
                    <a:pt x="45253" y="44082"/>
                  </a:cubicBezTo>
                  <a:cubicBezTo>
                    <a:pt x="45293" y="44010"/>
                    <a:pt x="45266" y="43920"/>
                    <a:pt x="45194" y="43882"/>
                  </a:cubicBezTo>
                  <a:cubicBezTo>
                    <a:pt x="45086" y="43825"/>
                    <a:pt x="44975" y="43774"/>
                    <a:pt x="44863" y="43729"/>
                  </a:cubicBezTo>
                  <a:cubicBezTo>
                    <a:pt x="44786" y="43698"/>
                    <a:pt x="44705" y="43672"/>
                    <a:pt x="44622" y="43646"/>
                  </a:cubicBezTo>
                  <a:cubicBezTo>
                    <a:pt x="44607" y="43641"/>
                    <a:pt x="44593" y="43639"/>
                    <a:pt x="44578" y="43639"/>
                  </a:cubicBezTo>
                  <a:close/>
                  <a:moveTo>
                    <a:pt x="37823" y="43850"/>
                  </a:moveTo>
                  <a:cubicBezTo>
                    <a:pt x="37820" y="43850"/>
                    <a:pt x="37817" y="43850"/>
                    <a:pt x="37813" y="43850"/>
                  </a:cubicBezTo>
                  <a:lnTo>
                    <a:pt x="37225" y="43892"/>
                  </a:lnTo>
                  <a:cubicBezTo>
                    <a:pt x="37144" y="43898"/>
                    <a:pt x="37082" y="43969"/>
                    <a:pt x="37089" y="44049"/>
                  </a:cubicBezTo>
                  <a:cubicBezTo>
                    <a:pt x="37094" y="44127"/>
                    <a:pt x="37159" y="44186"/>
                    <a:pt x="37236" y="44186"/>
                  </a:cubicBezTo>
                  <a:lnTo>
                    <a:pt x="37246" y="44186"/>
                  </a:lnTo>
                  <a:lnTo>
                    <a:pt x="37834" y="44144"/>
                  </a:lnTo>
                  <a:cubicBezTo>
                    <a:pt x="37916" y="44139"/>
                    <a:pt x="37978" y="44068"/>
                    <a:pt x="37971" y="43986"/>
                  </a:cubicBezTo>
                  <a:cubicBezTo>
                    <a:pt x="37966" y="43908"/>
                    <a:pt x="37900" y="43850"/>
                    <a:pt x="37823" y="43850"/>
                  </a:cubicBezTo>
                  <a:close/>
                  <a:moveTo>
                    <a:pt x="36353" y="43956"/>
                  </a:moveTo>
                  <a:cubicBezTo>
                    <a:pt x="36350" y="43956"/>
                    <a:pt x="36346" y="43956"/>
                    <a:pt x="36342" y="43956"/>
                  </a:cubicBezTo>
                  <a:lnTo>
                    <a:pt x="35754" y="44000"/>
                  </a:lnTo>
                  <a:cubicBezTo>
                    <a:pt x="35673" y="44005"/>
                    <a:pt x="35611" y="44075"/>
                    <a:pt x="35617" y="44156"/>
                  </a:cubicBezTo>
                  <a:cubicBezTo>
                    <a:pt x="35622" y="44234"/>
                    <a:pt x="35688" y="44294"/>
                    <a:pt x="35764" y="44294"/>
                  </a:cubicBezTo>
                  <a:cubicBezTo>
                    <a:pt x="35767" y="44294"/>
                    <a:pt x="35769" y="44293"/>
                    <a:pt x="35772" y="44293"/>
                  </a:cubicBezTo>
                  <a:cubicBezTo>
                    <a:pt x="35773" y="44293"/>
                    <a:pt x="35774" y="44293"/>
                    <a:pt x="35775" y="44294"/>
                  </a:cubicBezTo>
                  <a:lnTo>
                    <a:pt x="36363" y="44250"/>
                  </a:lnTo>
                  <a:cubicBezTo>
                    <a:pt x="36444" y="44245"/>
                    <a:pt x="36506" y="44175"/>
                    <a:pt x="36499" y="44094"/>
                  </a:cubicBezTo>
                  <a:cubicBezTo>
                    <a:pt x="36494" y="44016"/>
                    <a:pt x="36428" y="43956"/>
                    <a:pt x="36353" y="43956"/>
                  </a:cubicBezTo>
                  <a:close/>
                  <a:moveTo>
                    <a:pt x="34883" y="44062"/>
                  </a:moveTo>
                  <a:cubicBezTo>
                    <a:pt x="34879" y="44062"/>
                    <a:pt x="34876" y="44062"/>
                    <a:pt x="34872" y="44063"/>
                  </a:cubicBezTo>
                  <a:lnTo>
                    <a:pt x="34284" y="44105"/>
                  </a:lnTo>
                  <a:cubicBezTo>
                    <a:pt x="34202" y="44110"/>
                    <a:pt x="34140" y="44181"/>
                    <a:pt x="34147" y="44263"/>
                  </a:cubicBezTo>
                  <a:cubicBezTo>
                    <a:pt x="34152" y="44340"/>
                    <a:pt x="34218" y="44399"/>
                    <a:pt x="34294" y="44399"/>
                  </a:cubicBezTo>
                  <a:lnTo>
                    <a:pt x="34304" y="44399"/>
                  </a:lnTo>
                  <a:lnTo>
                    <a:pt x="34893" y="44357"/>
                  </a:lnTo>
                  <a:cubicBezTo>
                    <a:pt x="34974" y="44351"/>
                    <a:pt x="35036" y="44280"/>
                    <a:pt x="35029" y="44199"/>
                  </a:cubicBezTo>
                  <a:cubicBezTo>
                    <a:pt x="35024" y="44122"/>
                    <a:pt x="34960" y="44062"/>
                    <a:pt x="34883" y="44062"/>
                  </a:cubicBezTo>
                  <a:close/>
                  <a:moveTo>
                    <a:pt x="33413" y="44167"/>
                  </a:moveTo>
                  <a:cubicBezTo>
                    <a:pt x="33409" y="44167"/>
                    <a:pt x="33406" y="44168"/>
                    <a:pt x="33402" y="44168"/>
                  </a:cubicBezTo>
                  <a:lnTo>
                    <a:pt x="32813" y="44212"/>
                  </a:lnTo>
                  <a:cubicBezTo>
                    <a:pt x="32731" y="44218"/>
                    <a:pt x="32670" y="44290"/>
                    <a:pt x="32676" y="44371"/>
                  </a:cubicBezTo>
                  <a:cubicBezTo>
                    <a:pt x="32684" y="44448"/>
                    <a:pt x="32748" y="44507"/>
                    <a:pt x="32824" y="44507"/>
                  </a:cubicBezTo>
                  <a:cubicBezTo>
                    <a:pt x="32828" y="44507"/>
                    <a:pt x="32831" y="44507"/>
                    <a:pt x="32834" y="44506"/>
                  </a:cubicBezTo>
                  <a:lnTo>
                    <a:pt x="33422" y="44462"/>
                  </a:lnTo>
                  <a:cubicBezTo>
                    <a:pt x="33504" y="44457"/>
                    <a:pt x="33566" y="44387"/>
                    <a:pt x="33559" y="44305"/>
                  </a:cubicBezTo>
                  <a:cubicBezTo>
                    <a:pt x="33554" y="44227"/>
                    <a:pt x="33490" y="44167"/>
                    <a:pt x="33413" y="44167"/>
                  </a:cubicBezTo>
                  <a:close/>
                  <a:moveTo>
                    <a:pt x="354" y="43743"/>
                  </a:moveTo>
                  <a:cubicBezTo>
                    <a:pt x="289" y="43743"/>
                    <a:pt x="228" y="43786"/>
                    <a:pt x="211" y="43852"/>
                  </a:cubicBezTo>
                  <a:cubicBezTo>
                    <a:pt x="160" y="44049"/>
                    <a:pt x="116" y="44247"/>
                    <a:pt x="83" y="44441"/>
                  </a:cubicBezTo>
                  <a:cubicBezTo>
                    <a:pt x="71" y="44523"/>
                    <a:pt x="124" y="44599"/>
                    <a:pt x="205" y="44611"/>
                  </a:cubicBezTo>
                  <a:cubicBezTo>
                    <a:pt x="212" y="44615"/>
                    <a:pt x="221" y="44615"/>
                    <a:pt x="230" y="44615"/>
                  </a:cubicBezTo>
                  <a:cubicBezTo>
                    <a:pt x="299" y="44615"/>
                    <a:pt x="362" y="44564"/>
                    <a:pt x="374" y="44491"/>
                  </a:cubicBezTo>
                  <a:cubicBezTo>
                    <a:pt x="405" y="44306"/>
                    <a:pt x="446" y="44116"/>
                    <a:pt x="496" y="43928"/>
                  </a:cubicBezTo>
                  <a:cubicBezTo>
                    <a:pt x="517" y="43850"/>
                    <a:pt x="470" y="43769"/>
                    <a:pt x="392" y="43748"/>
                  </a:cubicBezTo>
                  <a:cubicBezTo>
                    <a:pt x="379" y="43745"/>
                    <a:pt x="366" y="43743"/>
                    <a:pt x="354" y="43743"/>
                  </a:cubicBezTo>
                  <a:close/>
                  <a:moveTo>
                    <a:pt x="31941" y="44288"/>
                  </a:moveTo>
                  <a:cubicBezTo>
                    <a:pt x="31936" y="44288"/>
                    <a:pt x="31932" y="44288"/>
                    <a:pt x="31927" y="44289"/>
                  </a:cubicBezTo>
                  <a:cubicBezTo>
                    <a:pt x="31731" y="44307"/>
                    <a:pt x="31534" y="44328"/>
                    <a:pt x="31338" y="44351"/>
                  </a:cubicBezTo>
                  <a:cubicBezTo>
                    <a:pt x="31257" y="44361"/>
                    <a:pt x="31200" y="44434"/>
                    <a:pt x="31209" y="44516"/>
                  </a:cubicBezTo>
                  <a:cubicBezTo>
                    <a:pt x="31216" y="44590"/>
                    <a:pt x="31281" y="44646"/>
                    <a:pt x="31355" y="44646"/>
                  </a:cubicBezTo>
                  <a:cubicBezTo>
                    <a:pt x="31359" y="44646"/>
                    <a:pt x="31362" y="44645"/>
                    <a:pt x="31367" y="44645"/>
                  </a:cubicBezTo>
                  <a:cubicBezTo>
                    <a:pt x="31369" y="44645"/>
                    <a:pt x="31371" y="44645"/>
                    <a:pt x="31373" y="44646"/>
                  </a:cubicBezTo>
                  <a:cubicBezTo>
                    <a:pt x="31566" y="44622"/>
                    <a:pt x="31761" y="44601"/>
                    <a:pt x="31956" y="44583"/>
                  </a:cubicBezTo>
                  <a:cubicBezTo>
                    <a:pt x="32037" y="44574"/>
                    <a:pt x="32097" y="44502"/>
                    <a:pt x="32088" y="44421"/>
                  </a:cubicBezTo>
                  <a:cubicBezTo>
                    <a:pt x="32081" y="44345"/>
                    <a:pt x="32018" y="44288"/>
                    <a:pt x="31941" y="44288"/>
                  </a:cubicBezTo>
                  <a:close/>
                  <a:moveTo>
                    <a:pt x="30479" y="44474"/>
                  </a:moveTo>
                  <a:cubicBezTo>
                    <a:pt x="30471" y="44474"/>
                    <a:pt x="30463" y="44475"/>
                    <a:pt x="30454" y="44476"/>
                  </a:cubicBezTo>
                  <a:cubicBezTo>
                    <a:pt x="30251" y="44510"/>
                    <a:pt x="30055" y="44548"/>
                    <a:pt x="29869" y="44586"/>
                  </a:cubicBezTo>
                  <a:cubicBezTo>
                    <a:pt x="29791" y="44603"/>
                    <a:pt x="29739" y="44681"/>
                    <a:pt x="29755" y="44760"/>
                  </a:cubicBezTo>
                  <a:cubicBezTo>
                    <a:pt x="29771" y="44830"/>
                    <a:pt x="29832" y="44878"/>
                    <a:pt x="29900" y="44878"/>
                  </a:cubicBezTo>
                  <a:cubicBezTo>
                    <a:pt x="29910" y="44878"/>
                    <a:pt x="29920" y="44877"/>
                    <a:pt x="29930" y="44877"/>
                  </a:cubicBezTo>
                  <a:cubicBezTo>
                    <a:pt x="30111" y="44837"/>
                    <a:pt x="30303" y="44801"/>
                    <a:pt x="30503" y="44768"/>
                  </a:cubicBezTo>
                  <a:cubicBezTo>
                    <a:pt x="30583" y="44754"/>
                    <a:pt x="30638" y="44678"/>
                    <a:pt x="30625" y="44598"/>
                  </a:cubicBezTo>
                  <a:cubicBezTo>
                    <a:pt x="30612" y="44526"/>
                    <a:pt x="30550" y="44474"/>
                    <a:pt x="30479" y="44474"/>
                  </a:cubicBezTo>
                  <a:close/>
                  <a:moveTo>
                    <a:pt x="45830" y="44391"/>
                  </a:moveTo>
                  <a:cubicBezTo>
                    <a:pt x="45792" y="44391"/>
                    <a:pt x="45754" y="44405"/>
                    <a:pt x="45725" y="44434"/>
                  </a:cubicBezTo>
                  <a:cubicBezTo>
                    <a:pt x="45668" y="44492"/>
                    <a:pt x="45668" y="44586"/>
                    <a:pt x="45726" y="44642"/>
                  </a:cubicBezTo>
                  <a:cubicBezTo>
                    <a:pt x="45856" y="44771"/>
                    <a:pt x="45979" y="44916"/>
                    <a:pt x="46092" y="45073"/>
                  </a:cubicBezTo>
                  <a:cubicBezTo>
                    <a:pt x="46122" y="45112"/>
                    <a:pt x="46166" y="45133"/>
                    <a:pt x="46212" y="45133"/>
                  </a:cubicBezTo>
                  <a:cubicBezTo>
                    <a:pt x="46243" y="45133"/>
                    <a:pt x="46273" y="45124"/>
                    <a:pt x="46299" y="45106"/>
                  </a:cubicBezTo>
                  <a:cubicBezTo>
                    <a:pt x="46365" y="45058"/>
                    <a:pt x="46380" y="44965"/>
                    <a:pt x="46332" y="44899"/>
                  </a:cubicBezTo>
                  <a:cubicBezTo>
                    <a:pt x="46210" y="44729"/>
                    <a:pt x="46076" y="44573"/>
                    <a:pt x="45933" y="44433"/>
                  </a:cubicBezTo>
                  <a:cubicBezTo>
                    <a:pt x="45905" y="44405"/>
                    <a:pt x="45867" y="44391"/>
                    <a:pt x="45830" y="44391"/>
                  </a:cubicBezTo>
                  <a:close/>
                  <a:moveTo>
                    <a:pt x="29041" y="44797"/>
                  </a:moveTo>
                  <a:cubicBezTo>
                    <a:pt x="29028" y="44797"/>
                    <a:pt x="29014" y="44798"/>
                    <a:pt x="29000" y="44802"/>
                  </a:cubicBezTo>
                  <a:cubicBezTo>
                    <a:pt x="28805" y="44859"/>
                    <a:pt x="28614" y="44923"/>
                    <a:pt x="28431" y="44990"/>
                  </a:cubicBezTo>
                  <a:cubicBezTo>
                    <a:pt x="28355" y="45018"/>
                    <a:pt x="28315" y="45104"/>
                    <a:pt x="28343" y="45179"/>
                  </a:cubicBezTo>
                  <a:cubicBezTo>
                    <a:pt x="28366" y="45239"/>
                    <a:pt x="28420" y="45276"/>
                    <a:pt x="28481" y="45276"/>
                  </a:cubicBezTo>
                  <a:cubicBezTo>
                    <a:pt x="28498" y="45276"/>
                    <a:pt x="28516" y="45274"/>
                    <a:pt x="28532" y="45267"/>
                  </a:cubicBezTo>
                  <a:cubicBezTo>
                    <a:pt x="28708" y="45203"/>
                    <a:pt x="28894" y="45142"/>
                    <a:pt x="29083" y="45086"/>
                  </a:cubicBezTo>
                  <a:cubicBezTo>
                    <a:pt x="29161" y="45063"/>
                    <a:pt x="29207" y="44982"/>
                    <a:pt x="29183" y="44903"/>
                  </a:cubicBezTo>
                  <a:cubicBezTo>
                    <a:pt x="29164" y="44839"/>
                    <a:pt x="29105" y="44797"/>
                    <a:pt x="29041" y="44797"/>
                  </a:cubicBezTo>
                  <a:close/>
                  <a:moveTo>
                    <a:pt x="57011" y="44537"/>
                  </a:moveTo>
                  <a:cubicBezTo>
                    <a:pt x="56990" y="44537"/>
                    <a:pt x="56968" y="44542"/>
                    <a:pt x="56947" y="44552"/>
                  </a:cubicBezTo>
                  <a:cubicBezTo>
                    <a:pt x="56874" y="44588"/>
                    <a:pt x="56844" y="44675"/>
                    <a:pt x="56879" y="44749"/>
                  </a:cubicBezTo>
                  <a:cubicBezTo>
                    <a:pt x="56966" y="44925"/>
                    <a:pt x="57046" y="45105"/>
                    <a:pt x="57123" y="45279"/>
                  </a:cubicBezTo>
                  <a:cubicBezTo>
                    <a:pt x="57148" y="45334"/>
                    <a:pt x="57201" y="45368"/>
                    <a:pt x="57258" y="45368"/>
                  </a:cubicBezTo>
                  <a:cubicBezTo>
                    <a:pt x="57278" y="45368"/>
                    <a:pt x="57297" y="45364"/>
                    <a:pt x="57316" y="45354"/>
                  </a:cubicBezTo>
                  <a:cubicBezTo>
                    <a:pt x="57391" y="45322"/>
                    <a:pt x="57426" y="45236"/>
                    <a:pt x="57393" y="45161"/>
                  </a:cubicBezTo>
                  <a:cubicBezTo>
                    <a:pt x="57316" y="44983"/>
                    <a:pt x="57232" y="44800"/>
                    <a:pt x="57144" y="44620"/>
                  </a:cubicBezTo>
                  <a:cubicBezTo>
                    <a:pt x="57118" y="44568"/>
                    <a:pt x="57066" y="44537"/>
                    <a:pt x="57011" y="44537"/>
                  </a:cubicBezTo>
                  <a:close/>
                  <a:moveTo>
                    <a:pt x="27669" y="45331"/>
                  </a:moveTo>
                  <a:cubicBezTo>
                    <a:pt x="27647" y="45331"/>
                    <a:pt x="27625" y="45336"/>
                    <a:pt x="27603" y="45346"/>
                  </a:cubicBezTo>
                  <a:cubicBezTo>
                    <a:pt x="27423" y="45436"/>
                    <a:pt x="27244" y="45535"/>
                    <a:pt x="27077" y="45638"/>
                  </a:cubicBezTo>
                  <a:cubicBezTo>
                    <a:pt x="27009" y="45681"/>
                    <a:pt x="26986" y="45771"/>
                    <a:pt x="27030" y="45841"/>
                  </a:cubicBezTo>
                  <a:cubicBezTo>
                    <a:pt x="27056" y="45886"/>
                    <a:pt x="27105" y="45910"/>
                    <a:pt x="27154" y="45910"/>
                  </a:cubicBezTo>
                  <a:cubicBezTo>
                    <a:pt x="27181" y="45910"/>
                    <a:pt x="27207" y="45904"/>
                    <a:pt x="27232" y="45890"/>
                  </a:cubicBezTo>
                  <a:cubicBezTo>
                    <a:pt x="27393" y="45791"/>
                    <a:pt x="27562" y="45697"/>
                    <a:pt x="27736" y="45610"/>
                  </a:cubicBezTo>
                  <a:cubicBezTo>
                    <a:pt x="27809" y="45573"/>
                    <a:pt x="27837" y="45483"/>
                    <a:pt x="27801" y="45411"/>
                  </a:cubicBezTo>
                  <a:cubicBezTo>
                    <a:pt x="27775" y="45360"/>
                    <a:pt x="27723" y="45331"/>
                    <a:pt x="27669" y="45331"/>
                  </a:cubicBezTo>
                  <a:close/>
                  <a:moveTo>
                    <a:pt x="148" y="45202"/>
                  </a:moveTo>
                  <a:cubicBezTo>
                    <a:pt x="68" y="45202"/>
                    <a:pt x="1" y="45266"/>
                    <a:pt x="1" y="45347"/>
                  </a:cubicBezTo>
                  <a:lnTo>
                    <a:pt x="1" y="45401"/>
                  </a:lnTo>
                  <a:cubicBezTo>
                    <a:pt x="1" y="45587"/>
                    <a:pt x="10" y="45772"/>
                    <a:pt x="30" y="45953"/>
                  </a:cubicBezTo>
                  <a:cubicBezTo>
                    <a:pt x="38" y="46028"/>
                    <a:pt x="102" y="46085"/>
                    <a:pt x="176" y="46085"/>
                  </a:cubicBezTo>
                  <a:cubicBezTo>
                    <a:pt x="179" y="46085"/>
                    <a:pt x="183" y="46084"/>
                    <a:pt x="186" y="46084"/>
                  </a:cubicBezTo>
                  <a:cubicBezTo>
                    <a:pt x="188" y="46084"/>
                    <a:pt x="189" y="46085"/>
                    <a:pt x="190" y="46085"/>
                  </a:cubicBezTo>
                  <a:cubicBezTo>
                    <a:pt x="272" y="46076"/>
                    <a:pt x="331" y="46003"/>
                    <a:pt x="322" y="45922"/>
                  </a:cubicBezTo>
                  <a:cubicBezTo>
                    <a:pt x="304" y="45751"/>
                    <a:pt x="295" y="45576"/>
                    <a:pt x="295" y="45401"/>
                  </a:cubicBezTo>
                  <a:lnTo>
                    <a:pt x="295" y="45349"/>
                  </a:lnTo>
                  <a:cubicBezTo>
                    <a:pt x="296" y="45269"/>
                    <a:pt x="231" y="45203"/>
                    <a:pt x="149" y="45202"/>
                  </a:cubicBezTo>
                  <a:close/>
                  <a:moveTo>
                    <a:pt x="46650" y="45605"/>
                  </a:moveTo>
                  <a:cubicBezTo>
                    <a:pt x="46630" y="45605"/>
                    <a:pt x="46609" y="45609"/>
                    <a:pt x="46590" y="45617"/>
                  </a:cubicBezTo>
                  <a:cubicBezTo>
                    <a:pt x="46516" y="45652"/>
                    <a:pt x="46483" y="45738"/>
                    <a:pt x="46516" y="45812"/>
                  </a:cubicBezTo>
                  <a:cubicBezTo>
                    <a:pt x="46593" y="45982"/>
                    <a:pt x="46661" y="46162"/>
                    <a:pt x="46721" y="46348"/>
                  </a:cubicBezTo>
                  <a:cubicBezTo>
                    <a:pt x="46741" y="46411"/>
                    <a:pt x="46799" y="46451"/>
                    <a:pt x="46861" y="46451"/>
                  </a:cubicBezTo>
                  <a:cubicBezTo>
                    <a:pt x="46875" y="46451"/>
                    <a:pt x="46891" y="46448"/>
                    <a:pt x="46904" y="46445"/>
                  </a:cubicBezTo>
                  <a:cubicBezTo>
                    <a:pt x="46982" y="46419"/>
                    <a:pt x="47025" y="46337"/>
                    <a:pt x="47000" y="46259"/>
                  </a:cubicBezTo>
                  <a:cubicBezTo>
                    <a:pt x="46938" y="46063"/>
                    <a:pt x="46865" y="45872"/>
                    <a:pt x="46785" y="45693"/>
                  </a:cubicBezTo>
                  <a:cubicBezTo>
                    <a:pt x="46760" y="45637"/>
                    <a:pt x="46707" y="45605"/>
                    <a:pt x="46650" y="45605"/>
                  </a:cubicBezTo>
                  <a:close/>
                  <a:moveTo>
                    <a:pt x="57579" y="45896"/>
                  </a:moveTo>
                  <a:cubicBezTo>
                    <a:pt x="57563" y="45896"/>
                    <a:pt x="57546" y="45899"/>
                    <a:pt x="57530" y="45904"/>
                  </a:cubicBezTo>
                  <a:cubicBezTo>
                    <a:pt x="57454" y="45931"/>
                    <a:pt x="57413" y="46015"/>
                    <a:pt x="57441" y="46092"/>
                  </a:cubicBezTo>
                  <a:cubicBezTo>
                    <a:pt x="57505" y="46276"/>
                    <a:pt x="57564" y="46462"/>
                    <a:pt x="57617" y="46646"/>
                  </a:cubicBezTo>
                  <a:cubicBezTo>
                    <a:pt x="57637" y="46710"/>
                    <a:pt x="57694" y="46752"/>
                    <a:pt x="57758" y="46752"/>
                  </a:cubicBezTo>
                  <a:cubicBezTo>
                    <a:pt x="57773" y="46752"/>
                    <a:pt x="57786" y="46751"/>
                    <a:pt x="57800" y="46746"/>
                  </a:cubicBezTo>
                  <a:cubicBezTo>
                    <a:pt x="57877" y="46725"/>
                    <a:pt x="57922" y="46643"/>
                    <a:pt x="57901" y="46565"/>
                  </a:cubicBezTo>
                  <a:cubicBezTo>
                    <a:pt x="57846" y="46375"/>
                    <a:pt x="57784" y="46184"/>
                    <a:pt x="57719" y="45994"/>
                  </a:cubicBezTo>
                  <a:cubicBezTo>
                    <a:pt x="57697" y="45934"/>
                    <a:pt x="57640" y="45896"/>
                    <a:pt x="57579" y="45896"/>
                  </a:cubicBezTo>
                  <a:close/>
                  <a:moveTo>
                    <a:pt x="26436" y="46132"/>
                  </a:moveTo>
                  <a:cubicBezTo>
                    <a:pt x="26402" y="46132"/>
                    <a:pt x="26369" y="46143"/>
                    <a:pt x="26341" y="46166"/>
                  </a:cubicBezTo>
                  <a:cubicBezTo>
                    <a:pt x="26189" y="46292"/>
                    <a:pt x="26040" y="46429"/>
                    <a:pt x="25897" y="46572"/>
                  </a:cubicBezTo>
                  <a:cubicBezTo>
                    <a:pt x="25839" y="46631"/>
                    <a:pt x="25839" y="46724"/>
                    <a:pt x="25897" y="46781"/>
                  </a:cubicBezTo>
                  <a:cubicBezTo>
                    <a:pt x="25927" y="46809"/>
                    <a:pt x="25964" y="46824"/>
                    <a:pt x="26001" y="46824"/>
                  </a:cubicBezTo>
                  <a:cubicBezTo>
                    <a:pt x="26040" y="46824"/>
                    <a:pt x="26077" y="46809"/>
                    <a:pt x="26106" y="46781"/>
                  </a:cubicBezTo>
                  <a:cubicBezTo>
                    <a:pt x="26242" y="46644"/>
                    <a:pt x="26385" y="46514"/>
                    <a:pt x="26530" y="46393"/>
                  </a:cubicBezTo>
                  <a:cubicBezTo>
                    <a:pt x="26593" y="46342"/>
                    <a:pt x="26601" y="46247"/>
                    <a:pt x="26550" y="46185"/>
                  </a:cubicBezTo>
                  <a:cubicBezTo>
                    <a:pt x="26520" y="46150"/>
                    <a:pt x="26478" y="46132"/>
                    <a:pt x="26436" y="46132"/>
                  </a:cubicBezTo>
                  <a:close/>
                  <a:moveTo>
                    <a:pt x="349" y="46656"/>
                  </a:moveTo>
                  <a:cubicBezTo>
                    <a:pt x="335" y="46656"/>
                    <a:pt x="321" y="46658"/>
                    <a:pt x="307" y="46663"/>
                  </a:cubicBezTo>
                  <a:cubicBezTo>
                    <a:pt x="228" y="46685"/>
                    <a:pt x="183" y="46767"/>
                    <a:pt x="206" y="46845"/>
                  </a:cubicBezTo>
                  <a:cubicBezTo>
                    <a:pt x="235" y="46945"/>
                    <a:pt x="267" y="47044"/>
                    <a:pt x="303" y="47143"/>
                  </a:cubicBezTo>
                  <a:cubicBezTo>
                    <a:pt x="336" y="47235"/>
                    <a:pt x="372" y="47327"/>
                    <a:pt x="410" y="47416"/>
                  </a:cubicBezTo>
                  <a:cubicBezTo>
                    <a:pt x="433" y="47473"/>
                    <a:pt x="488" y="47506"/>
                    <a:pt x="545" y="47506"/>
                  </a:cubicBezTo>
                  <a:cubicBezTo>
                    <a:pt x="563" y="47506"/>
                    <a:pt x="584" y="47502"/>
                    <a:pt x="603" y="47495"/>
                  </a:cubicBezTo>
                  <a:cubicBezTo>
                    <a:pt x="678" y="47463"/>
                    <a:pt x="715" y="47377"/>
                    <a:pt x="682" y="47302"/>
                  </a:cubicBezTo>
                  <a:cubicBezTo>
                    <a:pt x="645" y="47217"/>
                    <a:pt x="612" y="47132"/>
                    <a:pt x="582" y="47044"/>
                  </a:cubicBezTo>
                  <a:cubicBezTo>
                    <a:pt x="547" y="46950"/>
                    <a:pt x="517" y="46858"/>
                    <a:pt x="490" y="46763"/>
                  </a:cubicBezTo>
                  <a:cubicBezTo>
                    <a:pt x="471" y="46698"/>
                    <a:pt x="412" y="46656"/>
                    <a:pt x="349" y="46656"/>
                  </a:cubicBezTo>
                  <a:close/>
                  <a:moveTo>
                    <a:pt x="47066" y="47017"/>
                  </a:moveTo>
                  <a:cubicBezTo>
                    <a:pt x="47058" y="47017"/>
                    <a:pt x="47050" y="47017"/>
                    <a:pt x="47042" y="47019"/>
                  </a:cubicBezTo>
                  <a:cubicBezTo>
                    <a:pt x="46960" y="47031"/>
                    <a:pt x="46906" y="47107"/>
                    <a:pt x="46919" y="47188"/>
                  </a:cubicBezTo>
                  <a:cubicBezTo>
                    <a:pt x="46950" y="47375"/>
                    <a:pt x="46971" y="47567"/>
                    <a:pt x="46985" y="47760"/>
                  </a:cubicBezTo>
                  <a:cubicBezTo>
                    <a:pt x="46990" y="47838"/>
                    <a:pt x="47054" y="47897"/>
                    <a:pt x="47131" y="47897"/>
                  </a:cubicBezTo>
                  <a:cubicBezTo>
                    <a:pt x="47134" y="47897"/>
                    <a:pt x="47139" y="47897"/>
                    <a:pt x="47142" y="47898"/>
                  </a:cubicBezTo>
                  <a:cubicBezTo>
                    <a:pt x="47223" y="47892"/>
                    <a:pt x="47284" y="47822"/>
                    <a:pt x="47279" y="47741"/>
                  </a:cubicBezTo>
                  <a:cubicBezTo>
                    <a:pt x="47265" y="47539"/>
                    <a:pt x="47243" y="47337"/>
                    <a:pt x="47211" y="47141"/>
                  </a:cubicBezTo>
                  <a:cubicBezTo>
                    <a:pt x="47199" y="47068"/>
                    <a:pt x="47137" y="47017"/>
                    <a:pt x="47066" y="47017"/>
                  </a:cubicBezTo>
                  <a:close/>
                  <a:moveTo>
                    <a:pt x="25419" y="47194"/>
                  </a:moveTo>
                  <a:cubicBezTo>
                    <a:pt x="25375" y="47194"/>
                    <a:pt x="25332" y="47214"/>
                    <a:pt x="25302" y="47252"/>
                  </a:cubicBezTo>
                  <a:cubicBezTo>
                    <a:pt x="25183" y="47407"/>
                    <a:pt x="25066" y="47571"/>
                    <a:pt x="24954" y="47741"/>
                  </a:cubicBezTo>
                  <a:cubicBezTo>
                    <a:pt x="24910" y="47808"/>
                    <a:pt x="24928" y="47900"/>
                    <a:pt x="24997" y="47944"/>
                  </a:cubicBezTo>
                  <a:cubicBezTo>
                    <a:pt x="25023" y="47962"/>
                    <a:pt x="25050" y="47969"/>
                    <a:pt x="25077" y="47969"/>
                  </a:cubicBezTo>
                  <a:cubicBezTo>
                    <a:pt x="25126" y="47969"/>
                    <a:pt x="25172" y="47946"/>
                    <a:pt x="25200" y="47903"/>
                  </a:cubicBezTo>
                  <a:cubicBezTo>
                    <a:pt x="25308" y="47739"/>
                    <a:pt x="25421" y="47581"/>
                    <a:pt x="25536" y="47431"/>
                  </a:cubicBezTo>
                  <a:cubicBezTo>
                    <a:pt x="25585" y="47366"/>
                    <a:pt x="25573" y="47274"/>
                    <a:pt x="25509" y="47225"/>
                  </a:cubicBezTo>
                  <a:cubicBezTo>
                    <a:pt x="25482" y="47204"/>
                    <a:pt x="25450" y="47194"/>
                    <a:pt x="25419" y="47194"/>
                  </a:cubicBezTo>
                  <a:close/>
                  <a:moveTo>
                    <a:pt x="57966" y="47316"/>
                  </a:moveTo>
                  <a:cubicBezTo>
                    <a:pt x="57957" y="47316"/>
                    <a:pt x="57947" y="47317"/>
                    <a:pt x="57938" y="47319"/>
                  </a:cubicBezTo>
                  <a:cubicBezTo>
                    <a:pt x="57858" y="47334"/>
                    <a:pt x="57805" y="47412"/>
                    <a:pt x="57820" y="47492"/>
                  </a:cubicBezTo>
                  <a:cubicBezTo>
                    <a:pt x="57856" y="47683"/>
                    <a:pt x="57886" y="47875"/>
                    <a:pt x="57910" y="48065"/>
                  </a:cubicBezTo>
                  <a:cubicBezTo>
                    <a:pt x="57918" y="48139"/>
                    <a:pt x="57982" y="48195"/>
                    <a:pt x="58056" y="48195"/>
                  </a:cubicBezTo>
                  <a:cubicBezTo>
                    <a:pt x="58061" y="48195"/>
                    <a:pt x="58067" y="48195"/>
                    <a:pt x="58073" y="48192"/>
                  </a:cubicBezTo>
                  <a:cubicBezTo>
                    <a:pt x="58155" y="48183"/>
                    <a:pt x="58211" y="48109"/>
                    <a:pt x="58202" y="48029"/>
                  </a:cubicBezTo>
                  <a:cubicBezTo>
                    <a:pt x="58179" y="47832"/>
                    <a:pt x="58148" y="47634"/>
                    <a:pt x="58111" y="47436"/>
                  </a:cubicBezTo>
                  <a:cubicBezTo>
                    <a:pt x="58098" y="47365"/>
                    <a:pt x="58037" y="47316"/>
                    <a:pt x="57966" y="47316"/>
                  </a:cubicBezTo>
                  <a:close/>
                  <a:moveTo>
                    <a:pt x="955" y="47992"/>
                  </a:moveTo>
                  <a:cubicBezTo>
                    <a:pt x="928" y="47992"/>
                    <a:pt x="901" y="47999"/>
                    <a:pt x="877" y="48015"/>
                  </a:cubicBezTo>
                  <a:cubicBezTo>
                    <a:pt x="808" y="48060"/>
                    <a:pt x="788" y="48150"/>
                    <a:pt x="831" y="48220"/>
                  </a:cubicBezTo>
                  <a:cubicBezTo>
                    <a:pt x="938" y="48386"/>
                    <a:pt x="1057" y="48552"/>
                    <a:pt x="1184" y="48711"/>
                  </a:cubicBezTo>
                  <a:cubicBezTo>
                    <a:pt x="1212" y="48747"/>
                    <a:pt x="1254" y="48766"/>
                    <a:pt x="1299" y="48766"/>
                  </a:cubicBezTo>
                  <a:cubicBezTo>
                    <a:pt x="1331" y="48766"/>
                    <a:pt x="1365" y="48756"/>
                    <a:pt x="1391" y="48734"/>
                  </a:cubicBezTo>
                  <a:cubicBezTo>
                    <a:pt x="1454" y="48683"/>
                    <a:pt x="1465" y="48590"/>
                    <a:pt x="1414" y="48527"/>
                  </a:cubicBezTo>
                  <a:cubicBezTo>
                    <a:pt x="1293" y="48375"/>
                    <a:pt x="1181" y="48220"/>
                    <a:pt x="1081" y="48061"/>
                  </a:cubicBezTo>
                  <a:cubicBezTo>
                    <a:pt x="1052" y="48016"/>
                    <a:pt x="1004" y="47992"/>
                    <a:pt x="955" y="47992"/>
                  </a:cubicBezTo>
                  <a:close/>
                  <a:moveTo>
                    <a:pt x="24628" y="48436"/>
                  </a:moveTo>
                  <a:cubicBezTo>
                    <a:pt x="24575" y="48436"/>
                    <a:pt x="24524" y="48464"/>
                    <a:pt x="24498" y="48515"/>
                  </a:cubicBezTo>
                  <a:cubicBezTo>
                    <a:pt x="24406" y="48687"/>
                    <a:pt x="24317" y="48867"/>
                    <a:pt x="24234" y="49051"/>
                  </a:cubicBezTo>
                  <a:cubicBezTo>
                    <a:pt x="24198" y="49125"/>
                    <a:pt x="24231" y="49213"/>
                    <a:pt x="24306" y="49247"/>
                  </a:cubicBezTo>
                  <a:cubicBezTo>
                    <a:pt x="24326" y="49256"/>
                    <a:pt x="24347" y="49260"/>
                    <a:pt x="24368" y="49260"/>
                  </a:cubicBezTo>
                  <a:cubicBezTo>
                    <a:pt x="24424" y="49260"/>
                    <a:pt x="24477" y="49229"/>
                    <a:pt x="24502" y="49175"/>
                  </a:cubicBezTo>
                  <a:cubicBezTo>
                    <a:pt x="24584" y="48995"/>
                    <a:pt x="24670" y="48820"/>
                    <a:pt x="24760" y="48653"/>
                  </a:cubicBezTo>
                  <a:cubicBezTo>
                    <a:pt x="24797" y="48581"/>
                    <a:pt x="24770" y="48490"/>
                    <a:pt x="24698" y="48453"/>
                  </a:cubicBezTo>
                  <a:cubicBezTo>
                    <a:pt x="24675" y="48441"/>
                    <a:pt x="24651" y="48436"/>
                    <a:pt x="24628" y="48436"/>
                  </a:cubicBezTo>
                  <a:close/>
                  <a:moveTo>
                    <a:pt x="47137" y="48485"/>
                  </a:moveTo>
                  <a:cubicBezTo>
                    <a:pt x="47064" y="48485"/>
                    <a:pt x="46992" y="48547"/>
                    <a:pt x="46989" y="48625"/>
                  </a:cubicBezTo>
                  <a:cubicBezTo>
                    <a:pt x="46980" y="48813"/>
                    <a:pt x="46965" y="49002"/>
                    <a:pt x="46945" y="49207"/>
                  </a:cubicBezTo>
                  <a:cubicBezTo>
                    <a:pt x="46937" y="49288"/>
                    <a:pt x="46996" y="49361"/>
                    <a:pt x="47078" y="49368"/>
                  </a:cubicBezTo>
                  <a:cubicBezTo>
                    <a:pt x="47083" y="49370"/>
                    <a:pt x="47087" y="49370"/>
                    <a:pt x="47092" y="49370"/>
                  </a:cubicBezTo>
                  <a:cubicBezTo>
                    <a:pt x="47166" y="49370"/>
                    <a:pt x="47231" y="49313"/>
                    <a:pt x="47240" y="49236"/>
                  </a:cubicBezTo>
                  <a:cubicBezTo>
                    <a:pt x="47260" y="49025"/>
                    <a:pt x="47275" y="48830"/>
                    <a:pt x="47284" y="48639"/>
                  </a:cubicBezTo>
                  <a:cubicBezTo>
                    <a:pt x="47288" y="48558"/>
                    <a:pt x="47224" y="48489"/>
                    <a:pt x="47144" y="48485"/>
                  </a:cubicBezTo>
                  <a:cubicBezTo>
                    <a:pt x="47141" y="48485"/>
                    <a:pt x="47139" y="48485"/>
                    <a:pt x="47137" y="48485"/>
                  </a:cubicBezTo>
                  <a:close/>
                  <a:moveTo>
                    <a:pt x="58111" y="48783"/>
                  </a:moveTo>
                  <a:cubicBezTo>
                    <a:pt x="58030" y="48783"/>
                    <a:pt x="57965" y="48850"/>
                    <a:pt x="57965" y="48931"/>
                  </a:cubicBezTo>
                  <a:lnTo>
                    <a:pt x="57965" y="48985"/>
                  </a:lnTo>
                  <a:cubicBezTo>
                    <a:pt x="57965" y="49159"/>
                    <a:pt x="57959" y="49335"/>
                    <a:pt x="57946" y="49509"/>
                  </a:cubicBezTo>
                  <a:cubicBezTo>
                    <a:pt x="57941" y="49590"/>
                    <a:pt x="58001" y="49660"/>
                    <a:pt x="58082" y="49666"/>
                  </a:cubicBezTo>
                  <a:lnTo>
                    <a:pt x="58093" y="49666"/>
                  </a:lnTo>
                  <a:cubicBezTo>
                    <a:pt x="58170" y="49666"/>
                    <a:pt x="58235" y="49607"/>
                    <a:pt x="58240" y="49530"/>
                  </a:cubicBezTo>
                  <a:cubicBezTo>
                    <a:pt x="58253" y="49349"/>
                    <a:pt x="58259" y="49165"/>
                    <a:pt x="58259" y="48984"/>
                  </a:cubicBezTo>
                  <a:lnTo>
                    <a:pt x="58259" y="48928"/>
                  </a:lnTo>
                  <a:cubicBezTo>
                    <a:pt x="58259" y="48849"/>
                    <a:pt x="58194" y="48783"/>
                    <a:pt x="58112" y="48783"/>
                  </a:cubicBezTo>
                  <a:close/>
                  <a:moveTo>
                    <a:pt x="1895" y="49123"/>
                  </a:moveTo>
                  <a:cubicBezTo>
                    <a:pt x="1857" y="49123"/>
                    <a:pt x="1819" y="49138"/>
                    <a:pt x="1790" y="49168"/>
                  </a:cubicBezTo>
                  <a:cubicBezTo>
                    <a:pt x="1733" y="49228"/>
                    <a:pt x="1734" y="49320"/>
                    <a:pt x="1794" y="49377"/>
                  </a:cubicBezTo>
                  <a:cubicBezTo>
                    <a:pt x="1933" y="49510"/>
                    <a:pt x="2083" y="49644"/>
                    <a:pt x="2242" y="49775"/>
                  </a:cubicBezTo>
                  <a:cubicBezTo>
                    <a:pt x="2268" y="49798"/>
                    <a:pt x="2301" y="49809"/>
                    <a:pt x="2335" y="49809"/>
                  </a:cubicBezTo>
                  <a:cubicBezTo>
                    <a:pt x="2378" y="49809"/>
                    <a:pt x="2420" y="49791"/>
                    <a:pt x="2450" y="49758"/>
                  </a:cubicBezTo>
                  <a:cubicBezTo>
                    <a:pt x="2502" y="49696"/>
                    <a:pt x="2494" y="49601"/>
                    <a:pt x="2430" y="49549"/>
                  </a:cubicBezTo>
                  <a:cubicBezTo>
                    <a:pt x="2279" y="49423"/>
                    <a:pt x="2133" y="49294"/>
                    <a:pt x="1999" y="49165"/>
                  </a:cubicBezTo>
                  <a:cubicBezTo>
                    <a:pt x="1970" y="49137"/>
                    <a:pt x="1932" y="49123"/>
                    <a:pt x="1895" y="49123"/>
                  </a:cubicBezTo>
                  <a:close/>
                  <a:moveTo>
                    <a:pt x="24025" y="49781"/>
                  </a:moveTo>
                  <a:cubicBezTo>
                    <a:pt x="23966" y="49781"/>
                    <a:pt x="23909" y="49817"/>
                    <a:pt x="23888" y="49877"/>
                  </a:cubicBezTo>
                  <a:cubicBezTo>
                    <a:pt x="23819" y="50055"/>
                    <a:pt x="23752" y="50245"/>
                    <a:pt x="23687" y="50437"/>
                  </a:cubicBezTo>
                  <a:cubicBezTo>
                    <a:pt x="23661" y="50514"/>
                    <a:pt x="23702" y="50599"/>
                    <a:pt x="23780" y="50625"/>
                  </a:cubicBezTo>
                  <a:cubicBezTo>
                    <a:pt x="23796" y="50630"/>
                    <a:pt x="23812" y="50632"/>
                    <a:pt x="23827" y="50632"/>
                  </a:cubicBezTo>
                  <a:cubicBezTo>
                    <a:pt x="23889" y="50632"/>
                    <a:pt x="23946" y="50594"/>
                    <a:pt x="23965" y="50532"/>
                  </a:cubicBezTo>
                  <a:cubicBezTo>
                    <a:pt x="24029" y="50342"/>
                    <a:pt x="24095" y="50156"/>
                    <a:pt x="24162" y="49981"/>
                  </a:cubicBezTo>
                  <a:cubicBezTo>
                    <a:pt x="24192" y="49904"/>
                    <a:pt x="24153" y="49820"/>
                    <a:pt x="24077" y="49791"/>
                  </a:cubicBezTo>
                  <a:cubicBezTo>
                    <a:pt x="24060" y="49784"/>
                    <a:pt x="24042" y="49781"/>
                    <a:pt x="24025" y="49781"/>
                  </a:cubicBezTo>
                  <a:close/>
                  <a:moveTo>
                    <a:pt x="3039" y="50050"/>
                  </a:moveTo>
                  <a:cubicBezTo>
                    <a:pt x="2993" y="50050"/>
                    <a:pt x="2947" y="50072"/>
                    <a:pt x="2918" y="50113"/>
                  </a:cubicBezTo>
                  <a:cubicBezTo>
                    <a:pt x="2872" y="50178"/>
                    <a:pt x="2887" y="50271"/>
                    <a:pt x="2955" y="50317"/>
                  </a:cubicBezTo>
                  <a:cubicBezTo>
                    <a:pt x="3109" y="50425"/>
                    <a:pt x="3275" y="50537"/>
                    <a:pt x="3450" y="50649"/>
                  </a:cubicBezTo>
                  <a:cubicBezTo>
                    <a:pt x="3475" y="50665"/>
                    <a:pt x="3502" y="50672"/>
                    <a:pt x="3529" y="50672"/>
                  </a:cubicBezTo>
                  <a:cubicBezTo>
                    <a:pt x="3579" y="50672"/>
                    <a:pt x="3626" y="50647"/>
                    <a:pt x="3652" y="50605"/>
                  </a:cubicBezTo>
                  <a:cubicBezTo>
                    <a:pt x="3695" y="50537"/>
                    <a:pt x="3677" y="50445"/>
                    <a:pt x="3609" y="50402"/>
                  </a:cubicBezTo>
                  <a:cubicBezTo>
                    <a:pt x="3437" y="50291"/>
                    <a:pt x="3274" y="50182"/>
                    <a:pt x="3124" y="50077"/>
                  </a:cubicBezTo>
                  <a:cubicBezTo>
                    <a:pt x="3098" y="50059"/>
                    <a:pt x="3069" y="50050"/>
                    <a:pt x="3039" y="50050"/>
                  </a:cubicBezTo>
                  <a:close/>
                  <a:moveTo>
                    <a:pt x="46985" y="49954"/>
                  </a:moveTo>
                  <a:cubicBezTo>
                    <a:pt x="46912" y="49954"/>
                    <a:pt x="46849" y="50005"/>
                    <a:pt x="46837" y="50080"/>
                  </a:cubicBezTo>
                  <a:cubicBezTo>
                    <a:pt x="46809" y="50274"/>
                    <a:pt x="46779" y="50469"/>
                    <a:pt x="46750" y="50662"/>
                  </a:cubicBezTo>
                  <a:cubicBezTo>
                    <a:pt x="46738" y="50742"/>
                    <a:pt x="46794" y="50816"/>
                    <a:pt x="46873" y="50830"/>
                  </a:cubicBezTo>
                  <a:cubicBezTo>
                    <a:pt x="46882" y="50831"/>
                    <a:pt x="46889" y="50831"/>
                    <a:pt x="46897" y="50831"/>
                  </a:cubicBezTo>
                  <a:cubicBezTo>
                    <a:pt x="46968" y="50831"/>
                    <a:pt x="47031" y="50778"/>
                    <a:pt x="47042" y="50707"/>
                  </a:cubicBezTo>
                  <a:cubicBezTo>
                    <a:pt x="47071" y="50511"/>
                    <a:pt x="47100" y="50316"/>
                    <a:pt x="47129" y="50121"/>
                  </a:cubicBezTo>
                  <a:cubicBezTo>
                    <a:pt x="47141" y="50042"/>
                    <a:pt x="47085" y="49966"/>
                    <a:pt x="47004" y="49955"/>
                  </a:cubicBezTo>
                  <a:cubicBezTo>
                    <a:pt x="46998" y="49954"/>
                    <a:pt x="46991" y="49954"/>
                    <a:pt x="46985" y="49954"/>
                  </a:cubicBezTo>
                  <a:close/>
                  <a:moveTo>
                    <a:pt x="57971" y="50249"/>
                  </a:moveTo>
                  <a:cubicBezTo>
                    <a:pt x="57904" y="50249"/>
                    <a:pt x="57843" y="50298"/>
                    <a:pt x="57830" y="50368"/>
                  </a:cubicBezTo>
                  <a:cubicBezTo>
                    <a:pt x="57818" y="50426"/>
                    <a:pt x="57805" y="50487"/>
                    <a:pt x="57792" y="50547"/>
                  </a:cubicBezTo>
                  <a:cubicBezTo>
                    <a:pt x="57764" y="50675"/>
                    <a:pt x="57732" y="50804"/>
                    <a:pt x="57695" y="50929"/>
                  </a:cubicBezTo>
                  <a:cubicBezTo>
                    <a:pt x="57674" y="51006"/>
                    <a:pt x="57718" y="51089"/>
                    <a:pt x="57798" y="51111"/>
                  </a:cubicBezTo>
                  <a:cubicBezTo>
                    <a:pt x="57810" y="51115"/>
                    <a:pt x="57824" y="51116"/>
                    <a:pt x="57838" y="51116"/>
                  </a:cubicBezTo>
                  <a:cubicBezTo>
                    <a:pt x="57902" y="51116"/>
                    <a:pt x="57960" y="51073"/>
                    <a:pt x="57976" y="51010"/>
                  </a:cubicBezTo>
                  <a:cubicBezTo>
                    <a:pt x="58014" y="50879"/>
                    <a:pt x="58049" y="50745"/>
                    <a:pt x="58078" y="50613"/>
                  </a:cubicBezTo>
                  <a:cubicBezTo>
                    <a:pt x="58093" y="50549"/>
                    <a:pt x="58107" y="50487"/>
                    <a:pt x="58118" y="50424"/>
                  </a:cubicBezTo>
                  <a:cubicBezTo>
                    <a:pt x="58134" y="50344"/>
                    <a:pt x="58082" y="50267"/>
                    <a:pt x="58002" y="50252"/>
                  </a:cubicBezTo>
                  <a:cubicBezTo>
                    <a:pt x="57992" y="50250"/>
                    <a:pt x="57981" y="50249"/>
                    <a:pt x="57971" y="50249"/>
                  </a:cubicBezTo>
                  <a:close/>
                  <a:moveTo>
                    <a:pt x="4286" y="50838"/>
                  </a:moveTo>
                  <a:cubicBezTo>
                    <a:pt x="4235" y="50838"/>
                    <a:pt x="4185" y="50864"/>
                    <a:pt x="4158" y="50910"/>
                  </a:cubicBezTo>
                  <a:cubicBezTo>
                    <a:pt x="4116" y="50982"/>
                    <a:pt x="4141" y="51072"/>
                    <a:pt x="4210" y="51114"/>
                  </a:cubicBezTo>
                  <a:cubicBezTo>
                    <a:pt x="4380" y="51214"/>
                    <a:pt x="4553" y="51312"/>
                    <a:pt x="4724" y="51410"/>
                  </a:cubicBezTo>
                  <a:cubicBezTo>
                    <a:pt x="4746" y="51423"/>
                    <a:pt x="4771" y="51429"/>
                    <a:pt x="4796" y="51429"/>
                  </a:cubicBezTo>
                  <a:cubicBezTo>
                    <a:pt x="4847" y="51429"/>
                    <a:pt x="4896" y="51401"/>
                    <a:pt x="4925" y="51353"/>
                  </a:cubicBezTo>
                  <a:cubicBezTo>
                    <a:pt x="4965" y="51282"/>
                    <a:pt x="4941" y="51192"/>
                    <a:pt x="4869" y="51152"/>
                  </a:cubicBezTo>
                  <a:cubicBezTo>
                    <a:pt x="4698" y="51055"/>
                    <a:pt x="4528" y="50957"/>
                    <a:pt x="4360" y="50858"/>
                  </a:cubicBezTo>
                  <a:cubicBezTo>
                    <a:pt x="4337" y="50844"/>
                    <a:pt x="4311" y="50838"/>
                    <a:pt x="4286" y="50838"/>
                  </a:cubicBezTo>
                  <a:close/>
                  <a:moveTo>
                    <a:pt x="23564" y="51181"/>
                  </a:moveTo>
                  <a:cubicBezTo>
                    <a:pt x="23500" y="51181"/>
                    <a:pt x="23441" y="51222"/>
                    <a:pt x="23422" y="51287"/>
                  </a:cubicBezTo>
                  <a:cubicBezTo>
                    <a:pt x="23368" y="51477"/>
                    <a:pt x="23315" y="51668"/>
                    <a:pt x="23265" y="51859"/>
                  </a:cubicBezTo>
                  <a:cubicBezTo>
                    <a:pt x="23244" y="51937"/>
                    <a:pt x="23290" y="52018"/>
                    <a:pt x="23369" y="52039"/>
                  </a:cubicBezTo>
                  <a:cubicBezTo>
                    <a:pt x="23380" y="52043"/>
                    <a:pt x="23394" y="52044"/>
                    <a:pt x="23406" y="52044"/>
                  </a:cubicBezTo>
                  <a:cubicBezTo>
                    <a:pt x="23472" y="52044"/>
                    <a:pt x="23532" y="52001"/>
                    <a:pt x="23549" y="51935"/>
                  </a:cubicBezTo>
                  <a:cubicBezTo>
                    <a:pt x="23599" y="51746"/>
                    <a:pt x="23652" y="51558"/>
                    <a:pt x="23705" y="51370"/>
                  </a:cubicBezTo>
                  <a:cubicBezTo>
                    <a:pt x="23729" y="51291"/>
                    <a:pt x="23684" y="51210"/>
                    <a:pt x="23605" y="51187"/>
                  </a:cubicBezTo>
                  <a:cubicBezTo>
                    <a:pt x="23592" y="51183"/>
                    <a:pt x="23578" y="51181"/>
                    <a:pt x="23564" y="51181"/>
                  </a:cubicBezTo>
                  <a:close/>
                  <a:moveTo>
                    <a:pt x="5566" y="51567"/>
                  </a:moveTo>
                  <a:cubicBezTo>
                    <a:pt x="5514" y="51567"/>
                    <a:pt x="5464" y="51595"/>
                    <a:pt x="5437" y="51643"/>
                  </a:cubicBezTo>
                  <a:cubicBezTo>
                    <a:pt x="5397" y="51714"/>
                    <a:pt x="5423" y="51804"/>
                    <a:pt x="5494" y="51844"/>
                  </a:cubicBezTo>
                  <a:cubicBezTo>
                    <a:pt x="5665" y="51941"/>
                    <a:pt x="5836" y="52036"/>
                    <a:pt x="6008" y="52135"/>
                  </a:cubicBezTo>
                  <a:cubicBezTo>
                    <a:pt x="6030" y="52147"/>
                    <a:pt x="6056" y="52154"/>
                    <a:pt x="6081" y="52154"/>
                  </a:cubicBezTo>
                  <a:cubicBezTo>
                    <a:pt x="6131" y="52154"/>
                    <a:pt x="6181" y="52128"/>
                    <a:pt x="6209" y="52079"/>
                  </a:cubicBezTo>
                  <a:cubicBezTo>
                    <a:pt x="6248" y="52008"/>
                    <a:pt x="6224" y="51918"/>
                    <a:pt x="6153" y="51878"/>
                  </a:cubicBezTo>
                  <a:cubicBezTo>
                    <a:pt x="5982" y="51780"/>
                    <a:pt x="5809" y="51683"/>
                    <a:pt x="5638" y="51586"/>
                  </a:cubicBezTo>
                  <a:cubicBezTo>
                    <a:pt x="5615" y="51573"/>
                    <a:pt x="5590" y="51567"/>
                    <a:pt x="5566" y="51567"/>
                  </a:cubicBezTo>
                  <a:close/>
                  <a:moveTo>
                    <a:pt x="46762" y="51411"/>
                  </a:moveTo>
                  <a:cubicBezTo>
                    <a:pt x="46692" y="51411"/>
                    <a:pt x="46629" y="51464"/>
                    <a:pt x="46618" y="51538"/>
                  </a:cubicBezTo>
                  <a:cubicBezTo>
                    <a:pt x="46590" y="51734"/>
                    <a:pt x="46564" y="51931"/>
                    <a:pt x="46542" y="52127"/>
                  </a:cubicBezTo>
                  <a:cubicBezTo>
                    <a:pt x="46533" y="52207"/>
                    <a:pt x="46592" y="52281"/>
                    <a:pt x="46672" y="52290"/>
                  </a:cubicBezTo>
                  <a:cubicBezTo>
                    <a:pt x="46677" y="52291"/>
                    <a:pt x="46685" y="52291"/>
                    <a:pt x="46690" y="52291"/>
                  </a:cubicBezTo>
                  <a:cubicBezTo>
                    <a:pt x="46763" y="52291"/>
                    <a:pt x="46827" y="52235"/>
                    <a:pt x="46835" y="52161"/>
                  </a:cubicBezTo>
                  <a:cubicBezTo>
                    <a:pt x="46857" y="51966"/>
                    <a:pt x="46883" y="51772"/>
                    <a:pt x="46909" y="51579"/>
                  </a:cubicBezTo>
                  <a:cubicBezTo>
                    <a:pt x="46922" y="51498"/>
                    <a:pt x="46866" y="51424"/>
                    <a:pt x="46785" y="51413"/>
                  </a:cubicBezTo>
                  <a:cubicBezTo>
                    <a:pt x="46777" y="51412"/>
                    <a:pt x="46770" y="51411"/>
                    <a:pt x="46762" y="51411"/>
                  </a:cubicBezTo>
                  <a:close/>
                  <a:moveTo>
                    <a:pt x="57543" y="51654"/>
                  </a:moveTo>
                  <a:cubicBezTo>
                    <a:pt x="57485" y="51654"/>
                    <a:pt x="57431" y="51688"/>
                    <a:pt x="57407" y="51744"/>
                  </a:cubicBezTo>
                  <a:cubicBezTo>
                    <a:pt x="57334" y="51919"/>
                    <a:pt x="57252" y="52095"/>
                    <a:pt x="57163" y="52269"/>
                  </a:cubicBezTo>
                  <a:cubicBezTo>
                    <a:pt x="57127" y="52341"/>
                    <a:pt x="57155" y="52430"/>
                    <a:pt x="57227" y="52467"/>
                  </a:cubicBezTo>
                  <a:cubicBezTo>
                    <a:pt x="57250" y="52478"/>
                    <a:pt x="57271" y="52483"/>
                    <a:pt x="57294" y="52483"/>
                  </a:cubicBezTo>
                  <a:cubicBezTo>
                    <a:pt x="57348" y="52483"/>
                    <a:pt x="57399" y="52455"/>
                    <a:pt x="57425" y="52403"/>
                  </a:cubicBezTo>
                  <a:cubicBezTo>
                    <a:pt x="57518" y="52223"/>
                    <a:pt x="57603" y="52039"/>
                    <a:pt x="57679" y="51859"/>
                  </a:cubicBezTo>
                  <a:cubicBezTo>
                    <a:pt x="57711" y="51784"/>
                    <a:pt x="57675" y="51697"/>
                    <a:pt x="57601" y="51666"/>
                  </a:cubicBezTo>
                  <a:cubicBezTo>
                    <a:pt x="57582" y="51658"/>
                    <a:pt x="57562" y="51654"/>
                    <a:pt x="57543" y="51654"/>
                  </a:cubicBezTo>
                  <a:close/>
                  <a:moveTo>
                    <a:pt x="6845" y="52309"/>
                  </a:moveTo>
                  <a:cubicBezTo>
                    <a:pt x="6796" y="52309"/>
                    <a:pt x="6747" y="52334"/>
                    <a:pt x="6719" y="52380"/>
                  </a:cubicBezTo>
                  <a:cubicBezTo>
                    <a:pt x="6676" y="52449"/>
                    <a:pt x="6699" y="52540"/>
                    <a:pt x="6768" y="52582"/>
                  </a:cubicBezTo>
                  <a:cubicBezTo>
                    <a:pt x="6936" y="52684"/>
                    <a:pt x="7100" y="52787"/>
                    <a:pt x="7264" y="52893"/>
                  </a:cubicBezTo>
                  <a:cubicBezTo>
                    <a:pt x="7289" y="52909"/>
                    <a:pt x="7318" y="52916"/>
                    <a:pt x="7345" y="52916"/>
                  </a:cubicBezTo>
                  <a:cubicBezTo>
                    <a:pt x="7392" y="52916"/>
                    <a:pt x="7440" y="52891"/>
                    <a:pt x="7470" y="52850"/>
                  </a:cubicBezTo>
                  <a:cubicBezTo>
                    <a:pt x="7514" y="52782"/>
                    <a:pt x="7494" y="52690"/>
                    <a:pt x="7426" y="52647"/>
                  </a:cubicBezTo>
                  <a:cubicBezTo>
                    <a:pt x="7259" y="52538"/>
                    <a:pt x="7092" y="52433"/>
                    <a:pt x="6922" y="52330"/>
                  </a:cubicBezTo>
                  <a:cubicBezTo>
                    <a:pt x="6898" y="52316"/>
                    <a:pt x="6871" y="52309"/>
                    <a:pt x="6845" y="52309"/>
                  </a:cubicBezTo>
                  <a:close/>
                  <a:moveTo>
                    <a:pt x="23190" y="52607"/>
                  </a:moveTo>
                  <a:cubicBezTo>
                    <a:pt x="23124" y="52607"/>
                    <a:pt x="23063" y="52653"/>
                    <a:pt x="23047" y="52720"/>
                  </a:cubicBezTo>
                  <a:cubicBezTo>
                    <a:pt x="23001" y="52911"/>
                    <a:pt x="22954" y="53103"/>
                    <a:pt x="22908" y="53294"/>
                  </a:cubicBezTo>
                  <a:cubicBezTo>
                    <a:pt x="22888" y="53373"/>
                    <a:pt x="22937" y="53453"/>
                    <a:pt x="23016" y="53472"/>
                  </a:cubicBezTo>
                  <a:cubicBezTo>
                    <a:pt x="23027" y="53474"/>
                    <a:pt x="23039" y="53476"/>
                    <a:pt x="23050" y="53476"/>
                  </a:cubicBezTo>
                  <a:cubicBezTo>
                    <a:pt x="23117" y="53476"/>
                    <a:pt x="23178" y="53431"/>
                    <a:pt x="23193" y="53362"/>
                  </a:cubicBezTo>
                  <a:lnTo>
                    <a:pt x="23333" y="52790"/>
                  </a:lnTo>
                  <a:cubicBezTo>
                    <a:pt x="23352" y="52711"/>
                    <a:pt x="23303" y="52631"/>
                    <a:pt x="23224" y="52612"/>
                  </a:cubicBezTo>
                  <a:cubicBezTo>
                    <a:pt x="23213" y="52609"/>
                    <a:pt x="23201" y="52607"/>
                    <a:pt x="23190" y="52607"/>
                  </a:cubicBezTo>
                  <a:close/>
                  <a:moveTo>
                    <a:pt x="56851" y="52953"/>
                  </a:moveTo>
                  <a:cubicBezTo>
                    <a:pt x="56802" y="52953"/>
                    <a:pt x="56755" y="52977"/>
                    <a:pt x="56727" y="53020"/>
                  </a:cubicBezTo>
                  <a:cubicBezTo>
                    <a:pt x="56623" y="53180"/>
                    <a:pt x="56513" y="53342"/>
                    <a:pt x="56396" y="53499"/>
                  </a:cubicBezTo>
                  <a:cubicBezTo>
                    <a:pt x="56348" y="53565"/>
                    <a:pt x="56362" y="53658"/>
                    <a:pt x="56427" y="53705"/>
                  </a:cubicBezTo>
                  <a:cubicBezTo>
                    <a:pt x="56454" y="53725"/>
                    <a:pt x="56486" y="53734"/>
                    <a:pt x="56515" y="53734"/>
                  </a:cubicBezTo>
                  <a:cubicBezTo>
                    <a:pt x="56562" y="53734"/>
                    <a:pt x="56606" y="53714"/>
                    <a:pt x="56634" y="53673"/>
                  </a:cubicBezTo>
                  <a:cubicBezTo>
                    <a:pt x="56754" y="53510"/>
                    <a:pt x="56869" y="53344"/>
                    <a:pt x="56974" y="53180"/>
                  </a:cubicBezTo>
                  <a:cubicBezTo>
                    <a:pt x="57019" y="53112"/>
                    <a:pt x="56999" y="53020"/>
                    <a:pt x="56931" y="52977"/>
                  </a:cubicBezTo>
                  <a:cubicBezTo>
                    <a:pt x="56906" y="52961"/>
                    <a:pt x="56878" y="52953"/>
                    <a:pt x="56851" y="52953"/>
                  </a:cubicBezTo>
                  <a:close/>
                  <a:moveTo>
                    <a:pt x="46614" y="52878"/>
                  </a:moveTo>
                  <a:cubicBezTo>
                    <a:pt x="46542" y="52878"/>
                    <a:pt x="46474" y="52940"/>
                    <a:pt x="46470" y="53018"/>
                  </a:cubicBezTo>
                  <a:cubicBezTo>
                    <a:pt x="46464" y="53158"/>
                    <a:pt x="46461" y="53297"/>
                    <a:pt x="46461" y="53436"/>
                  </a:cubicBezTo>
                  <a:lnTo>
                    <a:pt x="46463" y="53618"/>
                  </a:lnTo>
                  <a:cubicBezTo>
                    <a:pt x="46464" y="53699"/>
                    <a:pt x="46530" y="53762"/>
                    <a:pt x="46609" y="53762"/>
                  </a:cubicBezTo>
                  <a:lnTo>
                    <a:pt x="46612" y="53762"/>
                  </a:lnTo>
                  <a:cubicBezTo>
                    <a:pt x="46693" y="53760"/>
                    <a:pt x="46758" y="53693"/>
                    <a:pt x="46757" y="53612"/>
                  </a:cubicBezTo>
                  <a:lnTo>
                    <a:pt x="46755" y="53436"/>
                  </a:lnTo>
                  <a:cubicBezTo>
                    <a:pt x="46755" y="53300"/>
                    <a:pt x="46758" y="53165"/>
                    <a:pt x="46764" y="53031"/>
                  </a:cubicBezTo>
                  <a:cubicBezTo>
                    <a:pt x="46768" y="52950"/>
                    <a:pt x="46705" y="52881"/>
                    <a:pt x="46624" y="52878"/>
                  </a:cubicBezTo>
                  <a:cubicBezTo>
                    <a:pt x="46620" y="52878"/>
                    <a:pt x="46617" y="52878"/>
                    <a:pt x="46614" y="52878"/>
                  </a:cubicBezTo>
                  <a:close/>
                  <a:moveTo>
                    <a:pt x="8073" y="53123"/>
                  </a:moveTo>
                  <a:cubicBezTo>
                    <a:pt x="8027" y="53123"/>
                    <a:pt x="7983" y="53144"/>
                    <a:pt x="7954" y="53183"/>
                  </a:cubicBezTo>
                  <a:cubicBezTo>
                    <a:pt x="7905" y="53249"/>
                    <a:pt x="7919" y="53340"/>
                    <a:pt x="7985" y="53390"/>
                  </a:cubicBezTo>
                  <a:cubicBezTo>
                    <a:pt x="8146" y="53508"/>
                    <a:pt x="8301" y="53628"/>
                    <a:pt x="8445" y="53747"/>
                  </a:cubicBezTo>
                  <a:cubicBezTo>
                    <a:pt x="8473" y="53768"/>
                    <a:pt x="8505" y="53781"/>
                    <a:pt x="8538" y="53781"/>
                  </a:cubicBezTo>
                  <a:cubicBezTo>
                    <a:pt x="8582" y="53781"/>
                    <a:pt x="8624" y="53762"/>
                    <a:pt x="8652" y="53727"/>
                  </a:cubicBezTo>
                  <a:cubicBezTo>
                    <a:pt x="8706" y="53664"/>
                    <a:pt x="8696" y="53571"/>
                    <a:pt x="8633" y="53520"/>
                  </a:cubicBezTo>
                  <a:cubicBezTo>
                    <a:pt x="8485" y="53399"/>
                    <a:pt x="8326" y="53275"/>
                    <a:pt x="8161" y="53152"/>
                  </a:cubicBezTo>
                  <a:cubicBezTo>
                    <a:pt x="8134" y="53132"/>
                    <a:pt x="8103" y="53123"/>
                    <a:pt x="8073" y="53123"/>
                  </a:cubicBezTo>
                  <a:close/>
                  <a:moveTo>
                    <a:pt x="9193" y="54081"/>
                  </a:moveTo>
                  <a:cubicBezTo>
                    <a:pt x="9156" y="54081"/>
                    <a:pt x="9118" y="54095"/>
                    <a:pt x="9089" y="54123"/>
                  </a:cubicBezTo>
                  <a:cubicBezTo>
                    <a:pt x="9032" y="54181"/>
                    <a:pt x="9032" y="54274"/>
                    <a:pt x="9088" y="54332"/>
                  </a:cubicBezTo>
                  <a:cubicBezTo>
                    <a:pt x="9148" y="54393"/>
                    <a:pt x="9209" y="54457"/>
                    <a:pt x="9268" y="54519"/>
                  </a:cubicBezTo>
                  <a:cubicBezTo>
                    <a:pt x="9340" y="54598"/>
                    <a:pt x="9409" y="54677"/>
                    <a:pt x="9479" y="54759"/>
                  </a:cubicBezTo>
                  <a:cubicBezTo>
                    <a:pt x="9507" y="54793"/>
                    <a:pt x="9550" y="54810"/>
                    <a:pt x="9591" y="54810"/>
                  </a:cubicBezTo>
                  <a:cubicBezTo>
                    <a:pt x="9625" y="54810"/>
                    <a:pt x="9660" y="54799"/>
                    <a:pt x="9687" y="54776"/>
                  </a:cubicBezTo>
                  <a:cubicBezTo>
                    <a:pt x="9749" y="54723"/>
                    <a:pt x="9756" y="54630"/>
                    <a:pt x="9703" y="54568"/>
                  </a:cubicBezTo>
                  <a:cubicBezTo>
                    <a:pt x="9632" y="54483"/>
                    <a:pt x="9559" y="54401"/>
                    <a:pt x="9485" y="54319"/>
                  </a:cubicBezTo>
                  <a:cubicBezTo>
                    <a:pt x="9424" y="54253"/>
                    <a:pt x="9362" y="54187"/>
                    <a:pt x="9299" y="54124"/>
                  </a:cubicBezTo>
                  <a:cubicBezTo>
                    <a:pt x="9269" y="54095"/>
                    <a:pt x="9231" y="54081"/>
                    <a:pt x="9193" y="54081"/>
                  </a:cubicBezTo>
                  <a:close/>
                  <a:moveTo>
                    <a:pt x="55961" y="54128"/>
                  </a:moveTo>
                  <a:cubicBezTo>
                    <a:pt x="55920" y="54128"/>
                    <a:pt x="55879" y="54145"/>
                    <a:pt x="55850" y="54179"/>
                  </a:cubicBezTo>
                  <a:cubicBezTo>
                    <a:pt x="55726" y="54322"/>
                    <a:pt x="55594" y="54468"/>
                    <a:pt x="55458" y="54609"/>
                  </a:cubicBezTo>
                  <a:cubicBezTo>
                    <a:pt x="55403" y="54669"/>
                    <a:pt x="55404" y="54762"/>
                    <a:pt x="55463" y="54819"/>
                  </a:cubicBezTo>
                  <a:cubicBezTo>
                    <a:pt x="55492" y="54847"/>
                    <a:pt x="55529" y="54860"/>
                    <a:pt x="55565" y="54860"/>
                  </a:cubicBezTo>
                  <a:cubicBezTo>
                    <a:pt x="55605" y="54860"/>
                    <a:pt x="55643" y="54846"/>
                    <a:pt x="55669" y="54814"/>
                  </a:cubicBezTo>
                  <a:cubicBezTo>
                    <a:pt x="55808" y="54668"/>
                    <a:pt x="55945" y="54519"/>
                    <a:pt x="56071" y="54372"/>
                  </a:cubicBezTo>
                  <a:cubicBezTo>
                    <a:pt x="56126" y="54312"/>
                    <a:pt x="56120" y="54217"/>
                    <a:pt x="56058" y="54165"/>
                  </a:cubicBezTo>
                  <a:cubicBezTo>
                    <a:pt x="56030" y="54140"/>
                    <a:pt x="55996" y="54128"/>
                    <a:pt x="55961" y="54128"/>
                  </a:cubicBezTo>
                  <a:close/>
                  <a:moveTo>
                    <a:pt x="22840" y="54040"/>
                  </a:moveTo>
                  <a:cubicBezTo>
                    <a:pt x="22773" y="54040"/>
                    <a:pt x="22713" y="54085"/>
                    <a:pt x="22697" y="54152"/>
                  </a:cubicBezTo>
                  <a:cubicBezTo>
                    <a:pt x="22650" y="54341"/>
                    <a:pt x="22600" y="54531"/>
                    <a:pt x="22550" y="54721"/>
                  </a:cubicBezTo>
                  <a:cubicBezTo>
                    <a:pt x="22529" y="54799"/>
                    <a:pt x="22575" y="54881"/>
                    <a:pt x="22655" y="54901"/>
                  </a:cubicBezTo>
                  <a:cubicBezTo>
                    <a:pt x="22667" y="54905"/>
                    <a:pt x="22681" y="54906"/>
                    <a:pt x="22693" y="54906"/>
                  </a:cubicBezTo>
                  <a:cubicBezTo>
                    <a:pt x="22758" y="54906"/>
                    <a:pt x="22818" y="54862"/>
                    <a:pt x="22834" y="54796"/>
                  </a:cubicBezTo>
                  <a:cubicBezTo>
                    <a:pt x="22886" y="54607"/>
                    <a:pt x="22936" y="54415"/>
                    <a:pt x="22983" y="54224"/>
                  </a:cubicBezTo>
                  <a:cubicBezTo>
                    <a:pt x="23003" y="54144"/>
                    <a:pt x="22955" y="54064"/>
                    <a:pt x="22876" y="54045"/>
                  </a:cubicBezTo>
                  <a:cubicBezTo>
                    <a:pt x="22864" y="54042"/>
                    <a:pt x="22852" y="54040"/>
                    <a:pt x="22840" y="54040"/>
                  </a:cubicBezTo>
                  <a:close/>
                  <a:moveTo>
                    <a:pt x="46696" y="54346"/>
                  </a:moveTo>
                  <a:cubicBezTo>
                    <a:pt x="46687" y="54346"/>
                    <a:pt x="46679" y="54347"/>
                    <a:pt x="46670" y="54348"/>
                  </a:cubicBezTo>
                  <a:cubicBezTo>
                    <a:pt x="46590" y="54362"/>
                    <a:pt x="46536" y="54438"/>
                    <a:pt x="46549" y="54518"/>
                  </a:cubicBezTo>
                  <a:cubicBezTo>
                    <a:pt x="46584" y="54720"/>
                    <a:pt x="46629" y="54918"/>
                    <a:pt x="46681" y="55109"/>
                  </a:cubicBezTo>
                  <a:cubicBezTo>
                    <a:pt x="46700" y="55175"/>
                    <a:pt x="46759" y="55217"/>
                    <a:pt x="46824" y="55217"/>
                  </a:cubicBezTo>
                  <a:cubicBezTo>
                    <a:pt x="46836" y="55217"/>
                    <a:pt x="46851" y="55216"/>
                    <a:pt x="46862" y="55211"/>
                  </a:cubicBezTo>
                  <a:cubicBezTo>
                    <a:pt x="46940" y="55189"/>
                    <a:pt x="46987" y="55108"/>
                    <a:pt x="46965" y="55029"/>
                  </a:cubicBezTo>
                  <a:cubicBezTo>
                    <a:pt x="46915" y="54847"/>
                    <a:pt x="46872" y="54659"/>
                    <a:pt x="46840" y="54468"/>
                  </a:cubicBezTo>
                  <a:cubicBezTo>
                    <a:pt x="46827" y="54396"/>
                    <a:pt x="46766" y="54346"/>
                    <a:pt x="46696" y="54346"/>
                  </a:cubicBezTo>
                  <a:close/>
                  <a:moveTo>
                    <a:pt x="54933" y="55185"/>
                  </a:moveTo>
                  <a:cubicBezTo>
                    <a:pt x="54898" y="55185"/>
                    <a:pt x="54862" y="55198"/>
                    <a:pt x="54833" y="55224"/>
                  </a:cubicBezTo>
                  <a:cubicBezTo>
                    <a:pt x="54693" y="55353"/>
                    <a:pt x="54545" y="55484"/>
                    <a:pt x="54396" y="55611"/>
                  </a:cubicBezTo>
                  <a:cubicBezTo>
                    <a:pt x="54335" y="55665"/>
                    <a:pt x="54327" y="55758"/>
                    <a:pt x="54379" y="55819"/>
                  </a:cubicBezTo>
                  <a:cubicBezTo>
                    <a:pt x="54409" y="55853"/>
                    <a:pt x="54451" y="55871"/>
                    <a:pt x="54492" y="55871"/>
                  </a:cubicBezTo>
                  <a:cubicBezTo>
                    <a:pt x="54527" y="55871"/>
                    <a:pt x="54560" y="55860"/>
                    <a:pt x="54587" y="55836"/>
                  </a:cubicBezTo>
                  <a:cubicBezTo>
                    <a:pt x="54739" y="55706"/>
                    <a:pt x="54889" y="55573"/>
                    <a:pt x="55032" y="55441"/>
                  </a:cubicBezTo>
                  <a:cubicBezTo>
                    <a:pt x="55092" y="55387"/>
                    <a:pt x="55096" y="55293"/>
                    <a:pt x="55041" y="55233"/>
                  </a:cubicBezTo>
                  <a:cubicBezTo>
                    <a:pt x="55012" y="55201"/>
                    <a:pt x="54973" y="55185"/>
                    <a:pt x="54933" y="55185"/>
                  </a:cubicBezTo>
                  <a:close/>
                  <a:moveTo>
                    <a:pt x="10132" y="55216"/>
                  </a:moveTo>
                  <a:cubicBezTo>
                    <a:pt x="10102" y="55216"/>
                    <a:pt x="10073" y="55224"/>
                    <a:pt x="10047" y="55243"/>
                  </a:cubicBezTo>
                  <a:cubicBezTo>
                    <a:pt x="9980" y="55289"/>
                    <a:pt x="9964" y="55382"/>
                    <a:pt x="10012" y="55448"/>
                  </a:cubicBezTo>
                  <a:cubicBezTo>
                    <a:pt x="10120" y="55599"/>
                    <a:pt x="10227" y="55758"/>
                    <a:pt x="10341" y="55930"/>
                  </a:cubicBezTo>
                  <a:cubicBezTo>
                    <a:pt x="10369" y="55974"/>
                    <a:pt x="10416" y="55997"/>
                    <a:pt x="10465" y="55997"/>
                  </a:cubicBezTo>
                  <a:cubicBezTo>
                    <a:pt x="10493" y="55997"/>
                    <a:pt x="10519" y="55990"/>
                    <a:pt x="10544" y="55974"/>
                  </a:cubicBezTo>
                  <a:cubicBezTo>
                    <a:pt x="10612" y="55930"/>
                    <a:pt x="10632" y="55839"/>
                    <a:pt x="10586" y="55770"/>
                  </a:cubicBezTo>
                  <a:cubicBezTo>
                    <a:pt x="10472" y="55594"/>
                    <a:pt x="10363" y="55433"/>
                    <a:pt x="10251" y="55278"/>
                  </a:cubicBezTo>
                  <a:cubicBezTo>
                    <a:pt x="10223" y="55237"/>
                    <a:pt x="10178" y="55216"/>
                    <a:pt x="10132" y="55216"/>
                  </a:cubicBezTo>
                  <a:close/>
                  <a:moveTo>
                    <a:pt x="22450" y="55462"/>
                  </a:moveTo>
                  <a:cubicBezTo>
                    <a:pt x="22387" y="55462"/>
                    <a:pt x="22329" y="55504"/>
                    <a:pt x="22310" y="55567"/>
                  </a:cubicBezTo>
                  <a:cubicBezTo>
                    <a:pt x="22254" y="55753"/>
                    <a:pt x="22194" y="55939"/>
                    <a:pt x="22131" y="56124"/>
                  </a:cubicBezTo>
                  <a:cubicBezTo>
                    <a:pt x="22105" y="56201"/>
                    <a:pt x="22146" y="56285"/>
                    <a:pt x="22224" y="56311"/>
                  </a:cubicBezTo>
                  <a:cubicBezTo>
                    <a:pt x="22239" y="56316"/>
                    <a:pt x="22256" y="56319"/>
                    <a:pt x="22271" y="56319"/>
                  </a:cubicBezTo>
                  <a:cubicBezTo>
                    <a:pt x="22333" y="56319"/>
                    <a:pt x="22390" y="56280"/>
                    <a:pt x="22410" y="56219"/>
                  </a:cubicBezTo>
                  <a:cubicBezTo>
                    <a:pt x="22473" y="56032"/>
                    <a:pt x="22534" y="55842"/>
                    <a:pt x="22592" y="55653"/>
                  </a:cubicBezTo>
                  <a:cubicBezTo>
                    <a:pt x="22617" y="55574"/>
                    <a:pt x="22571" y="55491"/>
                    <a:pt x="22494" y="55469"/>
                  </a:cubicBezTo>
                  <a:cubicBezTo>
                    <a:pt x="22479" y="55464"/>
                    <a:pt x="22465" y="55462"/>
                    <a:pt x="22450" y="55462"/>
                  </a:cubicBezTo>
                  <a:close/>
                  <a:moveTo>
                    <a:pt x="47127" y="55754"/>
                  </a:moveTo>
                  <a:cubicBezTo>
                    <a:pt x="47105" y="55754"/>
                    <a:pt x="47084" y="55758"/>
                    <a:pt x="47063" y="55768"/>
                  </a:cubicBezTo>
                  <a:cubicBezTo>
                    <a:pt x="46990" y="55803"/>
                    <a:pt x="46958" y="55891"/>
                    <a:pt x="46992" y="55964"/>
                  </a:cubicBezTo>
                  <a:cubicBezTo>
                    <a:pt x="47080" y="56152"/>
                    <a:pt x="47178" y="56331"/>
                    <a:pt x="47284" y="56497"/>
                  </a:cubicBezTo>
                  <a:cubicBezTo>
                    <a:pt x="47312" y="56542"/>
                    <a:pt x="47360" y="56566"/>
                    <a:pt x="47409" y="56566"/>
                  </a:cubicBezTo>
                  <a:cubicBezTo>
                    <a:pt x="47436" y="56566"/>
                    <a:pt x="47464" y="56558"/>
                    <a:pt x="47486" y="56543"/>
                  </a:cubicBezTo>
                  <a:cubicBezTo>
                    <a:pt x="47554" y="56499"/>
                    <a:pt x="47575" y="56408"/>
                    <a:pt x="47532" y="56339"/>
                  </a:cubicBezTo>
                  <a:cubicBezTo>
                    <a:pt x="47434" y="56185"/>
                    <a:pt x="47342" y="56016"/>
                    <a:pt x="47259" y="55839"/>
                  </a:cubicBezTo>
                  <a:cubicBezTo>
                    <a:pt x="47234" y="55785"/>
                    <a:pt x="47182" y="55754"/>
                    <a:pt x="47127" y="55754"/>
                  </a:cubicBezTo>
                  <a:close/>
                  <a:moveTo>
                    <a:pt x="53806" y="56133"/>
                  </a:moveTo>
                  <a:cubicBezTo>
                    <a:pt x="53774" y="56133"/>
                    <a:pt x="53743" y="56143"/>
                    <a:pt x="53716" y="56164"/>
                  </a:cubicBezTo>
                  <a:cubicBezTo>
                    <a:pt x="53618" y="56238"/>
                    <a:pt x="53520" y="56312"/>
                    <a:pt x="53420" y="56386"/>
                  </a:cubicBezTo>
                  <a:cubicBezTo>
                    <a:pt x="53362" y="56428"/>
                    <a:pt x="53304" y="56471"/>
                    <a:pt x="53247" y="56512"/>
                  </a:cubicBezTo>
                  <a:cubicBezTo>
                    <a:pt x="53179" y="56558"/>
                    <a:pt x="53164" y="56651"/>
                    <a:pt x="53211" y="56717"/>
                  </a:cubicBezTo>
                  <a:cubicBezTo>
                    <a:pt x="53239" y="56757"/>
                    <a:pt x="53285" y="56779"/>
                    <a:pt x="53331" y="56779"/>
                  </a:cubicBezTo>
                  <a:cubicBezTo>
                    <a:pt x="53361" y="56779"/>
                    <a:pt x="53391" y="56770"/>
                    <a:pt x="53417" y="56752"/>
                  </a:cubicBezTo>
                  <a:cubicBezTo>
                    <a:pt x="53477" y="56709"/>
                    <a:pt x="53536" y="56666"/>
                    <a:pt x="53594" y="56623"/>
                  </a:cubicBezTo>
                  <a:cubicBezTo>
                    <a:pt x="53695" y="56549"/>
                    <a:pt x="53795" y="56474"/>
                    <a:pt x="53894" y="56397"/>
                  </a:cubicBezTo>
                  <a:cubicBezTo>
                    <a:pt x="53959" y="56348"/>
                    <a:pt x="53972" y="56255"/>
                    <a:pt x="53922" y="56191"/>
                  </a:cubicBezTo>
                  <a:cubicBezTo>
                    <a:pt x="53893" y="56153"/>
                    <a:pt x="53850" y="56133"/>
                    <a:pt x="53806" y="56133"/>
                  </a:cubicBezTo>
                  <a:close/>
                  <a:moveTo>
                    <a:pt x="10932" y="56453"/>
                  </a:moveTo>
                  <a:cubicBezTo>
                    <a:pt x="10907" y="56453"/>
                    <a:pt x="10880" y="56460"/>
                    <a:pt x="10857" y="56475"/>
                  </a:cubicBezTo>
                  <a:cubicBezTo>
                    <a:pt x="10787" y="56517"/>
                    <a:pt x="10764" y="56608"/>
                    <a:pt x="10806" y="56677"/>
                  </a:cubicBezTo>
                  <a:cubicBezTo>
                    <a:pt x="10908" y="56844"/>
                    <a:pt x="11008" y="57013"/>
                    <a:pt x="11107" y="57182"/>
                  </a:cubicBezTo>
                  <a:cubicBezTo>
                    <a:pt x="11136" y="57229"/>
                    <a:pt x="11185" y="57255"/>
                    <a:pt x="11235" y="57255"/>
                  </a:cubicBezTo>
                  <a:cubicBezTo>
                    <a:pt x="11261" y="57255"/>
                    <a:pt x="11287" y="57248"/>
                    <a:pt x="11311" y="57235"/>
                  </a:cubicBezTo>
                  <a:cubicBezTo>
                    <a:pt x="11380" y="57193"/>
                    <a:pt x="11404" y="57102"/>
                    <a:pt x="11362" y="57033"/>
                  </a:cubicBezTo>
                  <a:cubicBezTo>
                    <a:pt x="11261" y="56863"/>
                    <a:pt x="11161" y="56693"/>
                    <a:pt x="11059" y="56524"/>
                  </a:cubicBezTo>
                  <a:cubicBezTo>
                    <a:pt x="11031" y="56479"/>
                    <a:pt x="10982" y="56453"/>
                    <a:pt x="10932" y="56453"/>
                  </a:cubicBezTo>
                  <a:close/>
                  <a:moveTo>
                    <a:pt x="52590" y="56971"/>
                  </a:moveTo>
                  <a:cubicBezTo>
                    <a:pt x="52564" y="56971"/>
                    <a:pt x="52538" y="56978"/>
                    <a:pt x="52515" y="56992"/>
                  </a:cubicBezTo>
                  <a:cubicBezTo>
                    <a:pt x="52344" y="57092"/>
                    <a:pt x="52173" y="57187"/>
                    <a:pt x="52006" y="57269"/>
                  </a:cubicBezTo>
                  <a:cubicBezTo>
                    <a:pt x="51934" y="57305"/>
                    <a:pt x="51905" y="57394"/>
                    <a:pt x="51941" y="57466"/>
                  </a:cubicBezTo>
                  <a:cubicBezTo>
                    <a:pt x="51968" y="57518"/>
                    <a:pt x="52020" y="57548"/>
                    <a:pt x="52073" y="57548"/>
                  </a:cubicBezTo>
                  <a:cubicBezTo>
                    <a:pt x="52096" y="57548"/>
                    <a:pt x="52119" y="57543"/>
                    <a:pt x="52138" y="57533"/>
                  </a:cubicBezTo>
                  <a:cubicBezTo>
                    <a:pt x="52311" y="57448"/>
                    <a:pt x="52489" y="57352"/>
                    <a:pt x="52666" y="57245"/>
                  </a:cubicBezTo>
                  <a:cubicBezTo>
                    <a:pt x="52736" y="57203"/>
                    <a:pt x="52758" y="57112"/>
                    <a:pt x="52717" y="57043"/>
                  </a:cubicBezTo>
                  <a:cubicBezTo>
                    <a:pt x="52689" y="56997"/>
                    <a:pt x="52640" y="56971"/>
                    <a:pt x="52590" y="56971"/>
                  </a:cubicBezTo>
                  <a:close/>
                  <a:moveTo>
                    <a:pt x="47965" y="56956"/>
                  </a:moveTo>
                  <a:cubicBezTo>
                    <a:pt x="47926" y="56956"/>
                    <a:pt x="47887" y="56971"/>
                    <a:pt x="47858" y="57001"/>
                  </a:cubicBezTo>
                  <a:cubicBezTo>
                    <a:pt x="47801" y="57060"/>
                    <a:pt x="47804" y="57153"/>
                    <a:pt x="47862" y="57209"/>
                  </a:cubicBezTo>
                  <a:cubicBezTo>
                    <a:pt x="48012" y="57356"/>
                    <a:pt x="48173" y="57485"/>
                    <a:pt x="48343" y="57595"/>
                  </a:cubicBezTo>
                  <a:cubicBezTo>
                    <a:pt x="48367" y="57612"/>
                    <a:pt x="48395" y="57620"/>
                    <a:pt x="48423" y="57620"/>
                  </a:cubicBezTo>
                  <a:cubicBezTo>
                    <a:pt x="48472" y="57620"/>
                    <a:pt x="48518" y="57596"/>
                    <a:pt x="48548" y="57552"/>
                  </a:cubicBezTo>
                  <a:cubicBezTo>
                    <a:pt x="48593" y="57483"/>
                    <a:pt x="48574" y="57393"/>
                    <a:pt x="48506" y="57348"/>
                  </a:cubicBezTo>
                  <a:cubicBezTo>
                    <a:pt x="48352" y="57247"/>
                    <a:pt x="48203" y="57130"/>
                    <a:pt x="48067" y="56997"/>
                  </a:cubicBezTo>
                  <a:cubicBezTo>
                    <a:pt x="48038" y="56969"/>
                    <a:pt x="48001" y="56956"/>
                    <a:pt x="47965" y="56956"/>
                  </a:cubicBezTo>
                  <a:close/>
                  <a:moveTo>
                    <a:pt x="21962" y="56852"/>
                  </a:moveTo>
                  <a:cubicBezTo>
                    <a:pt x="21905" y="56852"/>
                    <a:pt x="21849" y="56886"/>
                    <a:pt x="21825" y="56944"/>
                  </a:cubicBezTo>
                  <a:cubicBezTo>
                    <a:pt x="21750" y="57126"/>
                    <a:pt x="21672" y="57305"/>
                    <a:pt x="21590" y="57476"/>
                  </a:cubicBezTo>
                  <a:cubicBezTo>
                    <a:pt x="21556" y="57550"/>
                    <a:pt x="21588" y="57637"/>
                    <a:pt x="21661" y="57673"/>
                  </a:cubicBezTo>
                  <a:cubicBezTo>
                    <a:pt x="21682" y="57683"/>
                    <a:pt x="21704" y="57687"/>
                    <a:pt x="21724" y="57687"/>
                  </a:cubicBezTo>
                  <a:cubicBezTo>
                    <a:pt x="21780" y="57687"/>
                    <a:pt x="21833" y="57656"/>
                    <a:pt x="21858" y="57601"/>
                  </a:cubicBezTo>
                  <a:cubicBezTo>
                    <a:pt x="21941" y="57426"/>
                    <a:pt x="22021" y="57241"/>
                    <a:pt x="22099" y="57054"/>
                  </a:cubicBezTo>
                  <a:cubicBezTo>
                    <a:pt x="22129" y="56980"/>
                    <a:pt x="22094" y="56894"/>
                    <a:pt x="22017" y="56863"/>
                  </a:cubicBezTo>
                  <a:cubicBezTo>
                    <a:pt x="21999" y="56855"/>
                    <a:pt x="21981" y="56852"/>
                    <a:pt x="21962" y="56852"/>
                  </a:cubicBezTo>
                  <a:close/>
                  <a:moveTo>
                    <a:pt x="51258" y="57591"/>
                  </a:moveTo>
                  <a:cubicBezTo>
                    <a:pt x="51243" y="57591"/>
                    <a:pt x="51227" y="57593"/>
                    <a:pt x="51212" y="57598"/>
                  </a:cubicBezTo>
                  <a:cubicBezTo>
                    <a:pt x="51025" y="57658"/>
                    <a:pt x="50839" y="57707"/>
                    <a:pt x="50660" y="57739"/>
                  </a:cubicBezTo>
                  <a:cubicBezTo>
                    <a:pt x="50580" y="57753"/>
                    <a:pt x="50527" y="57830"/>
                    <a:pt x="50541" y="57910"/>
                  </a:cubicBezTo>
                  <a:cubicBezTo>
                    <a:pt x="50555" y="57981"/>
                    <a:pt x="50617" y="58031"/>
                    <a:pt x="50686" y="58031"/>
                  </a:cubicBezTo>
                  <a:cubicBezTo>
                    <a:pt x="50695" y="58031"/>
                    <a:pt x="50704" y="58030"/>
                    <a:pt x="50715" y="58028"/>
                  </a:cubicBezTo>
                  <a:cubicBezTo>
                    <a:pt x="50906" y="57992"/>
                    <a:pt x="51104" y="57942"/>
                    <a:pt x="51304" y="57878"/>
                  </a:cubicBezTo>
                  <a:cubicBezTo>
                    <a:pt x="51381" y="57853"/>
                    <a:pt x="51423" y="57770"/>
                    <a:pt x="51398" y="57692"/>
                  </a:cubicBezTo>
                  <a:cubicBezTo>
                    <a:pt x="51378" y="57631"/>
                    <a:pt x="51320" y="57591"/>
                    <a:pt x="51258" y="57591"/>
                  </a:cubicBezTo>
                  <a:close/>
                  <a:moveTo>
                    <a:pt x="49226" y="57687"/>
                  </a:moveTo>
                  <a:cubicBezTo>
                    <a:pt x="49161" y="57687"/>
                    <a:pt x="49101" y="57729"/>
                    <a:pt x="49083" y="57795"/>
                  </a:cubicBezTo>
                  <a:cubicBezTo>
                    <a:pt x="49063" y="57874"/>
                    <a:pt x="49107" y="57955"/>
                    <a:pt x="49187" y="57977"/>
                  </a:cubicBezTo>
                  <a:cubicBezTo>
                    <a:pt x="49383" y="58033"/>
                    <a:pt x="49587" y="58068"/>
                    <a:pt x="49795" y="58082"/>
                  </a:cubicBezTo>
                  <a:lnTo>
                    <a:pt x="49806" y="58082"/>
                  </a:lnTo>
                  <a:cubicBezTo>
                    <a:pt x="49883" y="58082"/>
                    <a:pt x="49947" y="58024"/>
                    <a:pt x="49953" y="57945"/>
                  </a:cubicBezTo>
                  <a:cubicBezTo>
                    <a:pt x="49958" y="57863"/>
                    <a:pt x="49898" y="57793"/>
                    <a:pt x="49817" y="57787"/>
                  </a:cubicBezTo>
                  <a:cubicBezTo>
                    <a:pt x="49628" y="57773"/>
                    <a:pt x="49442" y="57741"/>
                    <a:pt x="49265" y="57692"/>
                  </a:cubicBezTo>
                  <a:cubicBezTo>
                    <a:pt x="49252" y="57689"/>
                    <a:pt x="49239" y="57687"/>
                    <a:pt x="49226" y="57687"/>
                  </a:cubicBezTo>
                  <a:close/>
                  <a:moveTo>
                    <a:pt x="11688" y="57721"/>
                  </a:moveTo>
                  <a:cubicBezTo>
                    <a:pt x="11662" y="57721"/>
                    <a:pt x="11636" y="57728"/>
                    <a:pt x="11612" y="57743"/>
                  </a:cubicBezTo>
                  <a:cubicBezTo>
                    <a:pt x="11543" y="57785"/>
                    <a:pt x="11519" y="57875"/>
                    <a:pt x="11561" y="57945"/>
                  </a:cubicBezTo>
                  <a:cubicBezTo>
                    <a:pt x="11664" y="58115"/>
                    <a:pt x="11768" y="58284"/>
                    <a:pt x="11873" y="58450"/>
                  </a:cubicBezTo>
                  <a:cubicBezTo>
                    <a:pt x="11901" y="58494"/>
                    <a:pt x="11948" y="58519"/>
                    <a:pt x="11998" y="58519"/>
                  </a:cubicBezTo>
                  <a:cubicBezTo>
                    <a:pt x="12025" y="58519"/>
                    <a:pt x="12052" y="58511"/>
                    <a:pt x="12076" y="58497"/>
                  </a:cubicBezTo>
                  <a:cubicBezTo>
                    <a:pt x="12145" y="58453"/>
                    <a:pt x="12166" y="58362"/>
                    <a:pt x="12123" y="58293"/>
                  </a:cubicBezTo>
                  <a:cubicBezTo>
                    <a:pt x="12019" y="58128"/>
                    <a:pt x="11916" y="57961"/>
                    <a:pt x="11814" y="57792"/>
                  </a:cubicBezTo>
                  <a:cubicBezTo>
                    <a:pt x="11786" y="57747"/>
                    <a:pt x="11738" y="57721"/>
                    <a:pt x="11688" y="57721"/>
                  </a:cubicBezTo>
                  <a:close/>
                  <a:moveTo>
                    <a:pt x="21312" y="58177"/>
                  </a:moveTo>
                  <a:cubicBezTo>
                    <a:pt x="21262" y="58177"/>
                    <a:pt x="21213" y="58203"/>
                    <a:pt x="21186" y="58250"/>
                  </a:cubicBezTo>
                  <a:cubicBezTo>
                    <a:pt x="21140" y="58327"/>
                    <a:pt x="21095" y="58401"/>
                    <a:pt x="21047" y="58477"/>
                  </a:cubicBezTo>
                  <a:cubicBezTo>
                    <a:pt x="20994" y="58565"/>
                    <a:pt x="20935" y="58652"/>
                    <a:pt x="20876" y="58738"/>
                  </a:cubicBezTo>
                  <a:cubicBezTo>
                    <a:pt x="20830" y="58805"/>
                    <a:pt x="20846" y="58896"/>
                    <a:pt x="20913" y="58943"/>
                  </a:cubicBezTo>
                  <a:cubicBezTo>
                    <a:pt x="20939" y="58960"/>
                    <a:pt x="20968" y="58968"/>
                    <a:pt x="20997" y="58968"/>
                  </a:cubicBezTo>
                  <a:cubicBezTo>
                    <a:pt x="21045" y="58968"/>
                    <a:pt x="21090" y="58946"/>
                    <a:pt x="21118" y="58905"/>
                  </a:cubicBezTo>
                  <a:cubicBezTo>
                    <a:pt x="21181" y="58817"/>
                    <a:pt x="21239" y="58725"/>
                    <a:pt x="21298" y="58633"/>
                  </a:cubicBezTo>
                  <a:cubicBezTo>
                    <a:pt x="21346" y="58556"/>
                    <a:pt x="21393" y="58477"/>
                    <a:pt x="21440" y="58399"/>
                  </a:cubicBezTo>
                  <a:cubicBezTo>
                    <a:pt x="21481" y="58329"/>
                    <a:pt x="21456" y="58239"/>
                    <a:pt x="21387" y="58198"/>
                  </a:cubicBezTo>
                  <a:cubicBezTo>
                    <a:pt x="21363" y="58184"/>
                    <a:pt x="21337" y="58177"/>
                    <a:pt x="21312" y="58177"/>
                  </a:cubicBezTo>
                  <a:close/>
                  <a:moveTo>
                    <a:pt x="12490" y="58959"/>
                  </a:moveTo>
                  <a:cubicBezTo>
                    <a:pt x="12460" y="58959"/>
                    <a:pt x="12430" y="58968"/>
                    <a:pt x="12404" y="58987"/>
                  </a:cubicBezTo>
                  <a:cubicBezTo>
                    <a:pt x="12338" y="59033"/>
                    <a:pt x="12323" y="59126"/>
                    <a:pt x="12370" y="59192"/>
                  </a:cubicBezTo>
                  <a:cubicBezTo>
                    <a:pt x="12493" y="59365"/>
                    <a:pt x="12612" y="59520"/>
                    <a:pt x="12731" y="59669"/>
                  </a:cubicBezTo>
                  <a:cubicBezTo>
                    <a:pt x="12761" y="59704"/>
                    <a:pt x="12804" y="59724"/>
                    <a:pt x="12846" y="59724"/>
                  </a:cubicBezTo>
                  <a:cubicBezTo>
                    <a:pt x="12879" y="59724"/>
                    <a:pt x="12911" y="59713"/>
                    <a:pt x="12938" y="59691"/>
                  </a:cubicBezTo>
                  <a:cubicBezTo>
                    <a:pt x="13001" y="59639"/>
                    <a:pt x="13011" y="59546"/>
                    <a:pt x="12959" y="59483"/>
                  </a:cubicBezTo>
                  <a:cubicBezTo>
                    <a:pt x="12844" y="59339"/>
                    <a:pt x="12729" y="59188"/>
                    <a:pt x="12609" y="59020"/>
                  </a:cubicBezTo>
                  <a:cubicBezTo>
                    <a:pt x="12581" y="58981"/>
                    <a:pt x="12535" y="58959"/>
                    <a:pt x="12490" y="58959"/>
                  </a:cubicBezTo>
                  <a:close/>
                  <a:moveTo>
                    <a:pt x="20447" y="59366"/>
                  </a:moveTo>
                  <a:cubicBezTo>
                    <a:pt x="20407" y="59366"/>
                    <a:pt x="20367" y="59383"/>
                    <a:pt x="20339" y="59415"/>
                  </a:cubicBezTo>
                  <a:cubicBezTo>
                    <a:pt x="20208" y="59558"/>
                    <a:pt x="20072" y="59696"/>
                    <a:pt x="19933" y="59826"/>
                  </a:cubicBezTo>
                  <a:cubicBezTo>
                    <a:pt x="19874" y="59883"/>
                    <a:pt x="19871" y="59975"/>
                    <a:pt x="19927" y="60035"/>
                  </a:cubicBezTo>
                  <a:cubicBezTo>
                    <a:pt x="19957" y="60066"/>
                    <a:pt x="19996" y="60082"/>
                    <a:pt x="20035" y="60082"/>
                  </a:cubicBezTo>
                  <a:cubicBezTo>
                    <a:pt x="20071" y="60082"/>
                    <a:pt x="20108" y="60068"/>
                    <a:pt x="20134" y="60041"/>
                  </a:cubicBezTo>
                  <a:cubicBezTo>
                    <a:pt x="20279" y="59906"/>
                    <a:pt x="20421" y="59762"/>
                    <a:pt x="20556" y="59612"/>
                  </a:cubicBezTo>
                  <a:cubicBezTo>
                    <a:pt x="20612" y="59552"/>
                    <a:pt x="20607" y="59458"/>
                    <a:pt x="20546" y="59405"/>
                  </a:cubicBezTo>
                  <a:cubicBezTo>
                    <a:pt x="20518" y="59379"/>
                    <a:pt x="20482" y="59366"/>
                    <a:pt x="20447" y="59366"/>
                  </a:cubicBezTo>
                  <a:close/>
                  <a:moveTo>
                    <a:pt x="13442" y="60082"/>
                  </a:moveTo>
                  <a:cubicBezTo>
                    <a:pt x="13403" y="60082"/>
                    <a:pt x="13364" y="60097"/>
                    <a:pt x="13335" y="60127"/>
                  </a:cubicBezTo>
                  <a:cubicBezTo>
                    <a:pt x="13278" y="60186"/>
                    <a:pt x="13281" y="60279"/>
                    <a:pt x="13339" y="60335"/>
                  </a:cubicBezTo>
                  <a:cubicBezTo>
                    <a:pt x="13488" y="60479"/>
                    <a:pt x="13640" y="60612"/>
                    <a:pt x="13795" y="60732"/>
                  </a:cubicBezTo>
                  <a:cubicBezTo>
                    <a:pt x="13823" y="60752"/>
                    <a:pt x="13855" y="60763"/>
                    <a:pt x="13886" y="60763"/>
                  </a:cubicBezTo>
                  <a:cubicBezTo>
                    <a:pt x="13929" y="60763"/>
                    <a:pt x="13974" y="60743"/>
                    <a:pt x="14004" y="60705"/>
                  </a:cubicBezTo>
                  <a:cubicBezTo>
                    <a:pt x="14053" y="60640"/>
                    <a:pt x="14042" y="60549"/>
                    <a:pt x="13978" y="60499"/>
                  </a:cubicBezTo>
                  <a:cubicBezTo>
                    <a:pt x="13831" y="60385"/>
                    <a:pt x="13686" y="60260"/>
                    <a:pt x="13545" y="60123"/>
                  </a:cubicBezTo>
                  <a:cubicBezTo>
                    <a:pt x="13516" y="60095"/>
                    <a:pt x="13479" y="60082"/>
                    <a:pt x="13442" y="60082"/>
                  </a:cubicBezTo>
                  <a:close/>
                  <a:moveTo>
                    <a:pt x="19351" y="60348"/>
                  </a:moveTo>
                  <a:cubicBezTo>
                    <a:pt x="19321" y="60348"/>
                    <a:pt x="19291" y="60357"/>
                    <a:pt x="19266" y="60376"/>
                  </a:cubicBezTo>
                  <a:cubicBezTo>
                    <a:pt x="19108" y="60488"/>
                    <a:pt x="18946" y="60592"/>
                    <a:pt x="18782" y="60687"/>
                  </a:cubicBezTo>
                  <a:cubicBezTo>
                    <a:pt x="18712" y="60730"/>
                    <a:pt x="18688" y="60818"/>
                    <a:pt x="18729" y="60890"/>
                  </a:cubicBezTo>
                  <a:cubicBezTo>
                    <a:pt x="18756" y="60937"/>
                    <a:pt x="18806" y="60963"/>
                    <a:pt x="18856" y="60963"/>
                  </a:cubicBezTo>
                  <a:cubicBezTo>
                    <a:pt x="18881" y="60963"/>
                    <a:pt x="18907" y="60957"/>
                    <a:pt x="18931" y="60943"/>
                  </a:cubicBezTo>
                  <a:cubicBezTo>
                    <a:pt x="19103" y="60844"/>
                    <a:pt x="19273" y="60733"/>
                    <a:pt x="19438" y="60616"/>
                  </a:cubicBezTo>
                  <a:cubicBezTo>
                    <a:pt x="19504" y="60568"/>
                    <a:pt x="19519" y="60475"/>
                    <a:pt x="19472" y="60410"/>
                  </a:cubicBezTo>
                  <a:cubicBezTo>
                    <a:pt x="19442" y="60370"/>
                    <a:pt x="19397" y="60348"/>
                    <a:pt x="19351" y="60348"/>
                  </a:cubicBezTo>
                  <a:close/>
                  <a:moveTo>
                    <a:pt x="14632" y="60939"/>
                  </a:moveTo>
                  <a:cubicBezTo>
                    <a:pt x="14578" y="60939"/>
                    <a:pt x="14526" y="60969"/>
                    <a:pt x="14500" y="61021"/>
                  </a:cubicBezTo>
                  <a:cubicBezTo>
                    <a:pt x="14464" y="61093"/>
                    <a:pt x="14493" y="61182"/>
                    <a:pt x="14565" y="61218"/>
                  </a:cubicBezTo>
                  <a:cubicBezTo>
                    <a:pt x="14745" y="61308"/>
                    <a:pt x="14935" y="61387"/>
                    <a:pt x="15128" y="61451"/>
                  </a:cubicBezTo>
                  <a:cubicBezTo>
                    <a:pt x="15144" y="61457"/>
                    <a:pt x="15158" y="61459"/>
                    <a:pt x="15175" y="61459"/>
                  </a:cubicBezTo>
                  <a:cubicBezTo>
                    <a:pt x="15237" y="61459"/>
                    <a:pt x="15294" y="61421"/>
                    <a:pt x="15315" y="61358"/>
                  </a:cubicBezTo>
                  <a:cubicBezTo>
                    <a:pt x="15341" y="61281"/>
                    <a:pt x="15300" y="61197"/>
                    <a:pt x="15222" y="61171"/>
                  </a:cubicBezTo>
                  <a:cubicBezTo>
                    <a:pt x="15043" y="61112"/>
                    <a:pt x="14866" y="61038"/>
                    <a:pt x="14697" y="60955"/>
                  </a:cubicBezTo>
                  <a:cubicBezTo>
                    <a:pt x="14676" y="60944"/>
                    <a:pt x="14654" y="60939"/>
                    <a:pt x="14632" y="60939"/>
                  </a:cubicBezTo>
                  <a:close/>
                  <a:moveTo>
                    <a:pt x="18062" y="61052"/>
                  </a:moveTo>
                  <a:cubicBezTo>
                    <a:pt x="18044" y="61052"/>
                    <a:pt x="18026" y="61055"/>
                    <a:pt x="18008" y="61062"/>
                  </a:cubicBezTo>
                  <a:cubicBezTo>
                    <a:pt x="17827" y="61131"/>
                    <a:pt x="17644" y="61190"/>
                    <a:pt x="17463" y="61236"/>
                  </a:cubicBezTo>
                  <a:cubicBezTo>
                    <a:pt x="17384" y="61257"/>
                    <a:pt x="17336" y="61336"/>
                    <a:pt x="17357" y="61415"/>
                  </a:cubicBezTo>
                  <a:cubicBezTo>
                    <a:pt x="17374" y="61483"/>
                    <a:pt x="17434" y="61526"/>
                    <a:pt x="17499" y="61526"/>
                  </a:cubicBezTo>
                  <a:cubicBezTo>
                    <a:pt x="17512" y="61526"/>
                    <a:pt x="17524" y="61525"/>
                    <a:pt x="17537" y="61522"/>
                  </a:cubicBezTo>
                  <a:cubicBezTo>
                    <a:pt x="17729" y="61474"/>
                    <a:pt x="17924" y="61410"/>
                    <a:pt x="18115" y="61336"/>
                  </a:cubicBezTo>
                  <a:cubicBezTo>
                    <a:pt x="18189" y="61306"/>
                    <a:pt x="18228" y="61222"/>
                    <a:pt x="18199" y="61145"/>
                  </a:cubicBezTo>
                  <a:cubicBezTo>
                    <a:pt x="18176" y="61088"/>
                    <a:pt x="18121" y="61052"/>
                    <a:pt x="18062" y="61052"/>
                  </a:cubicBezTo>
                  <a:close/>
                  <a:moveTo>
                    <a:pt x="16038" y="61350"/>
                  </a:moveTo>
                  <a:cubicBezTo>
                    <a:pt x="15963" y="61350"/>
                    <a:pt x="15897" y="61406"/>
                    <a:pt x="15890" y="61483"/>
                  </a:cubicBezTo>
                  <a:cubicBezTo>
                    <a:pt x="15882" y="61563"/>
                    <a:pt x="15941" y="61636"/>
                    <a:pt x="16023" y="61644"/>
                  </a:cubicBezTo>
                  <a:cubicBezTo>
                    <a:pt x="16157" y="61658"/>
                    <a:pt x="16292" y="61664"/>
                    <a:pt x="16428" y="61664"/>
                  </a:cubicBezTo>
                  <a:cubicBezTo>
                    <a:pt x="16497" y="61664"/>
                    <a:pt x="16565" y="61663"/>
                    <a:pt x="16633" y="61660"/>
                  </a:cubicBezTo>
                  <a:cubicBezTo>
                    <a:pt x="16715" y="61656"/>
                    <a:pt x="16777" y="61587"/>
                    <a:pt x="16774" y="61506"/>
                  </a:cubicBezTo>
                  <a:cubicBezTo>
                    <a:pt x="16770" y="61426"/>
                    <a:pt x="16703" y="61365"/>
                    <a:pt x="16628" y="61365"/>
                  </a:cubicBezTo>
                  <a:cubicBezTo>
                    <a:pt x="16625" y="61365"/>
                    <a:pt x="16622" y="61365"/>
                    <a:pt x="16619" y="61365"/>
                  </a:cubicBezTo>
                  <a:cubicBezTo>
                    <a:pt x="16555" y="61368"/>
                    <a:pt x="16491" y="61370"/>
                    <a:pt x="16427" y="61370"/>
                  </a:cubicBezTo>
                  <a:cubicBezTo>
                    <a:pt x="16301" y="61370"/>
                    <a:pt x="16175" y="61364"/>
                    <a:pt x="16052" y="61351"/>
                  </a:cubicBezTo>
                  <a:cubicBezTo>
                    <a:pt x="16047" y="61350"/>
                    <a:pt x="16043" y="61350"/>
                    <a:pt x="16038" y="613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5"/>
            <p:cNvSpPr/>
            <p:nvPr/>
          </p:nvSpPr>
          <p:spPr>
            <a:xfrm>
              <a:off x="4446900" y="375200"/>
              <a:ext cx="1332325" cy="1409700"/>
            </a:xfrm>
            <a:custGeom>
              <a:rect b="b" l="l" r="r" t="t"/>
              <a:pathLst>
                <a:path extrusionOk="0" h="56388" w="53293">
                  <a:moveTo>
                    <a:pt x="36741" y="250"/>
                  </a:moveTo>
                  <a:cubicBezTo>
                    <a:pt x="36875" y="250"/>
                    <a:pt x="37007" y="255"/>
                    <a:pt x="37136" y="265"/>
                  </a:cubicBezTo>
                  <a:cubicBezTo>
                    <a:pt x="38731" y="388"/>
                    <a:pt x="39849" y="2058"/>
                    <a:pt x="40093" y="3567"/>
                  </a:cubicBezTo>
                  <a:cubicBezTo>
                    <a:pt x="40232" y="4431"/>
                    <a:pt x="40206" y="5331"/>
                    <a:pt x="40180" y="6202"/>
                  </a:cubicBezTo>
                  <a:cubicBezTo>
                    <a:pt x="40150" y="7213"/>
                    <a:pt x="40121" y="8260"/>
                    <a:pt x="40346" y="9267"/>
                  </a:cubicBezTo>
                  <a:cubicBezTo>
                    <a:pt x="40665" y="10686"/>
                    <a:pt x="41466" y="11928"/>
                    <a:pt x="42240" y="13130"/>
                  </a:cubicBezTo>
                  <a:cubicBezTo>
                    <a:pt x="42879" y="14121"/>
                    <a:pt x="43540" y="15148"/>
                    <a:pt x="43923" y="16264"/>
                  </a:cubicBezTo>
                  <a:cubicBezTo>
                    <a:pt x="44699" y="18532"/>
                    <a:pt x="44291" y="20992"/>
                    <a:pt x="43896" y="23371"/>
                  </a:cubicBezTo>
                  <a:cubicBezTo>
                    <a:pt x="43551" y="25443"/>
                    <a:pt x="43195" y="27585"/>
                    <a:pt x="43592" y="29648"/>
                  </a:cubicBezTo>
                  <a:cubicBezTo>
                    <a:pt x="44167" y="32624"/>
                    <a:pt x="46192" y="35024"/>
                    <a:pt x="48152" y="37345"/>
                  </a:cubicBezTo>
                  <a:cubicBezTo>
                    <a:pt x="48389" y="37627"/>
                    <a:pt x="48625" y="37908"/>
                    <a:pt x="48858" y="38187"/>
                  </a:cubicBezTo>
                  <a:cubicBezTo>
                    <a:pt x="50829" y="40558"/>
                    <a:pt x="53035" y="43716"/>
                    <a:pt x="52583" y="47137"/>
                  </a:cubicBezTo>
                  <a:cubicBezTo>
                    <a:pt x="52372" y="48736"/>
                    <a:pt x="51571" y="50346"/>
                    <a:pt x="50200" y="51925"/>
                  </a:cubicBezTo>
                  <a:cubicBezTo>
                    <a:pt x="49622" y="52591"/>
                    <a:pt x="48774" y="53333"/>
                    <a:pt x="47866" y="53333"/>
                  </a:cubicBezTo>
                  <a:cubicBezTo>
                    <a:pt x="47750" y="53333"/>
                    <a:pt x="47633" y="53321"/>
                    <a:pt x="47516" y="53295"/>
                  </a:cubicBezTo>
                  <a:cubicBezTo>
                    <a:pt x="46676" y="53111"/>
                    <a:pt x="46134" y="52259"/>
                    <a:pt x="45969" y="51499"/>
                  </a:cubicBezTo>
                  <a:cubicBezTo>
                    <a:pt x="45802" y="50736"/>
                    <a:pt x="45896" y="49931"/>
                    <a:pt x="45986" y="49152"/>
                  </a:cubicBezTo>
                  <a:lnTo>
                    <a:pt x="46015" y="48904"/>
                  </a:lnTo>
                  <a:cubicBezTo>
                    <a:pt x="46287" y="46479"/>
                    <a:pt x="46296" y="42110"/>
                    <a:pt x="43296" y="40078"/>
                  </a:cubicBezTo>
                  <a:cubicBezTo>
                    <a:pt x="41843" y="39095"/>
                    <a:pt x="40021" y="38914"/>
                    <a:pt x="38226" y="38914"/>
                  </a:cubicBezTo>
                  <a:cubicBezTo>
                    <a:pt x="38065" y="38914"/>
                    <a:pt x="37905" y="38915"/>
                    <a:pt x="37745" y="38918"/>
                  </a:cubicBezTo>
                  <a:cubicBezTo>
                    <a:pt x="34477" y="38968"/>
                    <a:pt x="31195" y="39315"/>
                    <a:pt x="27987" y="39950"/>
                  </a:cubicBezTo>
                  <a:cubicBezTo>
                    <a:pt x="23055" y="40929"/>
                    <a:pt x="20024" y="42748"/>
                    <a:pt x="18719" y="45515"/>
                  </a:cubicBezTo>
                  <a:cubicBezTo>
                    <a:pt x="18118" y="46786"/>
                    <a:pt x="17932" y="48206"/>
                    <a:pt x="17750" y="49578"/>
                  </a:cubicBezTo>
                  <a:cubicBezTo>
                    <a:pt x="17728" y="49746"/>
                    <a:pt x="17706" y="49913"/>
                    <a:pt x="17683" y="50081"/>
                  </a:cubicBezTo>
                  <a:cubicBezTo>
                    <a:pt x="17487" y="51507"/>
                    <a:pt x="17202" y="53137"/>
                    <a:pt x="16289" y="54420"/>
                  </a:cubicBezTo>
                  <a:cubicBezTo>
                    <a:pt x="15620" y="55358"/>
                    <a:pt x="14439" y="56137"/>
                    <a:pt x="13230" y="56137"/>
                  </a:cubicBezTo>
                  <a:cubicBezTo>
                    <a:pt x="12950" y="56137"/>
                    <a:pt x="12669" y="56096"/>
                    <a:pt x="12392" y="56005"/>
                  </a:cubicBezTo>
                  <a:cubicBezTo>
                    <a:pt x="11058" y="55564"/>
                    <a:pt x="10394" y="54292"/>
                    <a:pt x="9689" y="52944"/>
                  </a:cubicBezTo>
                  <a:cubicBezTo>
                    <a:pt x="9299" y="52193"/>
                    <a:pt x="8893" y="51419"/>
                    <a:pt x="8360" y="50787"/>
                  </a:cubicBezTo>
                  <a:cubicBezTo>
                    <a:pt x="7452" y="49711"/>
                    <a:pt x="6147" y="49034"/>
                    <a:pt x="4884" y="48380"/>
                  </a:cubicBezTo>
                  <a:cubicBezTo>
                    <a:pt x="3286" y="47550"/>
                    <a:pt x="1775" y="46769"/>
                    <a:pt x="1038" y="45250"/>
                  </a:cubicBezTo>
                  <a:cubicBezTo>
                    <a:pt x="268" y="43664"/>
                    <a:pt x="625" y="41542"/>
                    <a:pt x="1949" y="39847"/>
                  </a:cubicBezTo>
                  <a:cubicBezTo>
                    <a:pt x="3151" y="38309"/>
                    <a:pt x="4907" y="37277"/>
                    <a:pt x="6604" y="36354"/>
                  </a:cubicBezTo>
                  <a:lnTo>
                    <a:pt x="6993" y="36143"/>
                  </a:lnTo>
                  <a:cubicBezTo>
                    <a:pt x="8592" y="35277"/>
                    <a:pt x="10245" y="34380"/>
                    <a:pt x="11536" y="33065"/>
                  </a:cubicBezTo>
                  <a:cubicBezTo>
                    <a:pt x="12116" y="32474"/>
                    <a:pt x="12632" y="31792"/>
                    <a:pt x="13132" y="31132"/>
                  </a:cubicBezTo>
                  <a:cubicBezTo>
                    <a:pt x="14175" y="29753"/>
                    <a:pt x="15160" y="28450"/>
                    <a:pt x="16684" y="27870"/>
                  </a:cubicBezTo>
                  <a:cubicBezTo>
                    <a:pt x="17204" y="27673"/>
                    <a:pt x="17768" y="27573"/>
                    <a:pt x="18371" y="27573"/>
                  </a:cubicBezTo>
                  <a:cubicBezTo>
                    <a:pt x="19642" y="27573"/>
                    <a:pt x="21094" y="28011"/>
                    <a:pt x="22712" y="28880"/>
                  </a:cubicBezTo>
                  <a:cubicBezTo>
                    <a:pt x="23137" y="29110"/>
                    <a:pt x="23566" y="29357"/>
                    <a:pt x="23982" y="29597"/>
                  </a:cubicBezTo>
                  <a:cubicBezTo>
                    <a:pt x="25412" y="30422"/>
                    <a:pt x="26892" y="31276"/>
                    <a:pt x="28542" y="31567"/>
                  </a:cubicBezTo>
                  <a:cubicBezTo>
                    <a:pt x="28940" y="31637"/>
                    <a:pt x="29346" y="31672"/>
                    <a:pt x="29757" y="31672"/>
                  </a:cubicBezTo>
                  <a:cubicBezTo>
                    <a:pt x="31833" y="31672"/>
                    <a:pt x="34014" y="30796"/>
                    <a:pt x="35676" y="29245"/>
                  </a:cubicBezTo>
                  <a:cubicBezTo>
                    <a:pt x="37884" y="27183"/>
                    <a:pt x="38841" y="24451"/>
                    <a:pt x="39257" y="22522"/>
                  </a:cubicBezTo>
                  <a:cubicBezTo>
                    <a:pt x="40305" y="17645"/>
                    <a:pt x="39117" y="12376"/>
                    <a:pt x="36074" y="8423"/>
                  </a:cubicBezTo>
                  <a:cubicBezTo>
                    <a:pt x="35846" y="8127"/>
                    <a:pt x="35606" y="7835"/>
                    <a:pt x="35372" y="7551"/>
                  </a:cubicBezTo>
                  <a:cubicBezTo>
                    <a:pt x="34822" y="6883"/>
                    <a:pt x="34254" y="6191"/>
                    <a:pt x="33834" y="5428"/>
                  </a:cubicBezTo>
                  <a:cubicBezTo>
                    <a:pt x="33154" y="4194"/>
                    <a:pt x="33001" y="2917"/>
                    <a:pt x="33416" y="1925"/>
                  </a:cubicBezTo>
                  <a:cubicBezTo>
                    <a:pt x="33908" y="748"/>
                    <a:pt x="35412" y="250"/>
                    <a:pt x="36741" y="250"/>
                  </a:cubicBezTo>
                  <a:close/>
                  <a:moveTo>
                    <a:pt x="36719" y="1"/>
                  </a:moveTo>
                  <a:cubicBezTo>
                    <a:pt x="35278" y="1"/>
                    <a:pt x="33720" y="544"/>
                    <a:pt x="33182" y="1831"/>
                  </a:cubicBezTo>
                  <a:cubicBezTo>
                    <a:pt x="32738" y="2894"/>
                    <a:pt x="32894" y="4250"/>
                    <a:pt x="33612" y="5552"/>
                  </a:cubicBezTo>
                  <a:cubicBezTo>
                    <a:pt x="34043" y="6336"/>
                    <a:pt x="34619" y="7036"/>
                    <a:pt x="35176" y="7713"/>
                  </a:cubicBezTo>
                  <a:cubicBezTo>
                    <a:pt x="35408" y="7995"/>
                    <a:pt x="35648" y="8286"/>
                    <a:pt x="35873" y="8579"/>
                  </a:cubicBezTo>
                  <a:cubicBezTo>
                    <a:pt x="38870" y="12474"/>
                    <a:pt x="40042" y="17668"/>
                    <a:pt x="39009" y="22471"/>
                  </a:cubicBezTo>
                  <a:cubicBezTo>
                    <a:pt x="38602" y="24366"/>
                    <a:pt x="37663" y="27047"/>
                    <a:pt x="35502" y="29064"/>
                  </a:cubicBezTo>
                  <a:cubicBezTo>
                    <a:pt x="33887" y="30572"/>
                    <a:pt x="31772" y="31424"/>
                    <a:pt x="29758" y="31424"/>
                  </a:cubicBezTo>
                  <a:cubicBezTo>
                    <a:pt x="29361" y="31424"/>
                    <a:pt x="28969" y="31390"/>
                    <a:pt x="28584" y="31323"/>
                  </a:cubicBezTo>
                  <a:cubicBezTo>
                    <a:pt x="26978" y="31040"/>
                    <a:pt x="25518" y="30196"/>
                    <a:pt x="24106" y="29381"/>
                  </a:cubicBezTo>
                  <a:cubicBezTo>
                    <a:pt x="23689" y="29141"/>
                    <a:pt x="23256" y="28891"/>
                    <a:pt x="22828" y="28661"/>
                  </a:cubicBezTo>
                  <a:cubicBezTo>
                    <a:pt x="21175" y="27770"/>
                    <a:pt x="19682" y="27324"/>
                    <a:pt x="18369" y="27324"/>
                  </a:cubicBezTo>
                  <a:cubicBezTo>
                    <a:pt x="17735" y="27324"/>
                    <a:pt x="17143" y="27428"/>
                    <a:pt x="16594" y="27636"/>
                  </a:cubicBezTo>
                  <a:cubicBezTo>
                    <a:pt x="15002" y="28243"/>
                    <a:pt x="13949" y="29634"/>
                    <a:pt x="12931" y="30980"/>
                  </a:cubicBezTo>
                  <a:cubicBezTo>
                    <a:pt x="12435" y="31634"/>
                    <a:pt x="11925" y="32311"/>
                    <a:pt x="11357" y="32889"/>
                  </a:cubicBezTo>
                  <a:cubicBezTo>
                    <a:pt x="10091" y="34178"/>
                    <a:pt x="8455" y="35065"/>
                    <a:pt x="6872" y="35922"/>
                  </a:cubicBezTo>
                  <a:lnTo>
                    <a:pt x="6484" y="36134"/>
                  </a:lnTo>
                  <a:cubicBezTo>
                    <a:pt x="4764" y="37071"/>
                    <a:pt x="2981" y="38118"/>
                    <a:pt x="1751" y="39694"/>
                  </a:cubicBezTo>
                  <a:cubicBezTo>
                    <a:pt x="370" y="41465"/>
                    <a:pt x="1" y="43690"/>
                    <a:pt x="814" y="45361"/>
                  </a:cubicBezTo>
                  <a:cubicBezTo>
                    <a:pt x="1589" y="46955"/>
                    <a:pt x="3205" y="47793"/>
                    <a:pt x="4770" y="48603"/>
                  </a:cubicBezTo>
                  <a:cubicBezTo>
                    <a:pt x="6011" y="49246"/>
                    <a:pt x="7294" y="49911"/>
                    <a:pt x="8170" y="50949"/>
                  </a:cubicBezTo>
                  <a:cubicBezTo>
                    <a:pt x="8686" y="51561"/>
                    <a:pt x="9083" y="52322"/>
                    <a:pt x="9469" y="53060"/>
                  </a:cubicBezTo>
                  <a:cubicBezTo>
                    <a:pt x="10166" y="54393"/>
                    <a:pt x="10884" y="55771"/>
                    <a:pt x="12315" y="56243"/>
                  </a:cubicBezTo>
                  <a:cubicBezTo>
                    <a:pt x="12617" y="56343"/>
                    <a:pt x="12922" y="56387"/>
                    <a:pt x="13227" y="56387"/>
                  </a:cubicBezTo>
                  <a:cubicBezTo>
                    <a:pt x="14523" y="56387"/>
                    <a:pt x="15784" y="55561"/>
                    <a:pt x="16490" y="54565"/>
                  </a:cubicBezTo>
                  <a:cubicBezTo>
                    <a:pt x="17436" y="53237"/>
                    <a:pt x="17728" y="51571"/>
                    <a:pt x="17927" y="50114"/>
                  </a:cubicBezTo>
                  <a:cubicBezTo>
                    <a:pt x="17951" y="49947"/>
                    <a:pt x="17973" y="49778"/>
                    <a:pt x="17995" y="49611"/>
                  </a:cubicBezTo>
                  <a:cubicBezTo>
                    <a:pt x="18174" y="48257"/>
                    <a:pt x="18359" y="46857"/>
                    <a:pt x="18942" y="45621"/>
                  </a:cubicBezTo>
                  <a:cubicBezTo>
                    <a:pt x="20211" y="42932"/>
                    <a:pt x="23184" y="41158"/>
                    <a:pt x="28032" y="40197"/>
                  </a:cubicBezTo>
                  <a:cubicBezTo>
                    <a:pt x="31225" y="39565"/>
                    <a:pt x="34492" y="39219"/>
                    <a:pt x="37746" y="39169"/>
                  </a:cubicBezTo>
                  <a:cubicBezTo>
                    <a:pt x="37904" y="39167"/>
                    <a:pt x="38061" y="39166"/>
                    <a:pt x="38219" y="39166"/>
                  </a:cubicBezTo>
                  <a:cubicBezTo>
                    <a:pt x="39977" y="39166"/>
                    <a:pt x="41755" y="39340"/>
                    <a:pt x="43153" y="40287"/>
                  </a:cubicBezTo>
                  <a:cubicBezTo>
                    <a:pt x="46043" y="42245"/>
                    <a:pt x="46029" y="46510"/>
                    <a:pt x="45762" y="48878"/>
                  </a:cubicBezTo>
                  <a:lnTo>
                    <a:pt x="45733" y="49124"/>
                  </a:lnTo>
                  <a:cubicBezTo>
                    <a:pt x="45640" y="49925"/>
                    <a:pt x="45546" y="50752"/>
                    <a:pt x="45720" y="51554"/>
                  </a:cubicBezTo>
                  <a:cubicBezTo>
                    <a:pt x="45888" y="52332"/>
                    <a:pt x="46445" y="53320"/>
                    <a:pt x="47458" y="53542"/>
                  </a:cubicBezTo>
                  <a:cubicBezTo>
                    <a:pt x="47590" y="53571"/>
                    <a:pt x="47724" y="53585"/>
                    <a:pt x="47859" y="53585"/>
                  </a:cubicBezTo>
                  <a:cubicBezTo>
                    <a:pt x="48666" y="53585"/>
                    <a:pt x="49531" y="53075"/>
                    <a:pt x="50385" y="52090"/>
                  </a:cubicBezTo>
                  <a:cubicBezTo>
                    <a:pt x="51789" y="50473"/>
                    <a:pt x="52610" y="48818"/>
                    <a:pt x="52829" y="47171"/>
                  </a:cubicBezTo>
                  <a:cubicBezTo>
                    <a:pt x="53293" y="43654"/>
                    <a:pt x="51052" y="40438"/>
                    <a:pt x="49048" y="38029"/>
                  </a:cubicBezTo>
                  <a:cubicBezTo>
                    <a:pt x="48815" y="37748"/>
                    <a:pt x="48578" y="37468"/>
                    <a:pt x="48341" y="37185"/>
                  </a:cubicBezTo>
                  <a:cubicBezTo>
                    <a:pt x="46402" y="34889"/>
                    <a:pt x="44397" y="32515"/>
                    <a:pt x="43837" y="29602"/>
                  </a:cubicBezTo>
                  <a:cubicBezTo>
                    <a:pt x="43447" y="27584"/>
                    <a:pt x="43799" y="25464"/>
                    <a:pt x="44139" y="23414"/>
                  </a:cubicBezTo>
                  <a:cubicBezTo>
                    <a:pt x="44541" y="21003"/>
                    <a:pt x="44954" y="18512"/>
                    <a:pt x="44157" y="16184"/>
                  </a:cubicBezTo>
                  <a:cubicBezTo>
                    <a:pt x="43765" y="15040"/>
                    <a:pt x="43095" y="14001"/>
                    <a:pt x="42447" y="12996"/>
                  </a:cubicBezTo>
                  <a:cubicBezTo>
                    <a:pt x="41686" y="11813"/>
                    <a:pt x="40895" y="10590"/>
                    <a:pt x="40588" y="9214"/>
                  </a:cubicBezTo>
                  <a:cubicBezTo>
                    <a:pt x="40368" y="8237"/>
                    <a:pt x="40398" y="7208"/>
                    <a:pt x="40428" y="6211"/>
                  </a:cubicBezTo>
                  <a:cubicBezTo>
                    <a:pt x="40454" y="5329"/>
                    <a:pt x="40481" y="4417"/>
                    <a:pt x="40337" y="3529"/>
                  </a:cubicBezTo>
                  <a:cubicBezTo>
                    <a:pt x="40079" y="1925"/>
                    <a:pt x="38875" y="149"/>
                    <a:pt x="37152" y="17"/>
                  </a:cubicBezTo>
                  <a:cubicBezTo>
                    <a:pt x="37010" y="6"/>
                    <a:pt x="36865" y="1"/>
                    <a:pt x="367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5"/>
            <p:cNvSpPr/>
            <p:nvPr/>
          </p:nvSpPr>
          <p:spPr>
            <a:xfrm>
              <a:off x="4828650" y="1088400"/>
              <a:ext cx="120975" cy="119050"/>
            </a:xfrm>
            <a:custGeom>
              <a:rect b="b" l="l" r="r" t="t"/>
              <a:pathLst>
                <a:path extrusionOk="0" h="4762" w="4839">
                  <a:moveTo>
                    <a:pt x="3201" y="149"/>
                  </a:moveTo>
                  <a:cubicBezTo>
                    <a:pt x="3605" y="149"/>
                    <a:pt x="3944" y="306"/>
                    <a:pt x="4188" y="616"/>
                  </a:cubicBezTo>
                  <a:cubicBezTo>
                    <a:pt x="4683" y="1247"/>
                    <a:pt x="4683" y="2365"/>
                    <a:pt x="4188" y="3163"/>
                  </a:cubicBezTo>
                  <a:cubicBezTo>
                    <a:pt x="3719" y="3917"/>
                    <a:pt x="3046" y="4432"/>
                    <a:pt x="2341" y="4576"/>
                  </a:cubicBezTo>
                  <a:cubicBezTo>
                    <a:pt x="2211" y="4602"/>
                    <a:pt x="2081" y="4615"/>
                    <a:pt x="1952" y="4615"/>
                  </a:cubicBezTo>
                  <a:cubicBezTo>
                    <a:pt x="1263" y="4615"/>
                    <a:pt x="615" y="4252"/>
                    <a:pt x="351" y="3681"/>
                  </a:cubicBezTo>
                  <a:cubicBezTo>
                    <a:pt x="150" y="3245"/>
                    <a:pt x="163" y="2761"/>
                    <a:pt x="388" y="2244"/>
                  </a:cubicBezTo>
                  <a:cubicBezTo>
                    <a:pt x="804" y="1285"/>
                    <a:pt x="1835" y="504"/>
                    <a:pt x="2592" y="255"/>
                  </a:cubicBezTo>
                  <a:cubicBezTo>
                    <a:pt x="2806" y="184"/>
                    <a:pt x="3011" y="149"/>
                    <a:pt x="3201" y="149"/>
                  </a:cubicBezTo>
                  <a:close/>
                  <a:moveTo>
                    <a:pt x="3205" y="0"/>
                  </a:moveTo>
                  <a:cubicBezTo>
                    <a:pt x="2999" y="0"/>
                    <a:pt x="2778" y="38"/>
                    <a:pt x="2546" y="114"/>
                  </a:cubicBezTo>
                  <a:cubicBezTo>
                    <a:pt x="1758" y="373"/>
                    <a:pt x="687" y="1187"/>
                    <a:pt x="252" y="2184"/>
                  </a:cubicBezTo>
                  <a:cubicBezTo>
                    <a:pt x="13" y="2734"/>
                    <a:pt x="1" y="3273"/>
                    <a:pt x="217" y="3742"/>
                  </a:cubicBezTo>
                  <a:cubicBezTo>
                    <a:pt x="504" y="4365"/>
                    <a:pt x="1208" y="4761"/>
                    <a:pt x="1955" y="4761"/>
                  </a:cubicBezTo>
                  <a:cubicBezTo>
                    <a:pt x="2092" y="4761"/>
                    <a:pt x="2231" y="4747"/>
                    <a:pt x="2372" y="4720"/>
                  </a:cubicBezTo>
                  <a:cubicBezTo>
                    <a:pt x="3116" y="4570"/>
                    <a:pt x="3823" y="4030"/>
                    <a:pt x="4313" y="3241"/>
                  </a:cubicBezTo>
                  <a:cubicBezTo>
                    <a:pt x="4839" y="2394"/>
                    <a:pt x="4834" y="1201"/>
                    <a:pt x="4303" y="525"/>
                  </a:cubicBezTo>
                  <a:cubicBezTo>
                    <a:pt x="4031" y="178"/>
                    <a:pt x="3652" y="0"/>
                    <a:pt x="3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5"/>
            <p:cNvSpPr/>
            <p:nvPr/>
          </p:nvSpPr>
          <p:spPr>
            <a:xfrm>
              <a:off x="4527675" y="1067650"/>
              <a:ext cx="1071950" cy="607750"/>
            </a:xfrm>
            <a:custGeom>
              <a:rect b="b" l="l" r="r" t="t"/>
              <a:pathLst>
                <a:path extrusionOk="0" h="24310" w="42878">
                  <a:moveTo>
                    <a:pt x="36523" y="144"/>
                  </a:moveTo>
                  <a:cubicBezTo>
                    <a:pt x="36648" y="144"/>
                    <a:pt x="36775" y="163"/>
                    <a:pt x="36899" y="207"/>
                  </a:cubicBezTo>
                  <a:cubicBezTo>
                    <a:pt x="37791" y="519"/>
                    <a:pt x="37909" y="1672"/>
                    <a:pt x="38012" y="2691"/>
                  </a:cubicBezTo>
                  <a:lnTo>
                    <a:pt x="38028" y="2839"/>
                  </a:lnTo>
                  <a:cubicBezTo>
                    <a:pt x="38274" y="5207"/>
                    <a:pt x="39586" y="7434"/>
                    <a:pt x="41537" y="8797"/>
                  </a:cubicBezTo>
                  <a:cubicBezTo>
                    <a:pt x="41584" y="8831"/>
                    <a:pt x="41633" y="8864"/>
                    <a:pt x="41680" y="8897"/>
                  </a:cubicBezTo>
                  <a:cubicBezTo>
                    <a:pt x="41952" y="9083"/>
                    <a:pt x="42233" y="9275"/>
                    <a:pt x="42424" y="9539"/>
                  </a:cubicBezTo>
                  <a:cubicBezTo>
                    <a:pt x="42630" y="9826"/>
                    <a:pt x="42721" y="10265"/>
                    <a:pt x="42492" y="10554"/>
                  </a:cubicBezTo>
                  <a:cubicBezTo>
                    <a:pt x="42356" y="10726"/>
                    <a:pt x="42170" y="10794"/>
                    <a:pt x="41959" y="10794"/>
                  </a:cubicBezTo>
                  <a:cubicBezTo>
                    <a:pt x="41568" y="10794"/>
                    <a:pt x="41094" y="10560"/>
                    <a:pt x="40704" y="10314"/>
                  </a:cubicBezTo>
                  <a:cubicBezTo>
                    <a:pt x="38731" y="9072"/>
                    <a:pt x="36191" y="8422"/>
                    <a:pt x="33333" y="8422"/>
                  </a:cubicBezTo>
                  <a:cubicBezTo>
                    <a:pt x="33174" y="8422"/>
                    <a:pt x="33015" y="8424"/>
                    <a:pt x="32854" y="8428"/>
                  </a:cubicBezTo>
                  <a:cubicBezTo>
                    <a:pt x="30121" y="8496"/>
                    <a:pt x="27418" y="9100"/>
                    <a:pt x="24805" y="9684"/>
                  </a:cubicBezTo>
                  <a:cubicBezTo>
                    <a:pt x="22268" y="10252"/>
                    <a:pt x="19647" y="10838"/>
                    <a:pt x="17337" y="12157"/>
                  </a:cubicBezTo>
                  <a:cubicBezTo>
                    <a:pt x="14745" y="13638"/>
                    <a:pt x="13044" y="15858"/>
                    <a:pt x="12668" y="18251"/>
                  </a:cubicBezTo>
                  <a:cubicBezTo>
                    <a:pt x="12584" y="18782"/>
                    <a:pt x="12566" y="19326"/>
                    <a:pt x="12548" y="19854"/>
                  </a:cubicBezTo>
                  <a:cubicBezTo>
                    <a:pt x="12534" y="20284"/>
                    <a:pt x="12518" y="20727"/>
                    <a:pt x="12468" y="21159"/>
                  </a:cubicBezTo>
                  <a:cubicBezTo>
                    <a:pt x="12375" y="21956"/>
                    <a:pt x="12100" y="23041"/>
                    <a:pt x="11309" y="23695"/>
                  </a:cubicBezTo>
                  <a:cubicBezTo>
                    <a:pt x="10956" y="23986"/>
                    <a:pt x="10466" y="24155"/>
                    <a:pt x="9990" y="24155"/>
                  </a:cubicBezTo>
                  <a:cubicBezTo>
                    <a:pt x="9531" y="24155"/>
                    <a:pt x="9085" y="23997"/>
                    <a:pt x="8790" y="23641"/>
                  </a:cubicBezTo>
                  <a:cubicBezTo>
                    <a:pt x="8439" y="23216"/>
                    <a:pt x="8374" y="22663"/>
                    <a:pt x="8305" y="22076"/>
                  </a:cubicBezTo>
                  <a:cubicBezTo>
                    <a:pt x="8278" y="21841"/>
                    <a:pt x="8248" y="21596"/>
                    <a:pt x="8199" y="21363"/>
                  </a:cubicBezTo>
                  <a:cubicBezTo>
                    <a:pt x="7948" y="20168"/>
                    <a:pt x="7048" y="19119"/>
                    <a:pt x="5906" y="18686"/>
                  </a:cubicBezTo>
                  <a:cubicBezTo>
                    <a:pt x="5276" y="18448"/>
                    <a:pt x="4575" y="18379"/>
                    <a:pt x="3896" y="18310"/>
                  </a:cubicBezTo>
                  <a:cubicBezTo>
                    <a:pt x="2823" y="18204"/>
                    <a:pt x="1810" y="18103"/>
                    <a:pt x="1096" y="17390"/>
                  </a:cubicBezTo>
                  <a:cubicBezTo>
                    <a:pt x="199" y="16497"/>
                    <a:pt x="277" y="14979"/>
                    <a:pt x="815" y="13940"/>
                  </a:cubicBezTo>
                  <a:cubicBezTo>
                    <a:pt x="1412" y="12793"/>
                    <a:pt x="2516" y="11936"/>
                    <a:pt x="3402" y="11246"/>
                  </a:cubicBezTo>
                  <a:cubicBezTo>
                    <a:pt x="5470" y="9640"/>
                    <a:pt x="7594" y="8041"/>
                    <a:pt x="9712" y="6493"/>
                  </a:cubicBezTo>
                  <a:cubicBezTo>
                    <a:pt x="9981" y="6297"/>
                    <a:pt x="10169" y="6202"/>
                    <a:pt x="10295" y="6202"/>
                  </a:cubicBezTo>
                  <a:cubicBezTo>
                    <a:pt x="10311" y="6202"/>
                    <a:pt x="10327" y="6204"/>
                    <a:pt x="10348" y="6206"/>
                  </a:cubicBezTo>
                  <a:cubicBezTo>
                    <a:pt x="10459" y="6231"/>
                    <a:pt x="10529" y="6357"/>
                    <a:pt x="10626" y="6534"/>
                  </a:cubicBezTo>
                  <a:cubicBezTo>
                    <a:pt x="10687" y="6643"/>
                    <a:pt x="10755" y="6767"/>
                    <a:pt x="10848" y="6891"/>
                  </a:cubicBezTo>
                  <a:cubicBezTo>
                    <a:pt x="10898" y="6957"/>
                    <a:pt x="10943" y="7019"/>
                    <a:pt x="10985" y="7078"/>
                  </a:cubicBezTo>
                  <a:cubicBezTo>
                    <a:pt x="11272" y="7476"/>
                    <a:pt x="11462" y="7740"/>
                    <a:pt x="12114" y="7953"/>
                  </a:cubicBezTo>
                  <a:cubicBezTo>
                    <a:pt x="12482" y="8073"/>
                    <a:pt x="12863" y="8131"/>
                    <a:pt x="13239" y="8131"/>
                  </a:cubicBezTo>
                  <a:cubicBezTo>
                    <a:pt x="14166" y="8131"/>
                    <a:pt x="15068" y="7780"/>
                    <a:pt x="15679" y="7139"/>
                  </a:cubicBezTo>
                  <a:cubicBezTo>
                    <a:pt x="16092" y="6705"/>
                    <a:pt x="16405" y="6150"/>
                    <a:pt x="16707" y="5614"/>
                  </a:cubicBezTo>
                  <a:cubicBezTo>
                    <a:pt x="17223" y="4699"/>
                    <a:pt x="17711" y="3833"/>
                    <a:pt x="18649" y="3573"/>
                  </a:cubicBezTo>
                  <a:cubicBezTo>
                    <a:pt x="18827" y="3524"/>
                    <a:pt x="19002" y="3501"/>
                    <a:pt x="19175" y="3501"/>
                  </a:cubicBezTo>
                  <a:cubicBezTo>
                    <a:pt x="20144" y="3501"/>
                    <a:pt x="21039" y="4214"/>
                    <a:pt x="21908" y="4906"/>
                  </a:cubicBezTo>
                  <a:cubicBezTo>
                    <a:pt x="22119" y="5075"/>
                    <a:pt x="22337" y="5248"/>
                    <a:pt x="22548" y="5405"/>
                  </a:cubicBezTo>
                  <a:cubicBezTo>
                    <a:pt x="23904" y="6406"/>
                    <a:pt x="25577" y="6940"/>
                    <a:pt x="27254" y="6940"/>
                  </a:cubicBezTo>
                  <a:cubicBezTo>
                    <a:pt x="27861" y="6940"/>
                    <a:pt x="28468" y="6870"/>
                    <a:pt x="29061" y="6727"/>
                  </a:cubicBezTo>
                  <a:cubicBezTo>
                    <a:pt x="31292" y="6191"/>
                    <a:pt x="33236" y="4644"/>
                    <a:pt x="34261" y="2590"/>
                  </a:cubicBezTo>
                  <a:cubicBezTo>
                    <a:pt x="34339" y="2431"/>
                    <a:pt x="34413" y="2270"/>
                    <a:pt x="34488" y="2108"/>
                  </a:cubicBezTo>
                  <a:cubicBezTo>
                    <a:pt x="34689" y="1668"/>
                    <a:pt x="34897" y="1213"/>
                    <a:pt x="35207" y="840"/>
                  </a:cubicBezTo>
                  <a:cubicBezTo>
                    <a:pt x="35521" y="462"/>
                    <a:pt x="36017" y="144"/>
                    <a:pt x="36523" y="144"/>
                  </a:cubicBezTo>
                  <a:close/>
                  <a:moveTo>
                    <a:pt x="36520" y="0"/>
                  </a:moveTo>
                  <a:cubicBezTo>
                    <a:pt x="35966" y="0"/>
                    <a:pt x="35429" y="342"/>
                    <a:pt x="35089" y="749"/>
                  </a:cubicBezTo>
                  <a:cubicBezTo>
                    <a:pt x="34767" y="1137"/>
                    <a:pt x="34554" y="1602"/>
                    <a:pt x="34349" y="2051"/>
                  </a:cubicBezTo>
                  <a:cubicBezTo>
                    <a:pt x="34275" y="2212"/>
                    <a:pt x="34202" y="2372"/>
                    <a:pt x="34123" y="2529"/>
                  </a:cubicBezTo>
                  <a:cubicBezTo>
                    <a:pt x="33118" y="4544"/>
                    <a:pt x="31211" y="6062"/>
                    <a:pt x="29021" y="6588"/>
                  </a:cubicBezTo>
                  <a:cubicBezTo>
                    <a:pt x="28440" y="6728"/>
                    <a:pt x="27844" y="6796"/>
                    <a:pt x="27250" y="6796"/>
                  </a:cubicBezTo>
                  <a:cubicBezTo>
                    <a:pt x="25603" y="6796"/>
                    <a:pt x="23962" y="6273"/>
                    <a:pt x="22632" y="5289"/>
                  </a:cubicBezTo>
                  <a:cubicBezTo>
                    <a:pt x="22423" y="5134"/>
                    <a:pt x="22216" y="4969"/>
                    <a:pt x="21996" y="4795"/>
                  </a:cubicBezTo>
                  <a:cubicBezTo>
                    <a:pt x="21106" y="4086"/>
                    <a:pt x="20189" y="3357"/>
                    <a:pt x="19174" y="3357"/>
                  </a:cubicBezTo>
                  <a:cubicBezTo>
                    <a:pt x="18988" y="3357"/>
                    <a:pt x="18799" y="3382"/>
                    <a:pt x="18606" y="3435"/>
                  </a:cubicBezTo>
                  <a:cubicBezTo>
                    <a:pt x="17609" y="3712"/>
                    <a:pt x="17083" y="4644"/>
                    <a:pt x="16574" y="5546"/>
                  </a:cubicBezTo>
                  <a:cubicBezTo>
                    <a:pt x="16276" y="6073"/>
                    <a:pt x="15969" y="6619"/>
                    <a:pt x="15567" y="7041"/>
                  </a:cubicBezTo>
                  <a:cubicBezTo>
                    <a:pt x="14984" y="7653"/>
                    <a:pt x="14124" y="7987"/>
                    <a:pt x="13237" y="7987"/>
                  </a:cubicBezTo>
                  <a:cubicBezTo>
                    <a:pt x="12875" y="7987"/>
                    <a:pt x="12508" y="7931"/>
                    <a:pt x="12154" y="7816"/>
                  </a:cubicBezTo>
                  <a:cubicBezTo>
                    <a:pt x="11549" y="7619"/>
                    <a:pt x="11379" y="7384"/>
                    <a:pt x="11100" y="6996"/>
                  </a:cubicBezTo>
                  <a:cubicBezTo>
                    <a:pt x="11057" y="6935"/>
                    <a:pt x="11012" y="6873"/>
                    <a:pt x="10961" y="6806"/>
                  </a:cubicBezTo>
                  <a:cubicBezTo>
                    <a:pt x="10874" y="6688"/>
                    <a:pt x="10810" y="6570"/>
                    <a:pt x="10752" y="6465"/>
                  </a:cubicBezTo>
                  <a:cubicBezTo>
                    <a:pt x="10645" y="6270"/>
                    <a:pt x="10552" y="6103"/>
                    <a:pt x="10374" y="6064"/>
                  </a:cubicBezTo>
                  <a:cubicBezTo>
                    <a:pt x="10350" y="6059"/>
                    <a:pt x="10324" y="6056"/>
                    <a:pt x="10297" y="6056"/>
                  </a:cubicBezTo>
                  <a:cubicBezTo>
                    <a:pt x="10134" y="6056"/>
                    <a:pt x="9926" y="6155"/>
                    <a:pt x="9625" y="6376"/>
                  </a:cubicBezTo>
                  <a:cubicBezTo>
                    <a:pt x="7505" y="7923"/>
                    <a:pt x="5381" y="9523"/>
                    <a:pt x="3311" y="11132"/>
                  </a:cubicBezTo>
                  <a:cubicBezTo>
                    <a:pt x="2412" y="11828"/>
                    <a:pt x="1295" y="12697"/>
                    <a:pt x="684" y="13873"/>
                  </a:cubicBezTo>
                  <a:cubicBezTo>
                    <a:pt x="137" y="14926"/>
                    <a:pt x="0" y="16508"/>
                    <a:pt x="990" y="17495"/>
                  </a:cubicBezTo>
                  <a:cubicBezTo>
                    <a:pt x="1742" y="18244"/>
                    <a:pt x="2827" y="18353"/>
                    <a:pt x="3878" y="18458"/>
                  </a:cubicBezTo>
                  <a:cubicBezTo>
                    <a:pt x="4548" y="18526"/>
                    <a:pt x="5240" y="18595"/>
                    <a:pt x="5852" y="18826"/>
                  </a:cubicBezTo>
                  <a:cubicBezTo>
                    <a:pt x="6947" y="19240"/>
                    <a:pt x="7812" y="20249"/>
                    <a:pt x="8053" y="21394"/>
                  </a:cubicBezTo>
                  <a:cubicBezTo>
                    <a:pt x="8101" y="21620"/>
                    <a:pt x="8129" y="21860"/>
                    <a:pt x="8156" y="22094"/>
                  </a:cubicBezTo>
                  <a:cubicBezTo>
                    <a:pt x="8225" y="22677"/>
                    <a:pt x="8296" y="23278"/>
                    <a:pt x="8675" y="23736"/>
                  </a:cubicBezTo>
                  <a:cubicBezTo>
                    <a:pt x="9006" y="24136"/>
                    <a:pt x="9490" y="24310"/>
                    <a:pt x="9985" y="24310"/>
                  </a:cubicBezTo>
                  <a:cubicBezTo>
                    <a:pt x="10497" y="24310"/>
                    <a:pt x="11021" y="24124"/>
                    <a:pt x="11405" y="23813"/>
                  </a:cubicBezTo>
                  <a:cubicBezTo>
                    <a:pt x="12060" y="23271"/>
                    <a:pt x="12479" y="22362"/>
                    <a:pt x="12616" y="21181"/>
                  </a:cubicBezTo>
                  <a:cubicBezTo>
                    <a:pt x="12667" y="20744"/>
                    <a:pt x="12682" y="20296"/>
                    <a:pt x="12696" y="19865"/>
                  </a:cubicBezTo>
                  <a:cubicBezTo>
                    <a:pt x="12713" y="19341"/>
                    <a:pt x="12732" y="18800"/>
                    <a:pt x="12813" y="18278"/>
                  </a:cubicBezTo>
                  <a:cubicBezTo>
                    <a:pt x="13181" y="15931"/>
                    <a:pt x="14856" y="13747"/>
                    <a:pt x="17409" y="12290"/>
                  </a:cubicBezTo>
                  <a:cubicBezTo>
                    <a:pt x="19698" y="10982"/>
                    <a:pt x="22310" y="10397"/>
                    <a:pt x="24834" y="9833"/>
                  </a:cubicBezTo>
                  <a:cubicBezTo>
                    <a:pt x="27443" y="9250"/>
                    <a:pt x="30140" y="8646"/>
                    <a:pt x="32856" y="8579"/>
                  </a:cubicBezTo>
                  <a:cubicBezTo>
                    <a:pt x="33015" y="8575"/>
                    <a:pt x="33173" y="8573"/>
                    <a:pt x="33329" y="8573"/>
                  </a:cubicBezTo>
                  <a:cubicBezTo>
                    <a:pt x="36161" y="8573"/>
                    <a:pt x="38674" y="9217"/>
                    <a:pt x="40623" y="10443"/>
                  </a:cubicBezTo>
                  <a:cubicBezTo>
                    <a:pt x="41155" y="10777"/>
                    <a:pt x="41605" y="10945"/>
                    <a:pt x="41961" y="10945"/>
                  </a:cubicBezTo>
                  <a:cubicBezTo>
                    <a:pt x="42233" y="10945"/>
                    <a:pt x="42449" y="10847"/>
                    <a:pt x="42605" y="10649"/>
                  </a:cubicBezTo>
                  <a:cubicBezTo>
                    <a:pt x="42878" y="10303"/>
                    <a:pt x="42779" y="9788"/>
                    <a:pt x="42539" y="9456"/>
                  </a:cubicBezTo>
                  <a:cubicBezTo>
                    <a:pt x="42335" y="9172"/>
                    <a:pt x="42042" y="8971"/>
                    <a:pt x="41759" y="8777"/>
                  </a:cubicBezTo>
                  <a:cubicBezTo>
                    <a:pt x="41712" y="8746"/>
                    <a:pt x="41666" y="8712"/>
                    <a:pt x="41618" y="8681"/>
                  </a:cubicBezTo>
                  <a:cubicBezTo>
                    <a:pt x="39701" y="7340"/>
                    <a:pt x="38412" y="5153"/>
                    <a:pt x="38170" y="2827"/>
                  </a:cubicBezTo>
                  <a:lnTo>
                    <a:pt x="38154" y="2679"/>
                  </a:lnTo>
                  <a:cubicBezTo>
                    <a:pt x="38051" y="1671"/>
                    <a:pt x="37924" y="414"/>
                    <a:pt x="36944" y="72"/>
                  </a:cubicBezTo>
                  <a:cubicBezTo>
                    <a:pt x="36804" y="22"/>
                    <a:pt x="36661" y="0"/>
                    <a:pt x="36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5"/>
            <p:cNvSpPr/>
            <p:nvPr/>
          </p:nvSpPr>
          <p:spPr>
            <a:xfrm>
              <a:off x="5594200" y="1383800"/>
              <a:ext cx="131725" cy="260175"/>
            </a:xfrm>
            <a:custGeom>
              <a:rect b="b" l="l" r="r" t="t"/>
              <a:pathLst>
                <a:path extrusionOk="0" h="10407" w="5269">
                  <a:moveTo>
                    <a:pt x="1133" y="147"/>
                  </a:moveTo>
                  <a:cubicBezTo>
                    <a:pt x="1250" y="147"/>
                    <a:pt x="1371" y="169"/>
                    <a:pt x="1497" y="210"/>
                  </a:cubicBezTo>
                  <a:cubicBezTo>
                    <a:pt x="2983" y="715"/>
                    <a:pt x="4628" y="3968"/>
                    <a:pt x="4793" y="4849"/>
                  </a:cubicBezTo>
                  <a:cubicBezTo>
                    <a:pt x="5116" y="6562"/>
                    <a:pt x="4682" y="8417"/>
                    <a:pt x="3635" y="9810"/>
                  </a:cubicBezTo>
                  <a:cubicBezTo>
                    <a:pt x="3509" y="9976"/>
                    <a:pt x="3370" y="10138"/>
                    <a:pt x="3188" y="10213"/>
                  </a:cubicBezTo>
                  <a:cubicBezTo>
                    <a:pt x="3113" y="10244"/>
                    <a:pt x="3035" y="10259"/>
                    <a:pt x="2957" y="10259"/>
                  </a:cubicBezTo>
                  <a:cubicBezTo>
                    <a:pt x="2599" y="10259"/>
                    <a:pt x="2236" y="9954"/>
                    <a:pt x="2027" y="9592"/>
                  </a:cubicBezTo>
                  <a:cubicBezTo>
                    <a:pt x="1458" y="8609"/>
                    <a:pt x="1558" y="7399"/>
                    <a:pt x="1656" y="6228"/>
                  </a:cubicBezTo>
                  <a:cubicBezTo>
                    <a:pt x="1759" y="4996"/>
                    <a:pt x="1867" y="3723"/>
                    <a:pt x="1200" y="2697"/>
                  </a:cubicBezTo>
                  <a:cubicBezTo>
                    <a:pt x="1093" y="2533"/>
                    <a:pt x="968" y="2380"/>
                    <a:pt x="847" y="2231"/>
                  </a:cubicBezTo>
                  <a:cubicBezTo>
                    <a:pt x="685" y="2031"/>
                    <a:pt x="517" y="1825"/>
                    <a:pt x="398" y="1596"/>
                  </a:cubicBezTo>
                  <a:cubicBezTo>
                    <a:pt x="204" y="1220"/>
                    <a:pt x="169" y="694"/>
                    <a:pt x="480" y="415"/>
                  </a:cubicBezTo>
                  <a:cubicBezTo>
                    <a:pt x="681" y="236"/>
                    <a:pt x="897" y="147"/>
                    <a:pt x="1133" y="147"/>
                  </a:cubicBezTo>
                  <a:close/>
                  <a:moveTo>
                    <a:pt x="1134" y="1"/>
                  </a:moveTo>
                  <a:cubicBezTo>
                    <a:pt x="861" y="1"/>
                    <a:pt x="610" y="103"/>
                    <a:pt x="383" y="307"/>
                  </a:cubicBezTo>
                  <a:cubicBezTo>
                    <a:pt x="0" y="650"/>
                    <a:pt x="54" y="1252"/>
                    <a:pt x="268" y="1665"/>
                  </a:cubicBezTo>
                  <a:cubicBezTo>
                    <a:pt x="393" y="1907"/>
                    <a:pt x="567" y="2120"/>
                    <a:pt x="734" y="2326"/>
                  </a:cubicBezTo>
                  <a:cubicBezTo>
                    <a:pt x="852" y="2471"/>
                    <a:pt x="975" y="2622"/>
                    <a:pt x="1077" y="2779"/>
                  </a:cubicBezTo>
                  <a:cubicBezTo>
                    <a:pt x="1716" y="3763"/>
                    <a:pt x="1611" y="5011"/>
                    <a:pt x="1511" y="6218"/>
                  </a:cubicBezTo>
                  <a:cubicBezTo>
                    <a:pt x="1410" y="7411"/>
                    <a:pt x="1306" y="8644"/>
                    <a:pt x="1900" y="9666"/>
                  </a:cubicBezTo>
                  <a:cubicBezTo>
                    <a:pt x="2135" y="10070"/>
                    <a:pt x="2544" y="10407"/>
                    <a:pt x="2961" y="10407"/>
                  </a:cubicBezTo>
                  <a:cubicBezTo>
                    <a:pt x="3055" y="10407"/>
                    <a:pt x="3152" y="10389"/>
                    <a:pt x="3248" y="10351"/>
                  </a:cubicBezTo>
                  <a:cubicBezTo>
                    <a:pt x="3462" y="10262"/>
                    <a:pt x="3618" y="10082"/>
                    <a:pt x="3755" y="9899"/>
                  </a:cubicBezTo>
                  <a:cubicBezTo>
                    <a:pt x="4827" y="8474"/>
                    <a:pt x="5268" y="6577"/>
                    <a:pt x="4940" y="4825"/>
                  </a:cubicBezTo>
                  <a:cubicBezTo>
                    <a:pt x="4771" y="3924"/>
                    <a:pt x="3079" y="595"/>
                    <a:pt x="1547" y="74"/>
                  </a:cubicBezTo>
                  <a:cubicBezTo>
                    <a:pt x="1404" y="25"/>
                    <a:pt x="1266" y="1"/>
                    <a:pt x="11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5"/>
            <p:cNvSpPr/>
            <p:nvPr/>
          </p:nvSpPr>
          <p:spPr>
            <a:xfrm>
              <a:off x="5306675" y="408475"/>
              <a:ext cx="244950" cy="634925"/>
            </a:xfrm>
            <a:custGeom>
              <a:rect b="b" l="l" r="r" t="t"/>
              <a:pathLst>
                <a:path extrusionOk="0" h="25397" w="9798">
                  <a:moveTo>
                    <a:pt x="2092" y="147"/>
                  </a:moveTo>
                  <a:cubicBezTo>
                    <a:pt x="3310" y="177"/>
                    <a:pt x="4228" y="1666"/>
                    <a:pt x="4466" y="2662"/>
                  </a:cubicBezTo>
                  <a:cubicBezTo>
                    <a:pt x="4646" y="3418"/>
                    <a:pt x="4655" y="4215"/>
                    <a:pt x="4665" y="4986"/>
                  </a:cubicBezTo>
                  <a:cubicBezTo>
                    <a:pt x="4671" y="5540"/>
                    <a:pt x="4677" y="6113"/>
                    <a:pt x="4746" y="6671"/>
                  </a:cubicBezTo>
                  <a:cubicBezTo>
                    <a:pt x="4986" y="8616"/>
                    <a:pt x="5965" y="10361"/>
                    <a:pt x="6911" y="12049"/>
                  </a:cubicBezTo>
                  <a:cubicBezTo>
                    <a:pt x="7645" y="13357"/>
                    <a:pt x="8405" y="14709"/>
                    <a:pt x="8820" y="16153"/>
                  </a:cubicBezTo>
                  <a:cubicBezTo>
                    <a:pt x="9642" y="19005"/>
                    <a:pt x="9044" y="22248"/>
                    <a:pt x="7257" y="24619"/>
                  </a:cubicBezTo>
                  <a:cubicBezTo>
                    <a:pt x="6938" y="25042"/>
                    <a:pt x="6640" y="25248"/>
                    <a:pt x="6350" y="25248"/>
                  </a:cubicBezTo>
                  <a:cubicBezTo>
                    <a:pt x="6323" y="25248"/>
                    <a:pt x="6297" y="25246"/>
                    <a:pt x="6270" y="25243"/>
                  </a:cubicBezTo>
                  <a:cubicBezTo>
                    <a:pt x="5923" y="25197"/>
                    <a:pt x="5686" y="24843"/>
                    <a:pt x="5630" y="24515"/>
                  </a:cubicBezTo>
                  <a:cubicBezTo>
                    <a:pt x="5574" y="24176"/>
                    <a:pt x="5655" y="23823"/>
                    <a:pt x="5733" y="23482"/>
                  </a:cubicBezTo>
                  <a:lnTo>
                    <a:pt x="5745" y="23426"/>
                  </a:lnTo>
                  <a:cubicBezTo>
                    <a:pt x="7112" y="17399"/>
                    <a:pt x="5721" y="10846"/>
                    <a:pt x="2020" y="5896"/>
                  </a:cubicBezTo>
                  <a:cubicBezTo>
                    <a:pt x="1932" y="5778"/>
                    <a:pt x="1842" y="5659"/>
                    <a:pt x="1751" y="5540"/>
                  </a:cubicBezTo>
                  <a:cubicBezTo>
                    <a:pt x="1090" y="4672"/>
                    <a:pt x="405" y="3773"/>
                    <a:pt x="249" y="2709"/>
                  </a:cubicBezTo>
                  <a:cubicBezTo>
                    <a:pt x="152" y="2053"/>
                    <a:pt x="399" y="1256"/>
                    <a:pt x="865" y="731"/>
                  </a:cubicBezTo>
                  <a:cubicBezTo>
                    <a:pt x="1101" y="464"/>
                    <a:pt x="1498" y="149"/>
                    <a:pt x="2055" y="149"/>
                  </a:cubicBezTo>
                  <a:cubicBezTo>
                    <a:pt x="2067" y="149"/>
                    <a:pt x="2080" y="149"/>
                    <a:pt x="2092" y="147"/>
                  </a:cubicBezTo>
                  <a:close/>
                  <a:moveTo>
                    <a:pt x="2058" y="0"/>
                  </a:moveTo>
                  <a:cubicBezTo>
                    <a:pt x="1571" y="0"/>
                    <a:pt x="1122" y="217"/>
                    <a:pt x="754" y="631"/>
                  </a:cubicBezTo>
                  <a:cubicBezTo>
                    <a:pt x="261" y="1188"/>
                    <a:pt x="0" y="2032"/>
                    <a:pt x="103" y="2730"/>
                  </a:cubicBezTo>
                  <a:cubicBezTo>
                    <a:pt x="265" y="3831"/>
                    <a:pt x="961" y="4746"/>
                    <a:pt x="1633" y="5629"/>
                  </a:cubicBezTo>
                  <a:cubicBezTo>
                    <a:pt x="1725" y="5749"/>
                    <a:pt x="1814" y="5866"/>
                    <a:pt x="1904" y="5985"/>
                  </a:cubicBezTo>
                  <a:cubicBezTo>
                    <a:pt x="5577" y="10900"/>
                    <a:pt x="6960" y="17408"/>
                    <a:pt x="5603" y="23393"/>
                  </a:cubicBezTo>
                  <a:lnTo>
                    <a:pt x="5589" y="23448"/>
                  </a:lnTo>
                  <a:cubicBezTo>
                    <a:pt x="5508" y="23804"/>
                    <a:pt x="5424" y="24173"/>
                    <a:pt x="5486" y="24540"/>
                  </a:cubicBezTo>
                  <a:cubicBezTo>
                    <a:pt x="5548" y="24908"/>
                    <a:pt x="5815" y="25334"/>
                    <a:pt x="6253" y="25390"/>
                  </a:cubicBezTo>
                  <a:cubicBezTo>
                    <a:pt x="6286" y="25393"/>
                    <a:pt x="6320" y="25396"/>
                    <a:pt x="6353" y="25396"/>
                  </a:cubicBezTo>
                  <a:cubicBezTo>
                    <a:pt x="6692" y="25396"/>
                    <a:pt x="7027" y="25170"/>
                    <a:pt x="7377" y="24708"/>
                  </a:cubicBezTo>
                  <a:cubicBezTo>
                    <a:pt x="9190" y="22303"/>
                    <a:pt x="9798" y="19010"/>
                    <a:pt x="8963" y="16114"/>
                  </a:cubicBezTo>
                  <a:cubicBezTo>
                    <a:pt x="8543" y="14654"/>
                    <a:pt x="7780" y="13294"/>
                    <a:pt x="7042" y="11978"/>
                  </a:cubicBezTo>
                  <a:cubicBezTo>
                    <a:pt x="6101" y="10302"/>
                    <a:pt x="5129" y="8570"/>
                    <a:pt x="4893" y="6655"/>
                  </a:cubicBezTo>
                  <a:cubicBezTo>
                    <a:pt x="4825" y="6105"/>
                    <a:pt x="4818" y="5536"/>
                    <a:pt x="4811" y="4986"/>
                  </a:cubicBezTo>
                  <a:cubicBezTo>
                    <a:pt x="4803" y="4206"/>
                    <a:pt x="4794" y="3400"/>
                    <a:pt x="4609" y="2628"/>
                  </a:cubicBezTo>
                  <a:cubicBezTo>
                    <a:pt x="4361" y="1587"/>
                    <a:pt x="3392" y="33"/>
                    <a:pt x="2096" y="1"/>
                  </a:cubicBezTo>
                  <a:cubicBezTo>
                    <a:pt x="2083" y="0"/>
                    <a:pt x="2071" y="0"/>
                    <a:pt x="20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5"/>
            <p:cNvSpPr/>
            <p:nvPr/>
          </p:nvSpPr>
          <p:spPr>
            <a:xfrm>
              <a:off x="5342275" y="443325"/>
              <a:ext cx="63750" cy="81900"/>
            </a:xfrm>
            <a:custGeom>
              <a:rect b="b" l="l" r="r" t="t"/>
              <a:pathLst>
                <a:path extrusionOk="0" h="3276" w="2550">
                  <a:moveTo>
                    <a:pt x="1008" y="146"/>
                  </a:moveTo>
                  <a:cubicBezTo>
                    <a:pt x="1138" y="146"/>
                    <a:pt x="1272" y="184"/>
                    <a:pt x="1410" y="258"/>
                  </a:cubicBezTo>
                  <a:cubicBezTo>
                    <a:pt x="1972" y="565"/>
                    <a:pt x="2402" y="1433"/>
                    <a:pt x="2384" y="1946"/>
                  </a:cubicBezTo>
                  <a:cubicBezTo>
                    <a:pt x="2369" y="2369"/>
                    <a:pt x="2159" y="2761"/>
                    <a:pt x="1839" y="2969"/>
                  </a:cubicBezTo>
                  <a:cubicBezTo>
                    <a:pt x="1674" y="3076"/>
                    <a:pt x="1481" y="3129"/>
                    <a:pt x="1293" y="3129"/>
                  </a:cubicBezTo>
                  <a:cubicBezTo>
                    <a:pt x="1088" y="3129"/>
                    <a:pt x="887" y="3066"/>
                    <a:pt x="733" y="2940"/>
                  </a:cubicBezTo>
                  <a:cubicBezTo>
                    <a:pt x="400" y="2673"/>
                    <a:pt x="151" y="1914"/>
                    <a:pt x="175" y="1247"/>
                  </a:cubicBezTo>
                  <a:cubicBezTo>
                    <a:pt x="192" y="797"/>
                    <a:pt x="330" y="459"/>
                    <a:pt x="563" y="297"/>
                  </a:cubicBezTo>
                  <a:cubicBezTo>
                    <a:pt x="707" y="197"/>
                    <a:pt x="856" y="146"/>
                    <a:pt x="1008" y="146"/>
                  </a:cubicBezTo>
                  <a:close/>
                  <a:moveTo>
                    <a:pt x="1006" y="0"/>
                  </a:moveTo>
                  <a:cubicBezTo>
                    <a:pt x="824" y="0"/>
                    <a:pt x="646" y="59"/>
                    <a:pt x="477" y="176"/>
                  </a:cubicBezTo>
                  <a:cubicBezTo>
                    <a:pt x="203" y="366"/>
                    <a:pt x="43" y="746"/>
                    <a:pt x="26" y="1243"/>
                  </a:cubicBezTo>
                  <a:cubicBezTo>
                    <a:pt x="0" y="1963"/>
                    <a:pt x="269" y="2759"/>
                    <a:pt x="638" y="3057"/>
                  </a:cubicBezTo>
                  <a:cubicBezTo>
                    <a:pt x="818" y="3202"/>
                    <a:pt x="1053" y="3275"/>
                    <a:pt x="1292" y="3275"/>
                  </a:cubicBezTo>
                  <a:cubicBezTo>
                    <a:pt x="1508" y="3275"/>
                    <a:pt x="1729" y="3215"/>
                    <a:pt x="1917" y="3095"/>
                  </a:cubicBezTo>
                  <a:cubicBezTo>
                    <a:pt x="2278" y="2862"/>
                    <a:pt x="2513" y="2424"/>
                    <a:pt x="2530" y="1954"/>
                  </a:cubicBezTo>
                  <a:cubicBezTo>
                    <a:pt x="2549" y="1386"/>
                    <a:pt x="2096" y="466"/>
                    <a:pt x="1479" y="130"/>
                  </a:cubicBezTo>
                  <a:cubicBezTo>
                    <a:pt x="1321" y="43"/>
                    <a:pt x="1162" y="0"/>
                    <a:pt x="10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5"/>
            <p:cNvSpPr/>
            <p:nvPr/>
          </p:nvSpPr>
          <p:spPr>
            <a:xfrm>
              <a:off x="5474900" y="806250"/>
              <a:ext cx="46800" cy="154700"/>
            </a:xfrm>
            <a:custGeom>
              <a:rect b="b" l="l" r="r" t="t"/>
              <a:pathLst>
                <a:path extrusionOk="0" h="6188" w="1872">
                  <a:moveTo>
                    <a:pt x="639" y="149"/>
                  </a:moveTo>
                  <a:cubicBezTo>
                    <a:pt x="721" y="149"/>
                    <a:pt x="815" y="226"/>
                    <a:pt x="882" y="298"/>
                  </a:cubicBezTo>
                  <a:cubicBezTo>
                    <a:pt x="1010" y="430"/>
                    <a:pt x="1069" y="626"/>
                    <a:pt x="1121" y="798"/>
                  </a:cubicBezTo>
                  <a:cubicBezTo>
                    <a:pt x="1367" y="1611"/>
                    <a:pt x="1621" y="2452"/>
                    <a:pt x="1678" y="3313"/>
                  </a:cubicBezTo>
                  <a:cubicBezTo>
                    <a:pt x="1723" y="3983"/>
                    <a:pt x="1657" y="4949"/>
                    <a:pt x="1095" y="5745"/>
                  </a:cubicBezTo>
                  <a:cubicBezTo>
                    <a:pt x="984" y="5902"/>
                    <a:pt x="818" y="6039"/>
                    <a:pt x="670" y="6039"/>
                  </a:cubicBezTo>
                  <a:cubicBezTo>
                    <a:pt x="632" y="6039"/>
                    <a:pt x="595" y="6030"/>
                    <a:pt x="561" y="6009"/>
                  </a:cubicBezTo>
                  <a:cubicBezTo>
                    <a:pt x="444" y="5941"/>
                    <a:pt x="411" y="5776"/>
                    <a:pt x="392" y="5607"/>
                  </a:cubicBezTo>
                  <a:cubicBezTo>
                    <a:pt x="272" y="4476"/>
                    <a:pt x="148" y="3166"/>
                    <a:pt x="231" y="1913"/>
                  </a:cubicBezTo>
                  <a:cubicBezTo>
                    <a:pt x="233" y="1877"/>
                    <a:pt x="237" y="1826"/>
                    <a:pt x="239" y="1763"/>
                  </a:cubicBezTo>
                  <a:cubicBezTo>
                    <a:pt x="256" y="1392"/>
                    <a:pt x="306" y="268"/>
                    <a:pt x="598" y="156"/>
                  </a:cubicBezTo>
                  <a:cubicBezTo>
                    <a:pt x="610" y="152"/>
                    <a:pt x="625" y="149"/>
                    <a:pt x="639" y="149"/>
                  </a:cubicBezTo>
                  <a:close/>
                  <a:moveTo>
                    <a:pt x="641" y="1"/>
                  </a:moveTo>
                  <a:cubicBezTo>
                    <a:pt x="609" y="1"/>
                    <a:pt x="577" y="6"/>
                    <a:pt x="546" y="18"/>
                  </a:cubicBezTo>
                  <a:cubicBezTo>
                    <a:pt x="210" y="145"/>
                    <a:pt x="129" y="928"/>
                    <a:pt x="92" y="1754"/>
                  </a:cubicBezTo>
                  <a:cubicBezTo>
                    <a:pt x="89" y="1816"/>
                    <a:pt x="87" y="1867"/>
                    <a:pt x="84" y="1903"/>
                  </a:cubicBezTo>
                  <a:cubicBezTo>
                    <a:pt x="0" y="3167"/>
                    <a:pt x="123" y="4486"/>
                    <a:pt x="246" y="5622"/>
                  </a:cubicBezTo>
                  <a:cubicBezTo>
                    <a:pt x="268" y="5829"/>
                    <a:pt x="313" y="6034"/>
                    <a:pt x="485" y="6136"/>
                  </a:cubicBezTo>
                  <a:cubicBezTo>
                    <a:pt x="546" y="6172"/>
                    <a:pt x="608" y="6188"/>
                    <a:pt x="671" y="6188"/>
                  </a:cubicBezTo>
                  <a:cubicBezTo>
                    <a:pt x="872" y="6188"/>
                    <a:pt x="1077" y="6028"/>
                    <a:pt x="1217" y="5829"/>
                  </a:cubicBezTo>
                  <a:cubicBezTo>
                    <a:pt x="1804" y="4997"/>
                    <a:pt x="1872" y="3996"/>
                    <a:pt x="1827" y="3302"/>
                  </a:cubicBezTo>
                  <a:cubicBezTo>
                    <a:pt x="1769" y="2425"/>
                    <a:pt x="1512" y="1576"/>
                    <a:pt x="1264" y="754"/>
                  </a:cubicBezTo>
                  <a:cubicBezTo>
                    <a:pt x="1207" y="566"/>
                    <a:pt x="1143" y="353"/>
                    <a:pt x="990" y="194"/>
                  </a:cubicBezTo>
                  <a:cubicBezTo>
                    <a:pt x="866" y="65"/>
                    <a:pt x="749" y="1"/>
                    <a:pt x="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5"/>
            <p:cNvSpPr/>
            <p:nvPr/>
          </p:nvSpPr>
          <p:spPr>
            <a:xfrm>
              <a:off x="4603925" y="1136950"/>
              <a:ext cx="886950" cy="480850"/>
            </a:xfrm>
            <a:custGeom>
              <a:rect b="b" l="l" r="r" t="t"/>
              <a:pathLst>
                <a:path extrusionOk="0" h="19234" w="35478">
                  <a:moveTo>
                    <a:pt x="33176" y="147"/>
                  </a:moveTo>
                  <a:cubicBezTo>
                    <a:pt x="33271" y="147"/>
                    <a:pt x="33436" y="248"/>
                    <a:pt x="33669" y="731"/>
                  </a:cubicBezTo>
                  <a:cubicBezTo>
                    <a:pt x="34012" y="1439"/>
                    <a:pt x="34331" y="2175"/>
                    <a:pt x="34640" y="2886"/>
                  </a:cubicBezTo>
                  <a:cubicBezTo>
                    <a:pt x="34798" y="3250"/>
                    <a:pt x="34955" y="3613"/>
                    <a:pt x="35117" y="3974"/>
                  </a:cubicBezTo>
                  <a:cubicBezTo>
                    <a:pt x="35250" y="4270"/>
                    <a:pt x="35359" y="4663"/>
                    <a:pt x="35132" y="4853"/>
                  </a:cubicBezTo>
                  <a:cubicBezTo>
                    <a:pt x="35049" y="4922"/>
                    <a:pt x="34944" y="4946"/>
                    <a:pt x="34826" y="4946"/>
                  </a:cubicBezTo>
                  <a:cubicBezTo>
                    <a:pt x="34718" y="4946"/>
                    <a:pt x="34601" y="4927"/>
                    <a:pt x="34480" y="4904"/>
                  </a:cubicBezTo>
                  <a:cubicBezTo>
                    <a:pt x="33681" y="4750"/>
                    <a:pt x="32878" y="4684"/>
                    <a:pt x="32073" y="4684"/>
                  </a:cubicBezTo>
                  <a:cubicBezTo>
                    <a:pt x="29802" y="4684"/>
                    <a:pt x="27517" y="5203"/>
                    <a:pt x="25289" y="5709"/>
                  </a:cubicBezTo>
                  <a:cubicBezTo>
                    <a:pt x="24580" y="5870"/>
                    <a:pt x="23847" y="6036"/>
                    <a:pt x="23130" y="6183"/>
                  </a:cubicBezTo>
                  <a:cubicBezTo>
                    <a:pt x="22351" y="6341"/>
                    <a:pt x="21555" y="6482"/>
                    <a:pt x="20786" y="6617"/>
                  </a:cubicBezTo>
                  <a:cubicBezTo>
                    <a:pt x="19365" y="6867"/>
                    <a:pt x="17899" y="7127"/>
                    <a:pt x="16483" y="7509"/>
                  </a:cubicBezTo>
                  <a:cubicBezTo>
                    <a:pt x="13908" y="8201"/>
                    <a:pt x="11940" y="9199"/>
                    <a:pt x="10469" y="10559"/>
                  </a:cubicBezTo>
                  <a:cubicBezTo>
                    <a:pt x="8658" y="12232"/>
                    <a:pt x="7677" y="14500"/>
                    <a:pt x="7844" y="16625"/>
                  </a:cubicBezTo>
                  <a:cubicBezTo>
                    <a:pt x="7854" y="16745"/>
                    <a:pt x="7867" y="16868"/>
                    <a:pt x="7879" y="16989"/>
                  </a:cubicBezTo>
                  <a:cubicBezTo>
                    <a:pt x="7930" y="17465"/>
                    <a:pt x="7983" y="17957"/>
                    <a:pt x="7817" y="18397"/>
                  </a:cubicBezTo>
                  <a:cubicBezTo>
                    <a:pt x="7700" y="18705"/>
                    <a:pt x="7395" y="18979"/>
                    <a:pt x="7074" y="19060"/>
                  </a:cubicBezTo>
                  <a:cubicBezTo>
                    <a:pt x="7016" y="19075"/>
                    <a:pt x="6950" y="19086"/>
                    <a:pt x="6879" y="19086"/>
                  </a:cubicBezTo>
                  <a:cubicBezTo>
                    <a:pt x="6755" y="19086"/>
                    <a:pt x="6617" y="19052"/>
                    <a:pt x="6493" y="18946"/>
                  </a:cubicBezTo>
                  <a:cubicBezTo>
                    <a:pt x="6268" y="18752"/>
                    <a:pt x="6209" y="18426"/>
                    <a:pt x="6152" y="18111"/>
                  </a:cubicBezTo>
                  <a:lnTo>
                    <a:pt x="6136" y="18018"/>
                  </a:lnTo>
                  <a:cubicBezTo>
                    <a:pt x="5842" y="16430"/>
                    <a:pt x="4823" y="15019"/>
                    <a:pt x="3408" y="14241"/>
                  </a:cubicBezTo>
                  <a:cubicBezTo>
                    <a:pt x="3122" y="14083"/>
                    <a:pt x="2819" y="13950"/>
                    <a:pt x="2525" y="13821"/>
                  </a:cubicBezTo>
                  <a:cubicBezTo>
                    <a:pt x="2179" y="13669"/>
                    <a:pt x="1821" y="13514"/>
                    <a:pt x="1493" y="13317"/>
                  </a:cubicBezTo>
                  <a:cubicBezTo>
                    <a:pt x="796" y="12897"/>
                    <a:pt x="357" y="12319"/>
                    <a:pt x="287" y="11730"/>
                  </a:cubicBezTo>
                  <a:cubicBezTo>
                    <a:pt x="157" y="10629"/>
                    <a:pt x="1203" y="9758"/>
                    <a:pt x="2128" y="9123"/>
                  </a:cubicBezTo>
                  <a:lnTo>
                    <a:pt x="5083" y="7097"/>
                  </a:lnTo>
                  <a:cubicBezTo>
                    <a:pt x="5683" y="6685"/>
                    <a:pt x="6364" y="6219"/>
                    <a:pt x="7138" y="6157"/>
                  </a:cubicBezTo>
                  <a:cubicBezTo>
                    <a:pt x="7199" y="6153"/>
                    <a:pt x="7259" y="6151"/>
                    <a:pt x="7320" y="6151"/>
                  </a:cubicBezTo>
                  <a:cubicBezTo>
                    <a:pt x="7726" y="6151"/>
                    <a:pt x="8133" y="6251"/>
                    <a:pt x="8528" y="6348"/>
                  </a:cubicBezTo>
                  <a:cubicBezTo>
                    <a:pt x="8934" y="6448"/>
                    <a:pt x="9355" y="6551"/>
                    <a:pt x="9780" y="6551"/>
                  </a:cubicBezTo>
                  <a:lnTo>
                    <a:pt x="9804" y="6551"/>
                  </a:lnTo>
                  <a:cubicBezTo>
                    <a:pt x="11047" y="6540"/>
                    <a:pt x="12028" y="5683"/>
                    <a:pt x="12977" y="4853"/>
                  </a:cubicBezTo>
                  <a:cubicBezTo>
                    <a:pt x="13879" y="4065"/>
                    <a:pt x="14812" y="3250"/>
                    <a:pt x="15959" y="3176"/>
                  </a:cubicBezTo>
                  <a:cubicBezTo>
                    <a:pt x="16016" y="3173"/>
                    <a:pt x="16073" y="3171"/>
                    <a:pt x="16130" y="3171"/>
                  </a:cubicBezTo>
                  <a:cubicBezTo>
                    <a:pt x="16988" y="3171"/>
                    <a:pt x="17800" y="3581"/>
                    <a:pt x="18586" y="3980"/>
                  </a:cubicBezTo>
                  <a:cubicBezTo>
                    <a:pt x="18872" y="4125"/>
                    <a:pt x="19164" y="4272"/>
                    <a:pt x="19457" y="4400"/>
                  </a:cubicBezTo>
                  <a:cubicBezTo>
                    <a:pt x="20623" y="4909"/>
                    <a:pt x="21845" y="5110"/>
                    <a:pt x="23059" y="5110"/>
                  </a:cubicBezTo>
                  <a:cubicBezTo>
                    <a:pt x="25571" y="5110"/>
                    <a:pt x="28048" y="4249"/>
                    <a:pt x="29920" y="3477"/>
                  </a:cubicBezTo>
                  <a:cubicBezTo>
                    <a:pt x="30985" y="3038"/>
                    <a:pt x="32025" y="2496"/>
                    <a:pt x="32437" y="1506"/>
                  </a:cubicBezTo>
                  <a:cubicBezTo>
                    <a:pt x="32486" y="1391"/>
                    <a:pt x="32533" y="1264"/>
                    <a:pt x="32582" y="1134"/>
                  </a:cubicBezTo>
                  <a:cubicBezTo>
                    <a:pt x="32745" y="699"/>
                    <a:pt x="32949" y="157"/>
                    <a:pt x="33172" y="147"/>
                  </a:cubicBezTo>
                  <a:cubicBezTo>
                    <a:pt x="33173" y="147"/>
                    <a:pt x="33175" y="147"/>
                    <a:pt x="33176" y="147"/>
                  </a:cubicBezTo>
                  <a:close/>
                  <a:moveTo>
                    <a:pt x="33178" y="0"/>
                  </a:moveTo>
                  <a:cubicBezTo>
                    <a:pt x="33175" y="0"/>
                    <a:pt x="33171" y="1"/>
                    <a:pt x="33167" y="1"/>
                  </a:cubicBezTo>
                  <a:cubicBezTo>
                    <a:pt x="32847" y="15"/>
                    <a:pt x="32643" y="558"/>
                    <a:pt x="32446" y="1083"/>
                  </a:cubicBezTo>
                  <a:cubicBezTo>
                    <a:pt x="32398" y="1212"/>
                    <a:pt x="32351" y="1339"/>
                    <a:pt x="32302" y="1452"/>
                  </a:cubicBezTo>
                  <a:cubicBezTo>
                    <a:pt x="31909" y="2392"/>
                    <a:pt x="30899" y="2917"/>
                    <a:pt x="29865" y="3343"/>
                  </a:cubicBezTo>
                  <a:cubicBezTo>
                    <a:pt x="27230" y="4429"/>
                    <a:pt x="24989" y="4968"/>
                    <a:pt x="23036" y="4968"/>
                  </a:cubicBezTo>
                  <a:cubicBezTo>
                    <a:pt x="21748" y="4968"/>
                    <a:pt x="20585" y="4733"/>
                    <a:pt x="19517" y="4267"/>
                  </a:cubicBezTo>
                  <a:cubicBezTo>
                    <a:pt x="19228" y="4141"/>
                    <a:pt x="18936" y="3994"/>
                    <a:pt x="18654" y="3851"/>
                  </a:cubicBezTo>
                  <a:cubicBezTo>
                    <a:pt x="17852" y="3445"/>
                    <a:pt x="17024" y="3026"/>
                    <a:pt x="16131" y="3026"/>
                  </a:cubicBezTo>
                  <a:cubicBezTo>
                    <a:pt x="16071" y="3026"/>
                    <a:pt x="16011" y="3028"/>
                    <a:pt x="15951" y="3032"/>
                  </a:cubicBezTo>
                  <a:cubicBezTo>
                    <a:pt x="14752" y="3109"/>
                    <a:pt x="13802" y="3940"/>
                    <a:pt x="12881" y="4745"/>
                  </a:cubicBezTo>
                  <a:cubicBezTo>
                    <a:pt x="11910" y="5593"/>
                    <a:pt x="10991" y="6395"/>
                    <a:pt x="9804" y="6406"/>
                  </a:cubicBezTo>
                  <a:cubicBezTo>
                    <a:pt x="9800" y="6406"/>
                    <a:pt x="9796" y="6406"/>
                    <a:pt x="9792" y="6406"/>
                  </a:cubicBezTo>
                  <a:cubicBezTo>
                    <a:pt x="9383" y="6406"/>
                    <a:pt x="8967" y="6304"/>
                    <a:pt x="8566" y="6206"/>
                  </a:cubicBezTo>
                  <a:cubicBezTo>
                    <a:pt x="8161" y="6106"/>
                    <a:pt x="7743" y="6003"/>
                    <a:pt x="7319" y="6003"/>
                  </a:cubicBezTo>
                  <a:cubicBezTo>
                    <a:pt x="7255" y="6003"/>
                    <a:pt x="7191" y="6006"/>
                    <a:pt x="7127" y="6011"/>
                  </a:cubicBezTo>
                  <a:cubicBezTo>
                    <a:pt x="6314" y="6077"/>
                    <a:pt x="5587" y="6576"/>
                    <a:pt x="5001" y="6977"/>
                  </a:cubicBezTo>
                  <a:lnTo>
                    <a:pt x="2046" y="9003"/>
                  </a:lnTo>
                  <a:cubicBezTo>
                    <a:pt x="1085" y="9661"/>
                    <a:pt x="1" y="10569"/>
                    <a:pt x="141" y="11747"/>
                  </a:cubicBezTo>
                  <a:cubicBezTo>
                    <a:pt x="244" y="12617"/>
                    <a:pt x="985" y="13183"/>
                    <a:pt x="1417" y="13443"/>
                  </a:cubicBezTo>
                  <a:cubicBezTo>
                    <a:pt x="1752" y="13647"/>
                    <a:pt x="2115" y="13805"/>
                    <a:pt x="2466" y="13958"/>
                  </a:cubicBezTo>
                  <a:cubicBezTo>
                    <a:pt x="2756" y="14085"/>
                    <a:pt x="3056" y="14216"/>
                    <a:pt x="3338" y="14371"/>
                  </a:cubicBezTo>
                  <a:cubicBezTo>
                    <a:pt x="4713" y="15126"/>
                    <a:pt x="5706" y="16502"/>
                    <a:pt x="5991" y="18045"/>
                  </a:cubicBezTo>
                  <a:lnTo>
                    <a:pt x="6008" y="18137"/>
                  </a:lnTo>
                  <a:cubicBezTo>
                    <a:pt x="6067" y="18462"/>
                    <a:pt x="6132" y="18829"/>
                    <a:pt x="6398" y="19057"/>
                  </a:cubicBezTo>
                  <a:cubicBezTo>
                    <a:pt x="6533" y="19174"/>
                    <a:pt x="6701" y="19234"/>
                    <a:pt x="6883" y="19234"/>
                  </a:cubicBezTo>
                  <a:cubicBezTo>
                    <a:pt x="6956" y="19234"/>
                    <a:pt x="7032" y="19223"/>
                    <a:pt x="7112" y="19206"/>
                  </a:cubicBezTo>
                  <a:cubicBezTo>
                    <a:pt x="7482" y="19112"/>
                    <a:pt x="7822" y="18809"/>
                    <a:pt x="7957" y="18453"/>
                  </a:cubicBezTo>
                  <a:cubicBezTo>
                    <a:pt x="8135" y="17981"/>
                    <a:pt x="8081" y="17470"/>
                    <a:pt x="8028" y="16976"/>
                  </a:cubicBezTo>
                  <a:cubicBezTo>
                    <a:pt x="8015" y="16854"/>
                    <a:pt x="8002" y="16735"/>
                    <a:pt x="7993" y="16616"/>
                  </a:cubicBezTo>
                  <a:cubicBezTo>
                    <a:pt x="7829" y="14535"/>
                    <a:pt x="8793" y="12313"/>
                    <a:pt x="10571" y="10669"/>
                  </a:cubicBezTo>
                  <a:cubicBezTo>
                    <a:pt x="12025" y="9327"/>
                    <a:pt x="13971" y="8340"/>
                    <a:pt x="16524" y="7653"/>
                  </a:cubicBezTo>
                  <a:cubicBezTo>
                    <a:pt x="17933" y="7272"/>
                    <a:pt x="19397" y="7015"/>
                    <a:pt x="20813" y="6764"/>
                  </a:cubicBezTo>
                  <a:cubicBezTo>
                    <a:pt x="21584" y="6628"/>
                    <a:pt x="22381" y="6487"/>
                    <a:pt x="23161" y="6328"/>
                  </a:cubicBezTo>
                  <a:cubicBezTo>
                    <a:pt x="23881" y="6181"/>
                    <a:pt x="24615" y="6015"/>
                    <a:pt x="25324" y="5854"/>
                  </a:cubicBezTo>
                  <a:cubicBezTo>
                    <a:pt x="27545" y="5350"/>
                    <a:pt x="29820" y="4833"/>
                    <a:pt x="32077" y="4833"/>
                  </a:cubicBezTo>
                  <a:cubicBezTo>
                    <a:pt x="32873" y="4833"/>
                    <a:pt x="33667" y="4897"/>
                    <a:pt x="34455" y="5049"/>
                  </a:cubicBezTo>
                  <a:cubicBezTo>
                    <a:pt x="34560" y="5069"/>
                    <a:pt x="34691" y="5094"/>
                    <a:pt x="34823" y="5094"/>
                  </a:cubicBezTo>
                  <a:cubicBezTo>
                    <a:pt x="34966" y="5094"/>
                    <a:pt x="35112" y="5065"/>
                    <a:pt x="35229" y="4968"/>
                  </a:cubicBezTo>
                  <a:cubicBezTo>
                    <a:pt x="35469" y="4767"/>
                    <a:pt x="35478" y="4413"/>
                    <a:pt x="35255" y="3914"/>
                  </a:cubicBezTo>
                  <a:cubicBezTo>
                    <a:pt x="35093" y="3553"/>
                    <a:pt x="34936" y="3191"/>
                    <a:pt x="34778" y="2828"/>
                  </a:cubicBezTo>
                  <a:cubicBezTo>
                    <a:pt x="34468" y="2115"/>
                    <a:pt x="34148" y="1378"/>
                    <a:pt x="33805" y="668"/>
                  </a:cubicBezTo>
                  <a:cubicBezTo>
                    <a:pt x="33584" y="213"/>
                    <a:pt x="33381" y="0"/>
                    <a:pt x="331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5"/>
            <p:cNvSpPr/>
            <p:nvPr/>
          </p:nvSpPr>
          <p:spPr>
            <a:xfrm>
              <a:off x="4647075" y="1246450"/>
              <a:ext cx="403775" cy="260500"/>
            </a:xfrm>
            <a:custGeom>
              <a:rect b="b" l="l" r="r" t="t"/>
              <a:pathLst>
                <a:path extrusionOk="0" h="10420" w="16151">
                  <a:moveTo>
                    <a:pt x="14857" y="149"/>
                  </a:moveTo>
                  <a:cubicBezTo>
                    <a:pt x="15308" y="149"/>
                    <a:pt x="15746" y="323"/>
                    <a:pt x="15832" y="697"/>
                  </a:cubicBezTo>
                  <a:cubicBezTo>
                    <a:pt x="15980" y="1334"/>
                    <a:pt x="15039" y="1706"/>
                    <a:pt x="14748" y="1805"/>
                  </a:cubicBezTo>
                  <a:cubicBezTo>
                    <a:pt x="14526" y="1881"/>
                    <a:pt x="14303" y="1956"/>
                    <a:pt x="14079" y="2031"/>
                  </a:cubicBezTo>
                  <a:cubicBezTo>
                    <a:pt x="12393" y="2597"/>
                    <a:pt x="10648" y="3184"/>
                    <a:pt x="9106" y="4125"/>
                  </a:cubicBezTo>
                  <a:cubicBezTo>
                    <a:pt x="7115" y="5343"/>
                    <a:pt x="5792" y="7010"/>
                    <a:pt x="5381" y="8820"/>
                  </a:cubicBezTo>
                  <a:cubicBezTo>
                    <a:pt x="5365" y="8887"/>
                    <a:pt x="5352" y="8954"/>
                    <a:pt x="5337" y="9022"/>
                  </a:cubicBezTo>
                  <a:cubicBezTo>
                    <a:pt x="5274" y="9328"/>
                    <a:pt x="5208" y="9645"/>
                    <a:pt x="5035" y="9899"/>
                  </a:cubicBezTo>
                  <a:cubicBezTo>
                    <a:pt x="4890" y="10113"/>
                    <a:pt x="4632" y="10273"/>
                    <a:pt x="4389" y="10273"/>
                  </a:cubicBezTo>
                  <a:cubicBezTo>
                    <a:pt x="4298" y="10273"/>
                    <a:pt x="4209" y="10250"/>
                    <a:pt x="4129" y="10200"/>
                  </a:cubicBezTo>
                  <a:cubicBezTo>
                    <a:pt x="3826" y="10012"/>
                    <a:pt x="3851" y="9640"/>
                    <a:pt x="3877" y="9211"/>
                  </a:cubicBezTo>
                  <a:cubicBezTo>
                    <a:pt x="3900" y="8857"/>
                    <a:pt x="3924" y="8494"/>
                    <a:pt x="3755" y="8199"/>
                  </a:cubicBezTo>
                  <a:cubicBezTo>
                    <a:pt x="3541" y="7824"/>
                    <a:pt x="3119" y="7719"/>
                    <a:pt x="2686" y="7719"/>
                  </a:cubicBezTo>
                  <a:cubicBezTo>
                    <a:pt x="2438" y="7719"/>
                    <a:pt x="2185" y="7752"/>
                    <a:pt x="1964" y="7791"/>
                  </a:cubicBezTo>
                  <a:cubicBezTo>
                    <a:pt x="1854" y="7810"/>
                    <a:pt x="1655" y="7839"/>
                    <a:pt x="1433" y="7839"/>
                  </a:cubicBezTo>
                  <a:cubicBezTo>
                    <a:pt x="1030" y="7839"/>
                    <a:pt x="552" y="7745"/>
                    <a:pt x="405" y="7332"/>
                  </a:cubicBezTo>
                  <a:cubicBezTo>
                    <a:pt x="179" y="6705"/>
                    <a:pt x="934" y="6236"/>
                    <a:pt x="1599" y="5824"/>
                  </a:cubicBezTo>
                  <a:cubicBezTo>
                    <a:pt x="1850" y="5669"/>
                    <a:pt x="2085" y="5523"/>
                    <a:pt x="2242" y="5382"/>
                  </a:cubicBezTo>
                  <a:cubicBezTo>
                    <a:pt x="3212" y="4505"/>
                    <a:pt x="4188" y="3701"/>
                    <a:pt x="5460" y="3520"/>
                  </a:cubicBezTo>
                  <a:cubicBezTo>
                    <a:pt x="5686" y="3487"/>
                    <a:pt x="5916" y="3476"/>
                    <a:pt x="6146" y="3476"/>
                  </a:cubicBezTo>
                  <a:cubicBezTo>
                    <a:pt x="6385" y="3476"/>
                    <a:pt x="6624" y="3488"/>
                    <a:pt x="6859" y="3499"/>
                  </a:cubicBezTo>
                  <a:cubicBezTo>
                    <a:pt x="7096" y="3511"/>
                    <a:pt x="7338" y="3523"/>
                    <a:pt x="7579" y="3523"/>
                  </a:cubicBezTo>
                  <a:cubicBezTo>
                    <a:pt x="7834" y="3523"/>
                    <a:pt x="8089" y="3509"/>
                    <a:pt x="8341" y="3469"/>
                  </a:cubicBezTo>
                  <a:cubicBezTo>
                    <a:pt x="9526" y="3280"/>
                    <a:pt x="10517" y="2531"/>
                    <a:pt x="11473" y="1805"/>
                  </a:cubicBezTo>
                  <a:cubicBezTo>
                    <a:pt x="12444" y="1070"/>
                    <a:pt x="13448" y="309"/>
                    <a:pt x="14637" y="162"/>
                  </a:cubicBezTo>
                  <a:cubicBezTo>
                    <a:pt x="14709" y="153"/>
                    <a:pt x="14783" y="149"/>
                    <a:pt x="14857" y="149"/>
                  </a:cubicBezTo>
                  <a:close/>
                  <a:moveTo>
                    <a:pt x="14851" y="1"/>
                  </a:moveTo>
                  <a:cubicBezTo>
                    <a:pt x="14773" y="1"/>
                    <a:pt x="14695" y="5"/>
                    <a:pt x="14619" y="15"/>
                  </a:cubicBezTo>
                  <a:cubicBezTo>
                    <a:pt x="13390" y="167"/>
                    <a:pt x="12371" y="940"/>
                    <a:pt x="11384" y="1686"/>
                  </a:cubicBezTo>
                  <a:cubicBezTo>
                    <a:pt x="10441" y="2402"/>
                    <a:pt x="9466" y="3141"/>
                    <a:pt x="8318" y="3324"/>
                  </a:cubicBezTo>
                  <a:cubicBezTo>
                    <a:pt x="8075" y="3362"/>
                    <a:pt x="7827" y="3375"/>
                    <a:pt x="7578" y="3375"/>
                  </a:cubicBezTo>
                  <a:cubicBezTo>
                    <a:pt x="7340" y="3375"/>
                    <a:pt x="7101" y="3363"/>
                    <a:pt x="6866" y="3352"/>
                  </a:cubicBezTo>
                  <a:cubicBezTo>
                    <a:pt x="6629" y="3341"/>
                    <a:pt x="6387" y="3329"/>
                    <a:pt x="6143" y="3329"/>
                  </a:cubicBezTo>
                  <a:cubicBezTo>
                    <a:pt x="5909" y="3329"/>
                    <a:pt x="5673" y="3340"/>
                    <a:pt x="5440" y="3373"/>
                  </a:cubicBezTo>
                  <a:cubicBezTo>
                    <a:pt x="4127" y="3561"/>
                    <a:pt x="3131" y="4378"/>
                    <a:pt x="2144" y="5272"/>
                  </a:cubicBezTo>
                  <a:cubicBezTo>
                    <a:pt x="1999" y="5405"/>
                    <a:pt x="1767" y="5548"/>
                    <a:pt x="1524" y="5699"/>
                  </a:cubicBezTo>
                  <a:cubicBezTo>
                    <a:pt x="845" y="6120"/>
                    <a:pt x="0" y="6642"/>
                    <a:pt x="266" y="7382"/>
                  </a:cubicBezTo>
                  <a:cubicBezTo>
                    <a:pt x="444" y="7877"/>
                    <a:pt x="992" y="7986"/>
                    <a:pt x="1440" y="7986"/>
                  </a:cubicBezTo>
                  <a:cubicBezTo>
                    <a:pt x="1671" y="7986"/>
                    <a:pt x="1876" y="7957"/>
                    <a:pt x="1990" y="7937"/>
                  </a:cubicBezTo>
                  <a:cubicBezTo>
                    <a:pt x="2204" y="7899"/>
                    <a:pt x="2448" y="7865"/>
                    <a:pt x="2686" y="7865"/>
                  </a:cubicBezTo>
                  <a:cubicBezTo>
                    <a:pt x="3075" y="7865"/>
                    <a:pt x="3446" y="7957"/>
                    <a:pt x="3627" y="8272"/>
                  </a:cubicBezTo>
                  <a:cubicBezTo>
                    <a:pt x="3774" y="8529"/>
                    <a:pt x="3753" y="8870"/>
                    <a:pt x="3730" y="9202"/>
                  </a:cubicBezTo>
                  <a:cubicBezTo>
                    <a:pt x="3702" y="9637"/>
                    <a:pt x="3672" y="10089"/>
                    <a:pt x="4050" y="10325"/>
                  </a:cubicBezTo>
                  <a:cubicBezTo>
                    <a:pt x="4155" y="10391"/>
                    <a:pt x="4270" y="10419"/>
                    <a:pt x="4385" y="10419"/>
                  </a:cubicBezTo>
                  <a:cubicBezTo>
                    <a:pt x="4681" y="10419"/>
                    <a:pt x="4987" y="10233"/>
                    <a:pt x="5156" y="9981"/>
                  </a:cubicBezTo>
                  <a:cubicBezTo>
                    <a:pt x="5344" y="9702"/>
                    <a:pt x="5414" y="9372"/>
                    <a:pt x="5481" y="9051"/>
                  </a:cubicBezTo>
                  <a:cubicBezTo>
                    <a:pt x="5494" y="8984"/>
                    <a:pt x="5508" y="8917"/>
                    <a:pt x="5523" y="8851"/>
                  </a:cubicBezTo>
                  <a:cubicBezTo>
                    <a:pt x="6065" y="6462"/>
                    <a:pt x="8048" y="4944"/>
                    <a:pt x="9182" y="4250"/>
                  </a:cubicBezTo>
                  <a:cubicBezTo>
                    <a:pt x="10709" y="3319"/>
                    <a:pt x="12446" y="2734"/>
                    <a:pt x="14125" y="2170"/>
                  </a:cubicBezTo>
                  <a:cubicBezTo>
                    <a:pt x="14349" y="2096"/>
                    <a:pt x="14572" y="2021"/>
                    <a:pt x="14794" y="1944"/>
                  </a:cubicBezTo>
                  <a:cubicBezTo>
                    <a:pt x="15115" y="1835"/>
                    <a:pt x="16150" y="1420"/>
                    <a:pt x="15976" y="664"/>
                  </a:cubicBezTo>
                  <a:cubicBezTo>
                    <a:pt x="15872" y="211"/>
                    <a:pt x="15364" y="1"/>
                    <a:pt x="148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452" name="Shape 452"/>
        <p:cNvGrpSpPr/>
        <p:nvPr/>
      </p:nvGrpSpPr>
      <p:grpSpPr>
        <a:xfrm>
          <a:off x="0" y="0"/>
          <a:ext cx="0" cy="0"/>
          <a:chOff x="0" y="0"/>
          <a:chExt cx="0" cy="0"/>
        </a:xfrm>
      </p:grpSpPr>
      <p:pic>
        <p:nvPicPr>
          <p:cNvPr id="453" name="Google Shape;453;p16"/>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454" name="Google Shape;454;p16"/>
          <p:cNvGrpSpPr/>
          <p:nvPr/>
        </p:nvGrpSpPr>
        <p:grpSpPr>
          <a:xfrm>
            <a:off x="6837593" y="3752036"/>
            <a:ext cx="4267352" cy="3819577"/>
            <a:chOff x="3732700" y="316125"/>
            <a:chExt cx="2435425" cy="2179875"/>
          </a:xfrm>
        </p:grpSpPr>
        <p:sp>
          <p:nvSpPr>
            <p:cNvPr id="455" name="Google Shape;455;p16"/>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6"/>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6"/>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6"/>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6"/>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6"/>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6"/>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6"/>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6"/>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6"/>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6"/>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6"/>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6"/>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6"/>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 name="Google Shape;469;p16"/>
          <p:cNvGrpSpPr/>
          <p:nvPr/>
        </p:nvGrpSpPr>
        <p:grpSpPr>
          <a:xfrm>
            <a:off x="-2276232" y="-1052539"/>
            <a:ext cx="4267352" cy="3819577"/>
            <a:chOff x="3732700" y="316125"/>
            <a:chExt cx="2435425" cy="2179875"/>
          </a:xfrm>
        </p:grpSpPr>
        <p:sp>
          <p:nvSpPr>
            <p:cNvPr id="470" name="Google Shape;470;p16"/>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6"/>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6"/>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6"/>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6"/>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6"/>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6"/>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6"/>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6"/>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6"/>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6"/>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6"/>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6"/>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6"/>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 name="Google Shape;484;p16"/>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485" name="Shape 485"/>
        <p:cNvGrpSpPr/>
        <p:nvPr/>
      </p:nvGrpSpPr>
      <p:grpSpPr>
        <a:xfrm>
          <a:off x="0" y="0"/>
          <a:ext cx="0" cy="0"/>
          <a:chOff x="0" y="0"/>
          <a:chExt cx="0" cy="0"/>
        </a:xfrm>
      </p:grpSpPr>
      <p:pic>
        <p:nvPicPr>
          <p:cNvPr id="486" name="Google Shape;486;p17"/>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487" name="Google Shape;487;p17"/>
          <p:cNvGrpSpPr/>
          <p:nvPr/>
        </p:nvGrpSpPr>
        <p:grpSpPr>
          <a:xfrm>
            <a:off x="6748591" y="3238487"/>
            <a:ext cx="3171435" cy="3890741"/>
            <a:chOff x="6748591" y="3238487"/>
            <a:chExt cx="3171435" cy="3890741"/>
          </a:xfrm>
        </p:grpSpPr>
        <p:grpSp>
          <p:nvGrpSpPr>
            <p:cNvPr id="488" name="Google Shape;488;p17"/>
            <p:cNvGrpSpPr/>
            <p:nvPr/>
          </p:nvGrpSpPr>
          <p:grpSpPr>
            <a:xfrm>
              <a:off x="7535698" y="3238487"/>
              <a:ext cx="2384328" cy="3890741"/>
              <a:chOff x="2983625" y="1907750"/>
              <a:chExt cx="571425" cy="932450"/>
            </a:xfrm>
          </p:grpSpPr>
          <p:sp>
            <p:nvSpPr>
              <p:cNvPr id="489" name="Google Shape;489;p17"/>
              <p:cNvSpPr/>
              <p:nvPr/>
            </p:nvSpPr>
            <p:spPr>
              <a:xfrm>
                <a:off x="2983625" y="1907750"/>
                <a:ext cx="571425" cy="932450"/>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7"/>
              <p:cNvSpPr/>
              <p:nvPr/>
            </p:nvSpPr>
            <p:spPr>
              <a:xfrm>
                <a:off x="3218150" y="2758150"/>
                <a:ext cx="49375" cy="28550"/>
              </a:xfrm>
              <a:custGeom>
                <a:rect b="b" l="l" r="r" t="t"/>
                <a:pathLst>
                  <a:path extrusionOk="0" h="1142" w="1975">
                    <a:moveTo>
                      <a:pt x="925" y="118"/>
                    </a:moveTo>
                    <a:cubicBezTo>
                      <a:pt x="729" y="0"/>
                      <a:pt x="465" y="12"/>
                      <a:pt x="280" y="146"/>
                    </a:cubicBezTo>
                    <a:cubicBezTo>
                      <a:pt x="96" y="280"/>
                      <a:pt x="1" y="530"/>
                      <a:pt x="48" y="753"/>
                    </a:cubicBezTo>
                    <a:cubicBezTo>
                      <a:pt x="535" y="1141"/>
                      <a:pt x="1302" y="1108"/>
                      <a:pt x="1755" y="680"/>
                    </a:cubicBezTo>
                    <a:cubicBezTo>
                      <a:pt x="1873" y="568"/>
                      <a:pt x="1974" y="407"/>
                      <a:pt x="1930" y="249"/>
                    </a:cubicBezTo>
                    <a:cubicBezTo>
                      <a:pt x="1878" y="74"/>
                      <a:pt x="1670" y="0"/>
                      <a:pt x="1489" y="0"/>
                    </a:cubicBezTo>
                    <a:cubicBezTo>
                      <a:pt x="1309" y="1"/>
                      <a:pt x="1126" y="51"/>
                      <a:pt x="950" y="1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 name="Google Shape;491;p17"/>
            <p:cNvSpPr/>
            <p:nvPr/>
          </p:nvSpPr>
          <p:spPr>
            <a:xfrm>
              <a:off x="7229515" y="4391432"/>
              <a:ext cx="219240" cy="233414"/>
            </a:xfrm>
            <a:custGeom>
              <a:rect b="b" l="l" r="r" t="t"/>
              <a:pathLst>
                <a:path extrusionOk="0" h="1433" w="1346">
                  <a:moveTo>
                    <a:pt x="1331" y="345"/>
                  </a:moveTo>
                  <a:cubicBezTo>
                    <a:pt x="1275" y="789"/>
                    <a:pt x="1045" y="1259"/>
                    <a:pt x="627" y="1399"/>
                  </a:cubicBezTo>
                  <a:cubicBezTo>
                    <a:pt x="571" y="1421"/>
                    <a:pt x="509" y="1433"/>
                    <a:pt x="452" y="1429"/>
                  </a:cubicBezTo>
                  <a:cubicBezTo>
                    <a:pt x="294" y="1417"/>
                    <a:pt x="173" y="1292"/>
                    <a:pt x="63" y="1177"/>
                  </a:cubicBezTo>
                  <a:cubicBezTo>
                    <a:pt x="49" y="1155"/>
                    <a:pt x="30" y="1136"/>
                    <a:pt x="19" y="1110"/>
                  </a:cubicBezTo>
                  <a:cubicBezTo>
                    <a:pt x="1" y="1058"/>
                    <a:pt x="31" y="1000"/>
                    <a:pt x="63" y="955"/>
                  </a:cubicBezTo>
                  <a:cubicBezTo>
                    <a:pt x="188" y="767"/>
                    <a:pt x="349" y="608"/>
                    <a:pt x="536" y="486"/>
                  </a:cubicBezTo>
                  <a:cubicBezTo>
                    <a:pt x="584" y="457"/>
                    <a:pt x="645" y="427"/>
                    <a:pt x="701" y="427"/>
                  </a:cubicBezTo>
                  <a:lnTo>
                    <a:pt x="705" y="427"/>
                  </a:lnTo>
                  <a:cubicBezTo>
                    <a:pt x="797" y="383"/>
                    <a:pt x="862" y="278"/>
                    <a:pt x="932" y="194"/>
                  </a:cubicBezTo>
                  <a:cubicBezTo>
                    <a:pt x="1016" y="91"/>
                    <a:pt x="1177" y="1"/>
                    <a:pt x="1277" y="91"/>
                  </a:cubicBezTo>
                  <a:cubicBezTo>
                    <a:pt x="1345" y="149"/>
                    <a:pt x="1345" y="258"/>
                    <a:pt x="1331" y="34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7"/>
            <p:cNvSpPr/>
            <p:nvPr/>
          </p:nvSpPr>
          <p:spPr>
            <a:xfrm>
              <a:off x="6819299" y="4177239"/>
              <a:ext cx="170375" cy="124281"/>
            </a:xfrm>
            <a:custGeom>
              <a:rect b="b" l="l" r="r" t="t"/>
              <a:pathLst>
                <a:path extrusionOk="0" h="763" w="1046">
                  <a:moveTo>
                    <a:pt x="1027" y="129"/>
                  </a:moveTo>
                  <a:cubicBezTo>
                    <a:pt x="902" y="414"/>
                    <a:pt x="649" y="640"/>
                    <a:pt x="353" y="729"/>
                  </a:cubicBezTo>
                  <a:cubicBezTo>
                    <a:pt x="276" y="748"/>
                    <a:pt x="195" y="763"/>
                    <a:pt x="126" y="729"/>
                  </a:cubicBezTo>
                  <a:cubicBezTo>
                    <a:pt x="52" y="700"/>
                    <a:pt x="0" y="610"/>
                    <a:pt x="35" y="541"/>
                  </a:cubicBezTo>
                  <a:cubicBezTo>
                    <a:pt x="52" y="497"/>
                    <a:pt x="96" y="471"/>
                    <a:pt x="138" y="444"/>
                  </a:cubicBezTo>
                  <a:cubicBezTo>
                    <a:pt x="243" y="371"/>
                    <a:pt x="335" y="274"/>
                    <a:pt x="402" y="164"/>
                  </a:cubicBezTo>
                  <a:cubicBezTo>
                    <a:pt x="372" y="125"/>
                    <a:pt x="390" y="63"/>
                    <a:pt x="432" y="35"/>
                  </a:cubicBezTo>
                  <a:cubicBezTo>
                    <a:pt x="475" y="5"/>
                    <a:pt x="537" y="1"/>
                    <a:pt x="593" y="5"/>
                  </a:cubicBezTo>
                  <a:cubicBezTo>
                    <a:pt x="706" y="5"/>
                    <a:pt x="820" y="5"/>
                    <a:pt x="933" y="9"/>
                  </a:cubicBezTo>
                  <a:cubicBezTo>
                    <a:pt x="973" y="9"/>
                    <a:pt x="1021" y="12"/>
                    <a:pt x="1036" y="49"/>
                  </a:cubicBezTo>
                  <a:cubicBezTo>
                    <a:pt x="1046" y="74"/>
                    <a:pt x="1037" y="104"/>
                    <a:pt x="1027" y="1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7"/>
            <p:cNvSpPr/>
            <p:nvPr/>
          </p:nvSpPr>
          <p:spPr>
            <a:xfrm>
              <a:off x="6748591" y="4689845"/>
              <a:ext cx="169398" cy="87469"/>
            </a:xfrm>
            <a:custGeom>
              <a:rect b="b" l="l" r="r" t="t"/>
              <a:pathLst>
                <a:path extrusionOk="0" h="537" w="1040">
                  <a:moveTo>
                    <a:pt x="981" y="408"/>
                  </a:moveTo>
                  <a:cubicBezTo>
                    <a:pt x="739" y="530"/>
                    <a:pt x="441" y="536"/>
                    <a:pt x="190" y="428"/>
                  </a:cubicBezTo>
                  <a:cubicBezTo>
                    <a:pt x="127" y="397"/>
                    <a:pt x="64" y="361"/>
                    <a:pt x="34" y="299"/>
                  </a:cubicBezTo>
                  <a:cubicBezTo>
                    <a:pt x="1" y="237"/>
                    <a:pt x="13" y="148"/>
                    <a:pt x="75" y="119"/>
                  </a:cubicBezTo>
                  <a:cubicBezTo>
                    <a:pt x="112" y="101"/>
                    <a:pt x="157" y="108"/>
                    <a:pt x="198" y="113"/>
                  </a:cubicBezTo>
                  <a:cubicBezTo>
                    <a:pt x="311" y="124"/>
                    <a:pt x="427" y="112"/>
                    <a:pt x="533" y="75"/>
                  </a:cubicBezTo>
                  <a:cubicBezTo>
                    <a:pt x="533" y="34"/>
                    <a:pt x="581" y="1"/>
                    <a:pt x="625" y="4"/>
                  </a:cubicBezTo>
                  <a:cubicBezTo>
                    <a:pt x="672" y="9"/>
                    <a:pt x="716" y="42"/>
                    <a:pt x="751" y="76"/>
                  </a:cubicBezTo>
                  <a:cubicBezTo>
                    <a:pt x="828" y="140"/>
                    <a:pt x="907" y="205"/>
                    <a:pt x="982" y="272"/>
                  </a:cubicBezTo>
                  <a:cubicBezTo>
                    <a:pt x="1009" y="295"/>
                    <a:pt x="1040" y="325"/>
                    <a:pt x="1030" y="359"/>
                  </a:cubicBezTo>
                  <a:cubicBezTo>
                    <a:pt x="1023" y="382"/>
                    <a:pt x="1003" y="397"/>
                    <a:pt x="981" y="4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 name="Google Shape;494;p17"/>
          <p:cNvGrpSpPr/>
          <p:nvPr/>
        </p:nvGrpSpPr>
        <p:grpSpPr>
          <a:xfrm>
            <a:off x="-285321" y="-323090"/>
            <a:ext cx="2920282" cy="1716182"/>
            <a:chOff x="-132921" y="-203602"/>
            <a:chExt cx="2920282" cy="1716182"/>
          </a:xfrm>
        </p:grpSpPr>
        <p:sp>
          <p:nvSpPr>
            <p:cNvPr id="495" name="Google Shape;495;p17"/>
            <p:cNvSpPr/>
            <p:nvPr/>
          </p:nvSpPr>
          <p:spPr>
            <a:xfrm>
              <a:off x="-132921" y="-203602"/>
              <a:ext cx="650720" cy="608378"/>
            </a:xfrm>
            <a:custGeom>
              <a:rect b="b" l="l" r="r" t="t"/>
              <a:pathLst>
                <a:path extrusionOk="0" h="5891" w="6301">
                  <a:moveTo>
                    <a:pt x="1237" y="16"/>
                  </a:moveTo>
                  <a:cubicBezTo>
                    <a:pt x="852" y="25"/>
                    <a:pt x="533" y="311"/>
                    <a:pt x="472" y="695"/>
                  </a:cubicBezTo>
                  <a:cubicBezTo>
                    <a:pt x="327" y="1614"/>
                    <a:pt x="0" y="3208"/>
                    <a:pt x="343" y="3764"/>
                  </a:cubicBezTo>
                  <a:cubicBezTo>
                    <a:pt x="801" y="4504"/>
                    <a:pt x="1260" y="5891"/>
                    <a:pt x="1993" y="4965"/>
                  </a:cubicBezTo>
                  <a:cubicBezTo>
                    <a:pt x="2726" y="4041"/>
                    <a:pt x="2634" y="2839"/>
                    <a:pt x="3276" y="2561"/>
                  </a:cubicBezTo>
                  <a:cubicBezTo>
                    <a:pt x="3917" y="2285"/>
                    <a:pt x="6300" y="1266"/>
                    <a:pt x="4376" y="528"/>
                  </a:cubicBezTo>
                  <a:cubicBezTo>
                    <a:pt x="3173" y="65"/>
                    <a:pt x="1969" y="0"/>
                    <a:pt x="1237" y="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7"/>
            <p:cNvSpPr/>
            <p:nvPr/>
          </p:nvSpPr>
          <p:spPr>
            <a:xfrm>
              <a:off x="195895" y="-177784"/>
              <a:ext cx="918196" cy="955064"/>
            </a:xfrm>
            <a:custGeom>
              <a:rect b="b" l="l" r="r" t="t"/>
              <a:pathLst>
                <a:path extrusionOk="0" h="9248" w="8891">
                  <a:moveTo>
                    <a:pt x="459" y="2496"/>
                  </a:moveTo>
                  <a:cubicBezTo>
                    <a:pt x="92" y="3144"/>
                    <a:pt x="0" y="4068"/>
                    <a:pt x="367" y="4161"/>
                  </a:cubicBezTo>
                  <a:cubicBezTo>
                    <a:pt x="733" y="4254"/>
                    <a:pt x="459" y="4809"/>
                    <a:pt x="549" y="5178"/>
                  </a:cubicBezTo>
                  <a:cubicBezTo>
                    <a:pt x="641" y="5549"/>
                    <a:pt x="1375" y="5456"/>
                    <a:pt x="2107" y="5456"/>
                  </a:cubicBezTo>
                  <a:cubicBezTo>
                    <a:pt x="2842" y="5456"/>
                    <a:pt x="3849" y="5826"/>
                    <a:pt x="2657" y="6104"/>
                  </a:cubicBezTo>
                  <a:cubicBezTo>
                    <a:pt x="1466" y="6380"/>
                    <a:pt x="641" y="6473"/>
                    <a:pt x="1374" y="7121"/>
                  </a:cubicBezTo>
                  <a:cubicBezTo>
                    <a:pt x="2107" y="7768"/>
                    <a:pt x="2382" y="9248"/>
                    <a:pt x="3574" y="8786"/>
                  </a:cubicBezTo>
                  <a:cubicBezTo>
                    <a:pt x="4766" y="8324"/>
                    <a:pt x="6049" y="7677"/>
                    <a:pt x="6599" y="7677"/>
                  </a:cubicBezTo>
                  <a:cubicBezTo>
                    <a:pt x="7147" y="7677"/>
                    <a:pt x="8890" y="8324"/>
                    <a:pt x="8248" y="6936"/>
                  </a:cubicBezTo>
                  <a:cubicBezTo>
                    <a:pt x="7607" y="5550"/>
                    <a:pt x="6965" y="5364"/>
                    <a:pt x="6781" y="4347"/>
                  </a:cubicBezTo>
                  <a:cubicBezTo>
                    <a:pt x="6599" y="3329"/>
                    <a:pt x="6965" y="1"/>
                    <a:pt x="5956" y="925"/>
                  </a:cubicBezTo>
                  <a:cubicBezTo>
                    <a:pt x="4948" y="1850"/>
                    <a:pt x="4764" y="3145"/>
                    <a:pt x="4032" y="2590"/>
                  </a:cubicBezTo>
                  <a:cubicBezTo>
                    <a:pt x="3298" y="2036"/>
                    <a:pt x="2291" y="1204"/>
                    <a:pt x="1648" y="1572"/>
                  </a:cubicBezTo>
                  <a:cubicBezTo>
                    <a:pt x="1007" y="1942"/>
                    <a:pt x="459" y="2496"/>
                    <a:pt x="459" y="249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 name="Google Shape;497;p17"/>
            <p:cNvGrpSpPr/>
            <p:nvPr/>
          </p:nvGrpSpPr>
          <p:grpSpPr>
            <a:xfrm>
              <a:off x="1263472" y="-139367"/>
              <a:ext cx="1523889" cy="1651947"/>
              <a:chOff x="1568272" y="-139367"/>
              <a:chExt cx="1523889" cy="1651947"/>
            </a:xfrm>
          </p:grpSpPr>
          <p:sp>
            <p:nvSpPr>
              <p:cNvPr id="498" name="Google Shape;498;p17"/>
              <p:cNvSpPr/>
              <p:nvPr/>
            </p:nvSpPr>
            <p:spPr>
              <a:xfrm>
                <a:off x="1568272" y="-139367"/>
                <a:ext cx="1523889" cy="1651947"/>
              </a:xfrm>
              <a:custGeom>
                <a:rect b="b" l="l" r="r" t="t"/>
                <a:pathLst>
                  <a:path extrusionOk="0" h="15996" w="14756">
                    <a:moveTo>
                      <a:pt x="1284" y="368"/>
                    </a:moveTo>
                    <a:cubicBezTo>
                      <a:pt x="826" y="1199"/>
                      <a:pt x="1" y="3789"/>
                      <a:pt x="549" y="4437"/>
                    </a:cubicBezTo>
                    <a:cubicBezTo>
                      <a:pt x="1099" y="5084"/>
                      <a:pt x="1558" y="6008"/>
                      <a:pt x="3116" y="6101"/>
                    </a:cubicBezTo>
                    <a:cubicBezTo>
                      <a:pt x="4674" y="6194"/>
                      <a:pt x="5500" y="5825"/>
                      <a:pt x="6140" y="6379"/>
                    </a:cubicBezTo>
                    <a:cubicBezTo>
                      <a:pt x="6781" y="6934"/>
                      <a:pt x="9624" y="8968"/>
                      <a:pt x="8341" y="10355"/>
                    </a:cubicBezTo>
                    <a:cubicBezTo>
                      <a:pt x="7058" y="11742"/>
                      <a:pt x="4436" y="13838"/>
                      <a:pt x="6508" y="13406"/>
                    </a:cubicBezTo>
                    <a:cubicBezTo>
                      <a:pt x="9167" y="12852"/>
                      <a:pt x="10449" y="15996"/>
                      <a:pt x="11273" y="15719"/>
                    </a:cubicBezTo>
                    <a:cubicBezTo>
                      <a:pt x="12099" y="15442"/>
                      <a:pt x="12373" y="14147"/>
                      <a:pt x="11640" y="12852"/>
                    </a:cubicBezTo>
                    <a:cubicBezTo>
                      <a:pt x="10906" y="11557"/>
                      <a:pt x="10999" y="10078"/>
                      <a:pt x="11732" y="10909"/>
                    </a:cubicBezTo>
                    <a:cubicBezTo>
                      <a:pt x="12465" y="11742"/>
                      <a:pt x="14756" y="11835"/>
                      <a:pt x="12649" y="9524"/>
                    </a:cubicBezTo>
                    <a:cubicBezTo>
                      <a:pt x="10540" y="7210"/>
                      <a:pt x="10999" y="6101"/>
                      <a:pt x="10082" y="5362"/>
                    </a:cubicBezTo>
                    <a:cubicBezTo>
                      <a:pt x="9165" y="4623"/>
                      <a:pt x="7516" y="3050"/>
                      <a:pt x="6783" y="2312"/>
                    </a:cubicBezTo>
                    <a:cubicBezTo>
                      <a:pt x="6049" y="1571"/>
                      <a:pt x="6417" y="1849"/>
                      <a:pt x="5042" y="925"/>
                    </a:cubicBezTo>
                    <a:cubicBezTo>
                      <a:pt x="3667" y="0"/>
                      <a:pt x="2750" y="184"/>
                      <a:pt x="2658" y="647"/>
                    </a:cubicBezTo>
                    <a:cubicBezTo>
                      <a:pt x="2566" y="1111"/>
                      <a:pt x="2109" y="554"/>
                      <a:pt x="1833" y="463"/>
                    </a:cubicBezTo>
                    <a:cubicBezTo>
                      <a:pt x="1559" y="368"/>
                      <a:pt x="1284" y="368"/>
                      <a:pt x="1284" y="3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7"/>
              <p:cNvSpPr/>
              <p:nvPr/>
            </p:nvSpPr>
            <p:spPr>
              <a:xfrm>
                <a:off x="2207730" y="703433"/>
                <a:ext cx="132086" cy="190331"/>
              </a:xfrm>
              <a:custGeom>
                <a:rect b="b" l="l" r="r" t="t"/>
                <a:pathLst>
                  <a:path extrusionOk="0" h="1843" w="1279">
                    <a:moveTo>
                      <a:pt x="464" y="1735"/>
                    </a:moveTo>
                    <a:cubicBezTo>
                      <a:pt x="548" y="1809"/>
                      <a:pt x="679" y="1842"/>
                      <a:pt x="783" y="1794"/>
                    </a:cubicBezTo>
                    <a:cubicBezTo>
                      <a:pt x="1075" y="1658"/>
                      <a:pt x="1196" y="1267"/>
                      <a:pt x="1236" y="945"/>
                    </a:cubicBezTo>
                    <a:cubicBezTo>
                      <a:pt x="1268" y="687"/>
                      <a:pt x="1278" y="383"/>
                      <a:pt x="1052" y="214"/>
                    </a:cubicBezTo>
                    <a:cubicBezTo>
                      <a:pt x="767" y="1"/>
                      <a:pt x="294" y="192"/>
                      <a:pt x="148" y="491"/>
                    </a:cubicBezTo>
                    <a:cubicBezTo>
                      <a:pt x="0" y="791"/>
                      <a:pt x="76" y="1138"/>
                      <a:pt x="156" y="14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7"/>
              <p:cNvSpPr/>
              <p:nvPr/>
            </p:nvSpPr>
            <p:spPr>
              <a:xfrm>
                <a:off x="1713265" y="1038549"/>
                <a:ext cx="385206" cy="349784"/>
              </a:xfrm>
              <a:custGeom>
                <a:rect b="b" l="l" r="r" t="t"/>
                <a:pathLst>
                  <a:path extrusionOk="0" h="3387" w="3730">
                    <a:moveTo>
                      <a:pt x="956" y="84"/>
                    </a:moveTo>
                    <a:cubicBezTo>
                      <a:pt x="832" y="121"/>
                      <a:pt x="736" y="224"/>
                      <a:pt x="714" y="353"/>
                    </a:cubicBezTo>
                    <a:cubicBezTo>
                      <a:pt x="592" y="1090"/>
                      <a:pt x="1" y="1684"/>
                      <a:pt x="337" y="2278"/>
                    </a:cubicBezTo>
                    <a:cubicBezTo>
                      <a:pt x="703" y="2926"/>
                      <a:pt x="1712" y="3387"/>
                      <a:pt x="1895" y="2926"/>
                    </a:cubicBezTo>
                    <a:cubicBezTo>
                      <a:pt x="2079" y="2463"/>
                      <a:pt x="2630" y="2648"/>
                      <a:pt x="2904" y="2648"/>
                    </a:cubicBezTo>
                    <a:cubicBezTo>
                      <a:pt x="3179" y="2648"/>
                      <a:pt x="3730" y="2555"/>
                      <a:pt x="3087" y="1631"/>
                    </a:cubicBezTo>
                    <a:cubicBezTo>
                      <a:pt x="2642" y="988"/>
                      <a:pt x="2193" y="1400"/>
                      <a:pt x="1528" y="199"/>
                    </a:cubicBezTo>
                    <a:cubicBezTo>
                      <a:pt x="1441" y="43"/>
                      <a:pt x="1235" y="1"/>
                      <a:pt x="1064" y="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 name="Google Shape;501;p17"/>
            <p:cNvSpPr/>
            <p:nvPr/>
          </p:nvSpPr>
          <p:spPr>
            <a:xfrm>
              <a:off x="974976" y="-172414"/>
              <a:ext cx="360008" cy="513574"/>
            </a:xfrm>
            <a:custGeom>
              <a:rect b="b" l="l" r="r" t="t"/>
              <a:pathLst>
                <a:path extrusionOk="0" h="4973" w="3486">
                  <a:moveTo>
                    <a:pt x="999" y="818"/>
                  </a:moveTo>
                  <a:cubicBezTo>
                    <a:pt x="840" y="897"/>
                    <a:pt x="761" y="1087"/>
                    <a:pt x="825" y="1256"/>
                  </a:cubicBezTo>
                  <a:cubicBezTo>
                    <a:pt x="963" y="1617"/>
                    <a:pt x="1105" y="1826"/>
                    <a:pt x="613" y="2075"/>
                  </a:cubicBezTo>
                  <a:cubicBezTo>
                    <a:pt x="1" y="2384"/>
                    <a:pt x="246" y="2384"/>
                    <a:pt x="857" y="3308"/>
                  </a:cubicBezTo>
                  <a:cubicBezTo>
                    <a:pt x="1469" y="4233"/>
                    <a:pt x="1774" y="4973"/>
                    <a:pt x="2263" y="4357"/>
                  </a:cubicBezTo>
                  <a:cubicBezTo>
                    <a:pt x="2752" y="3741"/>
                    <a:pt x="3486" y="2691"/>
                    <a:pt x="2935" y="2199"/>
                  </a:cubicBezTo>
                  <a:cubicBezTo>
                    <a:pt x="2386" y="1706"/>
                    <a:pt x="3181" y="104"/>
                    <a:pt x="2324" y="41"/>
                  </a:cubicBezTo>
                  <a:cubicBezTo>
                    <a:pt x="1760" y="1"/>
                    <a:pt x="1318" y="658"/>
                    <a:pt x="999" y="8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7"/>
            <p:cNvSpPr/>
            <p:nvPr/>
          </p:nvSpPr>
          <p:spPr>
            <a:xfrm>
              <a:off x="1137732" y="494204"/>
              <a:ext cx="198800" cy="221106"/>
            </a:xfrm>
            <a:custGeom>
              <a:rect b="b" l="l" r="r" t="t"/>
              <a:pathLst>
                <a:path extrusionOk="0" h="2141" w="1925">
                  <a:moveTo>
                    <a:pt x="687" y="116"/>
                  </a:moveTo>
                  <a:cubicBezTo>
                    <a:pt x="584" y="393"/>
                    <a:pt x="664" y="857"/>
                    <a:pt x="446" y="995"/>
                  </a:cubicBezTo>
                  <a:cubicBezTo>
                    <a:pt x="228" y="1134"/>
                    <a:pt x="0" y="1260"/>
                    <a:pt x="286" y="1457"/>
                  </a:cubicBezTo>
                  <a:cubicBezTo>
                    <a:pt x="573" y="1653"/>
                    <a:pt x="1157" y="2140"/>
                    <a:pt x="1466" y="2024"/>
                  </a:cubicBezTo>
                  <a:cubicBezTo>
                    <a:pt x="1776" y="1908"/>
                    <a:pt x="1924" y="1723"/>
                    <a:pt x="1695" y="1271"/>
                  </a:cubicBezTo>
                  <a:cubicBezTo>
                    <a:pt x="1466" y="821"/>
                    <a:pt x="1214" y="459"/>
                    <a:pt x="1111" y="312"/>
                  </a:cubicBezTo>
                  <a:cubicBezTo>
                    <a:pt x="894" y="0"/>
                    <a:pt x="687" y="116"/>
                    <a:pt x="687" y="1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7"/>
            <p:cNvSpPr/>
            <p:nvPr/>
          </p:nvSpPr>
          <p:spPr>
            <a:xfrm>
              <a:off x="1070090" y="605428"/>
              <a:ext cx="68160" cy="68573"/>
            </a:xfrm>
            <a:custGeom>
              <a:rect b="b" l="l" r="r" t="t"/>
              <a:pathLst>
                <a:path extrusionOk="0" h="664" w="660">
                  <a:moveTo>
                    <a:pt x="215" y="131"/>
                  </a:moveTo>
                  <a:cubicBezTo>
                    <a:pt x="151" y="300"/>
                    <a:pt x="0" y="663"/>
                    <a:pt x="275" y="663"/>
                  </a:cubicBezTo>
                  <a:cubicBezTo>
                    <a:pt x="333" y="664"/>
                    <a:pt x="395" y="645"/>
                    <a:pt x="432" y="600"/>
                  </a:cubicBezTo>
                  <a:cubicBezTo>
                    <a:pt x="476" y="549"/>
                    <a:pt x="479" y="482"/>
                    <a:pt x="507" y="425"/>
                  </a:cubicBezTo>
                  <a:cubicBezTo>
                    <a:pt x="550" y="338"/>
                    <a:pt x="610" y="269"/>
                    <a:pt x="642" y="172"/>
                  </a:cubicBezTo>
                  <a:cubicBezTo>
                    <a:pt x="652" y="140"/>
                    <a:pt x="659" y="102"/>
                    <a:pt x="643" y="74"/>
                  </a:cubicBezTo>
                  <a:cubicBezTo>
                    <a:pt x="628" y="49"/>
                    <a:pt x="600" y="38"/>
                    <a:pt x="574" y="29"/>
                  </a:cubicBezTo>
                  <a:cubicBezTo>
                    <a:pt x="494" y="7"/>
                    <a:pt x="412" y="0"/>
                    <a:pt x="332" y="11"/>
                  </a:cubicBezTo>
                  <a:cubicBezTo>
                    <a:pt x="306" y="13"/>
                    <a:pt x="280" y="19"/>
                    <a:pt x="260" y="38"/>
                  </a:cubicBezTo>
                  <a:cubicBezTo>
                    <a:pt x="245" y="53"/>
                    <a:pt x="236" y="74"/>
                    <a:pt x="229" y="94"/>
                  </a:cubicBezTo>
                  <a:cubicBezTo>
                    <a:pt x="224" y="105"/>
                    <a:pt x="220" y="117"/>
                    <a:pt x="215" y="13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17"/>
          <p:cNvGrpSpPr/>
          <p:nvPr/>
        </p:nvGrpSpPr>
        <p:grpSpPr>
          <a:xfrm>
            <a:off x="-1424988" y="4096439"/>
            <a:ext cx="2473315" cy="2246588"/>
            <a:chOff x="3167525" y="751950"/>
            <a:chExt cx="1309325" cy="1189300"/>
          </a:xfrm>
        </p:grpSpPr>
        <p:sp>
          <p:nvSpPr>
            <p:cNvPr id="505" name="Google Shape;505;p17"/>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7"/>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7"/>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7"/>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7"/>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7"/>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7"/>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7"/>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7"/>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 name="Google Shape;514;p17"/>
          <p:cNvGrpSpPr/>
          <p:nvPr/>
        </p:nvGrpSpPr>
        <p:grpSpPr>
          <a:xfrm rot="2322756">
            <a:off x="7507903" y="-1374569"/>
            <a:ext cx="2591739" cy="2743260"/>
            <a:chOff x="4373775" y="321250"/>
            <a:chExt cx="1456475" cy="1541625"/>
          </a:xfrm>
        </p:grpSpPr>
        <p:sp>
          <p:nvSpPr>
            <p:cNvPr id="515" name="Google Shape;515;p17"/>
            <p:cNvSpPr/>
            <p:nvPr/>
          </p:nvSpPr>
          <p:spPr>
            <a:xfrm>
              <a:off x="4373775" y="321250"/>
              <a:ext cx="1456475" cy="1541625"/>
            </a:xfrm>
            <a:custGeom>
              <a:rect b="b" l="l" r="r" t="t"/>
              <a:pathLst>
                <a:path extrusionOk="0" h="61665" w="58259">
                  <a:moveTo>
                    <a:pt x="38993" y="0"/>
                  </a:moveTo>
                  <a:cubicBezTo>
                    <a:pt x="38990" y="0"/>
                    <a:pt x="38987" y="0"/>
                    <a:pt x="38985" y="0"/>
                  </a:cubicBezTo>
                  <a:cubicBezTo>
                    <a:pt x="38784" y="1"/>
                    <a:pt x="38582" y="12"/>
                    <a:pt x="38385" y="28"/>
                  </a:cubicBezTo>
                  <a:cubicBezTo>
                    <a:pt x="38304" y="35"/>
                    <a:pt x="38245" y="107"/>
                    <a:pt x="38251" y="188"/>
                  </a:cubicBezTo>
                  <a:cubicBezTo>
                    <a:pt x="38257" y="266"/>
                    <a:pt x="38322" y="323"/>
                    <a:pt x="38397" y="323"/>
                  </a:cubicBezTo>
                  <a:lnTo>
                    <a:pt x="38411" y="323"/>
                  </a:lnTo>
                  <a:cubicBezTo>
                    <a:pt x="38601" y="307"/>
                    <a:pt x="38795" y="298"/>
                    <a:pt x="38989" y="295"/>
                  </a:cubicBezTo>
                  <a:cubicBezTo>
                    <a:pt x="39070" y="294"/>
                    <a:pt x="39135" y="227"/>
                    <a:pt x="39134" y="146"/>
                  </a:cubicBezTo>
                  <a:cubicBezTo>
                    <a:pt x="39133" y="67"/>
                    <a:pt x="39068" y="0"/>
                    <a:pt x="38993" y="0"/>
                  </a:cubicBezTo>
                  <a:close/>
                  <a:moveTo>
                    <a:pt x="39874" y="37"/>
                  </a:moveTo>
                  <a:cubicBezTo>
                    <a:pt x="39797" y="37"/>
                    <a:pt x="39732" y="93"/>
                    <a:pt x="39725" y="171"/>
                  </a:cubicBezTo>
                  <a:cubicBezTo>
                    <a:pt x="39717" y="251"/>
                    <a:pt x="39777" y="323"/>
                    <a:pt x="39857" y="332"/>
                  </a:cubicBezTo>
                  <a:cubicBezTo>
                    <a:pt x="40048" y="351"/>
                    <a:pt x="40242" y="375"/>
                    <a:pt x="40432" y="408"/>
                  </a:cubicBezTo>
                  <a:cubicBezTo>
                    <a:pt x="40439" y="409"/>
                    <a:pt x="40449" y="410"/>
                    <a:pt x="40456" y="410"/>
                  </a:cubicBezTo>
                  <a:cubicBezTo>
                    <a:pt x="40527" y="410"/>
                    <a:pt x="40589" y="358"/>
                    <a:pt x="40603" y="286"/>
                  </a:cubicBezTo>
                  <a:cubicBezTo>
                    <a:pt x="40616" y="205"/>
                    <a:pt x="40562" y="129"/>
                    <a:pt x="40482" y="116"/>
                  </a:cubicBezTo>
                  <a:cubicBezTo>
                    <a:pt x="40285" y="83"/>
                    <a:pt x="40084" y="57"/>
                    <a:pt x="39886" y="37"/>
                  </a:cubicBezTo>
                  <a:cubicBezTo>
                    <a:pt x="39882" y="37"/>
                    <a:pt x="39878" y="37"/>
                    <a:pt x="39874" y="37"/>
                  </a:cubicBezTo>
                  <a:close/>
                  <a:moveTo>
                    <a:pt x="37525" y="157"/>
                  </a:moveTo>
                  <a:cubicBezTo>
                    <a:pt x="37514" y="157"/>
                    <a:pt x="37504" y="158"/>
                    <a:pt x="37494" y="160"/>
                  </a:cubicBezTo>
                  <a:cubicBezTo>
                    <a:pt x="37453" y="168"/>
                    <a:pt x="37414" y="177"/>
                    <a:pt x="37374" y="186"/>
                  </a:cubicBezTo>
                  <a:cubicBezTo>
                    <a:pt x="37220" y="220"/>
                    <a:pt x="37063" y="269"/>
                    <a:pt x="36906" y="327"/>
                  </a:cubicBezTo>
                  <a:cubicBezTo>
                    <a:pt x="36828" y="356"/>
                    <a:pt x="36791" y="441"/>
                    <a:pt x="36819" y="517"/>
                  </a:cubicBezTo>
                  <a:cubicBezTo>
                    <a:pt x="36842" y="576"/>
                    <a:pt x="36898" y="612"/>
                    <a:pt x="36957" y="612"/>
                  </a:cubicBezTo>
                  <a:cubicBezTo>
                    <a:pt x="36974" y="612"/>
                    <a:pt x="36992" y="609"/>
                    <a:pt x="37009" y="604"/>
                  </a:cubicBezTo>
                  <a:cubicBezTo>
                    <a:pt x="37153" y="549"/>
                    <a:pt x="37298" y="506"/>
                    <a:pt x="37438" y="473"/>
                  </a:cubicBezTo>
                  <a:cubicBezTo>
                    <a:pt x="37475" y="466"/>
                    <a:pt x="37514" y="456"/>
                    <a:pt x="37552" y="449"/>
                  </a:cubicBezTo>
                  <a:cubicBezTo>
                    <a:pt x="37633" y="432"/>
                    <a:pt x="37685" y="354"/>
                    <a:pt x="37668" y="275"/>
                  </a:cubicBezTo>
                  <a:cubicBezTo>
                    <a:pt x="37653" y="205"/>
                    <a:pt x="37592" y="157"/>
                    <a:pt x="37525" y="157"/>
                  </a:cubicBezTo>
                  <a:close/>
                  <a:moveTo>
                    <a:pt x="41318" y="309"/>
                  </a:moveTo>
                  <a:cubicBezTo>
                    <a:pt x="41254" y="309"/>
                    <a:pt x="41195" y="351"/>
                    <a:pt x="41177" y="416"/>
                  </a:cubicBezTo>
                  <a:cubicBezTo>
                    <a:pt x="41155" y="496"/>
                    <a:pt x="41201" y="576"/>
                    <a:pt x="41279" y="599"/>
                  </a:cubicBezTo>
                  <a:cubicBezTo>
                    <a:pt x="41466" y="650"/>
                    <a:pt x="41651" y="710"/>
                    <a:pt x="41830" y="776"/>
                  </a:cubicBezTo>
                  <a:cubicBezTo>
                    <a:pt x="41847" y="782"/>
                    <a:pt x="41863" y="786"/>
                    <a:pt x="41880" y="786"/>
                  </a:cubicBezTo>
                  <a:cubicBezTo>
                    <a:pt x="41941" y="786"/>
                    <a:pt x="41996" y="748"/>
                    <a:pt x="42018" y="690"/>
                  </a:cubicBezTo>
                  <a:cubicBezTo>
                    <a:pt x="42047" y="612"/>
                    <a:pt x="42007" y="529"/>
                    <a:pt x="41930" y="500"/>
                  </a:cubicBezTo>
                  <a:cubicBezTo>
                    <a:pt x="41744" y="432"/>
                    <a:pt x="41553" y="369"/>
                    <a:pt x="41359" y="315"/>
                  </a:cubicBezTo>
                  <a:cubicBezTo>
                    <a:pt x="41345" y="311"/>
                    <a:pt x="41331" y="309"/>
                    <a:pt x="41318" y="309"/>
                  </a:cubicBezTo>
                  <a:close/>
                  <a:moveTo>
                    <a:pt x="36169" y="716"/>
                  </a:moveTo>
                  <a:cubicBezTo>
                    <a:pt x="36142" y="716"/>
                    <a:pt x="36115" y="723"/>
                    <a:pt x="36090" y="739"/>
                  </a:cubicBezTo>
                  <a:cubicBezTo>
                    <a:pt x="35924" y="843"/>
                    <a:pt x="35758" y="962"/>
                    <a:pt x="35596" y="1090"/>
                  </a:cubicBezTo>
                  <a:cubicBezTo>
                    <a:pt x="35532" y="1141"/>
                    <a:pt x="35522" y="1234"/>
                    <a:pt x="35573" y="1297"/>
                  </a:cubicBezTo>
                  <a:cubicBezTo>
                    <a:pt x="35601" y="1333"/>
                    <a:pt x="35645" y="1353"/>
                    <a:pt x="35688" y="1353"/>
                  </a:cubicBezTo>
                  <a:cubicBezTo>
                    <a:pt x="35720" y="1353"/>
                    <a:pt x="35753" y="1343"/>
                    <a:pt x="35780" y="1322"/>
                  </a:cubicBezTo>
                  <a:cubicBezTo>
                    <a:pt x="35935" y="1200"/>
                    <a:pt x="36091" y="1089"/>
                    <a:pt x="36247" y="989"/>
                  </a:cubicBezTo>
                  <a:cubicBezTo>
                    <a:pt x="36317" y="945"/>
                    <a:pt x="36338" y="854"/>
                    <a:pt x="36294" y="786"/>
                  </a:cubicBezTo>
                  <a:cubicBezTo>
                    <a:pt x="36266" y="740"/>
                    <a:pt x="36218" y="716"/>
                    <a:pt x="36169" y="716"/>
                  </a:cubicBezTo>
                  <a:close/>
                  <a:moveTo>
                    <a:pt x="42688" y="845"/>
                  </a:moveTo>
                  <a:cubicBezTo>
                    <a:pt x="42635" y="845"/>
                    <a:pt x="42583" y="874"/>
                    <a:pt x="42556" y="925"/>
                  </a:cubicBezTo>
                  <a:cubicBezTo>
                    <a:pt x="42519" y="997"/>
                    <a:pt x="42548" y="1086"/>
                    <a:pt x="42620" y="1123"/>
                  </a:cubicBezTo>
                  <a:cubicBezTo>
                    <a:pt x="42793" y="1213"/>
                    <a:pt x="42961" y="1309"/>
                    <a:pt x="43119" y="1411"/>
                  </a:cubicBezTo>
                  <a:cubicBezTo>
                    <a:pt x="43145" y="1426"/>
                    <a:pt x="43172" y="1434"/>
                    <a:pt x="43199" y="1434"/>
                  </a:cubicBezTo>
                  <a:cubicBezTo>
                    <a:pt x="43249" y="1434"/>
                    <a:pt x="43296" y="1411"/>
                    <a:pt x="43323" y="1365"/>
                  </a:cubicBezTo>
                  <a:cubicBezTo>
                    <a:pt x="43366" y="1297"/>
                    <a:pt x="43346" y="1205"/>
                    <a:pt x="43278" y="1162"/>
                  </a:cubicBezTo>
                  <a:cubicBezTo>
                    <a:pt x="43112" y="1056"/>
                    <a:pt x="42936" y="955"/>
                    <a:pt x="42756" y="862"/>
                  </a:cubicBezTo>
                  <a:cubicBezTo>
                    <a:pt x="42734" y="850"/>
                    <a:pt x="42711" y="845"/>
                    <a:pt x="42688" y="845"/>
                  </a:cubicBezTo>
                  <a:close/>
                  <a:moveTo>
                    <a:pt x="43906" y="1670"/>
                  </a:moveTo>
                  <a:cubicBezTo>
                    <a:pt x="43865" y="1670"/>
                    <a:pt x="43825" y="1687"/>
                    <a:pt x="43796" y="1720"/>
                  </a:cubicBezTo>
                  <a:cubicBezTo>
                    <a:pt x="43741" y="1781"/>
                    <a:pt x="43747" y="1874"/>
                    <a:pt x="43808" y="1928"/>
                  </a:cubicBezTo>
                  <a:cubicBezTo>
                    <a:pt x="43952" y="2055"/>
                    <a:pt x="44091" y="2190"/>
                    <a:pt x="44217" y="2329"/>
                  </a:cubicBezTo>
                  <a:cubicBezTo>
                    <a:pt x="44246" y="2361"/>
                    <a:pt x="44287" y="2379"/>
                    <a:pt x="44327" y="2379"/>
                  </a:cubicBezTo>
                  <a:cubicBezTo>
                    <a:pt x="44361" y="2379"/>
                    <a:pt x="44397" y="2365"/>
                    <a:pt x="44425" y="2340"/>
                  </a:cubicBezTo>
                  <a:cubicBezTo>
                    <a:pt x="44485" y="2285"/>
                    <a:pt x="44489" y="2192"/>
                    <a:pt x="44435" y="2132"/>
                  </a:cubicBezTo>
                  <a:cubicBezTo>
                    <a:pt x="44301" y="1984"/>
                    <a:pt x="44155" y="1841"/>
                    <a:pt x="44003" y="1707"/>
                  </a:cubicBezTo>
                  <a:cubicBezTo>
                    <a:pt x="43975" y="1682"/>
                    <a:pt x="43941" y="1670"/>
                    <a:pt x="43906" y="1670"/>
                  </a:cubicBezTo>
                  <a:close/>
                  <a:moveTo>
                    <a:pt x="35035" y="1654"/>
                  </a:moveTo>
                  <a:cubicBezTo>
                    <a:pt x="34996" y="1654"/>
                    <a:pt x="34958" y="1669"/>
                    <a:pt x="34929" y="1700"/>
                  </a:cubicBezTo>
                  <a:cubicBezTo>
                    <a:pt x="34791" y="1844"/>
                    <a:pt x="34657" y="1997"/>
                    <a:pt x="34531" y="2153"/>
                  </a:cubicBezTo>
                  <a:cubicBezTo>
                    <a:pt x="34480" y="2216"/>
                    <a:pt x="34490" y="2308"/>
                    <a:pt x="34553" y="2360"/>
                  </a:cubicBezTo>
                  <a:cubicBezTo>
                    <a:pt x="34580" y="2382"/>
                    <a:pt x="34614" y="2392"/>
                    <a:pt x="34646" y="2392"/>
                  </a:cubicBezTo>
                  <a:cubicBezTo>
                    <a:pt x="34688" y="2392"/>
                    <a:pt x="34732" y="2373"/>
                    <a:pt x="34761" y="2337"/>
                  </a:cubicBezTo>
                  <a:cubicBezTo>
                    <a:pt x="34882" y="2188"/>
                    <a:pt x="35011" y="2041"/>
                    <a:pt x="35142" y="1904"/>
                  </a:cubicBezTo>
                  <a:cubicBezTo>
                    <a:pt x="35198" y="1844"/>
                    <a:pt x="35197" y="1751"/>
                    <a:pt x="35137" y="1695"/>
                  </a:cubicBezTo>
                  <a:cubicBezTo>
                    <a:pt x="35108" y="1667"/>
                    <a:pt x="35072" y="1654"/>
                    <a:pt x="35035" y="1654"/>
                  </a:cubicBezTo>
                  <a:close/>
                  <a:moveTo>
                    <a:pt x="44859" y="2788"/>
                  </a:moveTo>
                  <a:cubicBezTo>
                    <a:pt x="44833" y="2788"/>
                    <a:pt x="44806" y="2795"/>
                    <a:pt x="44782" y="2810"/>
                  </a:cubicBezTo>
                  <a:cubicBezTo>
                    <a:pt x="44712" y="2853"/>
                    <a:pt x="44691" y="2943"/>
                    <a:pt x="44735" y="3013"/>
                  </a:cubicBezTo>
                  <a:cubicBezTo>
                    <a:pt x="44835" y="3174"/>
                    <a:pt x="44925" y="3344"/>
                    <a:pt x="45004" y="3516"/>
                  </a:cubicBezTo>
                  <a:cubicBezTo>
                    <a:pt x="45029" y="3570"/>
                    <a:pt x="45082" y="3602"/>
                    <a:pt x="45138" y="3602"/>
                  </a:cubicBezTo>
                  <a:cubicBezTo>
                    <a:pt x="45158" y="3602"/>
                    <a:pt x="45179" y="3598"/>
                    <a:pt x="45200" y="3589"/>
                  </a:cubicBezTo>
                  <a:cubicBezTo>
                    <a:pt x="45273" y="3555"/>
                    <a:pt x="45305" y="3467"/>
                    <a:pt x="45272" y="3393"/>
                  </a:cubicBezTo>
                  <a:cubicBezTo>
                    <a:pt x="45188" y="3210"/>
                    <a:pt x="45091" y="3031"/>
                    <a:pt x="44984" y="2858"/>
                  </a:cubicBezTo>
                  <a:cubicBezTo>
                    <a:pt x="44957" y="2813"/>
                    <a:pt x="44909" y="2788"/>
                    <a:pt x="44859" y="2788"/>
                  </a:cubicBezTo>
                  <a:close/>
                  <a:moveTo>
                    <a:pt x="34133" y="2818"/>
                  </a:moveTo>
                  <a:cubicBezTo>
                    <a:pt x="34083" y="2818"/>
                    <a:pt x="34035" y="2842"/>
                    <a:pt x="34007" y="2887"/>
                  </a:cubicBezTo>
                  <a:cubicBezTo>
                    <a:pt x="33901" y="3060"/>
                    <a:pt x="33801" y="3236"/>
                    <a:pt x="33711" y="3412"/>
                  </a:cubicBezTo>
                  <a:cubicBezTo>
                    <a:pt x="33674" y="3485"/>
                    <a:pt x="33703" y="3573"/>
                    <a:pt x="33775" y="3610"/>
                  </a:cubicBezTo>
                  <a:cubicBezTo>
                    <a:pt x="33798" y="3622"/>
                    <a:pt x="33821" y="3627"/>
                    <a:pt x="33842" y="3627"/>
                  </a:cubicBezTo>
                  <a:cubicBezTo>
                    <a:pt x="33896" y="3627"/>
                    <a:pt x="33949" y="3597"/>
                    <a:pt x="33975" y="3545"/>
                  </a:cubicBezTo>
                  <a:cubicBezTo>
                    <a:pt x="34062" y="3375"/>
                    <a:pt x="34157" y="3206"/>
                    <a:pt x="34259" y="3042"/>
                  </a:cubicBezTo>
                  <a:cubicBezTo>
                    <a:pt x="34301" y="2974"/>
                    <a:pt x="34281" y="2882"/>
                    <a:pt x="34212" y="2840"/>
                  </a:cubicBezTo>
                  <a:cubicBezTo>
                    <a:pt x="34187" y="2825"/>
                    <a:pt x="34160" y="2818"/>
                    <a:pt x="34133" y="2818"/>
                  </a:cubicBezTo>
                  <a:close/>
                  <a:moveTo>
                    <a:pt x="33498" y="4146"/>
                  </a:moveTo>
                  <a:cubicBezTo>
                    <a:pt x="33436" y="4146"/>
                    <a:pt x="33378" y="4184"/>
                    <a:pt x="33357" y="4246"/>
                  </a:cubicBezTo>
                  <a:cubicBezTo>
                    <a:pt x="33290" y="4442"/>
                    <a:pt x="33237" y="4638"/>
                    <a:pt x="33195" y="4830"/>
                  </a:cubicBezTo>
                  <a:cubicBezTo>
                    <a:pt x="33179" y="4909"/>
                    <a:pt x="33228" y="4989"/>
                    <a:pt x="33309" y="5005"/>
                  </a:cubicBezTo>
                  <a:cubicBezTo>
                    <a:pt x="33319" y="5007"/>
                    <a:pt x="33329" y="5010"/>
                    <a:pt x="33340" y="5010"/>
                  </a:cubicBezTo>
                  <a:cubicBezTo>
                    <a:pt x="33408" y="5010"/>
                    <a:pt x="33469" y="4961"/>
                    <a:pt x="33484" y="4892"/>
                  </a:cubicBezTo>
                  <a:cubicBezTo>
                    <a:pt x="33522" y="4711"/>
                    <a:pt x="33574" y="4526"/>
                    <a:pt x="33638" y="4340"/>
                  </a:cubicBezTo>
                  <a:cubicBezTo>
                    <a:pt x="33664" y="4263"/>
                    <a:pt x="33622" y="4179"/>
                    <a:pt x="33545" y="4153"/>
                  </a:cubicBezTo>
                  <a:cubicBezTo>
                    <a:pt x="33530" y="4148"/>
                    <a:pt x="33514" y="4146"/>
                    <a:pt x="33498" y="4146"/>
                  </a:cubicBezTo>
                  <a:close/>
                  <a:moveTo>
                    <a:pt x="45428" y="4141"/>
                  </a:moveTo>
                  <a:cubicBezTo>
                    <a:pt x="45416" y="4141"/>
                    <a:pt x="45404" y="4142"/>
                    <a:pt x="45392" y="4145"/>
                  </a:cubicBezTo>
                  <a:cubicBezTo>
                    <a:pt x="45312" y="4165"/>
                    <a:pt x="45264" y="4244"/>
                    <a:pt x="45283" y="4323"/>
                  </a:cubicBezTo>
                  <a:cubicBezTo>
                    <a:pt x="45329" y="4504"/>
                    <a:pt x="45364" y="4693"/>
                    <a:pt x="45390" y="4887"/>
                  </a:cubicBezTo>
                  <a:cubicBezTo>
                    <a:pt x="45398" y="4961"/>
                    <a:pt x="45462" y="5016"/>
                    <a:pt x="45535" y="5016"/>
                  </a:cubicBezTo>
                  <a:cubicBezTo>
                    <a:pt x="45541" y="5016"/>
                    <a:pt x="45548" y="5016"/>
                    <a:pt x="45553" y="5015"/>
                  </a:cubicBezTo>
                  <a:cubicBezTo>
                    <a:pt x="45634" y="5004"/>
                    <a:pt x="45691" y="4930"/>
                    <a:pt x="45681" y="4850"/>
                  </a:cubicBezTo>
                  <a:cubicBezTo>
                    <a:pt x="45655" y="4644"/>
                    <a:pt x="45618" y="4444"/>
                    <a:pt x="45569" y="4253"/>
                  </a:cubicBezTo>
                  <a:cubicBezTo>
                    <a:pt x="45553" y="4186"/>
                    <a:pt x="45494" y="4141"/>
                    <a:pt x="45428" y="4141"/>
                  </a:cubicBezTo>
                  <a:close/>
                  <a:moveTo>
                    <a:pt x="33243" y="5590"/>
                  </a:moveTo>
                  <a:cubicBezTo>
                    <a:pt x="33161" y="5590"/>
                    <a:pt x="33096" y="5657"/>
                    <a:pt x="33096" y="5739"/>
                  </a:cubicBezTo>
                  <a:cubicBezTo>
                    <a:pt x="33096" y="5951"/>
                    <a:pt x="33115" y="6157"/>
                    <a:pt x="33151" y="6353"/>
                  </a:cubicBezTo>
                  <a:cubicBezTo>
                    <a:pt x="33164" y="6424"/>
                    <a:pt x="33226" y="6473"/>
                    <a:pt x="33295" y="6473"/>
                  </a:cubicBezTo>
                  <a:cubicBezTo>
                    <a:pt x="33305" y="6473"/>
                    <a:pt x="33314" y="6472"/>
                    <a:pt x="33324" y="6469"/>
                  </a:cubicBezTo>
                  <a:cubicBezTo>
                    <a:pt x="33404" y="6455"/>
                    <a:pt x="33457" y="6378"/>
                    <a:pt x="33442" y="6297"/>
                  </a:cubicBezTo>
                  <a:cubicBezTo>
                    <a:pt x="33408" y="6120"/>
                    <a:pt x="33390" y="5931"/>
                    <a:pt x="33390" y="5738"/>
                  </a:cubicBezTo>
                  <a:cubicBezTo>
                    <a:pt x="33390" y="5656"/>
                    <a:pt x="33324" y="5590"/>
                    <a:pt x="33243" y="5590"/>
                  </a:cubicBezTo>
                  <a:close/>
                  <a:moveTo>
                    <a:pt x="45588" y="5603"/>
                  </a:moveTo>
                  <a:cubicBezTo>
                    <a:pt x="45506" y="5603"/>
                    <a:pt x="45441" y="5668"/>
                    <a:pt x="45441" y="5749"/>
                  </a:cubicBezTo>
                  <a:cubicBezTo>
                    <a:pt x="45439" y="5934"/>
                    <a:pt x="45433" y="6128"/>
                    <a:pt x="45419" y="6329"/>
                  </a:cubicBezTo>
                  <a:cubicBezTo>
                    <a:pt x="45412" y="6411"/>
                    <a:pt x="45474" y="6482"/>
                    <a:pt x="45556" y="6487"/>
                  </a:cubicBezTo>
                  <a:lnTo>
                    <a:pt x="45566" y="6487"/>
                  </a:lnTo>
                  <a:cubicBezTo>
                    <a:pt x="45643" y="6487"/>
                    <a:pt x="45707" y="6428"/>
                    <a:pt x="45715" y="6349"/>
                  </a:cubicBezTo>
                  <a:cubicBezTo>
                    <a:pt x="45728" y="6141"/>
                    <a:pt x="45735" y="5940"/>
                    <a:pt x="45736" y="5750"/>
                  </a:cubicBezTo>
                  <a:cubicBezTo>
                    <a:pt x="45736" y="5670"/>
                    <a:pt x="45670" y="5603"/>
                    <a:pt x="45589" y="5603"/>
                  </a:cubicBezTo>
                  <a:close/>
                  <a:moveTo>
                    <a:pt x="33384" y="6524"/>
                  </a:moveTo>
                  <a:cubicBezTo>
                    <a:pt x="33369" y="6524"/>
                    <a:pt x="33354" y="6527"/>
                    <a:pt x="33339" y="6531"/>
                  </a:cubicBezTo>
                  <a:cubicBezTo>
                    <a:pt x="33261" y="6557"/>
                    <a:pt x="33218" y="6640"/>
                    <a:pt x="33243" y="6717"/>
                  </a:cubicBezTo>
                  <a:cubicBezTo>
                    <a:pt x="33305" y="6910"/>
                    <a:pt x="33386" y="7101"/>
                    <a:pt x="33483" y="7283"/>
                  </a:cubicBezTo>
                  <a:cubicBezTo>
                    <a:pt x="33510" y="7333"/>
                    <a:pt x="33561" y="7362"/>
                    <a:pt x="33613" y="7362"/>
                  </a:cubicBezTo>
                  <a:cubicBezTo>
                    <a:pt x="33636" y="7362"/>
                    <a:pt x="33660" y="7355"/>
                    <a:pt x="33682" y="7343"/>
                  </a:cubicBezTo>
                  <a:cubicBezTo>
                    <a:pt x="33755" y="7305"/>
                    <a:pt x="33781" y="7215"/>
                    <a:pt x="33743" y="7143"/>
                  </a:cubicBezTo>
                  <a:cubicBezTo>
                    <a:pt x="33654" y="6977"/>
                    <a:pt x="33580" y="6803"/>
                    <a:pt x="33523" y="6626"/>
                  </a:cubicBezTo>
                  <a:cubicBezTo>
                    <a:pt x="33503" y="6564"/>
                    <a:pt x="33446" y="6524"/>
                    <a:pt x="33384" y="6524"/>
                  </a:cubicBezTo>
                  <a:close/>
                  <a:moveTo>
                    <a:pt x="45474" y="7073"/>
                  </a:moveTo>
                  <a:cubicBezTo>
                    <a:pt x="45401" y="7073"/>
                    <a:pt x="45339" y="7127"/>
                    <a:pt x="45330" y="7202"/>
                  </a:cubicBezTo>
                  <a:cubicBezTo>
                    <a:pt x="45304" y="7395"/>
                    <a:pt x="45277" y="7589"/>
                    <a:pt x="45248" y="7783"/>
                  </a:cubicBezTo>
                  <a:cubicBezTo>
                    <a:pt x="45236" y="7864"/>
                    <a:pt x="45293" y="7940"/>
                    <a:pt x="45372" y="7951"/>
                  </a:cubicBezTo>
                  <a:cubicBezTo>
                    <a:pt x="45380" y="7952"/>
                    <a:pt x="45388" y="7952"/>
                    <a:pt x="45395" y="7952"/>
                  </a:cubicBezTo>
                  <a:cubicBezTo>
                    <a:pt x="45467" y="7952"/>
                    <a:pt x="45530" y="7899"/>
                    <a:pt x="45541" y="7825"/>
                  </a:cubicBezTo>
                  <a:cubicBezTo>
                    <a:pt x="45569" y="7629"/>
                    <a:pt x="45597" y="7434"/>
                    <a:pt x="45623" y="7239"/>
                  </a:cubicBezTo>
                  <a:cubicBezTo>
                    <a:pt x="45633" y="7158"/>
                    <a:pt x="45576" y="7084"/>
                    <a:pt x="45495" y="7074"/>
                  </a:cubicBezTo>
                  <a:cubicBezTo>
                    <a:pt x="45488" y="7073"/>
                    <a:pt x="45481" y="7073"/>
                    <a:pt x="45474" y="7073"/>
                  </a:cubicBezTo>
                  <a:close/>
                  <a:moveTo>
                    <a:pt x="34119" y="7789"/>
                  </a:moveTo>
                  <a:cubicBezTo>
                    <a:pt x="34084" y="7789"/>
                    <a:pt x="34050" y="7801"/>
                    <a:pt x="34022" y="7826"/>
                  </a:cubicBezTo>
                  <a:cubicBezTo>
                    <a:pt x="33960" y="7879"/>
                    <a:pt x="33954" y="7972"/>
                    <a:pt x="34007" y="8034"/>
                  </a:cubicBezTo>
                  <a:cubicBezTo>
                    <a:pt x="34134" y="8179"/>
                    <a:pt x="34274" y="8319"/>
                    <a:pt x="34432" y="8466"/>
                  </a:cubicBezTo>
                  <a:cubicBezTo>
                    <a:pt x="34460" y="8492"/>
                    <a:pt x="34495" y="8504"/>
                    <a:pt x="34531" y="8504"/>
                  </a:cubicBezTo>
                  <a:cubicBezTo>
                    <a:pt x="34572" y="8504"/>
                    <a:pt x="34610" y="8488"/>
                    <a:pt x="34641" y="8458"/>
                  </a:cubicBezTo>
                  <a:cubicBezTo>
                    <a:pt x="34697" y="8397"/>
                    <a:pt x="34692" y="8304"/>
                    <a:pt x="34632" y="8249"/>
                  </a:cubicBezTo>
                  <a:cubicBezTo>
                    <a:pt x="34481" y="8111"/>
                    <a:pt x="34350" y="7977"/>
                    <a:pt x="34229" y="7840"/>
                  </a:cubicBezTo>
                  <a:cubicBezTo>
                    <a:pt x="34200" y="7806"/>
                    <a:pt x="34159" y="7789"/>
                    <a:pt x="34119" y="7789"/>
                  </a:cubicBezTo>
                  <a:close/>
                  <a:moveTo>
                    <a:pt x="35215" y="8770"/>
                  </a:moveTo>
                  <a:cubicBezTo>
                    <a:pt x="35170" y="8770"/>
                    <a:pt x="35127" y="8790"/>
                    <a:pt x="35098" y="8829"/>
                  </a:cubicBezTo>
                  <a:cubicBezTo>
                    <a:pt x="35048" y="8895"/>
                    <a:pt x="35062" y="8987"/>
                    <a:pt x="35127" y="9035"/>
                  </a:cubicBezTo>
                  <a:cubicBezTo>
                    <a:pt x="35286" y="9153"/>
                    <a:pt x="35447" y="9268"/>
                    <a:pt x="35611" y="9381"/>
                  </a:cubicBezTo>
                  <a:cubicBezTo>
                    <a:pt x="35636" y="9398"/>
                    <a:pt x="35665" y="9407"/>
                    <a:pt x="35694" y="9407"/>
                  </a:cubicBezTo>
                  <a:cubicBezTo>
                    <a:pt x="35741" y="9407"/>
                    <a:pt x="35787" y="9385"/>
                    <a:pt x="35817" y="9345"/>
                  </a:cubicBezTo>
                  <a:cubicBezTo>
                    <a:pt x="35863" y="9278"/>
                    <a:pt x="35847" y="9186"/>
                    <a:pt x="35780" y="9140"/>
                  </a:cubicBezTo>
                  <a:cubicBezTo>
                    <a:pt x="35619" y="9028"/>
                    <a:pt x="35459" y="8916"/>
                    <a:pt x="35304" y="8799"/>
                  </a:cubicBezTo>
                  <a:cubicBezTo>
                    <a:pt x="35277" y="8779"/>
                    <a:pt x="35246" y="8770"/>
                    <a:pt x="35215" y="8770"/>
                  </a:cubicBezTo>
                  <a:close/>
                  <a:moveTo>
                    <a:pt x="45264" y="8532"/>
                  </a:moveTo>
                  <a:cubicBezTo>
                    <a:pt x="45192" y="8532"/>
                    <a:pt x="45129" y="8586"/>
                    <a:pt x="45118" y="8659"/>
                  </a:cubicBezTo>
                  <a:cubicBezTo>
                    <a:pt x="45090" y="8855"/>
                    <a:pt x="45063" y="9051"/>
                    <a:pt x="45040" y="9247"/>
                  </a:cubicBezTo>
                  <a:cubicBezTo>
                    <a:pt x="45031" y="9328"/>
                    <a:pt x="45087" y="9401"/>
                    <a:pt x="45169" y="9411"/>
                  </a:cubicBezTo>
                  <a:cubicBezTo>
                    <a:pt x="45175" y="9412"/>
                    <a:pt x="45180" y="9412"/>
                    <a:pt x="45186" y="9412"/>
                  </a:cubicBezTo>
                  <a:cubicBezTo>
                    <a:pt x="45261" y="9412"/>
                    <a:pt x="45324" y="9356"/>
                    <a:pt x="45334" y="9282"/>
                  </a:cubicBezTo>
                  <a:cubicBezTo>
                    <a:pt x="45357" y="9088"/>
                    <a:pt x="45382" y="8893"/>
                    <a:pt x="45411" y="8700"/>
                  </a:cubicBezTo>
                  <a:cubicBezTo>
                    <a:pt x="45423" y="8621"/>
                    <a:pt x="45367" y="8545"/>
                    <a:pt x="45287" y="8534"/>
                  </a:cubicBezTo>
                  <a:cubicBezTo>
                    <a:pt x="45279" y="8533"/>
                    <a:pt x="45272" y="8532"/>
                    <a:pt x="45264" y="8532"/>
                  </a:cubicBezTo>
                  <a:close/>
                  <a:moveTo>
                    <a:pt x="36423" y="9614"/>
                  </a:moveTo>
                  <a:cubicBezTo>
                    <a:pt x="36377" y="9614"/>
                    <a:pt x="36331" y="9636"/>
                    <a:pt x="36302" y="9678"/>
                  </a:cubicBezTo>
                  <a:cubicBezTo>
                    <a:pt x="36256" y="9744"/>
                    <a:pt x="36272" y="9836"/>
                    <a:pt x="36339" y="9883"/>
                  </a:cubicBezTo>
                  <a:cubicBezTo>
                    <a:pt x="36501" y="9994"/>
                    <a:pt x="36661" y="10107"/>
                    <a:pt x="36818" y="10222"/>
                  </a:cubicBezTo>
                  <a:cubicBezTo>
                    <a:pt x="36845" y="10242"/>
                    <a:pt x="36876" y="10250"/>
                    <a:pt x="36906" y="10250"/>
                  </a:cubicBezTo>
                  <a:cubicBezTo>
                    <a:pt x="36951" y="10250"/>
                    <a:pt x="36996" y="10230"/>
                    <a:pt x="37023" y="10191"/>
                  </a:cubicBezTo>
                  <a:cubicBezTo>
                    <a:pt x="37072" y="10125"/>
                    <a:pt x="37058" y="10032"/>
                    <a:pt x="36992" y="9985"/>
                  </a:cubicBezTo>
                  <a:cubicBezTo>
                    <a:pt x="36833" y="9867"/>
                    <a:pt x="36671" y="9754"/>
                    <a:pt x="36507" y="9640"/>
                  </a:cubicBezTo>
                  <a:cubicBezTo>
                    <a:pt x="36482" y="9622"/>
                    <a:pt x="36452" y="9614"/>
                    <a:pt x="36423" y="9614"/>
                  </a:cubicBezTo>
                  <a:close/>
                  <a:moveTo>
                    <a:pt x="45107" y="9999"/>
                  </a:moveTo>
                  <a:cubicBezTo>
                    <a:pt x="45031" y="9999"/>
                    <a:pt x="44963" y="10059"/>
                    <a:pt x="44959" y="10138"/>
                  </a:cubicBezTo>
                  <a:cubicBezTo>
                    <a:pt x="44949" y="10311"/>
                    <a:pt x="44946" y="10473"/>
                    <a:pt x="44946" y="10631"/>
                  </a:cubicBezTo>
                  <a:lnTo>
                    <a:pt x="44947" y="10737"/>
                  </a:lnTo>
                  <a:cubicBezTo>
                    <a:pt x="44947" y="10817"/>
                    <a:pt x="45013" y="10882"/>
                    <a:pt x="45094" y="10882"/>
                  </a:cubicBezTo>
                  <a:lnTo>
                    <a:pt x="45097" y="10882"/>
                  </a:lnTo>
                  <a:cubicBezTo>
                    <a:pt x="45178" y="10881"/>
                    <a:pt x="45243" y="10814"/>
                    <a:pt x="45242" y="10733"/>
                  </a:cubicBezTo>
                  <a:lnTo>
                    <a:pt x="45241" y="10631"/>
                  </a:lnTo>
                  <a:cubicBezTo>
                    <a:pt x="45241" y="10479"/>
                    <a:pt x="45245" y="10322"/>
                    <a:pt x="45253" y="10154"/>
                  </a:cubicBezTo>
                  <a:cubicBezTo>
                    <a:pt x="45259" y="10072"/>
                    <a:pt x="45196" y="10002"/>
                    <a:pt x="45114" y="9999"/>
                  </a:cubicBezTo>
                  <a:cubicBezTo>
                    <a:pt x="45112" y="9999"/>
                    <a:pt x="45109" y="9999"/>
                    <a:pt x="45107" y="9999"/>
                  </a:cubicBezTo>
                  <a:close/>
                  <a:moveTo>
                    <a:pt x="37596" y="10507"/>
                  </a:moveTo>
                  <a:cubicBezTo>
                    <a:pt x="37556" y="10507"/>
                    <a:pt x="37515" y="10524"/>
                    <a:pt x="37486" y="10557"/>
                  </a:cubicBezTo>
                  <a:cubicBezTo>
                    <a:pt x="37432" y="10618"/>
                    <a:pt x="37438" y="10711"/>
                    <a:pt x="37499" y="10765"/>
                  </a:cubicBezTo>
                  <a:cubicBezTo>
                    <a:pt x="37546" y="10806"/>
                    <a:pt x="37593" y="10849"/>
                    <a:pt x="37638" y="10892"/>
                  </a:cubicBezTo>
                  <a:cubicBezTo>
                    <a:pt x="37732" y="10979"/>
                    <a:pt x="37825" y="11071"/>
                    <a:pt x="37915" y="11165"/>
                  </a:cubicBezTo>
                  <a:cubicBezTo>
                    <a:pt x="37942" y="11196"/>
                    <a:pt x="37983" y="11211"/>
                    <a:pt x="38021" y="11211"/>
                  </a:cubicBezTo>
                  <a:cubicBezTo>
                    <a:pt x="38057" y="11211"/>
                    <a:pt x="38093" y="11197"/>
                    <a:pt x="38122" y="11171"/>
                  </a:cubicBezTo>
                  <a:cubicBezTo>
                    <a:pt x="38181" y="11114"/>
                    <a:pt x="38184" y="11022"/>
                    <a:pt x="38128" y="10963"/>
                  </a:cubicBezTo>
                  <a:cubicBezTo>
                    <a:pt x="38035" y="10865"/>
                    <a:pt x="37937" y="10768"/>
                    <a:pt x="37839" y="10676"/>
                  </a:cubicBezTo>
                  <a:cubicBezTo>
                    <a:pt x="37792" y="10633"/>
                    <a:pt x="37742" y="10588"/>
                    <a:pt x="37694" y="10545"/>
                  </a:cubicBezTo>
                  <a:cubicBezTo>
                    <a:pt x="37666" y="10520"/>
                    <a:pt x="37631" y="10507"/>
                    <a:pt x="37596" y="10507"/>
                  </a:cubicBezTo>
                  <a:close/>
                  <a:moveTo>
                    <a:pt x="45163" y="11469"/>
                  </a:moveTo>
                  <a:cubicBezTo>
                    <a:pt x="45155" y="11469"/>
                    <a:pt x="45148" y="11469"/>
                    <a:pt x="45140" y="11470"/>
                  </a:cubicBezTo>
                  <a:cubicBezTo>
                    <a:pt x="45061" y="11482"/>
                    <a:pt x="45005" y="11558"/>
                    <a:pt x="45016" y="11639"/>
                  </a:cubicBezTo>
                  <a:cubicBezTo>
                    <a:pt x="45025" y="11700"/>
                    <a:pt x="45036" y="11762"/>
                    <a:pt x="45047" y="11824"/>
                  </a:cubicBezTo>
                  <a:cubicBezTo>
                    <a:pt x="45072" y="11958"/>
                    <a:pt x="45102" y="12095"/>
                    <a:pt x="45137" y="12230"/>
                  </a:cubicBezTo>
                  <a:cubicBezTo>
                    <a:pt x="45154" y="12297"/>
                    <a:pt x="45214" y="12341"/>
                    <a:pt x="45279" y="12341"/>
                  </a:cubicBezTo>
                  <a:cubicBezTo>
                    <a:pt x="45293" y="12341"/>
                    <a:pt x="45304" y="12339"/>
                    <a:pt x="45317" y="12336"/>
                  </a:cubicBezTo>
                  <a:cubicBezTo>
                    <a:pt x="45396" y="12315"/>
                    <a:pt x="45443" y="12235"/>
                    <a:pt x="45423" y="12157"/>
                  </a:cubicBezTo>
                  <a:cubicBezTo>
                    <a:pt x="45390" y="12029"/>
                    <a:pt x="45361" y="11899"/>
                    <a:pt x="45338" y="11771"/>
                  </a:cubicBezTo>
                  <a:cubicBezTo>
                    <a:pt x="45326" y="11712"/>
                    <a:pt x="45317" y="11653"/>
                    <a:pt x="45308" y="11594"/>
                  </a:cubicBezTo>
                  <a:cubicBezTo>
                    <a:pt x="45298" y="11522"/>
                    <a:pt x="45236" y="11469"/>
                    <a:pt x="45163" y="11469"/>
                  </a:cubicBezTo>
                  <a:close/>
                  <a:moveTo>
                    <a:pt x="38582" y="11599"/>
                  </a:moveTo>
                  <a:cubicBezTo>
                    <a:pt x="38553" y="11599"/>
                    <a:pt x="38523" y="11608"/>
                    <a:pt x="38498" y="11626"/>
                  </a:cubicBezTo>
                  <a:cubicBezTo>
                    <a:pt x="38432" y="11675"/>
                    <a:pt x="38416" y="11768"/>
                    <a:pt x="38463" y="11833"/>
                  </a:cubicBezTo>
                  <a:cubicBezTo>
                    <a:pt x="38575" y="11986"/>
                    <a:pt x="38680" y="12149"/>
                    <a:pt x="38779" y="12315"/>
                  </a:cubicBezTo>
                  <a:cubicBezTo>
                    <a:pt x="38807" y="12362"/>
                    <a:pt x="38856" y="12388"/>
                    <a:pt x="38906" y="12388"/>
                  </a:cubicBezTo>
                  <a:cubicBezTo>
                    <a:pt x="38932" y="12388"/>
                    <a:pt x="38958" y="12379"/>
                    <a:pt x="38979" y="12367"/>
                  </a:cubicBezTo>
                  <a:cubicBezTo>
                    <a:pt x="39051" y="12324"/>
                    <a:pt x="39072" y="12234"/>
                    <a:pt x="39031" y="12164"/>
                  </a:cubicBezTo>
                  <a:cubicBezTo>
                    <a:pt x="38928" y="11990"/>
                    <a:pt x="38817" y="11821"/>
                    <a:pt x="38702" y="11660"/>
                  </a:cubicBezTo>
                  <a:cubicBezTo>
                    <a:pt x="38674" y="11620"/>
                    <a:pt x="38628" y="11599"/>
                    <a:pt x="38582" y="11599"/>
                  </a:cubicBezTo>
                  <a:close/>
                  <a:moveTo>
                    <a:pt x="45560" y="12883"/>
                  </a:moveTo>
                  <a:cubicBezTo>
                    <a:pt x="45541" y="12883"/>
                    <a:pt x="45522" y="12887"/>
                    <a:pt x="45504" y="12894"/>
                  </a:cubicBezTo>
                  <a:cubicBezTo>
                    <a:pt x="45429" y="12925"/>
                    <a:pt x="45393" y="13012"/>
                    <a:pt x="45424" y="13086"/>
                  </a:cubicBezTo>
                  <a:cubicBezTo>
                    <a:pt x="45497" y="13266"/>
                    <a:pt x="45582" y="13450"/>
                    <a:pt x="45672" y="13633"/>
                  </a:cubicBezTo>
                  <a:cubicBezTo>
                    <a:pt x="45698" y="13685"/>
                    <a:pt x="45750" y="13714"/>
                    <a:pt x="45804" y="13714"/>
                  </a:cubicBezTo>
                  <a:cubicBezTo>
                    <a:pt x="45826" y="13714"/>
                    <a:pt x="45850" y="13710"/>
                    <a:pt x="45870" y="13698"/>
                  </a:cubicBezTo>
                  <a:cubicBezTo>
                    <a:pt x="45943" y="13662"/>
                    <a:pt x="45973" y="13572"/>
                    <a:pt x="45937" y="13500"/>
                  </a:cubicBezTo>
                  <a:cubicBezTo>
                    <a:pt x="45849" y="13323"/>
                    <a:pt x="45767" y="13147"/>
                    <a:pt x="45696" y="12975"/>
                  </a:cubicBezTo>
                  <a:cubicBezTo>
                    <a:pt x="45673" y="12918"/>
                    <a:pt x="45617" y="12883"/>
                    <a:pt x="45560" y="12883"/>
                  </a:cubicBezTo>
                  <a:close/>
                  <a:moveTo>
                    <a:pt x="39312" y="12876"/>
                  </a:moveTo>
                  <a:cubicBezTo>
                    <a:pt x="39292" y="12876"/>
                    <a:pt x="39271" y="12880"/>
                    <a:pt x="39252" y="12889"/>
                  </a:cubicBezTo>
                  <a:cubicBezTo>
                    <a:pt x="39179" y="12923"/>
                    <a:pt x="39144" y="13009"/>
                    <a:pt x="39179" y="13084"/>
                  </a:cubicBezTo>
                  <a:cubicBezTo>
                    <a:pt x="39256" y="13256"/>
                    <a:pt x="39329" y="13437"/>
                    <a:pt x="39397" y="13621"/>
                  </a:cubicBezTo>
                  <a:cubicBezTo>
                    <a:pt x="39419" y="13679"/>
                    <a:pt x="39476" y="13718"/>
                    <a:pt x="39535" y="13718"/>
                  </a:cubicBezTo>
                  <a:cubicBezTo>
                    <a:pt x="39553" y="13718"/>
                    <a:pt x="39571" y="13713"/>
                    <a:pt x="39587" y="13707"/>
                  </a:cubicBezTo>
                  <a:cubicBezTo>
                    <a:pt x="39663" y="13678"/>
                    <a:pt x="39702" y="13594"/>
                    <a:pt x="39674" y="13517"/>
                  </a:cubicBezTo>
                  <a:cubicBezTo>
                    <a:pt x="39604" y="13328"/>
                    <a:pt x="39526" y="13142"/>
                    <a:pt x="39447" y="12962"/>
                  </a:cubicBezTo>
                  <a:cubicBezTo>
                    <a:pt x="39422" y="12908"/>
                    <a:pt x="39368" y="12876"/>
                    <a:pt x="39312" y="12876"/>
                  </a:cubicBezTo>
                  <a:close/>
                  <a:moveTo>
                    <a:pt x="46235" y="14193"/>
                  </a:moveTo>
                  <a:cubicBezTo>
                    <a:pt x="46208" y="14193"/>
                    <a:pt x="46182" y="14200"/>
                    <a:pt x="46158" y="14215"/>
                  </a:cubicBezTo>
                  <a:cubicBezTo>
                    <a:pt x="46088" y="14257"/>
                    <a:pt x="46067" y="14348"/>
                    <a:pt x="46109" y="14417"/>
                  </a:cubicBezTo>
                  <a:cubicBezTo>
                    <a:pt x="46206" y="14577"/>
                    <a:pt x="46310" y="14742"/>
                    <a:pt x="46428" y="14921"/>
                  </a:cubicBezTo>
                  <a:cubicBezTo>
                    <a:pt x="46455" y="14963"/>
                    <a:pt x="46504" y="14987"/>
                    <a:pt x="46551" y="14987"/>
                  </a:cubicBezTo>
                  <a:cubicBezTo>
                    <a:pt x="46578" y="14987"/>
                    <a:pt x="46607" y="14978"/>
                    <a:pt x="46632" y="14962"/>
                  </a:cubicBezTo>
                  <a:cubicBezTo>
                    <a:pt x="46700" y="14918"/>
                    <a:pt x="46719" y="14827"/>
                    <a:pt x="46674" y="14758"/>
                  </a:cubicBezTo>
                  <a:cubicBezTo>
                    <a:pt x="46558" y="14582"/>
                    <a:pt x="46455" y="14421"/>
                    <a:pt x="46361" y="14264"/>
                  </a:cubicBezTo>
                  <a:cubicBezTo>
                    <a:pt x="46332" y="14218"/>
                    <a:pt x="46284" y="14193"/>
                    <a:pt x="46235" y="14193"/>
                  </a:cubicBezTo>
                  <a:close/>
                  <a:moveTo>
                    <a:pt x="39804" y="14265"/>
                  </a:moveTo>
                  <a:cubicBezTo>
                    <a:pt x="39791" y="14265"/>
                    <a:pt x="39778" y="14267"/>
                    <a:pt x="39765" y="14271"/>
                  </a:cubicBezTo>
                  <a:cubicBezTo>
                    <a:pt x="39686" y="14291"/>
                    <a:pt x="39640" y="14373"/>
                    <a:pt x="39661" y="14451"/>
                  </a:cubicBezTo>
                  <a:cubicBezTo>
                    <a:pt x="39711" y="14632"/>
                    <a:pt x="39757" y="14823"/>
                    <a:pt x="39800" y="15016"/>
                  </a:cubicBezTo>
                  <a:cubicBezTo>
                    <a:pt x="39815" y="15085"/>
                    <a:pt x="39876" y="15132"/>
                    <a:pt x="39944" y="15132"/>
                  </a:cubicBezTo>
                  <a:cubicBezTo>
                    <a:pt x="39954" y="15132"/>
                    <a:pt x="39965" y="15131"/>
                    <a:pt x="39974" y="15129"/>
                  </a:cubicBezTo>
                  <a:cubicBezTo>
                    <a:pt x="40053" y="15113"/>
                    <a:pt x="40104" y="15034"/>
                    <a:pt x="40087" y="14954"/>
                  </a:cubicBezTo>
                  <a:cubicBezTo>
                    <a:pt x="40043" y="14756"/>
                    <a:pt x="39996" y="14561"/>
                    <a:pt x="39945" y="14374"/>
                  </a:cubicBezTo>
                  <a:cubicBezTo>
                    <a:pt x="39928" y="14308"/>
                    <a:pt x="39868" y="14265"/>
                    <a:pt x="39804" y="14265"/>
                  </a:cubicBezTo>
                  <a:close/>
                  <a:moveTo>
                    <a:pt x="47053" y="15422"/>
                  </a:moveTo>
                  <a:cubicBezTo>
                    <a:pt x="47024" y="15422"/>
                    <a:pt x="46994" y="15431"/>
                    <a:pt x="46968" y="15449"/>
                  </a:cubicBezTo>
                  <a:cubicBezTo>
                    <a:pt x="46901" y="15495"/>
                    <a:pt x="46886" y="15587"/>
                    <a:pt x="46932" y="15654"/>
                  </a:cubicBezTo>
                  <a:cubicBezTo>
                    <a:pt x="47031" y="15795"/>
                    <a:pt x="47130" y="15934"/>
                    <a:pt x="47231" y="16075"/>
                  </a:cubicBezTo>
                  <a:lnTo>
                    <a:pt x="47274" y="16135"/>
                  </a:lnTo>
                  <a:cubicBezTo>
                    <a:pt x="47302" y="16175"/>
                    <a:pt x="47347" y="16197"/>
                    <a:pt x="47393" y="16197"/>
                  </a:cubicBezTo>
                  <a:cubicBezTo>
                    <a:pt x="47423" y="16197"/>
                    <a:pt x="47453" y="16189"/>
                    <a:pt x="47478" y="16171"/>
                  </a:cubicBezTo>
                  <a:cubicBezTo>
                    <a:pt x="47546" y="16125"/>
                    <a:pt x="47562" y="16032"/>
                    <a:pt x="47513" y="15967"/>
                  </a:cubicBezTo>
                  <a:lnTo>
                    <a:pt x="47471" y="15906"/>
                  </a:lnTo>
                  <a:cubicBezTo>
                    <a:pt x="47372" y="15766"/>
                    <a:pt x="47273" y="15626"/>
                    <a:pt x="47173" y="15485"/>
                  </a:cubicBezTo>
                  <a:cubicBezTo>
                    <a:pt x="47144" y="15444"/>
                    <a:pt x="47099" y="15422"/>
                    <a:pt x="47053" y="15422"/>
                  </a:cubicBezTo>
                  <a:close/>
                  <a:moveTo>
                    <a:pt x="40102" y="15707"/>
                  </a:moveTo>
                  <a:cubicBezTo>
                    <a:pt x="40094" y="15707"/>
                    <a:pt x="40086" y="15708"/>
                    <a:pt x="40078" y="15709"/>
                  </a:cubicBezTo>
                  <a:cubicBezTo>
                    <a:pt x="39998" y="15720"/>
                    <a:pt x="39943" y="15797"/>
                    <a:pt x="39954" y="15876"/>
                  </a:cubicBezTo>
                  <a:cubicBezTo>
                    <a:pt x="39983" y="16066"/>
                    <a:pt x="40007" y="16261"/>
                    <a:pt x="40028" y="16455"/>
                  </a:cubicBezTo>
                  <a:cubicBezTo>
                    <a:pt x="40037" y="16530"/>
                    <a:pt x="40100" y="16587"/>
                    <a:pt x="40175" y="16587"/>
                  </a:cubicBezTo>
                  <a:cubicBezTo>
                    <a:pt x="40180" y="16587"/>
                    <a:pt x="40185" y="16587"/>
                    <a:pt x="40191" y="16585"/>
                  </a:cubicBezTo>
                  <a:cubicBezTo>
                    <a:pt x="40270" y="16577"/>
                    <a:pt x="40330" y="16504"/>
                    <a:pt x="40321" y="16423"/>
                  </a:cubicBezTo>
                  <a:cubicBezTo>
                    <a:pt x="40300" y="16225"/>
                    <a:pt x="40274" y="16026"/>
                    <a:pt x="40246" y="15833"/>
                  </a:cubicBezTo>
                  <a:cubicBezTo>
                    <a:pt x="40235" y="15760"/>
                    <a:pt x="40175" y="15707"/>
                    <a:pt x="40102" y="15707"/>
                  </a:cubicBezTo>
                  <a:close/>
                  <a:moveTo>
                    <a:pt x="47902" y="16626"/>
                  </a:moveTo>
                  <a:cubicBezTo>
                    <a:pt x="47874" y="16626"/>
                    <a:pt x="47845" y="16635"/>
                    <a:pt x="47819" y="16652"/>
                  </a:cubicBezTo>
                  <a:cubicBezTo>
                    <a:pt x="47752" y="16699"/>
                    <a:pt x="47735" y="16790"/>
                    <a:pt x="47781" y="16857"/>
                  </a:cubicBezTo>
                  <a:cubicBezTo>
                    <a:pt x="47893" y="17019"/>
                    <a:pt x="48002" y="17180"/>
                    <a:pt x="48108" y="17344"/>
                  </a:cubicBezTo>
                  <a:cubicBezTo>
                    <a:pt x="48136" y="17388"/>
                    <a:pt x="48184" y="17411"/>
                    <a:pt x="48232" y="17411"/>
                  </a:cubicBezTo>
                  <a:cubicBezTo>
                    <a:pt x="48259" y="17411"/>
                    <a:pt x="48287" y="17403"/>
                    <a:pt x="48312" y="17387"/>
                  </a:cubicBezTo>
                  <a:cubicBezTo>
                    <a:pt x="48380" y="17342"/>
                    <a:pt x="48399" y="17251"/>
                    <a:pt x="48356" y="17182"/>
                  </a:cubicBezTo>
                  <a:cubicBezTo>
                    <a:pt x="48248" y="17017"/>
                    <a:pt x="48136" y="16854"/>
                    <a:pt x="48024" y="16690"/>
                  </a:cubicBezTo>
                  <a:cubicBezTo>
                    <a:pt x="47995" y="16648"/>
                    <a:pt x="47949" y="16626"/>
                    <a:pt x="47902" y="16626"/>
                  </a:cubicBezTo>
                  <a:close/>
                  <a:moveTo>
                    <a:pt x="40249" y="17174"/>
                  </a:moveTo>
                  <a:cubicBezTo>
                    <a:pt x="40246" y="17174"/>
                    <a:pt x="40242" y="17174"/>
                    <a:pt x="40239" y="17174"/>
                  </a:cubicBezTo>
                  <a:cubicBezTo>
                    <a:pt x="40159" y="17179"/>
                    <a:pt x="40095" y="17248"/>
                    <a:pt x="40100" y="17330"/>
                  </a:cubicBezTo>
                  <a:cubicBezTo>
                    <a:pt x="40112" y="17526"/>
                    <a:pt x="40119" y="17721"/>
                    <a:pt x="40125" y="17915"/>
                  </a:cubicBezTo>
                  <a:cubicBezTo>
                    <a:pt x="40126" y="17995"/>
                    <a:pt x="40192" y="18058"/>
                    <a:pt x="40272" y="18058"/>
                  </a:cubicBezTo>
                  <a:cubicBezTo>
                    <a:pt x="40273" y="18058"/>
                    <a:pt x="40274" y="18058"/>
                    <a:pt x="40277" y="18057"/>
                  </a:cubicBezTo>
                  <a:cubicBezTo>
                    <a:pt x="40358" y="18056"/>
                    <a:pt x="40423" y="17987"/>
                    <a:pt x="40420" y="17907"/>
                  </a:cubicBezTo>
                  <a:cubicBezTo>
                    <a:pt x="40415" y="17708"/>
                    <a:pt x="40407" y="17511"/>
                    <a:pt x="40396" y="17313"/>
                  </a:cubicBezTo>
                  <a:cubicBezTo>
                    <a:pt x="40391" y="17235"/>
                    <a:pt x="40329" y="17174"/>
                    <a:pt x="40249" y="17174"/>
                  </a:cubicBezTo>
                  <a:close/>
                  <a:moveTo>
                    <a:pt x="48690" y="17871"/>
                  </a:moveTo>
                  <a:cubicBezTo>
                    <a:pt x="48666" y="17871"/>
                    <a:pt x="48641" y="17877"/>
                    <a:pt x="48619" y="17889"/>
                  </a:cubicBezTo>
                  <a:cubicBezTo>
                    <a:pt x="48548" y="17929"/>
                    <a:pt x="48522" y="18020"/>
                    <a:pt x="48562" y="18090"/>
                  </a:cubicBezTo>
                  <a:cubicBezTo>
                    <a:pt x="48660" y="18266"/>
                    <a:pt x="48751" y="18439"/>
                    <a:pt x="48832" y="18605"/>
                  </a:cubicBezTo>
                  <a:cubicBezTo>
                    <a:pt x="48857" y="18658"/>
                    <a:pt x="48909" y="18689"/>
                    <a:pt x="48965" y="18689"/>
                  </a:cubicBezTo>
                  <a:cubicBezTo>
                    <a:pt x="48986" y="18689"/>
                    <a:pt x="49008" y="18683"/>
                    <a:pt x="49029" y="18673"/>
                  </a:cubicBezTo>
                  <a:cubicBezTo>
                    <a:pt x="49102" y="18637"/>
                    <a:pt x="49132" y="18549"/>
                    <a:pt x="49097" y="18476"/>
                  </a:cubicBezTo>
                  <a:cubicBezTo>
                    <a:pt x="49014" y="18305"/>
                    <a:pt x="48920" y="18126"/>
                    <a:pt x="48820" y="17946"/>
                  </a:cubicBezTo>
                  <a:cubicBezTo>
                    <a:pt x="48793" y="17898"/>
                    <a:pt x="48742" y="17871"/>
                    <a:pt x="48690" y="17871"/>
                  </a:cubicBezTo>
                  <a:close/>
                  <a:moveTo>
                    <a:pt x="40277" y="18649"/>
                  </a:moveTo>
                  <a:cubicBezTo>
                    <a:pt x="40197" y="18649"/>
                    <a:pt x="40131" y="18713"/>
                    <a:pt x="40130" y="18795"/>
                  </a:cubicBezTo>
                  <a:cubicBezTo>
                    <a:pt x="40129" y="18956"/>
                    <a:pt x="40126" y="19116"/>
                    <a:pt x="40120" y="19277"/>
                  </a:cubicBezTo>
                  <a:lnTo>
                    <a:pt x="40118" y="19380"/>
                  </a:lnTo>
                  <a:cubicBezTo>
                    <a:pt x="40115" y="19461"/>
                    <a:pt x="40180" y="19529"/>
                    <a:pt x="40262" y="19533"/>
                  </a:cubicBezTo>
                  <a:lnTo>
                    <a:pt x="40267" y="19533"/>
                  </a:lnTo>
                  <a:cubicBezTo>
                    <a:pt x="40345" y="19533"/>
                    <a:pt x="40411" y="19471"/>
                    <a:pt x="40411" y="19390"/>
                  </a:cubicBezTo>
                  <a:lnTo>
                    <a:pt x="40415" y="19285"/>
                  </a:lnTo>
                  <a:cubicBezTo>
                    <a:pt x="40419" y="19124"/>
                    <a:pt x="40423" y="18961"/>
                    <a:pt x="40424" y="18799"/>
                  </a:cubicBezTo>
                  <a:cubicBezTo>
                    <a:pt x="40425" y="18716"/>
                    <a:pt x="40360" y="18650"/>
                    <a:pt x="40278" y="18649"/>
                  </a:cubicBezTo>
                  <a:close/>
                  <a:moveTo>
                    <a:pt x="49305" y="19210"/>
                  </a:moveTo>
                  <a:cubicBezTo>
                    <a:pt x="49289" y="19210"/>
                    <a:pt x="49273" y="19213"/>
                    <a:pt x="49257" y="19218"/>
                  </a:cubicBezTo>
                  <a:cubicBezTo>
                    <a:pt x="49179" y="19244"/>
                    <a:pt x="49138" y="19327"/>
                    <a:pt x="49166" y="19405"/>
                  </a:cubicBezTo>
                  <a:cubicBezTo>
                    <a:pt x="49206" y="19528"/>
                    <a:pt x="49246" y="19652"/>
                    <a:pt x="49280" y="19775"/>
                  </a:cubicBezTo>
                  <a:cubicBezTo>
                    <a:pt x="49297" y="19836"/>
                    <a:pt x="49312" y="19898"/>
                    <a:pt x="49328" y="19958"/>
                  </a:cubicBezTo>
                  <a:cubicBezTo>
                    <a:pt x="49344" y="20025"/>
                    <a:pt x="49405" y="20070"/>
                    <a:pt x="49471" y="20070"/>
                  </a:cubicBezTo>
                  <a:cubicBezTo>
                    <a:pt x="49483" y="20070"/>
                    <a:pt x="49494" y="20068"/>
                    <a:pt x="49507" y="20065"/>
                  </a:cubicBezTo>
                  <a:cubicBezTo>
                    <a:pt x="49587" y="20045"/>
                    <a:pt x="49635" y="19966"/>
                    <a:pt x="49616" y="19886"/>
                  </a:cubicBezTo>
                  <a:cubicBezTo>
                    <a:pt x="49600" y="19824"/>
                    <a:pt x="49584" y="19761"/>
                    <a:pt x="49565" y="19696"/>
                  </a:cubicBezTo>
                  <a:cubicBezTo>
                    <a:pt x="49529" y="19569"/>
                    <a:pt x="49488" y="19438"/>
                    <a:pt x="49444" y="19309"/>
                  </a:cubicBezTo>
                  <a:cubicBezTo>
                    <a:pt x="49424" y="19247"/>
                    <a:pt x="49367" y="19210"/>
                    <a:pt x="49305" y="19210"/>
                  </a:cubicBezTo>
                  <a:close/>
                  <a:moveTo>
                    <a:pt x="40229" y="20122"/>
                  </a:moveTo>
                  <a:cubicBezTo>
                    <a:pt x="40152" y="20122"/>
                    <a:pt x="40086" y="20182"/>
                    <a:pt x="40081" y="20261"/>
                  </a:cubicBezTo>
                  <a:cubicBezTo>
                    <a:pt x="40069" y="20456"/>
                    <a:pt x="40057" y="20652"/>
                    <a:pt x="40041" y="20847"/>
                  </a:cubicBezTo>
                  <a:cubicBezTo>
                    <a:pt x="40035" y="20927"/>
                    <a:pt x="40095" y="20999"/>
                    <a:pt x="40176" y="21005"/>
                  </a:cubicBezTo>
                  <a:lnTo>
                    <a:pt x="40188" y="21005"/>
                  </a:lnTo>
                  <a:cubicBezTo>
                    <a:pt x="40264" y="21005"/>
                    <a:pt x="40329" y="20946"/>
                    <a:pt x="40336" y="20870"/>
                  </a:cubicBezTo>
                  <a:cubicBezTo>
                    <a:pt x="40352" y="20673"/>
                    <a:pt x="40365" y="20476"/>
                    <a:pt x="40376" y="20277"/>
                  </a:cubicBezTo>
                  <a:cubicBezTo>
                    <a:pt x="40380" y="20197"/>
                    <a:pt x="40319" y="20127"/>
                    <a:pt x="40237" y="20122"/>
                  </a:cubicBezTo>
                  <a:cubicBezTo>
                    <a:pt x="40235" y="20122"/>
                    <a:pt x="40232" y="20122"/>
                    <a:pt x="40229" y="20122"/>
                  </a:cubicBezTo>
                  <a:close/>
                  <a:moveTo>
                    <a:pt x="49625" y="20646"/>
                  </a:moveTo>
                  <a:cubicBezTo>
                    <a:pt x="49619" y="20646"/>
                    <a:pt x="49613" y="20646"/>
                    <a:pt x="49607" y="20647"/>
                  </a:cubicBezTo>
                  <a:cubicBezTo>
                    <a:pt x="49527" y="20656"/>
                    <a:pt x="49468" y="20728"/>
                    <a:pt x="49477" y="20809"/>
                  </a:cubicBezTo>
                  <a:cubicBezTo>
                    <a:pt x="49498" y="20995"/>
                    <a:pt x="49512" y="21190"/>
                    <a:pt x="49518" y="21386"/>
                  </a:cubicBezTo>
                  <a:cubicBezTo>
                    <a:pt x="49520" y="21465"/>
                    <a:pt x="49586" y="21529"/>
                    <a:pt x="49664" y="21529"/>
                  </a:cubicBezTo>
                  <a:lnTo>
                    <a:pt x="49668" y="21529"/>
                  </a:lnTo>
                  <a:cubicBezTo>
                    <a:pt x="49750" y="21526"/>
                    <a:pt x="49814" y="21458"/>
                    <a:pt x="49812" y="21376"/>
                  </a:cubicBezTo>
                  <a:cubicBezTo>
                    <a:pt x="49806" y="21173"/>
                    <a:pt x="49791" y="20971"/>
                    <a:pt x="49771" y="20777"/>
                  </a:cubicBezTo>
                  <a:cubicBezTo>
                    <a:pt x="49762" y="20701"/>
                    <a:pt x="49699" y="20646"/>
                    <a:pt x="49625" y="20646"/>
                  </a:cubicBezTo>
                  <a:close/>
                  <a:moveTo>
                    <a:pt x="40101" y="21591"/>
                  </a:moveTo>
                  <a:cubicBezTo>
                    <a:pt x="40027" y="21591"/>
                    <a:pt x="39964" y="21646"/>
                    <a:pt x="39955" y="21721"/>
                  </a:cubicBezTo>
                  <a:cubicBezTo>
                    <a:pt x="39933" y="21915"/>
                    <a:pt x="39908" y="22108"/>
                    <a:pt x="39879" y="22302"/>
                  </a:cubicBezTo>
                  <a:cubicBezTo>
                    <a:pt x="39868" y="22382"/>
                    <a:pt x="39923" y="22458"/>
                    <a:pt x="40005" y="22469"/>
                  </a:cubicBezTo>
                  <a:cubicBezTo>
                    <a:pt x="40012" y="22470"/>
                    <a:pt x="40020" y="22470"/>
                    <a:pt x="40027" y="22470"/>
                  </a:cubicBezTo>
                  <a:cubicBezTo>
                    <a:pt x="40099" y="22470"/>
                    <a:pt x="40161" y="22417"/>
                    <a:pt x="40172" y="22345"/>
                  </a:cubicBezTo>
                  <a:cubicBezTo>
                    <a:pt x="40201" y="22149"/>
                    <a:pt x="40226" y="21953"/>
                    <a:pt x="40248" y="21756"/>
                  </a:cubicBezTo>
                  <a:cubicBezTo>
                    <a:pt x="40259" y="21674"/>
                    <a:pt x="40201" y="21601"/>
                    <a:pt x="40119" y="21592"/>
                  </a:cubicBezTo>
                  <a:cubicBezTo>
                    <a:pt x="40113" y="21591"/>
                    <a:pt x="40107" y="21591"/>
                    <a:pt x="40101" y="21591"/>
                  </a:cubicBezTo>
                  <a:close/>
                  <a:moveTo>
                    <a:pt x="49649" y="22117"/>
                  </a:moveTo>
                  <a:cubicBezTo>
                    <a:pt x="49574" y="22117"/>
                    <a:pt x="49507" y="22177"/>
                    <a:pt x="49502" y="22255"/>
                  </a:cubicBezTo>
                  <a:cubicBezTo>
                    <a:pt x="49491" y="22439"/>
                    <a:pt x="49472" y="22635"/>
                    <a:pt x="49450" y="22835"/>
                  </a:cubicBezTo>
                  <a:cubicBezTo>
                    <a:pt x="49439" y="22917"/>
                    <a:pt x="49497" y="22990"/>
                    <a:pt x="49579" y="22999"/>
                  </a:cubicBezTo>
                  <a:cubicBezTo>
                    <a:pt x="49584" y="23000"/>
                    <a:pt x="49590" y="23000"/>
                    <a:pt x="49595" y="23000"/>
                  </a:cubicBezTo>
                  <a:cubicBezTo>
                    <a:pt x="49668" y="23000"/>
                    <a:pt x="49731" y="22945"/>
                    <a:pt x="49742" y="22867"/>
                  </a:cubicBezTo>
                  <a:cubicBezTo>
                    <a:pt x="49765" y="22663"/>
                    <a:pt x="49785" y="22463"/>
                    <a:pt x="49796" y="22273"/>
                  </a:cubicBezTo>
                  <a:cubicBezTo>
                    <a:pt x="49801" y="22193"/>
                    <a:pt x="49740" y="22122"/>
                    <a:pt x="49658" y="22117"/>
                  </a:cubicBezTo>
                  <a:cubicBezTo>
                    <a:pt x="49655" y="22117"/>
                    <a:pt x="49652" y="22117"/>
                    <a:pt x="49649" y="22117"/>
                  </a:cubicBezTo>
                  <a:close/>
                  <a:moveTo>
                    <a:pt x="39880" y="23048"/>
                  </a:moveTo>
                  <a:cubicBezTo>
                    <a:pt x="39810" y="23048"/>
                    <a:pt x="39747" y="23097"/>
                    <a:pt x="39734" y="23167"/>
                  </a:cubicBezTo>
                  <a:cubicBezTo>
                    <a:pt x="39696" y="23362"/>
                    <a:pt x="39655" y="23554"/>
                    <a:pt x="39613" y="23739"/>
                  </a:cubicBezTo>
                  <a:cubicBezTo>
                    <a:pt x="39594" y="23818"/>
                    <a:pt x="39644" y="23898"/>
                    <a:pt x="39723" y="23915"/>
                  </a:cubicBezTo>
                  <a:cubicBezTo>
                    <a:pt x="39736" y="23919"/>
                    <a:pt x="39747" y="23920"/>
                    <a:pt x="39757" y="23920"/>
                  </a:cubicBezTo>
                  <a:cubicBezTo>
                    <a:pt x="39824" y="23920"/>
                    <a:pt x="39885" y="23873"/>
                    <a:pt x="39899" y="23805"/>
                  </a:cubicBezTo>
                  <a:cubicBezTo>
                    <a:pt x="39943" y="23618"/>
                    <a:pt x="39984" y="23422"/>
                    <a:pt x="40022" y="23223"/>
                  </a:cubicBezTo>
                  <a:cubicBezTo>
                    <a:pt x="40039" y="23144"/>
                    <a:pt x="39986" y="23066"/>
                    <a:pt x="39907" y="23051"/>
                  </a:cubicBezTo>
                  <a:cubicBezTo>
                    <a:pt x="39898" y="23049"/>
                    <a:pt x="39889" y="23048"/>
                    <a:pt x="39880" y="23048"/>
                  </a:cubicBezTo>
                  <a:close/>
                  <a:moveTo>
                    <a:pt x="49466" y="23581"/>
                  </a:moveTo>
                  <a:cubicBezTo>
                    <a:pt x="49396" y="23581"/>
                    <a:pt x="49334" y="23632"/>
                    <a:pt x="49322" y="23703"/>
                  </a:cubicBezTo>
                  <a:cubicBezTo>
                    <a:pt x="49288" y="23896"/>
                    <a:pt x="49252" y="24088"/>
                    <a:pt x="49213" y="24280"/>
                  </a:cubicBezTo>
                  <a:cubicBezTo>
                    <a:pt x="49198" y="24358"/>
                    <a:pt x="49249" y="24438"/>
                    <a:pt x="49329" y="24453"/>
                  </a:cubicBezTo>
                  <a:cubicBezTo>
                    <a:pt x="49338" y="24454"/>
                    <a:pt x="49349" y="24455"/>
                    <a:pt x="49358" y="24455"/>
                  </a:cubicBezTo>
                  <a:cubicBezTo>
                    <a:pt x="49426" y="24455"/>
                    <a:pt x="49488" y="24408"/>
                    <a:pt x="49502" y="24336"/>
                  </a:cubicBezTo>
                  <a:cubicBezTo>
                    <a:pt x="49540" y="24142"/>
                    <a:pt x="49578" y="23948"/>
                    <a:pt x="49612" y="23753"/>
                  </a:cubicBezTo>
                  <a:cubicBezTo>
                    <a:pt x="49626" y="23674"/>
                    <a:pt x="49571" y="23598"/>
                    <a:pt x="49492" y="23583"/>
                  </a:cubicBezTo>
                  <a:cubicBezTo>
                    <a:pt x="49483" y="23582"/>
                    <a:pt x="49475" y="23581"/>
                    <a:pt x="49466" y="23581"/>
                  </a:cubicBezTo>
                  <a:close/>
                  <a:moveTo>
                    <a:pt x="39532" y="24481"/>
                  </a:moveTo>
                  <a:cubicBezTo>
                    <a:pt x="39468" y="24481"/>
                    <a:pt x="39410" y="24522"/>
                    <a:pt x="39391" y="24587"/>
                  </a:cubicBezTo>
                  <a:cubicBezTo>
                    <a:pt x="39335" y="24776"/>
                    <a:pt x="39275" y="24964"/>
                    <a:pt x="39215" y="25142"/>
                  </a:cubicBezTo>
                  <a:cubicBezTo>
                    <a:pt x="39189" y="25219"/>
                    <a:pt x="39228" y="25302"/>
                    <a:pt x="39305" y="25330"/>
                  </a:cubicBezTo>
                  <a:cubicBezTo>
                    <a:pt x="39321" y="25335"/>
                    <a:pt x="39338" y="25337"/>
                    <a:pt x="39354" y="25337"/>
                  </a:cubicBezTo>
                  <a:cubicBezTo>
                    <a:pt x="39414" y="25337"/>
                    <a:pt x="39473" y="25300"/>
                    <a:pt x="39491" y="25238"/>
                  </a:cubicBezTo>
                  <a:cubicBezTo>
                    <a:pt x="39555" y="25055"/>
                    <a:pt x="39617" y="24864"/>
                    <a:pt x="39674" y="24671"/>
                  </a:cubicBezTo>
                  <a:cubicBezTo>
                    <a:pt x="39696" y="24592"/>
                    <a:pt x="39653" y="24511"/>
                    <a:pt x="39574" y="24487"/>
                  </a:cubicBezTo>
                  <a:cubicBezTo>
                    <a:pt x="39560" y="24483"/>
                    <a:pt x="39545" y="24481"/>
                    <a:pt x="39532" y="24481"/>
                  </a:cubicBezTo>
                  <a:close/>
                  <a:moveTo>
                    <a:pt x="49172" y="25027"/>
                  </a:moveTo>
                  <a:cubicBezTo>
                    <a:pt x="49106" y="25027"/>
                    <a:pt x="49046" y="25074"/>
                    <a:pt x="49030" y="25142"/>
                  </a:cubicBezTo>
                  <a:lnTo>
                    <a:pt x="48903" y="25718"/>
                  </a:lnTo>
                  <a:cubicBezTo>
                    <a:pt x="48885" y="25796"/>
                    <a:pt x="48935" y="25875"/>
                    <a:pt x="49014" y="25893"/>
                  </a:cubicBezTo>
                  <a:cubicBezTo>
                    <a:pt x="49025" y="25895"/>
                    <a:pt x="49037" y="25897"/>
                    <a:pt x="49047" y="25897"/>
                  </a:cubicBezTo>
                  <a:cubicBezTo>
                    <a:pt x="49114" y="25897"/>
                    <a:pt x="49176" y="25850"/>
                    <a:pt x="49190" y="25782"/>
                  </a:cubicBezTo>
                  <a:lnTo>
                    <a:pt x="49318" y="25206"/>
                  </a:lnTo>
                  <a:cubicBezTo>
                    <a:pt x="49336" y="25127"/>
                    <a:pt x="49286" y="25048"/>
                    <a:pt x="49205" y="25031"/>
                  </a:cubicBezTo>
                  <a:cubicBezTo>
                    <a:pt x="49194" y="25028"/>
                    <a:pt x="49183" y="25027"/>
                    <a:pt x="49172" y="25027"/>
                  </a:cubicBezTo>
                  <a:close/>
                  <a:moveTo>
                    <a:pt x="39037" y="25868"/>
                  </a:moveTo>
                  <a:cubicBezTo>
                    <a:pt x="38979" y="25868"/>
                    <a:pt x="38925" y="25902"/>
                    <a:pt x="38901" y="25957"/>
                  </a:cubicBezTo>
                  <a:cubicBezTo>
                    <a:pt x="38825" y="26136"/>
                    <a:pt x="38743" y="26313"/>
                    <a:pt x="38658" y="26487"/>
                  </a:cubicBezTo>
                  <a:cubicBezTo>
                    <a:pt x="38622" y="26560"/>
                    <a:pt x="38652" y="26648"/>
                    <a:pt x="38726" y="26684"/>
                  </a:cubicBezTo>
                  <a:cubicBezTo>
                    <a:pt x="38746" y="26694"/>
                    <a:pt x="38768" y="26699"/>
                    <a:pt x="38790" y="26699"/>
                  </a:cubicBezTo>
                  <a:cubicBezTo>
                    <a:pt x="38844" y="26699"/>
                    <a:pt x="38897" y="26668"/>
                    <a:pt x="38923" y="26617"/>
                  </a:cubicBezTo>
                  <a:cubicBezTo>
                    <a:pt x="39010" y="26439"/>
                    <a:pt x="39093" y="26257"/>
                    <a:pt x="39171" y="26074"/>
                  </a:cubicBezTo>
                  <a:cubicBezTo>
                    <a:pt x="39203" y="25999"/>
                    <a:pt x="39169" y="25913"/>
                    <a:pt x="39094" y="25880"/>
                  </a:cubicBezTo>
                  <a:cubicBezTo>
                    <a:pt x="39075" y="25872"/>
                    <a:pt x="39056" y="25868"/>
                    <a:pt x="39037" y="25868"/>
                  </a:cubicBezTo>
                  <a:close/>
                  <a:moveTo>
                    <a:pt x="48860" y="26465"/>
                  </a:moveTo>
                  <a:cubicBezTo>
                    <a:pt x="48791" y="26465"/>
                    <a:pt x="48730" y="26513"/>
                    <a:pt x="48715" y="26584"/>
                  </a:cubicBezTo>
                  <a:cubicBezTo>
                    <a:pt x="48674" y="26777"/>
                    <a:pt x="48636" y="26972"/>
                    <a:pt x="48599" y="27164"/>
                  </a:cubicBezTo>
                  <a:cubicBezTo>
                    <a:pt x="48584" y="27246"/>
                    <a:pt x="48637" y="27322"/>
                    <a:pt x="48717" y="27338"/>
                  </a:cubicBezTo>
                  <a:cubicBezTo>
                    <a:pt x="48725" y="27339"/>
                    <a:pt x="48735" y="27340"/>
                    <a:pt x="48744" y="27340"/>
                  </a:cubicBezTo>
                  <a:cubicBezTo>
                    <a:pt x="48813" y="27340"/>
                    <a:pt x="48875" y="27291"/>
                    <a:pt x="48888" y="27217"/>
                  </a:cubicBezTo>
                  <a:cubicBezTo>
                    <a:pt x="48924" y="27025"/>
                    <a:pt x="48963" y="26834"/>
                    <a:pt x="49003" y="26642"/>
                  </a:cubicBezTo>
                  <a:cubicBezTo>
                    <a:pt x="49019" y="26564"/>
                    <a:pt x="48970" y="26486"/>
                    <a:pt x="48889" y="26468"/>
                  </a:cubicBezTo>
                  <a:cubicBezTo>
                    <a:pt x="48879" y="26466"/>
                    <a:pt x="48869" y="26465"/>
                    <a:pt x="48860" y="26465"/>
                  </a:cubicBezTo>
                  <a:close/>
                  <a:moveTo>
                    <a:pt x="20940" y="27049"/>
                  </a:moveTo>
                  <a:cubicBezTo>
                    <a:pt x="20861" y="27049"/>
                    <a:pt x="20793" y="27113"/>
                    <a:pt x="20791" y="27194"/>
                  </a:cubicBezTo>
                  <a:cubicBezTo>
                    <a:pt x="20789" y="27276"/>
                    <a:pt x="20856" y="27343"/>
                    <a:pt x="20937" y="27344"/>
                  </a:cubicBezTo>
                  <a:cubicBezTo>
                    <a:pt x="21129" y="27346"/>
                    <a:pt x="21325" y="27355"/>
                    <a:pt x="21516" y="27371"/>
                  </a:cubicBezTo>
                  <a:lnTo>
                    <a:pt x="21527" y="27371"/>
                  </a:lnTo>
                  <a:cubicBezTo>
                    <a:pt x="21604" y="27371"/>
                    <a:pt x="21668" y="27313"/>
                    <a:pt x="21675" y="27236"/>
                  </a:cubicBezTo>
                  <a:cubicBezTo>
                    <a:pt x="21681" y="27154"/>
                    <a:pt x="21620" y="27083"/>
                    <a:pt x="21539" y="27077"/>
                  </a:cubicBezTo>
                  <a:cubicBezTo>
                    <a:pt x="21341" y="27060"/>
                    <a:pt x="21140" y="27051"/>
                    <a:pt x="20940" y="27049"/>
                  </a:cubicBezTo>
                  <a:close/>
                  <a:moveTo>
                    <a:pt x="20053" y="27080"/>
                  </a:moveTo>
                  <a:cubicBezTo>
                    <a:pt x="20049" y="27080"/>
                    <a:pt x="20045" y="27081"/>
                    <a:pt x="20041" y="27081"/>
                  </a:cubicBezTo>
                  <a:cubicBezTo>
                    <a:pt x="19844" y="27097"/>
                    <a:pt x="19644" y="27121"/>
                    <a:pt x="19447" y="27151"/>
                  </a:cubicBezTo>
                  <a:cubicBezTo>
                    <a:pt x="19367" y="27162"/>
                    <a:pt x="19312" y="27239"/>
                    <a:pt x="19323" y="27318"/>
                  </a:cubicBezTo>
                  <a:cubicBezTo>
                    <a:pt x="19335" y="27390"/>
                    <a:pt x="19397" y="27443"/>
                    <a:pt x="19469" y="27443"/>
                  </a:cubicBezTo>
                  <a:cubicBezTo>
                    <a:pt x="19475" y="27443"/>
                    <a:pt x="19483" y="27442"/>
                    <a:pt x="19489" y="27442"/>
                  </a:cubicBezTo>
                  <a:cubicBezTo>
                    <a:pt x="19680" y="27414"/>
                    <a:pt x="19874" y="27391"/>
                    <a:pt x="20066" y="27375"/>
                  </a:cubicBezTo>
                  <a:cubicBezTo>
                    <a:pt x="20148" y="27368"/>
                    <a:pt x="20207" y="27297"/>
                    <a:pt x="20200" y="27215"/>
                  </a:cubicBezTo>
                  <a:cubicBezTo>
                    <a:pt x="20194" y="27137"/>
                    <a:pt x="20130" y="27080"/>
                    <a:pt x="20053" y="27080"/>
                  </a:cubicBezTo>
                  <a:close/>
                  <a:moveTo>
                    <a:pt x="22402" y="27191"/>
                  </a:moveTo>
                  <a:cubicBezTo>
                    <a:pt x="22332" y="27191"/>
                    <a:pt x="22271" y="27240"/>
                    <a:pt x="22258" y="27312"/>
                  </a:cubicBezTo>
                  <a:cubicBezTo>
                    <a:pt x="22243" y="27391"/>
                    <a:pt x="22296" y="27469"/>
                    <a:pt x="22376" y="27483"/>
                  </a:cubicBezTo>
                  <a:cubicBezTo>
                    <a:pt x="22565" y="27518"/>
                    <a:pt x="22756" y="27561"/>
                    <a:pt x="22942" y="27608"/>
                  </a:cubicBezTo>
                  <a:cubicBezTo>
                    <a:pt x="22955" y="27612"/>
                    <a:pt x="22968" y="27613"/>
                    <a:pt x="22980" y="27613"/>
                  </a:cubicBezTo>
                  <a:cubicBezTo>
                    <a:pt x="23045" y="27613"/>
                    <a:pt x="23105" y="27569"/>
                    <a:pt x="23120" y="27502"/>
                  </a:cubicBezTo>
                  <a:cubicBezTo>
                    <a:pt x="23141" y="27422"/>
                    <a:pt x="23093" y="27343"/>
                    <a:pt x="23014" y="27322"/>
                  </a:cubicBezTo>
                  <a:cubicBezTo>
                    <a:pt x="22822" y="27273"/>
                    <a:pt x="22625" y="27229"/>
                    <a:pt x="22429" y="27193"/>
                  </a:cubicBezTo>
                  <a:cubicBezTo>
                    <a:pt x="22420" y="27192"/>
                    <a:pt x="22411" y="27191"/>
                    <a:pt x="22402" y="27191"/>
                  </a:cubicBezTo>
                  <a:close/>
                  <a:moveTo>
                    <a:pt x="18600" y="27321"/>
                  </a:moveTo>
                  <a:cubicBezTo>
                    <a:pt x="18589" y="27321"/>
                    <a:pt x="18578" y="27323"/>
                    <a:pt x="18566" y="27325"/>
                  </a:cubicBezTo>
                  <a:cubicBezTo>
                    <a:pt x="18373" y="27375"/>
                    <a:pt x="18179" y="27431"/>
                    <a:pt x="17989" y="27491"/>
                  </a:cubicBezTo>
                  <a:cubicBezTo>
                    <a:pt x="17912" y="27515"/>
                    <a:pt x="17870" y="27599"/>
                    <a:pt x="17894" y="27676"/>
                  </a:cubicBezTo>
                  <a:cubicBezTo>
                    <a:pt x="17915" y="27739"/>
                    <a:pt x="17973" y="27778"/>
                    <a:pt x="18035" y="27778"/>
                  </a:cubicBezTo>
                  <a:cubicBezTo>
                    <a:pt x="18049" y="27778"/>
                    <a:pt x="18065" y="27776"/>
                    <a:pt x="18081" y="27772"/>
                  </a:cubicBezTo>
                  <a:cubicBezTo>
                    <a:pt x="18265" y="27713"/>
                    <a:pt x="18452" y="27659"/>
                    <a:pt x="18638" y="27612"/>
                  </a:cubicBezTo>
                  <a:cubicBezTo>
                    <a:pt x="18717" y="27592"/>
                    <a:pt x="18765" y="27511"/>
                    <a:pt x="18746" y="27433"/>
                  </a:cubicBezTo>
                  <a:cubicBezTo>
                    <a:pt x="18728" y="27366"/>
                    <a:pt x="18667" y="27321"/>
                    <a:pt x="18600" y="27321"/>
                  </a:cubicBezTo>
                  <a:close/>
                  <a:moveTo>
                    <a:pt x="38369" y="27180"/>
                  </a:moveTo>
                  <a:cubicBezTo>
                    <a:pt x="38318" y="27180"/>
                    <a:pt x="38269" y="27205"/>
                    <a:pt x="38242" y="27251"/>
                  </a:cubicBezTo>
                  <a:cubicBezTo>
                    <a:pt x="38143" y="27416"/>
                    <a:pt x="38036" y="27578"/>
                    <a:pt x="37926" y="27737"/>
                  </a:cubicBezTo>
                  <a:cubicBezTo>
                    <a:pt x="37880" y="27804"/>
                    <a:pt x="37895" y="27896"/>
                    <a:pt x="37962" y="27942"/>
                  </a:cubicBezTo>
                  <a:cubicBezTo>
                    <a:pt x="37988" y="27961"/>
                    <a:pt x="38016" y="27969"/>
                    <a:pt x="38046" y="27969"/>
                  </a:cubicBezTo>
                  <a:cubicBezTo>
                    <a:pt x="38092" y="27969"/>
                    <a:pt x="38138" y="27948"/>
                    <a:pt x="38168" y="27906"/>
                  </a:cubicBezTo>
                  <a:cubicBezTo>
                    <a:pt x="38282" y="27742"/>
                    <a:pt x="38392" y="27573"/>
                    <a:pt x="38494" y="27404"/>
                  </a:cubicBezTo>
                  <a:cubicBezTo>
                    <a:pt x="38537" y="27334"/>
                    <a:pt x="38514" y="27244"/>
                    <a:pt x="38444" y="27201"/>
                  </a:cubicBezTo>
                  <a:cubicBezTo>
                    <a:pt x="38421" y="27186"/>
                    <a:pt x="38395" y="27180"/>
                    <a:pt x="38369" y="27180"/>
                  </a:cubicBezTo>
                  <a:close/>
                  <a:moveTo>
                    <a:pt x="23823" y="27584"/>
                  </a:moveTo>
                  <a:cubicBezTo>
                    <a:pt x="23763" y="27584"/>
                    <a:pt x="23707" y="27620"/>
                    <a:pt x="23685" y="27679"/>
                  </a:cubicBezTo>
                  <a:cubicBezTo>
                    <a:pt x="23657" y="27756"/>
                    <a:pt x="23695" y="27840"/>
                    <a:pt x="23771" y="27869"/>
                  </a:cubicBezTo>
                  <a:cubicBezTo>
                    <a:pt x="23946" y="27933"/>
                    <a:pt x="24126" y="28008"/>
                    <a:pt x="24309" y="28088"/>
                  </a:cubicBezTo>
                  <a:cubicBezTo>
                    <a:pt x="24328" y="28097"/>
                    <a:pt x="24349" y="28101"/>
                    <a:pt x="24369" y="28101"/>
                  </a:cubicBezTo>
                  <a:cubicBezTo>
                    <a:pt x="24425" y="28101"/>
                    <a:pt x="24479" y="28068"/>
                    <a:pt x="24505" y="28014"/>
                  </a:cubicBezTo>
                  <a:cubicBezTo>
                    <a:pt x="24538" y="27938"/>
                    <a:pt x="24504" y="27851"/>
                    <a:pt x="24430" y="27819"/>
                  </a:cubicBezTo>
                  <a:cubicBezTo>
                    <a:pt x="24241" y="27736"/>
                    <a:pt x="24054" y="27660"/>
                    <a:pt x="23874" y="27593"/>
                  </a:cubicBezTo>
                  <a:cubicBezTo>
                    <a:pt x="23858" y="27586"/>
                    <a:pt x="23840" y="27584"/>
                    <a:pt x="23823" y="27584"/>
                  </a:cubicBezTo>
                  <a:close/>
                  <a:moveTo>
                    <a:pt x="17208" y="27796"/>
                  </a:moveTo>
                  <a:cubicBezTo>
                    <a:pt x="17188" y="27796"/>
                    <a:pt x="17168" y="27800"/>
                    <a:pt x="17148" y="27808"/>
                  </a:cubicBezTo>
                  <a:cubicBezTo>
                    <a:pt x="16966" y="27888"/>
                    <a:pt x="16784" y="27974"/>
                    <a:pt x="16607" y="28066"/>
                  </a:cubicBezTo>
                  <a:cubicBezTo>
                    <a:pt x="16535" y="28103"/>
                    <a:pt x="16507" y="28193"/>
                    <a:pt x="16544" y="28265"/>
                  </a:cubicBezTo>
                  <a:cubicBezTo>
                    <a:pt x="16571" y="28317"/>
                    <a:pt x="16622" y="28345"/>
                    <a:pt x="16676" y="28345"/>
                  </a:cubicBezTo>
                  <a:cubicBezTo>
                    <a:pt x="16698" y="28345"/>
                    <a:pt x="16720" y="28340"/>
                    <a:pt x="16744" y="28328"/>
                  </a:cubicBezTo>
                  <a:cubicBezTo>
                    <a:pt x="16915" y="28241"/>
                    <a:pt x="17091" y="28157"/>
                    <a:pt x="17267" y="28080"/>
                  </a:cubicBezTo>
                  <a:cubicBezTo>
                    <a:pt x="17342" y="28046"/>
                    <a:pt x="17375" y="27959"/>
                    <a:pt x="17343" y="27885"/>
                  </a:cubicBezTo>
                  <a:cubicBezTo>
                    <a:pt x="17319" y="27829"/>
                    <a:pt x="17265" y="27796"/>
                    <a:pt x="17208" y="27796"/>
                  </a:cubicBezTo>
                  <a:close/>
                  <a:moveTo>
                    <a:pt x="25167" y="28190"/>
                  </a:moveTo>
                  <a:cubicBezTo>
                    <a:pt x="25114" y="28190"/>
                    <a:pt x="25061" y="28220"/>
                    <a:pt x="25035" y="28271"/>
                  </a:cubicBezTo>
                  <a:cubicBezTo>
                    <a:pt x="24998" y="28343"/>
                    <a:pt x="25026" y="28431"/>
                    <a:pt x="25098" y="28469"/>
                  </a:cubicBezTo>
                  <a:cubicBezTo>
                    <a:pt x="25271" y="28559"/>
                    <a:pt x="25443" y="28652"/>
                    <a:pt x="25613" y="28747"/>
                  </a:cubicBezTo>
                  <a:cubicBezTo>
                    <a:pt x="25637" y="28761"/>
                    <a:pt x="25660" y="28767"/>
                    <a:pt x="25685" y="28767"/>
                  </a:cubicBezTo>
                  <a:cubicBezTo>
                    <a:pt x="25737" y="28767"/>
                    <a:pt x="25787" y="28739"/>
                    <a:pt x="25813" y="28690"/>
                  </a:cubicBezTo>
                  <a:cubicBezTo>
                    <a:pt x="25853" y="28618"/>
                    <a:pt x="25828" y="28529"/>
                    <a:pt x="25756" y="28489"/>
                  </a:cubicBezTo>
                  <a:cubicBezTo>
                    <a:pt x="25583" y="28392"/>
                    <a:pt x="25410" y="28298"/>
                    <a:pt x="25234" y="28207"/>
                  </a:cubicBezTo>
                  <a:cubicBezTo>
                    <a:pt x="25213" y="28196"/>
                    <a:pt x="25190" y="28190"/>
                    <a:pt x="25167" y="28190"/>
                  </a:cubicBezTo>
                  <a:close/>
                  <a:moveTo>
                    <a:pt x="48596" y="27918"/>
                  </a:moveTo>
                  <a:cubicBezTo>
                    <a:pt x="48525" y="27918"/>
                    <a:pt x="48464" y="27971"/>
                    <a:pt x="48454" y="28045"/>
                  </a:cubicBezTo>
                  <a:cubicBezTo>
                    <a:pt x="48425" y="28247"/>
                    <a:pt x="48400" y="28446"/>
                    <a:pt x="48383" y="28637"/>
                  </a:cubicBezTo>
                  <a:cubicBezTo>
                    <a:pt x="48375" y="28717"/>
                    <a:pt x="48434" y="28789"/>
                    <a:pt x="48516" y="28798"/>
                  </a:cubicBezTo>
                  <a:cubicBezTo>
                    <a:pt x="48521" y="28799"/>
                    <a:pt x="48524" y="28799"/>
                    <a:pt x="48529" y="28799"/>
                  </a:cubicBezTo>
                  <a:cubicBezTo>
                    <a:pt x="48605" y="28799"/>
                    <a:pt x="48669" y="28742"/>
                    <a:pt x="48677" y="28665"/>
                  </a:cubicBezTo>
                  <a:cubicBezTo>
                    <a:pt x="48694" y="28478"/>
                    <a:pt x="48718" y="28283"/>
                    <a:pt x="48745" y="28086"/>
                  </a:cubicBezTo>
                  <a:cubicBezTo>
                    <a:pt x="48756" y="28005"/>
                    <a:pt x="48702" y="27931"/>
                    <a:pt x="48620" y="27920"/>
                  </a:cubicBezTo>
                  <a:cubicBezTo>
                    <a:pt x="48612" y="27918"/>
                    <a:pt x="48604" y="27918"/>
                    <a:pt x="48596" y="27918"/>
                  </a:cubicBezTo>
                  <a:close/>
                  <a:moveTo>
                    <a:pt x="37503" y="28374"/>
                  </a:moveTo>
                  <a:cubicBezTo>
                    <a:pt x="37461" y="28374"/>
                    <a:pt x="37420" y="28391"/>
                    <a:pt x="37391" y="28425"/>
                  </a:cubicBezTo>
                  <a:cubicBezTo>
                    <a:pt x="37267" y="28571"/>
                    <a:pt x="37135" y="28714"/>
                    <a:pt x="36999" y="28851"/>
                  </a:cubicBezTo>
                  <a:cubicBezTo>
                    <a:pt x="36943" y="28910"/>
                    <a:pt x="36945" y="29004"/>
                    <a:pt x="37003" y="29061"/>
                  </a:cubicBezTo>
                  <a:cubicBezTo>
                    <a:pt x="37030" y="29089"/>
                    <a:pt x="37069" y="29103"/>
                    <a:pt x="37106" y="29103"/>
                  </a:cubicBezTo>
                  <a:cubicBezTo>
                    <a:pt x="37144" y="29103"/>
                    <a:pt x="37183" y="29089"/>
                    <a:pt x="37210" y="29060"/>
                  </a:cubicBezTo>
                  <a:cubicBezTo>
                    <a:pt x="37349" y="28916"/>
                    <a:pt x="37486" y="28768"/>
                    <a:pt x="37615" y="28617"/>
                  </a:cubicBezTo>
                  <a:cubicBezTo>
                    <a:pt x="37668" y="28555"/>
                    <a:pt x="37661" y="28462"/>
                    <a:pt x="37599" y="28410"/>
                  </a:cubicBezTo>
                  <a:cubicBezTo>
                    <a:pt x="37571" y="28386"/>
                    <a:pt x="37537" y="28374"/>
                    <a:pt x="37503" y="28374"/>
                  </a:cubicBezTo>
                  <a:close/>
                  <a:moveTo>
                    <a:pt x="15912" y="28499"/>
                  </a:moveTo>
                  <a:cubicBezTo>
                    <a:pt x="15884" y="28499"/>
                    <a:pt x="15856" y="28507"/>
                    <a:pt x="15831" y="28523"/>
                  </a:cubicBezTo>
                  <a:cubicBezTo>
                    <a:pt x="15677" y="28624"/>
                    <a:pt x="15524" y="28733"/>
                    <a:pt x="15378" y="28844"/>
                  </a:cubicBezTo>
                  <a:lnTo>
                    <a:pt x="15342" y="28871"/>
                  </a:lnTo>
                  <a:cubicBezTo>
                    <a:pt x="15278" y="28921"/>
                    <a:pt x="15265" y="29013"/>
                    <a:pt x="15315" y="29077"/>
                  </a:cubicBezTo>
                  <a:cubicBezTo>
                    <a:pt x="15345" y="29117"/>
                    <a:pt x="15388" y="29135"/>
                    <a:pt x="15433" y="29135"/>
                  </a:cubicBezTo>
                  <a:cubicBezTo>
                    <a:pt x="15464" y="29135"/>
                    <a:pt x="15496" y="29125"/>
                    <a:pt x="15521" y="29104"/>
                  </a:cubicBezTo>
                  <a:lnTo>
                    <a:pt x="15555" y="29077"/>
                  </a:lnTo>
                  <a:cubicBezTo>
                    <a:pt x="15698" y="28970"/>
                    <a:pt x="15844" y="28866"/>
                    <a:pt x="15993" y="28768"/>
                  </a:cubicBezTo>
                  <a:cubicBezTo>
                    <a:pt x="16060" y="28724"/>
                    <a:pt x="16080" y="28633"/>
                    <a:pt x="16034" y="28565"/>
                  </a:cubicBezTo>
                  <a:cubicBezTo>
                    <a:pt x="16007" y="28522"/>
                    <a:pt x="15960" y="28499"/>
                    <a:pt x="15912" y="28499"/>
                  </a:cubicBezTo>
                  <a:close/>
                  <a:moveTo>
                    <a:pt x="26454" y="28913"/>
                  </a:moveTo>
                  <a:cubicBezTo>
                    <a:pt x="26403" y="28913"/>
                    <a:pt x="26353" y="28938"/>
                    <a:pt x="26326" y="28984"/>
                  </a:cubicBezTo>
                  <a:cubicBezTo>
                    <a:pt x="26285" y="29056"/>
                    <a:pt x="26308" y="29145"/>
                    <a:pt x="26377" y="29187"/>
                  </a:cubicBezTo>
                  <a:lnTo>
                    <a:pt x="26885" y="29488"/>
                  </a:lnTo>
                  <a:cubicBezTo>
                    <a:pt x="26908" y="29501"/>
                    <a:pt x="26934" y="29509"/>
                    <a:pt x="26959" y="29509"/>
                  </a:cubicBezTo>
                  <a:cubicBezTo>
                    <a:pt x="27010" y="29509"/>
                    <a:pt x="27058" y="29483"/>
                    <a:pt x="27088" y="29436"/>
                  </a:cubicBezTo>
                  <a:cubicBezTo>
                    <a:pt x="27130" y="29365"/>
                    <a:pt x="27107" y="29274"/>
                    <a:pt x="27037" y="29233"/>
                  </a:cubicBezTo>
                  <a:lnTo>
                    <a:pt x="26529" y="28933"/>
                  </a:lnTo>
                  <a:cubicBezTo>
                    <a:pt x="26505" y="28919"/>
                    <a:pt x="26479" y="28913"/>
                    <a:pt x="26454" y="28913"/>
                  </a:cubicBezTo>
                  <a:close/>
                  <a:moveTo>
                    <a:pt x="36457" y="29407"/>
                  </a:moveTo>
                  <a:cubicBezTo>
                    <a:pt x="36424" y="29407"/>
                    <a:pt x="36390" y="29419"/>
                    <a:pt x="36362" y="29442"/>
                  </a:cubicBezTo>
                  <a:cubicBezTo>
                    <a:pt x="36213" y="29564"/>
                    <a:pt x="36058" y="29684"/>
                    <a:pt x="35903" y="29795"/>
                  </a:cubicBezTo>
                  <a:cubicBezTo>
                    <a:pt x="35837" y="29843"/>
                    <a:pt x="35821" y="29937"/>
                    <a:pt x="35869" y="30002"/>
                  </a:cubicBezTo>
                  <a:cubicBezTo>
                    <a:pt x="35898" y="30042"/>
                    <a:pt x="35942" y="30064"/>
                    <a:pt x="35988" y="30064"/>
                  </a:cubicBezTo>
                  <a:cubicBezTo>
                    <a:pt x="36018" y="30064"/>
                    <a:pt x="36048" y="30054"/>
                    <a:pt x="36075" y="30036"/>
                  </a:cubicBezTo>
                  <a:cubicBezTo>
                    <a:pt x="36236" y="29919"/>
                    <a:pt x="36396" y="29795"/>
                    <a:pt x="36550" y="29668"/>
                  </a:cubicBezTo>
                  <a:cubicBezTo>
                    <a:pt x="36613" y="29616"/>
                    <a:pt x="36621" y="29524"/>
                    <a:pt x="36569" y="29460"/>
                  </a:cubicBezTo>
                  <a:cubicBezTo>
                    <a:pt x="36540" y="29425"/>
                    <a:pt x="36499" y="29407"/>
                    <a:pt x="36457" y="29407"/>
                  </a:cubicBezTo>
                  <a:close/>
                  <a:moveTo>
                    <a:pt x="14757" y="29411"/>
                  </a:moveTo>
                  <a:cubicBezTo>
                    <a:pt x="14722" y="29411"/>
                    <a:pt x="14686" y="29424"/>
                    <a:pt x="14657" y="29450"/>
                  </a:cubicBezTo>
                  <a:cubicBezTo>
                    <a:pt x="14517" y="29579"/>
                    <a:pt x="14373" y="29718"/>
                    <a:pt x="14229" y="29865"/>
                  </a:cubicBezTo>
                  <a:cubicBezTo>
                    <a:pt x="14172" y="29922"/>
                    <a:pt x="14172" y="30016"/>
                    <a:pt x="14231" y="30073"/>
                  </a:cubicBezTo>
                  <a:cubicBezTo>
                    <a:pt x="14258" y="30102"/>
                    <a:pt x="14296" y="30115"/>
                    <a:pt x="14334" y="30115"/>
                  </a:cubicBezTo>
                  <a:cubicBezTo>
                    <a:pt x="14371" y="30115"/>
                    <a:pt x="14408" y="30102"/>
                    <a:pt x="14438" y="30073"/>
                  </a:cubicBezTo>
                  <a:cubicBezTo>
                    <a:pt x="14578" y="29932"/>
                    <a:pt x="14721" y="29794"/>
                    <a:pt x="14857" y="29668"/>
                  </a:cubicBezTo>
                  <a:cubicBezTo>
                    <a:pt x="14918" y="29613"/>
                    <a:pt x="14922" y="29519"/>
                    <a:pt x="14866" y="29459"/>
                  </a:cubicBezTo>
                  <a:cubicBezTo>
                    <a:pt x="14837" y="29427"/>
                    <a:pt x="14797" y="29411"/>
                    <a:pt x="14757" y="29411"/>
                  </a:cubicBezTo>
                  <a:close/>
                  <a:moveTo>
                    <a:pt x="27722" y="29659"/>
                  </a:moveTo>
                  <a:cubicBezTo>
                    <a:pt x="27671" y="29659"/>
                    <a:pt x="27621" y="29685"/>
                    <a:pt x="27594" y="29734"/>
                  </a:cubicBezTo>
                  <a:cubicBezTo>
                    <a:pt x="27554" y="29805"/>
                    <a:pt x="27578" y="29895"/>
                    <a:pt x="27650" y="29935"/>
                  </a:cubicBezTo>
                  <a:cubicBezTo>
                    <a:pt x="27821" y="30035"/>
                    <a:pt x="27994" y="30130"/>
                    <a:pt x="28168" y="30224"/>
                  </a:cubicBezTo>
                  <a:cubicBezTo>
                    <a:pt x="28190" y="30237"/>
                    <a:pt x="28214" y="30242"/>
                    <a:pt x="28238" y="30242"/>
                  </a:cubicBezTo>
                  <a:cubicBezTo>
                    <a:pt x="28290" y="30242"/>
                    <a:pt x="28341" y="30213"/>
                    <a:pt x="28367" y="30163"/>
                  </a:cubicBezTo>
                  <a:cubicBezTo>
                    <a:pt x="28405" y="30091"/>
                    <a:pt x="28379" y="30002"/>
                    <a:pt x="28307" y="29964"/>
                  </a:cubicBezTo>
                  <a:cubicBezTo>
                    <a:pt x="28136" y="29871"/>
                    <a:pt x="27965" y="29775"/>
                    <a:pt x="27795" y="29678"/>
                  </a:cubicBezTo>
                  <a:cubicBezTo>
                    <a:pt x="27772" y="29665"/>
                    <a:pt x="27747" y="29659"/>
                    <a:pt x="27722" y="29659"/>
                  </a:cubicBezTo>
                  <a:close/>
                  <a:moveTo>
                    <a:pt x="48480" y="29384"/>
                  </a:moveTo>
                  <a:cubicBezTo>
                    <a:pt x="48399" y="29384"/>
                    <a:pt x="48333" y="29449"/>
                    <a:pt x="48332" y="29530"/>
                  </a:cubicBezTo>
                  <a:cubicBezTo>
                    <a:pt x="48331" y="29572"/>
                    <a:pt x="48331" y="29613"/>
                    <a:pt x="48331" y="29654"/>
                  </a:cubicBezTo>
                  <a:cubicBezTo>
                    <a:pt x="48331" y="29796"/>
                    <a:pt x="48335" y="29939"/>
                    <a:pt x="48342" y="30078"/>
                  </a:cubicBezTo>
                  <a:lnTo>
                    <a:pt x="48344" y="30130"/>
                  </a:lnTo>
                  <a:cubicBezTo>
                    <a:pt x="48348" y="30210"/>
                    <a:pt x="48413" y="30270"/>
                    <a:pt x="48491" y="30270"/>
                  </a:cubicBezTo>
                  <a:cubicBezTo>
                    <a:pt x="48493" y="30270"/>
                    <a:pt x="48496" y="30270"/>
                    <a:pt x="48498" y="30269"/>
                  </a:cubicBezTo>
                  <a:cubicBezTo>
                    <a:pt x="48580" y="30265"/>
                    <a:pt x="48642" y="30196"/>
                    <a:pt x="48638" y="30114"/>
                  </a:cubicBezTo>
                  <a:lnTo>
                    <a:pt x="48636" y="30063"/>
                  </a:lnTo>
                  <a:cubicBezTo>
                    <a:pt x="48630" y="29930"/>
                    <a:pt x="48626" y="29791"/>
                    <a:pt x="48626" y="29654"/>
                  </a:cubicBezTo>
                  <a:cubicBezTo>
                    <a:pt x="48626" y="29614"/>
                    <a:pt x="48627" y="29574"/>
                    <a:pt x="48627" y="29533"/>
                  </a:cubicBezTo>
                  <a:cubicBezTo>
                    <a:pt x="48629" y="29453"/>
                    <a:pt x="48563" y="29386"/>
                    <a:pt x="48482" y="29384"/>
                  </a:cubicBezTo>
                  <a:close/>
                  <a:moveTo>
                    <a:pt x="35242" y="30243"/>
                  </a:moveTo>
                  <a:cubicBezTo>
                    <a:pt x="35217" y="30243"/>
                    <a:pt x="35193" y="30249"/>
                    <a:pt x="35170" y="30262"/>
                  </a:cubicBezTo>
                  <a:cubicBezTo>
                    <a:pt x="35001" y="30356"/>
                    <a:pt x="34828" y="30444"/>
                    <a:pt x="34655" y="30523"/>
                  </a:cubicBezTo>
                  <a:cubicBezTo>
                    <a:pt x="34582" y="30558"/>
                    <a:pt x="34549" y="30646"/>
                    <a:pt x="34583" y="30719"/>
                  </a:cubicBezTo>
                  <a:cubicBezTo>
                    <a:pt x="34608" y="30774"/>
                    <a:pt x="34661" y="30806"/>
                    <a:pt x="34717" y="30806"/>
                  </a:cubicBezTo>
                  <a:cubicBezTo>
                    <a:pt x="34738" y="30806"/>
                    <a:pt x="34758" y="30801"/>
                    <a:pt x="34778" y="30793"/>
                  </a:cubicBezTo>
                  <a:cubicBezTo>
                    <a:pt x="34959" y="30711"/>
                    <a:pt x="35137" y="30618"/>
                    <a:pt x="35315" y="30520"/>
                  </a:cubicBezTo>
                  <a:cubicBezTo>
                    <a:pt x="35385" y="30480"/>
                    <a:pt x="35411" y="30389"/>
                    <a:pt x="35371" y="30319"/>
                  </a:cubicBezTo>
                  <a:cubicBezTo>
                    <a:pt x="35344" y="30270"/>
                    <a:pt x="35293" y="30243"/>
                    <a:pt x="35242" y="30243"/>
                  </a:cubicBezTo>
                  <a:close/>
                  <a:moveTo>
                    <a:pt x="29028" y="30347"/>
                  </a:moveTo>
                  <a:cubicBezTo>
                    <a:pt x="28973" y="30347"/>
                    <a:pt x="28920" y="30378"/>
                    <a:pt x="28895" y="30432"/>
                  </a:cubicBezTo>
                  <a:cubicBezTo>
                    <a:pt x="28860" y="30505"/>
                    <a:pt x="28893" y="30593"/>
                    <a:pt x="28966" y="30628"/>
                  </a:cubicBezTo>
                  <a:cubicBezTo>
                    <a:pt x="29153" y="30714"/>
                    <a:pt x="29338" y="30794"/>
                    <a:pt x="29514" y="30865"/>
                  </a:cubicBezTo>
                  <a:cubicBezTo>
                    <a:pt x="29532" y="30872"/>
                    <a:pt x="29550" y="30876"/>
                    <a:pt x="29569" y="30876"/>
                  </a:cubicBezTo>
                  <a:cubicBezTo>
                    <a:pt x="29626" y="30876"/>
                    <a:pt x="29682" y="30840"/>
                    <a:pt x="29708" y="30784"/>
                  </a:cubicBezTo>
                  <a:cubicBezTo>
                    <a:pt x="29738" y="30708"/>
                    <a:pt x="29702" y="30621"/>
                    <a:pt x="29625" y="30592"/>
                  </a:cubicBezTo>
                  <a:cubicBezTo>
                    <a:pt x="29452" y="30523"/>
                    <a:pt x="29274" y="30445"/>
                    <a:pt x="29091" y="30361"/>
                  </a:cubicBezTo>
                  <a:cubicBezTo>
                    <a:pt x="29071" y="30351"/>
                    <a:pt x="29049" y="30347"/>
                    <a:pt x="29028" y="30347"/>
                  </a:cubicBezTo>
                  <a:close/>
                  <a:moveTo>
                    <a:pt x="13729" y="30467"/>
                  </a:moveTo>
                  <a:cubicBezTo>
                    <a:pt x="13688" y="30467"/>
                    <a:pt x="13648" y="30484"/>
                    <a:pt x="13619" y="30517"/>
                  </a:cubicBezTo>
                  <a:cubicBezTo>
                    <a:pt x="13488" y="30665"/>
                    <a:pt x="13359" y="30814"/>
                    <a:pt x="13230" y="30964"/>
                  </a:cubicBezTo>
                  <a:cubicBezTo>
                    <a:pt x="13176" y="31026"/>
                    <a:pt x="13184" y="31119"/>
                    <a:pt x="13246" y="31172"/>
                  </a:cubicBezTo>
                  <a:cubicBezTo>
                    <a:pt x="13273" y="31196"/>
                    <a:pt x="13308" y="31207"/>
                    <a:pt x="13341" y="31207"/>
                  </a:cubicBezTo>
                  <a:cubicBezTo>
                    <a:pt x="13383" y="31207"/>
                    <a:pt x="13424" y="31188"/>
                    <a:pt x="13453" y="31155"/>
                  </a:cubicBezTo>
                  <a:cubicBezTo>
                    <a:pt x="13581" y="31006"/>
                    <a:pt x="13708" y="30858"/>
                    <a:pt x="13839" y="30713"/>
                  </a:cubicBezTo>
                  <a:cubicBezTo>
                    <a:pt x="13892" y="30652"/>
                    <a:pt x="13887" y="30559"/>
                    <a:pt x="13826" y="30505"/>
                  </a:cubicBezTo>
                  <a:cubicBezTo>
                    <a:pt x="13798" y="30480"/>
                    <a:pt x="13763" y="30467"/>
                    <a:pt x="13729" y="30467"/>
                  </a:cubicBezTo>
                  <a:close/>
                  <a:moveTo>
                    <a:pt x="33891" y="30827"/>
                  </a:moveTo>
                  <a:cubicBezTo>
                    <a:pt x="33876" y="30827"/>
                    <a:pt x="33861" y="30830"/>
                    <a:pt x="33846" y="30834"/>
                  </a:cubicBezTo>
                  <a:cubicBezTo>
                    <a:pt x="33662" y="30892"/>
                    <a:pt x="33475" y="30941"/>
                    <a:pt x="33289" y="30980"/>
                  </a:cubicBezTo>
                  <a:cubicBezTo>
                    <a:pt x="33210" y="30997"/>
                    <a:pt x="33159" y="31075"/>
                    <a:pt x="33176" y="31155"/>
                  </a:cubicBezTo>
                  <a:cubicBezTo>
                    <a:pt x="33191" y="31224"/>
                    <a:pt x="33252" y="31273"/>
                    <a:pt x="33320" y="31273"/>
                  </a:cubicBezTo>
                  <a:cubicBezTo>
                    <a:pt x="33331" y="31273"/>
                    <a:pt x="33341" y="31271"/>
                    <a:pt x="33350" y="31268"/>
                  </a:cubicBezTo>
                  <a:cubicBezTo>
                    <a:pt x="33544" y="31227"/>
                    <a:pt x="33740" y="31176"/>
                    <a:pt x="33934" y="31115"/>
                  </a:cubicBezTo>
                  <a:cubicBezTo>
                    <a:pt x="34011" y="31090"/>
                    <a:pt x="34055" y="31008"/>
                    <a:pt x="34031" y="30930"/>
                  </a:cubicBezTo>
                  <a:cubicBezTo>
                    <a:pt x="34011" y="30868"/>
                    <a:pt x="33954" y="30827"/>
                    <a:pt x="33891" y="30827"/>
                  </a:cubicBezTo>
                  <a:close/>
                  <a:moveTo>
                    <a:pt x="30406" y="30866"/>
                  </a:moveTo>
                  <a:cubicBezTo>
                    <a:pt x="30341" y="30866"/>
                    <a:pt x="30282" y="30908"/>
                    <a:pt x="30264" y="30974"/>
                  </a:cubicBezTo>
                  <a:cubicBezTo>
                    <a:pt x="30241" y="31052"/>
                    <a:pt x="30287" y="31134"/>
                    <a:pt x="30365" y="31155"/>
                  </a:cubicBezTo>
                  <a:cubicBezTo>
                    <a:pt x="30561" y="31211"/>
                    <a:pt x="30759" y="31257"/>
                    <a:pt x="30951" y="31294"/>
                  </a:cubicBezTo>
                  <a:cubicBezTo>
                    <a:pt x="30961" y="31295"/>
                    <a:pt x="30969" y="31296"/>
                    <a:pt x="30978" y="31296"/>
                  </a:cubicBezTo>
                  <a:cubicBezTo>
                    <a:pt x="31048" y="31296"/>
                    <a:pt x="31110" y="31247"/>
                    <a:pt x="31124" y="31177"/>
                  </a:cubicBezTo>
                  <a:cubicBezTo>
                    <a:pt x="31139" y="31098"/>
                    <a:pt x="31086" y="31020"/>
                    <a:pt x="31007" y="31005"/>
                  </a:cubicBezTo>
                  <a:cubicBezTo>
                    <a:pt x="30822" y="30969"/>
                    <a:pt x="30633" y="30924"/>
                    <a:pt x="30446" y="30872"/>
                  </a:cubicBezTo>
                  <a:cubicBezTo>
                    <a:pt x="30432" y="30868"/>
                    <a:pt x="30419" y="30866"/>
                    <a:pt x="30406" y="30866"/>
                  </a:cubicBezTo>
                  <a:close/>
                  <a:moveTo>
                    <a:pt x="32445" y="31096"/>
                  </a:moveTo>
                  <a:cubicBezTo>
                    <a:pt x="32442" y="31096"/>
                    <a:pt x="32439" y="31096"/>
                    <a:pt x="32436" y="31097"/>
                  </a:cubicBezTo>
                  <a:cubicBezTo>
                    <a:pt x="32317" y="31104"/>
                    <a:pt x="32198" y="31108"/>
                    <a:pt x="32079" y="31108"/>
                  </a:cubicBezTo>
                  <a:cubicBezTo>
                    <a:pt x="32007" y="31108"/>
                    <a:pt x="31934" y="31106"/>
                    <a:pt x="31861" y="31104"/>
                  </a:cubicBezTo>
                  <a:cubicBezTo>
                    <a:pt x="31859" y="31104"/>
                    <a:pt x="31858" y="31104"/>
                    <a:pt x="31856" y="31104"/>
                  </a:cubicBezTo>
                  <a:cubicBezTo>
                    <a:pt x="31783" y="31104"/>
                    <a:pt x="31712" y="31164"/>
                    <a:pt x="31709" y="31244"/>
                  </a:cubicBezTo>
                  <a:cubicBezTo>
                    <a:pt x="31705" y="31326"/>
                    <a:pt x="31768" y="31394"/>
                    <a:pt x="31850" y="31398"/>
                  </a:cubicBezTo>
                  <a:cubicBezTo>
                    <a:pt x="31930" y="31402"/>
                    <a:pt x="32010" y="31403"/>
                    <a:pt x="32090" y="31403"/>
                  </a:cubicBezTo>
                  <a:cubicBezTo>
                    <a:pt x="32210" y="31403"/>
                    <a:pt x="32333" y="31399"/>
                    <a:pt x="32454" y="31391"/>
                  </a:cubicBezTo>
                  <a:cubicBezTo>
                    <a:pt x="32535" y="31385"/>
                    <a:pt x="32597" y="31316"/>
                    <a:pt x="32592" y="31235"/>
                  </a:cubicBezTo>
                  <a:cubicBezTo>
                    <a:pt x="32587" y="31156"/>
                    <a:pt x="32523" y="31096"/>
                    <a:pt x="32445" y="31096"/>
                  </a:cubicBezTo>
                  <a:close/>
                  <a:moveTo>
                    <a:pt x="48585" y="30854"/>
                  </a:moveTo>
                  <a:cubicBezTo>
                    <a:pt x="48577" y="30854"/>
                    <a:pt x="48569" y="30855"/>
                    <a:pt x="48561" y="30856"/>
                  </a:cubicBezTo>
                  <a:cubicBezTo>
                    <a:pt x="48482" y="30868"/>
                    <a:pt x="48426" y="30945"/>
                    <a:pt x="48440" y="31025"/>
                  </a:cubicBezTo>
                  <a:cubicBezTo>
                    <a:pt x="48471" y="31219"/>
                    <a:pt x="48508" y="31417"/>
                    <a:pt x="48552" y="31613"/>
                  </a:cubicBezTo>
                  <a:cubicBezTo>
                    <a:pt x="48567" y="31682"/>
                    <a:pt x="48627" y="31728"/>
                    <a:pt x="48694" y="31728"/>
                  </a:cubicBezTo>
                  <a:cubicBezTo>
                    <a:pt x="48705" y="31728"/>
                    <a:pt x="48717" y="31728"/>
                    <a:pt x="48726" y="31724"/>
                  </a:cubicBezTo>
                  <a:cubicBezTo>
                    <a:pt x="48807" y="31706"/>
                    <a:pt x="48857" y="31627"/>
                    <a:pt x="48839" y="31547"/>
                  </a:cubicBezTo>
                  <a:cubicBezTo>
                    <a:pt x="48797" y="31359"/>
                    <a:pt x="48760" y="31167"/>
                    <a:pt x="48731" y="30979"/>
                  </a:cubicBezTo>
                  <a:cubicBezTo>
                    <a:pt x="48719" y="30906"/>
                    <a:pt x="48656" y="30854"/>
                    <a:pt x="48585" y="30854"/>
                  </a:cubicBezTo>
                  <a:close/>
                  <a:moveTo>
                    <a:pt x="12771" y="31590"/>
                  </a:moveTo>
                  <a:cubicBezTo>
                    <a:pt x="12729" y="31590"/>
                    <a:pt x="12688" y="31607"/>
                    <a:pt x="12659" y="31642"/>
                  </a:cubicBezTo>
                  <a:lnTo>
                    <a:pt x="12283" y="32095"/>
                  </a:lnTo>
                  <a:cubicBezTo>
                    <a:pt x="12231" y="32157"/>
                    <a:pt x="12240" y="32251"/>
                    <a:pt x="12302" y="32303"/>
                  </a:cubicBezTo>
                  <a:cubicBezTo>
                    <a:pt x="12329" y="32326"/>
                    <a:pt x="12363" y="32338"/>
                    <a:pt x="12396" y="32338"/>
                  </a:cubicBezTo>
                  <a:cubicBezTo>
                    <a:pt x="12437" y="32338"/>
                    <a:pt x="12480" y="32320"/>
                    <a:pt x="12509" y="32285"/>
                  </a:cubicBezTo>
                  <a:lnTo>
                    <a:pt x="12886" y="31831"/>
                  </a:lnTo>
                  <a:cubicBezTo>
                    <a:pt x="12938" y="31768"/>
                    <a:pt x="12931" y="31675"/>
                    <a:pt x="12867" y="31624"/>
                  </a:cubicBezTo>
                  <a:cubicBezTo>
                    <a:pt x="12839" y="31601"/>
                    <a:pt x="12805" y="31590"/>
                    <a:pt x="12771" y="31590"/>
                  </a:cubicBezTo>
                  <a:close/>
                  <a:moveTo>
                    <a:pt x="48927" y="32286"/>
                  </a:moveTo>
                  <a:cubicBezTo>
                    <a:pt x="48912" y="32286"/>
                    <a:pt x="48898" y="32288"/>
                    <a:pt x="48883" y="32292"/>
                  </a:cubicBezTo>
                  <a:cubicBezTo>
                    <a:pt x="48806" y="32317"/>
                    <a:pt x="48764" y="32401"/>
                    <a:pt x="48787" y="32478"/>
                  </a:cubicBezTo>
                  <a:cubicBezTo>
                    <a:pt x="48847" y="32664"/>
                    <a:pt x="48914" y="32854"/>
                    <a:pt x="48986" y="33042"/>
                  </a:cubicBezTo>
                  <a:cubicBezTo>
                    <a:pt x="49009" y="33100"/>
                    <a:pt x="49065" y="33136"/>
                    <a:pt x="49125" y="33136"/>
                  </a:cubicBezTo>
                  <a:cubicBezTo>
                    <a:pt x="49142" y="33136"/>
                    <a:pt x="49161" y="33133"/>
                    <a:pt x="49177" y="33127"/>
                  </a:cubicBezTo>
                  <a:cubicBezTo>
                    <a:pt x="49254" y="33097"/>
                    <a:pt x="49292" y="33012"/>
                    <a:pt x="49262" y="32936"/>
                  </a:cubicBezTo>
                  <a:cubicBezTo>
                    <a:pt x="49193" y="32754"/>
                    <a:pt x="49127" y="32569"/>
                    <a:pt x="49069" y="32388"/>
                  </a:cubicBezTo>
                  <a:cubicBezTo>
                    <a:pt x="49048" y="32325"/>
                    <a:pt x="48990" y="32286"/>
                    <a:pt x="48927" y="32286"/>
                  </a:cubicBezTo>
                  <a:close/>
                  <a:moveTo>
                    <a:pt x="11823" y="32717"/>
                  </a:moveTo>
                  <a:cubicBezTo>
                    <a:pt x="11782" y="32717"/>
                    <a:pt x="11741" y="32734"/>
                    <a:pt x="11711" y="32767"/>
                  </a:cubicBezTo>
                  <a:cubicBezTo>
                    <a:pt x="11584" y="32914"/>
                    <a:pt x="11453" y="33060"/>
                    <a:pt x="11321" y="33203"/>
                  </a:cubicBezTo>
                  <a:cubicBezTo>
                    <a:pt x="11265" y="33264"/>
                    <a:pt x="11269" y="33357"/>
                    <a:pt x="11328" y="33412"/>
                  </a:cubicBezTo>
                  <a:cubicBezTo>
                    <a:pt x="11357" y="33438"/>
                    <a:pt x="11393" y="33451"/>
                    <a:pt x="11429" y="33451"/>
                  </a:cubicBezTo>
                  <a:cubicBezTo>
                    <a:pt x="11468" y="33451"/>
                    <a:pt x="11508" y="33435"/>
                    <a:pt x="11536" y="33404"/>
                  </a:cubicBezTo>
                  <a:cubicBezTo>
                    <a:pt x="11672" y="33257"/>
                    <a:pt x="11803" y="33110"/>
                    <a:pt x="11933" y="32961"/>
                  </a:cubicBezTo>
                  <a:cubicBezTo>
                    <a:pt x="11987" y="32900"/>
                    <a:pt x="11981" y="32807"/>
                    <a:pt x="11919" y="32754"/>
                  </a:cubicBezTo>
                  <a:cubicBezTo>
                    <a:pt x="11892" y="32729"/>
                    <a:pt x="11858" y="32717"/>
                    <a:pt x="11823" y="32717"/>
                  </a:cubicBezTo>
                  <a:close/>
                  <a:moveTo>
                    <a:pt x="49474" y="33655"/>
                  </a:moveTo>
                  <a:cubicBezTo>
                    <a:pt x="49453" y="33655"/>
                    <a:pt x="49432" y="33659"/>
                    <a:pt x="49411" y="33669"/>
                  </a:cubicBezTo>
                  <a:cubicBezTo>
                    <a:pt x="49338" y="33704"/>
                    <a:pt x="49306" y="33791"/>
                    <a:pt x="49341" y="33865"/>
                  </a:cubicBezTo>
                  <a:cubicBezTo>
                    <a:pt x="49424" y="34040"/>
                    <a:pt x="49513" y="34220"/>
                    <a:pt x="49606" y="34399"/>
                  </a:cubicBezTo>
                  <a:cubicBezTo>
                    <a:pt x="49632" y="34449"/>
                    <a:pt x="49684" y="34478"/>
                    <a:pt x="49736" y="34478"/>
                  </a:cubicBezTo>
                  <a:cubicBezTo>
                    <a:pt x="49759" y="34478"/>
                    <a:pt x="49783" y="34472"/>
                    <a:pt x="49807" y="34461"/>
                  </a:cubicBezTo>
                  <a:cubicBezTo>
                    <a:pt x="49879" y="34423"/>
                    <a:pt x="49906" y="34334"/>
                    <a:pt x="49869" y="34262"/>
                  </a:cubicBezTo>
                  <a:cubicBezTo>
                    <a:pt x="49777" y="34087"/>
                    <a:pt x="49689" y="33911"/>
                    <a:pt x="49607" y="33740"/>
                  </a:cubicBezTo>
                  <a:cubicBezTo>
                    <a:pt x="49583" y="33687"/>
                    <a:pt x="49530" y="33655"/>
                    <a:pt x="49474" y="33655"/>
                  </a:cubicBezTo>
                  <a:close/>
                  <a:moveTo>
                    <a:pt x="10809" y="33789"/>
                  </a:moveTo>
                  <a:cubicBezTo>
                    <a:pt x="10773" y="33789"/>
                    <a:pt x="10736" y="33802"/>
                    <a:pt x="10708" y="33830"/>
                  </a:cubicBezTo>
                  <a:cubicBezTo>
                    <a:pt x="10571" y="33962"/>
                    <a:pt x="10427" y="34095"/>
                    <a:pt x="10279" y="34225"/>
                  </a:cubicBezTo>
                  <a:cubicBezTo>
                    <a:pt x="10218" y="34277"/>
                    <a:pt x="10211" y="34371"/>
                    <a:pt x="10266" y="34432"/>
                  </a:cubicBezTo>
                  <a:cubicBezTo>
                    <a:pt x="10296" y="34466"/>
                    <a:pt x="10335" y="34483"/>
                    <a:pt x="10377" y="34483"/>
                  </a:cubicBezTo>
                  <a:cubicBezTo>
                    <a:pt x="10410" y="34483"/>
                    <a:pt x="10445" y="34471"/>
                    <a:pt x="10475" y="34447"/>
                  </a:cubicBezTo>
                  <a:cubicBezTo>
                    <a:pt x="10626" y="34312"/>
                    <a:pt x="10774" y="34177"/>
                    <a:pt x="10914" y="34043"/>
                  </a:cubicBezTo>
                  <a:cubicBezTo>
                    <a:pt x="10971" y="33986"/>
                    <a:pt x="10973" y="33894"/>
                    <a:pt x="10917" y="33834"/>
                  </a:cubicBezTo>
                  <a:cubicBezTo>
                    <a:pt x="10887" y="33804"/>
                    <a:pt x="10848" y="33789"/>
                    <a:pt x="10809" y="33789"/>
                  </a:cubicBezTo>
                  <a:close/>
                  <a:moveTo>
                    <a:pt x="9695" y="34753"/>
                  </a:moveTo>
                  <a:cubicBezTo>
                    <a:pt x="9663" y="34753"/>
                    <a:pt x="9631" y="34763"/>
                    <a:pt x="9604" y="34784"/>
                  </a:cubicBezTo>
                  <a:cubicBezTo>
                    <a:pt x="9450" y="34905"/>
                    <a:pt x="9296" y="35023"/>
                    <a:pt x="9139" y="35139"/>
                  </a:cubicBezTo>
                  <a:cubicBezTo>
                    <a:pt x="9073" y="35188"/>
                    <a:pt x="9058" y="35279"/>
                    <a:pt x="9108" y="35345"/>
                  </a:cubicBezTo>
                  <a:cubicBezTo>
                    <a:pt x="9136" y="35384"/>
                    <a:pt x="9181" y="35405"/>
                    <a:pt x="9227" y="35405"/>
                  </a:cubicBezTo>
                  <a:cubicBezTo>
                    <a:pt x="9258" y="35405"/>
                    <a:pt x="9289" y="35396"/>
                    <a:pt x="9314" y="35375"/>
                  </a:cubicBezTo>
                  <a:cubicBezTo>
                    <a:pt x="9472" y="35258"/>
                    <a:pt x="9630" y="35138"/>
                    <a:pt x="9786" y="35015"/>
                  </a:cubicBezTo>
                  <a:cubicBezTo>
                    <a:pt x="9849" y="34965"/>
                    <a:pt x="9861" y="34874"/>
                    <a:pt x="9811" y="34809"/>
                  </a:cubicBezTo>
                  <a:cubicBezTo>
                    <a:pt x="9782" y="34772"/>
                    <a:pt x="9739" y="34753"/>
                    <a:pt x="9695" y="34753"/>
                  </a:cubicBezTo>
                  <a:close/>
                  <a:moveTo>
                    <a:pt x="50169" y="34954"/>
                  </a:moveTo>
                  <a:cubicBezTo>
                    <a:pt x="50144" y="34954"/>
                    <a:pt x="50118" y="34961"/>
                    <a:pt x="50094" y="34975"/>
                  </a:cubicBezTo>
                  <a:cubicBezTo>
                    <a:pt x="50024" y="35018"/>
                    <a:pt x="50003" y="35108"/>
                    <a:pt x="50044" y="35178"/>
                  </a:cubicBezTo>
                  <a:cubicBezTo>
                    <a:pt x="50146" y="35348"/>
                    <a:pt x="50250" y="35516"/>
                    <a:pt x="50358" y="35684"/>
                  </a:cubicBezTo>
                  <a:cubicBezTo>
                    <a:pt x="50385" y="35727"/>
                    <a:pt x="50432" y="35752"/>
                    <a:pt x="50481" y="35752"/>
                  </a:cubicBezTo>
                  <a:cubicBezTo>
                    <a:pt x="50508" y="35752"/>
                    <a:pt x="50536" y="35744"/>
                    <a:pt x="50560" y="35727"/>
                  </a:cubicBezTo>
                  <a:cubicBezTo>
                    <a:pt x="50629" y="35684"/>
                    <a:pt x="50649" y="35592"/>
                    <a:pt x="50605" y="35524"/>
                  </a:cubicBezTo>
                  <a:cubicBezTo>
                    <a:pt x="50499" y="35359"/>
                    <a:pt x="50396" y="35192"/>
                    <a:pt x="50297" y="35025"/>
                  </a:cubicBezTo>
                  <a:cubicBezTo>
                    <a:pt x="50269" y="34980"/>
                    <a:pt x="50219" y="34954"/>
                    <a:pt x="50169" y="34954"/>
                  </a:cubicBezTo>
                  <a:close/>
                  <a:moveTo>
                    <a:pt x="8507" y="35623"/>
                  </a:moveTo>
                  <a:cubicBezTo>
                    <a:pt x="8478" y="35623"/>
                    <a:pt x="8449" y="35632"/>
                    <a:pt x="8423" y="35650"/>
                  </a:cubicBezTo>
                  <a:cubicBezTo>
                    <a:pt x="8262" y="35761"/>
                    <a:pt x="8100" y="35870"/>
                    <a:pt x="7937" y="35979"/>
                  </a:cubicBezTo>
                  <a:cubicBezTo>
                    <a:pt x="7868" y="36024"/>
                    <a:pt x="7850" y="36114"/>
                    <a:pt x="7896" y="36182"/>
                  </a:cubicBezTo>
                  <a:cubicBezTo>
                    <a:pt x="7923" y="36225"/>
                    <a:pt x="7970" y="36248"/>
                    <a:pt x="8017" y="36248"/>
                  </a:cubicBezTo>
                  <a:cubicBezTo>
                    <a:pt x="8046" y="36248"/>
                    <a:pt x="8074" y="36241"/>
                    <a:pt x="8100" y="36223"/>
                  </a:cubicBezTo>
                  <a:cubicBezTo>
                    <a:pt x="8264" y="36114"/>
                    <a:pt x="8428" y="36005"/>
                    <a:pt x="8590" y="35892"/>
                  </a:cubicBezTo>
                  <a:cubicBezTo>
                    <a:pt x="8657" y="35846"/>
                    <a:pt x="8675" y="35754"/>
                    <a:pt x="8628" y="35687"/>
                  </a:cubicBezTo>
                  <a:cubicBezTo>
                    <a:pt x="8600" y="35645"/>
                    <a:pt x="8554" y="35623"/>
                    <a:pt x="8507" y="35623"/>
                  </a:cubicBezTo>
                  <a:close/>
                  <a:moveTo>
                    <a:pt x="50974" y="36191"/>
                  </a:moveTo>
                  <a:cubicBezTo>
                    <a:pt x="50945" y="36191"/>
                    <a:pt x="50916" y="36199"/>
                    <a:pt x="50890" y="36217"/>
                  </a:cubicBezTo>
                  <a:cubicBezTo>
                    <a:pt x="50823" y="36264"/>
                    <a:pt x="50807" y="36355"/>
                    <a:pt x="50854" y="36422"/>
                  </a:cubicBezTo>
                  <a:cubicBezTo>
                    <a:pt x="50967" y="36583"/>
                    <a:pt x="51082" y="36744"/>
                    <a:pt x="51199" y="36904"/>
                  </a:cubicBezTo>
                  <a:cubicBezTo>
                    <a:pt x="51227" y="36945"/>
                    <a:pt x="51273" y="36965"/>
                    <a:pt x="51318" y="36965"/>
                  </a:cubicBezTo>
                  <a:cubicBezTo>
                    <a:pt x="51349" y="36965"/>
                    <a:pt x="51379" y="36956"/>
                    <a:pt x="51404" y="36937"/>
                  </a:cubicBezTo>
                  <a:cubicBezTo>
                    <a:pt x="51470" y="36888"/>
                    <a:pt x="51484" y="36796"/>
                    <a:pt x="51437" y="36731"/>
                  </a:cubicBezTo>
                  <a:cubicBezTo>
                    <a:pt x="51320" y="36572"/>
                    <a:pt x="51207" y="36413"/>
                    <a:pt x="51094" y="36253"/>
                  </a:cubicBezTo>
                  <a:cubicBezTo>
                    <a:pt x="51066" y="36213"/>
                    <a:pt x="51020" y="36191"/>
                    <a:pt x="50974" y="36191"/>
                  </a:cubicBezTo>
                  <a:close/>
                  <a:moveTo>
                    <a:pt x="7276" y="36439"/>
                  </a:moveTo>
                  <a:cubicBezTo>
                    <a:pt x="7249" y="36439"/>
                    <a:pt x="7221" y="36447"/>
                    <a:pt x="7196" y="36463"/>
                  </a:cubicBezTo>
                  <a:lnTo>
                    <a:pt x="6701" y="36780"/>
                  </a:lnTo>
                  <a:cubicBezTo>
                    <a:pt x="6633" y="36825"/>
                    <a:pt x="6613" y="36917"/>
                    <a:pt x="6658" y="36985"/>
                  </a:cubicBezTo>
                  <a:cubicBezTo>
                    <a:pt x="6685" y="37028"/>
                    <a:pt x="6732" y="37052"/>
                    <a:pt x="6781" y="37052"/>
                  </a:cubicBezTo>
                  <a:cubicBezTo>
                    <a:pt x="6808" y="37052"/>
                    <a:pt x="6836" y="37046"/>
                    <a:pt x="6860" y="37030"/>
                  </a:cubicBezTo>
                  <a:lnTo>
                    <a:pt x="7356" y="36710"/>
                  </a:lnTo>
                  <a:cubicBezTo>
                    <a:pt x="7424" y="36666"/>
                    <a:pt x="7444" y="36574"/>
                    <a:pt x="7399" y="36506"/>
                  </a:cubicBezTo>
                  <a:cubicBezTo>
                    <a:pt x="7372" y="36463"/>
                    <a:pt x="7324" y="36439"/>
                    <a:pt x="7276" y="36439"/>
                  </a:cubicBezTo>
                  <a:close/>
                  <a:moveTo>
                    <a:pt x="6039" y="37237"/>
                  </a:moveTo>
                  <a:cubicBezTo>
                    <a:pt x="6011" y="37237"/>
                    <a:pt x="5983" y="37244"/>
                    <a:pt x="5958" y="37260"/>
                  </a:cubicBezTo>
                  <a:cubicBezTo>
                    <a:pt x="5793" y="37369"/>
                    <a:pt x="5628" y="37477"/>
                    <a:pt x="5464" y="37587"/>
                  </a:cubicBezTo>
                  <a:cubicBezTo>
                    <a:pt x="5397" y="37634"/>
                    <a:pt x="5379" y="37725"/>
                    <a:pt x="5424" y="37792"/>
                  </a:cubicBezTo>
                  <a:cubicBezTo>
                    <a:pt x="5452" y="37834"/>
                    <a:pt x="5499" y="37858"/>
                    <a:pt x="5546" y="37858"/>
                  </a:cubicBezTo>
                  <a:cubicBezTo>
                    <a:pt x="5574" y="37858"/>
                    <a:pt x="5602" y="37848"/>
                    <a:pt x="5628" y="37831"/>
                  </a:cubicBezTo>
                  <a:cubicBezTo>
                    <a:pt x="5792" y="37722"/>
                    <a:pt x="5955" y="37614"/>
                    <a:pt x="6119" y="37507"/>
                  </a:cubicBezTo>
                  <a:cubicBezTo>
                    <a:pt x="6187" y="37463"/>
                    <a:pt x="6207" y="37372"/>
                    <a:pt x="6161" y="37304"/>
                  </a:cubicBezTo>
                  <a:cubicBezTo>
                    <a:pt x="6134" y="37260"/>
                    <a:pt x="6087" y="37237"/>
                    <a:pt x="6039" y="37237"/>
                  </a:cubicBezTo>
                  <a:close/>
                  <a:moveTo>
                    <a:pt x="51851" y="37378"/>
                  </a:moveTo>
                  <a:cubicBezTo>
                    <a:pt x="51820" y="37378"/>
                    <a:pt x="51788" y="37388"/>
                    <a:pt x="51762" y="37409"/>
                  </a:cubicBezTo>
                  <a:cubicBezTo>
                    <a:pt x="51697" y="37458"/>
                    <a:pt x="51684" y="37551"/>
                    <a:pt x="51735" y="37615"/>
                  </a:cubicBezTo>
                  <a:cubicBezTo>
                    <a:pt x="51855" y="37771"/>
                    <a:pt x="51977" y="37926"/>
                    <a:pt x="52099" y="38080"/>
                  </a:cubicBezTo>
                  <a:cubicBezTo>
                    <a:pt x="52129" y="38117"/>
                    <a:pt x="52171" y="38136"/>
                    <a:pt x="52216" y="38136"/>
                  </a:cubicBezTo>
                  <a:cubicBezTo>
                    <a:pt x="52247" y="38136"/>
                    <a:pt x="52279" y="38126"/>
                    <a:pt x="52308" y="38106"/>
                  </a:cubicBezTo>
                  <a:cubicBezTo>
                    <a:pt x="52371" y="38055"/>
                    <a:pt x="52381" y="37962"/>
                    <a:pt x="52330" y="37899"/>
                  </a:cubicBezTo>
                  <a:cubicBezTo>
                    <a:pt x="52210" y="37745"/>
                    <a:pt x="52088" y="37590"/>
                    <a:pt x="51968" y="37436"/>
                  </a:cubicBezTo>
                  <a:cubicBezTo>
                    <a:pt x="51939" y="37398"/>
                    <a:pt x="51895" y="37378"/>
                    <a:pt x="51851" y="37378"/>
                  </a:cubicBezTo>
                  <a:close/>
                  <a:moveTo>
                    <a:pt x="4815" y="38063"/>
                  </a:moveTo>
                  <a:cubicBezTo>
                    <a:pt x="4786" y="38063"/>
                    <a:pt x="4756" y="38071"/>
                    <a:pt x="4730" y="38090"/>
                  </a:cubicBezTo>
                  <a:cubicBezTo>
                    <a:pt x="4569" y="38204"/>
                    <a:pt x="4409" y="38321"/>
                    <a:pt x="4250" y="38440"/>
                  </a:cubicBezTo>
                  <a:cubicBezTo>
                    <a:pt x="4185" y="38488"/>
                    <a:pt x="4172" y="38580"/>
                    <a:pt x="4221" y="38646"/>
                  </a:cubicBezTo>
                  <a:cubicBezTo>
                    <a:pt x="4250" y="38684"/>
                    <a:pt x="4295" y="38705"/>
                    <a:pt x="4339" y="38705"/>
                  </a:cubicBezTo>
                  <a:cubicBezTo>
                    <a:pt x="4370" y="38705"/>
                    <a:pt x="4401" y="38696"/>
                    <a:pt x="4427" y="38674"/>
                  </a:cubicBezTo>
                  <a:cubicBezTo>
                    <a:pt x="4583" y="38558"/>
                    <a:pt x="4741" y="38444"/>
                    <a:pt x="4900" y="38330"/>
                  </a:cubicBezTo>
                  <a:cubicBezTo>
                    <a:pt x="4966" y="38284"/>
                    <a:pt x="4983" y="38192"/>
                    <a:pt x="4936" y="38125"/>
                  </a:cubicBezTo>
                  <a:cubicBezTo>
                    <a:pt x="4907" y="38084"/>
                    <a:pt x="4862" y="38063"/>
                    <a:pt x="4815" y="38063"/>
                  </a:cubicBezTo>
                  <a:close/>
                  <a:moveTo>
                    <a:pt x="52770" y="38530"/>
                  </a:moveTo>
                  <a:cubicBezTo>
                    <a:pt x="52738" y="38530"/>
                    <a:pt x="52705" y="38541"/>
                    <a:pt x="52677" y="38563"/>
                  </a:cubicBezTo>
                  <a:cubicBezTo>
                    <a:pt x="52615" y="38615"/>
                    <a:pt x="52605" y="38708"/>
                    <a:pt x="52656" y="38771"/>
                  </a:cubicBezTo>
                  <a:cubicBezTo>
                    <a:pt x="52780" y="38923"/>
                    <a:pt x="52906" y="39075"/>
                    <a:pt x="53031" y="39228"/>
                  </a:cubicBezTo>
                  <a:cubicBezTo>
                    <a:pt x="53059" y="39264"/>
                    <a:pt x="53102" y="39281"/>
                    <a:pt x="53144" y="39281"/>
                  </a:cubicBezTo>
                  <a:cubicBezTo>
                    <a:pt x="53177" y="39281"/>
                    <a:pt x="53210" y="39271"/>
                    <a:pt x="53237" y="39246"/>
                  </a:cubicBezTo>
                  <a:cubicBezTo>
                    <a:pt x="53300" y="39195"/>
                    <a:pt x="53309" y="39102"/>
                    <a:pt x="53258" y="39039"/>
                  </a:cubicBezTo>
                  <a:cubicBezTo>
                    <a:pt x="53134" y="38888"/>
                    <a:pt x="53009" y="38736"/>
                    <a:pt x="52885" y="38584"/>
                  </a:cubicBezTo>
                  <a:cubicBezTo>
                    <a:pt x="52856" y="38549"/>
                    <a:pt x="52814" y="38530"/>
                    <a:pt x="52770" y="38530"/>
                  </a:cubicBezTo>
                  <a:close/>
                  <a:moveTo>
                    <a:pt x="3643" y="38957"/>
                  </a:moveTo>
                  <a:cubicBezTo>
                    <a:pt x="3610" y="38957"/>
                    <a:pt x="3577" y="38968"/>
                    <a:pt x="3549" y="38990"/>
                  </a:cubicBezTo>
                  <a:lnTo>
                    <a:pt x="3439" y="39081"/>
                  </a:lnTo>
                  <a:cubicBezTo>
                    <a:pt x="3325" y="39178"/>
                    <a:pt x="3209" y="39277"/>
                    <a:pt x="3098" y="39380"/>
                  </a:cubicBezTo>
                  <a:cubicBezTo>
                    <a:pt x="3038" y="39436"/>
                    <a:pt x="3033" y="39529"/>
                    <a:pt x="3089" y="39590"/>
                  </a:cubicBezTo>
                  <a:cubicBezTo>
                    <a:pt x="3119" y="39621"/>
                    <a:pt x="3158" y="39637"/>
                    <a:pt x="3198" y="39637"/>
                  </a:cubicBezTo>
                  <a:cubicBezTo>
                    <a:pt x="3233" y="39637"/>
                    <a:pt x="3269" y="39625"/>
                    <a:pt x="3295" y="39599"/>
                  </a:cubicBezTo>
                  <a:cubicBezTo>
                    <a:pt x="3404" y="39498"/>
                    <a:pt x="3516" y="39401"/>
                    <a:pt x="3627" y="39307"/>
                  </a:cubicBezTo>
                  <a:lnTo>
                    <a:pt x="3736" y="39217"/>
                  </a:lnTo>
                  <a:cubicBezTo>
                    <a:pt x="3800" y="39166"/>
                    <a:pt x="3808" y="39073"/>
                    <a:pt x="3756" y="39009"/>
                  </a:cubicBezTo>
                  <a:cubicBezTo>
                    <a:pt x="3727" y="38974"/>
                    <a:pt x="3686" y="38957"/>
                    <a:pt x="3643" y="38957"/>
                  </a:cubicBezTo>
                  <a:close/>
                  <a:moveTo>
                    <a:pt x="53706" y="39670"/>
                  </a:moveTo>
                  <a:cubicBezTo>
                    <a:pt x="53673" y="39670"/>
                    <a:pt x="53640" y="39681"/>
                    <a:pt x="53613" y="39703"/>
                  </a:cubicBezTo>
                  <a:cubicBezTo>
                    <a:pt x="53551" y="39755"/>
                    <a:pt x="53542" y="39848"/>
                    <a:pt x="53593" y="39911"/>
                  </a:cubicBezTo>
                  <a:lnTo>
                    <a:pt x="53966" y="40365"/>
                  </a:lnTo>
                  <a:cubicBezTo>
                    <a:pt x="53996" y="40401"/>
                    <a:pt x="54038" y="40419"/>
                    <a:pt x="54080" y="40419"/>
                  </a:cubicBezTo>
                  <a:cubicBezTo>
                    <a:pt x="54114" y="40419"/>
                    <a:pt x="54146" y="40409"/>
                    <a:pt x="54172" y="40385"/>
                  </a:cubicBezTo>
                  <a:cubicBezTo>
                    <a:pt x="54235" y="40334"/>
                    <a:pt x="54245" y="40241"/>
                    <a:pt x="54194" y="40178"/>
                  </a:cubicBezTo>
                  <a:lnTo>
                    <a:pt x="53820" y="39723"/>
                  </a:lnTo>
                  <a:cubicBezTo>
                    <a:pt x="53791" y="39688"/>
                    <a:pt x="53749" y="39670"/>
                    <a:pt x="53706" y="39670"/>
                  </a:cubicBezTo>
                  <a:close/>
                  <a:moveTo>
                    <a:pt x="2567" y="39964"/>
                  </a:moveTo>
                  <a:cubicBezTo>
                    <a:pt x="2527" y="39964"/>
                    <a:pt x="2488" y="39979"/>
                    <a:pt x="2459" y="40010"/>
                  </a:cubicBezTo>
                  <a:cubicBezTo>
                    <a:pt x="2322" y="40156"/>
                    <a:pt x="2188" y="40306"/>
                    <a:pt x="2062" y="40457"/>
                  </a:cubicBezTo>
                  <a:cubicBezTo>
                    <a:pt x="2010" y="40519"/>
                    <a:pt x="2018" y="40611"/>
                    <a:pt x="2080" y="40664"/>
                  </a:cubicBezTo>
                  <a:cubicBezTo>
                    <a:pt x="2109" y="40688"/>
                    <a:pt x="2142" y="40699"/>
                    <a:pt x="2176" y="40699"/>
                  </a:cubicBezTo>
                  <a:cubicBezTo>
                    <a:pt x="2217" y="40699"/>
                    <a:pt x="2259" y="40681"/>
                    <a:pt x="2288" y="40647"/>
                  </a:cubicBezTo>
                  <a:cubicBezTo>
                    <a:pt x="2412" y="40500"/>
                    <a:pt x="2542" y="40354"/>
                    <a:pt x="2675" y="40213"/>
                  </a:cubicBezTo>
                  <a:cubicBezTo>
                    <a:pt x="2730" y="40153"/>
                    <a:pt x="2728" y="40059"/>
                    <a:pt x="2668" y="40004"/>
                  </a:cubicBezTo>
                  <a:cubicBezTo>
                    <a:pt x="2640" y="39977"/>
                    <a:pt x="2603" y="39964"/>
                    <a:pt x="2567" y="39964"/>
                  </a:cubicBezTo>
                  <a:close/>
                  <a:moveTo>
                    <a:pt x="54631" y="40818"/>
                  </a:moveTo>
                  <a:cubicBezTo>
                    <a:pt x="54599" y="40818"/>
                    <a:pt x="54568" y="40828"/>
                    <a:pt x="54541" y="40849"/>
                  </a:cubicBezTo>
                  <a:cubicBezTo>
                    <a:pt x="54476" y="40897"/>
                    <a:pt x="54464" y="40990"/>
                    <a:pt x="54514" y="41055"/>
                  </a:cubicBezTo>
                  <a:cubicBezTo>
                    <a:pt x="54634" y="41210"/>
                    <a:pt x="54752" y="41366"/>
                    <a:pt x="54869" y="41523"/>
                  </a:cubicBezTo>
                  <a:cubicBezTo>
                    <a:pt x="54899" y="41562"/>
                    <a:pt x="54944" y="41582"/>
                    <a:pt x="54988" y="41582"/>
                  </a:cubicBezTo>
                  <a:cubicBezTo>
                    <a:pt x="55019" y="41582"/>
                    <a:pt x="55050" y="41573"/>
                    <a:pt x="55076" y="41552"/>
                  </a:cubicBezTo>
                  <a:cubicBezTo>
                    <a:pt x="55141" y="41504"/>
                    <a:pt x="55154" y="41412"/>
                    <a:pt x="55106" y="41346"/>
                  </a:cubicBezTo>
                  <a:cubicBezTo>
                    <a:pt x="54987" y="41188"/>
                    <a:pt x="54867" y="41030"/>
                    <a:pt x="54748" y="40874"/>
                  </a:cubicBezTo>
                  <a:cubicBezTo>
                    <a:pt x="54719" y="40838"/>
                    <a:pt x="54675" y="40818"/>
                    <a:pt x="54631" y="40818"/>
                  </a:cubicBezTo>
                  <a:close/>
                  <a:moveTo>
                    <a:pt x="1634" y="41103"/>
                  </a:moveTo>
                  <a:cubicBezTo>
                    <a:pt x="1588" y="41103"/>
                    <a:pt x="1543" y="41125"/>
                    <a:pt x="1514" y="41165"/>
                  </a:cubicBezTo>
                  <a:cubicBezTo>
                    <a:pt x="1398" y="41329"/>
                    <a:pt x="1287" y="41498"/>
                    <a:pt x="1182" y="41665"/>
                  </a:cubicBezTo>
                  <a:cubicBezTo>
                    <a:pt x="1140" y="41733"/>
                    <a:pt x="1160" y="41825"/>
                    <a:pt x="1230" y="41867"/>
                  </a:cubicBezTo>
                  <a:cubicBezTo>
                    <a:pt x="1254" y="41881"/>
                    <a:pt x="1280" y="41890"/>
                    <a:pt x="1308" y="41890"/>
                  </a:cubicBezTo>
                  <a:cubicBezTo>
                    <a:pt x="1356" y="41890"/>
                    <a:pt x="1404" y="41865"/>
                    <a:pt x="1432" y="41820"/>
                  </a:cubicBezTo>
                  <a:cubicBezTo>
                    <a:pt x="1533" y="41658"/>
                    <a:pt x="1641" y="41495"/>
                    <a:pt x="1754" y="41336"/>
                  </a:cubicBezTo>
                  <a:cubicBezTo>
                    <a:pt x="1801" y="41271"/>
                    <a:pt x="1786" y="41179"/>
                    <a:pt x="1719" y="41131"/>
                  </a:cubicBezTo>
                  <a:cubicBezTo>
                    <a:pt x="1693" y="41112"/>
                    <a:pt x="1663" y="41103"/>
                    <a:pt x="1634" y="41103"/>
                  </a:cubicBezTo>
                  <a:close/>
                  <a:moveTo>
                    <a:pt x="55504" y="42006"/>
                  </a:moveTo>
                  <a:cubicBezTo>
                    <a:pt x="55475" y="42006"/>
                    <a:pt x="55446" y="42014"/>
                    <a:pt x="55420" y="42032"/>
                  </a:cubicBezTo>
                  <a:cubicBezTo>
                    <a:pt x="55354" y="42079"/>
                    <a:pt x="55338" y="42170"/>
                    <a:pt x="55384" y="42237"/>
                  </a:cubicBezTo>
                  <a:cubicBezTo>
                    <a:pt x="55497" y="42397"/>
                    <a:pt x="55606" y="42560"/>
                    <a:pt x="55713" y="42722"/>
                  </a:cubicBezTo>
                  <a:cubicBezTo>
                    <a:pt x="55741" y="42765"/>
                    <a:pt x="55790" y="42788"/>
                    <a:pt x="55837" y="42788"/>
                  </a:cubicBezTo>
                  <a:cubicBezTo>
                    <a:pt x="55865" y="42788"/>
                    <a:pt x="55894" y="42780"/>
                    <a:pt x="55916" y="42764"/>
                  </a:cubicBezTo>
                  <a:cubicBezTo>
                    <a:pt x="55984" y="42720"/>
                    <a:pt x="56003" y="42628"/>
                    <a:pt x="55958" y="42560"/>
                  </a:cubicBezTo>
                  <a:cubicBezTo>
                    <a:pt x="55850" y="42395"/>
                    <a:pt x="55739" y="42231"/>
                    <a:pt x="55626" y="42068"/>
                  </a:cubicBezTo>
                  <a:cubicBezTo>
                    <a:pt x="55597" y="42028"/>
                    <a:pt x="55551" y="42006"/>
                    <a:pt x="55504" y="42006"/>
                  </a:cubicBezTo>
                  <a:close/>
                  <a:moveTo>
                    <a:pt x="877" y="42368"/>
                  </a:moveTo>
                  <a:cubicBezTo>
                    <a:pt x="823" y="42368"/>
                    <a:pt x="771" y="42398"/>
                    <a:pt x="746" y="42450"/>
                  </a:cubicBezTo>
                  <a:cubicBezTo>
                    <a:pt x="655" y="42632"/>
                    <a:pt x="572" y="42816"/>
                    <a:pt x="499" y="42999"/>
                  </a:cubicBezTo>
                  <a:cubicBezTo>
                    <a:pt x="468" y="43074"/>
                    <a:pt x="504" y="43160"/>
                    <a:pt x="580" y="43191"/>
                  </a:cubicBezTo>
                  <a:cubicBezTo>
                    <a:pt x="598" y="43197"/>
                    <a:pt x="618" y="43201"/>
                    <a:pt x="635" y="43201"/>
                  </a:cubicBezTo>
                  <a:cubicBezTo>
                    <a:pt x="694" y="43201"/>
                    <a:pt x="749" y="43166"/>
                    <a:pt x="772" y="43109"/>
                  </a:cubicBezTo>
                  <a:cubicBezTo>
                    <a:pt x="844" y="42934"/>
                    <a:pt x="923" y="42756"/>
                    <a:pt x="1010" y="42581"/>
                  </a:cubicBezTo>
                  <a:cubicBezTo>
                    <a:pt x="1046" y="42507"/>
                    <a:pt x="1016" y="42419"/>
                    <a:pt x="943" y="42383"/>
                  </a:cubicBezTo>
                  <a:cubicBezTo>
                    <a:pt x="922" y="42373"/>
                    <a:pt x="899" y="42368"/>
                    <a:pt x="877" y="42368"/>
                  </a:cubicBezTo>
                  <a:close/>
                  <a:moveTo>
                    <a:pt x="43291" y="43477"/>
                  </a:moveTo>
                  <a:cubicBezTo>
                    <a:pt x="43233" y="43477"/>
                    <a:pt x="43174" y="43477"/>
                    <a:pt x="43117" y="43479"/>
                  </a:cubicBezTo>
                  <a:cubicBezTo>
                    <a:pt x="43035" y="43481"/>
                    <a:pt x="42971" y="43548"/>
                    <a:pt x="42972" y="43629"/>
                  </a:cubicBezTo>
                  <a:cubicBezTo>
                    <a:pt x="42975" y="43710"/>
                    <a:pt x="43043" y="43774"/>
                    <a:pt x="43119" y="43774"/>
                  </a:cubicBezTo>
                  <a:cubicBezTo>
                    <a:pt x="43121" y="43774"/>
                    <a:pt x="43122" y="43774"/>
                    <a:pt x="43123" y="43774"/>
                  </a:cubicBezTo>
                  <a:cubicBezTo>
                    <a:pt x="43173" y="43774"/>
                    <a:pt x="43224" y="43773"/>
                    <a:pt x="43276" y="43773"/>
                  </a:cubicBezTo>
                  <a:cubicBezTo>
                    <a:pt x="43426" y="43774"/>
                    <a:pt x="43564" y="43776"/>
                    <a:pt x="43699" y="43785"/>
                  </a:cubicBezTo>
                  <a:lnTo>
                    <a:pt x="43709" y="43785"/>
                  </a:lnTo>
                  <a:cubicBezTo>
                    <a:pt x="43785" y="43785"/>
                    <a:pt x="43850" y="43726"/>
                    <a:pt x="43855" y="43649"/>
                  </a:cubicBezTo>
                  <a:cubicBezTo>
                    <a:pt x="43863" y="43567"/>
                    <a:pt x="43801" y="43496"/>
                    <a:pt x="43719" y="43491"/>
                  </a:cubicBezTo>
                  <a:cubicBezTo>
                    <a:pt x="43584" y="43482"/>
                    <a:pt x="43443" y="43477"/>
                    <a:pt x="43291" y="43477"/>
                  </a:cubicBezTo>
                  <a:close/>
                  <a:moveTo>
                    <a:pt x="42237" y="43528"/>
                  </a:moveTo>
                  <a:cubicBezTo>
                    <a:pt x="42233" y="43528"/>
                    <a:pt x="42229" y="43528"/>
                    <a:pt x="42225" y="43528"/>
                  </a:cubicBezTo>
                  <a:lnTo>
                    <a:pt x="41637" y="43571"/>
                  </a:lnTo>
                  <a:cubicBezTo>
                    <a:pt x="41557" y="43577"/>
                    <a:pt x="41495" y="43647"/>
                    <a:pt x="41501" y="43728"/>
                  </a:cubicBezTo>
                  <a:cubicBezTo>
                    <a:pt x="41506" y="43806"/>
                    <a:pt x="41572" y="43866"/>
                    <a:pt x="41647" y="43866"/>
                  </a:cubicBezTo>
                  <a:lnTo>
                    <a:pt x="41658" y="43866"/>
                  </a:lnTo>
                  <a:lnTo>
                    <a:pt x="42246" y="43822"/>
                  </a:lnTo>
                  <a:cubicBezTo>
                    <a:pt x="42327" y="43817"/>
                    <a:pt x="42389" y="43747"/>
                    <a:pt x="42383" y="43665"/>
                  </a:cubicBezTo>
                  <a:cubicBezTo>
                    <a:pt x="42378" y="43588"/>
                    <a:pt x="42313" y="43528"/>
                    <a:pt x="42237" y="43528"/>
                  </a:cubicBezTo>
                  <a:close/>
                  <a:moveTo>
                    <a:pt x="40765" y="43635"/>
                  </a:moveTo>
                  <a:cubicBezTo>
                    <a:pt x="40762" y="43635"/>
                    <a:pt x="40758" y="43635"/>
                    <a:pt x="40754" y="43635"/>
                  </a:cubicBezTo>
                  <a:lnTo>
                    <a:pt x="40166" y="43678"/>
                  </a:lnTo>
                  <a:cubicBezTo>
                    <a:pt x="40084" y="43683"/>
                    <a:pt x="40022" y="43754"/>
                    <a:pt x="40030" y="43836"/>
                  </a:cubicBezTo>
                  <a:cubicBezTo>
                    <a:pt x="40035" y="43913"/>
                    <a:pt x="40100" y="43972"/>
                    <a:pt x="40176" y="43972"/>
                  </a:cubicBezTo>
                  <a:lnTo>
                    <a:pt x="40187" y="43972"/>
                  </a:lnTo>
                  <a:lnTo>
                    <a:pt x="40775" y="43930"/>
                  </a:lnTo>
                  <a:cubicBezTo>
                    <a:pt x="40856" y="43924"/>
                    <a:pt x="40918" y="43853"/>
                    <a:pt x="40912" y="43773"/>
                  </a:cubicBezTo>
                  <a:cubicBezTo>
                    <a:pt x="40907" y="43695"/>
                    <a:pt x="40842" y="43635"/>
                    <a:pt x="40765" y="43635"/>
                  </a:cubicBezTo>
                  <a:close/>
                  <a:moveTo>
                    <a:pt x="56309" y="43242"/>
                  </a:moveTo>
                  <a:cubicBezTo>
                    <a:pt x="56283" y="43242"/>
                    <a:pt x="56257" y="43249"/>
                    <a:pt x="56233" y="43263"/>
                  </a:cubicBezTo>
                  <a:cubicBezTo>
                    <a:pt x="56163" y="43305"/>
                    <a:pt x="56142" y="43395"/>
                    <a:pt x="56183" y="43465"/>
                  </a:cubicBezTo>
                  <a:cubicBezTo>
                    <a:pt x="56283" y="43632"/>
                    <a:pt x="56381" y="43802"/>
                    <a:pt x="56476" y="43972"/>
                  </a:cubicBezTo>
                  <a:cubicBezTo>
                    <a:pt x="56503" y="44021"/>
                    <a:pt x="56553" y="44048"/>
                    <a:pt x="56605" y="44048"/>
                  </a:cubicBezTo>
                  <a:cubicBezTo>
                    <a:pt x="56629" y="44048"/>
                    <a:pt x="56653" y="44042"/>
                    <a:pt x="56677" y="44028"/>
                  </a:cubicBezTo>
                  <a:cubicBezTo>
                    <a:pt x="56747" y="43989"/>
                    <a:pt x="56773" y="43899"/>
                    <a:pt x="56734" y="43827"/>
                  </a:cubicBezTo>
                  <a:cubicBezTo>
                    <a:pt x="56637" y="43655"/>
                    <a:pt x="56538" y="43483"/>
                    <a:pt x="56436" y="43314"/>
                  </a:cubicBezTo>
                  <a:cubicBezTo>
                    <a:pt x="56408" y="43267"/>
                    <a:pt x="56359" y="43242"/>
                    <a:pt x="56309" y="43242"/>
                  </a:cubicBezTo>
                  <a:close/>
                  <a:moveTo>
                    <a:pt x="39295" y="43742"/>
                  </a:moveTo>
                  <a:cubicBezTo>
                    <a:pt x="39291" y="43742"/>
                    <a:pt x="39288" y="43742"/>
                    <a:pt x="39284" y="43743"/>
                  </a:cubicBezTo>
                  <a:lnTo>
                    <a:pt x="38696" y="43785"/>
                  </a:lnTo>
                  <a:cubicBezTo>
                    <a:pt x="38614" y="43790"/>
                    <a:pt x="38552" y="43861"/>
                    <a:pt x="38559" y="43943"/>
                  </a:cubicBezTo>
                  <a:cubicBezTo>
                    <a:pt x="38565" y="44020"/>
                    <a:pt x="38630" y="44079"/>
                    <a:pt x="38706" y="44079"/>
                  </a:cubicBezTo>
                  <a:lnTo>
                    <a:pt x="38716" y="44079"/>
                  </a:lnTo>
                  <a:lnTo>
                    <a:pt x="39304" y="44037"/>
                  </a:lnTo>
                  <a:cubicBezTo>
                    <a:pt x="39386" y="44032"/>
                    <a:pt x="39448" y="43960"/>
                    <a:pt x="39442" y="43879"/>
                  </a:cubicBezTo>
                  <a:cubicBezTo>
                    <a:pt x="39437" y="43802"/>
                    <a:pt x="39372" y="43742"/>
                    <a:pt x="39295" y="43742"/>
                  </a:cubicBezTo>
                  <a:close/>
                  <a:moveTo>
                    <a:pt x="44578" y="43639"/>
                  </a:moveTo>
                  <a:cubicBezTo>
                    <a:pt x="44515" y="43639"/>
                    <a:pt x="44456" y="43681"/>
                    <a:pt x="44437" y="43744"/>
                  </a:cubicBezTo>
                  <a:cubicBezTo>
                    <a:pt x="44413" y="43822"/>
                    <a:pt x="44458" y="43905"/>
                    <a:pt x="44535" y="43928"/>
                  </a:cubicBezTo>
                  <a:cubicBezTo>
                    <a:pt x="44609" y="43950"/>
                    <a:pt x="44683" y="43976"/>
                    <a:pt x="44755" y="44005"/>
                  </a:cubicBezTo>
                  <a:cubicBezTo>
                    <a:pt x="44856" y="44044"/>
                    <a:pt x="44957" y="44090"/>
                    <a:pt x="45052" y="44142"/>
                  </a:cubicBezTo>
                  <a:cubicBezTo>
                    <a:pt x="45075" y="44155"/>
                    <a:pt x="45099" y="44161"/>
                    <a:pt x="45122" y="44161"/>
                  </a:cubicBezTo>
                  <a:cubicBezTo>
                    <a:pt x="45175" y="44161"/>
                    <a:pt x="45226" y="44132"/>
                    <a:pt x="45253" y="44082"/>
                  </a:cubicBezTo>
                  <a:cubicBezTo>
                    <a:pt x="45293" y="44010"/>
                    <a:pt x="45266" y="43920"/>
                    <a:pt x="45194" y="43882"/>
                  </a:cubicBezTo>
                  <a:cubicBezTo>
                    <a:pt x="45086" y="43825"/>
                    <a:pt x="44975" y="43774"/>
                    <a:pt x="44863" y="43729"/>
                  </a:cubicBezTo>
                  <a:cubicBezTo>
                    <a:pt x="44786" y="43698"/>
                    <a:pt x="44705" y="43672"/>
                    <a:pt x="44622" y="43646"/>
                  </a:cubicBezTo>
                  <a:cubicBezTo>
                    <a:pt x="44607" y="43641"/>
                    <a:pt x="44593" y="43639"/>
                    <a:pt x="44578" y="43639"/>
                  </a:cubicBezTo>
                  <a:close/>
                  <a:moveTo>
                    <a:pt x="37823" y="43850"/>
                  </a:moveTo>
                  <a:cubicBezTo>
                    <a:pt x="37820" y="43850"/>
                    <a:pt x="37817" y="43850"/>
                    <a:pt x="37813" y="43850"/>
                  </a:cubicBezTo>
                  <a:lnTo>
                    <a:pt x="37225" y="43892"/>
                  </a:lnTo>
                  <a:cubicBezTo>
                    <a:pt x="37144" y="43898"/>
                    <a:pt x="37082" y="43969"/>
                    <a:pt x="37089" y="44049"/>
                  </a:cubicBezTo>
                  <a:cubicBezTo>
                    <a:pt x="37094" y="44127"/>
                    <a:pt x="37159" y="44186"/>
                    <a:pt x="37236" y="44186"/>
                  </a:cubicBezTo>
                  <a:lnTo>
                    <a:pt x="37246" y="44186"/>
                  </a:lnTo>
                  <a:lnTo>
                    <a:pt x="37834" y="44144"/>
                  </a:lnTo>
                  <a:cubicBezTo>
                    <a:pt x="37916" y="44139"/>
                    <a:pt x="37978" y="44068"/>
                    <a:pt x="37971" y="43986"/>
                  </a:cubicBezTo>
                  <a:cubicBezTo>
                    <a:pt x="37966" y="43908"/>
                    <a:pt x="37900" y="43850"/>
                    <a:pt x="37823" y="43850"/>
                  </a:cubicBezTo>
                  <a:close/>
                  <a:moveTo>
                    <a:pt x="36353" y="43956"/>
                  </a:moveTo>
                  <a:cubicBezTo>
                    <a:pt x="36350" y="43956"/>
                    <a:pt x="36346" y="43956"/>
                    <a:pt x="36342" y="43956"/>
                  </a:cubicBezTo>
                  <a:lnTo>
                    <a:pt x="35754" y="44000"/>
                  </a:lnTo>
                  <a:cubicBezTo>
                    <a:pt x="35673" y="44005"/>
                    <a:pt x="35611" y="44075"/>
                    <a:pt x="35617" y="44156"/>
                  </a:cubicBezTo>
                  <a:cubicBezTo>
                    <a:pt x="35622" y="44234"/>
                    <a:pt x="35688" y="44294"/>
                    <a:pt x="35764" y="44294"/>
                  </a:cubicBezTo>
                  <a:cubicBezTo>
                    <a:pt x="35767" y="44294"/>
                    <a:pt x="35769" y="44293"/>
                    <a:pt x="35772" y="44293"/>
                  </a:cubicBezTo>
                  <a:cubicBezTo>
                    <a:pt x="35773" y="44293"/>
                    <a:pt x="35774" y="44293"/>
                    <a:pt x="35775" y="44294"/>
                  </a:cubicBezTo>
                  <a:lnTo>
                    <a:pt x="36363" y="44250"/>
                  </a:lnTo>
                  <a:cubicBezTo>
                    <a:pt x="36444" y="44245"/>
                    <a:pt x="36506" y="44175"/>
                    <a:pt x="36499" y="44094"/>
                  </a:cubicBezTo>
                  <a:cubicBezTo>
                    <a:pt x="36494" y="44016"/>
                    <a:pt x="36428" y="43956"/>
                    <a:pt x="36353" y="43956"/>
                  </a:cubicBezTo>
                  <a:close/>
                  <a:moveTo>
                    <a:pt x="34883" y="44062"/>
                  </a:moveTo>
                  <a:cubicBezTo>
                    <a:pt x="34879" y="44062"/>
                    <a:pt x="34876" y="44062"/>
                    <a:pt x="34872" y="44063"/>
                  </a:cubicBezTo>
                  <a:lnTo>
                    <a:pt x="34284" y="44105"/>
                  </a:lnTo>
                  <a:cubicBezTo>
                    <a:pt x="34202" y="44110"/>
                    <a:pt x="34140" y="44181"/>
                    <a:pt x="34147" y="44263"/>
                  </a:cubicBezTo>
                  <a:cubicBezTo>
                    <a:pt x="34152" y="44340"/>
                    <a:pt x="34218" y="44399"/>
                    <a:pt x="34294" y="44399"/>
                  </a:cubicBezTo>
                  <a:lnTo>
                    <a:pt x="34304" y="44399"/>
                  </a:lnTo>
                  <a:lnTo>
                    <a:pt x="34893" y="44357"/>
                  </a:lnTo>
                  <a:cubicBezTo>
                    <a:pt x="34974" y="44351"/>
                    <a:pt x="35036" y="44280"/>
                    <a:pt x="35029" y="44199"/>
                  </a:cubicBezTo>
                  <a:cubicBezTo>
                    <a:pt x="35024" y="44122"/>
                    <a:pt x="34960" y="44062"/>
                    <a:pt x="34883" y="44062"/>
                  </a:cubicBezTo>
                  <a:close/>
                  <a:moveTo>
                    <a:pt x="33413" y="44167"/>
                  </a:moveTo>
                  <a:cubicBezTo>
                    <a:pt x="33409" y="44167"/>
                    <a:pt x="33406" y="44168"/>
                    <a:pt x="33402" y="44168"/>
                  </a:cubicBezTo>
                  <a:lnTo>
                    <a:pt x="32813" y="44212"/>
                  </a:lnTo>
                  <a:cubicBezTo>
                    <a:pt x="32731" y="44218"/>
                    <a:pt x="32670" y="44290"/>
                    <a:pt x="32676" y="44371"/>
                  </a:cubicBezTo>
                  <a:cubicBezTo>
                    <a:pt x="32684" y="44448"/>
                    <a:pt x="32748" y="44507"/>
                    <a:pt x="32824" y="44507"/>
                  </a:cubicBezTo>
                  <a:cubicBezTo>
                    <a:pt x="32828" y="44507"/>
                    <a:pt x="32831" y="44507"/>
                    <a:pt x="32834" y="44506"/>
                  </a:cubicBezTo>
                  <a:lnTo>
                    <a:pt x="33422" y="44462"/>
                  </a:lnTo>
                  <a:cubicBezTo>
                    <a:pt x="33504" y="44457"/>
                    <a:pt x="33566" y="44387"/>
                    <a:pt x="33559" y="44305"/>
                  </a:cubicBezTo>
                  <a:cubicBezTo>
                    <a:pt x="33554" y="44227"/>
                    <a:pt x="33490" y="44167"/>
                    <a:pt x="33413" y="44167"/>
                  </a:cubicBezTo>
                  <a:close/>
                  <a:moveTo>
                    <a:pt x="354" y="43743"/>
                  </a:moveTo>
                  <a:cubicBezTo>
                    <a:pt x="289" y="43743"/>
                    <a:pt x="228" y="43786"/>
                    <a:pt x="211" y="43852"/>
                  </a:cubicBezTo>
                  <a:cubicBezTo>
                    <a:pt x="160" y="44049"/>
                    <a:pt x="116" y="44247"/>
                    <a:pt x="83" y="44441"/>
                  </a:cubicBezTo>
                  <a:cubicBezTo>
                    <a:pt x="71" y="44523"/>
                    <a:pt x="124" y="44599"/>
                    <a:pt x="205" y="44611"/>
                  </a:cubicBezTo>
                  <a:cubicBezTo>
                    <a:pt x="212" y="44615"/>
                    <a:pt x="221" y="44615"/>
                    <a:pt x="230" y="44615"/>
                  </a:cubicBezTo>
                  <a:cubicBezTo>
                    <a:pt x="299" y="44615"/>
                    <a:pt x="362" y="44564"/>
                    <a:pt x="374" y="44491"/>
                  </a:cubicBezTo>
                  <a:cubicBezTo>
                    <a:pt x="405" y="44306"/>
                    <a:pt x="446" y="44116"/>
                    <a:pt x="496" y="43928"/>
                  </a:cubicBezTo>
                  <a:cubicBezTo>
                    <a:pt x="517" y="43850"/>
                    <a:pt x="470" y="43769"/>
                    <a:pt x="392" y="43748"/>
                  </a:cubicBezTo>
                  <a:cubicBezTo>
                    <a:pt x="379" y="43745"/>
                    <a:pt x="366" y="43743"/>
                    <a:pt x="354" y="43743"/>
                  </a:cubicBezTo>
                  <a:close/>
                  <a:moveTo>
                    <a:pt x="31941" y="44288"/>
                  </a:moveTo>
                  <a:cubicBezTo>
                    <a:pt x="31936" y="44288"/>
                    <a:pt x="31932" y="44288"/>
                    <a:pt x="31927" y="44289"/>
                  </a:cubicBezTo>
                  <a:cubicBezTo>
                    <a:pt x="31731" y="44307"/>
                    <a:pt x="31534" y="44328"/>
                    <a:pt x="31338" y="44351"/>
                  </a:cubicBezTo>
                  <a:cubicBezTo>
                    <a:pt x="31257" y="44361"/>
                    <a:pt x="31200" y="44434"/>
                    <a:pt x="31209" y="44516"/>
                  </a:cubicBezTo>
                  <a:cubicBezTo>
                    <a:pt x="31216" y="44590"/>
                    <a:pt x="31281" y="44646"/>
                    <a:pt x="31355" y="44646"/>
                  </a:cubicBezTo>
                  <a:cubicBezTo>
                    <a:pt x="31359" y="44646"/>
                    <a:pt x="31362" y="44645"/>
                    <a:pt x="31367" y="44645"/>
                  </a:cubicBezTo>
                  <a:cubicBezTo>
                    <a:pt x="31369" y="44645"/>
                    <a:pt x="31371" y="44645"/>
                    <a:pt x="31373" y="44646"/>
                  </a:cubicBezTo>
                  <a:cubicBezTo>
                    <a:pt x="31566" y="44622"/>
                    <a:pt x="31761" y="44601"/>
                    <a:pt x="31956" y="44583"/>
                  </a:cubicBezTo>
                  <a:cubicBezTo>
                    <a:pt x="32037" y="44574"/>
                    <a:pt x="32097" y="44502"/>
                    <a:pt x="32088" y="44421"/>
                  </a:cubicBezTo>
                  <a:cubicBezTo>
                    <a:pt x="32081" y="44345"/>
                    <a:pt x="32018" y="44288"/>
                    <a:pt x="31941" y="44288"/>
                  </a:cubicBezTo>
                  <a:close/>
                  <a:moveTo>
                    <a:pt x="30479" y="44474"/>
                  </a:moveTo>
                  <a:cubicBezTo>
                    <a:pt x="30471" y="44474"/>
                    <a:pt x="30463" y="44475"/>
                    <a:pt x="30454" y="44476"/>
                  </a:cubicBezTo>
                  <a:cubicBezTo>
                    <a:pt x="30251" y="44510"/>
                    <a:pt x="30055" y="44548"/>
                    <a:pt x="29869" y="44586"/>
                  </a:cubicBezTo>
                  <a:cubicBezTo>
                    <a:pt x="29791" y="44603"/>
                    <a:pt x="29739" y="44681"/>
                    <a:pt x="29755" y="44760"/>
                  </a:cubicBezTo>
                  <a:cubicBezTo>
                    <a:pt x="29771" y="44830"/>
                    <a:pt x="29832" y="44878"/>
                    <a:pt x="29900" y="44878"/>
                  </a:cubicBezTo>
                  <a:cubicBezTo>
                    <a:pt x="29910" y="44878"/>
                    <a:pt x="29920" y="44877"/>
                    <a:pt x="29930" y="44877"/>
                  </a:cubicBezTo>
                  <a:cubicBezTo>
                    <a:pt x="30111" y="44837"/>
                    <a:pt x="30303" y="44801"/>
                    <a:pt x="30503" y="44768"/>
                  </a:cubicBezTo>
                  <a:cubicBezTo>
                    <a:pt x="30583" y="44754"/>
                    <a:pt x="30638" y="44678"/>
                    <a:pt x="30625" y="44598"/>
                  </a:cubicBezTo>
                  <a:cubicBezTo>
                    <a:pt x="30612" y="44526"/>
                    <a:pt x="30550" y="44474"/>
                    <a:pt x="30479" y="44474"/>
                  </a:cubicBezTo>
                  <a:close/>
                  <a:moveTo>
                    <a:pt x="45830" y="44391"/>
                  </a:moveTo>
                  <a:cubicBezTo>
                    <a:pt x="45792" y="44391"/>
                    <a:pt x="45754" y="44405"/>
                    <a:pt x="45725" y="44434"/>
                  </a:cubicBezTo>
                  <a:cubicBezTo>
                    <a:pt x="45668" y="44492"/>
                    <a:pt x="45668" y="44586"/>
                    <a:pt x="45726" y="44642"/>
                  </a:cubicBezTo>
                  <a:cubicBezTo>
                    <a:pt x="45856" y="44771"/>
                    <a:pt x="45979" y="44916"/>
                    <a:pt x="46092" y="45073"/>
                  </a:cubicBezTo>
                  <a:cubicBezTo>
                    <a:pt x="46122" y="45112"/>
                    <a:pt x="46166" y="45133"/>
                    <a:pt x="46212" y="45133"/>
                  </a:cubicBezTo>
                  <a:cubicBezTo>
                    <a:pt x="46243" y="45133"/>
                    <a:pt x="46273" y="45124"/>
                    <a:pt x="46299" y="45106"/>
                  </a:cubicBezTo>
                  <a:cubicBezTo>
                    <a:pt x="46365" y="45058"/>
                    <a:pt x="46380" y="44965"/>
                    <a:pt x="46332" y="44899"/>
                  </a:cubicBezTo>
                  <a:cubicBezTo>
                    <a:pt x="46210" y="44729"/>
                    <a:pt x="46076" y="44573"/>
                    <a:pt x="45933" y="44433"/>
                  </a:cubicBezTo>
                  <a:cubicBezTo>
                    <a:pt x="45905" y="44405"/>
                    <a:pt x="45867" y="44391"/>
                    <a:pt x="45830" y="44391"/>
                  </a:cubicBezTo>
                  <a:close/>
                  <a:moveTo>
                    <a:pt x="29041" y="44797"/>
                  </a:moveTo>
                  <a:cubicBezTo>
                    <a:pt x="29028" y="44797"/>
                    <a:pt x="29014" y="44798"/>
                    <a:pt x="29000" y="44802"/>
                  </a:cubicBezTo>
                  <a:cubicBezTo>
                    <a:pt x="28805" y="44859"/>
                    <a:pt x="28614" y="44923"/>
                    <a:pt x="28431" y="44990"/>
                  </a:cubicBezTo>
                  <a:cubicBezTo>
                    <a:pt x="28355" y="45018"/>
                    <a:pt x="28315" y="45104"/>
                    <a:pt x="28343" y="45179"/>
                  </a:cubicBezTo>
                  <a:cubicBezTo>
                    <a:pt x="28366" y="45239"/>
                    <a:pt x="28420" y="45276"/>
                    <a:pt x="28481" y="45276"/>
                  </a:cubicBezTo>
                  <a:cubicBezTo>
                    <a:pt x="28498" y="45276"/>
                    <a:pt x="28516" y="45274"/>
                    <a:pt x="28532" y="45267"/>
                  </a:cubicBezTo>
                  <a:cubicBezTo>
                    <a:pt x="28708" y="45203"/>
                    <a:pt x="28894" y="45142"/>
                    <a:pt x="29083" y="45086"/>
                  </a:cubicBezTo>
                  <a:cubicBezTo>
                    <a:pt x="29161" y="45063"/>
                    <a:pt x="29207" y="44982"/>
                    <a:pt x="29183" y="44903"/>
                  </a:cubicBezTo>
                  <a:cubicBezTo>
                    <a:pt x="29164" y="44839"/>
                    <a:pt x="29105" y="44797"/>
                    <a:pt x="29041" y="44797"/>
                  </a:cubicBezTo>
                  <a:close/>
                  <a:moveTo>
                    <a:pt x="57011" y="44537"/>
                  </a:moveTo>
                  <a:cubicBezTo>
                    <a:pt x="56990" y="44537"/>
                    <a:pt x="56968" y="44542"/>
                    <a:pt x="56947" y="44552"/>
                  </a:cubicBezTo>
                  <a:cubicBezTo>
                    <a:pt x="56874" y="44588"/>
                    <a:pt x="56844" y="44675"/>
                    <a:pt x="56879" y="44749"/>
                  </a:cubicBezTo>
                  <a:cubicBezTo>
                    <a:pt x="56966" y="44925"/>
                    <a:pt x="57046" y="45105"/>
                    <a:pt x="57123" y="45279"/>
                  </a:cubicBezTo>
                  <a:cubicBezTo>
                    <a:pt x="57148" y="45334"/>
                    <a:pt x="57201" y="45368"/>
                    <a:pt x="57258" y="45368"/>
                  </a:cubicBezTo>
                  <a:cubicBezTo>
                    <a:pt x="57278" y="45368"/>
                    <a:pt x="57297" y="45364"/>
                    <a:pt x="57316" y="45354"/>
                  </a:cubicBezTo>
                  <a:cubicBezTo>
                    <a:pt x="57391" y="45322"/>
                    <a:pt x="57426" y="45236"/>
                    <a:pt x="57393" y="45161"/>
                  </a:cubicBezTo>
                  <a:cubicBezTo>
                    <a:pt x="57316" y="44983"/>
                    <a:pt x="57232" y="44800"/>
                    <a:pt x="57144" y="44620"/>
                  </a:cubicBezTo>
                  <a:cubicBezTo>
                    <a:pt x="57118" y="44568"/>
                    <a:pt x="57066" y="44537"/>
                    <a:pt x="57011" y="44537"/>
                  </a:cubicBezTo>
                  <a:close/>
                  <a:moveTo>
                    <a:pt x="27669" y="45331"/>
                  </a:moveTo>
                  <a:cubicBezTo>
                    <a:pt x="27647" y="45331"/>
                    <a:pt x="27625" y="45336"/>
                    <a:pt x="27603" y="45346"/>
                  </a:cubicBezTo>
                  <a:cubicBezTo>
                    <a:pt x="27423" y="45436"/>
                    <a:pt x="27244" y="45535"/>
                    <a:pt x="27077" y="45638"/>
                  </a:cubicBezTo>
                  <a:cubicBezTo>
                    <a:pt x="27009" y="45681"/>
                    <a:pt x="26986" y="45771"/>
                    <a:pt x="27030" y="45841"/>
                  </a:cubicBezTo>
                  <a:cubicBezTo>
                    <a:pt x="27056" y="45886"/>
                    <a:pt x="27105" y="45910"/>
                    <a:pt x="27154" y="45910"/>
                  </a:cubicBezTo>
                  <a:cubicBezTo>
                    <a:pt x="27181" y="45910"/>
                    <a:pt x="27207" y="45904"/>
                    <a:pt x="27232" y="45890"/>
                  </a:cubicBezTo>
                  <a:cubicBezTo>
                    <a:pt x="27393" y="45791"/>
                    <a:pt x="27562" y="45697"/>
                    <a:pt x="27736" y="45610"/>
                  </a:cubicBezTo>
                  <a:cubicBezTo>
                    <a:pt x="27809" y="45573"/>
                    <a:pt x="27837" y="45483"/>
                    <a:pt x="27801" y="45411"/>
                  </a:cubicBezTo>
                  <a:cubicBezTo>
                    <a:pt x="27775" y="45360"/>
                    <a:pt x="27723" y="45331"/>
                    <a:pt x="27669" y="45331"/>
                  </a:cubicBezTo>
                  <a:close/>
                  <a:moveTo>
                    <a:pt x="148" y="45202"/>
                  </a:moveTo>
                  <a:cubicBezTo>
                    <a:pt x="68" y="45202"/>
                    <a:pt x="1" y="45266"/>
                    <a:pt x="1" y="45347"/>
                  </a:cubicBezTo>
                  <a:lnTo>
                    <a:pt x="1" y="45401"/>
                  </a:lnTo>
                  <a:cubicBezTo>
                    <a:pt x="1" y="45587"/>
                    <a:pt x="10" y="45772"/>
                    <a:pt x="30" y="45953"/>
                  </a:cubicBezTo>
                  <a:cubicBezTo>
                    <a:pt x="38" y="46028"/>
                    <a:pt x="102" y="46085"/>
                    <a:pt x="176" y="46085"/>
                  </a:cubicBezTo>
                  <a:cubicBezTo>
                    <a:pt x="179" y="46085"/>
                    <a:pt x="183" y="46084"/>
                    <a:pt x="186" y="46084"/>
                  </a:cubicBezTo>
                  <a:cubicBezTo>
                    <a:pt x="188" y="46084"/>
                    <a:pt x="189" y="46085"/>
                    <a:pt x="190" y="46085"/>
                  </a:cubicBezTo>
                  <a:cubicBezTo>
                    <a:pt x="272" y="46076"/>
                    <a:pt x="331" y="46003"/>
                    <a:pt x="322" y="45922"/>
                  </a:cubicBezTo>
                  <a:cubicBezTo>
                    <a:pt x="304" y="45751"/>
                    <a:pt x="295" y="45576"/>
                    <a:pt x="295" y="45401"/>
                  </a:cubicBezTo>
                  <a:lnTo>
                    <a:pt x="295" y="45349"/>
                  </a:lnTo>
                  <a:cubicBezTo>
                    <a:pt x="296" y="45269"/>
                    <a:pt x="231" y="45203"/>
                    <a:pt x="149" y="45202"/>
                  </a:cubicBezTo>
                  <a:close/>
                  <a:moveTo>
                    <a:pt x="46650" y="45605"/>
                  </a:moveTo>
                  <a:cubicBezTo>
                    <a:pt x="46630" y="45605"/>
                    <a:pt x="46609" y="45609"/>
                    <a:pt x="46590" y="45617"/>
                  </a:cubicBezTo>
                  <a:cubicBezTo>
                    <a:pt x="46516" y="45652"/>
                    <a:pt x="46483" y="45738"/>
                    <a:pt x="46516" y="45812"/>
                  </a:cubicBezTo>
                  <a:cubicBezTo>
                    <a:pt x="46593" y="45982"/>
                    <a:pt x="46661" y="46162"/>
                    <a:pt x="46721" y="46348"/>
                  </a:cubicBezTo>
                  <a:cubicBezTo>
                    <a:pt x="46741" y="46411"/>
                    <a:pt x="46799" y="46451"/>
                    <a:pt x="46861" y="46451"/>
                  </a:cubicBezTo>
                  <a:cubicBezTo>
                    <a:pt x="46875" y="46451"/>
                    <a:pt x="46891" y="46448"/>
                    <a:pt x="46904" y="46445"/>
                  </a:cubicBezTo>
                  <a:cubicBezTo>
                    <a:pt x="46982" y="46419"/>
                    <a:pt x="47025" y="46337"/>
                    <a:pt x="47000" y="46259"/>
                  </a:cubicBezTo>
                  <a:cubicBezTo>
                    <a:pt x="46938" y="46063"/>
                    <a:pt x="46865" y="45872"/>
                    <a:pt x="46785" y="45693"/>
                  </a:cubicBezTo>
                  <a:cubicBezTo>
                    <a:pt x="46760" y="45637"/>
                    <a:pt x="46707" y="45605"/>
                    <a:pt x="46650" y="45605"/>
                  </a:cubicBezTo>
                  <a:close/>
                  <a:moveTo>
                    <a:pt x="57579" y="45896"/>
                  </a:moveTo>
                  <a:cubicBezTo>
                    <a:pt x="57563" y="45896"/>
                    <a:pt x="57546" y="45899"/>
                    <a:pt x="57530" y="45904"/>
                  </a:cubicBezTo>
                  <a:cubicBezTo>
                    <a:pt x="57454" y="45931"/>
                    <a:pt x="57413" y="46015"/>
                    <a:pt x="57441" y="46092"/>
                  </a:cubicBezTo>
                  <a:cubicBezTo>
                    <a:pt x="57505" y="46276"/>
                    <a:pt x="57564" y="46462"/>
                    <a:pt x="57617" y="46646"/>
                  </a:cubicBezTo>
                  <a:cubicBezTo>
                    <a:pt x="57637" y="46710"/>
                    <a:pt x="57694" y="46752"/>
                    <a:pt x="57758" y="46752"/>
                  </a:cubicBezTo>
                  <a:cubicBezTo>
                    <a:pt x="57773" y="46752"/>
                    <a:pt x="57786" y="46751"/>
                    <a:pt x="57800" y="46746"/>
                  </a:cubicBezTo>
                  <a:cubicBezTo>
                    <a:pt x="57877" y="46725"/>
                    <a:pt x="57922" y="46643"/>
                    <a:pt x="57901" y="46565"/>
                  </a:cubicBezTo>
                  <a:cubicBezTo>
                    <a:pt x="57846" y="46375"/>
                    <a:pt x="57784" y="46184"/>
                    <a:pt x="57719" y="45994"/>
                  </a:cubicBezTo>
                  <a:cubicBezTo>
                    <a:pt x="57697" y="45934"/>
                    <a:pt x="57640" y="45896"/>
                    <a:pt x="57579" y="45896"/>
                  </a:cubicBezTo>
                  <a:close/>
                  <a:moveTo>
                    <a:pt x="26436" y="46132"/>
                  </a:moveTo>
                  <a:cubicBezTo>
                    <a:pt x="26402" y="46132"/>
                    <a:pt x="26369" y="46143"/>
                    <a:pt x="26341" y="46166"/>
                  </a:cubicBezTo>
                  <a:cubicBezTo>
                    <a:pt x="26189" y="46292"/>
                    <a:pt x="26040" y="46429"/>
                    <a:pt x="25897" y="46572"/>
                  </a:cubicBezTo>
                  <a:cubicBezTo>
                    <a:pt x="25839" y="46631"/>
                    <a:pt x="25839" y="46724"/>
                    <a:pt x="25897" y="46781"/>
                  </a:cubicBezTo>
                  <a:cubicBezTo>
                    <a:pt x="25927" y="46809"/>
                    <a:pt x="25964" y="46824"/>
                    <a:pt x="26001" y="46824"/>
                  </a:cubicBezTo>
                  <a:cubicBezTo>
                    <a:pt x="26040" y="46824"/>
                    <a:pt x="26077" y="46809"/>
                    <a:pt x="26106" y="46781"/>
                  </a:cubicBezTo>
                  <a:cubicBezTo>
                    <a:pt x="26242" y="46644"/>
                    <a:pt x="26385" y="46514"/>
                    <a:pt x="26530" y="46393"/>
                  </a:cubicBezTo>
                  <a:cubicBezTo>
                    <a:pt x="26593" y="46342"/>
                    <a:pt x="26601" y="46247"/>
                    <a:pt x="26550" y="46185"/>
                  </a:cubicBezTo>
                  <a:cubicBezTo>
                    <a:pt x="26520" y="46150"/>
                    <a:pt x="26478" y="46132"/>
                    <a:pt x="26436" y="46132"/>
                  </a:cubicBezTo>
                  <a:close/>
                  <a:moveTo>
                    <a:pt x="349" y="46656"/>
                  </a:moveTo>
                  <a:cubicBezTo>
                    <a:pt x="335" y="46656"/>
                    <a:pt x="321" y="46658"/>
                    <a:pt x="307" y="46663"/>
                  </a:cubicBezTo>
                  <a:cubicBezTo>
                    <a:pt x="228" y="46685"/>
                    <a:pt x="183" y="46767"/>
                    <a:pt x="206" y="46845"/>
                  </a:cubicBezTo>
                  <a:cubicBezTo>
                    <a:pt x="235" y="46945"/>
                    <a:pt x="267" y="47044"/>
                    <a:pt x="303" y="47143"/>
                  </a:cubicBezTo>
                  <a:cubicBezTo>
                    <a:pt x="336" y="47235"/>
                    <a:pt x="372" y="47327"/>
                    <a:pt x="410" y="47416"/>
                  </a:cubicBezTo>
                  <a:cubicBezTo>
                    <a:pt x="433" y="47473"/>
                    <a:pt x="488" y="47506"/>
                    <a:pt x="545" y="47506"/>
                  </a:cubicBezTo>
                  <a:cubicBezTo>
                    <a:pt x="563" y="47506"/>
                    <a:pt x="584" y="47502"/>
                    <a:pt x="603" y="47495"/>
                  </a:cubicBezTo>
                  <a:cubicBezTo>
                    <a:pt x="678" y="47463"/>
                    <a:pt x="715" y="47377"/>
                    <a:pt x="682" y="47302"/>
                  </a:cubicBezTo>
                  <a:cubicBezTo>
                    <a:pt x="645" y="47217"/>
                    <a:pt x="612" y="47132"/>
                    <a:pt x="582" y="47044"/>
                  </a:cubicBezTo>
                  <a:cubicBezTo>
                    <a:pt x="547" y="46950"/>
                    <a:pt x="517" y="46858"/>
                    <a:pt x="490" y="46763"/>
                  </a:cubicBezTo>
                  <a:cubicBezTo>
                    <a:pt x="471" y="46698"/>
                    <a:pt x="412" y="46656"/>
                    <a:pt x="349" y="46656"/>
                  </a:cubicBezTo>
                  <a:close/>
                  <a:moveTo>
                    <a:pt x="47066" y="47017"/>
                  </a:moveTo>
                  <a:cubicBezTo>
                    <a:pt x="47058" y="47017"/>
                    <a:pt x="47050" y="47017"/>
                    <a:pt x="47042" y="47019"/>
                  </a:cubicBezTo>
                  <a:cubicBezTo>
                    <a:pt x="46960" y="47031"/>
                    <a:pt x="46906" y="47107"/>
                    <a:pt x="46919" y="47188"/>
                  </a:cubicBezTo>
                  <a:cubicBezTo>
                    <a:pt x="46950" y="47375"/>
                    <a:pt x="46971" y="47567"/>
                    <a:pt x="46985" y="47760"/>
                  </a:cubicBezTo>
                  <a:cubicBezTo>
                    <a:pt x="46990" y="47838"/>
                    <a:pt x="47054" y="47897"/>
                    <a:pt x="47131" y="47897"/>
                  </a:cubicBezTo>
                  <a:cubicBezTo>
                    <a:pt x="47134" y="47897"/>
                    <a:pt x="47139" y="47897"/>
                    <a:pt x="47142" y="47898"/>
                  </a:cubicBezTo>
                  <a:cubicBezTo>
                    <a:pt x="47223" y="47892"/>
                    <a:pt x="47284" y="47822"/>
                    <a:pt x="47279" y="47741"/>
                  </a:cubicBezTo>
                  <a:cubicBezTo>
                    <a:pt x="47265" y="47539"/>
                    <a:pt x="47243" y="47337"/>
                    <a:pt x="47211" y="47141"/>
                  </a:cubicBezTo>
                  <a:cubicBezTo>
                    <a:pt x="47199" y="47068"/>
                    <a:pt x="47137" y="47017"/>
                    <a:pt x="47066" y="47017"/>
                  </a:cubicBezTo>
                  <a:close/>
                  <a:moveTo>
                    <a:pt x="25419" y="47194"/>
                  </a:moveTo>
                  <a:cubicBezTo>
                    <a:pt x="25375" y="47194"/>
                    <a:pt x="25332" y="47214"/>
                    <a:pt x="25302" y="47252"/>
                  </a:cubicBezTo>
                  <a:cubicBezTo>
                    <a:pt x="25183" y="47407"/>
                    <a:pt x="25066" y="47571"/>
                    <a:pt x="24954" y="47741"/>
                  </a:cubicBezTo>
                  <a:cubicBezTo>
                    <a:pt x="24910" y="47808"/>
                    <a:pt x="24928" y="47900"/>
                    <a:pt x="24997" y="47944"/>
                  </a:cubicBezTo>
                  <a:cubicBezTo>
                    <a:pt x="25023" y="47962"/>
                    <a:pt x="25050" y="47969"/>
                    <a:pt x="25077" y="47969"/>
                  </a:cubicBezTo>
                  <a:cubicBezTo>
                    <a:pt x="25126" y="47969"/>
                    <a:pt x="25172" y="47946"/>
                    <a:pt x="25200" y="47903"/>
                  </a:cubicBezTo>
                  <a:cubicBezTo>
                    <a:pt x="25308" y="47739"/>
                    <a:pt x="25421" y="47581"/>
                    <a:pt x="25536" y="47431"/>
                  </a:cubicBezTo>
                  <a:cubicBezTo>
                    <a:pt x="25585" y="47366"/>
                    <a:pt x="25573" y="47274"/>
                    <a:pt x="25509" y="47225"/>
                  </a:cubicBezTo>
                  <a:cubicBezTo>
                    <a:pt x="25482" y="47204"/>
                    <a:pt x="25450" y="47194"/>
                    <a:pt x="25419" y="47194"/>
                  </a:cubicBezTo>
                  <a:close/>
                  <a:moveTo>
                    <a:pt x="57966" y="47316"/>
                  </a:moveTo>
                  <a:cubicBezTo>
                    <a:pt x="57957" y="47316"/>
                    <a:pt x="57947" y="47317"/>
                    <a:pt x="57938" y="47319"/>
                  </a:cubicBezTo>
                  <a:cubicBezTo>
                    <a:pt x="57858" y="47334"/>
                    <a:pt x="57805" y="47412"/>
                    <a:pt x="57820" y="47492"/>
                  </a:cubicBezTo>
                  <a:cubicBezTo>
                    <a:pt x="57856" y="47683"/>
                    <a:pt x="57886" y="47875"/>
                    <a:pt x="57910" y="48065"/>
                  </a:cubicBezTo>
                  <a:cubicBezTo>
                    <a:pt x="57918" y="48139"/>
                    <a:pt x="57982" y="48195"/>
                    <a:pt x="58056" y="48195"/>
                  </a:cubicBezTo>
                  <a:cubicBezTo>
                    <a:pt x="58061" y="48195"/>
                    <a:pt x="58067" y="48195"/>
                    <a:pt x="58073" y="48192"/>
                  </a:cubicBezTo>
                  <a:cubicBezTo>
                    <a:pt x="58155" y="48183"/>
                    <a:pt x="58211" y="48109"/>
                    <a:pt x="58202" y="48029"/>
                  </a:cubicBezTo>
                  <a:cubicBezTo>
                    <a:pt x="58179" y="47832"/>
                    <a:pt x="58148" y="47634"/>
                    <a:pt x="58111" y="47436"/>
                  </a:cubicBezTo>
                  <a:cubicBezTo>
                    <a:pt x="58098" y="47365"/>
                    <a:pt x="58037" y="47316"/>
                    <a:pt x="57966" y="47316"/>
                  </a:cubicBezTo>
                  <a:close/>
                  <a:moveTo>
                    <a:pt x="955" y="47992"/>
                  </a:moveTo>
                  <a:cubicBezTo>
                    <a:pt x="928" y="47992"/>
                    <a:pt x="901" y="47999"/>
                    <a:pt x="877" y="48015"/>
                  </a:cubicBezTo>
                  <a:cubicBezTo>
                    <a:pt x="808" y="48060"/>
                    <a:pt x="788" y="48150"/>
                    <a:pt x="831" y="48220"/>
                  </a:cubicBezTo>
                  <a:cubicBezTo>
                    <a:pt x="938" y="48386"/>
                    <a:pt x="1057" y="48552"/>
                    <a:pt x="1184" y="48711"/>
                  </a:cubicBezTo>
                  <a:cubicBezTo>
                    <a:pt x="1212" y="48747"/>
                    <a:pt x="1254" y="48766"/>
                    <a:pt x="1299" y="48766"/>
                  </a:cubicBezTo>
                  <a:cubicBezTo>
                    <a:pt x="1331" y="48766"/>
                    <a:pt x="1365" y="48756"/>
                    <a:pt x="1391" y="48734"/>
                  </a:cubicBezTo>
                  <a:cubicBezTo>
                    <a:pt x="1454" y="48683"/>
                    <a:pt x="1465" y="48590"/>
                    <a:pt x="1414" y="48527"/>
                  </a:cubicBezTo>
                  <a:cubicBezTo>
                    <a:pt x="1293" y="48375"/>
                    <a:pt x="1181" y="48220"/>
                    <a:pt x="1081" y="48061"/>
                  </a:cubicBezTo>
                  <a:cubicBezTo>
                    <a:pt x="1052" y="48016"/>
                    <a:pt x="1004" y="47992"/>
                    <a:pt x="955" y="47992"/>
                  </a:cubicBezTo>
                  <a:close/>
                  <a:moveTo>
                    <a:pt x="24628" y="48436"/>
                  </a:moveTo>
                  <a:cubicBezTo>
                    <a:pt x="24575" y="48436"/>
                    <a:pt x="24524" y="48464"/>
                    <a:pt x="24498" y="48515"/>
                  </a:cubicBezTo>
                  <a:cubicBezTo>
                    <a:pt x="24406" y="48687"/>
                    <a:pt x="24317" y="48867"/>
                    <a:pt x="24234" y="49051"/>
                  </a:cubicBezTo>
                  <a:cubicBezTo>
                    <a:pt x="24198" y="49125"/>
                    <a:pt x="24231" y="49213"/>
                    <a:pt x="24306" y="49247"/>
                  </a:cubicBezTo>
                  <a:cubicBezTo>
                    <a:pt x="24326" y="49256"/>
                    <a:pt x="24347" y="49260"/>
                    <a:pt x="24368" y="49260"/>
                  </a:cubicBezTo>
                  <a:cubicBezTo>
                    <a:pt x="24424" y="49260"/>
                    <a:pt x="24477" y="49229"/>
                    <a:pt x="24502" y="49175"/>
                  </a:cubicBezTo>
                  <a:cubicBezTo>
                    <a:pt x="24584" y="48995"/>
                    <a:pt x="24670" y="48820"/>
                    <a:pt x="24760" y="48653"/>
                  </a:cubicBezTo>
                  <a:cubicBezTo>
                    <a:pt x="24797" y="48581"/>
                    <a:pt x="24770" y="48490"/>
                    <a:pt x="24698" y="48453"/>
                  </a:cubicBezTo>
                  <a:cubicBezTo>
                    <a:pt x="24675" y="48441"/>
                    <a:pt x="24651" y="48436"/>
                    <a:pt x="24628" y="48436"/>
                  </a:cubicBezTo>
                  <a:close/>
                  <a:moveTo>
                    <a:pt x="47137" y="48485"/>
                  </a:moveTo>
                  <a:cubicBezTo>
                    <a:pt x="47064" y="48485"/>
                    <a:pt x="46992" y="48547"/>
                    <a:pt x="46989" y="48625"/>
                  </a:cubicBezTo>
                  <a:cubicBezTo>
                    <a:pt x="46980" y="48813"/>
                    <a:pt x="46965" y="49002"/>
                    <a:pt x="46945" y="49207"/>
                  </a:cubicBezTo>
                  <a:cubicBezTo>
                    <a:pt x="46937" y="49288"/>
                    <a:pt x="46996" y="49361"/>
                    <a:pt x="47078" y="49368"/>
                  </a:cubicBezTo>
                  <a:cubicBezTo>
                    <a:pt x="47083" y="49370"/>
                    <a:pt x="47087" y="49370"/>
                    <a:pt x="47092" y="49370"/>
                  </a:cubicBezTo>
                  <a:cubicBezTo>
                    <a:pt x="47166" y="49370"/>
                    <a:pt x="47231" y="49313"/>
                    <a:pt x="47240" y="49236"/>
                  </a:cubicBezTo>
                  <a:cubicBezTo>
                    <a:pt x="47260" y="49025"/>
                    <a:pt x="47275" y="48830"/>
                    <a:pt x="47284" y="48639"/>
                  </a:cubicBezTo>
                  <a:cubicBezTo>
                    <a:pt x="47288" y="48558"/>
                    <a:pt x="47224" y="48489"/>
                    <a:pt x="47144" y="48485"/>
                  </a:cubicBezTo>
                  <a:cubicBezTo>
                    <a:pt x="47141" y="48485"/>
                    <a:pt x="47139" y="48485"/>
                    <a:pt x="47137" y="48485"/>
                  </a:cubicBezTo>
                  <a:close/>
                  <a:moveTo>
                    <a:pt x="58111" y="48783"/>
                  </a:moveTo>
                  <a:cubicBezTo>
                    <a:pt x="58030" y="48783"/>
                    <a:pt x="57965" y="48850"/>
                    <a:pt x="57965" y="48931"/>
                  </a:cubicBezTo>
                  <a:lnTo>
                    <a:pt x="57965" y="48985"/>
                  </a:lnTo>
                  <a:cubicBezTo>
                    <a:pt x="57965" y="49159"/>
                    <a:pt x="57959" y="49335"/>
                    <a:pt x="57946" y="49509"/>
                  </a:cubicBezTo>
                  <a:cubicBezTo>
                    <a:pt x="57941" y="49590"/>
                    <a:pt x="58001" y="49660"/>
                    <a:pt x="58082" y="49666"/>
                  </a:cubicBezTo>
                  <a:lnTo>
                    <a:pt x="58093" y="49666"/>
                  </a:lnTo>
                  <a:cubicBezTo>
                    <a:pt x="58170" y="49666"/>
                    <a:pt x="58235" y="49607"/>
                    <a:pt x="58240" y="49530"/>
                  </a:cubicBezTo>
                  <a:cubicBezTo>
                    <a:pt x="58253" y="49349"/>
                    <a:pt x="58259" y="49165"/>
                    <a:pt x="58259" y="48984"/>
                  </a:cubicBezTo>
                  <a:lnTo>
                    <a:pt x="58259" y="48928"/>
                  </a:lnTo>
                  <a:cubicBezTo>
                    <a:pt x="58259" y="48849"/>
                    <a:pt x="58194" y="48783"/>
                    <a:pt x="58112" y="48783"/>
                  </a:cubicBezTo>
                  <a:close/>
                  <a:moveTo>
                    <a:pt x="1895" y="49123"/>
                  </a:moveTo>
                  <a:cubicBezTo>
                    <a:pt x="1857" y="49123"/>
                    <a:pt x="1819" y="49138"/>
                    <a:pt x="1790" y="49168"/>
                  </a:cubicBezTo>
                  <a:cubicBezTo>
                    <a:pt x="1733" y="49228"/>
                    <a:pt x="1734" y="49320"/>
                    <a:pt x="1794" y="49377"/>
                  </a:cubicBezTo>
                  <a:cubicBezTo>
                    <a:pt x="1933" y="49510"/>
                    <a:pt x="2083" y="49644"/>
                    <a:pt x="2242" y="49775"/>
                  </a:cubicBezTo>
                  <a:cubicBezTo>
                    <a:pt x="2268" y="49798"/>
                    <a:pt x="2301" y="49809"/>
                    <a:pt x="2335" y="49809"/>
                  </a:cubicBezTo>
                  <a:cubicBezTo>
                    <a:pt x="2378" y="49809"/>
                    <a:pt x="2420" y="49791"/>
                    <a:pt x="2450" y="49758"/>
                  </a:cubicBezTo>
                  <a:cubicBezTo>
                    <a:pt x="2502" y="49696"/>
                    <a:pt x="2494" y="49601"/>
                    <a:pt x="2430" y="49549"/>
                  </a:cubicBezTo>
                  <a:cubicBezTo>
                    <a:pt x="2279" y="49423"/>
                    <a:pt x="2133" y="49294"/>
                    <a:pt x="1999" y="49165"/>
                  </a:cubicBezTo>
                  <a:cubicBezTo>
                    <a:pt x="1970" y="49137"/>
                    <a:pt x="1932" y="49123"/>
                    <a:pt x="1895" y="49123"/>
                  </a:cubicBezTo>
                  <a:close/>
                  <a:moveTo>
                    <a:pt x="24025" y="49781"/>
                  </a:moveTo>
                  <a:cubicBezTo>
                    <a:pt x="23966" y="49781"/>
                    <a:pt x="23909" y="49817"/>
                    <a:pt x="23888" y="49877"/>
                  </a:cubicBezTo>
                  <a:cubicBezTo>
                    <a:pt x="23819" y="50055"/>
                    <a:pt x="23752" y="50245"/>
                    <a:pt x="23687" y="50437"/>
                  </a:cubicBezTo>
                  <a:cubicBezTo>
                    <a:pt x="23661" y="50514"/>
                    <a:pt x="23702" y="50599"/>
                    <a:pt x="23780" y="50625"/>
                  </a:cubicBezTo>
                  <a:cubicBezTo>
                    <a:pt x="23796" y="50630"/>
                    <a:pt x="23812" y="50632"/>
                    <a:pt x="23827" y="50632"/>
                  </a:cubicBezTo>
                  <a:cubicBezTo>
                    <a:pt x="23889" y="50632"/>
                    <a:pt x="23946" y="50594"/>
                    <a:pt x="23965" y="50532"/>
                  </a:cubicBezTo>
                  <a:cubicBezTo>
                    <a:pt x="24029" y="50342"/>
                    <a:pt x="24095" y="50156"/>
                    <a:pt x="24162" y="49981"/>
                  </a:cubicBezTo>
                  <a:cubicBezTo>
                    <a:pt x="24192" y="49904"/>
                    <a:pt x="24153" y="49820"/>
                    <a:pt x="24077" y="49791"/>
                  </a:cubicBezTo>
                  <a:cubicBezTo>
                    <a:pt x="24060" y="49784"/>
                    <a:pt x="24042" y="49781"/>
                    <a:pt x="24025" y="49781"/>
                  </a:cubicBezTo>
                  <a:close/>
                  <a:moveTo>
                    <a:pt x="3039" y="50050"/>
                  </a:moveTo>
                  <a:cubicBezTo>
                    <a:pt x="2993" y="50050"/>
                    <a:pt x="2947" y="50072"/>
                    <a:pt x="2918" y="50113"/>
                  </a:cubicBezTo>
                  <a:cubicBezTo>
                    <a:pt x="2872" y="50178"/>
                    <a:pt x="2887" y="50271"/>
                    <a:pt x="2955" y="50317"/>
                  </a:cubicBezTo>
                  <a:cubicBezTo>
                    <a:pt x="3109" y="50425"/>
                    <a:pt x="3275" y="50537"/>
                    <a:pt x="3450" y="50649"/>
                  </a:cubicBezTo>
                  <a:cubicBezTo>
                    <a:pt x="3475" y="50665"/>
                    <a:pt x="3502" y="50672"/>
                    <a:pt x="3529" y="50672"/>
                  </a:cubicBezTo>
                  <a:cubicBezTo>
                    <a:pt x="3579" y="50672"/>
                    <a:pt x="3626" y="50647"/>
                    <a:pt x="3652" y="50605"/>
                  </a:cubicBezTo>
                  <a:cubicBezTo>
                    <a:pt x="3695" y="50537"/>
                    <a:pt x="3677" y="50445"/>
                    <a:pt x="3609" y="50402"/>
                  </a:cubicBezTo>
                  <a:cubicBezTo>
                    <a:pt x="3437" y="50291"/>
                    <a:pt x="3274" y="50182"/>
                    <a:pt x="3124" y="50077"/>
                  </a:cubicBezTo>
                  <a:cubicBezTo>
                    <a:pt x="3098" y="50059"/>
                    <a:pt x="3069" y="50050"/>
                    <a:pt x="3039" y="50050"/>
                  </a:cubicBezTo>
                  <a:close/>
                  <a:moveTo>
                    <a:pt x="46985" y="49954"/>
                  </a:moveTo>
                  <a:cubicBezTo>
                    <a:pt x="46912" y="49954"/>
                    <a:pt x="46849" y="50005"/>
                    <a:pt x="46837" y="50080"/>
                  </a:cubicBezTo>
                  <a:cubicBezTo>
                    <a:pt x="46809" y="50274"/>
                    <a:pt x="46779" y="50469"/>
                    <a:pt x="46750" y="50662"/>
                  </a:cubicBezTo>
                  <a:cubicBezTo>
                    <a:pt x="46738" y="50742"/>
                    <a:pt x="46794" y="50816"/>
                    <a:pt x="46873" y="50830"/>
                  </a:cubicBezTo>
                  <a:cubicBezTo>
                    <a:pt x="46882" y="50831"/>
                    <a:pt x="46889" y="50831"/>
                    <a:pt x="46897" y="50831"/>
                  </a:cubicBezTo>
                  <a:cubicBezTo>
                    <a:pt x="46968" y="50831"/>
                    <a:pt x="47031" y="50778"/>
                    <a:pt x="47042" y="50707"/>
                  </a:cubicBezTo>
                  <a:cubicBezTo>
                    <a:pt x="47071" y="50511"/>
                    <a:pt x="47100" y="50316"/>
                    <a:pt x="47129" y="50121"/>
                  </a:cubicBezTo>
                  <a:cubicBezTo>
                    <a:pt x="47141" y="50042"/>
                    <a:pt x="47085" y="49966"/>
                    <a:pt x="47004" y="49955"/>
                  </a:cubicBezTo>
                  <a:cubicBezTo>
                    <a:pt x="46998" y="49954"/>
                    <a:pt x="46991" y="49954"/>
                    <a:pt x="46985" y="49954"/>
                  </a:cubicBezTo>
                  <a:close/>
                  <a:moveTo>
                    <a:pt x="57971" y="50249"/>
                  </a:moveTo>
                  <a:cubicBezTo>
                    <a:pt x="57904" y="50249"/>
                    <a:pt x="57843" y="50298"/>
                    <a:pt x="57830" y="50368"/>
                  </a:cubicBezTo>
                  <a:cubicBezTo>
                    <a:pt x="57818" y="50426"/>
                    <a:pt x="57805" y="50487"/>
                    <a:pt x="57792" y="50547"/>
                  </a:cubicBezTo>
                  <a:cubicBezTo>
                    <a:pt x="57764" y="50675"/>
                    <a:pt x="57732" y="50804"/>
                    <a:pt x="57695" y="50929"/>
                  </a:cubicBezTo>
                  <a:cubicBezTo>
                    <a:pt x="57674" y="51006"/>
                    <a:pt x="57718" y="51089"/>
                    <a:pt x="57798" y="51111"/>
                  </a:cubicBezTo>
                  <a:cubicBezTo>
                    <a:pt x="57810" y="51115"/>
                    <a:pt x="57824" y="51116"/>
                    <a:pt x="57838" y="51116"/>
                  </a:cubicBezTo>
                  <a:cubicBezTo>
                    <a:pt x="57902" y="51116"/>
                    <a:pt x="57960" y="51073"/>
                    <a:pt x="57976" y="51010"/>
                  </a:cubicBezTo>
                  <a:cubicBezTo>
                    <a:pt x="58014" y="50879"/>
                    <a:pt x="58049" y="50745"/>
                    <a:pt x="58078" y="50613"/>
                  </a:cubicBezTo>
                  <a:cubicBezTo>
                    <a:pt x="58093" y="50549"/>
                    <a:pt x="58107" y="50487"/>
                    <a:pt x="58118" y="50424"/>
                  </a:cubicBezTo>
                  <a:cubicBezTo>
                    <a:pt x="58134" y="50344"/>
                    <a:pt x="58082" y="50267"/>
                    <a:pt x="58002" y="50252"/>
                  </a:cubicBezTo>
                  <a:cubicBezTo>
                    <a:pt x="57992" y="50250"/>
                    <a:pt x="57981" y="50249"/>
                    <a:pt x="57971" y="50249"/>
                  </a:cubicBezTo>
                  <a:close/>
                  <a:moveTo>
                    <a:pt x="4286" y="50838"/>
                  </a:moveTo>
                  <a:cubicBezTo>
                    <a:pt x="4235" y="50838"/>
                    <a:pt x="4185" y="50864"/>
                    <a:pt x="4158" y="50910"/>
                  </a:cubicBezTo>
                  <a:cubicBezTo>
                    <a:pt x="4116" y="50982"/>
                    <a:pt x="4141" y="51072"/>
                    <a:pt x="4210" y="51114"/>
                  </a:cubicBezTo>
                  <a:cubicBezTo>
                    <a:pt x="4380" y="51214"/>
                    <a:pt x="4553" y="51312"/>
                    <a:pt x="4724" y="51410"/>
                  </a:cubicBezTo>
                  <a:cubicBezTo>
                    <a:pt x="4746" y="51423"/>
                    <a:pt x="4771" y="51429"/>
                    <a:pt x="4796" y="51429"/>
                  </a:cubicBezTo>
                  <a:cubicBezTo>
                    <a:pt x="4847" y="51429"/>
                    <a:pt x="4896" y="51401"/>
                    <a:pt x="4925" y="51353"/>
                  </a:cubicBezTo>
                  <a:cubicBezTo>
                    <a:pt x="4965" y="51282"/>
                    <a:pt x="4941" y="51192"/>
                    <a:pt x="4869" y="51152"/>
                  </a:cubicBezTo>
                  <a:cubicBezTo>
                    <a:pt x="4698" y="51055"/>
                    <a:pt x="4528" y="50957"/>
                    <a:pt x="4360" y="50858"/>
                  </a:cubicBezTo>
                  <a:cubicBezTo>
                    <a:pt x="4337" y="50844"/>
                    <a:pt x="4311" y="50838"/>
                    <a:pt x="4286" y="50838"/>
                  </a:cubicBezTo>
                  <a:close/>
                  <a:moveTo>
                    <a:pt x="23564" y="51181"/>
                  </a:moveTo>
                  <a:cubicBezTo>
                    <a:pt x="23500" y="51181"/>
                    <a:pt x="23441" y="51222"/>
                    <a:pt x="23422" y="51287"/>
                  </a:cubicBezTo>
                  <a:cubicBezTo>
                    <a:pt x="23368" y="51477"/>
                    <a:pt x="23315" y="51668"/>
                    <a:pt x="23265" y="51859"/>
                  </a:cubicBezTo>
                  <a:cubicBezTo>
                    <a:pt x="23244" y="51937"/>
                    <a:pt x="23290" y="52018"/>
                    <a:pt x="23369" y="52039"/>
                  </a:cubicBezTo>
                  <a:cubicBezTo>
                    <a:pt x="23380" y="52043"/>
                    <a:pt x="23394" y="52044"/>
                    <a:pt x="23406" y="52044"/>
                  </a:cubicBezTo>
                  <a:cubicBezTo>
                    <a:pt x="23472" y="52044"/>
                    <a:pt x="23532" y="52001"/>
                    <a:pt x="23549" y="51935"/>
                  </a:cubicBezTo>
                  <a:cubicBezTo>
                    <a:pt x="23599" y="51746"/>
                    <a:pt x="23652" y="51558"/>
                    <a:pt x="23705" y="51370"/>
                  </a:cubicBezTo>
                  <a:cubicBezTo>
                    <a:pt x="23729" y="51291"/>
                    <a:pt x="23684" y="51210"/>
                    <a:pt x="23605" y="51187"/>
                  </a:cubicBezTo>
                  <a:cubicBezTo>
                    <a:pt x="23592" y="51183"/>
                    <a:pt x="23578" y="51181"/>
                    <a:pt x="23564" y="51181"/>
                  </a:cubicBezTo>
                  <a:close/>
                  <a:moveTo>
                    <a:pt x="5566" y="51567"/>
                  </a:moveTo>
                  <a:cubicBezTo>
                    <a:pt x="5514" y="51567"/>
                    <a:pt x="5464" y="51595"/>
                    <a:pt x="5437" y="51643"/>
                  </a:cubicBezTo>
                  <a:cubicBezTo>
                    <a:pt x="5397" y="51714"/>
                    <a:pt x="5423" y="51804"/>
                    <a:pt x="5494" y="51844"/>
                  </a:cubicBezTo>
                  <a:cubicBezTo>
                    <a:pt x="5665" y="51941"/>
                    <a:pt x="5836" y="52036"/>
                    <a:pt x="6008" y="52135"/>
                  </a:cubicBezTo>
                  <a:cubicBezTo>
                    <a:pt x="6030" y="52147"/>
                    <a:pt x="6056" y="52154"/>
                    <a:pt x="6081" y="52154"/>
                  </a:cubicBezTo>
                  <a:cubicBezTo>
                    <a:pt x="6131" y="52154"/>
                    <a:pt x="6181" y="52128"/>
                    <a:pt x="6209" y="52079"/>
                  </a:cubicBezTo>
                  <a:cubicBezTo>
                    <a:pt x="6248" y="52008"/>
                    <a:pt x="6224" y="51918"/>
                    <a:pt x="6153" y="51878"/>
                  </a:cubicBezTo>
                  <a:cubicBezTo>
                    <a:pt x="5982" y="51780"/>
                    <a:pt x="5809" y="51683"/>
                    <a:pt x="5638" y="51586"/>
                  </a:cubicBezTo>
                  <a:cubicBezTo>
                    <a:pt x="5615" y="51573"/>
                    <a:pt x="5590" y="51567"/>
                    <a:pt x="5566" y="51567"/>
                  </a:cubicBezTo>
                  <a:close/>
                  <a:moveTo>
                    <a:pt x="46762" y="51411"/>
                  </a:moveTo>
                  <a:cubicBezTo>
                    <a:pt x="46692" y="51411"/>
                    <a:pt x="46629" y="51464"/>
                    <a:pt x="46618" y="51538"/>
                  </a:cubicBezTo>
                  <a:cubicBezTo>
                    <a:pt x="46590" y="51734"/>
                    <a:pt x="46564" y="51931"/>
                    <a:pt x="46542" y="52127"/>
                  </a:cubicBezTo>
                  <a:cubicBezTo>
                    <a:pt x="46533" y="52207"/>
                    <a:pt x="46592" y="52281"/>
                    <a:pt x="46672" y="52290"/>
                  </a:cubicBezTo>
                  <a:cubicBezTo>
                    <a:pt x="46677" y="52291"/>
                    <a:pt x="46685" y="52291"/>
                    <a:pt x="46690" y="52291"/>
                  </a:cubicBezTo>
                  <a:cubicBezTo>
                    <a:pt x="46763" y="52291"/>
                    <a:pt x="46827" y="52235"/>
                    <a:pt x="46835" y="52161"/>
                  </a:cubicBezTo>
                  <a:cubicBezTo>
                    <a:pt x="46857" y="51966"/>
                    <a:pt x="46883" y="51772"/>
                    <a:pt x="46909" y="51579"/>
                  </a:cubicBezTo>
                  <a:cubicBezTo>
                    <a:pt x="46922" y="51498"/>
                    <a:pt x="46866" y="51424"/>
                    <a:pt x="46785" y="51413"/>
                  </a:cubicBezTo>
                  <a:cubicBezTo>
                    <a:pt x="46777" y="51412"/>
                    <a:pt x="46770" y="51411"/>
                    <a:pt x="46762" y="51411"/>
                  </a:cubicBezTo>
                  <a:close/>
                  <a:moveTo>
                    <a:pt x="57543" y="51654"/>
                  </a:moveTo>
                  <a:cubicBezTo>
                    <a:pt x="57485" y="51654"/>
                    <a:pt x="57431" y="51688"/>
                    <a:pt x="57407" y="51744"/>
                  </a:cubicBezTo>
                  <a:cubicBezTo>
                    <a:pt x="57334" y="51919"/>
                    <a:pt x="57252" y="52095"/>
                    <a:pt x="57163" y="52269"/>
                  </a:cubicBezTo>
                  <a:cubicBezTo>
                    <a:pt x="57127" y="52341"/>
                    <a:pt x="57155" y="52430"/>
                    <a:pt x="57227" y="52467"/>
                  </a:cubicBezTo>
                  <a:cubicBezTo>
                    <a:pt x="57250" y="52478"/>
                    <a:pt x="57271" y="52483"/>
                    <a:pt x="57294" y="52483"/>
                  </a:cubicBezTo>
                  <a:cubicBezTo>
                    <a:pt x="57348" y="52483"/>
                    <a:pt x="57399" y="52455"/>
                    <a:pt x="57425" y="52403"/>
                  </a:cubicBezTo>
                  <a:cubicBezTo>
                    <a:pt x="57518" y="52223"/>
                    <a:pt x="57603" y="52039"/>
                    <a:pt x="57679" y="51859"/>
                  </a:cubicBezTo>
                  <a:cubicBezTo>
                    <a:pt x="57711" y="51784"/>
                    <a:pt x="57675" y="51697"/>
                    <a:pt x="57601" y="51666"/>
                  </a:cubicBezTo>
                  <a:cubicBezTo>
                    <a:pt x="57582" y="51658"/>
                    <a:pt x="57562" y="51654"/>
                    <a:pt x="57543" y="51654"/>
                  </a:cubicBezTo>
                  <a:close/>
                  <a:moveTo>
                    <a:pt x="6845" y="52309"/>
                  </a:moveTo>
                  <a:cubicBezTo>
                    <a:pt x="6796" y="52309"/>
                    <a:pt x="6747" y="52334"/>
                    <a:pt x="6719" y="52380"/>
                  </a:cubicBezTo>
                  <a:cubicBezTo>
                    <a:pt x="6676" y="52449"/>
                    <a:pt x="6699" y="52540"/>
                    <a:pt x="6768" y="52582"/>
                  </a:cubicBezTo>
                  <a:cubicBezTo>
                    <a:pt x="6936" y="52684"/>
                    <a:pt x="7100" y="52787"/>
                    <a:pt x="7264" y="52893"/>
                  </a:cubicBezTo>
                  <a:cubicBezTo>
                    <a:pt x="7289" y="52909"/>
                    <a:pt x="7318" y="52916"/>
                    <a:pt x="7345" y="52916"/>
                  </a:cubicBezTo>
                  <a:cubicBezTo>
                    <a:pt x="7392" y="52916"/>
                    <a:pt x="7440" y="52891"/>
                    <a:pt x="7470" y="52850"/>
                  </a:cubicBezTo>
                  <a:cubicBezTo>
                    <a:pt x="7514" y="52782"/>
                    <a:pt x="7494" y="52690"/>
                    <a:pt x="7426" y="52647"/>
                  </a:cubicBezTo>
                  <a:cubicBezTo>
                    <a:pt x="7259" y="52538"/>
                    <a:pt x="7092" y="52433"/>
                    <a:pt x="6922" y="52330"/>
                  </a:cubicBezTo>
                  <a:cubicBezTo>
                    <a:pt x="6898" y="52316"/>
                    <a:pt x="6871" y="52309"/>
                    <a:pt x="6845" y="52309"/>
                  </a:cubicBezTo>
                  <a:close/>
                  <a:moveTo>
                    <a:pt x="23190" y="52607"/>
                  </a:moveTo>
                  <a:cubicBezTo>
                    <a:pt x="23124" y="52607"/>
                    <a:pt x="23063" y="52653"/>
                    <a:pt x="23047" y="52720"/>
                  </a:cubicBezTo>
                  <a:cubicBezTo>
                    <a:pt x="23001" y="52911"/>
                    <a:pt x="22954" y="53103"/>
                    <a:pt x="22908" y="53294"/>
                  </a:cubicBezTo>
                  <a:cubicBezTo>
                    <a:pt x="22888" y="53373"/>
                    <a:pt x="22937" y="53453"/>
                    <a:pt x="23016" y="53472"/>
                  </a:cubicBezTo>
                  <a:cubicBezTo>
                    <a:pt x="23027" y="53474"/>
                    <a:pt x="23039" y="53476"/>
                    <a:pt x="23050" y="53476"/>
                  </a:cubicBezTo>
                  <a:cubicBezTo>
                    <a:pt x="23117" y="53476"/>
                    <a:pt x="23178" y="53431"/>
                    <a:pt x="23193" y="53362"/>
                  </a:cubicBezTo>
                  <a:lnTo>
                    <a:pt x="23333" y="52790"/>
                  </a:lnTo>
                  <a:cubicBezTo>
                    <a:pt x="23352" y="52711"/>
                    <a:pt x="23303" y="52631"/>
                    <a:pt x="23224" y="52612"/>
                  </a:cubicBezTo>
                  <a:cubicBezTo>
                    <a:pt x="23213" y="52609"/>
                    <a:pt x="23201" y="52607"/>
                    <a:pt x="23190" y="52607"/>
                  </a:cubicBezTo>
                  <a:close/>
                  <a:moveTo>
                    <a:pt x="56851" y="52953"/>
                  </a:moveTo>
                  <a:cubicBezTo>
                    <a:pt x="56802" y="52953"/>
                    <a:pt x="56755" y="52977"/>
                    <a:pt x="56727" y="53020"/>
                  </a:cubicBezTo>
                  <a:cubicBezTo>
                    <a:pt x="56623" y="53180"/>
                    <a:pt x="56513" y="53342"/>
                    <a:pt x="56396" y="53499"/>
                  </a:cubicBezTo>
                  <a:cubicBezTo>
                    <a:pt x="56348" y="53565"/>
                    <a:pt x="56362" y="53658"/>
                    <a:pt x="56427" y="53705"/>
                  </a:cubicBezTo>
                  <a:cubicBezTo>
                    <a:pt x="56454" y="53725"/>
                    <a:pt x="56486" y="53734"/>
                    <a:pt x="56515" y="53734"/>
                  </a:cubicBezTo>
                  <a:cubicBezTo>
                    <a:pt x="56562" y="53734"/>
                    <a:pt x="56606" y="53714"/>
                    <a:pt x="56634" y="53673"/>
                  </a:cubicBezTo>
                  <a:cubicBezTo>
                    <a:pt x="56754" y="53510"/>
                    <a:pt x="56869" y="53344"/>
                    <a:pt x="56974" y="53180"/>
                  </a:cubicBezTo>
                  <a:cubicBezTo>
                    <a:pt x="57019" y="53112"/>
                    <a:pt x="56999" y="53020"/>
                    <a:pt x="56931" y="52977"/>
                  </a:cubicBezTo>
                  <a:cubicBezTo>
                    <a:pt x="56906" y="52961"/>
                    <a:pt x="56878" y="52953"/>
                    <a:pt x="56851" y="52953"/>
                  </a:cubicBezTo>
                  <a:close/>
                  <a:moveTo>
                    <a:pt x="46614" y="52878"/>
                  </a:moveTo>
                  <a:cubicBezTo>
                    <a:pt x="46542" y="52878"/>
                    <a:pt x="46474" y="52940"/>
                    <a:pt x="46470" y="53018"/>
                  </a:cubicBezTo>
                  <a:cubicBezTo>
                    <a:pt x="46464" y="53158"/>
                    <a:pt x="46461" y="53297"/>
                    <a:pt x="46461" y="53436"/>
                  </a:cubicBezTo>
                  <a:lnTo>
                    <a:pt x="46463" y="53618"/>
                  </a:lnTo>
                  <a:cubicBezTo>
                    <a:pt x="46464" y="53699"/>
                    <a:pt x="46530" y="53762"/>
                    <a:pt x="46609" y="53762"/>
                  </a:cubicBezTo>
                  <a:lnTo>
                    <a:pt x="46612" y="53762"/>
                  </a:lnTo>
                  <a:cubicBezTo>
                    <a:pt x="46693" y="53760"/>
                    <a:pt x="46758" y="53693"/>
                    <a:pt x="46757" y="53612"/>
                  </a:cubicBezTo>
                  <a:lnTo>
                    <a:pt x="46755" y="53436"/>
                  </a:lnTo>
                  <a:cubicBezTo>
                    <a:pt x="46755" y="53300"/>
                    <a:pt x="46758" y="53165"/>
                    <a:pt x="46764" y="53031"/>
                  </a:cubicBezTo>
                  <a:cubicBezTo>
                    <a:pt x="46768" y="52950"/>
                    <a:pt x="46705" y="52881"/>
                    <a:pt x="46624" y="52878"/>
                  </a:cubicBezTo>
                  <a:cubicBezTo>
                    <a:pt x="46620" y="52878"/>
                    <a:pt x="46617" y="52878"/>
                    <a:pt x="46614" y="52878"/>
                  </a:cubicBezTo>
                  <a:close/>
                  <a:moveTo>
                    <a:pt x="8073" y="53123"/>
                  </a:moveTo>
                  <a:cubicBezTo>
                    <a:pt x="8027" y="53123"/>
                    <a:pt x="7983" y="53144"/>
                    <a:pt x="7954" y="53183"/>
                  </a:cubicBezTo>
                  <a:cubicBezTo>
                    <a:pt x="7905" y="53249"/>
                    <a:pt x="7919" y="53340"/>
                    <a:pt x="7985" y="53390"/>
                  </a:cubicBezTo>
                  <a:cubicBezTo>
                    <a:pt x="8146" y="53508"/>
                    <a:pt x="8301" y="53628"/>
                    <a:pt x="8445" y="53747"/>
                  </a:cubicBezTo>
                  <a:cubicBezTo>
                    <a:pt x="8473" y="53768"/>
                    <a:pt x="8505" y="53781"/>
                    <a:pt x="8538" y="53781"/>
                  </a:cubicBezTo>
                  <a:cubicBezTo>
                    <a:pt x="8582" y="53781"/>
                    <a:pt x="8624" y="53762"/>
                    <a:pt x="8652" y="53727"/>
                  </a:cubicBezTo>
                  <a:cubicBezTo>
                    <a:pt x="8706" y="53664"/>
                    <a:pt x="8696" y="53571"/>
                    <a:pt x="8633" y="53520"/>
                  </a:cubicBezTo>
                  <a:cubicBezTo>
                    <a:pt x="8485" y="53399"/>
                    <a:pt x="8326" y="53275"/>
                    <a:pt x="8161" y="53152"/>
                  </a:cubicBezTo>
                  <a:cubicBezTo>
                    <a:pt x="8134" y="53132"/>
                    <a:pt x="8103" y="53123"/>
                    <a:pt x="8073" y="53123"/>
                  </a:cubicBezTo>
                  <a:close/>
                  <a:moveTo>
                    <a:pt x="9193" y="54081"/>
                  </a:moveTo>
                  <a:cubicBezTo>
                    <a:pt x="9156" y="54081"/>
                    <a:pt x="9118" y="54095"/>
                    <a:pt x="9089" y="54123"/>
                  </a:cubicBezTo>
                  <a:cubicBezTo>
                    <a:pt x="9032" y="54181"/>
                    <a:pt x="9032" y="54274"/>
                    <a:pt x="9088" y="54332"/>
                  </a:cubicBezTo>
                  <a:cubicBezTo>
                    <a:pt x="9148" y="54393"/>
                    <a:pt x="9209" y="54457"/>
                    <a:pt x="9268" y="54519"/>
                  </a:cubicBezTo>
                  <a:cubicBezTo>
                    <a:pt x="9340" y="54598"/>
                    <a:pt x="9409" y="54677"/>
                    <a:pt x="9479" y="54759"/>
                  </a:cubicBezTo>
                  <a:cubicBezTo>
                    <a:pt x="9507" y="54793"/>
                    <a:pt x="9550" y="54810"/>
                    <a:pt x="9591" y="54810"/>
                  </a:cubicBezTo>
                  <a:cubicBezTo>
                    <a:pt x="9625" y="54810"/>
                    <a:pt x="9660" y="54799"/>
                    <a:pt x="9687" y="54776"/>
                  </a:cubicBezTo>
                  <a:cubicBezTo>
                    <a:pt x="9749" y="54723"/>
                    <a:pt x="9756" y="54630"/>
                    <a:pt x="9703" y="54568"/>
                  </a:cubicBezTo>
                  <a:cubicBezTo>
                    <a:pt x="9632" y="54483"/>
                    <a:pt x="9559" y="54401"/>
                    <a:pt x="9485" y="54319"/>
                  </a:cubicBezTo>
                  <a:cubicBezTo>
                    <a:pt x="9424" y="54253"/>
                    <a:pt x="9362" y="54187"/>
                    <a:pt x="9299" y="54124"/>
                  </a:cubicBezTo>
                  <a:cubicBezTo>
                    <a:pt x="9269" y="54095"/>
                    <a:pt x="9231" y="54081"/>
                    <a:pt x="9193" y="54081"/>
                  </a:cubicBezTo>
                  <a:close/>
                  <a:moveTo>
                    <a:pt x="55961" y="54128"/>
                  </a:moveTo>
                  <a:cubicBezTo>
                    <a:pt x="55920" y="54128"/>
                    <a:pt x="55879" y="54145"/>
                    <a:pt x="55850" y="54179"/>
                  </a:cubicBezTo>
                  <a:cubicBezTo>
                    <a:pt x="55726" y="54322"/>
                    <a:pt x="55594" y="54468"/>
                    <a:pt x="55458" y="54609"/>
                  </a:cubicBezTo>
                  <a:cubicBezTo>
                    <a:pt x="55403" y="54669"/>
                    <a:pt x="55404" y="54762"/>
                    <a:pt x="55463" y="54819"/>
                  </a:cubicBezTo>
                  <a:cubicBezTo>
                    <a:pt x="55492" y="54847"/>
                    <a:pt x="55529" y="54860"/>
                    <a:pt x="55565" y="54860"/>
                  </a:cubicBezTo>
                  <a:cubicBezTo>
                    <a:pt x="55605" y="54860"/>
                    <a:pt x="55643" y="54846"/>
                    <a:pt x="55669" y="54814"/>
                  </a:cubicBezTo>
                  <a:cubicBezTo>
                    <a:pt x="55808" y="54668"/>
                    <a:pt x="55945" y="54519"/>
                    <a:pt x="56071" y="54372"/>
                  </a:cubicBezTo>
                  <a:cubicBezTo>
                    <a:pt x="56126" y="54312"/>
                    <a:pt x="56120" y="54217"/>
                    <a:pt x="56058" y="54165"/>
                  </a:cubicBezTo>
                  <a:cubicBezTo>
                    <a:pt x="56030" y="54140"/>
                    <a:pt x="55996" y="54128"/>
                    <a:pt x="55961" y="54128"/>
                  </a:cubicBezTo>
                  <a:close/>
                  <a:moveTo>
                    <a:pt x="22840" y="54040"/>
                  </a:moveTo>
                  <a:cubicBezTo>
                    <a:pt x="22773" y="54040"/>
                    <a:pt x="22713" y="54085"/>
                    <a:pt x="22697" y="54152"/>
                  </a:cubicBezTo>
                  <a:cubicBezTo>
                    <a:pt x="22650" y="54341"/>
                    <a:pt x="22600" y="54531"/>
                    <a:pt x="22550" y="54721"/>
                  </a:cubicBezTo>
                  <a:cubicBezTo>
                    <a:pt x="22529" y="54799"/>
                    <a:pt x="22575" y="54881"/>
                    <a:pt x="22655" y="54901"/>
                  </a:cubicBezTo>
                  <a:cubicBezTo>
                    <a:pt x="22667" y="54905"/>
                    <a:pt x="22681" y="54906"/>
                    <a:pt x="22693" y="54906"/>
                  </a:cubicBezTo>
                  <a:cubicBezTo>
                    <a:pt x="22758" y="54906"/>
                    <a:pt x="22818" y="54862"/>
                    <a:pt x="22834" y="54796"/>
                  </a:cubicBezTo>
                  <a:cubicBezTo>
                    <a:pt x="22886" y="54607"/>
                    <a:pt x="22936" y="54415"/>
                    <a:pt x="22983" y="54224"/>
                  </a:cubicBezTo>
                  <a:cubicBezTo>
                    <a:pt x="23003" y="54144"/>
                    <a:pt x="22955" y="54064"/>
                    <a:pt x="22876" y="54045"/>
                  </a:cubicBezTo>
                  <a:cubicBezTo>
                    <a:pt x="22864" y="54042"/>
                    <a:pt x="22852" y="54040"/>
                    <a:pt x="22840" y="54040"/>
                  </a:cubicBezTo>
                  <a:close/>
                  <a:moveTo>
                    <a:pt x="46696" y="54346"/>
                  </a:moveTo>
                  <a:cubicBezTo>
                    <a:pt x="46687" y="54346"/>
                    <a:pt x="46679" y="54347"/>
                    <a:pt x="46670" y="54348"/>
                  </a:cubicBezTo>
                  <a:cubicBezTo>
                    <a:pt x="46590" y="54362"/>
                    <a:pt x="46536" y="54438"/>
                    <a:pt x="46549" y="54518"/>
                  </a:cubicBezTo>
                  <a:cubicBezTo>
                    <a:pt x="46584" y="54720"/>
                    <a:pt x="46629" y="54918"/>
                    <a:pt x="46681" y="55109"/>
                  </a:cubicBezTo>
                  <a:cubicBezTo>
                    <a:pt x="46700" y="55175"/>
                    <a:pt x="46759" y="55217"/>
                    <a:pt x="46824" y="55217"/>
                  </a:cubicBezTo>
                  <a:cubicBezTo>
                    <a:pt x="46836" y="55217"/>
                    <a:pt x="46851" y="55216"/>
                    <a:pt x="46862" y="55211"/>
                  </a:cubicBezTo>
                  <a:cubicBezTo>
                    <a:pt x="46940" y="55189"/>
                    <a:pt x="46987" y="55108"/>
                    <a:pt x="46965" y="55029"/>
                  </a:cubicBezTo>
                  <a:cubicBezTo>
                    <a:pt x="46915" y="54847"/>
                    <a:pt x="46872" y="54659"/>
                    <a:pt x="46840" y="54468"/>
                  </a:cubicBezTo>
                  <a:cubicBezTo>
                    <a:pt x="46827" y="54396"/>
                    <a:pt x="46766" y="54346"/>
                    <a:pt x="46696" y="54346"/>
                  </a:cubicBezTo>
                  <a:close/>
                  <a:moveTo>
                    <a:pt x="54933" y="55185"/>
                  </a:moveTo>
                  <a:cubicBezTo>
                    <a:pt x="54898" y="55185"/>
                    <a:pt x="54862" y="55198"/>
                    <a:pt x="54833" y="55224"/>
                  </a:cubicBezTo>
                  <a:cubicBezTo>
                    <a:pt x="54693" y="55353"/>
                    <a:pt x="54545" y="55484"/>
                    <a:pt x="54396" y="55611"/>
                  </a:cubicBezTo>
                  <a:cubicBezTo>
                    <a:pt x="54335" y="55665"/>
                    <a:pt x="54327" y="55758"/>
                    <a:pt x="54379" y="55819"/>
                  </a:cubicBezTo>
                  <a:cubicBezTo>
                    <a:pt x="54409" y="55853"/>
                    <a:pt x="54451" y="55871"/>
                    <a:pt x="54492" y="55871"/>
                  </a:cubicBezTo>
                  <a:cubicBezTo>
                    <a:pt x="54527" y="55871"/>
                    <a:pt x="54560" y="55860"/>
                    <a:pt x="54587" y="55836"/>
                  </a:cubicBezTo>
                  <a:cubicBezTo>
                    <a:pt x="54739" y="55706"/>
                    <a:pt x="54889" y="55573"/>
                    <a:pt x="55032" y="55441"/>
                  </a:cubicBezTo>
                  <a:cubicBezTo>
                    <a:pt x="55092" y="55387"/>
                    <a:pt x="55096" y="55293"/>
                    <a:pt x="55041" y="55233"/>
                  </a:cubicBezTo>
                  <a:cubicBezTo>
                    <a:pt x="55012" y="55201"/>
                    <a:pt x="54973" y="55185"/>
                    <a:pt x="54933" y="55185"/>
                  </a:cubicBezTo>
                  <a:close/>
                  <a:moveTo>
                    <a:pt x="10132" y="55216"/>
                  </a:moveTo>
                  <a:cubicBezTo>
                    <a:pt x="10102" y="55216"/>
                    <a:pt x="10073" y="55224"/>
                    <a:pt x="10047" y="55243"/>
                  </a:cubicBezTo>
                  <a:cubicBezTo>
                    <a:pt x="9980" y="55289"/>
                    <a:pt x="9964" y="55382"/>
                    <a:pt x="10012" y="55448"/>
                  </a:cubicBezTo>
                  <a:cubicBezTo>
                    <a:pt x="10120" y="55599"/>
                    <a:pt x="10227" y="55758"/>
                    <a:pt x="10341" y="55930"/>
                  </a:cubicBezTo>
                  <a:cubicBezTo>
                    <a:pt x="10369" y="55974"/>
                    <a:pt x="10416" y="55997"/>
                    <a:pt x="10465" y="55997"/>
                  </a:cubicBezTo>
                  <a:cubicBezTo>
                    <a:pt x="10493" y="55997"/>
                    <a:pt x="10519" y="55990"/>
                    <a:pt x="10544" y="55974"/>
                  </a:cubicBezTo>
                  <a:cubicBezTo>
                    <a:pt x="10612" y="55930"/>
                    <a:pt x="10632" y="55839"/>
                    <a:pt x="10586" y="55770"/>
                  </a:cubicBezTo>
                  <a:cubicBezTo>
                    <a:pt x="10472" y="55594"/>
                    <a:pt x="10363" y="55433"/>
                    <a:pt x="10251" y="55278"/>
                  </a:cubicBezTo>
                  <a:cubicBezTo>
                    <a:pt x="10223" y="55237"/>
                    <a:pt x="10178" y="55216"/>
                    <a:pt x="10132" y="55216"/>
                  </a:cubicBezTo>
                  <a:close/>
                  <a:moveTo>
                    <a:pt x="22450" y="55462"/>
                  </a:moveTo>
                  <a:cubicBezTo>
                    <a:pt x="22387" y="55462"/>
                    <a:pt x="22329" y="55504"/>
                    <a:pt x="22310" y="55567"/>
                  </a:cubicBezTo>
                  <a:cubicBezTo>
                    <a:pt x="22254" y="55753"/>
                    <a:pt x="22194" y="55939"/>
                    <a:pt x="22131" y="56124"/>
                  </a:cubicBezTo>
                  <a:cubicBezTo>
                    <a:pt x="22105" y="56201"/>
                    <a:pt x="22146" y="56285"/>
                    <a:pt x="22224" y="56311"/>
                  </a:cubicBezTo>
                  <a:cubicBezTo>
                    <a:pt x="22239" y="56316"/>
                    <a:pt x="22256" y="56319"/>
                    <a:pt x="22271" y="56319"/>
                  </a:cubicBezTo>
                  <a:cubicBezTo>
                    <a:pt x="22333" y="56319"/>
                    <a:pt x="22390" y="56280"/>
                    <a:pt x="22410" y="56219"/>
                  </a:cubicBezTo>
                  <a:cubicBezTo>
                    <a:pt x="22473" y="56032"/>
                    <a:pt x="22534" y="55842"/>
                    <a:pt x="22592" y="55653"/>
                  </a:cubicBezTo>
                  <a:cubicBezTo>
                    <a:pt x="22617" y="55574"/>
                    <a:pt x="22571" y="55491"/>
                    <a:pt x="22494" y="55469"/>
                  </a:cubicBezTo>
                  <a:cubicBezTo>
                    <a:pt x="22479" y="55464"/>
                    <a:pt x="22465" y="55462"/>
                    <a:pt x="22450" y="55462"/>
                  </a:cubicBezTo>
                  <a:close/>
                  <a:moveTo>
                    <a:pt x="47127" y="55754"/>
                  </a:moveTo>
                  <a:cubicBezTo>
                    <a:pt x="47105" y="55754"/>
                    <a:pt x="47084" y="55758"/>
                    <a:pt x="47063" y="55768"/>
                  </a:cubicBezTo>
                  <a:cubicBezTo>
                    <a:pt x="46990" y="55803"/>
                    <a:pt x="46958" y="55891"/>
                    <a:pt x="46992" y="55964"/>
                  </a:cubicBezTo>
                  <a:cubicBezTo>
                    <a:pt x="47080" y="56152"/>
                    <a:pt x="47178" y="56331"/>
                    <a:pt x="47284" y="56497"/>
                  </a:cubicBezTo>
                  <a:cubicBezTo>
                    <a:pt x="47312" y="56542"/>
                    <a:pt x="47360" y="56566"/>
                    <a:pt x="47409" y="56566"/>
                  </a:cubicBezTo>
                  <a:cubicBezTo>
                    <a:pt x="47436" y="56566"/>
                    <a:pt x="47464" y="56558"/>
                    <a:pt x="47486" y="56543"/>
                  </a:cubicBezTo>
                  <a:cubicBezTo>
                    <a:pt x="47554" y="56499"/>
                    <a:pt x="47575" y="56408"/>
                    <a:pt x="47532" y="56339"/>
                  </a:cubicBezTo>
                  <a:cubicBezTo>
                    <a:pt x="47434" y="56185"/>
                    <a:pt x="47342" y="56016"/>
                    <a:pt x="47259" y="55839"/>
                  </a:cubicBezTo>
                  <a:cubicBezTo>
                    <a:pt x="47234" y="55785"/>
                    <a:pt x="47182" y="55754"/>
                    <a:pt x="47127" y="55754"/>
                  </a:cubicBezTo>
                  <a:close/>
                  <a:moveTo>
                    <a:pt x="53806" y="56133"/>
                  </a:moveTo>
                  <a:cubicBezTo>
                    <a:pt x="53774" y="56133"/>
                    <a:pt x="53743" y="56143"/>
                    <a:pt x="53716" y="56164"/>
                  </a:cubicBezTo>
                  <a:cubicBezTo>
                    <a:pt x="53618" y="56238"/>
                    <a:pt x="53520" y="56312"/>
                    <a:pt x="53420" y="56386"/>
                  </a:cubicBezTo>
                  <a:cubicBezTo>
                    <a:pt x="53362" y="56428"/>
                    <a:pt x="53304" y="56471"/>
                    <a:pt x="53247" y="56512"/>
                  </a:cubicBezTo>
                  <a:cubicBezTo>
                    <a:pt x="53179" y="56558"/>
                    <a:pt x="53164" y="56651"/>
                    <a:pt x="53211" y="56717"/>
                  </a:cubicBezTo>
                  <a:cubicBezTo>
                    <a:pt x="53239" y="56757"/>
                    <a:pt x="53285" y="56779"/>
                    <a:pt x="53331" y="56779"/>
                  </a:cubicBezTo>
                  <a:cubicBezTo>
                    <a:pt x="53361" y="56779"/>
                    <a:pt x="53391" y="56770"/>
                    <a:pt x="53417" y="56752"/>
                  </a:cubicBezTo>
                  <a:cubicBezTo>
                    <a:pt x="53477" y="56709"/>
                    <a:pt x="53536" y="56666"/>
                    <a:pt x="53594" y="56623"/>
                  </a:cubicBezTo>
                  <a:cubicBezTo>
                    <a:pt x="53695" y="56549"/>
                    <a:pt x="53795" y="56474"/>
                    <a:pt x="53894" y="56397"/>
                  </a:cubicBezTo>
                  <a:cubicBezTo>
                    <a:pt x="53959" y="56348"/>
                    <a:pt x="53972" y="56255"/>
                    <a:pt x="53922" y="56191"/>
                  </a:cubicBezTo>
                  <a:cubicBezTo>
                    <a:pt x="53893" y="56153"/>
                    <a:pt x="53850" y="56133"/>
                    <a:pt x="53806" y="56133"/>
                  </a:cubicBezTo>
                  <a:close/>
                  <a:moveTo>
                    <a:pt x="10932" y="56453"/>
                  </a:moveTo>
                  <a:cubicBezTo>
                    <a:pt x="10907" y="56453"/>
                    <a:pt x="10880" y="56460"/>
                    <a:pt x="10857" y="56475"/>
                  </a:cubicBezTo>
                  <a:cubicBezTo>
                    <a:pt x="10787" y="56517"/>
                    <a:pt x="10764" y="56608"/>
                    <a:pt x="10806" y="56677"/>
                  </a:cubicBezTo>
                  <a:cubicBezTo>
                    <a:pt x="10908" y="56844"/>
                    <a:pt x="11008" y="57013"/>
                    <a:pt x="11107" y="57182"/>
                  </a:cubicBezTo>
                  <a:cubicBezTo>
                    <a:pt x="11136" y="57229"/>
                    <a:pt x="11185" y="57255"/>
                    <a:pt x="11235" y="57255"/>
                  </a:cubicBezTo>
                  <a:cubicBezTo>
                    <a:pt x="11261" y="57255"/>
                    <a:pt x="11287" y="57248"/>
                    <a:pt x="11311" y="57235"/>
                  </a:cubicBezTo>
                  <a:cubicBezTo>
                    <a:pt x="11380" y="57193"/>
                    <a:pt x="11404" y="57102"/>
                    <a:pt x="11362" y="57033"/>
                  </a:cubicBezTo>
                  <a:cubicBezTo>
                    <a:pt x="11261" y="56863"/>
                    <a:pt x="11161" y="56693"/>
                    <a:pt x="11059" y="56524"/>
                  </a:cubicBezTo>
                  <a:cubicBezTo>
                    <a:pt x="11031" y="56479"/>
                    <a:pt x="10982" y="56453"/>
                    <a:pt x="10932" y="56453"/>
                  </a:cubicBezTo>
                  <a:close/>
                  <a:moveTo>
                    <a:pt x="52590" y="56971"/>
                  </a:moveTo>
                  <a:cubicBezTo>
                    <a:pt x="52564" y="56971"/>
                    <a:pt x="52538" y="56978"/>
                    <a:pt x="52515" y="56992"/>
                  </a:cubicBezTo>
                  <a:cubicBezTo>
                    <a:pt x="52344" y="57092"/>
                    <a:pt x="52173" y="57187"/>
                    <a:pt x="52006" y="57269"/>
                  </a:cubicBezTo>
                  <a:cubicBezTo>
                    <a:pt x="51934" y="57305"/>
                    <a:pt x="51905" y="57394"/>
                    <a:pt x="51941" y="57466"/>
                  </a:cubicBezTo>
                  <a:cubicBezTo>
                    <a:pt x="51968" y="57518"/>
                    <a:pt x="52020" y="57548"/>
                    <a:pt x="52073" y="57548"/>
                  </a:cubicBezTo>
                  <a:cubicBezTo>
                    <a:pt x="52096" y="57548"/>
                    <a:pt x="52119" y="57543"/>
                    <a:pt x="52138" y="57533"/>
                  </a:cubicBezTo>
                  <a:cubicBezTo>
                    <a:pt x="52311" y="57448"/>
                    <a:pt x="52489" y="57352"/>
                    <a:pt x="52666" y="57245"/>
                  </a:cubicBezTo>
                  <a:cubicBezTo>
                    <a:pt x="52736" y="57203"/>
                    <a:pt x="52758" y="57112"/>
                    <a:pt x="52717" y="57043"/>
                  </a:cubicBezTo>
                  <a:cubicBezTo>
                    <a:pt x="52689" y="56997"/>
                    <a:pt x="52640" y="56971"/>
                    <a:pt x="52590" y="56971"/>
                  </a:cubicBezTo>
                  <a:close/>
                  <a:moveTo>
                    <a:pt x="47965" y="56956"/>
                  </a:moveTo>
                  <a:cubicBezTo>
                    <a:pt x="47926" y="56956"/>
                    <a:pt x="47887" y="56971"/>
                    <a:pt x="47858" y="57001"/>
                  </a:cubicBezTo>
                  <a:cubicBezTo>
                    <a:pt x="47801" y="57060"/>
                    <a:pt x="47804" y="57153"/>
                    <a:pt x="47862" y="57209"/>
                  </a:cubicBezTo>
                  <a:cubicBezTo>
                    <a:pt x="48012" y="57356"/>
                    <a:pt x="48173" y="57485"/>
                    <a:pt x="48343" y="57595"/>
                  </a:cubicBezTo>
                  <a:cubicBezTo>
                    <a:pt x="48367" y="57612"/>
                    <a:pt x="48395" y="57620"/>
                    <a:pt x="48423" y="57620"/>
                  </a:cubicBezTo>
                  <a:cubicBezTo>
                    <a:pt x="48472" y="57620"/>
                    <a:pt x="48518" y="57596"/>
                    <a:pt x="48548" y="57552"/>
                  </a:cubicBezTo>
                  <a:cubicBezTo>
                    <a:pt x="48593" y="57483"/>
                    <a:pt x="48574" y="57393"/>
                    <a:pt x="48506" y="57348"/>
                  </a:cubicBezTo>
                  <a:cubicBezTo>
                    <a:pt x="48352" y="57247"/>
                    <a:pt x="48203" y="57130"/>
                    <a:pt x="48067" y="56997"/>
                  </a:cubicBezTo>
                  <a:cubicBezTo>
                    <a:pt x="48038" y="56969"/>
                    <a:pt x="48001" y="56956"/>
                    <a:pt x="47965" y="56956"/>
                  </a:cubicBezTo>
                  <a:close/>
                  <a:moveTo>
                    <a:pt x="21962" y="56852"/>
                  </a:moveTo>
                  <a:cubicBezTo>
                    <a:pt x="21905" y="56852"/>
                    <a:pt x="21849" y="56886"/>
                    <a:pt x="21825" y="56944"/>
                  </a:cubicBezTo>
                  <a:cubicBezTo>
                    <a:pt x="21750" y="57126"/>
                    <a:pt x="21672" y="57305"/>
                    <a:pt x="21590" y="57476"/>
                  </a:cubicBezTo>
                  <a:cubicBezTo>
                    <a:pt x="21556" y="57550"/>
                    <a:pt x="21588" y="57637"/>
                    <a:pt x="21661" y="57673"/>
                  </a:cubicBezTo>
                  <a:cubicBezTo>
                    <a:pt x="21682" y="57683"/>
                    <a:pt x="21704" y="57687"/>
                    <a:pt x="21724" y="57687"/>
                  </a:cubicBezTo>
                  <a:cubicBezTo>
                    <a:pt x="21780" y="57687"/>
                    <a:pt x="21833" y="57656"/>
                    <a:pt x="21858" y="57601"/>
                  </a:cubicBezTo>
                  <a:cubicBezTo>
                    <a:pt x="21941" y="57426"/>
                    <a:pt x="22021" y="57241"/>
                    <a:pt x="22099" y="57054"/>
                  </a:cubicBezTo>
                  <a:cubicBezTo>
                    <a:pt x="22129" y="56980"/>
                    <a:pt x="22094" y="56894"/>
                    <a:pt x="22017" y="56863"/>
                  </a:cubicBezTo>
                  <a:cubicBezTo>
                    <a:pt x="21999" y="56855"/>
                    <a:pt x="21981" y="56852"/>
                    <a:pt x="21962" y="56852"/>
                  </a:cubicBezTo>
                  <a:close/>
                  <a:moveTo>
                    <a:pt x="51258" y="57591"/>
                  </a:moveTo>
                  <a:cubicBezTo>
                    <a:pt x="51243" y="57591"/>
                    <a:pt x="51227" y="57593"/>
                    <a:pt x="51212" y="57598"/>
                  </a:cubicBezTo>
                  <a:cubicBezTo>
                    <a:pt x="51025" y="57658"/>
                    <a:pt x="50839" y="57707"/>
                    <a:pt x="50660" y="57739"/>
                  </a:cubicBezTo>
                  <a:cubicBezTo>
                    <a:pt x="50580" y="57753"/>
                    <a:pt x="50527" y="57830"/>
                    <a:pt x="50541" y="57910"/>
                  </a:cubicBezTo>
                  <a:cubicBezTo>
                    <a:pt x="50555" y="57981"/>
                    <a:pt x="50617" y="58031"/>
                    <a:pt x="50686" y="58031"/>
                  </a:cubicBezTo>
                  <a:cubicBezTo>
                    <a:pt x="50695" y="58031"/>
                    <a:pt x="50704" y="58030"/>
                    <a:pt x="50715" y="58028"/>
                  </a:cubicBezTo>
                  <a:cubicBezTo>
                    <a:pt x="50906" y="57992"/>
                    <a:pt x="51104" y="57942"/>
                    <a:pt x="51304" y="57878"/>
                  </a:cubicBezTo>
                  <a:cubicBezTo>
                    <a:pt x="51381" y="57853"/>
                    <a:pt x="51423" y="57770"/>
                    <a:pt x="51398" y="57692"/>
                  </a:cubicBezTo>
                  <a:cubicBezTo>
                    <a:pt x="51378" y="57631"/>
                    <a:pt x="51320" y="57591"/>
                    <a:pt x="51258" y="57591"/>
                  </a:cubicBezTo>
                  <a:close/>
                  <a:moveTo>
                    <a:pt x="49226" y="57687"/>
                  </a:moveTo>
                  <a:cubicBezTo>
                    <a:pt x="49161" y="57687"/>
                    <a:pt x="49101" y="57729"/>
                    <a:pt x="49083" y="57795"/>
                  </a:cubicBezTo>
                  <a:cubicBezTo>
                    <a:pt x="49063" y="57874"/>
                    <a:pt x="49107" y="57955"/>
                    <a:pt x="49187" y="57977"/>
                  </a:cubicBezTo>
                  <a:cubicBezTo>
                    <a:pt x="49383" y="58033"/>
                    <a:pt x="49587" y="58068"/>
                    <a:pt x="49795" y="58082"/>
                  </a:cubicBezTo>
                  <a:lnTo>
                    <a:pt x="49806" y="58082"/>
                  </a:lnTo>
                  <a:cubicBezTo>
                    <a:pt x="49883" y="58082"/>
                    <a:pt x="49947" y="58024"/>
                    <a:pt x="49953" y="57945"/>
                  </a:cubicBezTo>
                  <a:cubicBezTo>
                    <a:pt x="49958" y="57863"/>
                    <a:pt x="49898" y="57793"/>
                    <a:pt x="49817" y="57787"/>
                  </a:cubicBezTo>
                  <a:cubicBezTo>
                    <a:pt x="49628" y="57773"/>
                    <a:pt x="49442" y="57741"/>
                    <a:pt x="49265" y="57692"/>
                  </a:cubicBezTo>
                  <a:cubicBezTo>
                    <a:pt x="49252" y="57689"/>
                    <a:pt x="49239" y="57687"/>
                    <a:pt x="49226" y="57687"/>
                  </a:cubicBezTo>
                  <a:close/>
                  <a:moveTo>
                    <a:pt x="11688" y="57721"/>
                  </a:moveTo>
                  <a:cubicBezTo>
                    <a:pt x="11662" y="57721"/>
                    <a:pt x="11636" y="57728"/>
                    <a:pt x="11612" y="57743"/>
                  </a:cubicBezTo>
                  <a:cubicBezTo>
                    <a:pt x="11543" y="57785"/>
                    <a:pt x="11519" y="57875"/>
                    <a:pt x="11561" y="57945"/>
                  </a:cubicBezTo>
                  <a:cubicBezTo>
                    <a:pt x="11664" y="58115"/>
                    <a:pt x="11768" y="58284"/>
                    <a:pt x="11873" y="58450"/>
                  </a:cubicBezTo>
                  <a:cubicBezTo>
                    <a:pt x="11901" y="58494"/>
                    <a:pt x="11948" y="58519"/>
                    <a:pt x="11998" y="58519"/>
                  </a:cubicBezTo>
                  <a:cubicBezTo>
                    <a:pt x="12025" y="58519"/>
                    <a:pt x="12052" y="58511"/>
                    <a:pt x="12076" y="58497"/>
                  </a:cubicBezTo>
                  <a:cubicBezTo>
                    <a:pt x="12145" y="58453"/>
                    <a:pt x="12166" y="58362"/>
                    <a:pt x="12123" y="58293"/>
                  </a:cubicBezTo>
                  <a:cubicBezTo>
                    <a:pt x="12019" y="58128"/>
                    <a:pt x="11916" y="57961"/>
                    <a:pt x="11814" y="57792"/>
                  </a:cubicBezTo>
                  <a:cubicBezTo>
                    <a:pt x="11786" y="57747"/>
                    <a:pt x="11738" y="57721"/>
                    <a:pt x="11688" y="57721"/>
                  </a:cubicBezTo>
                  <a:close/>
                  <a:moveTo>
                    <a:pt x="21312" y="58177"/>
                  </a:moveTo>
                  <a:cubicBezTo>
                    <a:pt x="21262" y="58177"/>
                    <a:pt x="21213" y="58203"/>
                    <a:pt x="21186" y="58250"/>
                  </a:cubicBezTo>
                  <a:cubicBezTo>
                    <a:pt x="21140" y="58327"/>
                    <a:pt x="21095" y="58401"/>
                    <a:pt x="21047" y="58477"/>
                  </a:cubicBezTo>
                  <a:cubicBezTo>
                    <a:pt x="20994" y="58565"/>
                    <a:pt x="20935" y="58652"/>
                    <a:pt x="20876" y="58738"/>
                  </a:cubicBezTo>
                  <a:cubicBezTo>
                    <a:pt x="20830" y="58805"/>
                    <a:pt x="20846" y="58896"/>
                    <a:pt x="20913" y="58943"/>
                  </a:cubicBezTo>
                  <a:cubicBezTo>
                    <a:pt x="20939" y="58960"/>
                    <a:pt x="20968" y="58968"/>
                    <a:pt x="20997" y="58968"/>
                  </a:cubicBezTo>
                  <a:cubicBezTo>
                    <a:pt x="21045" y="58968"/>
                    <a:pt x="21090" y="58946"/>
                    <a:pt x="21118" y="58905"/>
                  </a:cubicBezTo>
                  <a:cubicBezTo>
                    <a:pt x="21181" y="58817"/>
                    <a:pt x="21239" y="58725"/>
                    <a:pt x="21298" y="58633"/>
                  </a:cubicBezTo>
                  <a:cubicBezTo>
                    <a:pt x="21346" y="58556"/>
                    <a:pt x="21393" y="58477"/>
                    <a:pt x="21440" y="58399"/>
                  </a:cubicBezTo>
                  <a:cubicBezTo>
                    <a:pt x="21481" y="58329"/>
                    <a:pt x="21456" y="58239"/>
                    <a:pt x="21387" y="58198"/>
                  </a:cubicBezTo>
                  <a:cubicBezTo>
                    <a:pt x="21363" y="58184"/>
                    <a:pt x="21337" y="58177"/>
                    <a:pt x="21312" y="58177"/>
                  </a:cubicBezTo>
                  <a:close/>
                  <a:moveTo>
                    <a:pt x="12490" y="58959"/>
                  </a:moveTo>
                  <a:cubicBezTo>
                    <a:pt x="12460" y="58959"/>
                    <a:pt x="12430" y="58968"/>
                    <a:pt x="12404" y="58987"/>
                  </a:cubicBezTo>
                  <a:cubicBezTo>
                    <a:pt x="12338" y="59033"/>
                    <a:pt x="12323" y="59126"/>
                    <a:pt x="12370" y="59192"/>
                  </a:cubicBezTo>
                  <a:cubicBezTo>
                    <a:pt x="12493" y="59365"/>
                    <a:pt x="12612" y="59520"/>
                    <a:pt x="12731" y="59669"/>
                  </a:cubicBezTo>
                  <a:cubicBezTo>
                    <a:pt x="12761" y="59704"/>
                    <a:pt x="12804" y="59724"/>
                    <a:pt x="12846" y="59724"/>
                  </a:cubicBezTo>
                  <a:cubicBezTo>
                    <a:pt x="12879" y="59724"/>
                    <a:pt x="12911" y="59713"/>
                    <a:pt x="12938" y="59691"/>
                  </a:cubicBezTo>
                  <a:cubicBezTo>
                    <a:pt x="13001" y="59639"/>
                    <a:pt x="13011" y="59546"/>
                    <a:pt x="12959" y="59483"/>
                  </a:cubicBezTo>
                  <a:cubicBezTo>
                    <a:pt x="12844" y="59339"/>
                    <a:pt x="12729" y="59188"/>
                    <a:pt x="12609" y="59020"/>
                  </a:cubicBezTo>
                  <a:cubicBezTo>
                    <a:pt x="12581" y="58981"/>
                    <a:pt x="12535" y="58959"/>
                    <a:pt x="12490" y="58959"/>
                  </a:cubicBezTo>
                  <a:close/>
                  <a:moveTo>
                    <a:pt x="20447" y="59366"/>
                  </a:moveTo>
                  <a:cubicBezTo>
                    <a:pt x="20407" y="59366"/>
                    <a:pt x="20367" y="59383"/>
                    <a:pt x="20339" y="59415"/>
                  </a:cubicBezTo>
                  <a:cubicBezTo>
                    <a:pt x="20208" y="59558"/>
                    <a:pt x="20072" y="59696"/>
                    <a:pt x="19933" y="59826"/>
                  </a:cubicBezTo>
                  <a:cubicBezTo>
                    <a:pt x="19874" y="59883"/>
                    <a:pt x="19871" y="59975"/>
                    <a:pt x="19927" y="60035"/>
                  </a:cubicBezTo>
                  <a:cubicBezTo>
                    <a:pt x="19957" y="60066"/>
                    <a:pt x="19996" y="60082"/>
                    <a:pt x="20035" y="60082"/>
                  </a:cubicBezTo>
                  <a:cubicBezTo>
                    <a:pt x="20071" y="60082"/>
                    <a:pt x="20108" y="60068"/>
                    <a:pt x="20134" y="60041"/>
                  </a:cubicBezTo>
                  <a:cubicBezTo>
                    <a:pt x="20279" y="59906"/>
                    <a:pt x="20421" y="59762"/>
                    <a:pt x="20556" y="59612"/>
                  </a:cubicBezTo>
                  <a:cubicBezTo>
                    <a:pt x="20612" y="59552"/>
                    <a:pt x="20607" y="59458"/>
                    <a:pt x="20546" y="59405"/>
                  </a:cubicBezTo>
                  <a:cubicBezTo>
                    <a:pt x="20518" y="59379"/>
                    <a:pt x="20482" y="59366"/>
                    <a:pt x="20447" y="59366"/>
                  </a:cubicBezTo>
                  <a:close/>
                  <a:moveTo>
                    <a:pt x="13442" y="60082"/>
                  </a:moveTo>
                  <a:cubicBezTo>
                    <a:pt x="13403" y="60082"/>
                    <a:pt x="13364" y="60097"/>
                    <a:pt x="13335" y="60127"/>
                  </a:cubicBezTo>
                  <a:cubicBezTo>
                    <a:pt x="13278" y="60186"/>
                    <a:pt x="13281" y="60279"/>
                    <a:pt x="13339" y="60335"/>
                  </a:cubicBezTo>
                  <a:cubicBezTo>
                    <a:pt x="13488" y="60479"/>
                    <a:pt x="13640" y="60612"/>
                    <a:pt x="13795" y="60732"/>
                  </a:cubicBezTo>
                  <a:cubicBezTo>
                    <a:pt x="13823" y="60752"/>
                    <a:pt x="13855" y="60763"/>
                    <a:pt x="13886" y="60763"/>
                  </a:cubicBezTo>
                  <a:cubicBezTo>
                    <a:pt x="13929" y="60763"/>
                    <a:pt x="13974" y="60743"/>
                    <a:pt x="14004" y="60705"/>
                  </a:cubicBezTo>
                  <a:cubicBezTo>
                    <a:pt x="14053" y="60640"/>
                    <a:pt x="14042" y="60549"/>
                    <a:pt x="13978" y="60499"/>
                  </a:cubicBezTo>
                  <a:cubicBezTo>
                    <a:pt x="13831" y="60385"/>
                    <a:pt x="13686" y="60260"/>
                    <a:pt x="13545" y="60123"/>
                  </a:cubicBezTo>
                  <a:cubicBezTo>
                    <a:pt x="13516" y="60095"/>
                    <a:pt x="13479" y="60082"/>
                    <a:pt x="13442" y="60082"/>
                  </a:cubicBezTo>
                  <a:close/>
                  <a:moveTo>
                    <a:pt x="19351" y="60348"/>
                  </a:moveTo>
                  <a:cubicBezTo>
                    <a:pt x="19321" y="60348"/>
                    <a:pt x="19291" y="60357"/>
                    <a:pt x="19266" y="60376"/>
                  </a:cubicBezTo>
                  <a:cubicBezTo>
                    <a:pt x="19108" y="60488"/>
                    <a:pt x="18946" y="60592"/>
                    <a:pt x="18782" y="60687"/>
                  </a:cubicBezTo>
                  <a:cubicBezTo>
                    <a:pt x="18712" y="60730"/>
                    <a:pt x="18688" y="60818"/>
                    <a:pt x="18729" y="60890"/>
                  </a:cubicBezTo>
                  <a:cubicBezTo>
                    <a:pt x="18756" y="60937"/>
                    <a:pt x="18806" y="60963"/>
                    <a:pt x="18856" y="60963"/>
                  </a:cubicBezTo>
                  <a:cubicBezTo>
                    <a:pt x="18881" y="60963"/>
                    <a:pt x="18907" y="60957"/>
                    <a:pt x="18931" y="60943"/>
                  </a:cubicBezTo>
                  <a:cubicBezTo>
                    <a:pt x="19103" y="60844"/>
                    <a:pt x="19273" y="60733"/>
                    <a:pt x="19438" y="60616"/>
                  </a:cubicBezTo>
                  <a:cubicBezTo>
                    <a:pt x="19504" y="60568"/>
                    <a:pt x="19519" y="60475"/>
                    <a:pt x="19472" y="60410"/>
                  </a:cubicBezTo>
                  <a:cubicBezTo>
                    <a:pt x="19442" y="60370"/>
                    <a:pt x="19397" y="60348"/>
                    <a:pt x="19351" y="60348"/>
                  </a:cubicBezTo>
                  <a:close/>
                  <a:moveTo>
                    <a:pt x="14632" y="60939"/>
                  </a:moveTo>
                  <a:cubicBezTo>
                    <a:pt x="14578" y="60939"/>
                    <a:pt x="14526" y="60969"/>
                    <a:pt x="14500" y="61021"/>
                  </a:cubicBezTo>
                  <a:cubicBezTo>
                    <a:pt x="14464" y="61093"/>
                    <a:pt x="14493" y="61182"/>
                    <a:pt x="14565" y="61218"/>
                  </a:cubicBezTo>
                  <a:cubicBezTo>
                    <a:pt x="14745" y="61308"/>
                    <a:pt x="14935" y="61387"/>
                    <a:pt x="15128" y="61451"/>
                  </a:cubicBezTo>
                  <a:cubicBezTo>
                    <a:pt x="15144" y="61457"/>
                    <a:pt x="15158" y="61459"/>
                    <a:pt x="15175" y="61459"/>
                  </a:cubicBezTo>
                  <a:cubicBezTo>
                    <a:pt x="15237" y="61459"/>
                    <a:pt x="15294" y="61421"/>
                    <a:pt x="15315" y="61358"/>
                  </a:cubicBezTo>
                  <a:cubicBezTo>
                    <a:pt x="15341" y="61281"/>
                    <a:pt x="15300" y="61197"/>
                    <a:pt x="15222" y="61171"/>
                  </a:cubicBezTo>
                  <a:cubicBezTo>
                    <a:pt x="15043" y="61112"/>
                    <a:pt x="14866" y="61038"/>
                    <a:pt x="14697" y="60955"/>
                  </a:cubicBezTo>
                  <a:cubicBezTo>
                    <a:pt x="14676" y="60944"/>
                    <a:pt x="14654" y="60939"/>
                    <a:pt x="14632" y="60939"/>
                  </a:cubicBezTo>
                  <a:close/>
                  <a:moveTo>
                    <a:pt x="18062" y="61052"/>
                  </a:moveTo>
                  <a:cubicBezTo>
                    <a:pt x="18044" y="61052"/>
                    <a:pt x="18026" y="61055"/>
                    <a:pt x="18008" y="61062"/>
                  </a:cubicBezTo>
                  <a:cubicBezTo>
                    <a:pt x="17827" y="61131"/>
                    <a:pt x="17644" y="61190"/>
                    <a:pt x="17463" y="61236"/>
                  </a:cubicBezTo>
                  <a:cubicBezTo>
                    <a:pt x="17384" y="61257"/>
                    <a:pt x="17336" y="61336"/>
                    <a:pt x="17357" y="61415"/>
                  </a:cubicBezTo>
                  <a:cubicBezTo>
                    <a:pt x="17374" y="61483"/>
                    <a:pt x="17434" y="61526"/>
                    <a:pt x="17499" y="61526"/>
                  </a:cubicBezTo>
                  <a:cubicBezTo>
                    <a:pt x="17512" y="61526"/>
                    <a:pt x="17524" y="61525"/>
                    <a:pt x="17537" y="61522"/>
                  </a:cubicBezTo>
                  <a:cubicBezTo>
                    <a:pt x="17729" y="61474"/>
                    <a:pt x="17924" y="61410"/>
                    <a:pt x="18115" y="61336"/>
                  </a:cubicBezTo>
                  <a:cubicBezTo>
                    <a:pt x="18189" y="61306"/>
                    <a:pt x="18228" y="61222"/>
                    <a:pt x="18199" y="61145"/>
                  </a:cubicBezTo>
                  <a:cubicBezTo>
                    <a:pt x="18176" y="61088"/>
                    <a:pt x="18121" y="61052"/>
                    <a:pt x="18062" y="61052"/>
                  </a:cubicBezTo>
                  <a:close/>
                  <a:moveTo>
                    <a:pt x="16038" y="61350"/>
                  </a:moveTo>
                  <a:cubicBezTo>
                    <a:pt x="15963" y="61350"/>
                    <a:pt x="15897" y="61406"/>
                    <a:pt x="15890" y="61483"/>
                  </a:cubicBezTo>
                  <a:cubicBezTo>
                    <a:pt x="15882" y="61563"/>
                    <a:pt x="15941" y="61636"/>
                    <a:pt x="16023" y="61644"/>
                  </a:cubicBezTo>
                  <a:cubicBezTo>
                    <a:pt x="16157" y="61658"/>
                    <a:pt x="16292" y="61664"/>
                    <a:pt x="16428" y="61664"/>
                  </a:cubicBezTo>
                  <a:cubicBezTo>
                    <a:pt x="16497" y="61664"/>
                    <a:pt x="16565" y="61663"/>
                    <a:pt x="16633" y="61660"/>
                  </a:cubicBezTo>
                  <a:cubicBezTo>
                    <a:pt x="16715" y="61656"/>
                    <a:pt x="16777" y="61587"/>
                    <a:pt x="16774" y="61506"/>
                  </a:cubicBezTo>
                  <a:cubicBezTo>
                    <a:pt x="16770" y="61426"/>
                    <a:pt x="16703" y="61365"/>
                    <a:pt x="16628" y="61365"/>
                  </a:cubicBezTo>
                  <a:cubicBezTo>
                    <a:pt x="16625" y="61365"/>
                    <a:pt x="16622" y="61365"/>
                    <a:pt x="16619" y="61365"/>
                  </a:cubicBezTo>
                  <a:cubicBezTo>
                    <a:pt x="16555" y="61368"/>
                    <a:pt x="16491" y="61370"/>
                    <a:pt x="16427" y="61370"/>
                  </a:cubicBezTo>
                  <a:cubicBezTo>
                    <a:pt x="16301" y="61370"/>
                    <a:pt x="16175" y="61364"/>
                    <a:pt x="16052" y="61351"/>
                  </a:cubicBezTo>
                  <a:cubicBezTo>
                    <a:pt x="16047" y="61350"/>
                    <a:pt x="16043" y="61350"/>
                    <a:pt x="16038" y="6135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7"/>
            <p:cNvSpPr/>
            <p:nvPr/>
          </p:nvSpPr>
          <p:spPr>
            <a:xfrm>
              <a:off x="4446900" y="375200"/>
              <a:ext cx="1332325" cy="1409700"/>
            </a:xfrm>
            <a:custGeom>
              <a:rect b="b" l="l" r="r" t="t"/>
              <a:pathLst>
                <a:path extrusionOk="0" h="56388" w="53293">
                  <a:moveTo>
                    <a:pt x="36741" y="250"/>
                  </a:moveTo>
                  <a:cubicBezTo>
                    <a:pt x="36875" y="250"/>
                    <a:pt x="37007" y="255"/>
                    <a:pt x="37136" y="265"/>
                  </a:cubicBezTo>
                  <a:cubicBezTo>
                    <a:pt x="38731" y="388"/>
                    <a:pt x="39849" y="2058"/>
                    <a:pt x="40093" y="3567"/>
                  </a:cubicBezTo>
                  <a:cubicBezTo>
                    <a:pt x="40232" y="4431"/>
                    <a:pt x="40206" y="5331"/>
                    <a:pt x="40180" y="6202"/>
                  </a:cubicBezTo>
                  <a:cubicBezTo>
                    <a:pt x="40150" y="7213"/>
                    <a:pt x="40121" y="8260"/>
                    <a:pt x="40346" y="9267"/>
                  </a:cubicBezTo>
                  <a:cubicBezTo>
                    <a:pt x="40665" y="10686"/>
                    <a:pt x="41466" y="11928"/>
                    <a:pt x="42240" y="13130"/>
                  </a:cubicBezTo>
                  <a:cubicBezTo>
                    <a:pt x="42879" y="14121"/>
                    <a:pt x="43540" y="15148"/>
                    <a:pt x="43923" y="16264"/>
                  </a:cubicBezTo>
                  <a:cubicBezTo>
                    <a:pt x="44699" y="18532"/>
                    <a:pt x="44291" y="20992"/>
                    <a:pt x="43896" y="23371"/>
                  </a:cubicBezTo>
                  <a:cubicBezTo>
                    <a:pt x="43551" y="25443"/>
                    <a:pt x="43195" y="27585"/>
                    <a:pt x="43592" y="29648"/>
                  </a:cubicBezTo>
                  <a:cubicBezTo>
                    <a:pt x="44167" y="32624"/>
                    <a:pt x="46192" y="35024"/>
                    <a:pt x="48152" y="37345"/>
                  </a:cubicBezTo>
                  <a:cubicBezTo>
                    <a:pt x="48389" y="37627"/>
                    <a:pt x="48625" y="37908"/>
                    <a:pt x="48858" y="38187"/>
                  </a:cubicBezTo>
                  <a:cubicBezTo>
                    <a:pt x="50829" y="40558"/>
                    <a:pt x="53035" y="43716"/>
                    <a:pt x="52583" y="47137"/>
                  </a:cubicBezTo>
                  <a:cubicBezTo>
                    <a:pt x="52372" y="48736"/>
                    <a:pt x="51571" y="50346"/>
                    <a:pt x="50200" y="51925"/>
                  </a:cubicBezTo>
                  <a:cubicBezTo>
                    <a:pt x="49622" y="52591"/>
                    <a:pt x="48774" y="53333"/>
                    <a:pt x="47866" y="53333"/>
                  </a:cubicBezTo>
                  <a:cubicBezTo>
                    <a:pt x="47750" y="53333"/>
                    <a:pt x="47633" y="53321"/>
                    <a:pt x="47516" y="53295"/>
                  </a:cubicBezTo>
                  <a:cubicBezTo>
                    <a:pt x="46676" y="53111"/>
                    <a:pt x="46134" y="52259"/>
                    <a:pt x="45969" y="51499"/>
                  </a:cubicBezTo>
                  <a:cubicBezTo>
                    <a:pt x="45802" y="50736"/>
                    <a:pt x="45896" y="49931"/>
                    <a:pt x="45986" y="49152"/>
                  </a:cubicBezTo>
                  <a:lnTo>
                    <a:pt x="46015" y="48904"/>
                  </a:lnTo>
                  <a:cubicBezTo>
                    <a:pt x="46287" y="46479"/>
                    <a:pt x="46296" y="42110"/>
                    <a:pt x="43296" y="40078"/>
                  </a:cubicBezTo>
                  <a:cubicBezTo>
                    <a:pt x="41843" y="39095"/>
                    <a:pt x="40021" y="38914"/>
                    <a:pt x="38226" y="38914"/>
                  </a:cubicBezTo>
                  <a:cubicBezTo>
                    <a:pt x="38065" y="38914"/>
                    <a:pt x="37905" y="38915"/>
                    <a:pt x="37745" y="38918"/>
                  </a:cubicBezTo>
                  <a:cubicBezTo>
                    <a:pt x="34477" y="38968"/>
                    <a:pt x="31195" y="39315"/>
                    <a:pt x="27987" y="39950"/>
                  </a:cubicBezTo>
                  <a:cubicBezTo>
                    <a:pt x="23055" y="40929"/>
                    <a:pt x="20024" y="42748"/>
                    <a:pt x="18719" y="45515"/>
                  </a:cubicBezTo>
                  <a:cubicBezTo>
                    <a:pt x="18118" y="46786"/>
                    <a:pt x="17932" y="48206"/>
                    <a:pt x="17750" y="49578"/>
                  </a:cubicBezTo>
                  <a:cubicBezTo>
                    <a:pt x="17728" y="49746"/>
                    <a:pt x="17706" y="49913"/>
                    <a:pt x="17683" y="50081"/>
                  </a:cubicBezTo>
                  <a:cubicBezTo>
                    <a:pt x="17487" y="51507"/>
                    <a:pt x="17202" y="53137"/>
                    <a:pt x="16289" y="54420"/>
                  </a:cubicBezTo>
                  <a:cubicBezTo>
                    <a:pt x="15620" y="55358"/>
                    <a:pt x="14439" y="56137"/>
                    <a:pt x="13230" y="56137"/>
                  </a:cubicBezTo>
                  <a:cubicBezTo>
                    <a:pt x="12950" y="56137"/>
                    <a:pt x="12669" y="56096"/>
                    <a:pt x="12392" y="56005"/>
                  </a:cubicBezTo>
                  <a:cubicBezTo>
                    <a:pt x="11058" y="55564"/>
                    <a:pt x="10394" y="54292"/>
                    <a:pt x="9689" y="52944"/>
                  </a:cubicBezTo>
                  <a:cubicBezTo>
                    <a:pt x="9299" y="52193"/>
                    <a:pt x="8893" y="51419"/>
                    <a:pt x="8360" y="50787"/>
                  </a:cubicBezTo>
                  <a:cubicBezTo>
                    <a:pt x="7452" y="49711"/>
                    <a:pt x="6147" y="49034"/>
                    <a:pt x="4884" y="48380"/>
                  </a:cubicBezTo>
                  <a:cubicBezTo>
                    <a:pt x="3286" y="47550"/>
                    <a:pt x="1775" y="46769"/>
                    <a:pt x="1038" y="45250"/>
                  </a:cubicBezTo>
                  <a:cubicBezTo>
                    <a:pt x="268" y="43664"/>
                    <a:pt x="625" y="41542"/>
                    <a:pt x="1949" y="39847"/>
                  </a:cubicBezTo>
                  <a:cubicBezTo>
                    <a:pt x="3151" y="38309"/>
                    <a:pt x="4907" y="37277"/>
                    <a:pt x="6604" y="36354"/>
                  </a:cubicBezTo>
                  <a:lnTo>
                    <a:pt x="6993" y="36143"/>
                  </a:lnTo>
                  <a:cubicBezTo>
                    <a:pt x="8592" y="35277"/>
                    <a:pt x="10245" y="34380"/>
                    <a:pt x="11536" y="33065"/>
                  </a:cubicBezTo>
                  <a:cubicBezTo>
                    <a:pt x="12116" y="32474"/>
                    <a:pt x="12632" y="31792"/>
                    <a:pt x="13132" y="31132"/>
                  </a:cubicBezTo>
                  <a:cubicBezTo>
                    <a:pt x="14175" y="29753"/>
                    <a:pt x="15160" y="28450"/>
                    <a:pt x="16684" y="27870"/>
                  </a:cubicBezTo>
                  <a:cubicBezTo>
                    <a:pt x="17204" y="27673"/>
                    <a:pt x="17768" y="27573"/>
                    <a:pt x="18371" y="27573"/>
                  </a:cubicBezTo>
                  <a:cubicBezTo>
                    <a:pt x="19642" y="27573"/>
                    <a:pt x="21094" y="28011"/>
                    <a:pt x="22712" y="28880"/>
                  </a:cubicBezTo>
                  <a:cubicBezTo>
                    <a:pt x="23137" y="29110"/>
                    <a:pt x="23566" y="29357"/>
                    <a:pt x="23982" y="29597"/>
                  </a:cubicBezTo>
                  <a:cubicBezTo>
                    <a:pt x="25412" y="30422"/>
                    <a:pt x="26892" y="31276"/>
                    <a:pt x="28542" y="31567"/>
                  </a:cubicBezTo>
                  <a:cubicBezTo>
                    <a:pt x="28940" y="31637"/>
                    <a:pt x="29346" y="31672"/>
                    <a:pt x="29757" y="31672"/>
                  </a:cubicBezTo>
                  <a:cubicBezTo>
                    <a:pt x="31833" y="31672"/>
                    <a:pt x="34014" y="30796"/>
                    <a:pt x="35676" y="29245"/>
                  </a:cubicBezTo>
                  <a:cubicBezTo>
                    <a:pt x="37884" y="27183"/>
                    <a:pt x="38841" y="24451"/>
                    <a:pt x="39257" y="22522"/>
                  </a:cubicBezTo>
                  <a:cubicBezTo>
                    <a:pt x="40305" y="17645"/>
                    <a:pt x="39117" y="12376"/>
                    <a:pt x="36074" y="8423"/>
                  </a:cubicBezTo>
                  <a:cubicBezTo>
                    <a:pt x="35846" y="8127"/>
                    <a:pt x="35606" y="7835"/>
                    <a:pt x="35372" y="7551"/>
                  </a:cubicBezTo>
                  <a:cubicBezTo>
                    <a:pt x="34822" y="6883"/>
                    <a:pt x="34254" y="6191"/>
                    <a:pt x="33834" y="5428"/>
                  </a:cubicBezTo>
                  <a:cubicBezTo>
                    <a:pt x="33154" y="4194"/>
                    <a:pt x="33001" y="2917"/>
                    <a:pt x="33416" y="1925"/>
                  </a:cubicBezTo>
                  <a:cubicBezTo>
                    <a:pt x="33908" y="748"/>
                    <a:pt x="35412" y="250"/>
                    <a:pt x="36741" y="250"/>
                  </a:cubicBezTo>
                  <a:close/>
                  <a:moveTo>
                    <a:pt x="36719" y="1"/>
                  </a:moveTo>
                  <a:cubicBezTo>
                    <a:pt x="35278" y="1"/>
                    <a:pt x="33720" y="544"/>
                    <a:pt x="33182" y="1831"/>
                  </a:cubicBezTo>
                  <a:cubicBezTo>
                    <a:pt x="32738" y="2894"/>
                    <a:pt x="32894" y="4250"/>
                    <a:pt x="33612" y="5552"/>
                  </a:cubicBezTo>
                  <a:cubicBezTo>
                    <a:pt x="34043" y="6336"/>
                    <a:pt x="34619" y="7036"/>
                    <a:pt x="35176" y="7713"/>
                  </a:cubicBezTo>
                  <a:cubicBezTo>
                    <a:pt x="35408" y="7995"/>
                    <a:pt x="35648" y="8286"/>
                    <a:pt x="35873" y="8579"/>
                  </a:cubicBezTo>
                  <a:cubicBezTo>
                    <a:pt x="38870" y="12474"/>
                    <a:pt x="40042" y="17668"/>
                    <a:pt x="39009" y="22471"/>
                  </a:cubicBezTo>
                  <a:cubicBezTo>
                    <a:pt x="38602" y="24366"/>
                    <a:pt x="37663" y="27047"/>
                    <a:pt x="35502" y="29064"/>
                  </a:cubicBezTo>
                  <a:cubicBezTo>
                    <a:pt x="33887" y="30572"/>
                    <a:pt x="31772" y="31424"/>
                    <a:pt x="29758" y="31424"/>
                  </a:cubicBezTo>
                  <a:cubicBezTo>
                    <a:pt x="29361" y="31424"/>
                    <a:pt x="28969" y="31390"/>
                    <a:pt x="28584" y="31323"/>
                  </a:cubicBezTo>
                  <a:cubicBezTo>
                    <a:pt x="26978" y="31040"/>
                    <a:pt x="25518" y="30196"/>
                    <a:pt x="24106" y="29381"/>
                  </a:cubicBezTo>
                  <a:cubicBezTo>
                    <a:pt x="23689" y="29141"/>
                    <a:pt x="23256" y="28891"/>
                    <a:pt x="22828" y="28661"/>
                  </a:cubicBezTo>
                  <a:cubicBezTo>
                    <a:pt x="21175" y="27770"/>
                    <a:pt x="19682" y="27324"/>
                    <a:pt x="18369" y="27324"/>
                  </a:cubicBezTo>
                  <a:cubicBezTo>
                    <a:pt x="17735" y="27324"/>
                    <a:pt x="17143" y="27428"/>
                    <a:pt x="16594" y="27636"/>
                  </a:cubicBezTo>
                  <a:cubicBezTo>
                    <a:pt x="15002" y="28243"/>
                    <a:pt x="13949" y="29634"/>
                    <a:pt x="12931" y="30980"/>
                  </a:cubicBezTo>
                  <a:cubicBezTo>
                    <a:pt x="12435" y="31634"/>
                    <a:pt x="11925" y="32311"/>
                    <a:pt x="11357" y="32889"/>
                  </a:cubicBezTo>
                  <a:cubicBezTo>
                    <a:pt x="10091" y="34178"/>
                    <a:pt x="8455" y="35065"/>
                    <a:pt x="6872" y="35922"/>
                  </a:cubicBezTo>
                  <a:lnTo>
                    <a:pt x="6484" y="36134"/>
                  </a:lnTo>
                  <a:cubicBezTo>
                    <a:pt x="4764" y="37071"/>
                    <a:pt x="2981" y="38118"/>
                    <a:pt x="1751" y="39694"/>
                  </a:cubicBezTo>
                  <a:cubicBezTo>
                    <a:pt x="370" y="41465"/>
                    <a:pt x="1" y="43690"/>
                    <a:pt x="814" y="45361"/>
                  </a:cubicBezTo>
                  <a:cubicBezTo>
                    <a:pt x="1589" y="46955"/>
                    <a:pt x="3205" y="47793"/>
                    <a:pt x="4770" y="48603"/>
                  </a:cubicBezTo>
                  <a:cubicBezTo>
                    <a:pt x="6011" y="49246"/>
                    <a:pt x="7294" y="49911"/>
                    <a:pt x="8170" y="50949"/>
                  </a:cubicBezTo>
                  <a:cubicBezTo>
                    <a:pt x="8686" y="51561"/>
                    <a:pt x="9083" y="52322"/>
                    <a:pt x="9469" y="53060"/>
                  </a:cubicBezTo>
                  <a:cubicBezTo>
                    <a:pt x="10166" y="54393"/>
                    <a:pt x="10884" y="55771"/>
                    <a:pt x="12315" y="56243"/>
                  </a:cubicBezTo>
                  <a:cubicBezTo>
                    <a:pt x="12617" y="56343"/>
                    <a:pt x="12922" y="56387"/>
                    <a:pt x="13227" y="56387"/>
                  </a:cubicBezTo>
                  <a:cubicBezTo>
                    <a:pt x="14523" y="56387"/>
                    <a:pt x="15784" y="55561"/>
                    <a:pt x="16490" y="54565"/>
                  </a:cubicBezTo>
                  <a:cubicBezTo>
                    <a:pt x="17436" y="53237"/>
                    <a:pt x="17728" y="51571"/>
                    <a:pt x="17927" y="50114"/>
                  </a:cubicBezTo>
                  <a:cubicBezTo>
                    <a:pt x="17951" y="49947"/>
                    <a:pt x="17973" y="49778"/>
                    <a:pt x="17995" y="49611"/>
                  </a:cubicBezTo>
                  <a:cubicBezTo>
                    <a:pt x="18174" y="48257"/>
                    <a:pt x="18359" y="46857"/>
                    <a:pt x="18942" y="45621"/>
                  </a:cubicBezTo>
                  <a:cubicBezTo>
                    <a:pt x="20211" y="42932"/>
                    <a:pt x="23184" y="41158"/>
                    <a:pt x="28032" y="40197"/>
                  </a:cubicBezTo>
                  <a:cubicBezTo>
                    <a:pt x="31225" y="39565"/>
                    <a:pt x="34492" y="39219"/>
                    <a:pt x="37746" y="39169"/>
                  </a:cubicBezTo>
                  <a:cubicBezTo>
                    <a:pt x="37904" y="39167"/>
                    <a:pt x="38061" y="39166"/>
                    <a:pt x="38219" y="39166"/>
                  </a:cubicBezTo>
                  <a:cubicBezTo>
                    <a:pt x="39977" y="39166"/>
                    <a:pt x="41755" y="39340"/>
                    <a:pt x="43153" y="40287"/>
                  </a:cubicBezTo>
                  <a:cubicBezTo>
                    <a:pt x="46043" y="42245"/>
                    <a:pt x="46029" y="46510"/>
                    <a:pt x="45762" y="48878"/>
                  </a:cubicBezTo>
                  <a:lnTo>
                    <a:pt x="45733" y="49124"/>
                  </a:lnTo>
                  <a:cubicBezTo>
                    <a:pt x="45640" y="49925"/>
                    <a:pt x="45546" y="50752"/>
                    <a:pt x="45720" y="51554"/>
                  </a:cubicBezTo>
                  <a:cubicBezTo>
                    <a:pt x="45888" y="52332"/>
                    <a:pt x="46445" y="53320"/>
                    <a:pt x="47458" y="53542"/>
                  </a:cubicBezTo>
                  <a:cubicBezTo>
                    <a:pt x="47590" y="53571"/>
                    <a:pt x="47724" y="53585"/>
                    <a:pt x="47859" y="53585"/>
                  </a:cubicBezTo>
                  <a:cubicBezTo>
                    <a:pt x="48666" y="53585"/>
                    <a:pt x="49531" y="53075"/>
                    <a:pt x="50385" y="52090"/>
                  </a:cubicBezTo>
                  <a:cubicBezTo>
                    <a:pt x="51789" y="50473"/>
                    <a:pt x="52610" y="48818"/>
                    <a:pt x="52829" y="47171"/>
                  </a:cubicBezTo>
                  <a:cubicBezTo>
                    <a:pt x="53293" y="43654"/>
                    <a:pt x="51052" y="40438"/>
                    <a:pt x="49048" y="38029"/>
                  </a:cubicBezTo>
                  <a:cubicBezTo>
                    <a:pt x="48815" y="37748"/>
                    <a:pt x="48578" y="37468"/>
                    <a:pt x="48341" y="37185"/>
                  </a:cubicBezTo>
                  <a:cubicBezTo>
                    <a:pt x="46402" y="34889"/>
                    <a:pt x="44397" y="32515"/>
                    <a:pt x="43837" y="29602"/>
                  </a:cubicBezTo>
                  <a:cubicBezTo>
                    <a:pt x="43447" y="27584"/>
                    <a:pt x="43799" y="25464"/>
                    <a:pt x="44139" y="23414"/>
                  </a:cubicBezTo>
                  <a:cubicBezTo>
                    <a:pt x="44541" y="21003"/>
                    <a:pt x="44954" y="18512"/>
                    <a:pt x="44157" y="16184"/>
                  </a:cubicBezTo>
                  <a:cubicBezTo>
                    <a:pt x="43765" y="15040"/>
                    <a:pt x="43095" y="14001"/>
                    <a:pt x="42447" y="12996"/>
                  </a:cubicBezTo>
                  <a:cubicBezTo>
                    <a:pt x="41686" y="11813"/>
                    <a:pt x="40895" y="10590"/>
                    <a:pt x="40588" y="9214"/>
                  </a:cubicBezTo>
                  <a:cubicBezTo>
                    <a:pt x="40368" y="8237"/>
                    <a:pt x="40398" y="7208"/>
                    <a:pt x="40428" y="6211"/>
                  </a:cubicBezTo>
                  <a:cubicBezTo>
                    <a:pt x="40454" y="5329"/>
                    <a:pt x="40481" y="4417"/>
                    <a:pt x="40337" y="3529"/>
                  </a:cubicBezTo>
                  <a:cubicBezTo>
                    <a:pt x="40079" y="1925"/>
                    <a:pt x="38875" y="149"/>
                    <a:pt x="37152" y="17"/>
                  </a:cubicBezTo>
                  <a:cubicBezTo>
                    <a:pt x="37010" y="6"/>
                    <a:pt x="36865" y="1"/>
                    <a:pt x="36719"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7"/>
            <p:cNvSpPr/>
            <p:nvPr/>
          </p:nvSpPr>
          <p:spPr>
            <a:xfrm>
              <a:off x="4828650" y="1088400"/>
              <a:ext cx="120975" cy="119050"/>
            </a:xfrm>
            <a:custGeom>
              <a:rect b="b" l="l" r="r" t="t"/>
              <a:pathLst>
                <a:path extrusionOk="0" h="4762" w="4839">
                  <a:moveTo>
                    <a:pt x="3201" y="149"/>
                  </a:moveTo>
                  <a:cubicBezTo>
                    <a:pt x="3605" y="149"/>
                    <a:pt x="3944" y="306"/>
                    <a:pt x="4188" y="616"/>
                  </a:cubicBezTo>
                  <a:cubicBezTo>
                    <a:pt x="4683" y="1247"/>
                    <a:pt x="4683" y="2365"/>
                    <a:pt x="4188" y="3163"/>
                  </a:cubicBezTo>
                  <a:cubicBezTo>
                    <a:pt x="3719" y="3917"/>
                    <a:pt x="3046" y="4432"/>
                    <a:pt x="2341" y="4576"/>
                  </a:cubicBezTo>
                  <a:cubicBezTo>
                    <a:pt x="2211" y="4602"/>
                    <a:pt x="2081" y="4615"/>
                    <a:pt x="1952" y="4615"/>
                  </a:cubicBezTo>
                  <a:cubicBezTo>
                    <a:pt x="1263" y="4615"/>
                    <a:pt x="615" y="4252"/>
                    <a:pt x="351" y="3681"/>
                  </a:cubicBezTo>
                  <a:cubicBezTo>
                    <a:pt x="150" y="3245"/>
                    <a:pt x="163" y="2761"/>
                    <a:pt x="388" y="2244"/>
                  </a:cubicBezTo>
                  <a:cubicBezTo>
                    <a:pt x="804" y="1285"/>
                    <a:pt x="1835" y="504"/>
                    <a:pt x="2592" y="255"/>
                  </a:cubicBezTo>
                  <a:cubicBezTo>
                    <a:pt x="2806" y="184"/>
                    <a:pt x="3011" y="149"/>
                    <a:pt x="3201" y="149"/>
                  </a:cubicBezTo>
                  <a:close/>
                  <a:moveTo>
                    <a:pt x="3205" y="0"/>
                  </a:moveTo>
                  <a:cubicBezTo>
                    <a:pt x="2999" y="0"/>
                    <a:pt x="2778" y="38"/>
                    <a:pt x="2546" y="114"/>
                  </a:cubicBezTo>
                  <a:cubicBezTo>
                    <a:pt x="1758" y="373"/>
                    <a:pt x="687" y="1187"/>
                    <a:pt x="252" y="2184"/>
                  </a:cubicBezTo>
                  <a:cubicBezTo>
                    <a:pt x="13" y="2734"/>
                    <a:pt x="1" y="3273"/>
                    <a:pt x="217" y="3742"/>
                  </a:cubicBezTo>
                  <a:cubicBezTo>
                    <a:pt x="504" y="4365"/>
                    <a:pt x="1208" y="4761"/>
                    <a:pt x="1955" y="4761"/>
                  </a:cubicBezTo>
                  <a:cubicBezTo>
                    <a:pt x="2092" y="4761"/>
                    <a:pt x="2231" y="4747"/>
                    <a:pt x="2372" y="4720"/>
                  </a:cubicBezTo>
                  <a:cubicBezTo>
                    <a:pt x="3116" y="4570"/>
                    <a:pt x="3823" y="4030"/>
                    <a:pt x="4313" y="3241"/>
                  </a:cubicBezTo>
                  <a:cubicBezTo>
                    <a:pt x="4839" y="2394"/>
                    <a:pt x="4834" y="1201"/>
                    <a:pt x="4303" y="525"/>
                  </a:cubicBezTo>
                  <a:cubicBezTo>
                    <a:pt x="4031" y="178"/>
                    <a:pt x="3652" y="0"/>
                    <a:pt x="320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7"/>
            <p:cNvSpPr/>
            <p:nvPr/>
          </p:nvSpPr>
          <p:spPr>
            <a:xfrm>
              <a:off x="4527675" y="1067650"/>
              <a:ext cx="1071950" cy="607750"/>
            </a:xfrm>
            <a:custGeom>
              <a:rect b="b" l="l" r="r" t="t"/>
              <a:pathLst>
                <a:path extrusionOk="0" h="24310" w="42878">
                  <a:moveTo>
                    <a:pt x="36523" y="144"/>
                  </a:moveTo>
                  <a:cubicBezTo>
                    <a:pt x="36648" y="144"/>
                    <a:pt x="36775" y="163"/>
                    <a:pt x="36899" y="207"/>
                  </a:cubicBezTo>
                  <a:cubicBezTo>
                    <a:pt x="37791" y="519"/>
                    <a:pt x="37909" y="1672"/>
                    <a:pt x="38012" y="2691"/>
                  </a:cubicBezTo>
                  <a:lnTo>
                    <a:pt x="38028" y="2839"/>
                  </a:lnTo>
                  <a:cubicBezTo>
                    <a:pt x="38274" y="5207"/>
                    <a:pt x="39586" y="7434"/>
                    <a:pt x="41537" y="8797"/>
                  </a:cubicBezTo>
                  <a:cubicBezTo>
                    <a:pt x="41584" y="8831"/>
                    <a:pt x="41633" y="8864"/>
                    <a:pt x="41680" y="8897"/>
                  </a:cubicBezTo>
                  <a:cubicBezTo>
                    <a:pt x="41952" y="9083"/>
                    <a:pt x="42233" y="9275"/>
                    <a:pt x="42424" y="9539"/>
                  </a:cubicBezTo>
                  <a:cubicBezTo>
                    <a:pt x="42630" y="9826"/>
                    <a:pt x="42721" y="10265"/>
                    <a:pt x="42492" y="10554"/>
                  </a:cubicBezTo>
                  <a:cubicBezTo>
                    <a:pt x="42356" y="10726"/>
                    <a:pt x="42170" y="10794"/>
                    <a:pt x="41959" y="10794"/>
                  </a:cubicBezTo>
                  <a:cubicBezTo>
                    <a:pt x="41568" y="10794"/>
                    <a:pt x="41094" y="10560"/>
                    <a:pt x="40704" y="10314"/>
                  </a:cubicBezTo>
                  <a:cubicBezTo>
                    <a:pt x="38731" y="9072"/>
                    <a:pt x="36191" y="8422"/>
                    <a:pt x="33333" y="8422"/>
                  </a:cubicBezTo>
                  <a:cubicBezTo>
                    <a:pt x="33174" y="8422"/>
                    <a:pt x="33015" y="8424"/>
                    <a:pt x="32854" y="8428"/>
                  </a:cubicBezTo>
                  <a:cubicBezTo>
                    <a:pt x="30121" y="8496"/>
                    <a:pt x="27418" y="9100"/>
                    <a:pt x="24805" y="9684"/>
                  </a:cubicBezTo>
                  <a:cubicBezTo>
                    <a:pt x="22268" y="10252"/>
                    <a:pt x="19647" y="10838"/>
                    <a:pt x="17337" y="12157"/>
                  </a:cubicBezTo>
                  <a:cubicBezTo>
                    <a:pt x="14745" y="13638"/>
                    <a:pt x="13044" y="15858"/>
                    <a:pt x="12668" y="18251"/>
                  </a:cubicBezTo>
                  <a:cubicBezTo>
                    <a:pt x="12584" y="18782"/>
                    <a:pt x="12566" y="19326"/>
                    <a:pt x="12548" y="19854"/>
                  </a:cubicBezTo>
                  <a:cubicBezTo>
                    <a:pt x="12534" y="20284"/>
                    <a:pt x="12518" y="20727"/>
                    <a:pt x="12468" y="21159"/>
                  </a:cubicBezTo>
                  <a:cubicBezTo>
                    <a:pt x="12375" y="21956"/>
                    <a:pt x="12100" y="23041"/>
                    <a:pt x="11309" y="23695"/>
                  </a:cubicBezTo>
                  <a:cubicBezTo>
                    <a:pt x="10956" y="23986"/>
                    <a:pt x="10466" y="24155"/>
                    <a:pt x="9990" y="24155"/>
                  </a:cubicBezTo>
                  <a:cubicBezTo>
                    <a:pt x="9531" y="24155"/>
                    <a:pt x="9085" y="23997"/>
                    <a:pt x="8790" y="23641"/>
                  </a:cubicBezTo>
                  <a:cubicBezTo>
                    <a:pt x="8439" y="23216"/>
                    <a:pt x="8374" y="22663"/>
                    <a:pt x="8305" y="22076"/>
                  </a:cubicBezTo>
                  <a:cubicBezTo>
                    <a:pt x="8278" y="21841"/>
                    <a:pt x="8248" y="21596"/>
                    <a:pt x="8199" y="21363"/>
                  </a:cubicBezTo>
                  <a:cubicBezTo>
                    <a:pt x="7948" y="20168"/>
                    <a:pt x="7048" y="19119"/>
                    <a:pt x="5906" y="18686"/>
                  </a:cubicBezTo>
                  <a:cubicBezTo>
                    <a:pt x="5276" y="18448"/>
                    <a:pt x="4575" y="18379"/>
                    <a:pt x="3896" y="18310"/>
                  </a:cubicBezTo>
                  <a:cubicBezTo>
                    <a:pt x="2823" y="18204"/>
                    <a:pt x="1810" y="18103"/>
                    <a:pt x="1096" y="17390"/>
                  </a:cubicBezTo>
                  <a:cubicBezTo>
                    <a:pt x="199" y="16497"/>
                    <a:pt x="277" y="14979"/>
                    <a:pt x="815" y="13940"/>
                  </a:cubicBezTo>
                  <a:cubicBezTo>
                    <a:pt x="1412" y="12793"/>
                    <a:pt x="2516" y="11936"/>
                    <a:pt x="3402" y="11246"/>
                  </a:cubicBezTo>
                  <a:cubicBezTo>
                    <a:pt x="5470" y="9640"/>
                    <a:pt x="7594" y="8041"/>
                    <a:pt x="9712" y="6493"/>
                  </a:cubicBezTo>
                  <a:cubicBezTo>
                    <a:pt x="9981" y="6297"/>
                    <a:pt x="10169" y="6202"/>
                    <a:pt x="10295" y="6202"/>
                  </a:cubicBezTo>
                  <a:cubicBezTo>
                    <a:pt x="10311" y="6202"/>
                    <a:pt x="10327" y="6204"/>
                    <a:pt x="10348" y="6206"/>
                  </a:cubicBezTo>
                  <a:cubicBezTo>
                    <a:pt x="10459" y="6231"/>
                    <a:pt x="10529" y="6357"/>
                    <a:pt x="10626" y="6534"/>
                  </a:cubicBezTo>
                  <a:cubicBezTo>
                    <a:pt x="10687" y="6643"/>
                    <a:pt x="10755" y="6767"/>
                    <a:pt x="10848" y="6891"/>
                  </a:cubicBezTo>
                  <a:cubicBezTo>
                    <a:pt x="10898" y="6957"/>
                    <a:pt x="10943" y="7019"/>
                    <a:pt x="10985" y="7078"/>
                  </a:cubicBezTo>
                  <a:cubicBezTo>
                    <a:pt x="11272" y="7476"/>
                    <a:pt x="11462" y="7740"/>
                    <a:pt x="12114" y="7953"/>
                  </a:cubicBezTo>
                  <a:cubicBezTo>
                    <a:pt x="12482" y="8073"/>
                    <a:pt x="12863" y="8131"/>
                    <a:pt x="13239" y="8131"/>
                  </a:cubicBezTo>
                  <a:cubicBezTo>
                    <a:pt x="14166" y="8131"/>
                    <a:pt x="15068" y="7780"/>
                    <a:pt x="15679" y="7139"/>
                  </a:cubicBezTo>
                  <a:cubicBezTo>
                    <a:pt x="16092" y="6705"/>
                    <a:pt x="16405" y="6150"/>
                    <a:pt x="16707" y="5614"/>
                  </a:cubicBezTo>
                  <a:cubicBezTo>
                    <a:pt x="17223" y="4699"/>
                    <a:pt x="17711" y="3833"/>
                    <a:pt x="18649" y="3573"/>
                  </a:cubicBezTo>
                  <a:cubicBezTo>
                    <a:pt x="18827" y="3524"/>
                    <a:pt x="19002" y="3501"/>
                    <a:pt x="19175" y="3501"/>
                  </a:cubicBezTo>
                  <a:cubicBezTo>
                    <a:pt x="20144" y="3501"/>
                    <a:pt x="21039" y="4214"/>
                    <a:pt x="21908" y="4906"/>
                  </a:cubicBezTo>
                  <a:cubicBezTo>
                    <a:pt x="22119" y="5075"/>
                    <a:pt x="22337" y="5248"/>
                    <a:pt x="22548" y="5405"/>
                  </a:cubicBezTo>
                  <a:cubicBezTo>
                    <a:pt x="23904" y="6406"/>
                    <a:pt x="25577" y="6940"/>
                    <a:pt x="27254" y="6940"/>
                  </a:cubicBezTo>
                  <a:cubicBezTo>
                    <a:pt x="27861" y="6940"/>
                    <a:pt x="28468" y="6870"/>
                    <a:pt x="29061" y="6727"/>
                  </a:cubicBezTo>
                  <a:cubicBezTo>
                    <a:pt x="31292" y="6191"/>
                    <a:pt x="33236" y="4644"/>
                    <a:pt x="34261" y="2590"/>
                  </a:cubicBezTo>
                  <a:cubicBezTo>
                    <a:pt x="34339" y="2431"/>
                    <a:pt x="34413" y="2270"/>
                    <a:pt x="34488" y="2108"/>
                  </a:cubicBezTo>
                  <a:cubicBezTo>
                    <a:pt x="34689" y="1668"/>
                    <a:pt x="34897" y="1213"/>
                    <a:pt x="35207" y="840"/>
                  </a:cubicBezTo>
                  <a:cubicBezTo>
                    <a:pt x="35521" y="462"/>
                    <a:pt x="36017" y="144"/>
                    <a:pt x="36523" y="144"/>
                  </a:cubicBezTo>
                  <a:close/>
                  <a:moveTo>
                    <a:pt x="36520" y="0"/>
                  </a:moveTo>
                  <a:cubicBezTo>
                    <a:pt x="35966" y="0"/>
                    <a:pt x="35429" y="342"/>
                    <a:pt x="35089" y="749"/>
                  </a:cubicBezTo>
                  <a:cubicBezTo>
                    <a:pt x="34767" y="1137"/>
                    <a:pt x="34554" y="1602"/>
                    <a:pt x="34349" y="2051"/>
                  </a:cubicBezTo>
                  <a:cubicBezTo>
                    <a:pt x="34275" y="2212"/>
                    <a:pt x="34202" y="2372"/>
                    <a:pt x="34123" y="2529"/>
                  </a:cubicBezTo>
                  <a:cubicBezTo>
                    <a:pt x="33118" y="4544"/>
                    <a:pt x="31211" y="6062"/>
                    <a:pt x="29021" y="6588"/>
                  </a:cubicBezTo>
                  <a:cubicBezTo>
                    <a:pt x="28440" y="6728"/>
                    <a:pt x="27844" y="6796"/>
                    <a:pt x="27250" y="6796"/>
                  </a:cubicBezTo>
                  <a:cubicBezTo>
                    <a:pt x="25603" y="6796"/>
                    <a:pt x="23962" y="6273"/>
                    <a:pt x="22632" y="5289"/>
                  </a:cubicBezTo>
                  <a:cubicBezTo>
                    <a:pt x="22423" y="5134"/>
                    <a:pt x="22216" y="4969"/>
                    <a:pt x="21996" y="4795"/>
                  </a:cubicBezTo>
                  <a:cubicBezTo>
                    <a:pt x="21106" y="4086"/>
                    <a:pt x="20189" y="3357"/>
                    <a:pt x="19174" y="3357"/>
                  </a:cubicBezTo>
                  <a:cubicBezTo>
                    <a:pt x="18988" y="3357"/>
                    <a:pt x="18799" y="3382"/>
                    <a:pt x="18606" y="3435"/>
                  </a:cubicBezTo>
                  <a:cubicBezTo>
                    <a:pt x="17609" y="3712"/>
                    <a:pt x="17083" y="4644"/>
                    <a:pt x="16574" y="5546"/>
                  </a:cubicBezTo>
                  <a:cubicBezTo>
                    <a:pt x="16276" y="6073"/>
                    <a:pt x="15969" y="6619"/>
                    <a:pt x="15567" y="7041"/>
                  </a:cubicBezTo>
                  <a:cubicBezTo>
                    <a:pt x="14984" y="7653"/>
                    <a:pt x="14124" y="7987"/>
                    <a:pt x="13237" y="7987"/>
                  </a:cubicBezTo>
                  <a:cubicBezTo>
                    <a:pt x="12875" y="7987"/>
                    <a:pt x="12508" y="7931"/>
                    <a:pt x="12154" y="7816"/>
                  </a:cubicBezTo>
                  <a:cubicBezTo>
                    <a:pt x="11549" y="7619"/>
                    <a:pt x="11379" y="7384"/>
                    <a:pt x="11100" y="6996"/>
                  </a:cubicBezTo>
                  <a:cubicBezTo>
                    <a:pt x="11057" y="6935"/>
                    <a:pt x="11012" y="6873"/>
                    <a:pt x="10961" y="6806"/>
                  </a:cubicBezTo>
                  <a:cubicBezTo>
                    <a:pt x="10874" y="6688"/>
                    <a:pt x="10810" y="6570"/>
                    <a:pt x="10752" y="6465"/>
                  </a:cubicBezTo>
                  <a:cubicBezTo>
                    <a:pt x="10645" y="6270"/>
                    <a:pt x="10552" y="6103"/>
                    <a:pt x="10374" y="6064"/>
                  </a:cubicBezTo>
                  <a:cubicBezTo>
                    <a:pt x="10350" y="6059"/>
                    <a:pt x="10324" y="6056"/>
                    <a:pt x="10297" y="6056"/>
                  </a:cubicBezTo>
                  <a:cubicBezTo>
                    <a:pt x="10134" y="6056"/>
                    <a:pt x="9926" y="6155"/>
                    <a:pt x="9625" y="6376"/>
                  </a:cubicBezTo>
                  <a:cubicBezTo>
                    <a:pt x="7505" y="7923"/>
                    <a:pt x="5381" y="9523"/>
                    <a:pt x="3311" y="11132"/>
                  </a:cubicBezTo>
                  <a:cubicBezTo>
                    <a:pt x="2412" y="11828"/>
                    <a:pt x="1295" y="12697"/>
                    <a:pt x="684" y="13873"/>
                  </a:cubicBezTo>
                  <a:cubicBezTo>
                    <a:pt x="137" y="14926"/>
                    <a:pt x="0" y="16508"/>
                    <a:pt x="990" y="17495"/>
                  </a:cubicBezTo>
                  <a:cubicBezTo>
                    <a:pt x="1742" y="18244"/>
                    <a:pt x="2827" y="18353"/>
                    <a:pt x="3878" y="18458"/>
                  </a:cubicBezTo>
                  <a:cubicBezTo>
                    <a:pt x="4548" y="18526"/>
                    <a:pt x="5240" y="18595"/>
                    <a:pt x="5852" y="18826"/>
                  </a:cubicBezTo>
                  <a:cubicBezTo>
                    <a:pt x="6947" y="19240"/>
                    <a:pt x="7812" y="20249"/>
                    <a:pt x="8053" y="21394"/>
                  </a:cubicBezTo>
                  <a:cubicBezTo>
                    <a:pt x="8101" y="21620"/>
                    <a:pt x="8129" y="21860"/>
                    <a:pt x="8156" y="22094"/>
                  </a:cubicBezTo>
                  <a:cubicBezTo>
                    <a:pt x="8225" y="22677"/>
                    <a:pt x="8296" y="23278"/>
                    <a:pt x="8675" y="23736"/>
                  </a:cubicBezTo>
                  <a:cubicBezTo>
                    <a:pt x="9006" y="24136"/>
                    <a:pt x="9490" y="24310"/>
                    <a:pt x="9985" y="24310"/>
                  </a:cubicBezTo>
                  <a:cubicBezTo>
                    <a:pt x="10497" y="24310"/>
                    <a:pt x="11021" y="24124"/>
                    <a:pt x="11405" y="23813"/>
                  </a:cubicBezTo>
                  <a:cubicBezTo>
                    <a:pt x="12060" y="23271"/>
                    <a:pt x="12479" y="22362"/>
                    <a:pt x="12616" y="21181"/>
                  </a:cubicBezTo>
                  <a:cubicBezTo>
                    <a:pt x="12667" y="20744"/>
                    <a:pt x="12682" y="20296"/>
                    <a:pt x="12696" y="19865"/>
                  </a:cubicBezTo>
                  <a:cubicBezTo>
                    <a:pt x="12713" y="19341"/>
                    <a:pt x="12732" y="18800"/>
                    <a:pt x="12813" y="18278"/>
                  </a:cubicBezTo>
                  <a:cubicBezTo>
                    <a:pt x="13181" y="15931"/>
                    <a:pt x="14856" y="13747"/>
                    <a:pt x="17409" y="12290"/>
                  </a:cubicBezTo>
                  <a:cubicBezTo>
                    <a:pt x="19698" y="10982"/>
                    <a:pt x="22310" y="10397"/>
                    <a:pt x="24834" y="9833"/>
                  </a:cubicBezTo>
                  <a:cubicBezTo>
                    <a:pt x="27443" y="9250"/>
                    <a:pt x="30140" y="8646"/>
                    <a:pt x="32856" y="8579"/>
                  </a:cubicBezTo>
                  <a:cubicBezTo>
                    <a:pt x="33015" y="8575"/>
                    <a:pt x="33173" y="8573"/>
                    <a:pt x="33329" y="8573"/>
                  </a:cubicBezTo>
                  <a:cubicBezTo>
                    <a:pt x="36161" y="8573"/>
                    <a:pt x="38674" y="9217"/>
                    <a:pt x="40623" y="10443"/>
                  </a:cubicBezTo>
                  <a:cubicBezTo>
                    <a:pt x="41155" y="10777"/>
                    <a:pt x="41605" y="10945"/>
                    <a:pt x="41961" y="10945"/>
                  </a:cubicBezTo>
                  <a:cubicBezTo>
                    <a:pt x="42233" y="10945"/>
                    <a:pt x="42449" y="10847"/>
                    <a:pt x="42605" y="10649"/>
                  </a:cubicBezTo>
                  <a:cubicBezTo>
                    <a:pt x="42878" y="10303"/>
                    <a:pt x="42779" y="9788"/>
                    <a:pt x="42539" y="9456"/>
                  </a:cubicBezTo>
                  <a:cubicBezTo>
                    <a:pt x="42335" y="9172"/>
                    <a:pt x="42042" y="8971"/>
                    <a:pt x="41759" y="8777"/>
                  </a:cubicBezTo>
                  <a:cubicBezTo>
                    <a:pt x="41712" y="8746"/>
                    <a:pt x="41666" y="8712"/>
                    <a:pt x="41618" y="8681"/>
                  </a:cubicBezTo>
                  <a:cubicBezTo>
                    <a:pt x="39701" y="7340"/>
                    <a:pt x="38412" y="5153"/>
                    <a:pt x="38170" y="2827"/>
                  </a:cubicBezTo>
                  <a:lnTo>
                    <a:pt x="38154" y="2679"/>
                  </a:lnTo>
                  <a:cubicBezTo>
                    <a:pt x="38051" y="1671"/>
                    <a:pt x="37924" y="414"/>
                    <a:pt x="36944" y="72"/>
                  </a:cubicBezTo>
                  <a:cubicBezTo>
                    <a:pt x="36804" y="22"/>
                    <a:pt x="36661" y="0"/>
                    <a:pt x="36520"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7"/>
            <p:cNvSpPr/>
            <p:nvPr/>
          </p:nvSpPr>
          <p:spPr>
            <a:xfrm>
              <a:off x="5594200" y="1383800"/>
              <a:ext cx="131725" cy="260175"/>
            </a:xfrm>
            <a:custGeom>
              <a:rect b="b" l="l" r="r" t="t"/>
              <a:pathLst>
                <a:path extrusionOk="0" h="10407" w="5269">
                  <a:moveTo>
                    <a:pt x="1133" y="147"/>
                  </a:moveTo>
                  <a:cubicBezTo>
                    <a:pt x="1250" y="147"/>
                    <a:pt x="1371" y="169"/>
                    <a:pt x="1497" y="210"/>
                  </a:cubicBezTo>
                  <a:cubicBezTo>
                    <a:pt x="2983" y="715"/>
                    <a:pt x="4628" y="3968"/>
                    <a:pt x="4793" y="4849"/>
                  </a:cubicBezTo>
                  <a:cubicBezTo>
                    <a:pt x="5116" y="6562"/>
                    <a:pt x="4682" y="8417"/>
                    <a:pt x="3635" y="9810"/>
                  </a:cubicBezTo>
                  <a:cubicBezTo>
                    <a:pt x="3509" y="9976"/>
                    <a:pt x="3370" y="10138"/>
                    <a:pt x="3188" y="10213"/>
                  </a:cubicBezTo>
                  <a:cubicBezTo>
                    <a:pt x="3113" y="10244"/>
                    <a:pt x="3035" y="10259"/>
                    <a:pt x="2957" y="10259"/>
                  </a:cubicBezTo>
                  <a:cubicBezTo>
                    <a:pt x="2599" y="10259"/>
                    <a:pt x="2236" y="9954"/>
                    <a:pt x="2027" y="9592"/>
                  </a:cubicBezTo>
                  <a:cubicBezTo>
                    <a:pt x="1458" y="8609"/>
                    <a:pt x="1558" y="7399"/>
                    <a:pt x="1656" y="6228"/>
                  </a:cubicBezTo>
                  <a:cubicBezTo>
                    <a:pt x="1759" y="4996"/>
                    <a:pt x="1867" y="3723"/>
                    <a:pt x="1200" y="2697"/>
                  </a:cubicBezTo>
                  <a:cubicBezTo>
                    <a:pt x="1093" y="2533"/>
                    <a:pt x="968" y="2380"/>
                    <a:pt x="847" y="2231"/>
                  </a:cubicBezTo>
                  <a:cubicBezTo>
                    <a:pt x="685" y="2031"/>
                    <a:pt x="517" y="1825"/>
                    <a:pt x="398" y="1596"/>
                  </a:cubicBezTo>
                  <a:cubicBezTo>
                    <a:pt x="204" y="1220"/>
                    <a:pt x="169" y="694"/>
                    <a:pt x="480" y="415"/>
                  </a:cubicBezTo>
                  <a:cubicBezTo>
                    <a:pt x="681" y="236"/>
                    <a:pt x="897" y="147"/>
                    <a:pt x="1133" y="147"/>
                  </a:cubicBezTo>
                  <a:close/>
                  <a:moveTo>
                    <a:pt x="1134" y="1"/>
                  </a:moveTo>
                  <a:cubicBezTo>
                    <a:pt x="861" y="1"/>
                    <a:pt x="610" y="103"/>
                    <a:pt x="383" y="307"/>
                  </a:cubicBezTo>
                  <a:cubicBezTo>
                    <a:pt x="0" y="650"/>
                    <a:pt x="54" y="1252"/>
                    <a:pt x="268" y="1665"/>
                  </a:cubicBezTo>
                  <a:cubicBezTo>
                    <a:pt x="393" y="1907"/>
                    <a:pt x="567" y="2120"/>
                    <a:pt x="734" y="2326"/>
                  </a:cubicBezTo>
                  <a:cubicBezTo>
                    <a:pt x="852" y="2471"/>
                    <a:pt x="975" y="2622"/>
                    <a:pt x="1077" y="2779"/>
                  </a:cubicBezTo>
                  <a:cubicBezTo>
                    <a:pt x="1716" y="3763"/>
                    <a:pt x="1611" y="5011"/>
                    <a:pt x="1511" y="6218"/>
                  </a:cubicBezTo>
                  <a:cubicBezTo>
                    <a:pt x="1410" y="7411"/>
                    <a:pt x="1306" y="8644"/>
                    <a:pt x="1900" y="9666"/>
                  </a:cubicBezTo>
                  <a:cubicBezTo>
                    <a:pt x="2135" y="10070"/>
                    <a:pt x="2544" y="10407"/>
                    <a:pt x="2961" y="10407"/>
                  </a:cubicBezTo>
                  <a:cubicBezTo>
                    <a:pt x="3055" y="10407"/>
                    <a:pt x="3152" y="10389"/>
                    <a:pt x="3248" y="10351"/>
                  </a:cubicBezTo>
                  <a:cubicBezTo>
                    <a:pt x="3462" y="10262"/>
                    <a:pt x="3618" y="10082"/>
                    <a:pt x="3755" y="9899"/>
                  </a:cubicBezTo>
                  <a:cubicBezTo>
                    <a:pt x="4827" y="8474"/>
                    <a:pt x="5268" y="6577"/>
                    <a:pt x="4940" y="4825"/>
                  </a:cubicBezTo>
                  <a:cubicBezTo>
                    <a:pt x="4771" y="3924"/>
                    <a:pt x="3079" y="595"/>
                    <a:pt x="1547" y="74"/>
                  </a:cubicBezTo>
                  <a:cubicBezTo>
                    <a:pt x="1404" y="25"/>
                    <a:pt x="1266" y="1"/>
                    <a:pt x="113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7"/>
            <p:cNvSpPr/>
            <p:nvPr/>
          </p:nvSpPr>
          <p:spPr>
            <a:xfrm>
              <a:off x="5306675" y="408475"/>
              <a:ext cx="244950" cy="634925"/>
            </a:xfrm>
            <a:custGeom>
              <a:rect b="b" l="l" r="r" t="t"/>
              <a:pathLst>
                <a:path extrusionOk="0" h="25397" w="9798">
                  <a:moveTo>
                    <a:pt x="2092" y="147"/>
                  </a:moveTo>
                  <a:cubicBezTo>
                    <a:pt x="3310" y="177"/>
                    <a:pt x="4228" y="1666"/>
                    <a:pt x="4466" y="2662"/>
                  </a:cubicBezTo>
                  <a:cubicBezTo>
                    <a:pt x="4646" y="3418"/>
                    <a:pt x="4655" y="4215"/>
                    <a:pt x="4665" y="4986"/>
                  </a:cubicBezTo>
                  <a:cubicBezTo>
                    <a:pt x="4671" y="5540"/>
                    <a:pt x="4677" y="6113"/>
                    <a:pt x="4746" y="6671"/>
                  </a:cubicBezTo>
                  <a:cubicBezTo>
                    <a:pt x="4986" y="8616"/>
                    <a:pt x="5965" y="10361"/>
                    <a:pt x="6911" y="12049"/>
                  </a:cubicBezTo>
                  <a:cubicBezTo>
                    <a:pt x="7645" y="13357"/>
                    <a:pt x="8405" y="14709"/>
                    <a:pt x="8820" y="16153"/>
                  </a:cubicBezTo>
                  <a:cubicBezTo>
                    <a:pt x="9642" y="19005"/>
                    <a:pt x="9044" y="22248"/>
                    <a:pt x="7257" y="24619"/>
                  </a:cubicBezTo>
                  <a:cubicBezTo>
                    <a:pt x="6938" y="25042"/>
                    <a:pt x="6640" y="25248"/>
                    <a:pt x="6350" y="25248"/>
                  </a:cubicBezTo>
                  <a:cubicBezTo>
                    <a:pt x="6323" y="25248"/>
                    <a:pt x="6297" y="25246"/>
                    <a:pt x="6270" y="25243"/>
                  </a:cubicBezTo>
                  <a:cubicBezTo>
                    <a:pt x="5923" y="25197"/>
                    <a:pt x="5686" y="24843"/>
                    <a:pt x="5630" y="24515"/>
                  </a:cubicBezTo>
                  <a:cubicBezTo>
                    <a:pt x="5574" y="24176"/>
                    <a:pt x="5655" y="23823"/>
                    <a:pt x="5733" y="23482"/>
                  </a:cubicBezTo>
                  <a:lnTo>
                    <a:pt x="5745" y="23426"/>
                  </a:lnTo>
                  <a:cubicBezTo>
                    <a:pt x="7112" y="17399"/>
                    <a:pt x="5721" y="10846"/>
                    <a:pt x="2020" y="5896"/>
                  </a:cubicBezTo>
                  <a:cubicBezTo>
                    <a:pt x="1932" y="5778"/>
                    <a:pt x="1842" y="5659"/>
                    <a:pt x="1751" y="5540"/>
                  </a:cubicBezTo>
                  <a:cubicBezTo>
                    <a:pt x="1090" y="4672"/>
                    <a:pt x="405" y="3773"/>
                    <a:pt x="249" y="2709"/>
                  </a:cubicBezTo>
                  <a:cubicBezTo>
                    <a:pt x="152" y="2053"/>
                    <a:pt x="399" y="1256"/>
                    <a:pt x="865" y="731"/>
                  </a:cubicBezTo>
                  <a:cubicBezTo>
                    <a:pt x="1101" y="464"/>
                    <a:pt x="1498" y="149"/>
                    <a:pt x="2055" y="149"/>
                  </a:cubicBezTo>
                  <a:cubicBezTo>
                    <a:pt x="2067" y="149"/>
                    <a:pt x="2080" y="149"/>
                    <a:pt x="2092" y="147"/>
                  </a:cubicBezTo>
                  <a:close/>
                  <a:moveTo>
                    <a:pt x="2058" y="0"/>
                  </a:moveTo>
                  <a:cubicBezTo>
                    <a:pt x="1571" y="0"/>
                    <a:pt x="1122" y="217"/>
                    <a:pt x="754" y="631"/>
                  </a:cubicBezTo>
                  <a:cubicBezTo>
                    <a:pt x="261" y="1188"/>
                    <a:pt x="0" y="2032"/>
                    <a:pt x="103" y="2730"/>
                  </a:cubicBezTo>
                  <a:cubicBezTo>
                    <a:pt x="265" y="3831"/>
                    <a:pt x="961" y="4746"/>
                    <a:pt x="1633" y="5629"/>
                  </a:cubicBezTo>
                  <a:cubicBezTo>
                    <a:pt x="1725" y="5749"/>
                    <a:pt x="1814" y="5866"/>
                    <a:pt x="1904" y="5985"/>
                  </a:cubicBezTo>
                  <a:cubicBezTo>
                    <a:pt x="5577" y="10900"/>
                    <a:pt x="6960" y="17408"/>
                    <a:pt x="5603" y="23393"/>
                  </a:cubicBezTo>
                  <a:lnTo>
                    <a:pt x="5589" y="23448"/>
                  </a:lnTo>
                  <a:cubicBezTo>
                    <a:pt x="5508" y="23804"/>
                    <a:pt x="5424" y="24173"/>
                    <a:pt x="5486" y="24540"/>
                  </a:cubicBezTo>
                  <a:cubicBezTo>
                    <a:pt x="5548" y="24908"/>
                    <a:pt x="5815" y="25334"/>
                    <a:pt x="6253" y="25390"/>
                  </a:cubicBezTo>
                  <a:cubicBezTo>
                    <a:pt x="6286" y="25393"/>
                    <a:pt x="6320" y="25396"/>
                    <a:pt x="6353" y="25396"/>
                  </a:cubicBezTo>
                  <a:cubicBezTo>
                    <a:pt x="6692" y="25396"/>
                    <a:pt x="7027" y="25170"/>
                    <a:pt x="7377" y="24708"/>
                  </a:cubicBezTo>
                  <a:cubicBezTo>
                    <a:pt x="9190" y="22303"/>
                    <a:pt x="9798" y="19010"/>
                    <a:pt x="8963" y="16114"/>
                  </a:cubicBezTo>
                  <a:cubicBezTo>
                    <a:pt x="8543" y="14654"/>
                    <a:pt x="7780" y="13294"/>
                    <a:pt x="7042" y="11978"/>
                  </a:cubicBezTo>
                  <a:cubicBezTo>
                    <a:pt x="6101" y="10302"/>
                    <a:pt x="5129" y="8570"/>
                    <a:pt x="4893" y="6655"/>
                  </a:cubicBezTo>
                  <a:cubicBezTo>
                    <a:pt x="4825" y="6105"/>
                    <a:pt x="4818" y="5536"/>
                    <a:pt x="4811" y="4986"/>
                  </a:cubicBezTo>
                  <a:cubicBezTo>
                    <a:pt x="4803" y="4206"/>
                    <a:pt x="4794" y="3400"/>
                    <a:pt x="4609" y="2628"/>
                  </a:cubicBezTo>
                  <a:cubicBezTo>
                    <a:pt x="4361" y="1587"/>
                    <a:pt x="3392" y="33"/>
                    <a:pt x="2096" y="1"/>
                  </a:cubicBezTo>
                  <a:cubicBezTo>
                    <a:pt x="2083" y="0"/>
                    <a:pt x="2071" y="0"/>
                    <a:pt x="205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7"/>
            <p:cNvSpPr/>
            <p:nvPr/>
          </p:nvSpPr>
          <p:spPr>
            <a:xfrm>
              <a:off x="5342275" y="443325"/>
              <a:ext cx="63750" cy="81900"/>
            </a:xfrm>
            <a:custGeom>
              <a:rect b="b" l="l" r="r" t="t"/>
              <a:pathLst>
                <a:path extrusionOk="0" h="3276" w="2550">
                  <a:moveTo>
                    <a:pt x="1008" y="146"/>
                  </a:moveTo>
                  <a:cubicBezTo>
                    <a:pt x="1138" y="146"/>
                    <a:pt x="1272" y="184"/>
                    <a:pt x="1410" y="258"/>
                  </a:cubicBezTo>
                  <a:cubicBezTo>
                    <a:pt x="1972" y="565"/>
                    <a:pt x="2402" y="1433"/>
                    <a:pt x="2384" y="1946"/>
                  </a:cubicBezTo>
                  <a:cubicBezTo>
                    <a:pt x="2369" y="2369"/>
                    <a:pt x="2159" y="2761"/>
                    <a:pt x="1839" y="2969"/>
                  </a:cubicBezTo>
                  <a:cubicBezTo>
                    <a:pt x="1674" y="3076"/>
                    <a:pt x="1481" y="3129"/>
                    <a:pt x="1293" y="3129"/>
                  </a:cubicBezTo>
                  <a:cubicBezTo>
                    <a:pt x="1088" y="3129"/>
                    <a:pt x="887" y="3066"/>
                    <a:pt x="733" y="2940"/>
                  </a:cubicBezTo>
                  <a:cubicBezTo>
                    <a:pt x="400" y="2673"/>
                    <a:pt x="151" y="1914"/>
                    <a:pt x="175" y="1247"/>
                  </a:cubicBezTo>
                  <a:cubicBezTo>
                    <a:pt x="192" y="797"/>
                    <a:pt x="330" y="459"/>
                    <a:pt x="563" y="297"/>
                  </a:cubicBezTo>
                  <a:cubicBezTo>
                    <a:pt x="707" y="197"/>
                    <a:pt x="856" y="146"/>
                    <a:pt x="1008" y="146"/>
                  </a:cubicBezTo>
                  <a:close/>
                  <a:moveTo>
                    <a:pt x="1006" y="0"/>
                  </a:moveTo>
                  <a:cubicBezTo>
                    <a:pt x="824" y="0"/>
                    <a:pt x="646" y="59"/>
                    <a:pt x="477" y="176"/>
                  </a:cubicBezTo>
                  <a:cubicBezTo>
                    <a:pt x="203" y="366"/>
                    <a:pt x="43" y="746"/>
                    <a:pt x="26" y="1243"/>
                  </a:cubicBezTo>
                  <a:cubicBezTo>
                    <a:pt x="0" y="1963"/>
                    <a:pt x="269" y="2759"/>
                    <a:pt x="638" y="3057"/>
                  </a:cubicBezTo>
                  <a:cubicBezTo>
                    <a:pt x="818" y="3202"/>
                    <a:pt x="1053" y="3275"/>
                    <a:pt x="1292" y="3275"/>
                  </a:cubicBezTo>
                  <a:cubicBezTo>
                    <a:pt x="1508" y="3275"/>
                    <a:pt x="1729" y="3215"/>
                    <a:pt x="1917" y="3095"/>
                  </a:cubicBezTo>
                  <a:cubicBezTo>
                    <a:pt x="2278" y="2862"/>
                    <a:pt x="2513" y="2424"/>
                    <a:pt x="2530" y="1954"/>
                  </a:cubicBezTo>
                  <a:cubicBezTo>
                    <a:pt x="2549" y="1386"/>
                    <a:pt x="2096" y="466"/>
                    <a:pt x="1479" y="130"/>
                  </a:cubicBezTo>
                  <a:cubicBezTo>
                    <a:pt x="1321" y="43"/>
                    <a:pt x="1162" y="0"/>
                    <a:pt x="100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7"/>
            <p:cNvSpPr/>
            <p:nvPr/>
          </p:nvSpPr>
          <p:spPr>
            <a:xfrm>
              <a:off x="5474900" y="806250"/>
              <a:ext cx="46800" cy="154700"/>
            </a:xfrm>
            <a:custGeom>
              <a:rect b="b" l="l" r="r" t="t"/>
              <a:pathLst>
                <a:path extrusionOk="0" h="6188" w="1872">
                  <a:moveTo>
                    <a:pt x="639" y="149"/>
                  </a:moveTo>
                  <a:cubicBezTo>
                    <a:pt x="721" y="149"/>
                    <a:pt x="815" y="226"/>
                    <a:pt x="882" y="298"/>
                  </a:cubicBezTo>
                  <a:cubicBezTo>
                    <a:pt x="1010" y="430"/>
                    <a:pt x="1069" y="626"/>
                    <a:pt x="1121" y="798"/>
                  </a:cubicBezTo>
                  <a:cubicBezTo>
                    <a:pt x="1367" y="1611"/>
                    <a:pt x="1621" y="2452"/>
                    <a:pt x="1678" y="3313"/>
                  </a:cubicBezTo>
                  <a:cubicBezTo>
                    <a:pt x="1723" y="3983"/>
                    <a:pt x="1657" y="4949"/>
                    <a:pt x="1095" y="5745"/>
                  </a:cubicBezTo>
                  <a:cubicBezTo>
                    <a:pt x="984" y="5902"/>
                    <a:pt x="818" y="6039"/>
                    <a:pt x="670" y="6039"/>
                  </a:cubicBezTo>
                  <a:cubicBezTo>
                    <a:pt x="632" y="6039"/>
                    <a:pt x="595" y="6030"/>
                    <a:pt x="561" y="6009"/>
                  </a:cubicBezTo>
                  <a:cubicBezTo>
                    <a:pt x="444" y="5941"/>
                    <a:pt x="411" y="5776"/>
                    <a:pt x="392" y="5607"/>
                  </a:cubicBezTo>
                  <a:cubicBezTo>
                    <a:pt x="272" y="4476"/>
                    <a:pt x="148" y="3166"/>
                    <a:pt x="231" y="1913"/>
                  </a:cubicBezTo>
                  <a:cubicBezTo>
                    <a:pt x="233" y="1877"/>
                    <a:pt x="237" y="1826"/>
                    <a:pt x="239" y="1763"/>
                  </a:cubicBezTo>
                  <a:cubicBezTo>
                    <a:pt x="256" y="1392"/>
                    <a:pt x="306" y="268"/>
                    <a:pt x="598" y="156"/>
                  </a:cubicBezTo>
                  <a:cubicBezTo>
                    <a:pt x="610" y="152"/>
                    <a:pt x="625" y="149"/>
                    <a:pt x="639" y="149"/>
                  </a:cubicBezTo>
                  <a:close/>
                  <a:moveTo>
                    <a:pt x="641" y="1"/>
                  </a:moveTo>
                  <a:cubicBezTo>
                    <a:pt x="609" y="1"/>
                    <a:pt x="577" y="6"/>
                    <a:pt x="546" y="18"/>
                  </a:cubicBezTo>
                  <a:cubicBezTo>
                    <a:pt x="210" y="145"/>
                    <a:pt x="129" y="928"/>
                    <a:pt x="92" y="1754"/>
                  </a:cubicBezTo>
                  <a:cubicBezTo>
                    <a:pt x="89" y="1816"/>
                    <a:pt x="87" y="1867"/>
                    <a:pt x="84" y="1903"/>
                  </a:cubicBezTo>
                  <a:cubicBezTo>
                    <a:pt x="0" y="3167"/>
                    <a:pt x="123" y="4486"/>
                    <a:pt x="246" y="5622"/>
                  </a:cubicBezTo>
                  <a:cubicBezTo>
                    <a:pt x="268" y="5829"/>
                    <a:pt x="313" y="6034"/>
                    <a:pt x="485" y="6136"/>
                  </a:cubicBezTo>
                  <a:cubicBezTo>
                    <a:pt x="546" y="6172"/>
                    <a:pt x="608" y="6188"/>
                    <a:pt x="671" y="6188"/>
                  </a:cubicBezTo>
                  <a:cubicBezTo>
                    <a:pt x="872" y="6188"/>
                    <a:pt x="1077" y="6028"/>
                    <a:pt x="1217" y="5829"/>
                  </a:cubicBezTo>
                  <a:cubicBezTo>
                    <a:pt x="1804" y="4997"/>
                    <a:pt x="1872" y="3996"/>
                    <a:pt x="1827" y="3302"/>
                  </a:cubicBezTo>
                  <a:cubicBezTo>
                    <a:pt x="1769" y="2425"/>
                    <a:pt x="1512" y="1576"/>
                    <a:pt x="1264" y="754"/>
                  </a:cubicBezTo>
                  <a:cubicBezTo>
                    <a:pt x="1207" y="566"/>
                    <a:pt x="1143" y="353"/>
                    <a:pt x="990" y="194"/>
                  </a:cubicBezTo>
                  <a:cubicBezTo>
                    <a:pt x="866" y="65"/>
                    <a:pt x="749" y="1"/>
                    <a:pt x="64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7"/>
            <p:cNvSpPr/>
            <p:nvPr/>
          </p:nvSpPr>
          <p:spPr>
            <a:xfrm>
              <a:off x="4603925" y="1136950"/>
              <a:ext cx="886950" cy="480850"/>
            </a:xfrm>
            <a:custGeom>
              <a:rect b="b" l="l" r="r" t="t"/>
              <a:pathLst>
                <a:path extrusionOk="0" h="19234" w="35478">
                  <a:moveTo>
                    <a:pt x="33176" y="147"/>
                  </a:moveTo>
                  <a:cubicBezTo>
                    <a:pt x="33271" y="147"/>
                    <a:pt x="33436" y="248"/>
                    <a:pt x="33669" y="731"/>
                  </a:cubicBezTo>
                  <a:cubicBezTo>
                    <a:pt x="34012" y="1439"/>
                    <a:pt x="34331" y="2175"/>
                    <a:pt x="34640" y="2886"/>
                  </a:cubicBezTo>
                  <a:cubicBezTo>
                    <a:pt x="34798" y="3250"/>
                    <a:pt x="34955" y="3613"/>
                    <a:pt x="35117" y="3974"/>
                  </a:cubicBezTo>
                  <a:cubicBezTo>
                    <a:pt x="35250" y="4270"/>
                    <a:pt x="35359" y="4663"/>
                    <a:pt x="35132" y="4853"/>
                  </a:cubicBezTo>
                  <a:cubicBezTo>
                    <a:pt x="35049" y="4922"/>
                    <a:pt x="34944" y="4946"/>
                    <a:pt x="34826" y="4946"/>
                  </a:cubicBezTo>
                  <a:cubicBezTo>
                    <a:pt x="34718" y="4946"/>
                    <a:pt x="34601" y="4927"/>
                    <a:pt x="34480" y="4904"/>
                  </a:cubicBezTo>
                  <a:cubicBezTo>
                    <a:pt x="33681" y="4750"/>
                    <a:pt x="32878" y="4684"/>
                    <a:pt x="32073" y="4684"/>
                  </a:cubicBezTo>
                  <a:cubicBezTo>
                    <a:pt x="29802" y="4684"/>
                    <a:pt x="27517" y="5203"/>
                    <a:pt x="25289" y="5709"/>
                  </a:cubicBezTo>
                  <a:cubicBezTo>
                    <a:pt x="24580" y="5870"/>
                    <a:pt x="23847" y="6036"/>
                    <a:pt x="23130" y="6183"/>
                  </a:cubicBezTo>
                  <a:cubicBezTo>
                    <a:pt x="22351" y="6341"/>
                    <a:pt x="21555" y="6482"/>
                    <a:pt x="20786" y="6617"/>
                  </a:cubicBezTo>
                  <a:cubicBezTo>
                    <a:pt x="19365" y="6867"/>
                    <a:pt x="17899" y="7127"/>
                    <a:pt x="16483" y="7509"/>
                  </a:cubicBezTo>
                  <a:cubicBezTo>
                    <a:pt x="13908" y="8201"/>
                    <a:pt x="11940" y="9199"/>
                    <a:pt x="10469" y="10559"/>
                  </a:cubicBezTo>
                  <a:cubicBezTo>
                    <a:pt x="8658" y="12232"/>
                    <a:pt x="7677" y="14500"/>
                    <a:pt x="7844" y="16625"/>
                  </a:cubicBezTo>
                  <a:cubicBezTo>
                    <a:pt x="7854" y="16745"/>
                    <a:pt x="7867" y="16868"/>
                    <a:pt x="7879" y="16989"/>
                  </a:cubicBezTo>
                  <a:cubicBezTo>
                    <a:pt x="7930" y="17465"/>
                    <a:pt x="7983" y="17957"/>
                    <a:pt x="7817" y="18397"/>
                  </a:cubicBezTo>
                  <a:cubicBezTo>
                    <a:pt x="7700" y="18705"/>
                    <a:pt x="7395" y="18979"/>
                    <a:pt x="7074" y="19060"/>
                  </a:cubicBezTo>
                  <a:cubicBezTo>
                    <a:pt x="7016" y="19075"/>
                    <a:pt x="6950" y="19086"/>
                    <a:pt x="6879" y="19086"/>
                  </a:cubicBezTo>
                  <a:cubicBezTo>
                    <a:pt x="6755" y="19086"/>
                    <a:pt x="6617" y="19052"/>
                    <a:pt x="6493" y="18946"/>
                  </a:cubicBezTo>
                  <a:cubicBezTo>
                    <a:pt x="6268" y="18752"/>
                    <a:pt x="6209" y="18426"/>
                    <a:pt x="6152" y="18111"/>
                  </a:cubicBezTo>
                  <a:lnTo>
                    <a:pt x="6136" y="18018"/>
                  </a:lnTo>
                  <a:cubicBezTo>
                    <a:pt x="5842" y="16430"/>
                    <a:pt x="4823" y="15019"/>
                    <a:pt x="3408" y="14241"/>
                  </a:cubicBezTo>
                  <a:cubicBezTo>
                    <a:pt x="3122" y="14083"/>
                    <a:pt x="2819" y="13950"/>
                    <a:pt x="2525" y="13821"/>
                  </a:cubicBezTo>
                  <a:cubicBezTo>
                    <a:pt x="2179" y="13669"/>
                    <a:pt x="1821" y="13514"/>
                    <a:pt x="1493" y="13317"/>
                  </a:cubicBezTo>
                  <a:cubicBezTo>
                    <a:pt x="796" y="12897"/>
                    <a:pt x="357" y="12319"/>
                    <a:pt x="287" y="11730"/>
                  </a:cubicBezTo>
                  <a:cubicBezTo>
                    <a:pt x="157" y="10629"/>
                    <a:pt x="1203" y="9758"/>
                    <a:pt x="2128" y="9123"/>
                  </a:cubicBezTo>
                  <a:lnTo>
                    <a:pt x="5083" y="7097"/>
                  </a:lnTo>
                  <a:cubicBezTo>
                    <a:pt x="5683" y="6685"/>
                    <a:pt x="6364" y="6219"/>
                    <a:pt x="7138" y="6157"/>
                  </a:cubicBezTo>
                  <a:cubicBezTo>
                    <a:pt x="7199" y="6153"/>
                    <a:pt x="7259" y="6151"/>
                    <a:pt x="7320" y="6151"/>
                  </a:cubicBezTo>
                  <a:cubicBezTo>
                    <a:pt x="7726" y="6151"/>
                    <a:pt x="8133" y="6251"/>
                    <a:pt x="8528" y="6348"/>
                  </a:cubicBezTo>
                  <a:cubicBezTo>
                    <a:pt x="8934" y="6448"/>
                    <a:pt x="9355" y="6551"/>
                    <a:pt x="9780" y="6551"/>
                  </a:cubicBezTo>
                  <a:lnTo>
                    <a:pt x="9804" y="6551"/>
                  </a:lnTo>
                  <a:cubicBezTo>
                    <a:pt x="11047" y="6540"/>
                    <a:pt x="12028" y="5683"/>
                    <a:pt x="12977" y="4853"/>
                  </a:cubicBezTo>
                  <a:cubicBezTo>
                    <a:pt x="13879" y="4065"/>
                    <a:pt x="14812" y="3250"/>
                    <a:pt x="15959" y="3176"/>
                  </a:cubicBezTo>
                  <a:cubicBezTo>
                    <a:pt x="16016" y="3173"/>
                    <a:pt x="16073" y="3171"/>
                    <a:pt x="16130" y="3171"/>
                  </a:cubicBezTo>
                  <a:cubicBezTo>
                    <a:pt x="16988" y="3171"/>
                    <a:pt x="17800" y="3581"/>
                    <a:pt x="18586" y="3980"/>
                  </a:cubicBezTo>
                  <a:cubicBezTo>
                    <a:pt x="18872" y="4125"/>
                    <a:pt x="19164" y="4272"/>
                    <a:pt x="19457" y="4400"/>
                  </a:cubicBezTo>
                  <a:cubicBezTo>
                    <a:pt x="20623" y="4909"/>
                    <a:pt x="21845" y="5110"/>
                    <a:pt x="23059" y="5110"/>
                  </a:cubicBezTo>
                  <a:cubicBezTo>
                    <a:pt x="25571" y="5110"/>
                    <a:pt x="28048" y="4249"/>
                    <a:pt x="29920" y="3477"/>
                  </a:cubicBezTo>
                  <a:cubicBezTo>
                    <a:pt x="30985" y="3038"/>
                    <a:pt x="32025" y="2496"/>
                    <a:pt x="32437" y="1506"/>
                  </a:cubicBezTo>
                  <a:cubicBezTo>
                    <a:pt x="32486" y="1391"/>
                    <a:pt x="32533" y="1264"/>
                    <a:pt x="32582" y="1134"/>
                  </a:cubicBezTo>
                  <a:cubicBezTo>
                    <a:pt x="32745" y="699"/>
                    <a:pt x="32949" y="157"/>
                    <a:pt x="33172" y="147"/>
                  </a:cubicBezTo>
                  <a:cubicBezTo>
                    <a:pt x="33173" y="147"/>
                    <a:pt x="33175" y="147"/>
                    <a:pt x="33176" y="147"/>
                  </a:cubicBezTo>
                  <a:close/>
                  <a:moveTo>
                    <a:pt x="33178" y="0"/>
                  </a:moveTo>
                  <a:cubicBezTo>
                    <a:pt x="33175" y="0"/>
                    <a:pt x="33171" y="1"/>
                    <a:pt x="33167" y="1"/>
                  </a:cubicBezTo>
                  <a:cubicBezTo>
                    <a:pt x="32847" y="15"/>
                    <a:pt x="32643" y="558"/>
                    <a:pt x="32446" y="1083"/>
                  </a:cubicBezTo>
                  <a:cubicBezTo>
                    <a:pt x="32398" y="1212"/>
                    <a:pt x="32351" y="1339"/>
                    <a:pt x="32302" y="1452"/>
                  </a:cubicBezTo>
                  <a:cubicBezTo>
                    <a:pt x="31909" y="2392"/>
                    <a:pt x="30899" y="2917"/>
                    <a:pt x="29865" y="3343"/>
                  </a:cubicBezTo>
                  <a:cubicBezTo>
                    <a:pt x="27230" y="4429"/>
                    <a:pt x="24989" y="4968"/>
                    <a:pt x="23036" y="4968"/>
                  </a:cubicBezTo>
                  <a:cubicBezTo>
                    <a:pt x="21748" y="4968"/>
                    <a:pt x="20585" y="4733"/>
                    <a:pt x="19517" y="4267"/>
                  </a:cubicBezTo>
                  <a:cubicBezTo>
                    <a:pt x="19228" y="4141"/>
                    <a:pt x="18936" y="3994"/>
                    <a:pt x="18654" y="3851"/>
                  </a:cubicBezTo>
                  <a:cubicBezTo>
                    <a:pt x="17852" y="3445"/>
                    <a:pt x="17024" y="3026"/>
                    <a:pt x="16131" y="3026"/>
                  </a:cubicBezTo>
                  <a:cubicBezTo>
                    <a:pt x="16071" y="3026"/>
                    <a:pt x="16011" y="3028"/>
                    <a:pt x="15951" y="3032"/>
                  </a:cubicBezTo>
                  <a:cubicBezTo>
                    <a:pt x="14752" y="3109"/>
                    <a:pt x="13802" y="3940"/>
                    <a:pt x="12881" y="4745"/>
                  </a:cubicBezTo>
                  <a:cubicBezTo>
                    <a:pt x="11910" y="5593"/>
                    <a:pt x="10991" y="6395"/>
                    <a:pt x="9804" y="6406"/>
                  </a:cubicBezTo>
                  <a:cubicBezTo>
                    <a:pt x="9800" y="6406"/>
                    <a:pt x="9796" y="6406"/>
                    <a:pt x="9792" y="6406"/>
                  </a:cubicBezTo>
                  <a:cubicBezTo>
                    <a:pt x="9383" y="6406"/>
                    <a:pt x="8967" y="6304"/>
                    <a:pt x="8566" y="6206"/>
                  </a:cubicBezTo>
                  <a:cubicBezTo>
                    <a:pt x="8161" y="6106"/>
                    <a:pt x="7743" y="6003"/>
                    <a:pt x="7319" y="6003"/>
                  </a:cubicBezTo>
                  <a:cubicBezTo>
                    <a:pt x="7255" y="6003"/>
                    <a:pt x="7191" y="6006"/>
                    <a:pt x="7127" y="6011"/>
                  </a:cubicBezTo>
                  <a:cubicBezTo>
                    <a:pt x="6314" y="6077"/>
                    <a:pt x="5587" y="6576"/>
                    <a:pt x="5001" y="6977"/>
                  </a:cubicBezTo>
                  <a:lnTo>
                    <a:pt x="2046" y="9003"/>
                  </a:lnTo>
                  <a:cubicBezTo>
                    <a:pt x="1085" y="9661"/>
                    <a:pt x="1" y="10569"/>
                    <a:pt x="141" y="11747"/>
                  </a:cubicBezTo>
                  <a:cubicBezTo>
                    <a:pt x="244" y="12617"/>
                    <a:pt x="985" y="13183"/>
                    <a:pt x="1417" y="13443"/>
                  </a:cubicBezTo>
                  <a:cubicBezTo>
                    <a:pt x="1752" y="13647"/>
                    <a:pt x="2115" y="13805"/>
                    <a:pt x="2466" y="13958"/>
                  </a:cubicBezTo>
                  <a:cubicBezTo>
                    <a:pt x="2756" y="14085"/>
                    <a:pt x="3056" y="14216"/>
                    <a:pt x="3338" y="14371"/>
                  </a:cubicBezTo>
                  <a:cubicBezTo>
                    <a:pt x="4713" y="15126"/>
                    <a:pt x="5706" y="16502"/>
                    <a:pt x="5991" y="18045"/>
                  </a:cubicBezTo>
                  <a:lnTo>
                    <a:pt x="6008" y="18137"/>
                  </a:lnTo>
                  <a:cubicBezTo>
                    <a:pt x="6067" y="18462"/>
                    <a:pt x="6132" y="18829"/>
                    <a:pt x="6398" y="19057"/>
                  </a:cubicBezTo>
                  <a:cubicBezTo>
                    <a:pt x="6533" y="19174"/>
                    <a:pt x="6701" y="19234"/>
                    <a:pt x="6883" y="19234"/>
                  </a:cubicBezTo>
                  <a:cubicBezTo>
                    <a:pt x="6956" y="19234"/>
                    <a:pt x="7032" y="19223"/>
                    <a:pt x="7112" y="19206"/>
                  </a:cubicBezTo>
                  <a:cubicBezTo>
                    <a:pt x="7482" y="19112"/>
                    <a:pt x="7822" y="18809"/>
                    <a:pt x="7957" y="18453"/>
                  </a:cubicBezTo>
                  <a:cubicBezTo>
                    <a:pt x="8135" y="17981"/>
                    <a:pt x="8081" y="17470"/>
                    <a:pt x="8028" y="16976"/>
                  </a:cubicBezTo>
                  <a:cubicBezTo>
                    <a:pt x="8015" y="16854"/>
                    <a:pt x="8002" y="16735"/>
                    <a:pt x="7993" y="16616"/>
                  </a:cubicBezTo>
                  <a:cubicBezTo>
                    <a:pt x="7829" y="14535"/>
                    <a:pt x="8793" y="12313"/>
                    <a:pt x="10571" y="10669"/>
                  </a:cubicBezTo>
                  <a:cubicBezTo>
                    <a:pt x="12025" y="9327"/>
                    <a:pt x="13971" y="8340"/>
                    <a:pt x="16524" y="7653"/>
                  </a:cubicBezTo>
                  <a:cubicBezTo>
                    <a:pt x="17933" y="7272"/>
                    <a:pt x="19397" y="7015"/>
                    <a:pt x="20813" y="6764"/>
                  </a:cubicBezTo>
                  <a:cubicBezTo>
                    <a:pt x="21584" y="6628"/>
                    <a:pt x="22381" y="6487"/>
                    <a:pt x="23161" y="6328"/>
                  </a:cubicBezTo>
                  <a:cubicBezTo>
                    <a:pt x="23881" y="6181"/>
                    <a:pt x="24615" y="6015"/>
                    <a:pt x="25324" y="5854"/>
                  </a:cubicBezTo>
                  <a:cubicBezTo>
                    <a:pt x="27545" y="5350"/>
                    <a:pt x="29820" y="4833"/>
                    <a:pt x="32077" y="4833"/>
                  </a:cubicBezTo>
                  <a:cubicBezTo>
                    <a:pt x="32873" y="4833"/>
                    <a:pt x="33667" y="4897"/>
                    <a:pt x="34455" y="5049"/>
                  </a:cubicBezTo>
                  <a:cubicBezTo>
                    <a:pt x="34560" y="5069"/>
                    <a:pt x="34691" y="5094"/>
                    <a:pt x="34823" y="5094"/>
                  </a:cubicBezTo>
                  <a:cubicBezTo>
                    <a:pt x="34966" y="5094"/>
                    <a:pt x="35112" y="5065"/>
                    <a:pt x="35229" y="4968"/>
                  </a:cubicBezTo>
                  <a:cubicBezTo>
                    <a:pt x="35469" y="4767"/>
                    <a:pt x="35478" y="4413"/>
                    <a:pt x="35255" y="3914"/>
                  </a:cubicBezTo>
                  <a:cubicBezTo>
                    <a:pt x="35093" y="3553"/>
                    <a:pt x="34936" y="3191"/>
                    <a:pt x="34778" y="2828"/>
                  </a:cubicBezTo>
                  <a:cubicBezTo>
                    <a:pt x="34468" y="2115"/>
                    <a:pt x="34148" y="1378"/>
                    <a:pt x="33805" y="668"/>
                  </a:cubicBezTo>
                  <a:cubicBezTo>
                    <a:pt x="33584" y="213"/>
                    <a:pt x="33381" y="0"/>
                    <a:pt x="33178"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7"/>
            <p:cNvSpPr/>
            <p:nvPr/>
          </p:nvSpPr>
          <p:spPr>
            <a:xfrm>
              <a:off x="4647075" y="1246450"/>
              <a:ext cx="403775" cy="260500"/>
            </a:xfrm>
            <a:custGeom>
              <a:rect b="b" l="l" r="r" t="t"/>
              <a:pathLst>
                <a:path extrusionOk="0" h="10420" w="16151">
                  <a:moveTo>
                    <a:pt x="14857" y="149"/>
                  </a:moveTo>
                  <a:cubicBezTo>
                    <a:pt x="15308" y="149"/>
                    <a:pt x="15746" y="323"/>
                    <a:pt x="15832" y="697"/>
                  </a:cubicBezTo>
                  <a:cubicBezTo>
                    <a:pt x="15980" y="1334"/>
                    <a:pt x="15039" y="1706"/>
                    <a:pt x="14748" y="1805"/>
                  </a:cubicBezTo>
                  <a:cubicBezTo>
                    <a:pt x="14526" y="1881"/>
                    <a:pt x="14303" y="1956"/>
                    <a:pt x="14079" y="2031"/>
                  </a:cubicBezTo>
                  <a:cubicBezTo>
                    <a:pt x="12393" y="2597"/>
                    <a:pt x="10648" y="3184"/>
                    <a:pt x="9106" y="4125"/>
                  </a:cubicBezTo>
                  <a:cubicBezTo>
                    <a:pt x="7115" y="5343"/>
                    <a:pt x="5792" y="7010"/>
                    <a:pt x="5381" y="8820"/>
                  </a:cubicBezTo>
                  <a:cubicBezTo>
                    <a:pt x="5365" y="8887"/>
                    <a:pt x="5352" y="8954"/>
                    <a:pt x="5337" y="9022"/>
                  </a:cubicBezTo>
                  <a:cubicBezTo>
                    <a:pt x="5274" y="9328"/>
                    <a:pt x="5208" y="9645"/>
                    <a:pt x="5035" y="9899"/>
                  </a:cubicBezTo>
                  <a:cubicBezTo>
                    <a:pt x="4890" y="10113"/>
                    <a:pt x="4632" y="10273"/>
                    <a:pt x="4389" y="10273"/>
                  </a:cubicBezTo>
                  <a:cubicBezTo>
                    <a:pt x="4298" y="10273"/>
                    <a:pt x="4209" y="10250"/>
                    <a:pt x="4129" y="10200"/>
                  </a:cubicBezTo>
                  <a:cubicBezTo>
                    <a:pt x="3826" y="10012"/>
                    <a:pt x="3851" y="9640"/>
                    <a:pt x="3877" y="9211"/>
                  </a:cubicBezTo>
                  <a:cubicBezTo>
                    <a:pt x="3900" y="8857"/>
                    <a:pt x="3924" y="8494"/>
                    <a:pt x="3755" y="8199"/>
                  </a:cubicBezTo>
                  <a:cubicBezTo>
                    <a:pt x="3541" y="7824"/>
                    <a:pt x="3119" y="7719"/>
                    <a:pt x="2686" y="7719"/>
                  </a:cubicBezTo>
                  <a:cubicBezTo>
                    <a:pt x="2438" y="7719"/>
                    <a:pt x="2185" y="7752"/>
                    <a:pt x="1964" y="7791"/>
                  </a:cubicBezTo>
                  <a:cubicBezTo>
                    <a:pt x="1854" y="7810"/>
                    <a:pt x="1655" y="7839"/>
                    <a:pt x="1433" y="7839"/>
                  </a:cubicBezTo>
                  <a:cubicBezTo>
                    <a:pt x="1030" y="7839"/>
                    <a:pt x="552" y="7745"/>
                    <a:pt x="405" y="7332"/>
                  </a:cubicBezTo>
                  <a:cubicBezTo>
                    <a:pt x="179" y="6705"/>
                    <a:pt x="934" y="6236"/>
                    <a:pt x="1599" y="5824"/>
                  </a:cubicBezTo>
                  <a:cubicBezTo>
                    <a:pt x="1850" y="5669"/>
                    <a:pt x="2085" y="5523"/>
                    <a:pt x="2242" y="5382"/>
                  </a:cubicBezTo>
                  <a:cubicBezTo>
                    <a:pt x="3212" y="4505"/>
                    <a:pt x="4188" y="3701"/>
                    <a:pt x="5460" y="3520"/>
                  </a:cubicBezTo>
                  <a:cubicBezTo>
                    <a:pt x="5686" y="3487"/>
                    <a:pt x="5916" y="3476"/>
                    <a:pt x="6146" y="3476"/>
                  </a:cubicBezTo>
                  <a:cubicBezTo>
                    <a:pt x="6385" y="3476"/>
                    <a:pt x="6624" y="3488"/>
                    <a:pt x="6859" y="3499"/>
                  </a:cubicBezTo>
                  <a:cubicBezTo>
                    <a:pt x="7096" y="3511"/>
                    <a:pt x="7338" y="3523"/>
                    <a:pt x="7579" y="3523"/>
                  </a:cubicBezTo>
                  <a:cubicBezTo>
                    <a:pt x="7834" y="3523"/>
                    <a:pt x="8089" y="3509"/>
                    <a:pt x="8341" y="3469"/>
                  </a:cubicBezTo>
                  <a:cubicBezTo>
                    <a:pt x="9526" y="3280"/>
                    <a:pt x="10517" y="2531"/>
                    <a:pt x="11473" y="1805"/>
                  </a:cubicBezTo>
                  <a:cubicBezTo>
                    <a:pt x="12444" y="1070"/>
                    <a:pt x="13448" y="309"/>
                    <a:pt x="14637" y="162"/>
                  </a:cubicBezTo>
                  <a:cubicBezTo>
                    <a:pt x="14709" y="153"/>
                    <a:pt x="14783" y="149"/>
                    <a:pt x="14857" y="149"/>
                  </a:cubicBezTo>
                  <a:close/>
                  <a:moveTo>
                    <a:pt x="14851" y="1"/>
                  </a:moveTo>
                  <a:cubicBezTo>
                    <a:pt x="14773" y="1"/>
                    <a:pt x="14695" y="5"/>
                    <a:pt x="14619" y="15"/>
                  </a:cubicBezTo>
                  <a:cubicBezTo>
                    <a:pt x="13390" y="167"/>
                    <a:pt x="12371" y="940"/>
                    <a:pt x="11384" y="1686"/>
                  </a:cubicBezTo>
                  <a:cubicBezTo>
                    <a:pt x="10441" y="2402"/>
                    <a:pt x="9466" y="3141"/>
                    <a:pt x="8318" y="3324"/>
                  </a:cubicBezTo>
                  <a:cubicBezTo>
                    <a:pt x="8075" y="3362"/>
                    <a:pt x="7827" y="3375"/>
                    <a:pt x="7578" y="3375"/>
                  </a:cubicBezTo>
                  <a:cubicBezTo>
                    <a:pt x="7340" y="3375"/>
                    <a:pt x="7101" y="3363"/>
                    <a:pt x="6866" y="3352"/>
                  </a:cubicBezTo>
                  <a:cubicBezTo>
                    <a:pt x="6629" y="3341"/>
                    <a:pt x="6387" y="3329"/>
                    <a:pt x="6143" y="3329"/>
                  </a:cubicBezTo>
                  <a:cubicBezTo>
                    <a:pt x="5909" y="3329"/>
                    <a:pt x="5673" y="3340"/>
                    <a:pt x="5440" y="3373"/>
                  </a:cubicBezTo>
                  <a:cubicBezTo>
                    <a:pt x="4127" y="3561"/>
                    <a:pt x="3131" y="4378"/>
                    <a:pt x="2144" y="5272"/>
                  </a:cubicBezTo>
                  <a:cubicBezTo>
                    <a:pt x="1999" y="5405"/>
                    <a:pt x="1767" y="5548"/>
                    <a:pt x="1524" y="5699"/>
                  </a:cubicBezTo>
                  <a:cubicBezTo>
                    <a:pt x="845" y="6120"/>
                    <a:pt x="0" y="6642"/>
                    <a:pt x="266" y="7382"/>
                  </a:cubicBezTo>
                  <a:cubicBezTo>
                    <a:pt x="444" y="7877"/>
                    <a:pt x="992" y="7986"/>
                    <a:pt x="1440" y="7986"/>
                  </a:cubicBezTo>
                  <a:cubicBezTo>
                    <a:pt x="1671" y="7986"/>
                    <a:pt x="1876" y="7957"/>
                    <a:pt x="1990" y="7937"/>
                  </a:cubicBezTo>
                  <a:cubicBezTo>
                    <a:pt x="2204" y="7899"/>
                    <a:pt x="2448" y="7865"/>
                    <a:pt x="2686" y="7865"/>
                  </a:cubicBezTo>
                  <a:cubicBezTo>
                    <a:pt x="3075" y="7865"/>
                    <a:pt x="3446" y="7957"/>
                    <a:pt x="3627" y="8272"/>
                  </a:cubicBezTo>
                  <a:cubicBezTo>
                    <a:pt x="3774" y="8529"/>
                    <a:pt x="3753" y="8870"/>
                    <a:pt x="3730" y="9202"/>
                  </a:cubicBezTo>
                  <a:cubicBezTo>
                    <a:pt x="3702" y="9637"/>
                    <a:pt x="3672" y="10089"/>
                    <a:pt x="4050" y="10325"/>
                  </a:cubicBezTo>
                  <a:cubicBezTo>
                    <a:pt x="4155" y="10391"/>
                    <a:pt x="4270" y="10419"/>
                    <a:pt x="4385" y="10419"/>
                  </a:cubicBezTo>
                  <a:cubicBezTo>
                    <a:pt x="4681" y="10419"/>
                    <a:pt x="4987" y="10233"/>
                    <a:pt x="5156" y="9981"/>
                  </a:cubicBezTo>
                  <a:cubicBezTo>
                    <a:pt x="5344" y="9702"/>
                    <a:pt x="5414" y="9372"/>
                    <a:pt x="5481" y="9051"/>
                  </a:cubicBezTo>
                  <a:cubicBezTo>
                    <a:pt x="5494" y="8984"/>
                    <a:pt x="5508" y="8917"/>
                    <a:pt x="5523" y="8851"/>
                  </a:cubicBezTo>
                  <a:cubicBezTo>
                    <a:pt x="6065" y="6462"/>
                    <a:pt x="8048" y="4944"/>
                    <a:pt x="9182" y="4250"/>
                  </a:cubicBezTo>
                  <a:cubicBezTo>
                    <a:pt x="10709" y="3319"/>
                    <a:pt x="12446" y="2734"/>
                    <a:pt x="14125" y="2170"/>
                  </a:cubicBezTo>
                  <a:cubicBezTo>
                    <a:pt x="14349" y="2096"/>
                    <a:pt x="14572" y="2021"/>
                    <a:pt x="14794" y="1944"/>
                  </a:cubicBezTo>
                  <a:cubicBezTo>
                    <a:pt x="15115" y="1835"/>
                    <a:pt x="16150" y="1420"/>
                    <a:pt x="15976" y="664"/>
                  </a:cubicBezTo>
                  <a:cubicBezTo>
                    <a:pt x="15872" y="211"/>
                    <a:pt x="15364" y="1"/>
                    <a:pt x="1485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 name="Google Shape;525;p17"/>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26" name="Google Shape;526;p17"/>
          <p:cNvGrpSpPr/>
          <p:nvPr/>
        </p:nvGrpSpPr>
        <p:grpSpPr>
          <a:xfrm>
            <a:off x="3167021" y="4603506"/>
            <a:ext cx="2363233" cy="1225153"/>
            <a:chOff x="3167021" y="4509456"/>
            <a:chExt cx="2363233" cy="1225153"/>
          </a:xfrm>
        </p:grpSpPr>
        <p:grpSp>
          <p:nvGrpSpPr>
            <p:cNvPr id="527" name="Google Shape;527;p17"/>
            <p:cNvGrpSpPr/>
            <p:nvPr/>
          </p:nvGrpSpPr>
          <p:grpSpPr>
            <a:xfrm>
              <a:off x="3167021" y="4509456"/>
              <a:ext cx="1878017" cy="1225153"/>
              <a:chOff x="1705450" y="1644825"/>
              <a:chExt cx="1313850" cy="857050"/>
            </a:xfrm>
          </p:grpSpPr>
          <p:sp>
            <p:nvSpPr>
              <p:cNvPr id="528" name="Google Shape;528;p17"/>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7"/>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7"/>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7"/>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7"/>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7"/>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7"/>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7"/>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7"/>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7"/>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7"/>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7"/>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7"/>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7"/>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7"/>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7"/>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7"/>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7"/>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7"/>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7"/>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7"/>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7"/>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7"/>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7"/>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7"/>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7"/>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7"/>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7"/>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7"/>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7"/>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7"/>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7"/>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7"/>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7"/>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7"/>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7"/>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7"/>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7"/>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7"/>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7"/>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7"/>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7"/>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7"/>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7"/>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7"/>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7"/>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7"/>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7"/>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7"/>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7"/>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17"/>
            <p:cNvGrpSpPr/>
            <p:nvPr/>
          </p:nvGrpSpPr>
          <p:grpSpPr>
            <a:xfrm>
              <a:off x="4252789" y="4689847"/>
              <a:ext cx="1277466" cy="546912"/>
              <a:chOff x="2011750" y="3107325"/>
              <a:chExt cx="1510900" cy="646850"/>
            </a:xfrm>
          </p:grpSpPr>
          <p:sp>
            <p:nvSpPr>
              <p:cNvPr id="579" name="Google Shape;579;p17"/>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7"/>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7"/>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7"/>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7"/>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7"/>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cabezado de sección 1">
  <p:cSld name="SECTION_HEADER_1">
    <p:spTree>
      <p:nvGrpSpPr>
        <p:cNvPr id="585" name="Shape 585"/>
        <p:cNvGrpSpPr/>
        <p:nvPr/>
      </p:nvGrpSpPr>
      <p:grpSpPr>
        <a:xfrm>
          <a:off x="0" y="0"/>
          <a:ext cx="0" cy="0"/>
          <a:chOff x="0" y="0"/>
          <a:chExt cx="0" cy="0"/>
        </a:xfrm>
      </p:grpSpPr>
      <p:pic>
        <p:nvPicPr>
          <p:cNvPr id="586" name="Google Shape;586;p18"/>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587" name="Google Shape;587;p18"/>
          <p:cNvGrpSpPr/>
          <p:nvPr/>
        </p:nvGrpSpPr>
        <p:grpSpPr>
          <a:xfrm>
            <a:off x="125215" y="-233524"/>
            <a:ext cx="2900091" cy="5954378"/>
            <a:chOff x="6660586" y="7273396"/>
            <a:chExt cx="328187" cy="673809"/>
          </a:xfrm>
        </p:grpSpPr>
        <p:sp>
          <p:nvSpPr>
            <p:cNvPr id="588" name="Google Shape;588;p18"/>
            <p:cNvSpPr/>
            <p:nvPr/>
          </p:nvSpPr>
          <p:spPr>
            <a:xfrm flipH="1">
              <a:off x="6682269" y="7273396"/>
              <a:ext cx="60276" cy="287667"/>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8"/>
            <p:cNvSpPr/>
            <p:nvPr/>
          </p:nvSpPr>
          <p:spPr>
            <a:xfrm flipH="1">
              <a:off x="6660586" y="7552828"/>
              <a:ext cx="328187" cy="394376"/>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8"/>
            <p:cNvSpPr/>
            <p:nvPr/>
          </p:nvSpPr>
          <p:spPr>
            <a:xfrm flipH="1">
              <a:off x="6875011" y="7862048"/>
              <a:ext cx="58918" cy="51383"/>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8"/>
            <p:cNvSpPr/>
            <p:nvPr/>
          </p:nvSpPr>
          <p:spPr>
            <a:xfrm flipH="1">
              <a:off x="6660587" y="7552828"/>
              <a:ext cx="44243" cy="24312"/>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18"/>
          <p:cNvGrpSpPr/>
          <p:nvPr/>
        </p:nvGrpSpPr>
        <p:grpSpPr>
          <a:xfrm rot="-5400000">
            <a:off x="4010871" y="-451727"/>
            <a:ext cx="5143439" cy="4294350"/>
            <a:chOff x="5592793" y="5440636"/>
            <a:chExt cx="4267352" cy="3819577"/>
          </a:xfrm>
        </p:grpSpPr>
        <p:sp>
          <p:nvSpPr>
            <p:cNvPr id="593" name="Google Shape;593;p18"/>
            <p:cNvSpPr/>
            <p:nvPr/>
          </p:nvSpPr>
          <p:spPr>
            <a:xfrm flipH="1">
              <a:off x="6529869" y="7120996"/>
              <a:ext cx="60276" cy="287667"/>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8"/>
            <p:cNvSpPr/>
            <p:nvPr/>
          </p:nvSpPr>
          <p:spPr>
            <a:xfrm flipH="1">
              <a:off x="6508186" y="7400428"/>
              <a:ext cx="328187" cy="394376"/>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8"/>
            <p:cNvSpPr/>
            <p:nvPr/>
          </p:nvSpPr>
          <p:spPr>
            <a:xfrm flipH="1">
              <a:off x="6722611" y="7709648"/>
              <a:ext cx="58918" cy="51383"/>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8"/>
            <p:cNvSpPr/>
            <p:nvPr/>
          </p:nvSpPr>
          <p:spPr>
            <a:xfrm flipH="1">
              <a:off x="6436214" y="7412650"/>
              <a:ext cx="44243" cy="24312"/>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8"/>
            <p:cNvSpPr/>
            <p:nvPr/>
          </p:nvSpPr>
          <p:spPr>
            <a:xfrm flipH="1">
              <a:off x="5592793" y="5823229"/>
              <a:ext cx="4267352" cy="3436984"/>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8"/>
            <p:cNvSpPr/>
            <p:nvPr/>
          </p:nvSpPr>
          <p:spPr>
            <a:xfrm flipH="1">
              <a:off x="9606601" y="7092961"/>
              <a:ext cx="117879" cy="136058"/>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8"/>
            <p:cNvSpPr/>
            <p:nvPr/>
          </p:nvSpPr>
          <p:spPr>
            <a:xfrm flipH="1">
              <a:off x="7480832" y="5440636"/>
              <a:ext cx="129794" cy="148630"/>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8"/>
            <p:cNvSpPr/>
            <p:nvPr/>
          </p:nvSpPr>
          <p:spPr>
            <a:xfrm flipH="1">
              <a:off x="7322170" y="5657997"/>
              <a:ext cx="156647" cy="147973"/>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8"/>
            <p:cNvSpPr/>
            <p:nvPr/>
          </p:nvSpPr>
          <p:spPr>
            <a:xfrm flipH="1">
              <a:off x="7436589" y="5570956"/>
              <a:ext cx="150558" cy="149901"/>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8"/>
            <p:cNvSpPr/>
            <p:nvPr/>
          </p:nvSpPr>
          <p:spPr>
            <a:xfrm flipH="1">
              <a:off x="6499162" y="5968749"/>
              <a:ext cx="191209" cy="122654"/>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8"/>
            <p:cNvSpPr/>
            <p:nvPr/>
          </p:nvSpPr>
          <p:spPr>
            <a:xfrm flipH="1">
              <a:off x="6376683" y="6014482"/>
              <a:ext cx="134262" cy="6890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8"/>
            <p:cNvSpPr/>
            <p:nvPr/>
          </p:nvSpPr>
          <p:spPr>
            <a:xfrm flipH="1">
              <a:off x="9456744" y="6960932"/>
              <a:ext cx="185602" cy="314827"/>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8"/>
            <p:cNvSpPr/>
            <p:nvPr/>
          </p:nvSpPr>
          <p:spPr>
            <a:xfrm flipH="1">
              <a:off x="8086348" y="5866596"/>
              <a:ext cx="374752" cy="513964"/>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8"/>
            <p:cNvSpPr/>
            <p:nvPr/>
          </p:nvSpPr>
          <p:spPr>
            <a:xfrm flipH="1">
              <a:off x="6548399" y="6140027"/>
              <a:ext cx="76746" cy="71402"/>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 name="Google Shape;607;p18"/>
          <p:cNvSpPr txBox="1"/>
          <p:nvPr>
            <p:ph type="title"/>
          </p:nvPr>
        </p:nvSpPr>
        <p:spPr>
          <a:xfrm>
            <a:off x="720000" y="2472888"/>
            <a:ext cx="45447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08" name="Google Shape;608;p18"/>
          <p:cNvSpPr txBox="1"/>
          <p:nvPr>
            <p:ph hasCustomPrompt="1" idx="2" type="title"/>
          </p:nvPr>
        </p:nvSpPr>
        <p:spPr>
          <a:xfrm>
            <a:off x="2432752" y="1383401"/>
            <a:ext cx="1135200" cy="8418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8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09" name="Google Shape;609;p18"/>
          <p:cNvSpPr txBox="1"/>
          <p:nvPr>
            <p:ph idx="1" type="subTitle"/>
          </p:nvPr>
        </p:nvSpPr>
        <p:spPr>
          <a:xfrm rot="341">
            <a:off x="1478075" y="3424499"/>
            <a:ext cx="3028500" cy="5793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610" name="Google Shape;610;p18"/>
          <p:cNvGrpSpPr/>
          <p:nvPr/>
        </p:nvGrpSpPr>
        <p:grpSpPr>
          <a:xfrm rot="-2301054">
            <a:off x="7664754" y="3349643"/>
            <a:ext cx="3000063" cy="2517875"/>
            <a:chOff x="3167525" y="751950"/>
            <a:chExt cx="1309325" cy="1189300"/>
          </a:xfrm>
        </p:grpSpPr>
        <p:sp>
          <p:nvSpPr>
            <p:cNvPr id="611" name="Google Shape;611;p18"/>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8"/>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8"/>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8"/>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8"/>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8"/>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8"/>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8"/>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8"/>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cabezado de sección 2">
  <p:cSld name="SECTION_HEADER_1_1">
    <p:spTree>
      <p:nvGrpSpPr>
        <p:cNvPr id="620" name="Shape 620"/>
        <p:cNvGrpSpPr/>
        <p:nvPr/>
      </p:nvGrpSpPr>
      <p:grpSpPr>
        <a:xfrm>
          <a:off x="0" y="0"/>
          <a:ext cx="0" cy="0"/>
          <a:chOff x="0" y="0"/>
          <a:chExt cx="0" cy="0"/>
        </a:xfrm>
      </p:grpSpPr>
      <p:pic>
        <p:nvPicPr>
          <p:cNvPr id="621" name="Google Shape;621;p19"/>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622" name="Google Shape;622;p19"/>
          <p:cNvGrpSpPr/>
          <p:nvPr/>
        </p:nvGrpSpPr>
        <p:grpSpPr>
          <a:xfrm rot="-2391413">
            <a:off x="7226305" y="3388351"/>
            <a:ext cx="3575518" cy="3000870"/>
            <a:chOff x="3167525" y="751950"/>
            <a:chExt cx="1309325" cy="1189300"/>
          </a:xfrm>
        </p:grpSpPr>
        <p:sp>
          <p:nvSpPr>
            <p:cNvPr id="623" name="Google Shape;623;p19"/>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9"/>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9"/>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9"/>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9"/>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9"/>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9"/>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9"/>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9"/>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 name="Google Shape;632;p19"/>
          <p:cNvSpPr/>
          <p:nvPr/>
        </p:nvSpPr>
        <p:spPr>
          <a:xfrm>
            <a:off x="-591900" y="471474"/>
            <a:ext cx="5068543" cy="3862266"/>
          </a:xfrm>
          <a:custGeom>
            <a:rect b="b" l="l" r="r" t="t"/>
            <a:pathLst>
              <a:path extrusionOk="0" h="14900" w="19554">
                <a:moveTo>
                  <a:pt x="14146" y="74"/>
                </a:moveTo>
                <a:cubicBezTo>
                  <a:pt x="14497" y="336"/>
                  <a:pt x="14420" y="1399"/>
                  <a:pt x="14786" y="1646"/>
                </a:cubicBezTo>
                <a:cubicBezTo>
                  <a:pt x="15153" y="1892"/>
                  <a:pt x="15490" y="2478"/>
                  <a:pt x="15612" y="3125"/>
                </a:cubicBezTo>
                <a:cubicBezTo>
                  <a:pt x="15734" y="3772"/>
                  <a:pt x="16437" y="4388"/>
                  <a:pt x="16956" y="4943"/>
                </a:cubicBezTo>
                <a:cubicBezTo>
                  <a:pt x="17476" y="5498"/>
                  <a:pt x="18361" y="6700"/>
                  <a:pt x="18668" y="7225"/>
                </a:cubicBezTo>
                <a:cubicBezTo>
                  <a:pt x="18973" y="7748"/>
                  <a:pt x="19553" y="9289"/>
                  <a:pt x="18973" y="10522"/>
                </a:cubicBezTo>
                <a:cubicBezTo>
                  <a:pt x="18392" y="11755"/>
                  <a:pt x="17751" y="13081"/>
                  <a:pt x="17629" y="13667"/>
                </a:cubicBezTo>
                <a:cubicBezTo>
                  <a:pt x="17507" y="14252"/>
                  <a:pt x="17477" y="14437"/>
                  <a:pt x="16803" y="14561"/>
                </a:cubicBezTo>
                <a:cubicBezTo>
                  <a:pt x="16132" y="14684"/>
                  <a:pt x="15460" y="14900"/>
                  <a:pt x="14696" y="14900"/>
                </a:cubicBezTo>
                <a:cubicBezTo>
                  <a:pt x="13932" y="14900"/>
                  <a:pt x="12771" y="14345"/>
                  <a:pt x="12220" y="13297"/>
                </a:cubicBezTo>
                <a:cubicBezTo>
                  <a:pt x="11670" y="12248"/>
                  <a:pt x="11731" y="11879"/>
                  <a:pt x="11426" y="12126"/>
                </a:cubicBezTo>
                <a:cubicBezTo>
                  <a:pt x="11120" y="12372"/>
                  <a:pt x="10814" y="13297"/>
                  <a:pt x="10357" y="12279"/>
                </a:cubicBezTo>
                <a:cubicBezTo>
                  <a:pt x="9899" y="11261"/>
                  <a:pt x="8615" y="10245"/>
                  <a:pt x="6873" y="11170"/>
                </a:cubicBezTo>
                <a:cubicBezTo>
                  <a:pt x="5132" y="12095"/>
                  <a:pt x="5498" y="12064"/>
                  <a:pt x="4735" y="12157"/>
                </a:cubicBezTo>
                <a:cubicBezTo>
                  <a:pt x="3971" y="12249"/>
                  <a:pt x="3360" y="12157"/>
                  <a:pt x="2688" y="12620"/>
                </a:cubicBezTo>
                <a:cubicBezTo>
                  <a:pt x="2016" y="13081"/>
                  <a:pt x="1007" y="12558"/>
                  <a:pt x="1161" y="12127"/>
                </a:cubicBezTo>
                <a:cubicBezTo>
                  <a:pt x="1314" y="11694"/>
                  <a:pt x="1345" y="10185"/>
                  <a:pt x="672" y="8767"/>
                </a:cubicBezTo>
                <a:cubicBezTo>
                  <a:pt x="0" y="7350"/>
                  <a:pt x="215" y="7565"/>
                  <a:pt x="306" y="6979"/>
                </a:cubicBezTo>
                <a:cubicBezTo>
                  <a:pt x="397" y="6394"/>
                  <a:pt x="215" y="5962"/>
                  <a:pt x="795" y="5653"/>
                </a:cubicBezTo>
                <a:cubicBezTo>
                  <a:pt x="1376" y="5346"/>
                  <a:pt x="2536" y="4914"/>
                  <a:pt x="3239" y="4698"/>
                </a:cubicBezTo>
                <a:cubicBezTo>
                  <a:pt x="3942" y="4482"/>
                  <a:pt x="4491" y="4020"/>
                  <a:pt x="4462" y="3589"/>
                </a:cubicBezTo>
                <a:cubicBezTo>
                  <a:pt x="4431" y="3156"/>
                  <a:pt x="4431" y="2973"/>
                  <a:pt x="4798" y="2880"/>
                </a:cubicBezTo>
                <a:cubicBezTo>
                  <a:pt x="5164" y="2787"/>
                  <a:pt x="5898" y="2139"/>
                  <a:pt x="6295" y="1831"/>
                </a:cubicBezTo>
                <a:cubicBezTo>
                  <a:pt x="6692" y="1523"/>
                  <a:pt x="7120" y="1678"/>
                  <a:pt x="7304" y="1862"/>
                </a:cubicBezTo>
                <a:cubicBezTo>
                  <a:pt x="7487" y="2046"/>
                  <a:pt x="7732" y="2386"/>
                  <a:pt x="7884" y="2046"/>
                </a:cubicBezTo>
                <a:cubicBezTo>
                  <a:pt x="8037" y="1707"/>
                  <a:pt x="8281" y="968"/>
                  <a:pt x="8801" y="813"/>
                </a:cubicBezTo>
                <a:cubicBezTo>
                  <a:pt x="9321" y="660"/>
                  <a:pt x="11428" y="567"/>
                  <a:pt x="11337" y="906"/>
                </a:cubicBezTo>
                <a:cubicBezTo>
                  <a:pt x="11245" y="1246"/>
                  <a:pt x="10664" y="1800"/>
                  <a:pt x="10787" y="2015"/>
                </a:cubicBezTo>
                <a:cubicBezTo>
                  <a:pt x="10910" y="2231"/>
                  <a:pt x="12437" y="3433"/>
                  <a:pt x="12651" y="3464"/>
                </a:cubicBezTo>
                <a:cubicBezTo>
                  <a:pt x="12865" y="3495"/>
                  <a:pt x="13537" y="3649"/>
                  <a:pt x="13506" y="2723"/>
                </a:cubicBezTo>
                <a:cubicBezTo>
                  <a:pt x="13475" y="1799"/>
                  <a:pt x="13629" y="535"/>
                  <a:pt x="13721" y="319"/>
                </a:cubicBezTo>
                <a:cubicBezTo>
                  <a:pt x="13809" y="105"/>
                  <a:pt x="14047" y="0"/>
                  <a:pt x="14146" y="74"/>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9"/>
          <p:cNvSpPr txBox="1"/>
          <p:nvPr>
            <p:ph type="title"/>
          </p:nvPr>
        </p:nvSpPr>
        <p:spPr>
          <a:xfrm>
            <a:off x="3879300" y="2359013"/>
            <a:ext cx="45447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34" name="Google Shape;634;p19"/>
          <p:cNvSpPr txBox="1"/>
          <p:nvPr>
            <p:ph hasCustomPrompt="1" idx="2" type="title"/>
          </p:nvPr>
        </p:nvSpPr>
        <p:spPr>
          <a:xfrm>
            <a:off x="5376500" y="1198704"/>
            <a:ext cx="1550100" cy="1231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6000"/>
              <a:buNone/>
              <a:defRPr sz="8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35" name="Google Shape;635;p19"/>
          <p:cNvSpPr txBox="1"/>
          <p:nvPr>
            <p:ph idx="1" type="subTitle"/>
          </p:nvPr>
        </p:nvSpPr>
        <p:spPr>
          <a:xfrm rot="338">
            <a:off x="4626900" y="3345000"/>
            <a:ext cx="3049200" cy="5793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cabezado de sección 3">
  <p:cSld name="SECTION_HEADER_1_2">
    <p:spTree>
      <p:nvGrpSpPr>
        <p:cNvPr id="636" name="Shape 636"/>
        <p:cNvGrpSpPr/>
        <p:nvPr/>
      </p:nvGrpSpPr>
      <p:grpSpPr>
        <a:xfrm>
          <a:off x="0" y="0"/>
          <a:ext cx="0" cy="0"/>
          <a:chOff x="0" y="0"/>
          <a:chExt cx="0" cy="0"/>
        </a:xfrm>
      </p:grpSpPr>
      <p:pic>
        <p:nvPicPr>
          <p:cNvPr id="637" name="Google Shape;637;p20"/>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638" name="Google Shape;638;p20"/>
          <p:cNvSpPr/>
          <p:nvPr/>
        </p:nvSpPr>
        <p:spPr>
          <a:xfrm>
            <a:off x="5357800" y="0"/>
            <a:ext cx="3621931" cy="5242354"/>
          </a:xfrm>
          <a:custGeom>
            <a:rect b="b" l="l" r="r" t="t"/>
            <a:pathLst>
              <a:path extrusionOk="0" h="43649" w="30157">
                <a:moveTo>
                  <a:pt x="4400" y="21918"/>
                </a:moveTo>
                <a:cubicBezTo>
                  <a:pt x="6232" y="21734"/>
                  <a:pt x="6691" y="20346"/>
                  <a:pt x="8066" y="24138"/>
                </a:cubicBezTo>
                <a:cubicBezTo>
                  <a:pt x="9441" y="27929"/>
                  <a:pt x="10542" y="28762"/>
                  <a:pt x="10542" y="30518"/>
                </a:cubicBezTo>
                <a:cubicBezTo>
                  <a:pt x="10542" y="32275"/>
                  <a:pt x="9350" y="34865"/>
                  <a:pt x="9900" y="36528"/>
                </a:cubicBezTo>
                <a:cubicBezTo>
                  <a:pt x="10450" y="38193"/>
                  <a:pt x="13291" y="43648"/>
                  <a:pt x="14299" y="43094"/>
                </a:cubicBezTo>
                <a:cubicBezTo>
                  <a:pt x="15308" y="42539"/>
                  <a:pt x="15857" y="38747"/>
                  <a:pt x="16866" y="37823"/>
                </a:cubicBezTo>
                <a:cubicBezTo>
                  <a:pt x="17874" y="36898"/>
                  <a:pt x="18791" y="34772"/>
                  <a:pt x="20624" y="34309"/>
                </a:cubicBezTo>
                <a:cubicBezTo>
                  <a:pt x="22456" y="33845"/>
                  <a:pt x="24840" y="33200"/>
                  <a:pt x="25023" y="30332"/>
                </a:cubicBezTo>
                <a:cubicBezTo>
                  <a:pt x="25206" y="27465"/>
                  <a:pt x="26123" y="21455"/>
                  <a:pt x="25482" y="17202"/>
                </a:cubicBezTo>
                <a:cubicBezTo>
                  <a:pt x="25024" y="14172"/>
                  <a:pt x="28506" y="11192"/>
                  <a:pt x="29331" y="9897"/>
                </a:cubicBezTo>
                <a:cubicBezTo>
                  <a:pt x="30156" y="8602"/>
                  <a:pt x="29697" y="6661"/>
                  <a:pt x="28322" y="7216"/>
                </a:cubicBezTo>
                <a:cubicBezTo>
                  <a:pt x="26948" y="7770"/>
                  <a:pt x="26122" y="9158"/>
                  <a:pt x="25756" y="8602"/>
                </a:cubicBezTo>
                <a:cubicBezTo>
                  <a:pt x="25390" y="8047"/>
                  <a:pt x="25390" y="6106"/>
                  <a:pt x="24656" y="6289"/>
                </a:cubicBezTo>
                <a:cubicBezTo>
                  <a:pt x="23921" y="6474"/>
                  <a:pt x="20165" y="7769"/>
                  <a:pt x="20897" y="6844"/>
                </a:cubicBezTo>
                <a:cubicBezTo>
                  <a:pt x="21631" y="5920"/>
                  <a:pt x="25756" y="5735"/>
                  <a:pt x="24013" y="4255"/>
                </a:cubicBezTo>
                <a:cubicBezTo>
                  <a:pt x="22273" y="2775"/>
                  <a:pt x="22822" y="1"/>
                  <a:pt x="19523" y="649"/>
                </a:cubicBezTo>
                <a:cubicBezTo>
                  <a:pt x="16224" y="1297"/>
                  <a:pt x="14481" y="3700"/>
                  <a:pt x="12190" y="4809"/>
                </a:cubicBezTo>
                <a:cubicBezTo>
                  <a:pt x="9899" y="5918"/>
                  <a:pt x="7700" y="6659"/>
                  <a:pt x="6509" y="7861"/>
                </a:cubicBezTo>
                <a:cubicBezTo>
                  <a:pt x="5317" y="9063"/>
                  <a:pt x="4033" y="10450"/>
                  <a:pt x="4217" y="11744"/>
                </a:cubicBezTo>
                <a:cubicBezTo>
                  <a:pt x="4400" y="13039"/>
                  <a:pt x="5683" y="13778"/>
                  <a:pt x="3759" y="14888"/>
                </a:cubicBezTo>
                <a:cubicBezTo>
                  <a:pt x="1835" y="15997"/>
                  <a:pt x="0" y="16922"/>
                  <a:pt x="1467" y="17755"/>
                </a:cubicBezTo>
                <a:cubicBezTo>
                  <a:pt x="2933" y="18587"/>
                  <a:pt x="2842" y="19235"/>
                  <a:pt x="2659" y="19789"/>
                </a:cubicBezTo>
                <a:cubicBezTo>
                  <a:pt x="2475" y="20344"/>
                  <a:pt x="2659" y="21454"/>
                  <a:pt x="3393" y="21732"/>
                </a:cubicBezTo>
                <a:cubicBezTo>
                  <a:pt x="4125" y="22011"/>
                  <a:pt x="4400" y="21918"/>
                  <a:pt x="4400" y="21918"/>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 name="Google Shape;639;p20"/>
          <p:cNvGrpSpPr/>
          <p:nvPr/>
        </p:nvGrpSpPr>
        <p:grpSpPr>
          <a:xfrm rot="2524984">
            <a:off x="-1569379" y="3163480"/>
            <a:ext cx="3444023" cy="2890259"/>
            <a:chOff x="3167525" y="751950"/>
            <a:chExt cx="1309325" cy="1189300"/>
          </a:xfrm>
        </p:grpSpPr>
        <p:sp>
          <p:nvSpPr>
            <p:cNvPr id="640" name="Google Shape;640;p20"/>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0"/>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0"/>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0"/>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0"/>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0"/>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0"/>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0"/>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0"/>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 name="Google Shape;649;p20"/>
          <p:cNvSpPr txBox="1"/>
          <p:nvPr>
            <p:ph type="title"/>
          </p:nvPr>
        </p:nvSpPr>
        <p:spPr>
          <a:xfrm>
            <a:off x="720000" y="1982638"/>
            <a:ext cx="45447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50" name="Google Shape;650;p20"/>
          <p:cNvSpPr txBox="1"/>
          <p:nvPr>
            <p:ph hasCustomPrompt="1" idx="2" type="title"/>
          </p:nvPr>
        </p:nvSpPr>
        <p:spPr>
          <a:xfrm>
            <a:off x="2217300" y="692400"/>
            <a:ext cx="1550100" cy="11379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8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51" name="Google Shape;651;p20"/>
          <p:cNvSpPr txBox="1"/>
          <p:nvPr>
            <p:ph idx="1" type="subTitle"/>
          </p:nvPr>
        </p:nvSpPr>
        <p:spPr>
          <a:xfrm rot="385">
            <a:off x="1651350" y="2977000"/>
            <a:ext cx="2682000" cy="5793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cabezado de sección 4">
  <p:cSld name="SECTION_HEADER_1_2_1">
    <p:spTree>
      <p:nvGrpSpPr>
        <p:cNvPr id="652" name="Shape 652"/>
        <p:cNvGrpSpPr/>
        <p:nvPr/>
      </p:nvGrpSpPr>
      <p:grpSpPr>
        <a:xfrm>
          <a:off x="0" y="0"/>
          <a:ext cx="0" cy="0"/>
          <a:chOff x="0" y="0"/>
          <a:chExt cx="0" cy="0"/>
        </a:xfrm>
      </p:grpSpPr>
      <p:pic>
        <p:nvPicPr>
          <p:cNvPr id="653" name="Google Shape;653;p21"/>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654" name="Google Shape;654;p21"/>
          <p:cNvSpPr/>
          <p:nvPr/>
        </p:nvSpPr>
        <p:spPr>
          <a:xfrm rot="-805639">
            <a:off x="5779338" y="-1071182"/>
            <a:ext cx="4064843" cy="4782028"/>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1"/>
          <p:cNvSpPr/>
          <p:nvPr/>
        </p:nvSpPr>
        <p:spPr>
          <a:xfrm flipH="1" rot="10121136">
            <a:off x="-945856" y="796585"/>
            <a:ext cx="4064731" cy="4781976"/>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1"/>
          <p:cNvSpPr txBox="1"/>
          <p:nvPr>
            <p:ph type="title"/>
          </p:nvPr>
        </p:nvSpPr>
        <p:spPr>
          <a:xfrm>
            <a:off x="1846950" y="2801100"/>
            <a:ext cx="54501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57" name="Google Shape;657;p21"/>
          <p:cNvSpPr txBox="1"/>
          <p:nvPr>
            <p:ph hasCustomPrompt="1" idx="2" type="title"/>
          </p:nvPr>
        </p:nvSpPr>
        <p:spPr>
          <a:xfrm>
            <a:off x="3796950" y="1380625"/>
            <a:ext cx="1550100" cy="11379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8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58" name="Google Shape;658;p21"/>
          <p:cNvSpPr txBox="1"/>
          <p:nvPr>
            <p:ph idx="1" type="subTitle"/>
          </p:nvPr>
        </p:nvSpPr>
        <p:spPr>
          <a:xfrm rot="385">
            <a:off x="3231000" y="3871650"/>
            <a:ext cx="2682000" cy="5793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MAIN_POINT_1">
    <p:spTree>
      <p:nvGrpSpPr>
        <p:cNvPr id="659" name="Shape 659"/>
        <p:cNvGrpSpPr/>
        <p:nvPr/>
      </p:nvGrpSpPr>
      <p:grpSpPr>
        <a:xfrm>
          <a:off x="0" y="0"/>
          <a:ext cx="0" cy="0"/>
          <a:chOff x="0" y="0"/>
          <a:chExt cx="0" cy="0"/>
        </a:xfrm>
      </p:grpSpPr>
      <p:pic>
        <p:nvPicPr>
          <p:cNvPr id="660" name="Google Shape;660;p22"/>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661" name="Google Shape;661;p22"/>
          <p:cNvSpPr txBox="1"/>
          <p:nvPr>
            <p:ph idx="1" type="subTitle"/>
          </p:nvPr>
        </p:nvSpPr>
        <p:spPr>
          <a:xfrm rot="398">
            <a:off x="720000" y="2778212"/>
            <a:ext cx="2589000" cy="10314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2" name="Google Shape;662;p22"/>
          <p:cNvSpPr txBox="1"/>
          <p:nvPr>
            <p:ph type="title"/>
          </p:nvPr>
        </p:nvSpPr>
        <p:spPr>
          <a:xfrm>
            <a:off x="741725" y="1016762"/>
            <a:ext cx="2567400" cy="1608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spTree>
      <p:nvGrpSpPr>
        <p:cNvPr id="663" name="Shape 663"/>
        <p:cNvGrpSpPr/>
        <p:nvPr/>
      </p:nvGrpSpPr>
      <p:grpSpPr>
        <a:xfrm>
          <a:off x="0" y="0"/>
          <a:ext cx="0" cy="0"/>
          <a:chOff x="0" y="0"/>
          <a:chExt cx="0" cy="0"/>
        </a:xfrm>
      </p:grpSpPr>
      <p:pic>
        <p:nvPicPr>
          <p:cNvPr id="664" name="Google Shape;664;p23"/>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665" name="Google Shape;665;p23"/>
          <p:cNvSpPr txBox="1"/>
          <p:nvPr>
            <p:ph type="title"/>
          </p:nvPr>
        </p:nvSpPr>
        <p:spPr>
          <a:xfrm>
            <a:off x="720000" y="1557450"/>
            <a:ext cx="2644500" cy="634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6" name="Google Shape;666;p23"/>
          <p:cNvSpPr txBox="1"/>
          <p:nvPr>
            <p:ph idx="1" type="body"/>
          </p:nvPr>
        </p:nvSpPr>
        <p:spPr>
          <a:xfrm>
            <a:off x="720000" y="2268150"/>
            <a:ext cx="2644500" cy="1457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accent5"/>
              </a:buClr>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grpSp>
        <p:nvGrpSpPr>
          <p:cNvPr id="667" name="Google Shape;667;p23"/>
          <p:cNvGrpSpPr/>
          <p:nvPr/>
        </p:nvGrpSpPr>
        <p:grpSpPr>
          <a:xfrm>
            <a:off x="-1378200" y="3771515"/>
            <a:ext cx="3476499" cy="1663984"/>
            <a:chOff x="-646025" y="3716815"/>
            <a:chExt cx="3476499" cy="1663984"/>
          </a:xfrm>
        </p:grpSpPr>
        <p:sp>
          <p:nvSpPr>
            <p:cNvPr id="668" name="Google Shape;668;p23"/>
            <p:cNvSpPr/>
            <p:nvPr/>
          </p:nvSpPr>
          <p:spPr>
            <a:xfrm>
              <a:off x="741172" y="3716815"/>
              <a:ext cx="265400" cy="419689"/>
            </a:xfrm>
            <a:custGeom>
              <a:rect b="b" l="l" r="r" t="t"/>
              <a:pathLst>
                <a:path extrusionOk="0" h="3577" w="2262">
                  <a:moveTo>
                    <a:pt x="801" y="51"/>
                  </a:moveTo>
                  <a:cubicBezTo>
                    <a:pt x="565" y="64"/>
                    <a:pt x="369" y="234"/>
                    <a:pt x="322" y="468"/>
                  </a:cubicBezTo>
                  <a:cubicBezTo>
                    <a:pt x="269" y="727"/>
                    <a:pt x="202" y="996"/>
                    <a:pt x="123" y="1173"/>
                  </a:cubicBezTo>
                  <a:cubicBezTo>
                    <a:pt x="1" y="1451"/>
                    <a:pt x="32" y="1883"/>
                    <a:pt x="245" y="2160"/>
                  </a:cubicBezTo>
                  <a:cubicBezTo>
                    <a:pt x="460" y="2437"/>
                    <a:pt x="337" y="2776"/>
                    <a:pt x="612" y="2714"/>
                  </a:cubicBezTo>
                  <a:cubicBezTo>
                    <a:pt x="886" y="2653"/>
                    <a:pt x="1529" y="2560"/>
                    <a:pt x="1590" y="2684"/>
                  </a:cubicBezTo>
                  <a:cubicBezTo>
                    <a:pt x="1650" y="2807"/>
                    <a:pt x="1926" y="3116"/>
                    <a:pt x="1681" y="3239"/>
                  </a:cubicBezTo>
                  <a:cubicBezTo>
                    <a:pt x="1436" y="3362"/>
                    <a:pt x="2261" y="3577"/>
                    <a:pt x="2201" y="3239"/>
                  </a:cubicBezTo>
                  <a:cubicBezTo>
                    <a:pt x="2140" y="2899"/>
                    <a:pt x="1955" y="2344"/>
                    <a:pt x="1711" y="2282"/>
                  </a:cubicBezTo>
                  <a:cubicBezTo>
                    <a:pt x="1467" y="2220"/>
                    <a:pt x="1009" y="2006"/>
                    <a:pt x="978" y="1790"/>
                  </a:cubicBezTo>
                  <a:cubicBezTo>
                    <a:pt x="947" y="1574"/>
                    <a:pt x="1344" y="1049"/>
                    <a:pt x="1344" y="742"/>
                  </a:cubicBezTo>
                  <a:cubicBezTo>
                    <a:pt x="1344" y="433"/>
                    <a:pt x="1344" y="1"/>
                    <a:pt x="1039" y="32"/>
                  </a:cubicBezTo>
                  <a:cubicBezTo>
                    <a:pt x="960" y="41"/>
                    <a:pt x="879" y="46"/>
                    <a:pt x="801" y="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3"/>
            <p:cNvSpPr/>
            <p:nvPr/>
          </p:nvSpPr>
          <p:spPr>
            <a:xfrm>
              <a:off x="572686" y="4169008"/>
              <a:ext cx="186555" cy="130354"/>
            </a:xfrm>
            <a:custGeom>
              <a:rect b="b" l="l" r="r" t="t"/>
              <a:pathLst>
                <a:path extrusionOk="0" h="1111" w="1590">
                  <a:moveTo>
                    <a:pt x="1161" y="93"/>
                  </a:moveTo>
                  <a:cubicBezTo>
                    <a:pt x="793" y="246"/>
                    <a:pt x="1" y="1111"/>
                    <a:pt x="276" y="1111"/>
                  </a:cubicBezTo>
                  <a:cubicBezTo>
                    <a:pt x="551" y="1111"/>
                    <a:pt x="1468" y="186"/>
                    <a:pt x="1528" y="93"/>
                  </a:cubicBezTo>
                  <a:cubicBezTo>
                    <a:pt x="1590" y="1"/>
                    <a:pt x="1247" y="58"/>
                    <a:pt x="1161" y="9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3"/>
            <p:cNvSpPr/>
            <p:nvPr/>
          </p:nvSpPr>
          <p:spPr>
            <a:xfrm>
              <a:off x="837853" y="4234126"/>
              <a:ext cx="283587" cy="224218"/>
            </a:xfrm>
            <a:custGeom>
              <a:rect b="b" l="l" r="r" t="t"/>
              <a:pathLst>
                <a:path extrusionOk="0" h="1911" w="2417">
                  <a:moveTo>
                    <a:pt x="1927" y="32"/>
                  </a:moveTo>
                  <a:cubicBezTo>
                    <a:pt x="2019" y="1"/>
                    <a:pt x="2417" y="277"/>
                    <a:pt x="2386" y="493"/>
                  </a:cubicBezTo>
                  <a:cubicBezTo>
                    <a:pt x="2355" y="708"/>
                    <a:pt x="2417" y="1141"/>
                    <a:pt x="2355" y="1355"/>
                  </a:cubicBezTo>
                  <a:cubicBezTo>
                    <a:pt x="2293" y="1571"/>
                    <a:pt x="2171" y="1172"/>
                    <a:pt x="2017" y="1262"/>
                  </a:cubicBezTo>
                  <a:cubicBezTo>
                    <a:pt x="1866" y="1355"/>
                    <a:pt x="2048" y="1478"/>
                    <a:pt x="1986" y="1695"/>
                  </a:cubicBezTo>
                  <a:cubicBezTo>
                    <a:pt x="1926" y="1910"/>
                    <a:pt x="1804" y="1879"/>
                    <a:pt x="1558" y="1757"/>
                  </a:cubicBezTo>
                  <a:cubicBezTo>
                    <a:pt x="1314" y="1633"/>
                    <a:pt x="1345" y="1203"/>
                    <a:pt x="1101" y="1110"/>
                  </a:cubicBezTo>
                  <a:cubicBezTo>
                    <a:pt x="855" y="1017"/>
                    <a:pt x="428" y="925"/>
                    <a:pt x="366" y="1203"/>
                  </a:cubicBezTo>
                  <a:cubicBezTo>
                    <a:pt x="306" y="1479"/>
                    <a:pt x="0" y="1479"/>
                    <a:pt x="61" y="1265"/>
                  </a:cubicBezTo>
                  <a:cubicBezTo>
                    <a:pt x="122" y="1049"/>
                    <a:pt x="489" y="648"/>
                    <a:pt x="672" y="648"/>
                  </a:cubicBezTo>
                  <a:cubicBezTo>
                    <a:pt x="855" y="648"/>
                    <a:pt x="1375" y="740"/>
                    <a:pt x="1375" y="617"/>
                  </a:cubicBezTo>
                  <a:cubicBezTo>
                    <a:pt x="1375" y="493"/>
                    <a:pt x="1773" y="308"/>
                    <a:pt x="1773" y="3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3"/>
            <p:cNvSpPr/>
            <p:nvPr/>
          </p:nvSpPr>
          <p:spPr>
            <a:xfrm>
              <a:off x="146190" y="4376683"/>
              <a:ext cx="620324" cy="624196"/>
            </a:xfrm>
            <a:custGeom>
              <a:rect b="b" l="l" r="r" t="t"/>
              <a:pathLst>
                <a:path extrusionOk="0" h="5320" w="5287">
                  <a:moveTo>
                    <a:pt x="3607" y="295"/>
                  </a:moveTo>
                  <a:cubicBezTo>
                    <a:pt x="3026" y="788"/>
                    <a:pt x="2049" y="1652"/>
                    <a:pt x="1621" y="1960"/>
                  </a:cubicBezTo>
                  <a:cubicBezTo>
                    <a:pt x="1192" y="2269"/>
                    <a:pt x="1009" y="2454"/>
                    <a:pt x="612" y="2454"/>
                  </a:cubicBezTo>
                  <a:cubicBezTo>
                    <a:pt x="214" y="2454"/>
                    <a:pt x="1" y="2546"/>
                    <a:pt x="32" y="3039"/>
                  </a:cubicBezTo>
                  <a:cubicBezTo>
                    <a:pt x="62" y="3532"/>
                    <a:pt x="397" y="4025"/>
                    <a:pt x="460" y="4364"/>
                  </a:cubicBezTo>
                  <a:cubicBezTo>
                    <a:pt x="520" y="4704"/>
                    <a:pt x="460" y="4888"/>
                    <a:pt x="1314" y="4950"/>
                  </a:cubicBezTo>
                  <a:cubicBezTo>
                    <a:pt x="2169" y="5012"/>
                    <a:pt x="2292" y="5196"/>
                    <a:pt x="2720" y="5258"/>
                  </a:cubicBezTo>
                  <a:cubicBezTo>
                    <a:pt x="3149" y="5320"/>
                    <a:pt x="3638" y="5320"/>
                    <a:pt x="3728" y="4673"/>
                  </a:cubicBezTo>
                  <a:cubicBezTo>
                    <a:pt x="3820" y="4025"/>
                    <a:pt x="3759" y="3533"/>
                    <a:pt x="4126" y="3347"/>
                  </a:cubicBezTo>
                  <a:cubicBezTo>
                    <a:pt x="4492" y="3162"/>
                    <a:pt x="4798" y="2977"/>
                    <a:pt x="4615" y="2885"/>
                  </a:cubicBezTo>
                  <a:cubicBezTo>
                    <a:pt x="4431" y="2792"/>
                    <a:pt x="3943" y="2114"/>
                    <a:pt x="4095" y="1807"/>
                  </a:cubicBezTo>
                  <a:cubicBezTo>
                    <a:pt x="4247" y="1498"/>
                    <a:pt x="5286" y="1006"/>
                    <a:pt x="4676" y="728"/>
                  </a:cubicBezTo>
                  <a:cubicBezTo>
                    <a:pt x="4064" y="451"/>
                    <a:pt x="4141" y="71"/>
                    <a:pt x="3881" y="20"/>
                  </a:cubicBezTo>
                  <a:cubicBezTo>
                    <a:pt x="3785" y="0"/>
                    <a:pt x="3607" y="295"/>
                    <a:pt x="3607" y="29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3"/>
            <p:cNvSpPr/>
            <p:nvPr/>
          </p:nvSpPr>
          <p:spPr>
            <a:xfrm>
              <a:off x="-646025" y="4458345"/>
              <a:ext cx="702807" cy="658456"/>
            </a:xfrm>
            <a:custGeom>
              <a:rect b="b" l="l" r="r" t="t"/>
              <a:pathLst>
                <a:path extrusionOk="0" h="5612" w="5990">
                  <a:moveTo>
                    <a:pt x="642" y="0"/>
                  </a:moveTo>
                  <a:cubicBezTo>
                    <a:pt x="367" y="0"/>
                    <a:pt x="1" y="62"/>
                    <a:pt x="550" y="525"/>
                  </a:cubicBezTo>
                  <a:cubicBezTo>
                    <a:pt x="1100" y="987"/>
                    <a:pt x="1436" y="1356"/>
                    <a:pt x="1925" y="2065"/>
                  </a:cubicBezTo>
                  <a:cubicBezTo>
                    <a:pt x="2414" y="2775"/>
                    <a:pt x="3758" y="4963"/>
                    <a:pt x="4217" y="5241"/>
                  </a:cubicBezTo>
                  <a:cubicBezTo>
                    <a:pt x="4675" y="5518"/>
                    <a:pt x="5623" y="5611"/>
                    <a:pt x="5500" y="4963"/>
                  </a:cubicBezTo>
                  <a:cubicBezTo>
                    <a:pt x="5377" y="4316"/>
                    <a:pt x="5989" y="4132"/>
                    <a:pt x="5652" y="3854"/>
                  </a:cubicBezTo>
                  <a:cubicBezTo>
                    <a:pt x="5315" y="3577"/>
                    <a:pt x="5133" y="3546"/>
                    <a:pt x="4767" y="3362"/>
                  </a:cubicBezTo>
                  <a:cubicBezTo>
                    <a:pt x="4400" y="3177"/>
                    <a:pt x="4247" y="2776"/>
                    <a:pt x="4155" y="2590"/>
                  </a:cubicBezTo>
                  <a:cubicBezTo>
                    <a:pt x="4063" y="2405"/>
                    <a:pt x="2870" y="1752"/>
                    <a:pt x="2474" y="1233"/>
                  </a:cubicBezTo>
                  <a:cubicBezTo>
                    <a:pt x="1651" y="155"/>
                    <a:pt x="642" y="0"/>
                    <a:pt x="642"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3"/>
            <p:cNvSpPr/>
            <p:nvPr/>
          </p:nvSpPr>
          <p:spPr>
            <a:xfrm>
              <a:off x="1318673" y="4783821"/>
              <a:ext cx="1164852" cy="578789"/>
            </a:xfrm>
            <a:custGeom>
              <a:rect b="b" l="l" r="r" t="t"/>
              <a:pathLst>
                <a:path extrusionOk="0" h="4933" w="9928">
                  <a:moveTo>
                    <a:pt x="640" y="309"/>
                  </a:moveTo>
                  <a:cubicBezTo>
                    <a:pt x="1037" y="216"/>
                    <a:pt x="1983" y="1"/>
                    <a:pt x="1983" y="493"/>
                  </a:cubicBezTo>
                  <a:cubicBezTo>
                    <a:pt x="1983" y="986"/>
                    <a:pt x="2136" y="1511"/>
                    <a:pt x="2412" y="1449"/>
                  </a:cubicBezTo>
                  <a:cubicBezTo>
                    <a:pt x="2686" y="1388"/>
                    <a:pt x="3023" y="1048"/>
                    <a:pt x="3206" y="894"/>
                  </a:cubicBezTo>
                  <a:cubicBezTo>
                    <a:pt x="3390" y="740"/>
                    <a:pt x="4092" y="679"/>
                    <a:pt x="4979" y="1079"/>
                  </a:cubicBezTo>
                  <a:cubicBezTo>
                    <a:pt x="5864" y="1480"/>
                    <a:pt x="6873" y="1819"/>
                    <a:pt x="7116" y="2034"/>
                  </a:cubicBezTo>
                  <a:cubicBezTo>
                    <a:pt x="7362" y="2250"/>
                    <a:pt x="8003" y="2744"/>
                    <a:pt x="8125" y="3083"/>
                  </a:cubicBezTo>
                  <a:cubicBezTo>
                    <a:pt x="8247" y="3422"/>
                    <a:pt x="8613" y="3977"/>
                    <a:pt x="8920" y="4285"/>
                  </a:cubicBezTo>
                  <a:cubicBezTo>
                    <a:pt x="9225" y="4593"/>
                    <a:pt x="9928" y="4933"/>
                    <a:pt x="9225" y="4933"/>
                  </a:cubicBezTo>
                  <a:cubicBezTo>
                    <a:pt x="8523" y="4933"/>
                    <a:pt x="7698" y="4161"/>
                    <a:pt x="7239" y="3853"/>
                  </a:cubicBezTo>
                  <a:cubicBezTo>
                    <a:pt x="6781" y="3545"/>
                    <a:pt x="6750" y="3884"/>
                    <a:pt x="6292" y="4099"/>
                  </a:cubicBezTo>
                  <a:cubicBezTo>
                    <a:pt x="5835" y="4315"/>
                    <a:pt x="4520" y="4068"/>
                    <a:pt x="4031" y="4068"/>
                  </a:cubicBezTo>
                  <a:cubicBezTo>
                    <a:pt x="3542" y="4068"/>
                    <a:pt x="3573" y="3637"/>
                    <a:pt x="3970" y="3359"/>
                  </a:cubicBezTo>
                  <a:cubicBezTo>
                    <a:pt x="4320" y="3116"/>
                    <a:pt x="3665" y="2404"/>
                    <a:pt x="3116" y="2219"/>
                  </a:cubicBezTo>
                  <a:cubicBezTo>
                    <a:pt x="2566" y="2034"/>
                    <a:pt x="1649" y="1818"/>
                    <a:pt x="1344" y="1726"/>
                  </a:cubicBezTo>
                  <a:cubicBezTo>
                    <a:pt x="1038" y="1633"/>
                    <a:pt x="915" y="1480"/>
                    <a:pt x="977" y="1326"/>
                  </a:cubicBezTo>
                  <a:cubicBezTo>
                    <a:pt x="1038" y="1172"/>
                    <a:pt x="1161" y="986"/>
                    <a:pt x="1130" y="863"/>
                  </a:cubicBezTo>
                  <a:cubicBezTo>
                    <a:pt x="1099" y="740"/>
                    <a:pt x="0" y="586"/>
                    <a:pt x="121" y="493"/>
                  </a:cubicBezTo>
                  <a:cubicBezTo>
                    <a:pt x="243" y="402"/>
                    <a:pt x="640" y="309"/>
                    <a:pt x="640" y="30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3"/>
            <p:cNvSpPr/>
            <p:nvPr/>
          </p:nvSpPr>
          <p:spPr>
            <a:xfrm>
              <a:off x="-51043" y="5105777"/>
              <a:ext cx="595215" cy="155697"/>
            </a:xfrm>
            <a:custGeom>
              <a:rect b="b" l="l" r="r" t="t"/>
              <a:pathLst>
                <a:path extrusionOk="0" h="1327" w="5073">
                  <a:moveTo>
                    <a:pt x="1803" y="401"/>
                  </a:moveTo>
                  <a:cubicBezTo>
                    <a:pt x="1652" y="277"/>
                    <a:pt x="795" y="0"/>
                    <a:pt x="490" y="31"/>
                  </a:cubicBezTo>
                  <a:cubicBezTo>
                    <a:pt x="184" y="62"/>
                    <a:pt x="1" y="616"/>
                    <a:pt x="673" y="709"/>
                  </a:cubicBezTo>
                  <a:cubicBezTo>
                    <a:pt x="1344" y="802"/>
                    <a:pt x="2414" y="1172"/>
                    <a:pt x="3025" y="1172"/>
                  </a:cubicBezTo>
                  <a:cubicBezTo>
                    <a:pt x="3637" y="1172"/>
                    <a:pt x="4460" y="1326"/>
                    <a:pt x="4644" y="1326"/>
                  </a:cubicBezTo>
                  <a:cubicBezTo>
                    <a:pt x="4827" y="1326"/>
                    <a:pt x="5072" y="1233"/>
                    <a:pt x="4675" y="1018"/>
                  </a:cubicBezTo>
                  <a:cubicBezTo>
                    <a:pt x="4278" y="802"/>
                    <a:pt x="3422" y="833"/>
                    <a:pt x="3666" y="771"/>
                  </a:cubicBezTo>
                  <a:cubicBezTo>
                    <a:pt x="3911" y="709"/>
                    <a:pt x="4247" y="310"/>
                    <a:pt x="3544" y="370"/>
                  </a:cubicBezTo>
                  <a:cubicBezTo>
                    <a:pt x="2840" y="432"/>
                    <a:pt x="2352" y="463"/>
                    <a:pt x="2138" y="463"/>
                  </a:cubicBezTo>
                  <a:cubicBezTo>
                    <a:pt x="1926" y="463"/>
                    <a:pt x="1803" y="401"/>
                    <a:pt x="1803" y="40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3"/>
            <p:cNvSpPr/>
            <p:nvPr/>
          </p:nvSpPr>
          <p:spPr>
            <a:xfrm>
              <a:off x="500997" y="5236014"/>
              <a:ext cx="218820" cy="57844"/>
            </a:xfrm>
            <a:custGeom>
              <a:rect b="b" l="l" r="r" t="t"/>
              <a:pathLst>
                <a:path extrusionOk="0" h="493" w="1865">
                  <a:moveTo>
                    <a:pt x="978" y="61"/>
                  </a:moveTo>
                  <a:cubicBezTo>
                    <a:pt x="581" y="123"/>
                    <a:pt x="1" y="400"/>
                    <a:pt x="490" y="400"/>
                  </a:cubicBezTo>
                  <a:cubicBezTo>
                    <a:pt x="978" y="400"/>
                    <a:pt x="1620" y="493"/>
                    <a:pt x="1741" y="247"/>
                  </a:cubicBezTo>
                  <a:cubicBezTo>
                    <a:pt x="1864" y="0"/>
                    <a:pt x="978" y="61"/>
                    <a:pt x="978" y="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3"/>
            <p:cNvSpPr/>
            <p:nvPr/>
          </p:nvSpPr>
          <p:spPr>
            <a:xfrm>
              <a:off x="949082" y="5243171"/>
              <a:ext cx="229497" cy="137628"/>
            </a:xfrm>
            <a:custGeom>
              <a:rect b="b" l="l" r="r" t="t"/>
              <a:pathLst>
                <a:path extrusionOk="0" h="1173" w="1956">
                  <a:moveTo>
                    <a:pt x="734" y="217"/>
                  </a:moveTo>
                  <a:cubicBezTo>
                    <a:pt x="306" y="341"/>
                    <a:pt x="0" y="463"/>
                    <a:pt x="0" y="679"/>
                  </a:cubicBezTo>
                  <a:cubicBezTo>
                    <a:pt x="0" y="896"/>
                    <a:pt x="306" y="1172"/>
                    <a:pt x="520" y="926"/>
                  </a:cubicBezTo>
                  <a:cubicBezTo>
                    <a:pt x="734" y="679"/>
                    <a:pt x="1956" y="310"/>
                    <a:pt x="1864" y="155"/>
                  </a:cubicBezTo>
                  <a:cubicBezTo>
                    <a:pt x="1774" y="0"/>
                    <a:pt x="734" y="217"/>
                    <a:pt x="734" y="2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3"/>
            <p:cNvSpPr/>
            <p:nvPr/>
          </p:nvSpPr>
          <p:spPr>
            <a:xfrm>
              <a:off x="726858" y="5185327"/>
              <a:ext cx="276077" cy="101490"/>
            </a:xfrm>
            <a:custGeom>
              <a:rect b="b" l="l" r="r" t="t"/>
              <a:pathLst>
                <a:path extrusionOk="0" h="865" w="2353">
                  <a:moveTo>
                    <a:pt x="428" y="402"/>
                  </a:moveTo>
                  <a:cubicBezTo>
                    <a:pt x="185" y="525"/>
                    <a:pt x="0" y="741"/>
                    <a:pt x="459" y="741"/>
                  </a:cubicBezTo>
                  <a:cubicBezTo>
                    <a:pt x="917" y="741"/>
                    <a:pt x="1589" y="865"/>
                    <a:pt x="1803" y="679"/>
                  </a:cubicBezTo>
                  <a:cubicBezTo>
                    <a:pt x="2017" y="494"/>
                    <a:pt x="2352" y="0"/>
                    <a:pt x="1894" y="186"/>
                  </a:cubicBezTo>
                  <a:cubicBezTo>
                    <a:pt x="1436" y="371"/>
                    <a:pt x="428" y="402"/>
                    <a:pt x="428" y="40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3"/>
            <p:cNvSpPr/>
            <p:nvPr/>
          </p:nvSpPr>
          <p:spPr>
            <a:xfrm>
              <a:off x="705504" y="5290103"/>
              <a:ext cx="103954" cy="68990"/>
            </a:xfrm>
            <a:custGeom>
              <a:rect b="b" l="l" r="r" t="t"/>
              <a:pathLst>
                <a:path extrusionOk="0" h="588" w="886">
                  <a:moveTo>
                    <a:pt x="0" y="155"/>
                  </a:moveTo>
                  <a:cubicBezTo>
                    <a:pt x="91" y="279"/>
                    <a:pt x="519" y="588"/>
                    <a:pt x="703" y="557"/>
                  </a:cubicBezTo>
                  <a:cubicBezTo>
                    <a:pt x="886" y="526"/>
                    <a:pt x="826" y="186"/>
                    <a:pt x="550" y="94"/>
                  </a:cubicBezTo>
                  <a:cubicBezTo>
                    <a:pt x="275" y="1"/>
                    <a:pt x="0" y="155"/>
                    <a:pt x="0" y="15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3"/>
            <p:cNvSpPr/>
            <p:nvPr/>
          </p:nvSpPr>
          <p:spPr>
            <a:xfrm>
              <a:off x="654465" y="4812919"/>
              <a:ext cx="341782" cy="306231"/>
            </a:xfrm>
            <a:custGeom>
              <a:rect b="b" l="l" r="r" t="t"/>
              <a:pathLst>
                <a:path extrusionOk="0" h="2610" w="2913">
                  <a:moveTo>
                    <a:pt x="499" y="2311"/>
                  </a:moveTo>
                  <a:cubicBezTo>
                    <a:pt x="576" y="2488"/>
                    <a:pt x="817" y="2610"/>
                    <a:pt x="965" y="2487"/>
                  </a:cubicBezTo>
                  <a:cubicBezTo>
                    <a:pt x="965" y="2241"/>
                    <a:pt x="964" y="1998"/>
                    <a:pt x="964" y="1753"/>
                  </a:cubicBezTo>
                  <a:cubicBezTo>
                    <a:pt x="964" y="1627"/>
                    <a:pt x="972" y="1481"/>
                    <a:pt x="1072" y="1404"/>
                  </a:cubicBezTo>
                  <a:cubicBezTo>
                    <a:pt x="1149" y="1343"/>
                    <a:pt x="1258" y="1347"/>
                    <a:pt x="1356" y="1354"/>
                  </a:cubicBezTo>
                  <a:cubicBezTo>
                    <a:pt x="1426" y="1359"/>
                    <a:pt x="1498" y="1364"/>
                    <a:pt x="1557" y="1401"/>
                  </a:cubicBezTo>
                  <a:cubicBezTo>
                    <a:pt x="1679" y="1473"/>
                    <a:pt x="1705" y="1636"/>
                    <a:pt x="1767" y="1764"/>
                  </a:cubicBezTo>
                  <a:cubicBezTo>
                    <a:pt x="1854" y="1935"/>
                    <a:pt x="2048" y="2059"/>
                    <a:pt x="2235" y="2020"/>
                  </a:cubicBezTo>
                  <a:cubicBezTo>
                    <a:pt x="2423" y="1981"/>
                    <a:pt x="2555" y="1748"/>
                    <a:pt x="2462" y="1579"/>
                  </a:cubicBezTo>
                  <a:cubicBezTo>
                    <a:pt x="2376" y="1421"/>
                    <a:pt x="2166" y="1393"/>
                    <a:pt x="2021" y="1287"/>
                  </a:cubicBezTo>
                  <a:cubicBezTo>
                    <a:pt x="1846" y="1161"/>
                    <a:pt x="1778" y="904"/>
                    <a:pt x="1865" y="707"/>
                  </a:cubicBezTo>
                  <a:cubicBezTo>
                    <a:pt x="2043" y="751"/>
                    <a:pt x="2245" y="729"/>
                    <a:pt x="2383" y="606"/>
                  </a:cubicBezTo>
                  <a:cubicBezTo>
                    <a:pt x="2913" y="134"/>
                    <a:pt x="2051" y="0"/>
                    <a:pt x="1753" y="32"/>
                  </a:cubicBezTo>
                  <a:cubicBezTo>
                    <a:pt x="1358" y="74"/>
                    <a:pt x="800" y="57"/>
                    <a:pt x="443" y="252"/>
                  </a:cubicBezTo>
                  <a:cubicBezTo>
                    <a:pt x="0" y="493"/>
                    <a:pt x="113" y="584"/>
                    <a:pt x="265" y="956"/>
                  </a:cubicBezTo>
                  <a:cubicBezTo>
                    <a:pt x="371" y="1219"/>
                    <a:pt x="468" y="1333"/>
                    <a:pt x="484" y="1641"/>
                  </a:cubicBezTo>
                  <a:cubicBezTo>
                    <a:pt x="493" y="1867"/>
                    <a:pt x="404" y="2087"/>
                    <a:pt x="499" y="231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3"/>
            <p:cNvSpPr/>
            <p:nvPr/>
          </p:nvSpPr>
          <p:spPr>
            <a:xfrm>
              <a:off x="750324" y="4688314"/>
              <a:ext cx="326881" cy="82483"/>
            </a:xfrm>
            <a:custGeom>
              <a:rect b="b" l="l" r="r" t="t"/>
              <a:pathLst>
                <a:path extrusionOk="0" h="703" w="2786">
                  <a:moveTo>
                    <a:pt x="2329" y="568"/>
                  </a:moveTo>
                  <a:cubicBezTo>
                    <a:pt x="1729" y="588"/>
                    <a:pt x="1130" y="605"/>
                    <a:pt x="532" y="625"/>
                  </a:cubicBezTo>
                  <a:cubicBezTo>
                    <a:pt x="352" y="630"/>
                    <a:pt x="167" y="636"/>
                    <a:pt x="0" y="702"/>
                  </a:cubicBezTo>
                  <a:cubicBezTo>
                    <a:pt x="8" y="355"/>
                    <a:pt x="403" y="145"/>
                    <a:pt x="746" y="130"/>
                  </a:cubicBezTo>
                  <a:cubicBezTo>
                    <a:pt x="1091" y="114"/>
                    <a:pt x="1441" y="216"/>
                    <a:pt x="1778" y="146"/>
                  </a:cubicBezTo>
                  <a:cubicBezTo>
                    <a:pt x="1982" y="104"/>
                    <a:pt x="2179" y="1"/>
                    <a:pt x="2386" y="25"/>
                  </a:cubicBezTo>
                  <a:cubicBezTo>
                    <a:pt x="2592" y="47"/>
                    <a:pt x="2786" y="299"/>
                    <a:pt x="2655" y="463"/>
                  </a:cubicBezTo>
                  <a:cubicBezTo>
                    <a:pt x="2581" y="554"/>
                    <a:pt x="2446" y="564"/>
                    <a:pt x="2329" y="5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3"/>
            <p:cNvSpPr/>
            <p:nvPr/>
          </p:nvSpPr>
          <p:spPr>
            <a:xfrm>
              <a:off x="1159221" y="4651354"/>
              <a:ext cx="109117" cy="176699"/>
            </a:xfrm>
            <a:custGeom>
              <a:rect b="b" l="l" r="r" t="t"/>
              <a:pathLst>
                <a:path extrusionOk="0" h="1506" w="930">
                  <a:moveTo>
                    <a:pt x="113" y="374"/>
                  </a:moveTo>
                  <a:cubicBezTo>
                    <a:pt x="92" y="575"/>
                    <a:pt x="72" y="775"/>
                    <a:pt x="51" y="976"/>
                  </a:cubicBezTo>
                  <a:cubicBezTo>
                    <a:pt x="40" y="1093"/>
                    <a:pt x="28" y="1217"/>
                    <a:pt x="77" y="1322"/>
                  </a:cubicBezTo>
                  <a:cubicBezTo>
                    <a:pt x="126" y="1428"/>
                    <a:pt x="257" y="1505"/>
                    <a:pt x="361" y="1451"/>
                  </a:cubicBezTo>
                  <a:cubicBezTo>
                    <a:pt x="570" y="1342"/>
                    <a:pt x="366" y="969"/>
                    <a:pt x="527" y="796"/>
                  </a:cubicBezTo>
                  <a:cubicBezTo>
                    <a:pt x="613" y="703"/>
                    <a:pt x="771" y="711"/>
                    <a:pt x="855" y="616"/>
                  </a:cubicBezTo>
                  <a:cubicBezTo>
                    <a:pt x="929" y="532"/>
                    <a:pt x="913" y="394"/>
                    <a:pt x="849" y="303"/>
                  </a:cubicBezTo>
                  <a:cubicBezTo>
                    <a:pt x="784" y="212"/>
                    <a:pt x="681" y="154"/>
                    <a:pt x="583" y="99"/>
                  </a:cubicBezTo>
                  <a:cubicBezTo>
                    <a:pt x="506" y="57"/>
                    <a:pt x="426" y="11"/>
                    <a:pt x="338" y="7"/>
                  </a:cubicBezTo>
                  <a:cubicBezTo>
                    <a:pt x="209" y="0"/>
                    <a:pt x="81" y="89"/>
                    <a:pt x="41" y="213"/>
                  </a:cubicBezTo>
                  <a:cubicBezTo>
                    <a:pt x="0" y="336"/>
                    <a:pt x="52" y="483"/>
                    <a:pt x="159" y="55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3"/>
            <p:cNvSpPr/>
            <p:nvPr/>
          </p:nvSpPr>
          <p:spPr>
            <a:xfrm>
              <a:off x="1188553" y="4896693"/>
              <a:ext cx="200048" cy="95624"/>
            </a:xfrm>
            <a:custGeom>
              <a:rect b="b" l="l" r="r" t="t"/>
              <a:pathLst>
                <a:path extrusionOk="0" h="815" w="1705">
                  <a:moveTo>
                    <a:pt x="126" y="134"/>
                  </a:moveTo>
                  <a:cubicBezTo>
                    <a:pt x="167" y="283"/>
                    <a:pt x="0" y="479"/>
                    <a:pt x="119" y="578"/>
                  </a:cubicBezTo>
                  <a:cubicBezTo>
                    <a:pt x="148" y="603"/>
                    <a:pt x="189" y="611"/>
                    <a:pt x="227" y="617"/>
                  </a:cubicBezTo>
                  <a:cubicBezTo>
                    <a:pt x="398" y="645"/>
                    <a:pt x="571" y="674"/>
                    <a:pt x="743" y="702"/>
                  </a:cubicBezTo>
                  <a:cubicBezTo>
                    <a:pt x="876" y="725"/>
                    <a:pt x="1010" y="746"/>
                    <a:pt x="1143" y="768"/>
                  </a:cubicBezTo>
                  <a:cubicBezTo>
                    <a:pt x="1288" y="792"/>
                    <a:pt x="1446" y="814"/>
                    <a:pt x="1576" y="747"/>
                  </a:cubicBezTo>
                  <a:cubicBezTo>
                    <a:pt x="1644" y="712"/>
                    <a:pt x="1705" y="634"/>
                    <a:pt x="1675" y="563"/>
                  </a:cubicBezTo>
                  <a:cubicBezTo>
                    <a:pt x="1664" y="536"/>
                    <a:pt x="1643" y="516"/>
                    <a:pt x="1621" y="498"/>
                  </a:cubicBezTo>
                  <a:cubicBezTo>
                    <a:pt x="1220" y="144"/>
                    <a:pt x="646" y="0"/>
                    <a:pt x="127" y="12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3"/>
            <p:cNvSpPr/>
            <p:nvPr/>
          </p:nvSpPr>
          <p:spPr>
            <a:xfrm>
              <a:off x="854162" y="4059186"/>
              <a:ext cx="85416" cy="151121"/>
            </a:xfrm>
            <a:custGeom>
              <a:rect b="b" l="l" r="r" t="t"/>
              <a:pathLst>
                <a:path extrusionOk="0" h="1288" w="728">
                  <a:moveTo>
                    <a:pt x="90" y="148"/>
                  </a:moveTo>
                  <a:cubicBezTo>
                    <a:pt x="0" y="484"/>
                    <a:pt x="13" y="845"/>
                    <a:pt x="124" y="1173"/>
                  </a:cubicBezTo>
                  <a:cubicBezTo>
                    <a:pt x="140" y="1216"/>
                    <a:pt x="162" y="1265"/>
                    <a:pt x="206" y="1277"/>
                  </a:cubicBezTo>
                  <a:cubicBezTo>
                    <a:pt x="242" y="1287"/>
                    <a:pt x="281" y="1270"/>
                    <a:pt x="313" y="1249"/>
                  </a:cubicBezTo>
                  <a:cubicBezTo>
                    <a:pt x="665" y="1025"/>
                    <a:pt x="728" y="456"/>
                    <a:pt x="434" y="159"/>
                  </a:cubicBezTo>
                  <a:cubicBezTo>
                    <a:pt x="317" y="40"/>
                    <a:pt x="71" y="1"/>
                    <a:pt x="23" y="1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3"/>
            <p:cNvSpPr/>
            <p:nvPr/>
          </p:nvSpPr>
          <p:spPr>
            <a:xfrm>
              <a:off x="998595" y="4036776"/>
              <a:ext cx="93981" cy="178107"/>
            </a:xfrm>
            <a:custGeom>
              <a:rect b="b" l="l" r="r" t="t"/>
              <a:pathLst>
                <a:path extrusionOk="0" h="1518" w="801">
                  <a:moveTo>
                    <a:pt x="377" y="110"/>
                  </a:moveTo>
                  <a:cubicBezTo>
                    <a:pt x="374" y="262"/>
                    <a:pt x="362" y="417"/>
                    <a:pt x="309" y="559"/>
                  </a:cubicBezTo>
                  <a:cubicBezTo>
                    <a:pt x="250" y="711"/>
                    <a:pt x="146" y="843"/>
                    <a:pt x="82" y="992"/>
                  </a:cubicBezTo>
                  <a:cubicBezTo>
                    <a:pt x="17" y="1142"/>
                    <a:pt x="0" y="1333"/>
                    <a:pt x="106" y="1457"/>
                  </a:cubicBezTo>
                  <a:cubicBezTo>
                    <a:pt x="124" y="1477"/>
                    <a:pt x="146" y="1495"/>
                    <a:pt x="172" y="1503"/>
                  </a:cubicBezTo>
                  <a:cubicBezTo>
                    <a:pt x="224" y="1518"/>
                    <a:pt x="276" y="1481"/>
                    <a:pt x="316" y="1443"/>
                  </a:cubicBezTo>
                  <a:cubicBezTo>
                    <a:pt x="660" y="1132"/>
                    <a:pt x="801" y="613"/>
                    <a:pt x="663" y="168"/>
                  </a:cubicBezTo>
                  <a:cubicBezTo>
                    <a:pt x="510" y="162"/>
                    <a:pt x="243" y="1"/>
                    <a:pt x="202" y="150"/>
                  </a:cubicBezTo>
                  <a:cubicBezTo>
                    <a:pt x="172" y="256"/>
                    <a:pt x="373" y="290"/>
                    <a:pt x="415" y="39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3"/>
            <p:cNvSpPr/>
            <p:nvPr/>
          </p:nvSpPr>
          <p:spPr>
            <a:xfrm>
              <a:off x="914000" y="4166192"/>
              <a:ext cx="50100" cy="108061"/>
            </a:xfrm>
            <a:custGeom>
              <a:rect b="b" l="l" r="r" t="t"/>
              <a:pathLst>
                <a:path extrusionOk="0" h="921" w="427">
                  <a:moveTo>
                    <a:pt x="134" y="117"/>
                  </a:moveTo>
                  <a:cubicBezTo>
                    <a:pt x="135" y="227"/>
                    <a:pt x="91" y="332"/>
                    <a:pt x="57" y="436"/>
                  </a:cubicBezTo>
                  <a:cubicBezTo>
                    <a:pt x="24" y="540"/>
                    <a:pt x="0" y="658"/>
                    <a:pt x="46" y="757"/>
                  </a:cubicBezTo>
                  <a:cubicBezTo>
                    <a:pt x="91" y="858"/>
                    <a:pt x="227" y="920"/>
                    <a:pt x="314" y="851"/>
                  </a:cubicBezTo>
                  <a:cubicBezTo>
                    <a:pt x="283" y="574"/>
                    <a:pt x="321" y="291"/>
                    <a:pt x="426" y="31"/>
                  </a:cubicBezTo>
                  <a:cubicBezTo>
                    <a:pt x="359" y="1"/>
                    <a:pt x="274" y="14"/>
                    <a:pt x="220" y="6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3"/>
            <p:cNvSpPr/>
            <p:nvPr/>
          </p:nvSpPr>
          <p:spPr>
            <a:xfrm>
              <a:off x="2316920" y="5010269"/>
              <a:ext cx="249913" cy="137393"/>
            </a:xfrm>
            <a:custGeom>
              <a:rect b="b" l="l" r="r" t="t"/>
              <a:pathLst>
                <a:path extrusionOk="0" h="1171" w="2130">
                  <a:moveTo>
                    <a:pt x="2019" y="178"/>
                  </a:moveTo>
                  <a:cubicBezTo>
                    <a:pt x="2050" y="195"/>
                    <a:pt x="2083" y="214"/>
                    <a:pt x="2097" y="247"/>
                  </a:cubicBezTo>
                  <a:cubicBezTo>
                    <a:pt x="2130" y="315"/>
                    <a:pt x="2069" y="389"/>
                    <a:pt x="2012" y="441"/>
                  </a:cubicBezTo>
                  <a:cubicBezTo>
                    <a:pt x="1599" y="816"/>
                    <a:pt x="1108" y="1170"/>
                    <a:pt x="552" y="1165"/>
                  </a:cubicBezTo>
                  <a:cubicBezTo>
                    <a:pt x="303" y="1162"/>
                    <a:pt x="0" y="1010"/>
                    <a:pt x="23" y="760"/>
                  </a:cubicBezTo>
                  <a:cubicBezTo>
                    <a:pt x="36" y="619"/>
                    <a:pt x="157" y="507"/>
                    <a:pt x="291" y="466"/>
                  </a:cubicBezTo>
                  <a:cubicBezTo>
                    <a:pt x="425" y="423"/>
                    <a:pt x="569" y="438"/>
                    <a:pt x="708" y="459"/>
                  </a:cubicBezTo>
                  <a:cubicBezTo>
                    <a:pt x="831" y="477"/>
                    <a:pt x="955" y="502"/>
                    <a:pt x="1075" y="475"/>
                  </a:cubicBezTo>
                  <a:cubicBezTo>
                    <a:pt x="1195" y="448"/>
                    <a:pt x="1312" y="353"/>
                    <a:pt x="1319" y="229"/>
                  </a:cubicBezTo>
                  <a:cubicBezTo>
                    <a:pt x="1319" y="229"/>
                    <a:pt x="1510" y="0"/>
                    <a:pt x="1693" y="35"/>
                  </a:cubicBezTo>
                  <a:cubicBezTo>
                    <a:pt x="1878" y="67"/>
                    <a:pt x="2019" y="178"/>
                    <a:pt x="2019" y="17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3"/>
            <p:cNvSpPr/>
            <p:nvPr/>
          </p:nvSpPr>
          <p:spPr>
            <a:xfrm>
              <a:off x="2656591" y="5046173"/>
              <a:ext cx="173883" cy="123196"/>
            </a:xfrm>
            <a:custGeom>
              <a:rect b="b" l="l" r="r" t="t"/>
              <a:pathLst>
                <a:path extrusionOk="0" h="1050" w="1482">
                  <a:moveTo>
                    <a:pt x="123" y="66"/>
                  </a:moveTo>
                  <a:cubicBezTo>
                    <a:pt x="133" y="23"/>
                    <a:pt x="62" y="1"/>
                    <a:pt x="31" y="32"/>
                  </a:cubicBezTo>
                  <a:cubicBezTo>
                    <a:pt x="0" y="63"/>
                    <a:pt x="1" y="113"/>
                    <a:pt x="4" y="157"/>
                  </a:cubicBezTo>
                  <a:cubicBezTo>
                    <a:pt x="21" y="407"/>
                    <a:pt x="62" y="697"/>
                    <a:pt x="278" y="824"/>
                  </a:cubicBezTo>
                  <a:cubicBezTo>
                    <a:pt x="493" y="949"/>
                    <a:pt x="771" y="1043"/>
                    <a:pt x="975" y="1050"/>
                  </a:cubicBezTo>
                  <a:cubicBezTo>
                    <a:pt x="1482" y="986"/>
                    <a:pt x="577" y="835"/>
                    <a:pt x="686" y="409"/>
                  </a:cubicBezTo>
                  <a:cubicBezTo>
                    <a:pt x="698" y="363"/>
                    <a:pt x="670" y="314"/>
                    <a:pt x="639" y="277"/>
                  </a:cubicBezTo>
                  <a:cubicBezTo>
                    <a:pt x="607" y="238"/>
                    <a:pt x="556" y="220"/>
                    <a:pt x="509" y="20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3"/>
            <p:cNvSpPr/>
            <p:nvPr/>
          </p:nvSpPr>
          <p:spPr>
            <a:xfrm>
              <a:off x="2451146" y="4913471"/>
              <a:ext cx="134578" cy="124956"/>
            </a:xfrm>
            <a:custGeom>
              <a:rect b="b" l="l" r="r" t="t"/>
              <a:pathLst>
                <a:path extrusionOk="0" h="1065" w="1147">
                  <a:moveTo>
                    <a:pt x="58" y="1"/>
                  </a:moveTo>
                  <a:cubicBezTo>
                    <a:pt x="413" y="197"/>
                    <a:pt x="1055" y="556"/>
                    <a:pt x="1100" y="695"/>
                  </a:cubicBezTo>
                  <a:cubicBezTo>
                    <a:pt x="1147" y="835"/>
                    <a:pt x="1065" y="1065"/>
                    <a:pt x="1008" y="1042"/>
                  </a:cubicBezTo>
                  <a:cubicBezTo>
                    <a:pt x="952" y="1018"/>
                    <a:pt x="1008" y="984"/>
                    <a:pt x="894" y="811"/>
                  </a:cubicBezTo>
                  <a:cubicBezTo>
                    <a:pt x="779" y="638"/>
                    <a:pt x="46" y="257"/>
                    <a:pt x="23" y="140"/>
                  </a:cubicBezTo>
                  <a:cubicBezTo>
                    <a:pt x="0" y="25"/>
                    <a:pt x="58" y="1"/>
                    <a:pt x="58"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23"/>
          <p:cNvGrpSpPr/>
          <p:nvPr/>
        </p:nvGrpSpPr>
        <p:grpSpPr>
          <a:xfrm flipH="1" rot="10800000">
            <a:off x="6196649" y="-180352"/>
            <a:ext cx="3476499" cy="1511584"/>
            <a:chOff x="-646025" y="3869215"/>
            <a:chExt cx="3476499" cy="1511584"/>
          </a:xfrm>
        </p:grpSpPr>
        <p:sp>
          <p:nvSpPr>
            <p:cNvPr id="690" name="Google Shape;690;p23"/>
            <p:cNvSpPr/>
            <p:nvPr/>
          </p:nvSpPr>
          <p:spPr>
            <a:xfrm>
              <a:off x="1884172" y="3869215"/>
              <a:ext cx="265400" cy="419689"/>
            </a:xfrm>
            <a:custGeom>
              <a:rect b="b" l="l" r="r" t="t"/>
              <a:pathLst>
                <a:path extrusionOk="0" h="3577" w="2262">
                  <a:moveTo>
                    <a:pt x="801" y="51"/>
                  </a:moveTo>
                  <a:cubicBezTo>
                    <a:pt x="565" y="64"/>
                    <a:pt x="369" y="234"/>
                    <a:pt x="322" y="468"/>
                  </a:cubicBezTo>
                  <a:cubicBezTo>
                    <a:pt x="269" y="727"/>
                    <a:pt x="202" y="996"/>
                    <a:pt x="123" y="1173"/>
                  </a:cubicBezTo>
                  <a:cubicBezTo>
                    <a:pt x="1" y="1451"/>
                    <a:pt x="32" y="1883"/>
                    <a:pt x="245" y="2160"/>
                  </a:cubicBezTo>
                  <a:cubicBezTo>
                    <a:pt x="460" y="2437"/>
                    <a:pt x="337" y="2776"/>
                    <a:pt x="612" y="2714"/>
                  </a:cubicBezTo>
                  <a:cubicBezTo>
                    <a:pt x="886" y="2653"/>
                    <a:pt x="1529" y="2560"/>
                    <a:pt x="1590" y="2684"/>
                  </a:cubicBezTo>
                  <a:cubicBezTo>
                    <a:pt x="1650" y="2807"/>
                    <a:pt x="1926" y="3116"/>
                    <a:pt x="1681" y="3239"/>
                  </a:cubicBezTo>
                  <a:cubicBezTo>
                    <a:pt x="1436" y="3362"/>
                    <a:pt x="2261" y="3577"/>
                    <a:pt x="2201" y="3239"/>
                  </a:cubicBezTo>
                  <a:cubicBezTo>
                    <a:pt x="2140" y="2899"/>
                    <a:pt x="1955" y="2344"/>
                    <a:pt x="1711" y="2282"/>
                  </a:cubicBezTo>
                  <a:cubicBezTo>
                    <a:pt x="1467" y="2220"/>
                    <a:pt x="1009" y="2006"/>
                    <a:pt x="978" y="1790"/>
                  </a:cubicBezTo>
                  <a:cubicBezTo>
                    <a:pt x="947" y="1574"/>
                    <a:pt x="1344" y="1049"/>
                    <a:pt x="1344" y="742"/>
                  </a:cubicBezTo>
                  <a:cubicBezTo>
                    <a:pt x="1344" y="433"/>
                    <a:pt x="1344" y="1"/>
                    <a:pt x="1039" y="32"/>
                  </a:cubicBezTo>
                  <a:cubicBezTo>
                    <a:pt x="960" y="41"/>
                    <a:pt x="879" y="46"/>
                    <a:pt x="801" y="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3"/>
            <p:cNvSpPr/>
            <p:nvPr/>
          </p:nvSpPr>
          <p:spPr>
            <a:xfrm>
              <a:off x="1715686" y="4321408"/>
              <a:ext cx="186555" cy="130354"/>
            </a:xfrm>
            <a:custGeom>
              <a:rect b="b" l="l" r="r" t="t"/>
              <a:pathLst>
                <a:path extrusionOk="0" h="1111" w="1590">
                  <a:moveTo>
                    <a:pt x="1161" y="93"/>
                  </a:moveTo>
                  <a:cubicBezTo>
                    <a:pt x="793" y="246"/>
                    <a:pt x="1" y="1111"/>
                    <a:pt x="276" y="1111"/>
                  </a:cubicBezTo>
                  <a:cubicBezTo>
                    <a:pt x="551" y="1111"/>
                    <a:pt x="1468" y="186"/>
                    <a:pt x="1528" y="93"/>
                  </a:cubicBezTo>
                  <a:cubicBezTo>
                    <a:pt x="1590" y="1"/>
                    <a:pt x="1247" y="58"/>
                    <a:pt x="1161" y="9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3"/>
            <p:cNvSpPr/>
            <p:nvPr/>
          </p:nvSpPr>
          <p:spPr>
            <a:xfrm>
              <a:off x="1980853" y="4386526"/>
              <a:ext cx="283587" cy="224218"/>
            </a:xfrm>
            <a:custGeom>
              <a:rect b="b" l="l" r="r" t="t"/>
              <a:pathLst>
                <a:path extrusionOk="0" h="1911" w="2417">
                  <a:moveTo>
                    <a:pt x="1927" y="32"/>
                  </a:moveTo>
                  <a:cubicBezTo>
                    <a:pt x="2019" y="1"/>
                    <a:pt x="2417" y="277"/>
                    <a:pt x="2386" y="493"/>
                  </a:cubicBezTo>
                  <a:cubicBezTo>
                    <a:pt x="2355" y="708"/>
                    <a:pt x="2417" y="1141"/>
                    <a:pt x="2355" y="1355"/>
                  </a:cubicBezTo>
                  <a:cubicBezTo>
                    <a:pt x="2293" y="1571"/>
                    <a:pt x="2171" y="1172"/>
                    <a:pt x="2017" y="1262"/>
                  </a:cubicBezTo>
                  <a:cubicBezTo>
                    <a:pt x="1866" y="1355"/>
                    <a:pt x="2048" y="1478"/>
                    <a:pt x="1986" y="1695"/>
                  </a:cubicBezTo>
                  <a:cubicBezTo>
                    <a:pt x="1926" y="1910"/>
                    <a:pt x="1804" y="1879"/>
                    <a:pt x="1558" y="1757"/>
                  </a:cubicBezTo>
                  <a:cubicBezTo>
                    <a:pt x="1314" y="1633"/>
                    <a:pt x="1345" y="1203"/>
                    <a:pt x="1101" y="1110"/>
                  </a:cubicBezTo>
                  <a:cubicBezTo>
                    <a:pt x="855" y="1017"/>
                    <a:pt x="428" y="925"/>
                    <a:pt x="366" y="1203"/>
                  </a:cubicBezTo>
                  <a:cubicBezTo>
                    <a:pt x="306" y="1479"/>
                    <a:pt x="0" y="1479"/>
                    <a:pt x="61" y="1265"/>
                  </a:cubicBezTo>
                  <a:cubicBezTo>
                    <a:pt x="122" y="1049"/>
                    <a:pt x="489" y="648"/>
                    <a:pt x="672" y="648"/>
                  </a:cubicBezTo>
                  <a:cubicBezTo>
                    <a:pt x="855" y="648"/>
                    <a:pt x="1375" y="740"/>
                    <a:pt x="1375" y="617"/>
                  </a:cubicBezTo>
                  <a:cubicBezTo>
                    <a:pt x="1375" y="493"/>
                    <a:pt x="1773" y="308"/>
                    <a:pt x="1773" y="3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3"/>
            <p:cNvSpPr/>
            <p:nvPr/>
          </p:nvSpPr>
          <p:spPr>
            <a:xfrm>
              <a:off x="146190" y="4376683"/>
              <a:ext cx="620324" cy="624196"/>
            </a:xfrm>
            <a:custGeom>
              <a:rect b="b" l="l" r="r" t="t"/>
              <a:pathLst>
                <a:path extrusionOk="0" h="5320" w="5287">
                  <a:moveTo>
                    <a:pt x="3607" y="295"/>
                  </a:moveTo>
                  <a:cubicBezTo>
                    <a:pt x="3026" y="788"/>
                    <a:pt x="2049" y="1652"/>
                    <a:pt x="1621" y="1960"/>
                  </a:cubicBezTo>
                  <a:cubicBezTo>
                    <a:pt x="1192" y="2269"/>
                    <a:pt x="1009" y="2454"/>
                    <a:pt x="612" y="2454"/>
                  </a:cubicBezTo>
                  <a:cubicBezTo>
                    <a:pt x="214" y="2454"/>
                    <a:pt x="1" y="2546"/>
                    <a:pt x="32" y="3039"/>
                  </a:cubicBezTo>
                  <a:cubicBezTo>
                    <a:pt x="62" y="3532"/>
                    <a:pt x="397" y="4025"/>
                    <a:pt x="460" y="4364"/>
                  </a:cubicBezTo>
                  <a:cubicBezTo>
                    <a:pt x="520" y="4704"/>
                    <a:pt x="460" y="4888"/>
                    <a:pt x="1314" y="4950"/>
                  </a:cubicBezTo>
                  <a:cubicBezTo>
                    <a:pt x="2169" y="5012"/>
                    <a:pt x="2292" y="5196"/>
                    <a:pt x="2720" y="5258"/>
                  </a:cubicBezTo>
                  <a:cubicBezTo>
                    <a:pt x="3149" y="5320"/>
                    <a:pt x="3638" y="5320"/>
                    <a:pt x="3728" y="4673"/>
                  </a:cubicBezTo>
                  <a:cubicBezTo>
                    <a:pt x="3820" y="4025"/>
                    <a:pt x="3759" y="3533"/>
                    <a:pt x="4126" y="3347"/>
                  </a:cubicBezTo>
                  <a:cubicBezTo>
                    <a:pt x="4492" y="3162"/>
                    <a:pt x="4798" y="2977"/>
                    <a:pt x="4615" y="2885"/>
                  </a:cubicBezTo>
                  <a:cubicBezTo>
                    <a:pt x="4431" y="2792"/>
                    <a:pt x="3943" y="2114"/>
                    <a:pt x="4095" y="1807"/>
                  </a:cubicBezTo>
                  <a:cubicBezTo>
                    <a:pt x="4247" y="1498"/>
                    <a:pt x="5286" y="1006"/>
                    <a:pt x="4676" y="728"/>
                  </a:cubicBezTo>
                  <a:cubicBezTo>
                    <a:pt x="4064" y="451"/>
                    <a:pt x="4141" y="71"/>
                    <a:pt x="3881" y="20"/>
                  </a:cubicBezTo>
                  <a:cubicBezTo>
                    <a:pt x="3785" y="0"/>
                    <a:pt x="3607" y="295"/>
                    <a:pt x="3607" y="29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3"/>
            <p:cNvSpPr/>
            <p:nvPr/>
          </p:nvSpPr>
          <p:spPr>
            <a:xfrm>
              <a:off x="-646025" y="4458345"/>
              <a:ext cx="702807" cy="658456"/>
            </a:xfrm>
            <a:custGeom>
              <a:rect b="b" l="l" r="r" t="t"/>
              <a:pathLst>
                <a:path extrusionOk="0" h="5612" w="5990">
                  <a:moveTo>
                    <a:pt x="642" y="0"/>
                  </a:moveTo>
                  <a:cubicBezTo>
                    <a:pt x="367" y="0"/>
                    <a:pt x="1" y="62"/>
                    <a:pt x="550" y="525"/>
                  </a:cubicBezTo>
                  <a:cubicBezTo>
                    <a:pt x="1100" y="987"/>
                    <a:pt x="1436" y="1356"/>
                    <a:pt x="1925" y="2065"/>
                  </a:cubicBezTo>
                  <a:cubicBezTo>
                    <a:pt x="2414" y="2775"/>
                    <a:pt x="3758" y="4963"/>
                    <a:pt x="4217" y="5241"/>
                  </a:cubicBezTo>
                  <a:cubicBezTo>
                    <a:pt x="4675" y="5518"/>
                    <a:pt x="5623" y="5611"/>
                    <a:pt x="5500" y="4963"/>
                  </a:cubicBezTo>
                  <a:cubicBezTo>
                    <a:pt x="5377" y="4316"/>
                    <a:pt x="5989" y="4132"/>
                    <a:pt x="5652" y="3854"/>
                  </a:cubicBezTo>
                  <a:cubicBezTo>
                    <a:pt x="5315" y="3577"/>
                    <a:pt x="5133" y="3546"/>
                    <a:pt x="4767" y="3362"/>
                  </a:cubicBezTo>
                  <a:cubicBezTo>
                    <a:pt x="4400" y="3177"/>
                    <a:pt x="4247" y="2776"/>
                    <a:pt x="4155" y="2590"/>
                  </a:cubicBezTo>
                  <a:cubicBezTo>
                    <a:pt x="4063" y="2405"/>
                    <a:pt x="2870" y="1752"/>
                    <a:pt x="2474" y="1233"/>
                  </a:cubicBezTo>
                  <a:cubicBezTo>
                    <a:pt x="1651" y="155"/>
                    <a:pt x="642" y="0"/>
                    <a:pt x="642"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3"/>
            <p:cNvSpPr/>
            <p:nvPr/>
          </p:nvSpPr>
          <p:spPr>
            <a:xfrm>
              <a:off x="1318673" y="4783821"/>
              <a:ext cx="1164852" cy="578789"/>
            </a:xfrm>
            <a:custGeom>
              <a:rect b="b" l="l" r="r" t="t"/>
              <a:pathLst>
                <a:path extrusionOk="0" h="4933" w="9928">
                  <a:moveTo>
                    <a:pt x="640" y="309"/>
                  </a:moveTo>
                  <a:cubicBezTo>
                    <a:pt x="1037" y="216"/>
                    <a:pt x="1983" y="1"/>
                    <a:pt x="1983" y="493"/>
                  </a:cubicBezTo>
                  <a:cubicBezTo>
                    <a:pt x="1983" y="986"/>
                    <a:pt x="2136" y="1511"/>
                    <a:pt x="2412" y="1449"/>
                  </a:cubicBezTo>
                  <a:cubicBezTo>
                    <a:pt x="2686" y="1388"/>
                    <a:pt x="3023" y="1048"/>
                    <a:pt x="3206" y="894"/>
                  </a:cubicBezTo>
                  <a:cubicBezTo>
                    <a:pt x="3390" y="740"/>
                    <a:pt x="4092" y="679"/>
                    <a:pt x="4979" y="1079"/>
                  </a:cubicBezTo>
                  <a:cubicBezTo>
                    <a:pt x="5864" y="1480"/>
                    <a:pt x="6873" y="1819"/>
                    <a:pt x="7116" y="2034"/>
                  </a:cubicBezTo>
                  <a:cubicBezTo>
                    <a:pt x="7362" y="2250"/>
                    <a:pt x="8003" y="2744"/>
                    <a:pt x="8125" y="3083"/>
                  </a:cubicBezTo>
                  <a:cubicBezTo>
                    <a:pt x="8247" y="3422"/>
                    <a:pt x="8613" y="3977"/>
                    <a:pt x="8920" y="4285"/>
                  </a:cubicBezTo>
                  <a:cubicBezTo>
                    <a:pt x="9225" y="4593"/>
                    <a:pt x="9928" y="4933"/>
                    <a:pt x="9225" y="4933"/>
                  </a:cubicBezTo>
                  <a:cubicBezTo>
                    <a:pt x="8523" y="4933"/>
                    <a:pt x="7698" y="4161"/>
                    <a:pt x="7239" y="3853"/>
                  </a:cubicBezTo>
                  <a:cubicBezTo>
                    <a:pt x="6781" y="3545"/>
                    <a:pt x="6750" y="3884"/>
                    <a:pt x="6292" y="4099"/>
                  </a:cubicBezTo>
                  <a:cubicBezTo>
                    <a:pt x="5835" y="4315"/>
                    <a:pt x="4520" y="4068"/>
                    <a:pt x="4031" y="4068"/>
                  </a:cubicBezTo>
                  <a:cubicBezTo>
                    <a:pt x="3542" y="4068"/>
                    <a:pt x="3573" y="3637"/>
                    <a:pt x="3970" y="3359"/>
                  </a:cubicBezTo>
                  <a:cubicBezTo>
                    <a:pt x="4320" y="3116"/>
                    <a:pt x="3665" y="2404"/>
                    <a:pt x="3116" y="2219"/>
                  </a:cubicBezTo>
                  <a:cubicBezTo>
                    <a:pt x="2566" y="2034"/>
                    <a:pt x="1649" y="1818"/>
                    <a:pt x="1344" y="1726"/>
                  </a:cubicBezTo>
                  <a:cubicBezTo>
                    <a:pt x="1038" y="1633"/>
                    <a:pt x="915" y="1480"/>
                    <a:pt x="977" y="1326"/>
                  </a:cubicBezTo>
                  <a:cubicBezTo>
                    <a:pt x="1038" y="1172"/>
                    <a:pt x="1161" y="986"/>
                    <a:pt x="1130" y="863"/>
                  </a:cubicBezTo>
                  <a:cubicBezTo>
                    <a:pt x="1099" y="740"/>
                    <a:pt x="0" y="586"/>
                    <a:pt x="121" y="493"/>
                  </a:cubicBezTo>
                  <a:cubicBezTo>
                    <a:pt x="243" y="402"/>
                    <a:pt x="640" y="309"/>
                    <a:pt x="640" y="30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3"/>
            <p:cNvSpPr/>
            <p:nvPr/>
          </p:nvSpPr>
          <p:spPr>
            <a:xfrm>
              <a:off x="-51043" y="5105777"/>
              <a:ext cx="595215" cy="155697"/>
            </a:xfrm>
            <a:custGeom>
              <a:rect b="b" l="l" r="r" t="t"/>
              <a:pathLst>
                <a:path extrusionOk="0" h="1327" w="5073">
                  <a:moveTo>
                    <a:pt x="1803" y="401"/>
                  </a:moveTo>
                  <a:cubicBezTo>
                    <a:pt x="1652" y="277"/>
                    <a:pt x="795" y="0"/>
                    <a:pt x="490" y="31"/>
                  </a:cubicBezTo>
                  <a:cubicBezTo>
                    <a:pt x="184" y="62"/>
                    <a:pt x="1" y="616"/>
                    <a:pt x="673" y="709"/>
                  </a:cubicBezTo>
                  <a:cubicBezTo>
                    <a:pt x="1344" y="802"/>
                    <a:pt x="2414" y="1172"/>
                    <a:pt x="3025" y="1172"/>
                  </a:cubicBezTo>
                  <a:cubicBezTo>
                    <a:pt x="3637" y="1172"/>
                    <a:pt x="4460" y="1326"/>
                    <a:pt x="4644" y="1326"/>
                  </a:cubicBezTo>
                  <a:cubicBezTo>
                    <a:pt x="4827" y="1326"/>
                    <a:pt x="5072" y="1233"/>
                    <a:pt x="4675" y="1018"/>
                  </a:cubicBezTo>
                  <a:cubicBezTo>
                    <a:pt x="4278" y="802"/>
                    <a:pt x="3422" y="833"/>
                    <a:pt x="3666" y="771"/>
                  </a:cubicBezTo>
                  <a:cubicBezTo>
                    <a:pt x="3911" y="709"/>
                    <a:pt x="4247" y="310"/>
                    <a:pt x="3544" y="370"/>
                  </a:cubicBezTo>
                  <a:cubicBezTo>
                    <a:pt x="2840" y="432"/>
                    <a:pt x="2352" y="463"/>
                    <a:pt x="2138" y="463"/>
                  </a:cubicBezTo>
                  <a:cubicBezTo>
                    <a:pt x="1926" y="463"/>
                    <a:pt x="1803" y="401"/>
                    <a:pt x="1803" y="40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3"/>
            <p:cNvSpPr/>
            <p:nvPr/>
          </p:nvSpPr>
          <p:spPr>
            <a:xfrm>
              <a:off x="500997" y="5236014"/>
              <a:ext cx="218820" cy="57844"/>
            </a:xfrm>
            <a:custGeom>
              <a:rect b="b" l="l" r="r" t="t"/>
              <a:pathLst>
                <a:path extrusionOk="0" h="493" w="1865">
                  <a:moveTo>
                    <a:pt x="978" y="61"/>
                  </a:moveTo>
                  <a:cubicBezTo>
                    <a:pt x="581" y="123"/>
                    <a:pt x="1" y="400"/>
                    <a:pt x="490" y="400"/>
                  </a:cubicBezTo>
                  <a:cubicBezTo>
                    <a:pt x="978" y="400"/>
                    <a:pt x="1620" y="493"/>
                    <a:pt x="1741" y="247"/>
                  </a:cubicBezTo>
                  <a:cubicBezTo>
                    <a:pt x="1864" y="0"/>
                    <a:pt x="978" y="61"/>
                    <a:pt x="978" y="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3"/>
            <p:cNvSpPr/>
            <p:nvPr/>
          </p:nvSpPr>
          <p:spPr>
            <a:xfrm>
              <a:off x="949082" y="5243171"/>
              <a:ext cx="229497" cy="137628"/>
            </a:xfrm>
            <a:custGeom>
              <a:rect b="b" l="l" r="r" t="t"/>
              <a:pathLst>
                <a:path extrusionOk="0" h="1173" w="1956">
                  <a:moveTo>
                    <a:pt x="734" y="217"/>
                  </a:moveTo>
                  <a:cubicBezTo>
                    <a:pt x="306" y="341"/>
                    <a:pt x="0" y="463"/>
                    <a:pt x="0" y="679"/>
                  </a:cubicBezTo>
                  <a:cubicBezTo>
                    <a:pt x="0" y="896"/>
                    <a:pt x="306" y="1172"/>
                    <a:pt x="520" y="926"/>
                  </a:cubicBezTo>
                  <a:cubicBezTo>
                    <a:pt x="734" y="679"/>
                    <a:pt x="1956" y="310"/>
                    <a:pt x="1864" y="155"/>
                  </a:cubicBezTo>
                  <a:cubicBezTo>
                    <a:pt x="1774" y="0"/>
                    <a:pt x="734" y="217"/>
                    <a:pt x="734" y="2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3"/>
            <p:cNvSpPr/>
            <p:nvPr/>
          </p:nvSpPr>
          <p:spPr>
            <a:xfrm>
              <a:off x="726858" y="5185327"/>
              <a:ext cx="276077" cy="101490"/>
            </a:xfrm>
            <a:custGeom>
              <a:rect b="b" l="l" r="r" t="t"/>
              <a:pathLst>
                <a:path extrusionOk="0" h="865" w="2353">
                  <a:moveTo>
                    <a:pt x="428" y="402"/>
                  </a:moveTo>
                  <a:cubicBezTo>
                    <a:pt x="185" y="525"/>
                    <a:pt x="0" y="741"/>
                    <a:pt x="459" y="741"/>
                  </a:cubicBezTo>
                  <a:cubicBezTo>
                    <a:pt x="917" y="741"/>
                    <a:pt x="1589" y="865"/>
                    <a:pt x="1803" y="679"/>
                  </a:cubicBezTo>
                  <a:cubicBezTo>
                    <a:pt x="2017" y="494"/>
                    <a:pt x="2352" y="0"/>
                    <a:pt x="1894" y="186"/>
                  </a:cubicBezTo>
                  <a:cubicBezTo>
                    <a:pt x="1436" y="371"/>
                    <a:pt x="428" y="402"/>
                    <a:pt x="428" y="40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3"/>
            <p:cNvSpPr/>
            <p:nvPr/>
          </p:nvSpPr>
          <p:spPr>
            <a:xfrm>
              <a:off x="705504" y="5290103"/>
              <a:ext cx="103954" cy="68990"/>
            </a:xfrm>
            <a:custGeom>
              <a:rect b="b" l="l" r="r" t="t"/>
              <a:pathLst>
                <a:path extrusionOk="0" h="588" w="886">
                  <a:moveTo>
                    <a:pt x="0" y="155"/>
                  </a:moveTo>
                  <a:cubicBezTo>
                    <a:pt x="91" y="279"/>
                    <a:pt x="519" y="588"/>
                    <a:pt x="703" y="557"/>
                  </a:cubicBezTo>
                  <a:cubicBezTo>
                    <a:pt x="886" y="526"/>
                    <a:pt x="826" y="186"/>
                    <a:pt x="550" y="94"/>
                  </a:cubicBezTo>
                  <a:cubicBezTo>
                    <a:pt x="275" y="1"/>
                    <a:pt x="0" y="155"/>
                    <a:pt x="0" y="15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3"/>
            <p:cNvSpPr/>
            <p:nvPr/>
          </p:nvSpPr>
          <p:spPr>
            <a:xfrm>
              <a:off x="654465" y="4812919"/>
              <a:ext cx="341782" cy="306231"/>
            </a:xfrm>
            <a:custGeom>
              <a:rect b="b" l="l" r="r" t="t"/>
              <a:pathLst>
                <a:path extrusionOk="0" h="2610" w="2913">
                  <a:moveTo>
                    <a:pt x="499" y="2311"/>
                  </a:moveTo>
                  <a:cubicBezTo>
                    <a:pt x="576" y="2488"/>
                    <a:pt x="817" y="2610"/>
                    <a:pt x="965" y="2487"/>
                  </a:cubicBezTo>
                  <a:cubicBezTo>
                    <a:pt x="965" y="2241"/>
                    <a:pt x="964" y="1998"/>
                    <a:pt x="964" y="1753"/>
                  </a:cubicBezTo>
                  <a:cubicBezTo>
                    <a:pt x="964" y="1627"/>
                    <a:pt x="972" y="1481"/>
                    <a:pt x="1072" y="1404"/>
                  </a:cubicBezTo>
                  <a:cubicBezTo>
                    <a:pt x="1149" y="1343"/>
                    <a:pt x="1258" y="1347"/>
                    <a:pt x="1356" y="1354"/>
                  </a:cubicBezTo>
                  <a:cubicBezTo>
                    <a:pt x="1426" y="1359"/>
                    <a:pt x="1498" y="1364"/>
                    <a:pt x="1557" y="1401"/>
                  </a:cubicBezTo>
                  <a:cubicBezTo>
                    <a:pt x="1679" y="1473"/>
                    <a:pt x="1705" y="1636"/>
                    <a:pt x="1767" y="1764"/>
                  </a:cubicBezTo>
                  <a:cubicBezTo>
                    <a:pt x="1854" y="1935"/>
                    <a:pt x="2048" y="2059"/>
                    <a:pt x="2235" y="2020"/>
                  </a:cubicBezTo>
                  <a:cubicBezTo>
                    <a:pt x="2423" y="1981"/>
                    <a:pt x="2555" y="1748"/>
                    <a:pt x="2462" y="1579"/>
                  </a:cubicBezTo>
                  <a:cubicBezTo>
                    <a:pt x="2376" y="1421"/>
                    <a:pt x="2166" y="1393"/>
                    <a:pt x="2021" y="1287"/>
                  </a:cubicBezTo>
                  <a:cubicBezTo>
                    <a:pt x="1846" y="1161"/>
                    <a:pt x="1778" y="904"/>
                    <a:pt x="1865" y="707"/>
                  </a:cubicBezTo>
                  <a:cubicBezTo>
                    <a:pt x="2043" y="751"/>
                    <a:pt x="2245" y="729"/>
                    <a:pt x="2383" y="606"/>
                  </a:cubicBezTo>
                  <a:cubicBezTo>
                    <a:pt x="2913" y="134"/>
                    <a:pt x="2051" y="0"/>
                    <a:pt x="1753" y="32"/>
                  </a:cubicBezTo>
                  <a:cubicBezTo>
                    <a:pt x="1358" y="74"/>
                    <a:pt x="800" y="57"/>
                    <a:pt x="443" y="252"/>
                  </a:cubicBezTo>
                  <a:cubicBezTo>
                    <a:pt x="0" y="493"/>
                    <a:pt x="113" y="584"/>
                    <a:pt x="265" y="956"/>
                  </a:cubicBezTo>
                  <a:cubicBezTo>
                    <a:pt x="371" y="1219"/>
                    <a:pt x="468" y="1333"/>
                    <a:pt x="484" y="1641"/>
                  </a:cubicBezTo>
                  <a:cubicBezTo>
                    <a:pt x="493" y="1867"/>
                    <a:pt x="404" y="2087"/>
                    <a:pt x="499" y="231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3"/>
            <p:cNvSpPr/>
            <p:nvPr/>
          </p:nvSpPr>
          <p:spPr>
            <a:xfrm>
              <a:off x="750324" y="4688314"/>
              <a:ext cx="326881" cy="82483"/>
            </a:xfrm>
            <a:custGeom>
              <a:rect b="b" l="l" r="r" t="t"/>
              <a:pathLst>
                <a:path extrusionOk="0" h="703" w="2786">
                  <a:moveTo>
                    <a:pt x="2329" y="568"/>
                  </a:moveTo>
                  <a:cubicBezTo>
                    <a:pt x="1729" y="588"/>
                    <a:pt x="1130" y="605"/>
                    <a:pt x="532" y="625"/>
                  </a:cubicBezTo>
                  <a:cubicBezTo>
                    <a:pt x="352" y="630"/>
                    <a:pt x="167" y="636"/>
                    <a:pt x="0" y="702"/>
                  </a:cubicBezTo>
                  <a:cubicBezTo>
                    <a:pt x="8" y="355"/>
                    <a:pt x="403" y="145"/>
                    <a:pt x="746" y="130"/>
                  </a:cubicBezTo>
                  <a:cubicBezTo>
                    <a:pt x="1091" y="114"/>
                    <a:pt x="1441" y="216"/>
                    <a:pt x="1778" y="146"/>
                  </a:cubicBezTo>
                  <a:cubicBezTo>
                    <a:pt x="1982" y="104"/>
                    <a:pt x="2179" y="1"/>
                    <a:pt x="2386" y="25"/>
                  </a:cubicBezTo>
                  <a:cubicBezTo>
                    <a:pt x="2592" y="47"/>
                    <a:pt x="2786" y="299"/>
                    <a:pt x="2655" y="463"/>
                  </a:cubicBezTo>
                  <a:cubicBezTo>
                    <a:pt x="2581" y="554"/>
                    <a:pt x="2446" y="564"/>
                    <a:pt x="2329" y="5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3"/>
            <p:cNvSpPr/>
            <p:nvPr/>
          </p:nvSpPr>
          <p:spPr>
            <a:xfrm>
              <a:off x="1159221" y="4651354"/>
              <a:ext cx="109117" cy="176699"/>
            </a:xfrm>
            <a:custGeom>
              <a:rect b="b" l="l" r="r" t="t"/>
              <a:pathLst>
                <a:path extrusionOk="0" h="1506" w="930">
                  <a:moveTo>
                    <a:pt x="113" y="374"/>
                  </a:moveTo>
                  <a:cubicBezTo>
                    <a:pt x="92" y="575"/>
                    <a:pt x="72" y="775"/>
                    <a:pt x="51" y="976"/>
                  </a:cubicBezTo>
                  <a:cubicBezTo>
                    <a:pt x="40" y="1093"/>
                    <a:pt x="28" y="1217"/>
                    <a:pt x="77" y="1322"/>
                  </a:cubicBezTo>
                  <a:cubicBezTo>
                    <a:pt x="126" y="1428"/>
                    <a:pt x="257" y="1505"/>
                    <a:pt x="361" y="1451"/>
                  </a:cubicBezTo>
                  <a:cubicBezTo>
                    <a:pt x="570" y="1342"/>
                    <a:pt x="366" y="969"/>
                    <a:pt x="527" y="796"/>
                  </a:cubicBezTo>
                  <a:cubicBezTo>
                    <a:pt x="613" y="703"/>
                    <a:pt x="771" y="711"/>
                    <a:pt x="855" y="616"/>
                  </a:cubicBezTo>
                  <a:cubicBezTo>
                    <a:pt x="929" y="532"/>
                    <a:pt x="913" y="394"/>
                    <a:pt x="849" y="303"/>
                  </a:cubicBezTo>
                  <a:cubicBezTo>
                    <a:pt x="784" y="212"/>
                    <a:pt x="681" y="154"/>
                    <a:pt x="583" y="99"/>
                  </a:cubicBezTo>
                  <a:cubicBezTo>
                    <a:pt x="506" y="57"/>
                    <a:pt x="426" y="11"/>
                    <a:pt x="338" y="7"/>
                  </a:cubicBezTo>
                  <a:cubicBezTo>
                    <a:pt x="209" y="0"/>
                    <a:pt x="81" y="89"/>
                    <a:pt x="41" y="213"/>
                  </a:cubicBezTo>
                  <a:cubicBezTo>
                    <a:pt x="0" y="336"/>
                    <a:pt x="52" y="483"/>
                    <a:pt x="159" y="55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3"/>
            <p:cNvSpPr/>
            <p:nvPr/>
          </p:nvSpPr>
          <p:spPr>
            <a:xfrm>
              <a:off x="1188553" y="4896693"/>
              <a:ext cx="200048" cy="95624"/>
            </a:xfrm>
            <a:custGeom>
              <a:rect b="b" l="l" r="r" t="t"/>
              <a:pathLst>
                <a:path extrusionOk="0" h="815" w="1705">
                  <a:moveTo>
                    <a:pt x="126" y="134"/>
                  </a:moveTo>
                  <a:cubicBezTo>
                    <a:pt x="167" y="283"/>
                    <a:pt x="0" y="479"/>
                    <a:pt x="119" y="578"/>
                  </a:cubicBezTo>
                  <a:cubicBezTo>
                    <a:pt x="148" y="603"/>
                    <a:pt x="189" y="611"/>
                    <a:pt x="227" y="617"/>
                  </a:cubicBezTo>
                  <a:cubicBezTo>
                    <a:pt x="398" y="645"/>
                    <a:pt x="571" y="674"/>
                    <a:pt x="743" y="702"/>
                  </a:cubicBezTo>
                  <a:cubicBezTo>
                    <a:pt x="876" y="725"/>
                    <a:pt x="1010" y="746"/>
                    <a:pt x="1143" y="768"/>
                  </a:cubicBezTo>
                  <a:cubicBezTo>
                    <a:pt x="1288" y="792"/>
                    <a:pt x="1446" y="814"/>
                    <a:pt x="1576" y="747"/>
                  </a:cubicBezTo>
                  <a:cubicBezTo>
                    <a:pt x="1644" y="712"/>
                    <a:pt x="1705" y="634"/>
                    <a:pt x="1675" y="563"/>
                  </a:cubicBezTo>
                  <a:cubicBezTo>
                    <a:pt x="1664" y="536"/>
                    <a:pt x="1643" y="516"/>
                    <a:pt x="1621" y="498"/>
                  </a:cubicBezTo>
                  <a:cubicBezTo>
                    <a:pt x="1220" y="144"/>
                    <a:pt x="646" y="0"/>
                    <a:pt x="127" y="12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3"/>
            <p:cNvSpPr/>
            <p:nvPr/>
          </p:nvSpPr>
          <p:spPr>
            <a:xfrm>
              <a:off x="1997162" y="4211586"/>
              <a:ext cx="85416" cy="151121"/>
            </a:xfrm>
            <a:custGeom>
              <a:rect b="b" l="l" r="r" t="t"/>
              <a:pathLst>
                <a:path extrusionOk="0" h="1288" w="728">
                  <a:moveTo>
                    <a:pt x="90" y="148"/>
                  </a:moveTo>
                  <a:cubicBezTo>
                    <a:pt x="0" y="484"/>
                    <a:pt x="13" y="845"/>
                    <a:pt x="124" y="1173"/>
                  </a:cubicBezTo>
                  <a:cubicBezTo>
                    <a:pt x="140" y="1216"/>
                    <a:pt x="162" y="1265"/>
                    <a:pt x="206" y="1277"/>
                  </a:cubicBezTo>
                  <a:cubicBezTo>
                    <a:pt x="242" y="1287"/>
                    <a:pt x="281" y="1270"/>
                    <a:pt x="313" y="1249"/>
                  </a:cubicBezTo>
                  <a:cubicBezTo>
                    <a:pt x="665" y="1025"/>
                    <a:pt x="728" y="456"/>
                    <a:pt x="434" y="159"/>
                  </a:cubicBezTo>
                  <a:cubicBezTo>
                    <a:pt x="317" y="40"/>
                    <a:pt x="71" y="1"/>
                    <a:pt x="23" y="1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3"/>
            <p:cNvSpPr/>
            <p:nvPr/>
          </p:nvSpPr>
          <p:spPr>
            <a:xfrm>
              <a:off x="2141595" y="4189176"/>
              <a:ext cx="93981" cy="178107"/>
            </a:xfrm>
            <a:custGeom>
              <a:rect b="b" l="l" r="r" t="t"/>
              <a:pathLst>
                <a:path extrusionOk="0" h="1518" w="801">
                  <a:moveTo>
                    <a:pt x="377" y="110"/>
                  </a:moveTo>
                  <a:cubicBezTo>
                    <a:pt x="374" y="262"/>
                    <a:pt x="362" y="417"/>
                    <a:pt x="309" y="559"/>
                  </a:cubicBezTo>
                  <a:cubicBezTo>
                    <a:pt x="250" y="711"/>
                    <a:pt x="146" y="843"/>
                    <a:pt x="82" y="992"/>
                  </a:cubicBezTo>
                  <a:cubicBezTo>
                    <a:pt x="17" y="1142"/>
                    <a:pt x="0" y="1333"/>
                    <a:pt x="106" y="1457"/>
                  </a:cubicBezTo>
                  <a:cubicBezTo>
                    <a:pt x="124" y="1477"/>
                    <a:pt x="146" y="1495"/>
                    <a:pt x="172" y="1503"/>
                  </a:cubicBezTo>
                  <a:cubicBezTo>
                    <a:pt x="224" y="1518"/>
                    <a:pt x="276" y="1481"/>
                    <a:pt x="316" y="1443"/>
                  </a:cubicBezTo>
                  <a:cubicBezTo>
                    <a:pt x="660" y="1132"/>
                    <a:pt x="801" y="613"/>
                    <a:pt x="663" y="168"/>
                  </a:cubicBezTo>
                  <a:cubicBezTo>
                    <a:pt x="510" y="162"/>
                    <a:pt x="243" y="1"/>
                    <a:pt x="202" y="150"/>
                  </a:cubicBezTo>
                  <a:cubicBezTo>
                    <a:pt x="172" y="256"/>
                    <a:pt x="373" y="290"/>
                    <a:pt x="415" y="39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3"/>
            <p:cNvSpPr/>
            <p:nvPr/>
          </p:nvSpPr>
          <p:spPr>
            <a:xfrm>
              <a:off x="2057000" y="4318592"/>
              <a:ext cx="50100" cy="108061"/>
            </a:xfrm>
            <a:custGeom>
              <a:rect b="b" l="l" r="r" t="t"/>
              <a:pathLst>
                <a:path extrusionOk="0" h="921" w="427">
                  <a:moveTo>
                    <a:pt x="134" y="117"/>
                  </a:moveTo>
                  <a:cubicBezTo>
                    <a:pt x="135" y="227"/>
                    <a:pt x="91" y="332"/>
                    <a:pt x="57" y="436"/>
                  </a:cubicBezTo>
                  <a:cubicBezTo>
                    <a:pt x="24" y="540"/>
                    <a:pt x="0" y="658"/>
                    <a:pt x="46" y="757"/>
                  </a:cubicBezTo>
                  <a:cubicBezTo>
                    <a:pt x="91" y="858"/>
                    <a:pt x="227" y="920"/>
                    <a:pt x="314" y="851"/>
                  </a:cubicBezTo>
                  <a:cubicBezTo>
                    <a:pt x="283" y="574"/>
                    <a:pt x="321" y="291"/>
                    <a:pt x="426" y="31"/>
                  </a:cubicBezTo>
                  <a:cubicBezTo>
                    <a:pt x="359" y="1"/>
                    <a:pt x="274" y="14"/>
                    <a:pt x="220" y="6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3"/>
            <p:cNvSpPr/>
            <p:nvPr/>
          </p:nvSpPr>
          <p:spPr>
            <a:xfrm>
              <a:off x="2316920" y="5010269"/>
              <a:ext cx="249913" cy="137393"/>
            </a:xfrm>
            <a:custGeom>
              <a:rect b="b" l="l" r="r" t="t"/>
              <a:pathLst>
                <a:path extrusionOk="0" h="1171" w="2130">
                  <a:moveTo>
                    <a:pt x="2019" y="178"/>
                  </a:moveTo>
                  <a:cubicBezTo>
                    <a:pt x="2050" y="195"/>
                    <a:pt x="2083" y="214"/>
                    <a:pt x="2097" y="247"/>
                  </a:cubicBezTo>
                  <a:cubicBezTo>
                    <a:pt x="2130" y="315"/>
                    <a:pt x="2069" y="389"/>
                    <a:pt x="2012" y="441"/>
                  </a:cubicBezTo>
                  <a:cubicBezTo>
                    <a:pt x="1599" y="816"/>
                    <a:pt x="1108" y="1170"/>
                    <a:pt x="552" y="1165"/>
                  </a:cubicBezTo>
                  <a:cubicBezTo>
                    <a:pt x="303" y="1162"/>
                    <a:pt x="0" y="1010"/>
                    <a:pt x="23" y="760"/>
                  </a:cubicBezTo>
                  <a:cubicBezTo>
                    <a:pt x="36" y="619"/>
                    <a:pt x="157" y="507"/>
                    <a:pt x="291" y="466"/>
                  </a:cubicBezTo>
                  <a:cubicBezTo>
                    <a:pt x="425" y="423"/>
                    <a:pt x="569" y="438"/>
                    <a:pt x="708" y="459"/>
                  </a:cubicBezTo>
                  <a:cubicBezTo>
                    <a:pt x="831" y="477"/>
                    <a:pt x="955" y="502"/>
                    <a:pt x="1075" y="475"/>
                  </a:cubicBezTo>
                  <a:cubicBezTo>
                    <a:pt x="1195" y="448"/>
                    <a:pt x="1312" y="353"/>
                    <a:pt x="1319" y="229"/>
                  </a:cubicBezTo>
                  <a:cubicBezTo>
                    <a:pt x="1319" y="229"/>
                    <a:pt x="1510" y="0"/>
                    <a:pt x="1693" y="35"/>
                  </a:cubicBezTo>
                  <a:cubicBezTo>
                    <a:pt x="1878" y="67"/>
                    <a:pt x="2019" y="178"/>
                    <a:pt x="2019" y="17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3"/>
            <p:cNvSpPr/>
            <p:nvPr/>
          </p:nvSpPr>
          <p:spPr>
            <a:xfrm>
              <a:off x="2656591" y="5046173"/>
              <a:ext cx="173883" cy="123196"/>
            </a:xfrm>
            <a:custGeom>
              <a:rect b="b" l="l" r="r" t="t"/>
              <a:pathLst>
                <a:path extrusionOk="0" h="1050" w="1482">
                  <a:moveTo>
                    <a:pt x="123" y="66"/>
                  </a:moveTo>
                  <a:cubicBezTo>
                    <a:pt x="133" y="23"/>
                    <a:pt x="62" y="1"/>
                    <a:pt x="31" y="32"/>
                  </a:cubicBezTo>
                  <a:cubicBezTo>
                    <a:pt x="0" y="63"/>
                    <a:pt x="1" y="113"/>
                    <a:pt x="4" y="157"/>
                  </a:cubicBezTo>
                  <a:cubicBezTo>
                    <a:pt x="21" y="407"/>
                    <a:pt x="62" y="697"/>
                    <a:pt x="278" y="824"/>
                  </a:cubicBezTo>
                  <a:cubicBezTo>
                    <a:pt x="493" y="949"/>
                    <a:pt x="771" y="1043"/>
                    <a:pt x="975" y="1050"/>
                  </a:cubicBezTo>
                  <a:cubicBezTo>
                    <a:pt x="1482" y="986"/>
                    <a:pt x="577" y="835"/>
                    <a:pt x="686" y="409"/>
                  </a:cubicBezTo>
                  <a:cubicBezTo>
                    <a:pt x="698" y="363"/>
                    <a:pt x="670" y="314"/>
                    <a:pt x="639" y="277"/>
                  </a:cubicBezTo>
                  <a:cubicBezTo>
                    <a:pt x="607" y="238"/>
                    <a:pt x="556" y="220"/>
                    <a:pt x="509" y="20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3"/>
            <p:cNvSpPr/>
            <p:nvPr/>
          </p:nvSpPr>
          <p:spPr>
            <a:xfrm>
              <a:off x="2451146" y="4913471"/>
              <a:ext cx="134578" cy="124956"/>
            </a:xfrm>
            <a:custGeom>
              <a:rect b="b" l="l" r="r" t="t"/>
              <a:pathLst>
                <a:path extrusionOk="0" h="1065" w="1147">
                  <a:moveTo>
                    <a:pt x="58" y="1"/>
                  </a:moveTo>
                  <a:cubicBezTo>
                    <a:pt x="413" y="197"/>
                    <a:pt x="1055" y="556"/>
                    <a:pt x="1100" y="695"/>
                  </a:cubicBezTo>
                  <a:cubicBezTo>
                    <a:pt x="1147" y="835"/>
                    <a:pt x="1065" y="1065"/>
                    <a:pt x="1008" y="1042"/>
                  </a:cubicBezTo>
                  <a:cubicBezTo>
                    <a:pt x="952" y="1018"/>
                    <a:pt x="1008" y="984"/>
                    <a:pt x="894" y="811"/>
                  </a:cubicBezTo>
                  <a:cubicBezTo>
                    <a:pt x="779" y="638"/>
                    <a:pt x="46" y="257"/>
                    <a:pt x="23" y="140"/>
                  </a:cubicBezTo>
                  <a:cubicBezTo>
                    <a:pt x="0" y="25"/>
                    <a:pt x="58" y="1"/>
                    <a:pt x="58"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2">
    <p:spTree>
      <p:nvGrpSpPr>
        <p:cNvPr id="711" name="Shape 711"/>
        <p:cNvGrpSpPr/>
        <p:nvPr/>
      </p:nvGrpSpPr>
      <p:grpSpPr>
        <a:xfrm>
          <a:off x="0" y="0"/>
          <a:ext cx="0" cy="0"/>
          <a:chOff x="0" y="0"/>
          <a:chExt cx="0" cy="0"/>
        </a:xfrm>
      </p:grpSpPr>
      <p:pic>
        <p:nvPicPr>
          <p:cNvPr id="712" name="Google Shape;712;p24"/>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713" name="Google Shape;713;p24"/>
          <p:cNvSpPr txBox="1"/>
          <p:nvPr>
            <p:ph idx="1" type="subTitle"/>
          </p:nvPr>
        </p:nvSpPr>
        <p:spPr>
          <a:xfrm>
            <a:off x="720000" y="1261300"/>
            <a:ext cx="3656700" cy="333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714" name="Google Shape;714;p24"/>
          <p:cNvSpPr txBox="1"/>
          <p:nvPr>
            <p:ph idx="2" type="subTitle"/>
          </p:nvPr>
        </p:nvSpPr>
        <p:spPr>
          <a:xfrm>
            <a:off x="4828775" y="1261300"/>
            <a:ext cx="3656700" cy="3336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715" name="Google Shape;715;p24"/>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16" name="Google Shape;716;p24"/>
          <p:cNvSpPr/>
          <p:nvPr/>
        </p:nvSpPr>
        <p:spPr>
          <a:xfrm>
            <a:off x="8662050" y="4238177"/>
            <a:ext cx="283825" cy="418638"/>
          </a:xfrm>
          <a:custGeom>
            <a:rect b="b" l="l" r="r" t="t"/>
            <a:pathLst>
              <a:path extrusionOk="0" h="4658" w="3158">
                <a:moveTo>
                  <a:pt x="271" y="405"/>
                </a:moveTo>
                <a:cubicBezTo>
                  <a:pt x="1097" y="1638"/>
                  <a:pt x="1219" y="2350"/>
                  <a:pt x="928" y="2716"/>
                </a:cubicBezTo>
                <a:cubicBezTo>
                  <a:pt x="194" y="3640"/>
                  <a:pt x="1754" y="3223"/>
                  <a:pt x="1218" y="4225"/>
                </a:cubicBezTo>
                <a:cubicBezTo>
                  <a:pt x="1158" y="4337"/>
                  <a:pt x="1524" y="4658"/>
                  <a:pt x="1723" y="4303"/>
                </a:cubicBezTo>
                <a:cubicBezTo>
                  <a:pt x="1937" y="3919"/>
                  <a:pt x="2039" y="3322"/>
                  <a:pt x="2410" y="3054"/>
                </a:cubicBezTo>
                <a:cubicBezTo>
                  <a:pt x="2838" y="2747"/>
                  <a:pt x="3158" y="2037"/>
                  <a:pt x="2548" y="1976"/>
                </a:cubicBezTo>
                <a:cubicBezTo>
                  <a:pt x="1936" y="1914"/>
                  <a:pt x="1555" y="2069"/>
                  <a:pt x="1432" y="1576"/>
                </a:cubicBezTo>
                <a:cubicBezTo>
                  <a:pt x="1362" y="1289"/>
                  <a:pt x="1188" y="922"/>
                  <a:pt x="1054" y="663"/>
                </a:cubicBezTo>
                <a:cubicBezTo>
                  <a:pt x="955" y="469"/>
                  <a:pt x="748" y="356"/>
                  <a:pt x="531" y="379"/>
                </a:cubicBezTo>
                <a:cubicBezTo>
                  <a:pt x="532" y="379"/>
                  <a:pt x="1" y="0"/>
                  <a:pt x="271" y="40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4"/>
          <p:cNvSpPr/>
          <p:nvPr/>
        </p:nvSpPr>
        <p:spPr>
          <a:xfrm>
            <a:off x="8599590" y="4775642"/>
            <a:ext cx="313214" cy="367858"/>
          </a:xfrm>
          <a:custGeom>
            <a:rect b="b" l="l" r="r" t="t"/>
            <a:pathLst>
              <a:path extrusionOk="0" h="4093" w="3485">
                <a:moveTo>
                  <a:pt x="3127" y="114"/>
                </a:moveTo>
                <a:cubicBezTo>
                  <a:pt x="2802" y="0"/>
                  <a:pt x="2447" y="192"/>
                  <a:pt x="2384" y="532"/>
                </a:cubicBezTo>
                <a:cubicBezTo>
                  <a:pt x="2294" y="1027"/>
                  <a:pt x="2157" y="1524"/>
                  <a:pt x="1834" y="1565"/>
                </a:cubicBezTo>
                <a:cubicBezTo>
                  <a:pt x="1346" y="1627"/>
                  <a:pt x="612" y="2553"/>
                  <a:pt x="429" y="2736"/>
                </a:cubicBezTo>
                <a:cubicBezTo>
                  <a:pt x="245" y="2921"/>
                  <a:pt x="1" y="4093"/>
                  <a:pt x="857" y="3907"/>
                </a:cubicBezTo>
                <a:cubicBezTo>
                  <a:pt x="1713" y="3724"/>
                  <a:pt x="1895" y="3291"/>
                  <a:pt x="2201" y="2674"/>
                </a:cubicBezTo>
                <a:cubicBezTo>
                  <a:pt x="2507" y="2058"/>
                  <a:pt x="3240" y="1688"/>
                  <a:pt x="3302" y="1257"/>
                </a:cubicBezTo>
                <a:cubicBezTo>
                  <a:pt x="3361" y="825"/>
                  <a:pt x="3484" y="208"/>
                  <a:pt x="3241" y="148"/>
                </a:cubicBezTo>
                <a:cubicBezTo>
                  <a:pt x="3206" y="140"/>
                  <a:pt x="3167" y="128"/>
                  <a:pt x="3127"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718" name="Shape 718"/>
        <p:cNvGrpSpPr/>
        <p:nvPr/>
      </p:nvGrpSpPr>
      <p:grpSpPr>
        <a:xfrm>
          <a:off x="0" y="0"/>
          <a:ext cx="0" cy="0"/>
          <a:chOff x="0" y="0"/>
          <a:chExt cx="0" cy="0"/>
        </a:xfrm>
      </p:grpSpPr>
      <p:pic>
        <p:nvPicPr>
          <p:cNvPr id="719" name="Google Shape;719;p25"/>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720" name="Google Shape;720;p25"/>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AutoNum type="arabicPeriod"/>
              <a:defRPr/>
            </a:lvl1pPr>
            <a:lvl2pPr lvl="1" rtl="0">
              <a:spcBef>
                <a:spcPts val="0"/>
              </a:spcBef>
              <a:spcAft>
                <a:spcPts val="0"/>
              </a:spcAft>
              <a:buSzPts val="3500"/>
              <a:buAutoNum type="alphaLcPeriod"/>
              <a:defRPr/>
            </a:lvl2pPr>
            <a:lvl3pPr lvl="2" rtl="0">
              <a:spcBef>
                <a:spcPts val="0"/>
              </a:spcBef>
              <a:spcAft>
                <a:spcPts val="0"/>
              </a:spcAft>
              <a:buSzPts val="3500"/>
              <a:buAutoNum type="romanLcPeriod"/>
              <a:defRPr/>
            </a:lvl3pPr>
            <a:lvl4pPr lvl="3" rtl="0">
              <a:spcBef>
                <a:spcPts val="0"/>
              </a:spcBef>
              <a:spcAft>
                <a:spcPts val="0"/>
              </a:spcAft>
              <a:buSzPts val="3500"/>
              <a:buAutoNum type="arabicPeriod"/>
              <a:defRPr/>
            </a:lvl4pPr>
            <a:lvl5pPr lvl="4" rtl="0">
              <a:spcBef>
                <a:spcPts val="0"/>
              </a:spcBef>
              <a:spcAft>
                <a:spcPts val="0"/>
              </a:spcAft>
              <a:buSzPts val="3500"/>
              <a:buAutoNum type="alphaLcPeriod"/>
              <a:defRPr/>
            </a:lvl5pPr>
            <a:lvl6pPr lvl="5" rtl="0">
              <a:spcBef>
                <a:spcPts val="0"/>
              </a:spcBef>
              <a:spcAft>
                <a:spcPts val="0"/>
              </a:spcAft>
              <a:buSzPts val="3500"/>
              <a:buAutoNum type="romanLcPeriod"/>
              <a:defRPr/>
            </a:lvl6pPr>
            <a:lvl7pPr lvl="6" rtl="0">
              <a:spcBef>
                <a:spcPts val="0"/>
              </a:spcBef>
              <a:spcAft>
                <a:spcPts val="0"/>
              </a:spcAft>
              <a:buSzPts val="3500"/>
              <a:buAutoNum type="arabicPeriod"/>
              <a:defRPr/>
            </a:lvl7pPr>
            <a:lvl8pPr lvl="7" rtl="0">
              <a:spcBef>
                <a:spcPts val="0"/>
              </a:spcBef>
              <a:spcAft>
                <a:spcPts val="0"/>
              </a:spcAft>
              <a:buSzPts val="3500"/>
              <a:buAutoNum type="alphaLcPeriod"/>
              <a:defRPr/>
            </a:lvl8pPr>
            <a:lvl9pPr lvl="8" rtl="0">
              <a:spcBef>
                <a:spcPts val="0"/>
              </a:spcBef>
              <a:spcAft>
                <a:spcPts val="0"/>
              </a:spcAft>
              <a:buSzPts val="3500"/>
              <a:buAutoNum type="romanLcPeriod"/>
              <a:defRPr/>
            </a:lvl9pPr>
          </a:lstStyle>
          <a:p/>
        </p:txBody>
      </p:sp>
      <p:sp>
        <p:nvSpPr>
          <p:cNvPr id="721" name="Google Shape;721;p25"/>
          <p:cNvSpPr txBox="1"/>
          <p:nvPr>
            <p:ph idx="2" type="title"/>
          </p:nvPr>
        </p:nvSpPr>
        <p:spPr>
          <a:xfrm>
            <a:off x="734287" y="2456163"/>
            <a:ext cx="2397600" cy="527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400">
                <a:solidFill>
                  <a:srgbClr val="191919"/>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22" name="Google Shape;722;p25"/>
          <p:cNvSpPr txBox="1"/>
          <p:nvPr>
            <p:ph idx="1" type="subTitle"/>
          </p:nvPr>
        </p:nvSpPr>
        <p:spPr>
          <a:xfrm>
            <a:off x="734275" y="2947975"/>
            <a:ext cx="2397600" cy="63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3" name="Google Shape;723;p25"/>
          <p:cNvSpPr txBox="1"/>
          <p:nvPr>
            <p:ph idx="3" type="title"/>
          </p:nvPr>
        </p:nvSpPr>
        <p:spPr>
          <a:xfrm>
            <a:off x="3375000" y="2456163"/>
            <a:ext cx="2395800" cy="527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24" name="Google Shape;724;p25"/>
          <p:cNvSpPr txBox="1"/>
          <p:nvPr>
            <p:ph idx="4" type="subTitle"/>
          </p:nvPr>
        </p:nvSpPr>
        <p:spPr>
          <a:xfrm>
            <a:off x="3374096" y="2947983"/>
            <a:ext cx="2397600" cy="63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5" name="Google Shape;725;p25"/>
          <p:cNvSpPr txBox="1"/>
          <p:nvPr>
            <p:ph idx="5" type="title"/>
          </p:nvPr>
        </p:nvSpPr>
        <p:spPr>
          <a:xfrm>
            <a:off x="6015713" y="2456163"/>
            <a:ext cx="2395800" cy="527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26" name="Google Shape;726;p25"/>
          <p:cNvSpPr txBox="1"/>
          <p:nvPr>
            <p:ph idx="6" type="subTitle"/>
          </p:nvPr>
        </p:nvSpPr>
        <p:spPr>
          <a:xfrm>
            <a:off x="6015717" y="2947983"/>
            <a:ext cx="2395800" cy="63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727" name="Google Shape;727;p25"/>
          <p:cNvGrpSpPr/>
          <p:nvPr/>
        </p:nvGrpSpPr>
        <p:grpSpPr>
          <a:xfrm rot="2710685">
            <a:off x="7479228" y="3708775"/>
            <a:ext cx="2316324" cy="2846129"/>
            <a:chOff x="3411450" y="423950"/>
            <a:chExt cx="565625" cy="616750"/>
          </a:xfrm>
        </p:grpSpPr>
        <p:sp>
          <p:nvSpPr>
            <p:cNvPr id="728" name="Google Shape;728;p25"/>
            <p:cNvSpPr/>
            <p:nvPr/>
          </p:nvSpPr>
          <p:spPr>
            <a:xfrm>
              <a:off x="3411450" y="423950"/>
              <a:ext cx="565625" cy="616750"/>
            </a:xfrm>
            <a:custGeom>
              <a:rect b="b" l="l" r="r" t="t"/>
              <a:pathLst>
                <a:path extrusionOk="0" h="24670" w="22625">
                  <a:moveTo>
                    <a:pt x="6547" y="1"/>
                  </a:moveTo>
                  <a:cubicBezTo>
                    <a:pt x="6544" y="1"/>
                    <a:pt x="6542" y="1"/>
                    <a:pt x="6539" y="1"/>
                  </a:cubicBezTo>
                  <a:cubicBezTo>
                    <a:pt x="6337" y="10"/>
                    <a:pt x="6133" y="33"/>
                    <a:pt x="5934" y="69"/>
                  </a:cubicBezTo>
                  <a:cubicBezTo>
                    <a:pt x="5854" y="83"/>
                    <a:pt x="5801" y="161"/>
                    <a:pt x="5816" y="241"/>
                  </a:cubicBezTo>
                  <a:cubicBezTo>
                    <a:pt x="5828" y="311"/>
                    <a:pt x="5890" y="362"/>
                    <a:pt x="5960" y="362"/>
                  </a:cubicBezTo>
                  <a:cubicBezTo>
                    <a:pt x="5970" y="362"/>
                    <a:pt x="5978" y="361"/>
                    <a:pt x="5987" y="361"/>
                  </a:cubicBezTo>
                  <a:cubicBezTo>
                    <a:pt x="6173" y="327"/>
                    <a:pt x="6364" y="305"/>
                    <a:pt x="6554" y="296"/>
                  </a:cubicBezTo>
                  <a:cubicBezTo>
                    <a:pt x="6634" y="293"/>
                    <a:pt x="6698" y="223"/>
                    <a:pt x="6694" y="141"/>
                  </a:cubicBezTo>
                  <a:cubicBezTo>
                    <a:pt x="6690" y="63"/>
                    <a:pt x="6625" y="1"/>
                    <a:pt x="6547" y="1"/>
                  </a:cubicBezTo>
                  <a:close/>
                  <a:moveTo>
                    <a:pt x="7430" y="47"/>
                  </a:moveTo>
                  <a:cubicBezTo>
                    <a:pt x="7359" y="47"/>
                    <a:pt x="7295" y="99"/>
                    <a:pt x="7283" y="171"/>
                  </a:cubicBezTo>
                  <a:cubicBezTo>
                    <a:pt x="7271" y="253"/>
                    <a:pt x="7326" y="327"/>
                    <a:pt x="7406" y="340"/>
                  </a:cubicBezTo>
                  <a:cubicBezTo>
                    <a:pt x="7595" y="370"/>
                    <a:pt x="7781" y="412"/>
                    <a:pt x="7961" y="466"/>
                  </a:cubicBezTo>
                  <a:cubicBezTo>
                    <a:pt x="7974" y="470"/>
                    <a:pt x="7989" y="473"/>
                    <a:pt x="8003" y="473"/>
                  </a:cubicBezTo>
                  <a:cubicBezTo>
                    <a:pt x="8066" y="473"/>
                    <a:pt x="8124" y="431"/>
                    <a:pt x="8145" y="368"/>
                  </a:cubicBezTo>
                  <a:cubicBezTo>
                    <a:pt x="8169" y="290"/>
                    <a:pt x="8124" y="207"/>
                    <a:pt x="8046" y="184"/>
                  </a:cubicBezTo>
                  <a:cubicBezTo>
                    <a:pt x="7855" y="126"/>
                    <a:pt x="7654" y="79"/>
                    <a:pt x="7452" y="48"/>
                  </a:cubicBezTo>
                  <a:cubicBezTo>
                    <a:pt x="7445" y="47"/>
                    <a:pt x="7437" y="47"/>
                    <a:pt x="7430" y="47"/>
                  </a:cubicBezTo>
                  <a:close/>
                  <a:moveTo>
                    <a:pt x="5110" y="307"/>
                  </a:moveTo>
                  <a:cubicBezTo>
                    <a:pt x="5093" y="307"/>
                    <a:pt x="5076" y="310"/>
                    <a:pt x="5059" y="317"/>
                  </a:cubicBezTo>
                  <a:cubicBezTo>
                    <a:pt x="4872" y="387"/>
                    <a:pt x="4686" y="469"/>
                    <a:pt x="4504" y="559"/>
                  </a:cubicBezTo>
                  <a:cubicBezTo>
                    <a:pt x="4432" y="595"/>
                    <a:pt x="4402" y="685"/>
                    <a:pt x="4438" y="757"/>
                  </a:cubicBezTo>
                  <a:cubicBezTo>
                    <a:pt x="4464" y="809"/>
                    <a:pt x="4516" y="838"/>
                    <a:pt x="4569" y="838"/>
                  </a:cubicBezTo>
                  <a:cubicBezTo>
                    <a:pt x="4592" y="838"/>
                    <a:pt x="4615" y="832"/>
                    <a:pt x="4636" y="824"/>
                  </a:cubicBezTo>
                  <a:cubicBezTo>
                    <a:pt x="4809" y="737"/>
                    <a:pt x="4985" y="660"/>
                    <a:pt x="5162" y="593"/>
                  </a:cubicBezTo>
                  <a:cubicBezTo>
                    <a:pt x="5239" y="564"/>
                    <a:pt x="5276" y="480"/>
                    <a:pt x="5248" y="403"/>
                  </a:cubicBezTo>
                  <a:cubicBezTo>
                    <a:pt x="5226" y="343"/>
                    <a:pt x="5170" y="307"/>
                    <a:pt x="5110" y="307"/>
                  </a:cubicBezTo>
                  <a:close/>
                  <a:moveTo>
                    <a:pt x="8813" y="528"/>
                  </a:moveTo>
                  <a:cubicBezTo>
                    <a:pt x="8762" y="528"/>
                    <a:pt x="8712" y="555"/>
                    <a:pt x="8685" y="602"/>
                  </a:cubicBezTo>
                  <a:cubicBezTo>
                    <a:pt x="8645" y="672"/>
                    <a:pt x="8669" y="762"/>
                    <a:pt x="8740" y="804"/>
                  </a:cubicBezTo>
                  <a:cubicBezTo>
                    <a:pt x="8905" y="897"/>
                    <a:pt x="9061" y="1006"/>
                    <a:pt x="9204" y="1124"/>
                  </a:cubicBezTo>
                  <a:cubicBezTo>
                    <a:pt x="9232" y="1146"/>
                    <a:pt x="9264" y="1157"/>
                    <a:pt x="9298" y="1157"/>
                  </a:cubicBezTo>
                  <a:cubicBezTo>
                    <a:pt x="9340" y="1157"/>
                    <a:pt x="9382" y="1140"/>
                    <a:pt x="9410" y="1105"/>
                  </a:cubicBezTo>
                  <a:cubicBezTo>
                    <a:pt x="9462" y="1042"/>
                    <a:pt x="9454" y="949"/>
                    <a:pt x="9391" y="897"/>
                  </a:cubicBezTo>
                  <a:cubicBezTo>
                    <a:pt x="9235" y="768"/>
                    <a:pt x="9066" y="651"/>
                    <a:pt x="8886" y="548"/>
                  </a:cubicBezTo>
                  <a:cubicBezTo>
                    <a:pt x="8863" y="534"/>
                    <a:pt x="8838" y="528"/>
                    <a:pt x="8813" y="528"/>
                  </a:cubicBezTo>
                  <a:close/>
                  <a:moveTo>
                    <a:pt x="3809" y="993"/>
                  </a:moveTo>
                  <a:cubicBezTo>
                    <a:pt x="3780" y="993"/>
                    <a:pt x="3751" y="1002"/>
                    <a:pt x="3725" y="1020"/>
                  </a:cubicBezTo>
                  <a:cubicBezTo>
                    <a:pt x="3560" y="1135"/>
                    <a:pt x="3398" y="1257"/>
                    <a:pt x="3246" y="1386"/>
                  </a:cubicBezTo>
                  <a:cubicBezTo>
                    <a:pt x="3184" y="1439"/>
                    <a:pt x="3175" y="1532"/>
                    <a:pt x="3227" y="1594"/>
                  </a:cubicBezTo>
                  <a:cubicBezTo>
                    <a:pt x="3257" y="1629"/>
                    <a:pt x="3298" y="1646"/>
                    <a:pt x="3341" y="1646"/>
                  </a:cubicBezTo>
                  <a:cubicBezTo>
                    <a:pt x="3375" y="1646"/>
                    <a:pt x="3408" y="1635"/>
                    <a:pt x="3435" y="1611"/>
                  </a:cubicBezTo>
                  <a:cubicBezTo>
                    <a:pt x="3581" y="1490"/>
                    <a:pt x="3736" y="1372"/>
                    <a:pt x="3893" y="1263"/>
                  </a:cubicBezTo>
                  <a:cubicBezTo>
                    <a:pt x="3960" y="1215"/>
                    <a:pt x="3976" y="1124"/>
                    <a:pt x="3930" y="1057"/>
                  </a:cubicBezTo>
                  <a:cubicBezTo>
                    <a:pt x="3901" y="1016"/>
                    <a:pt x="3856" y="993"/>
                    <a:pt x="3809" y="993"/>
                  </a:cubicBezTo>
                  <a:close/>
                  <a:moveTo>
                    <a:pt x="9902" y="1503"/>
                  </a:moveTo>
                  <a:cubicBezTo>
                    <a:pt x="9871" y="1503"/>
                    <a:pt x="9840" y="1513"/>
                    <a:pt x="9814" y="1533"/>
                  </a:cubicBezTo>
                  <a:cubicBezTo>
                    <a:pt x="9749" y="1581"/>
                    <a:pt x="9737" y="1675"/>
                    <a:pt x="9785" y="1739"/>
                  </a:cubicBezTo>
                  <a:cubicBezTo>
                    <a:pt x="9894" y="1884"/>
                    <a:pt x="10000" y="2040"/>
                    <a:pt x="10105" y="2217"/>
                  </a:cubicBezTo>
                  <a:cubicBezTo>
                    <a:pt x="10133" y="2263"/>
                    <a:pt x="10181" y="2289"/>
                    <a:pt x="10232" y="2289"/>
                  </a:cubicBezTo>
                  <a:cubicBezTo>
                    <a:pt x="10258" y="2289"/>
                    <a:pt x="10283" y="2282"/>
                    <a:pt x="10306" y="2267"/>
                  </a:cubicBezTo>
                  <a:cubicBezTo>
                    <a:pt x="10376" y="2224"/>
                    <a:pt x="10398" y="2134"/>
                    <a:pt x="10357" y="2064"/>
                  </a:cubicBezTo>
                  <a:cubicBezTo>
                    <a:pt x="10245" y="1879"/>
                    <a:pt x="10136" y="1715"/>
                    <a:pt x="10020" y="1562"/>
                  </a:cubicBezTo>
                  <a:cubicBezTo>
                    <a:pt x="9991" y="1523"/>
                    <a:pt x="9947" y="1503"/>
                    <a:pt x="9902" y="1503"/>
                  </a:cubicBezTo>
                  <a:close/>
                  <a:moveTo>
                    <a:pt x="2706" y="1968"/>
                  </a:moveTo>
                  <a:cubicBezTo>
                    <a:pt x="2665" y="1968"/>
                    <a:pt x="2625" y="1984"/>
                    <a:pt x="2597" y="2017"/>
                  </a:cubicBezTo>
                  <a:cubicBezTo>
                    <a:pt x="2462" y="2169"/>
                    <a:pt x="2335" y="2327"/>
                    <a:pt x="2219" y="2488"/>
                  </a:cubicBezTo>
                  <a:cubicBezTo>
                    <a:pt x="2171" y="2555"/>
                    <a:pt x="2186" y="2647"/>
                    <a:pt x="2252" y="2695"/>
                  </a:cubicBezTo>
                  <a:cubicBezTo>
                    <a:pt x="2278" y="2713"/>
                    <a:pt x="2308" y="2723"/>
                    <a:pt x="2338" y="2723"/>
                  </a:cubicBezTo>
                  <a:cubicBezTo>
                    <a:pt x="2382" y="2723"/>
                    <a:pt x="2428" y="2702"/>
                    <a:pt x="2457" y="2662"/>
                  </a:cubicBezTo>
                  <a:cubicBezTo>
                    <a:pt x="2567" y="2508"/>
                    <a:pt x="2687" y="2357"/>
                    <a:pt x="2815" y="2213"/>
                  </a:cubicBezTo>
                  <a:cubicBezTo>
                    <a:pt x="2870" y="2152"/>
                    <a:pt x="2865" y="2059"/>
                    <a:pt x="2804" y="2006"/>
                  </a:cubicBezTo>
                  <a:cubicBezTo>
                    <a:pt x="2776" y="1980"/>
                    <a:pt x="2741" y="1968"/>
                    <a:pt x="2706" y="1968"/>
                  </a:cubicBezTo>
                  <a:close/>
                  <a:moveTo>
                    <a:pt x="10647" y="2775"/>
                  </a:moveTo>
                  <a:cubicBezTo>
                    <a:pt x="10625" y="2775"/>
                    <a:pt x="10603" y="2780"/>
                    <a:pt x="10583" y="2790"/>
                  </a:cubicBezTo>
                  <a:cubicBezTo>
                    <a:pt x="10509" y="2826"/>
                    <a:pt x="10479" y="2913"/>
                    <a:pt x="10514" y="2987"/>
                  </a:cubicBezTo>
                  <a:cubicBezTo>
                    <a:pt x="10599" y="3163"/>
                    <a:pt x="10682" y="3342"/>
                    <a:pt x="10763" y="3519"/>
                  </a:cubicBezTo>
                  <a:cubicBezTo>
                    <a:pt x="10788" y="3574"/>
                    <a:pt x="10842" y="3606"/>
                    <a:pt x="10897" y="3606"/>
                  </a:cubicBezTo>
                  <a:cubicBezTo>
                    <a:pt x="10918" y="3606"/>
                    <a:pt x="10939" y="3602"/>
                    <a:pt x="10959" y="3590"/>
                  </a:cubicBezTo>
                  <a:cubicBezTo>
                    <a:pt x="11032" y="3555"/>
                    <a:pt x="11064" y="3468"/>
                    <a:pt x="11031" y="3394"/>
                  </a:cubicBezTo>
                  <a:cubicBezTo>
                    <a:pt x="10949" y="3215"/>
                    <a:pt x="10865" y="3035"/>
                    <a:pt x="10780" y="2858"/>
                  </a:cubicBezTo>
                  <a:cubicBezTo>
                    <a:pt x="10754" y="2805"/>
                    <a:pt x="10701" y="2775"/>
                    <a:pt x="10647" y="2775"/>
                  </a:cubicBezTo>
                  <a:close/>
                  <a:moveTo>
                    <a:pt x="1887" y="3186"/>
                  </a:moveTo>
                  <a:cubicBezTo>
                    <a:pt x="1832" y="3186"/>
                    <a:pt x="1778" y="3217"/>
                    <a:pt x="1753" y="3270"/>
                  </a:cubicBezTo>
                  <a:cubicBezTo>
                    <a:pt x="1664" y="3456"/>
                    <a:pt x="1588" y="3647"/>
                    <a:pt x="1528" y="3837"/>
                  </a:cubicBezTo>
                  <a:cubicBezTo>
                    <a:pt x="1503" y="3914"/>
                    <a:pt x="1545" y="3998"/>
                    <a:pt x="1623" y="4023"/>
                  </a:cubicBezTo>
                  <a:cubicBezTo>
                    <a:pt x="1638" y="4027"/>
                    <a:pt x="1653" y="4030"/>
                    <a:pt x="1668" y="4030"/>
                  </a:cubicBezTo>
                  <a:cubicBezTo>
                    <a:pt x="1730" y="4030"/>
                    <a:pt x="1788" y="3990"/>
                    <a:pt x="1807" y="3926"/>
                  </a:cubicBezTo>
                  <a:cubicBezTo>
                    <a:pt x="1865" y="3749"/>
                    <a:pt x="1936" y="3571"/>
                    <a:pt x="2019" y="3396"/>
                  </a:cubicBezTo>
                  <a:cubicBezTo>
                    <a:pt x="2054" y="3323"/>
                    <a:pt x="2023" y="3235"/>
                    <a:pt x="1949" y="3200"/>
                  </a:cubicBezTo>
                  <a:cubicBezTo>
                    <a:pt x="1929" y="3191"/>
                    <a:pt x="1908" y="3186"/>
                    <a:pt x="1887" y="3186"/>
                  </a:cubicBezTo>
                  <a:close/>
                  <a:moveTo>
                    <a:pt x="11276" y="4111"/>
                  </a:moveTo>
                  <a:cubicBezTo>
                    <a:pt x="11254" y="4111"/>
                    <a:pt x="11231" y="4116"/>
                    <a:pt x="11209" y="4127"/>
                  </a:cubicBezTo>
                  <a:cubicBezTo>
                    <a:pt x="11136" y="4163"/>
                    <a:pt x="11108" y="4252"/>
                    <a:pt x="11144" y="4324"/>
                  </a:cubicBezTo>
                  <a:cubicBezTo>
                    <a:pt x="11243" y="4521"/>
                    <a:pt x="11336" y="4694"/>
                    <a:pt x="11429" y="4851"/>
                  </a:cubicBezTo>
                  <a:cubicBezTo>
                    <a:pt x="11456" y="4898"/>
                    <a:pt x="11506" y="4923"/>
                    <a:pt x="11557" y="4923"/>
                  </a:cubicBezTo>
                  <a:cubicBezTo>
                    <a:pt x="11580" y="4923"/>
                    <a:pt x="11606" y="4917"/>
                    <a:pt x="11631" y="4905"/>
                  </a:cubicBezTo>
                  <a:cubicBezTo>
                    <a:pt x="11701" y="4861"/>
                    <a:pt x="11724" y="4772"/>
                    <a:pt x="11682" y="4702"/>
                  </a:cubicBezTo>
                  <a:cubicBezTo>
                    <a:pt x="11594" y="4551"/>
                    <a:pt x="11503" y="4385"/>
                    <a:pt x="11407" y="4193"/>
                  </a:cubicBezTo>
                  <a:cubicBezTo>
                    <a:pt x="11381" y="4140"/>
                    <a:pt x="11330" y="4111"/>
                    <a:pt x="11276" y="4111"/>
                  </a:cubicBezTo>
                  <a:close/>
                  <a:moveTo>
                    <a:pt x="1490" y="4601"/>
                  </a:moveTo>
                  <a:cubicBezTo>
                    <a:pt x="1414" y="4601"/>
                    <a:pt x="1352" y="4659"/>
                    <a:pt x="1345" y="4736"/>
                  </a:cubicBezTo>
                  <a:cubicBezTo>
                    <a:pt x="1337" y="4843"/>
                    <a:pt x="1332" y="4951"/>
                    <a:pt x="1332" y="5056"/>
                  </a:cubicBezTo>
                  <a:cubicBezTo>
                    <a:pt x="1332" y="5153"/>
                    <a:pt x="1335" y="5251"/>
                    <a:pt x="1343" y="5348"/>
                  </a:cubicBezTo>
                  <a:cubicBezTo>
                    <a:pt x="1349" y="5424"/>
                    <a:pt x="1414" y="5484"/>
                    <a:pt x="1490" y="5484"/>
                  </a:cubicBezTo>
                  <a:cubicBezTo>
                    <a:pt x="1494" y="5484"/>
                    <a:pt x="1498" y="5484"/>
                    <a:pt x="1502" y="5485"/>
                  </a:cubicBezTo>
                  <a:cubicBezTo>
                    <a:pt x="1583" y="5478"/>
                    <a:pt x="1643" y="5407"/>
                    <a:pt x="1637" y="5326"/>
                  </a:cubicBezTo>
                  <a:cubicBezTo>
                    <a:pt x="1631" y="5237"/>
                    <a:pt x="1627" y="5147"/>
                    <a:pt x="1627" y="5057"/>
                  </a:cubicBezTo>
                  <a:cubicBezTo>
                    <a:pt x="1627" y="4959"/>
                    <a:pt x="1631" y="4859"/>
                    <a:pt x="1639" y="4761"/>
                  </a:cubicBezTo>
                  <a:cubicBezTo>
                    <a:pt x="1648" y="4680"/>
                    <a:pt x="1587" y="4608"/>
                    <a:pt x="1505" y="4601"/>
                  </a:cubicBezTo>
                  <a:cubicBezTo>
                    <a:pt x="1500" y="4601"/>
                    <a:pt x="1495" y="4601"/>
                    <a:pt x="1490" y="4601"/>
                  </a:cubicBezTo>
                  <a:close/>
                  <a:moveTo>
                    <a:pt x="12064" y="5350"/>
                  </a:moveTo>
                  <a:cubicBezTo>
                    <a:pt x="12030" y="5350"/>
                    <a:pt x="11995" y="5362"/>
                    <a:pt x="11967" y="5387"/>
                  </a:cubicBezTo>
                  <a:cubicBezTo>
                    <a:pt x="11905" y="5439"/>
                    <a:pt x="11899" y="5532"/>
                    <a:pt x="11954" y="5594"/>
                  </a:cubicBezTo>
                  <a:cubicBezTo>
                    <a:pt x="12093" y="5754"/>
                    <a:pt x="12243" y="5897"/>
                    <a:pt x="12395" y="6021"/>
                  </a:cubicBezTo>
                  <a:cubicBezTo>
                    <a:pt x="12424" y="6043"/>
                    <a:pt x="12456" y="6053"/>
                    <a:pt x="12488" y="6053"/>
                  </a:cubicBezTo>
                  <a:cubicBezTo>
                    <a:pt x="12533" y="6053"/>
                    <a:pt x="12575" y="6035"/>
                    <a:pt x="12602" y="5999"/>
                  </a:cubicBezTo>
                  <a:cubicBezTo>
                    <a:pt x="12652" y="5934"/>
                    <a:pt x="12642" y="5842"/>
                    <a:pt x="12579" y="5792"/>
                  </a:cubicBezTo>
                  <a:cubicBezTo>
                    <a:pt x="12439" y="5679"/>
                    <a:pt x="12302" y="5547"/>
                    <a:pt x="12176" y="5401"/>
                  </a:cubicBezTo>
                  <a:cubicBezTo>
                    <a:pt x="12146" y="5367"/>
                    <a:pt x="12106" y="5350"/>
                    <a:pt x="12064" y="5350"/>
                  </a:cubicBezTo>
                  <a:close/>
                  <a:moveTo>
                    <a:pt x="18200" y="5935"/>
                  </a:moveTo>
                  <a:cubicBezTo>
                    <a:pt x="18196" y="5935"/>
                    <a:pt x="18192" y="5935"/>
                    <a:pt x="18189" y="5935"/>
                  </a:cubicBezTo>
                  <a:cubicBezTo>
                    <a:pt x="18003" y="5950"/>
                    <a:pt x="17809" y="5972"/>
                    <a:pt x="17593" y="6004"/>
                  </a:cubicBezTo>
                  <a:cubicBezTo>
                    <a:pt x="17513" y="6015"/>
                    <a:pt x="17456" y="6088"/>
                    <a:pt x="17468" y="6170"/>
                  </a:cubicBezTo>
                  <a:cubicBezTo>
                    <a:pt x="17478" y="6243"/>
                    <a:pt x="17542" y="6296"/>
                    <a:pt x="17614" y="6296"/>
                  </a:cubicBezTo>
                  <a:cubicBezTo>
                    <a:pt x="17620" y="6296"/>
                    <a:pt x="17628" y="6296"/>
                    <a:pt x="17636" y="6295"/>
                  </a:cubicBezTo>
                  <a:cubicBezTo>
                    <a:pt x="17845" y="6265"/>
                    <a:pt x="18033" y="6244"/>
                    <a:pt x="18212" y="6230"/>
                  </a:cubicBezTo>
                  <a:cubicBezTo>
                    <a:pt x="18294" y="6223"/>
                    <a:pt x="18354" y="6152"/>
                    <a:pt x="18348" y="6072"/>
                  </a:cubicBezTo>
                  <a:cubicBezTo>
                    <a:pt x="18342" y="5994"/>
                    <a:pt x="18276" y="5935"/>
                    <a:pt x="18200" y="5935"/>
                  </a:cubicBezTo>
                  <a:close/>
                  <a:moveTo>
                    <a:pt x="19084" y="5929"/>
                  </a:moveTo>
                  <a:cubicBezTo>
                    <a:pt x="19007" y="5929"/>
                    <a:pt x="18944" y="5988"/>
                    <a:pt x="18937" y="6065"/>
                  </a:cubicBezTo>
                  <a:cubicBezTo>
                    <a:pt x="18930" y="6146"/>
                    <a:pt x="18991" y="6217"/>
                    <a:pt x="19073" y="6223"/>
                  </a:cubicBezTo>
                  <a:cubicBezTo>
                    <a:pt x="19234" y="6237"/>
                    <a:pt x="19391" y="6258"/>
                    <a:pt x="19540" y="6289"/>
                  </a:cubicBezTo>
                  <a:cubicBezTo>
                    <a:pt x="19571" y="6296"/>
                    <a:pt x="19601" y="6303"/>
                    <a:pt x="19632" y="6310"/>
                  </a:cubicBezTo>
                  <a:cubicBezTo>
                    <a:pt x="19642" y="6313"/>
                    <a:pt x="19654" y="6314"/>
                    <a:pt x="19666" y="6314"/>
                  </a:cubicBezTo>
                  <a:cubicBezTo>
                    <a:pt x="19733" y="6314"/>
                    <a:pt x="19793" y="6269"/>
                    <a:pt x="19810" y="6201"/>
                  </a:cubicBezTo>
                  <a:cubicBezTo>
                    <a:pt x="19828" y="6120"/>
                    <a:pt x="19779" y="6042"/>
                    <a:pt x="19700" y="6022"/>
                  </a:cubicBezTo>
                  <a:cubicBezTo>
                    <a:pt x="19667" y="6015"/>
                    <a:pt x="19633" y="6007"/>
                    <a:pt x="19600" y="6000"/>
                  </a:cubicBezTo>
                  <a:cubicBezTo>
                    <a:pt x="19438" y="5967"/>
                    <a:pt x="19268" y="5944"/>
                    <a:pt x="19096" y="5929"/>
                  </a:cubicBezTo>
                  <a:cubicBezTo>
                    <a:pt x="19092" y="5929"/>
                    <a:pt x="19088" y="5929"/>
                    <a:pt x="19084" y="5929"/>
                  </a:cubicBezTo>
                  <a:close/>
                  <a:moveTo>
                    <a:pt x="16743" y="6147"/>
                  </a:moveTo>
                  <a:cubicBezTo>
                    <a:pt x="16734" y="6147"/>
                    <a:pt x="16725" y="6148"/>
                    <a:pt x="16715" y="6150"/>
                  </a:cubicBezTo>
                  <a:lnTo>
                    <a:pt x="16561" y="6178"/>
                  </a:lnTo>
                  <a:cubicBezTo>
                    <a:pt x="16418" y="6204"/>
                    <a:pt x="16277" y="6232"/>
                    <a:pt x="16135" y="6255"/>
                  </a:cubicBezTo>
                  <a:cubicBezTo>
                    <a:pt x="16055" y="6270"/>
                    <a:pt x="16001" y="6347"/>
                    <a:pt x="16016" y="6428"/>
                  </a:cubicBezTo>
                  <a:cubicBezTo>
                    <a:pt x="16027" y="6498"/>
                    <a:pt x="16091" y="6548"/>
                    <a:pt x="16160" y="6548"/>
                  </a:cubicBezTo>
                  <a:cubicBezTo>
                    <a:pt x="16170" y="6548"/>
                    <a:pt x="16179" y="6548"/>
                    <a:pt x="16187" y="6546"/>
                  </a:cubicBezTo>
                  <a:cubicBezTo>
                    <a:pt x="16328" y="6522"/>
                    <a:pt x="16471" y="6495"/>
                    <a:pt x="16613" y="6469"/>
                  </a:cubicBezTo>
                  <a:lnTo>
                    <a:pt x="16768" y="6440"/>
                  </a:lnTo>
                  <a:cubicBezTo>
                    <a:pt x="16847" y="6426"/>
                    <a:pt x="16901" y="6348"/>
                    <a:pt x="16887" y="6269"/>
                  </a:cubicBezTo>
                  <a:cubicBezTo>
                    <a:pt x="16874" y="6198"/>
                    <a:pt x="16812" y="6147"/>
                    <a:pt x="16743" y="6147"/>
                  </a:cubicBezTo>
                  <a:close/>
                  <a:moveTo>
                    <a:pt x="13249" y="6201"/>
                  </a:moveTo>
                  <a:cubicBezTo>
                    <a:pt x="13190" y="6201"/>
                    <a:pt x="13135" y="6236"/>
                    <a:pt x="13112" y="6295"/>
                  </a:cubicBezTo>
                  <a:cubicBezTo>
                    <a:pt x="13082" y="6371"/>
                    <a:pt x="13121" y="6455"/>
                    <a:pt x="13196" y="6485"/>
                  </a:cubicBezTo>
                  <a:cubicBezTo>
                    <a:pt x="13384" y="6559"/>
                    <a:pt x="13583" y="6615"/>
                    <a:pt x="13789" y="6655"/>
                  </a:cubicBezTo>
                  <a:cubicBezTo>
                    <a:pt x="13799" y="6656"/>
                    <a:pt x="13808" y="6657"/>
                    <a:pt x="13817" y="6657"/>
                  </a:cubicBezTo>
                  <a:cubicBezTo>
                    <a:pt x="13886" y="6657"/>
                    <a:pt x="13948" y="6608"/>
                    <a:pt x="13961" y="6537"/>
                  </a:cubicBezTo>
                  <a:cubicBezTo>
                    <a:pt x="13976" y="6455"/>
                    <a:pt x="13922" y="6380"/>
                    <a:pt x="13843" y="6365"/>
                  </a:cubicBezTo>
                  <a:cubicBezTo>
                    <a:pt x="13654" y="6330"/>
                    <a:pt x="13472" y="6278"/>
                    <a:pt x="13303" y="6211"/>
                  </a:cubicBezTo>
                  <a:cubicBezTo>
                    <a:pt x="13285" y="6204"/>
                    <a:pt x="13267" y="6201"/>
                    <a:pt x="13249" y="6201"/>
                  </a:cubicBezTo>
                  <a:close/>
                  <a:moveTo>
                    <a:pt x="1604" y="5846"/>
                  </a:moveTo>
                  <a:cubicBezTo>
                    <a:pt x="1591" y="5846"/>
                    <a:pt x="1578" y="5847"/>
                    <a:pt x="1565" y="5851"/>
                  </a:cubicBezTo>
                  <a:cubicBezTo>
                    <a:pt x="1487" y="5872"/>
                    <a:pt x="1440" y="5953"/>
                    <a:pt x="1461" y="6031"/>
                  </a:cubicBezTo>
                  <a:cubicBezTo>
                    <a:pt x="1508" y="6210"/>
                    <a:pt x="1567" y="6397"/>
                    <a:pt x="1639" y="6604"/>
                  </a:cubicBezTo>
                  <a:cubicBezTo>
                    <a:pt x="1662" y="6665"/>
                    <a:pt x="1719" y="6703"/>
                    <a:pt x="1779" y="6703"/>
                  </a:cubicBezTo>
                  <a:cubicBezTo>
                    <a:pt x="1794" y="6703"/>
                    <a:pt x="1812" y="6701"/>
                    <a:pt x="1828" y="6696"/>
                  </a:cubicBezTo>
                  <a:cubicBezTo>
                    <a:pt x="1904" y="6668"/>
                    <a:pt x="1946" y="6584"/>
                    <a:pt x="1918" y="6507"/>
                  </a:cubicBezTo>
                  <a:cubicBezTo>
                    <a:pt x="1849" y="6307"/>
                    <a:pt x="1792" y="6126"/>
                    <a:pt x="1746" y="5955"/>
                  </a:cubicBezTo>
                  <a:cubicBezTo>
                    <a:pt x="1728" y="5890"/>
                    <a:pt x="1669" y="5846"/>
                    <a:pt x="1604" y="5846"/>
                  </a:cubicBezTo>
                  <a:close/>
                  <a:moveTo>
                    <a:pt x="15286" y="6386"/>
                  </a:moveTo>
                  <a:cubicBezTo>
                    <a:pt x="15281" y="6386"/>
                    <a:pt x="15276" y="6386"/>
                    <a:pt x="15271" y="6386"/>
                  </a:cubicBezTo>
                  <a:cubicBezTo>
                    <a:pt x="15062" y="6408"/>
                    <a:pt x="14875" y="6422"/>
                    <a:pt x="14695" y="6426"/>
                  </a:cubicBezTo>
                  <a:cubicBezTo>
                    <a:pt x="14613" y="6428"/>
                    <a:pt x="14549" y="6496"/>
                    <a:pt x="14551" y="6577"/>
                  </a:cubicBezTo>
                  <a:cubicBezTo>
                    <a:pt x="14552" y="6658"/>
                    <a:pt x="14618" y="6722"/>
                    <a:pt x="14698" y="6722"/>
                  </a:cubicBezTo>
                  <a:lnTo>
                    <a:pt x="14701" y="6722"/>
                  </a:lnTo>
                  <a:cubicBezTo>
                    <a:pt x="14889" y="6717"/>
                    <a:pt x="15086" y="6703"/>
                    <a:pt x="15303" y="6678"/>
                  </a:cubicBezTo>
                  <a:cubicBezTo>
                    <a:pt x="15384" y="6670"/>
                    <a:pt x="15442" y="6598"/>
                    <a:pt x="15433" y="6516"/>
                  </a:cubicBezTo>
                  <a:cubicBezTo>
                    <a:pt x="15424" y="6440"/>
                    <a:pt x="15360" y="6386"/>
                    <a:pt x="15286" y="6386"/>
                  </a:cubicBezTo>
                  <a:close/>
                  <a:moveTo>
                    <a:pt x="20489" y="6340"/>
                  </a:moveTo>
                  <a:cubicBezTo>
                    <a:pt x="20437" y="6340"/>
                    <a:pt x="20386" y="6367"/>
                    <a:pt x="20358" y="6416"/>
                  </a:cubicBezTo>
                  <a:cubicBezTo>
                    <a:pt x="20319" y="6486"/>
                    <a:pt x="20345" y="6576"/>
                    <a:pt x="20416" y="6615"/>
                  </a:cubicBezTo>
                  <a:cubicBezTo>
                    <a:pt x="20579" y="6704"/>
                    <a:pt x="20736" y="6810"/>
                    <a:pt x="20886" y="6929"/>
                  </a:cubicBezTo>
                  <a:cubicBezTo>
                    <a:pt x="20912" y="6951"/>
                    <a:pt x="20946" y="6961"/>
                    <a:pt x="20977" y="6961"/>
                  </a:cubicBezTo>
                  <a:cubicBezTo>
                    <a:pt x="21021" y="6961"/>
                    <a:pt x="21063" y="6941"/>
                    <a:pt x="21092" y="6906"/>
                  </a:cubicBezTo>
                  <a:cubicBezTo>
                    <a:pt x="21144" y="6841"/>
                    <a:pt x="21132" y="6749"/>
                    <a:pt x="21069" y="6698"/>
                  </a:cubicBezTo>
                  <a:cubicBezTo>
                    <a:pt x="20906" y="6571"/>
                    <a:pt x="20735" y="6455"/>
                    <a:pt x="20559" y="6357"/>
                  </a:cubicBezTo>
                  <a:cubicBezTo>
                    <a:pt x="20536" y="6346"/>
                    <a:pt x="20512" y="6340"/>
                    <a:pt x="20489" y="6340"/>
                  </a:cubicBezTo>
                  <a:close/>
                  <a:moveTo>
                    <a:pt x="21598" y="7290"/>
                  </a:moveTo>
                  <a:cubicBezTo>
                    <a:pt x="21566" y="7290"/>
                    <a:pt x="21534" y="7301"/>
                    <a:pt x="21508" y="7322"/>
                  </a:cubicBezTo>
                  <a:cubicBezTo>
                    <a:pt x="21444" y="7374"/>
                    <a:pt x="21434" y="7467"/>
                    <a:pt x="21484" y="7530"/>
                  </a:cubicBezTo>
                  <a:cubicBezTo>
                    <a:pt x="21602" y="7678"/>
                    <a:pt x="21710" y="7836"/>
                    <a:pt x="21805" y="7999"/>
                  </a:cubicBezTo>
                  <a:cubicBezTo>
                    <a:pt x="21833" y="8047"/>
                    <a:pt x="21882" y="8073"/>
                    <a:pt x="21933" y="8073"/>
                  </a:cubicBezTo>
                  <a:cubicBezTo>
                    <a:pt x="21959" y="8073"/>
                    <a:pt x="21984" y="8067"/>
                    <a:pt x="22006" y="8051"/>
                  </a:cubicBezTo>
                  <a:cubicBezTo>
                    <a:pt x="22076" y="8011"/>
                    <a:pt x="22101" y="7921"/>
                    <a:pt x="22060" y="7849"/>
                  </a:cubicBezTo>
                  <a:cubicBezTo>
                    <a:pt x="21957" y="7673"/>
                    <a:pt x="21841" y="7504"/>
                    <a:pt x="21715" y="7346"/>
                  </a:cubicBezTo>
                  <a:cubicBezTo>
                    <a:pt x="21685" y="7310"/>
                    <a:pt x="21642" y="7290"/>
                    <a:pt x="21598" y="7290"/>
                  </a:cubicBezTo>
                  <a:close/>
                  <a:moveTo>
                    <a:pt x="2094" y="7235"/>
                  </a:moveTo>
                  <a:cubicBezTo>
                    <a:pt x="2076" y="7235"/>
                    <a:pt x="2058" y="7238"/>
                    <a:pt x="2040" y="7245"/>
                  </a:cubicBezTo>
                  <a:cubicBezTo>
                    <a:pt x="1963" y="7276"/>
                    <a:pt x="1927" y="7361"/>
                    <a:pt x="1957" y="7438"/>
                  </a:cubicBezTo>
                  <a:lnTo>
                    <a:pt x="1966" y="7460"/>
                  </a:lnTo>
                  <a:cubicBezTo>
                    <a:pt x="2035" y="7635"/>
                    <a:pt x="2106" y="7810"/>
                    <a:pt x="2171" y="7984"/>
                  </a:cubicBezTo>
                  <a:cubicBezTo>
                    <a:pt x="2193" y="8043"/>
                    <a:pt x="2250" y="8079"/>
                    <a:pt x="2309" y="8079"/>
                  </a:cubicBezTo>
                  <a:cubicBezTo>
                    <a:pt x="2327" y="8079"/>
                    <a:pt x="2344" y="8075"/>
                    <a:pt x="2360" y="8068"/>
                  </a:cubicBezTo>
                  <a:cubicBezTo>
                    <a:pt x="2437" y="8039"/>
                    <a:pt x="2474" y="7955"/>
                    <a:pt x="2446" y="7878"/>
                  </a:cubicBezTo>
                  <a:cubicBezTo>
                    <a:pt x="2379" y="7703"/>
                    <a:pt x="2309" y="7526"/>
                    <a:pt x="2240" y="7351"/>
                  </a:cubicBezTo>
                  <a:lnTo>
                    <a:pt x="2230" y="7327"/>
                  </a:lnTo>
                  <a:cubicBezTo>
                    <a:pt x="2208" y="7269"/>
                    <a:pt x="2153" y="7235"/>
                    <a:pt x="2094" y="7235"/>
                  </a:cubicBezTo>
                  <a:close/>
                  <a:moveTo>
                    <a:pt x="22293" y="8583"/>
                  </a:moveTo>
                  <a:cubicBezTo>
                    <a:pt x="22278" y="8583"/>
                    <a:pt x="22263" y="8585"/>
                    <a:pt x="22248" y="8590"/>
                  </a:cubicBezTo>
                  <a:cubicBezTo>
                    <a:pt x="22170" y="8615"/>
                    <a:pt x="22129" y="8699"/>
                    <a:pt x="22154" y="8776"/>
                  </a:cubicBezTo>
                  <a:cubicBezTo>
                    <a:pt x="22211" y="8956"/>
                    <a:pt x="22257" y="9142"/>
                    <a:pt x="22288" y="9327"/>
                  </a:cubicBezTo>
                  <a:cubicBezTo>
                    <a:pt x="22300" y="9399"/>
                    <a:pt x="22362" y="9451"/>
                    <a:pt x="22433" y="9451"/>
                  </a:cubicBezTo>
                  <a:cubicBezTo>
                    <a:pt x="22443" y="9451"/>
                    <a:pt x="22450" y="9451"/>
                    <a:pt x="22457" y="9448"/>
                  </a:cubicBezTo>
                  <a:cubicBezTo>
                    <a:pt x="22536" y="9435"/>
                    <a:pt x="22591" y="9359"/>
                    <a:pt x="22578" y="9278"/>
                  </a:cubicBezTo>
                  <a:cubicBezTo>
                    <a:pt x="22546" y="9079"/>
                    <a:pt x="22496" y="8879"/>
                    <a:pt x="22433" y="8684"/>
                  </a:cubicBezTo>
                  <a:cubicBezTo>
                    <a:pt x="22413" y="8622"/>
                    <a:pt x="22356" y="8583"/>
                    <a:pt x="22293" y="8583"/>
                  </a:cubicBezTo>
                  <a:close/>
                  <a:moveTo>
                    <a:pt x="2591" y="8624"/>
                  </a:moveTo>
                  <a:cubicBezTo>
                    <a:pt x="2577" y="8624"/>
                    <a:pt x="2564" y="8626"/>
                    <a:pt x="2550" y="8629"/>
                  </a:cubicBezTo>
                  <a:cubicBezTo>
                    <a:pt x="2472" y="8651"/>
                    <a:pt x="2425" y="8733"/>
                    <a:pt x="2447" y="8811"/>
                  </a:cubicBezTo>
                  <a:cubicBezTo>
                    <a:pt x="2501" y="9008"/>
                    <a:pt x="2541" y="9192"/>
                    <a:pt x="2570" y="9370"/>
                  </a:cubicBezTo>
                  <a:cubicBezTo>
                    <a:pt x="2581" y="9442"/>
                    <a:pt x="2644" y="9494"/>
                    <a:pt x="2715" y="9494"/>
                  </a:cubicBezTo>
                  <a:cubicBezTo>
                    <a:pt x="2723" y="9494"/>
                    <a:pt x="2731" y="9493"/>
                    <a:pt x="2740" y="9493"/>
                  </a:cubicBezTo>
                  <a:cubicBezTo>
                    <a:pt x="2820" y="9481"/>
                    <a:pt x="2875" y="9404"/>
                    <a:pt x="2862" y="9324"/>
                  </a:cubicBezTo>
                  <a:cubicBezTo>
                    <a:pt x="2831" y="9135"/>
                    <a:pt x="2789" y="8941"/>
                    <a:pt x="2732" y="8733"/>
                  </a:cubicBezTo>
                  <a:cubicBezTo>
                    <a:pt x="2714" y="8667"/>
                    <a:pt x="2655" y="8624"/>
                    <a:pt x="2591" y="8624"/>
                  </a:cubicBezTo>
                  <a:close/>
                  <a:moveTo>
                    <a:pt x="22469" y="10037"/>
                  </a:moveTo>
                  <a:cubicBezTo>
                    <a:pt x="22394" y="10037"/>
                    <a:pt x="22330" y="10096"/>
                    <a:pt x="22324" y="10173"/>
                  </a:cubicBezTo>
                  <a:cubicBezTo>
                    <a:pt x="22308" y="10363"/>
                    <a:pt x="22276" y="10547"/>
                    <a:pt x="22228" y="10727"/>
                  </a:cubicBezTo>
                  <a:cubicBezTo>
                    <a:pt x="22207" y="10805"/>
                    <a:pt x="22254" y="10887"/>
                    <a:pt x="22333" y="10908"/>
                  </a:cubicBezTo>
                  <a:cubicBezTo>
                    <a:pt x="22346" y="10912"/>
                    <a:pt x="22359" y="10913"/>
                    <a:pt x="22371" y="10913"/>
                  </a:cubicBezTo>
                  <a:cubicBezTo>
                    <a:pt x="22437" y="10913"/>
                    <a:pt x="22496" y="10869"/>
                    <a:pt x="22513" y="10802"/>
                  </a:cubicBezTo>
                  <a:cubicBezTo>
                    <a:pt x="22564" y="10606"/>
                    <a:pt x="22601" y="10402"/>
                    <a:pt x="22618" y="10196"/>
                  </a:cubicBezTo>
                  <a:cubicBezTo>
                    <a:pt x="22624" y="10115"/>
                    <a:pt x="22563" y="10044"/>
                    <a:pt x="22482" y="10038"/>
                  </a:cubicBezTo>
                  <a:cubicBezTo>
                    <a:pt x="22477" y="10037"/>
                    <a:pt x="22473" y="10037"/>
                    <a:pt x="22469" y="10037"/>
                  </a:cubicBezTo>
                  <a:close/>
                  <a:moveTo>
                    <a:pt x="2757" y="10082"/>
                  </a:moveTo>
                  <a:cubicBezTo>
                    <a:pt x="2679" y="10082"/>
                    <a:pt x="2614" y="10141"/>
                    <a:pt x="2609" y="10219"/>
                  </a:cubicBezTo>
                  <a:cubicBezTo>
                    <a:pt x="2598" y="10402"/>
                    <a:pt x="2571" y="10591"/>
                    <a:pt x="2531" y="10782"/>
                  </a:cubicBezTo>
                  <a:cubicBezTo>
                    <a:pt x="2514" y="10860"/>
                    <a:pt x="2565" y="10938"/>
                    <a:pt x="2644" y="10956"/>
                  </a:cubicBezTo>
                  <a:cubicBezTo>
                    <a:pt x="2655" y="10957"/>
                    <a:pt x="2665" y="10958"/>
                    <a:pt x="2675" y="10958"/>
                  </a:cubicBezTo>
                  <a:cubicBezTo>
                    <a:pt x="2743" y="10958"/>
                    <a:pt x="2805" y="10911"/>
                    <a:pt x="2819" y="10844"/>
                  </a:cubicBezTo>
                  <a:cubicBezTo>
                    <a:pt x="2862" y="10639"/>
                    <a:pt x="2891" y="10437"/>
                    <a:pt x="2903" y="10240"/>
                  </a:cubicBezTo>
                  <a:cubicBezTo>
                    <a:pt x="2910" y="10158"/>
                    <a:pt x="2848" y="10087"/>
                    <a:pt x="2767" y="10082"/>
                  </a:cubicBezTo>
                  <a:cubicBezTo>
                    <a:pt x="2764" y="10082"/>
                    <a:pt x="2760" y="10082"/>
                    <a:pt x="2757" y="10082"/>
                  </a:cubicBezTo>
                  <a:close/>
                  <a:moveTo>
                    <a:pt x="22035" y="11433"/>
                  </a:moveTo>
                  <a:cubicBezTo>
                    <a:pt x="21984" y="11433"/>
                    <a:pt x="21933" y="11461"/>
                    <a:pt x="21906" y="11509"/>
                  </a:cubicBezTo>
                  <a:cubicBezTo>
                    <a:pt x="21814" y="11673"/>
                    <a:pt x="21709" y="11831"/>
                    <a:pt x="21591" y="11981"/>
                  </a:cubicBezTo>
                  <a:cubicBezTo>
                    <a:pt x="21541" y="12045"/>
                    <a:pt x="21552" y="12137"/>
                    <a:pt x="21617" y="12187"/>
                  </a:cubicBezTo>
                  <a:cubicBezTo>
                    <a:pt x="21644" y="12208"/>
                    <a:pt x="21675" y="12218"/>
                    <a:pt x="21707" y="12218"/>
                  </a:cubicBezTo>
                  <a:cubicBezTo>
                    <a:pt x="21751" y="12218"/>
                    <a:pt x="21795" y="12197"/>
                    <a:pt x="21825" y="12161"/>
                  </a:cubicBezTo>
                  <a:cubicBezTo>
                    <a:pt x="21951" y="12000"/>
                    <a:pt x="22065" y="11829"/>
                    <a:pt x="22164" y="11653"/>
                  </a:cubicBezTo>
                  <a:cubicBezTo>
                    <a:pt x="22204" y="11582"/>
                    <a:pt x="22178" y="11493"/>
                    <a:pt x="22107" y="11452"/>
                  </a:cubicBezTo>
                  <a:cubicBezTo>
                    <a:pt x="22084" y="11439"/>
                    <a:pt x="22060" y="11433"/>
                    <a:pt x="22035" y="11433"/>
                  </a:cubicBezTo>
                  <a:close/>
                  <a:moveTo>
                    <a:pt x="2421" y="11509"/>
                  </a:moveTo>
                  <a:cubicBezTo>
                    <a:pt x="2361" y="11509"/>
                    <a:pt x="2305" y="11546"/>
                    <a:pt x="2283" y="11604"/>
                  </a:cubicBezTo>
                  <a:cubicBezTo>
                    <a:pt x="2217" y="11773"/>
                    <a:pt x="2144" y="11948"/>
                    <a:pt x="2056" y="12137"/>
                  </a:cubicBezTo>
                  <a:cubicBezTo>
                    <a:pt x="2023" y="12212"/>
                    <a:pt x="2055" y="12298"/>
                    <a:pt x="2128" y="12333"/>
                  </a:cubicBezTo>
                  <a:cubicBezTo>
                    <a:pt x="2149" y="12344"/>
                    <a:pt x="2170" y="12347"/>
                    <a:pt x="2190" y="12347"/>
                  </a:cubicBezTo>
                  <a:cubicBezTo>
                    <a:pt x="2246" y="12347"/>
                    <a:pt x="2300" y="12315"/>
                    <a:pt x="2324" y="12262"/>
                  </a:cubicBezTo>
                  <a:cubicBezTo>
                    <a:pt x="2415" y="12066"/>
                    <a:pt x="2493" y="11886"/>
                    <a:pt x="2560" y="11710"/>
                  </a:cubicBezTo>
                  <a:cubicBezTo>
                    <a:pt x="2588" y="11634"/>
                    <a:pt x="2550" y="11549"/>
                    <a:pt x="2474" y="11519"/>
                  </a:cubicBezTo>
                  <a:cubicBezTo>
                    <a:pt x="2456" y="11513"/>
                    <a:pt x="2438" y="11509"/>
                    <a:pt x="2421" y="11509"/>
                  </a:cubicBezTo>
                  <a:close/>
                  <a:moveTo>
                    <a:pt x="21097" y="12562"/>
                  </a:moveTo>
                  <a:cubicBezTo>
                    <a:pt x="21063" y="12562"/>
                    <a:pt x="21028" y="12574"/>
                    <a:pt x="21000" y="12598"/>
                  </a:cubicBezTo>
                  <a:cubicBezTo>
                    <a:pt x="20861" y="12717"/>
                    <a:pt x="20709" y="12835"/>
                    <a:pt x="20546" y="12946"/>
                  </a:cubicBezTo>
                  <a:cubicBezTo>
                    <a:pt x="20479" y="12994"/>
                    <a:pt x="20463" y="13085"/>
                    <a:pt x="20509" y="13152"/>
                  </a:cubicBezTo>
                  <a:cubicBezTo>
                    <a:pt x="20538" y="13193"/>
                    <a:pt x="20584" y="13216"/>
                    <a:pt x="20631" y="13216"/>
                  </a:cubicBezTo>
                  <a:cubicBezTo>
                    <a:pt x="20659" y="13216"/>
                    <a:pt x="20689" y="13207"/>
                    <a:pt x="20713" y="13191"/>
                  </a:cubicBezTo>
                  <a:cubicBezTo>
                    <a:pt x="20884" y="13072"/>
                    <a:pt x="21045" y="12948"/>
                    <a:pt x="21193" y="12820"/>
                  </a:cubicBezTo>
                  <a:cubicBezTo>
                    <a:pt x="21255" y="12768"/>
                    <a:pt x="21261" y="12675"/>
                    <a:pt x="21209" y="12613"/>
                  </a:cubicBezTo>
                  <a:cubicBezTo>
                    <a:pt x="21179" y="12579"/>
                    <a:pt x="21138" y="12562"/>
                    <a:pt x="21097" y="12562"/>
                  </a:cubicBezTo>
                  <a:close/>
                  <a:moveTo>
                    <a:pt x="1794" y="12841"/>
                  </a:moveTo>
                  <a:cubicBezTo>
                    <a:pt x="1741" y="12841"/>
                    <a:pt x="1689" y="12869"/>
                    <a:pt x="1663" y="12919"/>
                  </a:cubicBezTo>
                  <a:cubicBezTo>
                    <a:pt x="1595" y="13052"/>
                    <a:pt x="1524" y="13182"/>
                    <a:pt x="1454" y="13312"/>
                  </a:cubicBezTo>
                  <a:lnTo>
                    <a:pt x="1385" y="13439"/>
                  </a:lnTo>
                  <a:cubicBezTo>
                    <a:pt x="1348" y="13512"/>
                    <a:pt x="1374" y="13600"/>
                    <a:pt x="1446" y="13640"/>
                  </a:cubicBezTo>
                  <a:cubicBezTo>
                    <a:pt x="1468" y="13652"/>
                    <a:pt x="1493" y="13657"/>
                    <a:pt x="1515" y="13657"/>
                  </a:cubicBezTo>
                  <a:cubicBezTo>
                    <a:pt x="1567" y="13657"/>
                    <a:pt x="1619" y="13630"/>
                    <a:pt x="1647" y="13579"/>
                  </a:cubicBezTo>
                  <a:lnTo>
                    <a:pt x="1715" y="13451"/>
                  </a:lnTo>
                  <a:cubicBezTo>
                    <a:pt x="1784" y="13320"/>
                    <a:pt x="1855" y="13189"/>
                    <a:pt x="1925" y="13058"/>
                  </a:cubicBezTo>
                  <a:cubicBezTo>
                    <a:pt x="1962" y="12985"/>
                    <a:pt x="1935" y="12897"/>
                    <a:pt x="1863" y="12858"/>
                  </a:cubicBezTo>
                  <a:cubicBezTo>
                    <a:pt x="1841" y="12846"/>
                    <a:pt x="1818" y="12841"/>
                    <a:pt x="1794" y="12841"/>
                  </a:cubicBezTo>
                  <a:close/>
                  <a:moveTo>
                    <a:pt x="19870" y="13371"/>
                  </a:moveTo>
                  <a:cubicBezTo>
                    <a:pt x="19847" y="13371"/>
                    <a:pt x="19824" y="13377"/>
                    <a:pt x="19802" y="13388"/>
                  </a:cubicBezTo>
                  <a:cubicBezTo>
                    <a:pt x="19637" y="13474"/>
                    <a:pt x="19461" y="13557"/>
                    <a:pt x="19277" y="13635"/>
                  </a:cubicBezTo>
                  <a:cubicBezTo>
                    <a:pt x="19204" y="13667"/>
                    <a:pt x="19169" y="13754"/>
                    <a:pt x="19202" y="13829"/>
                  </a:cubicBezTo>
                  <a:cubicBezTo>
                    <a:pt x="19226" y="13884"/>
                    <a:pt x="19280" y="13918"/>
                    <a:pt x="19337" y="13918"/>
                  </a:cubicBezTo>
                  <a:cubicBezTo>
                    <a:pt x="19357" y="13918"/>
                    <a:pt x="19375" y="13914"/>
                    <a:pt x="19396" y="13905"/>
                  </a:cubicBezTo>
                  <a:cubicBezTo>
                    <a:pt x="19585" y="13824"/>
                    <a:pt x="19766" y="13738"/>
                    <a:pt x="19937" y="13650"/>
                  </a:cubicBezTo>
                  <a:cubicBezTo>
                    <a:pt x="20010" y="13613"/>
                    <a:pt x="20039" y="13523"/>
                    <a:pt x="20001" y="13451"/>
                  </a:cubicBezTo>
                  <a:cubicBezTo>
                    <a:pt x="19975" y="13400"/>
                    <a:pt x="19923" y="13371"/>
                    <a:pt x="19870" y="13371"/>
                  </a:cubicBezTo>
                  <a:close/>
                  <a:moveTo>
                    <a:pt x="18510" y="13942"/>
                  </a:moveTo>
                  <a:cubicBezTo>
                    <a:pt x="18494" y="13942"/>
                    <a:pt x="18478" y="13945"/>
                    <a:pt x="18462" y="13950"/>
                  </a:cubicBezTo>
                  <a:cubicBezTo>
                    <a:pt x="18287" y="14011"/>
                    <a:pt x="18100" y="14072"/>
                    <a:pt x="17907" y="14130"/>
                  </a:cubicBezTo>
                  <a:cubicBezTo>
                    <a:pt x="17830" y="14154"/>
                    <a:pt x="17785" y="14237"/>
                    <a:pt x="17809" y="14314"/>
                  </a:cubicBezTo>
                  <a:cubicBezTo>
                    <a:pt x="17828" y="14377"/>
                    <a:pt x="17886" y="14419"/>
                    <a:pt x="17949" y="14419"/>
                  </a:cubicBezTo>
                  <a:cubicBezTo>
                    <a:pt x="17964" y="14419"/>
                    <a:pt x="17977" y="14416"/>
                    <a:pt x="17991" y="14412"/>
                  </a:cubicBezTo>
                  <a:cubicBezTo>
                    <a:pt x="18188" y="14353"/>
                    <a:pt x="18379" y="14291"/>
                    <a:pt x="18558" y="14229"/>
                  </a:cubicBezTo>
                  <a:cubicBezTo>
                    <a:pt x="18635" y="14203"/>
                    <a:pt x="18677" y="14119"/>
                    <a:pt x="18650" y="14042"/>
                  </a:cubicBezTo>
                  <a:cubicBezTo>
                    <a:pt x="18629" y="13980"/>
                    <a:pt x="18572" y="13942"/>
                    <a:pt x="18510" y="13942"/>
                  </a:cubicBezTo>
                  <a:close/>
                  <a:moveTo>
                    <a:pt x="17096" y="14359"/>
                  </a:moveTo>
                  <a:cubicBezTo>
                    <a:pt x="17084" y="14359"/>
                    <a:pt x="17071" y="14361"/>
                    <a:pt x="17059" y="14364"/>
                  </a:cubicBezTo>
                  <a:cubicBezTo>
                    <a:pt x="16870" y="14413"/>
                    <a:pt x="16681" y="14459"/>
                    <a:pt x="16497" y="14502"/>
                  </a:cubicBezTo>
                  <a:lnTo>
                    <a:pt x="16489" y="14503"/>
                  </a:lnTo>
                  <a:lnTo>
                    <a:pt x="16522" y="14647"/>
                  </a:lnTo>
                  <a:lnTo>
                    <a:pt x="16564" y="14789"/>
                  </a:lnTo>
                  <a:cubicBezTo>
                    <a:pt x="16752" y="14745"/>
                    <a:pt x="16942" y="14698"/>
                    <a:pt x="17133" y="14650"/>
                  </a:cubicBezTo>
                  <a:cubicBezTo>
                    <a:pt x="17212" y="14629"/>
                    <a:pt x="17259" y="14549"/>
                    <a:pt x="17238" y="14470"/>
                  </a:cubicBezTo>
                  <a:cubicBezTo>
                    <a:pt x="17221" y="14404"/>
                    <a:pt x="17162" y="14359"/>
                    <a:pt x="17096" y="14359"/>
                  </a:cubicBezTo>
                  <a:close/>
                  <a:moveTo>
                    <a:pt x="1105" y="14149"/>
                  </a:moveTo>
                  <a:cubicBezTo>
                    <a:pt x="1051" y="14149"/>
                    <a:pt x="999" y="14179"/>
                    <a:pt x="974" y="14232"/>
                  </a:cubicBezTo>
                  <a:cubicBezTo>
                    <a:pt x="929" y="14323"/>
                    <a:pt x="885" y="14414"/>
                    <a:pt x="843" y="14506"/>
                  </a:cubicBezTo>
                  <a:cubicBezTo>
                    <a:pt x="801" y="14595"/>
                    <a:pt x="762" y="14684"/>
                    <a:pt x="724" y="14775"/>
                  </a:cubicBezTo>
                  <a:cubicBezTo>
                    <a:pt x="693" y="14849"/>
                    <a:pt x="728" y="14936"/>
                    <a:pt x="803" y="14967"/>
                  </a:cubicBezTo>
                  <a:cubicBezTo>
                    <a:pt x="822" y="14976"/>
                    <a:pt x="842" y="14980"/>
                    <a:pt x="860" y="14980"/>
                  </a:cubicBezTo>
                  <a:cubicBezTo>
                    <a:pt x="919" y="14980"/>
                    <a:pt x="973" y="14946"/>
                    <a:pt x="996" y="14890"/>
                  </a:cubicBezTo>
                  <a:cubicBezTo>
                    <a:pt x="1033" y="14802"/>
                    <a:pt x="1071" y="14717"/>
                    <a:pt x="1111" y="14630"/>
                  </a:cubicBezTo>
                  <a:cubicBezTo>
                    <a:pt x="1152" y="14539"/>
                    <a:pt x="1195" y="14451"/>
                    <a:pt x="1239" y="14362"/>
                  </a:cubicBezTo>
                  <a:cubicBezTo>
                    <a:pt x="1275" y="14288"/>
                    <a:pt x="1245" y="14201"/>
                    <a:pt x="1172" y="14165"/>
                  </a:cubicBezTo>
                  <a:cubicBezTo>
                    <a:pt x="1150" y="14154"/>
                    <a:pt x="1128" y="14149"/>
                    <a:pt x="1105" y="14149"/>
                  </a:cubicBezTo>
                  <a:close/>
                  <a:moveTo>
                    <a:pt x="15665" y="14713"/>
                  </a:moveTo>
                  <a:cubicBezTo>
                    <a:pt x="15652" y="14713"/>
                    <a:pt x="15639" y="14714"/>
                    <a:pt x="15627" y="14718"/>
                  </a:cubicBezTo>
                  <a:cubicBezTo>
                    <a:pt x="15436" y="14768"/>
                    <a:pt x="15245" y="14821"/>
                    <a:pt x="15054" y="14877"/>
                  </a:cubicBezTo>
                  <a:cubicBezTo>
                    <a:pt x="14975" y="14899"/>
                    <a:pt x="14930" y="14981"/>
                    <a:pt x="14953" y="15059"/>
                  </a:cubicBezTo>
                  <a:cubicBezTo>
                    <a:pt x="14973" y="15124"/>
                    <a:pt x="15031" y="15166"/>
                    <a:pt x="15095" y="15166"/>
                  </a:cubicBezTo>
                  <a:cubicBezTo>
                    <a:pt x="15109" y="15166"/>
                    <a:pt x="15123" y="15164"/>
                    <a:pt x="15138" y="15160"/>
                  </a:cubicBezTo>
                  <a:cubicBezTo>
                    <a:pt x="15326" y="15105"/>
                    <a:pt x="15514" y="15053"/>
                    <a:pt x="15702" y="15003"/>
                  </a:cubicBezTo>
                  <a:cubicBezTo>
                    <a:pt x="15782" y="14982"/>
                    <a:pt x="15828" y="14900"/>
                    <a:pt x="15807" y="14822"/>
                  </a:cubicBezTo>
                  <a:cubicBezTo>
                    <a:pt x="15790" y="14756"/>
                    <a:pt x="15730" y="14713"/>
                    <a:pt x="15665" y="14713"/>
                  </a:cubicBezTo>
                  <a:close/>
                  <a:moveTo>
                    <a:pt x="14253" y="15144"/>
                  </a:moveTo>
                  <a:cubicBezTo>
                    <a:pt x="14237" y="15144"/>
                    <a:pt x="14220" y="15147"/>
                    <a:pt x="14204" y="15152"/>
                  </a:cubicBezTo>
                  <a:cubicBezTo>
                    <a:pt x="14010" y="15220"/>
                    <a:pt x="13823" y="15292"/>
                    <a:pt x="13647" y="15367"/>
                  </a:cubicBezTo>
                  <a:cubicBezTo>
                    <a:pt x="13571" y="15398"/>
                    <a:pt x="13535" y="15483"/>
                    <a:pt x="13566" y="15559"/>
                  </a:cubicBezTo>
                  <a:cubicBezTo>
                    <a:pt x="13591" y="15614"/>
                    <a:pt x="13646" y="15648"/>
                    <a:pt x="13704" y="15648"/>
                  </a:cubicBezTo>
                  <a:cubicBezTo>
                    <a:pt x="13721" y="15648"/>
                    <a:pt x="13741" y="15645"/>
                    <a:pt x="13760" y="15638"/>
                  </a:cubicBezTo>
                  <a:cubicBezTo>
                    <a:pt x="13932" y="15568"/>
                    <a:pt x="14115" y="15497"/>
                    <a:pt x="14303" y="15430"/>
                  </a:cubicBezTo>
                  <a:cubicBezTo>
                    <a:pt x="14379" y="15403"/>
                    <a:pt x="14420" y="15318"/>
                    <a:pt x="14392" y="15241"/>
                  </a:cubicBezTo>
                  <a:cubicBezTo>
                    <a:pt x="14371" y="15181"/>
                    <a:pt x="14314" y="15144"/>
                    <a:pt x="14253" y="15144"/>
                  </a:cubicBezTo>
                  <a:close/>
                  <a:moveTo>
                    <a:pt x="12901" y="15734"/>
                  </a:moveTo>
                  <a:cubicBezTo>
                    <a:pt x="12878" y="15734"/>
                    <a:pt x="12854" y="15740"/>
                    <a:pt x="12832" y="15752"/>
                  </a:cubicBezTo>
                  <a:cubicBezTo>
                    <a:pt x="12650" y="15850"/>
                    <a:pt x="12476" y="15953"/>
                    <a:pt x="12315" y="16060"/>
                  </a:cubicBezTo>
                  <a:cubicBezTo>
                    <a:pt x="12248" y="16104"/>
                    <a:pt x="12228" y="16195"/>
                    <a:pt x="12274" y="16264"/>
                  </a:cubicBezTo>
                  <a:cubicBezTo>
                    <a:pt x="12301" y="16307"/>
                    <a:pt x="12349" y="16329"/>
                    <a:pt x="12397" y="16329"/>
                  </a:cubicBezTo>
                  <a:cubicBezTo>
                    <a:pt x="12425" y="16329"/>
                    <a:pt x="12454" y="16322"/>
                    <a:pt x="12477" y="16307"/>
                  </a:cubicBezTo>
                  <a:cubicBezTo>
                    <a:pt x="12632" y="16205"/>
                    <a:pt x="12798" y="16106"/>
                    <a:pt x="12972" y="16012"/>
                  </a:cubicBezTo>
                  <a:cubicBezTo>
                    <a:pt x="13043" y="15972"/>
                    <a:pt x="13070" y="15884"/>
                    <a:pt x="13032" y="15811"/>
                  </a:cubicBezTo>
                  <a:cubicBezTo>
                    <a:pt x="13005" y="15762"/>
                    <a:pt x="12954" y="15734"/>
                    <a:pt x="12901" y="15734"/>
                  </a:cubicBezTo>
                  <a:close/>
                  <a:moveTo>
                    <a:pt x="555" y="15515"/>
                  </a:moveTo>
                  <a:cubicBezTo>
                    <a:pt x="492" y="15515"/>
                    <a:pt x="435" y="15555"/>
                    <a:pt x="415" y="15618"/>
                  </a:cubicBezTo>
                  <a:cubicBezTo>
                    <a:pt x="354" y="15807"/>
                    <a:pt x="300" y="16002"/>
                    <a:pt x="252" y="16194"/>
                  </a:cubicBezTo>
                  <a:cubicBezTo>
                    <a:pt x="233" y="16273"/>
                    <a:pt x="281" y="16353"/>
                    <a:pt x="360" y="16373"/>
                  </a:cubicBezTo>
                  <a:cubicBezTo>
                    <a:pt x="372" y="16375"/>
                    <a:pt x="384" y="16376"/>
                    <a:pt x="395" y="16376"/>
                  </a:cubicBezTo>
                  <a:cubicBezTo>
                    <a:pt x="461" y="16376"/>
                    <a:pt x="522" y="16331"/>
                    <a:pt x="539" y="16265"/>
                  </a:cubicBezTo>
                  <a:cubicBezTo>
                    <a:pt x="586" y="16080"/>
                    <a:pt x="638" y="15891"/>
                    <a:pt x="697" y="15707"/>
                  </a:cubicBezTo>
                  <a:cubicBezTo>
                    <a:pt x="721" y="15628"/>
                    <a:pt x="678" y="15545"/>
                    <a:pt x="600" y="15522"/>
                  </a:cubicBezTo>
                  <a:cubicBezTo>
                    <a:pt x="585" y="15517"/>
                    <a:pt x="570" y="15515"/>
                    <a:pt x="555" y="15515"/>
                  </a:cubicBezTo>
                  <a:close/>
                  <a:moveTo>
                    <a:pt x="11701" y="16578"/>
                  </a:moveTo>
                  <a:cubicBezTo>
                    <a:pt x="11665" y="16578"/>
                    <a:pt x="11629" y="16591"/>
                    <a:pt x="11601" y="16617"/>
                  </a:cubicBezTo>
                  <a:cubicBezTo>
                    <a:pt x="11450" y="16758"/>
                    <a:pt x="11310" y="16906"/>
                    <a:pt x="11183" y="17060"/>
                  </a:cubicBezTo>
                  <a:cubicBezTo>
                    <a:pt x="11130" y="17123"/>
                    <a:pt x="11140" y="17216"/>
                    <a:pt x="11203" y="17267"/>
                  </a:cubicBezTo>
                  <a:cubicBezTo>
                    <a:pt x="11232" y="17289"/>
                    <a:pt x="11264" y="17301"/>
                    <a:pt x="11297" y="17301"/>
                  </a:cubicBezTo>
                  <a:cubicBezTo>
                    <a:pt x="11340" y="17301"/>
                    <a:pt x="11381" y="17283"/>
                    <a:pt x="11411" y="17248"/>
                  </a:cubicBezTo>
                  <a:cubicBezTo>
                    <a:pt x="11529" y="17105"/>
                    <a:pt x="11661" y="16966"/>
                    <a:pt x="11802" y="16834"/>
                  </a:cubicBezTo>
                  <a:cubicBezTo>
                    <a:pt x="11862" y="16778"/>
                    <a:pt x="11866" y="16684"/>
                    <a:pt x="11810" y="16626"/>
                  </a:cubicBezTo>
                  <a:cubicBezTo>
                    <a:pt x="11781" y="16594"/>
                    <a:pt x="11741" y="16578"/>
                    <a:pt x="11701" y="16578"/>
                  </a:cubicBezTo>
                  <a:close/>
                  <a:moveTo>
                    <a:pt x="226" y="16950"/>
                  </a:moveTo>
                  <a:cubicBezTo>
                    <a:pt x="154" y="16950"/>
                    <a:pt x="91" y="17002"/>
                    <a:pt x="80" y="17076"/>
                  </a:cubicBezTo>
                  <a:cubicBezTo>
                    <a:pt x="52" y="17277"/>
                    <a:pt x="32" y="17477"/>
                    <a:pt x="17" y="17674"/>
                  </a:cubicBezTo>
                  <a:cubicBezTo>
                    <a:pt x="12" y="17755"/>
                    <a:pt x="73" y="17825"/>
                    <a:pt x="154" y="17831"/>
                  </a:cubicBezTo>
                  <a:lnTo>
                    <a:pt x="164" y="17831"/>
                  </a:lnTo>
                  <a:cubicBezTo>
                    <a:pt x="240" y="17831"/>
                    <a:pt x="305" y="17772"/>
                    <a:pt x="311" y="17694"/>
                  </a:cubicBezTo>
                  <a:cubicBezTo>
                    <a:pt x="324" y="17504"/>
                    <a:pt x="344" y="17310"/>
                    <a:pt x="371" y="17118"/>
                  </a:cubicBezTo>
                  <a:cubicBezTo>
                    <a:pt x="384" y="17038"/>
                    <a:pt x="327" y="16963"/>
                    <a:pt x="246" y="16952"/>
                  </a:cubicBezTo>
                  <a:cubicBezTo>
                    <a:pt x="239" y="16951"/>
                    <a:pt x="232" y="16950"/>
                    <a:pt x="226" y="16950"/>
                  </a:cubicBezTo>
                  <a:close/>
                  <a:moveTo>
                    <a:pt x="10812" y="17744"/>
                  </a:moveTo>
                  <a:cubicBezTo>
                    <a:pt x="10759" y="17744"/>
                    <a:pt x="10708" y="17774"/>
                    <a:pt x="10682" y="17824"/>
                  </a:cubicBezTo>
                  <a:cubicBezTo>
                    <a:pt x="10648" y="17890"/>
                    <a:pt x="10616" y="17959"/>
                    <a:pt x="10585" y="18029"/>
                  </a:cubicBezTo>
                  <a:cubicBezTo>
                    <a:pt x="10536" y="18142"/>
                    <a:pt x="10488" y="18263"/>
                    <a:pt x="10447" y="18388"/>
                  </a:cubicBezTo>
                  <a:cubicBezTo>
                    <a:pt x="10422" y="18465"/>
                    <a:pt x="10462" y="18550"/>
                    <a:pt x="10539" y="18576"/>
                  </a:cubicBezTo>
                  <a:cubicBezTo>
                    <a:pt x="10556" y="18581"/>
                    <a:pt x="10571" y="18583"/>
                    <a:pt x="10587" y="18583"/>
                  </a:cubicBezTo>
                  <a:cubicBezTo>
                    <a:pt x="10649" y="18583"/>
                    <a:pt x="10705" y="18545"/>
                    <a:pt x="10727" y="18483"/>
                  </a:cubicBezTo>
                  <a:cubicBezTo>
                    <a:pt x="10765" y="18366"/>
                    <a:pt x="10810" y="18254"/>
                    <a:pt x="10856" y="18148"/>
                  </a:cubicBezTo>
                  <a:cubicBezTo>
                    <a:pt x="10884" y="18083"/>
                    <a:pt x="10914" y="18020"/>
                    <a:pt x="10945" y="17959"/>
                  </a:cubicBezTo>
                  <a:cubicBezTo>
                    <a:pt x="10982" y="17885"/>
                    <a:pt x="10952" y="17798"/>
                    <a:pt x="10880" y="17760"/>
                  </a:cubicBezTo>
                  <a:cubicBezTo>
                    <a:pt x="10858" y="17749"/>
                    <a:pt x="10835" y="17744"/>
                    <a:pt x="10812" y="17744"/>
                  </a:cubicBezTo>
                  <a:close/>
                  <a:moveTo>
                    <a:pt x="150" y="18421"/>
                  </a:moveTo>
                  <a:cubicBezTo>
                    <a:pt x="148" y="18421"/>
                    <a:pt x="146" y="18421"/>
                    <a:pt x="144" y="18421"/>
                  </a:cubicBezTo>
                  <a:cubicBezTo>
                    <a:pt x="64" y="18424"/>
                    <a:pt x="1" y="18493"/>
                    <a:pt x="4" y="18573"/>
                  </a:cubicBezTo>
                  <a:cubicBezTo>
                    <a:pt x="13" y="18775"/>
                    <a:pt x="29" y="18976"/>
                    <a:pt x="53" y="19174"/>
                  </a:cubicBezTo>
                  <a:cubicBezTo>
                    <a:pt x="63" y="19248"/>
                    <a:pt x="126" y="19303"/>
                    <a:pt x="199" y="19303"/>
                  </a:cubicBezTo>
                  <a:cubicBezTo>
                    <a:pt x="204" y="19303"/>
                    <a:pt x="210" y="19303"/>
                    <a:pt x="216" y="19301"/>
                  </a:cubicBezTo>
                  <a:cubicBezTo>
                    <a:pt x="298" y="19292"/>
                    <a:pt x="356" y="19218"/>
                    <a:pt x="345" y="19137"/>
                  </a:cubicBezTo>
                  <a:cubicBezTo>
                    <a:pt x="323" y="18948"/>
                    <a:pt x="306" y="18754"/>
                    <a:pt x="298" y="18561"/>
                  </a:cubicBezTo>
                  <a:cubicBezTo>
                    <a:pt x="295" y="18482"/>
                    <a:pt x="227" y="18421"/>
                    <a:pt x="150" y="18421"/>
                  </a:cubicBezTo>
                  <a:close/>
                  <a:moveTo>
                    <a:pt x="10371" y="19147"/>
                  </a:moveTo>
                  <a:cubicBezTo>
                    <a:pt x="10302" y="19147"/>
                    <a:pt x="10241" y="19196"/>
                    <a:pt x="10228" y="19267"/>
                  </a:cubicBezTo>
                  <a:cubicBezTo>
                    <a:pt x="10190" y="19466"/>
                    <a:pt x="10160" y="19666"/>
                    <a:pt x="10131" y="19853"/>
                  </a:cubicBezTo>
                  <a:cubicBezTo>
                    <a:pt x="10119" y="19933"/>
                    <a:pt x="10175" y="20010"/>
                    <a:pt x="10254" y="20021"/>
                  </a:cubicBezTo>
                  <a:cubicBezTo>
                    <a:pt x="10263" y="20022"/>
                    <a:pt x="10269" y="20022"/>
                    <a:pt x="10277" y="20022"/>
                  </a:cubicBezTo>
                  <a:cubicBezTo>
                    <a:pt x="10347" y="20022"/>
                    <a:pt x="10411" y="19969"/>
                    <a:pt x="10422" y="19897"/>
                  </a:cubicBezTo>
                  <a:cubicBezTo>
                    <a:pt x="10449" y="19714"/>
                    <a:pt x="10480" y="19515"/>
                    <a:pt x="10517" y="19320"/>
                  </a:cubicBezTo>
                  <a:cubicBezTo>
                    <a:pt x="10532" y="19241"/>
                    <a:pt x="10479" y="19165"/>
                    <a:pt x="10399" y="19149"/>
                  </a:cubicBezTo>
                  <a:cubicBezTo>
                    <a:pt x="10390" y="19147"/>
                    <a:pt x="10380" y="19147"/>
                    <a:pt x="10371" y="19147"/>
                  </a:cubicBezTo>
                  <a:close/>
                  <a:moveTo>
                    <a:pt x="362" y="19878"/>
                  </a:moveTo>
                  <a:cubicBezTo>
                    <a:pt x="350" y="19878"/>
                    <a:pt x="337" y="19880"/>
                    <a:pt x="325" y="19883"/>
                  </a:cubicBezTo>
                  <a:cubicBezTo>
                    <a:pt x="245" y="19903"/>
                    <a:pt x="198" y="19983"/>
                    <a:pt x="219" y="20062"/>
                  </a:cubicBezTo>
                  <a:cubicBezTo>
                    <a:pt x="261" y="20233"/>
                    <a:pt x="311" y="20404"/>
                    <a:pt x="368" y="20570"/>
                  </a:cubicBezTo>
                  <a:lnTo>
                    <a:pt x="391" y="20639"/>
                  </a:lnTo>
                  <a:cubicBezTo>
                    <a:pt x="414" y="20699"/>
                    <a:pt x="470" y="20736"/>
                    <a:pt x="530" y="20736"/>
                  </a:cubicBezTo>
                  <a:cubicBezTo>
                    <a:pt x="548" y="20736"/>
                    <a:pt x="563" y="20734"/>
                    <a:pt x="580" y="20730"/>
                  </a:cubicBezTo>
                  <a:cubicBezTo>
                    <a:pt x="657" y="20703"/>
                    <a:pt x="697" y="20619"/>
                    <a:pt x="669" y="20542"/>
                  </a:cubicBezTo>
                  <a:lnTo>
                    <a:pt x="648" y="20476"/>
                  </a:lnTo>
                  <a:cubicBezTo>
                    <a:pt x="595" y="20317"/>
                    <a:pt x="546" y="20153"/>
                    <a:pt x="504" y="19990"/>
                  </a:cubicBezTo>
                  <a:cubicBezTo>
                    <a:pt x="487" y="19923"/>
                    <a:pt x="428" y="19878"/>
                    <a:pt x="362" y="19878"/>
                  </a:cubicBezTo>
                  <a:close/>
                  <a:moveTo>
                    <a:pt x="10137" y="20602"/>
                  </a:moveTo>
                  <a:cubicBezTo>
                    <a:pt x="10067" y="20602"/>
                    <a:pt x="10005" y="20651"/>
                    <a:pt x="9991" y="20723"/>
                  </a:cubicBezTo>
                  <a:cubicBezTo>
                    <a:pt x="9953" y="20932"/>
                    <a:pt x="9912" y="21117"/>
                    <a:pt x="9867" y="21286"/>
                  </a:cubicBezTo>
                  <a:cubicBezTo>
                    <a:pt x="9846" y="21364"/>
                    <a:pt x="9892" y="21446"/>
                    <a:pt x="9971" y="21467"/>
                  </a:cubicBezTo>
                  <a:cubicBezTo>
                    <a:pt x="9984" y="21471"/>
                    <a:pt x="9997" y="21472"/>
                    <a:pt x="10010" y="21472"/>
                  </a:cubicBezTo>
                  <a:cubicBezTo>
                    <a:pt x="10074" y="21472"/>
                    <a:pt x="10134" y="21428"/>
                    <a:pt x="10151" y="21362"/>
                  </a:cubicBezTo>
                  <a:cubicBezTo>
                    <a:pt x="10198" y="21186"/>
                    <a:pt x="10242" y="20993"/>
                    <a:pt x="10281" y="20775"/>
                  </a:cubicBezTo>
                  <a:cubicBezTo>
                    <a:pt x="10296" y="20696"/>
                    <a:pt x="10243" y="20619"/>
                    <a:pt x="10164" y="20604"/>
                  </a:cubicBezTo>
                  <a:cubicBezTo>
                    <a:pt x="10155" y="20602"/>
                    <a:pt x="10146" y="20602"/>
                    <a:pt x="10137" y="20602"/>
                  </a:cubicBezTo>
                  <a:close/>
                  <a:moveTo>
                    <a:pt x="883" y="21253"/>
                  </a:moveTo>
                  <a:cubicBezTo>
                    <a:pt x="859" y="21253"/>
                    <a:pt x="836" y="21258"/>
                    <a:pt x="814" y="21269"/>
                  </a:cubicBezTo>
                  <a:cubicBezTo>
                    <a:pt x="742" y="21307"/>
                    <a:pt x="715" y="21395"/>
                    <a:pt x="752" y="21468"/>
                  </a:cubicBezTo>
                  <a:cubicBezTo>
                    <a:pt x="845" y="21646"/>
                    <a:pt x="947" y="21821"/>
                    <a:pt x="1056" y="21989"/>
                  </a:cubicBezTo>
                  <a:cubicBezTo>
                    <a:pt x="1085" y="22033"/>
                    <a:pt x="1133" y="22056"/>
                    <a:pt x="1180" y="22056"/>
                  </a:cubicBezTo>
                  <a:cubicBezTo>
                    <a:pt x="1209" y="22056"/>
                    <a:pt x="1236" y="22048"/>
                    <a:pt x="1260" y="22032"/>
                  </a:cubicBezTo>
                  <a:cubicBezTo>
                    <a:pt x="1328" y="21988"/>
                    <a:pt x="1346" y="21896"/>
                    <a:pt x="1303" y="21828"/>
                  </a:cubicBezTo>
                  <a:cubicBezTo>
                    <a:pt x="1199" y="21668"/>
                    <a:pt x="1102" y="21501"/>
                    <a:pt x="1013" y="21331"/>
                  </a:cubicBezTo>
                  <a:cubicBezTo>
                    <a:pt x="987" y="21281"/>
                    <a:pt x="936" y="21253"/>
                    <a:pt x="883" y="21253"/>
                  </a:cubicBezTo>
                  <a:close/>
                  <a:moveTo>
                    <a:pt x="9700" y="22004"/>
                  </a:moveTo>
                  <a:cubicBezTo>
                    <a:pt x="9646" y="22004"/>
                    <a:pt x="9594" y="22033"/>
                    <a:pt x="9567" y="22085"/>
                  </a:cubicBezTo>
                  <a:cubicBezTo>
                    <a:pt x="9483" y="22251"/>
                    <a:pt x="9383" y="22414"/>
                    <a:pt x="9272" y="22568"/>
                  </a:cubicBezTo>
                  <a:cubicBezTo>
                    <a:pt x="9225" y="22636"/>
                    <a:pt x="9240" y="22726"/>
                    <a:pt x="9305" y="22775"/>
                  </a:cubicBezTo>
                  <a:cubicBezTo>
                    <a:pt x="9333" y="22792"/>
                    <a:pt x="9362" y="22802"/>
                    <a:pt x="9392" y="22802"/>
                  </a:cubicBezTo>
                  <a:cubicBezTo>
                    <a:pt x="9438" y="22802"/>
                    <a:pt x="9484" y="22780"/>
                    <a:pt x="9512" y="22741"/>
                  </a:cubicBezTo>
                  <a:cubicBezTo>
                    <a:pt x="9632" y="22575"/>
                    <a:pt x="9739" y="22398"/>
                    <a:pt x="9830" y="22219"/>
                  </a:cubicBezTo>
                  <a:cubicBezTo>
                    <a:pt x="9868" y="22145"/>
                    <a:pt x="9839" y="22058"/>
                    <a:pt x="9765" y="22020"/>
                  </a:cubicBezTo>
                  <a:cubicBezTo>
                    <a:pt x="9745" y="22009"/>
                    <a:pt x="9722" y="22004"/>
                    <a:pt x="9700" y="22004"/>
                  </a:cubicBezTo>
                  <a:close/>
                  <a:moveTo>
                    <a:pt x="1713" y="22467"/>
                  </a:moveTo>
                  <a:cubicBezTo>
                    <a:pt x="1678" y="22467"/>
                    <a:pt x="1644" y="22479"/>
                    <a:pt x="1616" y="22503"/>
                  </a:cubicBezTo>
                  <a:cubicBezTo>
                    <a:pt x="1554" y="22556"/>
                    <a:pt x="1548" y="22649"/>
                    <a:pt x="1601" y="22711"/>
                  </a:cubicBezTo>
                  <a:cubicBezTo>
                    <a:pt x="1732" y="22864"/>
                    <a:pt x="1873" y="23009"/>
                    <a:pt x="2019" y="23147"/>
                  </a:cubicBezTo>
                  <a:cubicBezTo>
                    <a:pt x="2047" y="23174"/>
                    <a:pt x="2085" y="23186"/>
                    <a:pt x="2121" y="23186"/>
                  </a:cubicBezTo>
                  <a:cubicBezTo>
                    <a:pt x="2160" y="23186"/>
                    <a:pt x="2200" y="23172"/>
                    <a:pt x="2226" y="23142"/>
                  </a:cubicBezTo>
                  <a:cubicBezTo>
                    <a:pt x="2283" y="23082"/>
                    <a:pt x="2281" y="22988"/>
                    <a:pt x="2221" y="22933"/>
                  </a:cubicBezTo>
                  <a:cubicBezTo>
                    <a:pt x="2083" y="22802"/>
                    <a:pt x="1949" y="22662"/>
                    <a:pt x="1823" y="22518"/>
                  </a:cubicBezTo>
                  <a:cubicBezTo>
                    <a:pt x="1794" y="22484"/>
                    <a:pt x="1754" y="22467"/>
                    <a:pt x="1713" y="22467"/>
                  </a:cubicBezTo>
                  <a:close/>
                  <a:moveTo>
                    <a:pt x="8803" y="23163"/>
                  </a:moveTo>
                  <a:cubicBezTo>
                    <a:pt x="8767" y="23163"/>
                    <a:pt x="8732" y="23176"/>
                    <a:pt x="8704" y="23201"/>
                  </a:cubicBezTo>
                  <a:cubicBezTo>
                    <a:pt x="8564" y="23327"/>
                    <a:pt x="8413" y="23444"/>
                    <a:pt x="8256" y="23554"/>
                  </a:cubicBezTo>
                  <a:cubicBezTo>
                    <a:pt x="8189" y="23599"/>
                    <a:pt x="8172" y="23691"/>
                    <a:pt x="8219" y="23758"/>
                  </a:cubicBezTo>
                  <a:cubicBezTo>
                    <a:pt x="8247" y="23801"/>
                    <a:pt x="8293" y="23823"/>
                    <a:pt x="8340" y="23823"/>
                  </a:cubicBezTo>
                  <a:cubicBezTo>
                    <a:pt x="8368" y="23823"/>
                    <a:pt x="8397" y="23814"/>
                    <a:pt x="8422" y="23795"/>
                  </a:cubicBezTo>
                  <a:cubicBezTo>
                    <a:pt x="8591" y="23680"/>
                    <a:pt x="8751" y="23554"/>
                    <a:pt x="8901" y="23419"/>
                  </a:cubicBezTo>
                  <a:cubicBezTo>
                    <a:pt x="8962" y="23365"/>
                    <a:pt x="8965" y="23272"/>
                    <a:pt x="8911" y="23211"/>
                  </a:cubicBezTo>
                  <a:cubicBezTo>
                    <a:pt x="8882" y="23179"/>
                    <a:pt x="8843" y="23163"/>
                    <a:pt x="8803" y="23163"/>
                  </a:cubicBezTo>
                  <a:close/>
                  <a:moveTo>
                    <a:pt x="2806" y="23451"/>
                  </a:moveTo>
                  <a:cubicBezTo>
                    <a:pt x="2759" y="23451"/>
                    <a:pt x="2713" y="23473"/>
                    <a:pt x="2684" y="23515"/>
                  </a:cubicBezTo>
                  <a:cubicBezTo>
                    <a:pt x="2638" y="23582"/>
                    <a:pt x="2655" y="23673"/>
                    <a:pt x="2722" y="23720"/>
                  </a:cubicBezTo>
                  <a:cubicBezTo>
                    <a:pt x="2888" y="23835"/>
                    <a:pt x="3061" y="23943"/>
                    <a:pt x="3236" y="24038"/>
                  </a:cubicBezTo>
                  <a:cubicBezTo>
                    <a:pt x="3259" y="24050"/>
                    <a:pt x="3283" y="24056"/>
                    <a:pt x="3308" y="24056"/>
                  </a:cubicBezTo>
                  <a:cubicBezTo>
                    <a:pt x="3360" y="24056"/>
                    <a:pt x="3411" y="24028"/>
                    <a:pt x="3435" y="23979"/>
                  </a:cubicBezTo>
                  <a:cubicBezTo>
                    <a:pt x="3475" y="23908"/>
                    <a:pt x="3448" y="23818"/>
                    <a:pt x="3377" y="23779"/>
                  </a:cubicBezTo>
                  <a:cubicBezTo>
                    <a:pt x="3212" y="23689"/>
                    <a:pt x="3048" y="23587"/>
                    <a:pt x="2890" y="23477"/>
                  </a:cubicBezTo>
                  <a:cubicBezTo>
                    <a:pt x="2864" y="23460"/>
                    <a:pt x="2835" y="23451"/>
                    <a:pt x="2806" y="23451"/>
                  </a:cubicBezTo>
                  <a:close/>
                  <a:moveTo>
                    <a:pt x="7569" y="23957"/>
                  </a:moveTo>
                  <a:cubicBezTo>
                    <a:pt x="7549" y="23957"/>
                    <a:pt x="7528" y="23961"/>
                    <a:pt x="7509" y="23970"/>
                  </a:cubicBezTo>
                  <a:cubicBezTo>
                    <a:pt x="7335" y="24046"/>
                    <a:pt x="7154" y="24113"/>
                    <a:pt x="6972" y="24169"/>
                  </a:cubicBezTo>
                  <a:cubicBezTo>
                    <a:pt x="6895" y="24192"/>
                    <a:pt x="6852" y="24276"/>
                    <a:pt x="6874" y="24353"/>
                  </a:cubicBezTo>
                  <a:cubicBezTo>
                    <a:pt x="6894" y="24416"/>
                    <a:pt x="6952" y="24458"/>
                    <a:pt x="7015" y="24458"/>
                  </a:cubicBezTo>
                  <a:cubicBezTo>
                    <a:pt x="7029" y="24458"/>
                    <a:pt x="7044" y="24455"/>
                    <a:pt x="7060" y="24450"/>
                  </a:cubicBezTo>
                  <a:cubicBezTo>
                    <a:pt x="7254" y="24392"/>
                    <a:pt x="7445" y="24320"/>
                    <a:pt x="7629" y="24239"/>
                  </a:cubicBezTo>
                  <a:cubicBezTo>
                    <a:pt x="7703" y="24206"/>
                    <a:pt x="7737" y="24119"/>
                    <a:pt x="7704" y="24045"/>
                  </a:cubicBezTo>
                  <a:cubicBezTo>
                    <a:pt x="7679" y="23990"/>
                    <a:pt x="7625" y="23957"/>
                    <a:pt x="7569" y="23957"/>
                  </a:cubicBezTo>
                  <a:close/>
                  <a:moveTo>
                    <a:pt x="4114" y="24116"/>
                  </a:moveTo>
                  <a:cubicBezTo>
                    <a:pt x="4052" y="24116"/>
                    <a:pt x="3996" y="24155"/>
                    <a:pt x="3975" y="24216"/>
                  </a:cubicBezTo>
                  <a:cubicBezTo>
                    <a:pt x="3948" y="24293"/>
                    <a:pt x="3990" y="24377"/>
                    <a:pt x="4067" y="24403"/>
                  </a:cubicBezTo>
                  <a:cubicBezTo>
                    <a:pt x="4259" y="24469"/>
                    <a:pt x="4456" y="24525"/>
                    <a:pt x="4652" y="24566"/>
                  </a:cubicBezTo>
                  <a:cubicBezTo>
                    <a:pt x="4662" y="24568"/>
                    <a:pt x="4673" y="24570"/>
                    <a:pt x="4683" y="24570"/>
                  </a:cubicBezTo>
                  <a:cubicBezTo>
                    <a:pt x="4752" y="24570"/>
                    <a:pt x="4814" y="24524"/>
                    <a:pt x="4826" y="24452"/>
                  </a:cubicBezTo>
                  <a:cubicBezTo>
                    <a:pt x="4843" y="24372"/>
                    <a:pt x="4793" y="24294"/>
                    <a:pt x="4713" y="24277"/>
                  </a:cubicBezTo>
                  <a:cubicBezTo>
                    <a:pt x="4528" y="24238"/>
                    <a:pt x="4342" y="24186"/>
                    <a:pt x="4162" y="24124"/>
                  </a:cubicBezTo>
                  <a:cubicBezTo>
                    <a:pt x="4146" y="24119"/>
                    <a:pt x="4130" y="24116"/>
                    <a:pt x="4114" y="24116"/>
                  </a:cubicBezTo>
                  <a:close/>
                  <a:moveTo>
                    <a:pt x="6150" y="24343"/>
                  </a:moveTo>
                  <a:cubicBezTo>
                    <a:pt x="6144" y="24343"/>
                    <a:pt x="6138" y="24343"/>
                    <a:pt x="6133" y="24344"/>
                  </a:cubicBezTo>
                  <a:cubicBezTo>
                    <a:pt x="5960" y="24363"/>
                    <a:pt x="5786" y="24373"/>
                    <a:pt x="5616" y="24373"/>
                  </a:cubicBezTo>
                  <a:lnTo>
                    <a:pt x="5563" y="24373"/>
                  </a:lnTo>
                  <a:cubicBezTo>
                    <a:pt x="5562" y="24373"/>
                    <a:pt x="5562" y="24373"/>
                    <a:pt x="5561" y="24373"/>
                  </a:cubicBezTo>
                  <a:cubicBezTo>
                    <a:pt x="5478" y="24373"/>
                    <a:pt x="5414" y="24439"/>
                    <a:pt x="5413" y="24520"/>
                  </a:cubicBezTo>
                  <a:cubicBezTo>
                    <a:pt x="5412" y="24600"/>
                    <a:pt x="5477" y="24668"/>
                    <a:pt x="5559" y="24669"/>
                  </a:cubicBezTo>
                  <a:lnTo>
                    <a:pt x="5616" y="24669"/>
                  </a:lnTo>
                  <a:cubicBezTo>
                    <a:pt x="5797" y="24669"/>
                    <a:pt x="5983" y="24657"/>
                    <a:pt x="6167" y="24638"/>
                  </a:cubicBezTo>
                  <a:cubicBezTo>
                    <a:pt x="6248" y="24628"/>
                    <a:pt x="6306" y="24556"/>
                    <a:pt x="6297" y="24474"/>
                  </a:cubicBezTo>
                  <a:cubicBezTo>
                    <a:pt x="6287" y="24398"/>
                    <a:pt x="6224" y="24343"/>
                    <a:pt x="6150" y="2434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5"/>
            <p:cNvSpPr/>
            <p:nvPr/>
          </p:nvSpPr>
          <p:spPr>
            <a:xfrm>
              <a:off x="3462400" y="456150"/>
              <a:ext cx="451350" cy="540025"/>
            </a:xfrm>
            <a:custGeom>
              <a:rect b="b" l="l" r="r" t="t"/>
              <a:pathLst>
                <a:path extrusionOk="0" h="21601" w="18054">
                  <a:moveTo>
                    <a:pt x="4227" y="256"/>
                  </a:moveTo>
                  <a:cubicBezTo>
                    <a:pt x="4388" y="256"/>
                    <a:pt x="4547" y="278"/>
                    <a:pt x="4705" y="321"/>
                  </a:cubicBezTo>
                  <a:cubicBezTo>
                    <a:pt x="5655" y="583"/>
                    <a:pt x="6579" y="1653"/>
                    <a:pt x="7176" y="3185"/>
                  </a:cubicBezTo>
                  <a:cubicBezTo>
                    <a:pt x="7520" y="4068"/>
                    <a:pt x="7910" y="5068"/>
                    <a:pt x="8683" y="5723"/>
                  </a:cubicBezTo>
                  <a:cubicBezTo>
                    <a:pt x="9576" y="6478"/>
                    <a:pt x="10784" y="6634"/>
                    <a:pt x="11925" y="6634"/>
                  </a:cubicBezTo>
                  <a:cubicBezTo>
                    <a:pt x="12104" y="6634"/>
                    <a:pt x="12282" y="6630"/>
                    <a:pt x="12457" y="6624"/>
                  </a:cubicBezTo>
                  <a:cubicBezTo>
                    <a:pt x="12585" y="6619"/>
                    <a:pt x="12713" y="6614"/>
                    <a:pt x="12842" y="6609"/>
                  </a:cubicBezTo>
                  <a:cubicBezTo>
                    <a:pt x="13190" y="6595"/>
                    <a:pt x="13542" y="6581"/>
                    <a:pt x="13892" y="6581"/>
                  </a:cubicBezTo>
                  <a:cubicBezTo>
                    <a:pt x="14704" y="6581"/>
                    <a:pt x="15504" y="6657"/>
                    <a:pt x="16223" y="6993"/>
                  </a:cubicBezTo>
                  <a:cubicBezTo>
                    <a:pt x="16880" y="7298"/>
                    <a:pt x="17437" y="7935"/>
                    <a:pt x="17644" y="8614"/>
                  </a:cubicBezTo>
                  <a:cubicBezTo>
                    <a:pt x="17749" y="8962"/>
                    <a:pt x="17812" y="9482"/>
                    <a:pt x="17511" y="9980"/>
                  </a:cubicBezTo>
                  <a:cubicBezTo>
                    <a:pt x="17048" y="10741"/>
                    <a:pt x="16041" y="10986"/>
                    <a:pt x="15154" y="11201"/>
                  </a:cubicBezTo>
                  <a:lnTo>
                    <a:pt x="15091" y="11217"/>
                  </a:lnTo>
                  <a:cubicBezTo>
                    <a:pt x="13076" y="11707"/>
                    <a:pt x="11441" y="12402"/>
                    <a:pt x="10093" y="13341"/>
                  </a:cubicBezTo>
                  <a:cubicBezTo>
                    <a:pt x="8489" y="14457"/>
                    <a:pt x="7301" y="15964"/>
                    <a:pt x="6745" y="17583"/>
                  </a:cubicBezTo>
                  <a:cubicBezTo>
                    <a:pt x="6647" y="17867"/>
                    <a:pt x="6564" y="18167"/>
                    <a:pt x="6482" y="18457"/>
                  </a:cubicBezTo>
                  <a:cubicBezTo>
                    <a:pt x="6239" y="19330"/>
                    <a:pt x="5986" y="20231"/>
                    <a:pt x="5324" y="20812"/>
                  </a:cubicBezTo>
                  <a:cubicBezTo>
                    <a:pt x="4923" y="21164"/>
                    <a:pt x="4387" y="21352"/>
                    <a:pt x="3798" y="21352"/>
                  </a:cubicBezTo>
                  <a:cubicBezTo>
                    <a:pt x="3722" y="21352"/>
                    <a:pt x="3646" y="21349"/>
                    <a:pt x="3568" y="21342"/>
                  </a:cubicBezTo>
                  <a:cubicBezTo>
                    <a:pt x="2731" y="21272"/>
                    <a:pt x="1920" y="20853"/>
                    <a:pt x="1400" y="20220"/>
                  </a:cubicBezTo>
                  <a:cubicBezTo>
                    <a:pt x="259" y="18828"/>
                    <a:pt x="383" y="16927"/>
                    <a:pt x="560" y="15917"/>
                  </a:cubicBezTo>
                  <a:cubicBezTo>
                    <a:pt x="733" y="14930"/>
                    <a:pt x="1068" y="13958"/>
                    <a:pt x="1393" y="13021"/>
                  </a:cubicBezTo>
                  <a:cubicBezTo>
                    <a:pt x="1565" y="12524"/>
                    <a:pt x="1741" y="12012"/>
                    <a:pt x="1894" y="11501"/>
                  </a:cubicBezTo>
                  <a:cubicBezTo>
                    <a:pt x="2448" y="9638"/>
                    <a:pt x="2504" y="8123"/>
                    <a:pt x="2064" y="6874"/>
                  </a:cubicBezTo>
                  <a:cubicBezTo>
                    <a:pt x="1928" y="6487"/>
                    <a:pt x="1731" y="6104"/>
                    <a:pt x="1543" y="5735"/>
                  </a:cubicBezTo>
                  <a:cubicBezTo>
                    <a:pt x="1170" y="5008"/>
                    <a:pt x="785" y="4257"/>
                    <a:pt x="839" y="3449"/>
                  </a:cubicBezTo>
                  <a:cubicBezTo>
                    <a:pt x="921" y="2275"/>
                    <a:pt x="1958" y="1468"/>
                    <a:pt x="2791" y="819"/>
                  </a:cubicBezTo>
                  <a:cubicBezTo>
                    <a:pt x="3273" y="444"/>
                    <a:pt x="3754" y="256"/>
                    <a:pt x="4227" y="256"/>
                  </a:cubicBezTo>
                  <a:close/>
                  <a:moveTo>
                    <a:pt x="4222" y="1"/>
                  </a:moveTo>
                  <a:cubicBezTo>
                    <a:pt x="3695" y="1"/>
                    <a:pt x="3163" y="207"/>
                    <a:pt x="2635" y="617"/>
                  </a:cubicBezTo>
                  <a:cubicBezTo>
                    <a:pt x="1808" y="1261"/>
                    <a:pt x="676" y="2142"/>
                    <a:pt x="587" y="3428"/>
                  </a:cubicBezTo>
                  <a:cubicBezTo>
                    <a:pt x="527" y="4306"/>
                    <a:pt x="929" y="5089"/>
                    <a:pt x="1317" y="5846"/>
                  </a:cubicBezTo>
                  <a:cubicBezTo>
                    <a:pt x="1512" y="6227"/>
                    <a:pt x="1696" y="6585"/>
                    <a:pt x="1827" y="6956"/>
                  </a:cubicBezTo>
                  <a:cubicBezTo>
                    <a:pt x="2248" y="8153"/>
                    <a:pt x="2191" y="9617"/>
                    <a:pt x="1652" y="11428"/>
                  </a:cubicBezTo>
                  <a:cubicBezTo>
                    <a:pt x="1502" y="11935"/>
                    <a:pt x="1324" y="12444"/>
                    <a:pt x="1154" y="12937"/>
                  </a:cubicBezTo>
                  <a:cubicBezTo>
                    <a:pt x="827" y="13885"/>
                    <a:pt x="489" y="14865"/>
                    <a:pt x="312" y="15872"/>
                  </a:cubicBezTo>
                  <a:cubicBezTo>
                    <a:pt x="127" y="16924"/>
                    <a:pt x="1" y="18908"/>
                    <a:pt x="1205" y="20377"/>
                  </a:cubicBezTo>
                  <a:cubicBezTo>
                    <a:pt x="1767" y="21062"/>
                    <a:pt x="2643" y="21515"/>
                    <a:pt x="3548" y="21589"/>
                  </a:cubicBezTo>
                  <a:cubicBezTo>
                    <a:pt x="3633" y="21596"/>
                    <a:pt x="3717" y="21600"/>
                    <a:pt x="3801" y="21600"/>
                  </a:cubicBezTo>
                  <a:cubicBezTo>
                    <a:pt x="4450" y="21600"/>
                    <a:pt x="5042" y="21391"/>
                    <a:pt x="5487" y="21000"/>
                  </a:cubicBezTo>
                  <a:cubicBezTo>
                    <a:pt x="6205" y="20370"/>
                    <a:pt x="6468" y="19432"/>
                    <a:pt x="6722" y="18524"/>
                  </a:cubicBezTo>
                  <a:cubicBezTo>
                    <a:pt x="6802" y="18238"/>
                    <a:pt x="6884" y="17943"/>
                    <a:pt x="6980" y="17664"/>
                  </a:cubicBezTo>
                  <a:cubicBezTo>
                    <a:pt x="7518" y="16094"/>
                    <a:pt x="8674" y="14633"/>
                    <a:pt x="10234" y="13545"/>
                  </a:cubicBezTo>
                  <a:cubicBezTo>
                    <a:pt x="11556" y="12625"/>
                    <a:pt x="13163" y="11943"/>
                    <a:pt x="15148" y="11459"/>
                  </a:cubicBezTo>
                  <a:lnTo>
                    <a:pt x="15211" y="11444"/>
                  </a:lnTo>
                  <a:cubicBezTo>
                    <a:pt x="16145" y="11216"/>
                    <a:pt x="17206" y="10959"/>
                    <a:pt x="17722" y="10108"/>
                  </a:cubicBezTo>
                  <a:cubicBezTo>
                    <a:pt x="18000" y="9650"/>
                    <a:pt x="18053" y="9109"/>
                    <a:pt x="17881" y="8539"/>
                  </a:cubicBezTo>
                  <a:cubicBezTo>
                    <a:pt x="17651" y="7783"/>
                    <a:pt x="17056" y="7102"/>
                    <a:pt x="16326" y="6764"/>
                  </a:cubicBezTo>
                  <a:cubicBezTo>
                    <a:pt x="15564" y="6408"/>
                    <a:pt x="14731" y="6327"/>
                    <a:pt x="13892" y="6327"/>
                  </a:cubicBezTo>
                  <a:cubicBezTo>
                    <a:pt x="13537" y="6327"/>
                    <a:pt x="13181" y="6342"/>
                    <a:pt x="12828" y="6356"/>
                  </a:cubicBezTo>
                  <a:cubicBezTo>
                    <a:pt x="12699" y="6361"/>
                    <a:pt x="12573" y="6366"/>
                    <a:pt x="12446" y="6369"/>
                  </a:cubicBezTo>
                  <a:cubicBezTo>
                    <a:pt x="12271" y="6376"/>
                    <a:pt x="12094" y="6380"/>
                    <a:pt x="11915" y="6380"/>
                  </a:cubicBezTo>
                  <a:cubicBezTo>
                    <a:pt x="10823" y="6380"/>
                    <a:pt x="9674" y="6232"/>
                    <a:pt x="8843" y="5528"/>
                  </a:cubicBezTo>
                  <a:cubicBezTo>
                    <a:pt x="8118" y="4915"/>
                    <a:pt x="7756" y="3988"/>
                    <a:pt x="7407" y="3092"/>
                  </a:cubicBezTo>
                  <a:cubicBezTo>
                    <a:pt x="7172" y="2489"/>
                    <a:pt x="6289" y="494"/>
                    <a:pt x="4769" y="76"/>
                  </a:cubicBezTo>
                  <a:cubicBezTo>
                    <a:pt x="4588" y="26"/>
                    <a:pt x="4405" y="1"/>
                    <a:pt x="4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5"/>
            <p:cNvSpPr/>
            <p:nvPr/>
          </p:nvSpPr>
          <p:spPr>
            <a:xfrm>
              <a:off x="3499175" y="519700"/>
              <a:ext cx="320500" cy="421975"/>
            </a:xfrm>
            <a:custGeom>
              <a:rect b="b" l="l" r="r" t="t"/>
              <a:pathLst>
                <a:path extrusionOk="0" h="16879" w="12820">
                  <a:moveTo>
                    <a:pt x="2175" y="149"/>
                  </a:moveTo>
                  <a:cubicBezTo>
                    <a:pt x="2268" y="149"/>
                    <a:pt x="2358" y="156"/>
                    <a:pt x="2440" y="168"/>
                  </a:cubicBezTo>
                  <a:cubicBezTo>
                    <a:pt x="3449" y="294"/>
                    <a:pt x="4529" y="1070"/>
                    <a:pt x="4818" y="1679"/>
                  </a:cubicBezTo>
                  <a:cubicBezTo>
                    <a:pt x="4948" y="1955"/>
                    <a:pt x="5050" y="2253"/>
                    <a:pt x="5148" y="2542"/>
                  </a:cubicBezTo>
                  <a:cubicBezTo>
                    <a:pt x="5305" y="3004"/>
                    <a:pt x="5466" y="3482"/>
                    <a:pt x="5757" y="3888"/>
                  </a:cubicBezTo>
                  <a:cubicBezTo>
                    <a:pt x="6697" y="5208"/>
                    <a:pt x="8560" y="5338"/>
                    <a:pt x="10235" y="5357"/>
                  </a:cubicBezTo>
                  <a:cubicBezTo>
                    <a:pt x="10986" y="5364"/>
                    <a:pt x="11898" y="5457"/>
                    <a:pt x="12269" y="6103"/>
                  </a:cubicBezTo>
                  <a:cubicBezTo>
                    <a:pt x="12650" y="6765"/>
                    <a:pt x="12201" y="7663"/>
                    <a:pt x="11545" y="8086"/>
                  </a:cubicBezTo>
                  <a:cubicBezTo>
                    <a:pt x="11051" y="8403"/>
                    <a:pt x="10460" y="8548"/>
                    <a:pt x="9887" y="8687"/>
                  </a:cubicBezTo>
                  <a:cubicBezTo>
                    <a:pt x="9680" y="8738"/>
                    <a:pt x="9467" y="8790"/>
                    <a:pt x="9260" y="8850"/>
                  </a:cubicBezTo>
                  <a:cubicBezTo>
                    <a:pt x="7011" y="9499"/>
                    <a:pt x="5095" y="11260"/>
                    <a:pt x="4259" y="13447"/>
                  </a:cubicBezTo>
                  <a:cubicBezTo>
                    <a:pt x="4170" y="13683"/>
                    <a:pt x="4091" y="13926"/>
                    <a:pt x="4013" y="14163"/>
                  </a:cubicBezTo>
                  <a:cubicBezTo>
                    <a:pt x="3845" y="14675"/>
                    <a:pt x="3673" y="15207"/>
                    <a:pt x="3385" y="15667"/>
                  </a:cubicBezTo>
                  <a:cubicBezTo>
                    <a:pt x="3038" y="16225"/>
                    <a:pt x="2416" y="16731"/>
                    <a:pt x="1739" y="16731"/>
                  </a:cubicBezTo>
                  <a:cubicBezTo>
                    <a:pt x="1651" y="16731"/>
                    <a:pt x="1562" y="16722"/>
                    <a:pt x="1472" y="16704"/>
                  </a:cubicBezTo>
                  <a:cubicBezTo>
                    <a:pt x="1099" y="16629"/>
                    <a:pt x="784" y="16394"/>
                    <a:pt x="562" y="16030"/>
                  </a:cubicBezTo>
                  <a:cubicBezTo>
                    <a:pt x="244" y="15507"/>
                    <a:pt x="153" y="14763"/>
                    <a:pt x="331" y="14137"/>
                  </a:cubicBezTo>
                  <a:cubicBezTo>
                    <a:pt x="526" y="13451"/>
                    <a:pt x="931" y="12838"/>
                    <a:pt x="1326" y="12246"/>
                  </a:cubicBezTo>
                  <a:cubicBezTo>
                    <a:pt x="1528" y="11940"/>
                    <a:pt x="1738" y="11624"/>
                    <a:pt x="1919" y="11299"/>
                  </a:cubicBezTo>
                  <a:cubicBezTo>
                    <a:pt x="3024" y="9310"/>
                    <a:pt x="3071" y="6813"/>
                    <a:pt x="2046" y="4784"/>
                  </a:cubicBezTo>
                  <a:cubicBezTo>
                    <a:pt x="1915" y="4524"/>
                    <a:pt x="1766" y="4270"/>
                    <a:pt x="1622" y="4026"/>
                  </a:cubicBezTo>
                  <a:cubicBezTo>
                    <a:pt x="1379" y="3610"/>
                    <a:pt x="1128" y="3182"/>
                    <a:pt x="962" y="2727"/>
                  </a:cubicBezTo>
                  <a:cubicBezTo>
                    <a:pt x="661" y="1895"/>
                    <a:pt x="734" y="1091"/>
                    <a:pt x="1161" y="577"/>
                  </a:cubicBezTo>
                  <a:cubicBezTo>
                    <a:pt x="1439" y="241"/>
                    <a:pt x="1831" y="149"/>
                    <a:pt x="2175" y="149"/>
                  </a:cubicBezTo>
                  <a:close/>
                  <a:moveTo>
                    <a:pt x="2170" y="1"/>
                  </a:moveTo>
                  <a:cubicBezTo>
                    <a:pt x="1693" y="1"/>
                    <a:pt x="1308" y="165"/>
                    <a:pt x="1045" y="483"/>
                  </a:cubicBezTo>
                  <a:cubicBezTo>
                    <a:pt x="586" y="1036"/>
                    <a:pt x="503" y="1893"/>
                    <a:pt x="823" y="2775"/>
                  </a:cubicBezTo>
                  <a:cubicBezTo>
                    <a:pt x="992" y="3244"/>
                    <a:pt x="1248" y="3678"/>
                    <a:pt x="1494" y="4099"/>
                  </a:cubicBezTo>
                  <a:cubicBezTo>
                    <a:pt x="1637" y="4342"/>
                    <a:pt x="1785" y="4594"/>
                    <a:pt x="1914" y="4849"/>
                  </a:cubicBezTo>
                  <a:cubicBezTo>
                    <a:pt x="2917" y="6837"/>
                    <a:pt x="2869" y="9280"/>
                    <a:pt x="1788" y="11227"/>
                  </a:cubicBezTo>
                  <a:cubicBezTo>
                    <a:pt x="1611" y="11547"/>
                    <a:pt x="1403" y="11860"/>
                    <a:pt x="1202" y="12163"/>
                  </a:cubicBezTo>
                  <a:cubicBezTo>
                    <a:pt x="803" y="12766"/>
                    <a:pt x="389" y="13387"/>
                    <a:pt x="189" y="14095"/>
                  </a:cubicBezTo>
                  <a:cubicBezTo>
                    <a:pt x="1" y="14761"/>
                    <a:pt x="99" y="15550"/>
                    <a:pt x="436" y="16105"/>
                  </a:cubicBezTo>
                  <a:cubicBezTo>
                    <a:pt x="682" y="16507"/>
                    <a:pt x="1030" y="16764"/>
                    <a:pt x="1444" y="16848"/>
                  </a:cubicBezTo>
                  <a:cubicBezTo>
                    <a:pt x="1543" y="16869"/>
                    <a:pt x="1642" y="16878"/>
                    <a:pt x="1740" y="16878"/>
                  </a:cubicBezTo>
                  <a:cubicBezTo>
                    <a:pt x="2473" y="16878"/>
                    <a:pt x="3142" y="16339"/>
                    <a:pt x="3509" y="15744"/>
                  </a:cubicBezTo>
                  <a:cubicBezTo>
                    <a:pt x="3805" y="15269"/>
                    <a:pt x="3982" y="14730"/>
                    <a:pt x="4153" y="14207"/>
                  </a:cubicBezTo>
                  <a:cubicBezTo>
                    <a:pt x="4230" y="13973"/>
                    <a:pt x="4308" y="13730"/>
                    <a:pt x="4397" y="13498"/>
                  </a:cubicBezTo>
                  <a:cubicBezTo>
                    <a:pt x="5216" y="11354"/>
                    <a:pt x="7095" y="9628"/>
                    <a:pt x="9301" y="8990"/>
                  </a:cubicBezTo>
                  <a:cubicBezTo>
                    <a:pt x="9504" y="8932"/>
                    <a:pt x="9717" y="8880"/>
                    <a:pt x="9922" y="8829"/>
                  </a:cubicBezTo>
                  <a:cubicBezTo>
                    <a:pt x="10505" y="8686"/>
                    <a:pt x="11110" y="8540"/>
                    <a:pt x="11625" y="8207"/>
                  </a:cubicBezTo>
                  <a:cubicBezTo>
                    <a:pt x="12338" y="7748"/>
                    <a:pt x="12819" y="6763"/>
                    <a:pt x="12397" y="6028"/>
                  </a:cubicBezTo>
                  <a:cubicBezTo>
                    <a:pt x="11989" y="5316"/>
                    <a:pt x="11027" y="5215"/>
                    <a:pt x="10236" y="5207"/>
                  </a:cubicBezTo>
                  <a:cubicBezTo>
                    <a:pt x="8600" y="5188"/>
                    <a:pt x="6776" y="5064"/>
                    <a:pt x="5877" y="3801"/>
                  </a:cubicBezTo>
                  <a:cubicBezTo>
                    <a:pt x="5599" y="3413"/>
                    <a:pt x="5440" y="2944"/>
                    <a:pt x="5288" y="2493"/>
                  </a:cubicBezTo>
                  <a:cubicBezTo>
                    <a:pt x="5187" y="2200"/>
                    <a:pt x="5086" y="1897"/>
                    <a:pt x="4950" y="1613"/>
                  </a:cubicBezTo>
                  <a:cubicBezTo>
                    <a:pt x="4607" y="887"/>
                    <a:pt x="3441" y="142"/>
                    <a:pt x="2457" y="19"/>
                  </a:cubicBezTo>
                  <a:cubicBezTo>
                    <a:pt x="2358" y="7"/>
                    <a:pt x="2262" y="1"/>
                    <a:pt x="21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5"/>
            <p:cNvSpPr/>
            <p:nvPr/>
          </p:nvSpPr>
          <p:spPr>
            <a:xfrm>
              <a:off x="3542525" y="553700"/>
              <a:ext cx="210825" cy="325100"/>
            </a:xfrm>
            <a:custGeom>
              <a:rect b="b" l="l" r="r" t="t"/>
              <a:pathLst>
                <a:path extrusionOk="0" h="13004" w="8433">
                  <a:moveTo>
                    <a:pt x="1419" y="148"/>
                  </a:moveTo>
                  <a:cubicBezTo>
                    <a:pt x="1576" y="148"/>
                    <a:pt x="1733" y="184"/>
                    <a:pt x="1873" y="263"/>
                  </a:cubicBezTo>
                  <a:cubicBezTo>
                    <a:pt x="2306" y="502"/>
                    <a:pt x="2489" y="1013"/>
                    <a:pt x="2666" y="1506"/>
                  </a:cubicBezTo>
                  <a:cubicBezTo>
                    <a:pt x="2710" y="1629"/>
                    <a:pt x="2754" y="1749"/>
                    <a:pt x="2800" y="1867"/>
                  </a:cubicBezTo>
                  <a:cubicBezTo>
                    <a:pt x="3397" y="3353"/>
                    <a:pt x="4931" y="4437"/>
                    <a:pt x="6531" y="4505"/>
                  </a:cubicBezTo>
                  <a:cubicBezTo>
                    <a:pt x="6628" y="4509"/>
                    <a:pt x="6727" y="4509"/>
                    <a:pt x="6825" y="4510"/>
                  </a:cubicBezTo>
                  <a:cubicBezTo>
                    <a:pt x="7099" y="4512"/>
                    <a:pt x="7357" y="4514"/>
                    <a:pt x="7605" y="4586"/>
                  </a:cubicBezTo>
                  <a:cubicBezTo>
                    <a:pt x="7908" y="4672"/>
                    <a:pt x="8241" y="4921"/>
                    <a:pt x="8261" y="5264"/>
                  </a:cubicBezTo>
                  <a:cubicBezTo>
                    <a:pt x="8291" y="5766"/>
                    <a:pt x="7676" y="6076"/>
                    <a:pt x="7307" y="6215"/>
                  </a:cubicBezTo>
                  <a:cubicBezTo>
                    <a:pt x="7064" y="6306"/>
                    <a:pt x="6816" y="6393"/>
                    <a:pt x="6566" y="6481"/>
                  </a:cubicBezTo>
                  <a:cubicBezTo>
                    <a:pt x="5418" y="6885"/>
                    <a:pt x="4231" y="7301"/>
                    <a:pt x="3437" y="8227"/>
                  </a:cubicBezTo>
                  <a:cubicBezTo>
                    <a:pt x="2879" y="8877"/>
                    <a:pt x="2590" y="9698"/>
                    <a:pt x="2311" y="10494"/>
                  </a:cubicBezTo>
                  <a:cubicBezTo>
                    <a:pt x="2091" y="11123"/>
                    <a:pt x="1864" y="11773"/>
                    <a:pt x="1503" y="12331"/>
                  </a:cubicBezTo>
                  <a:cubicBezTo>
                    <a:pt x="1419" y="12461"/>
                    <a:pt x="1138" y="12854"/>
                    <a:pt x="798" y="12854"/>
                  </a:cubicBezTo>
                  <a:cubicBezTo>
                    <a:pt x="762" y="12854"/>
                    <a:pt x="727" y="12850"/>
                    <a:pt x="690" y="12841"/>
                  </a:cubicBezTo>
                  <a:cubicBezTo>
                    <a:pt x="386" y="12764"/>
                    <a:pt x="254" y="12370"/>
                    <a:pt x="326" y="12065"/>
                  </a:cubicBezTo>
                  <a:cubicBezTo>
                    <a:pt x="393" y="11774"/>
                    <a:pt x="588" y="11525"/>
                    <a:pt x="775" y="11284"/>
                  </a:cubicBezTo>
                  <a:lnTo>
                    <a:pt x="852" y="11185"/>
                  </a:lnTo>
                  <a:cubicBezTo>
                    <a:pt x="1880" y="9839"/>
                    <a:pt x="2431" y="8167"/>
                    <a:pt x="2403" y="6475"/>
                  </a:cubicBezTo>
                  <a:cubicBezTo>
                    <a:pt x="2384" y="5312"/>
                    <a:pt x="2083" y="4143"/>
                    <a:pt x="1534" y="3096"/>
                  </a:cubicBezTo>
                  <a:cubicBezTo>
                    <a:pt x="1428" y="2891"/>
                    <a:pt x="1265" y="2678"/>
                    <a:pt x="1093" y="2452"/>
                  </a:cubicBezTo>
                  <a:cubicBezTo>
                    <a:pt x="642" y="1863"/>
                    <a:pt x="177" y="1254"/>
                    <a:pt x="534" y="633"/>
                  </a:cubicBezTo>
                  <a:cubicBezTo>
                    <a:pt x="709" y="327"/>
                    <a:pt x="1067" y="148"/>
                    <a:pt x="1419" y="148"/>
                  </a:cubicBezTo>
                  <a:close/>
                  <a:moveTo>
                    <a:pt x="1422" y="1"/>
                  </a:moveTo>
                  <a:cubicBezTo>
                    <a:pt x="1018" y="1"/>
                    <a:pt x="606" y="207"/>
                    <a:pt x="405" y="558"/>
                  </a:cubicBezTo>
                  <a:cubicBezTo>
                    <a:pt x="0" y="1265"/>
                    <a:pt x="518" y="1942"/>
                    <a:pt x="975" y="2541"/>
                  </a:cubicBezTo>
                  <a:cubicBezTo>
                    <a:pt x="1143" y="2762"/>
                    <a:pt x="1302" y="2969"/>
                    <a:pt x="1404" y="3164"/>
                  </a:cubicBezTo>
                  <a:cubicBezTo>
                    <a:pt x="1942" y="4191"/>
                    <a:pt x="2236" y="5337"/>
                    <a:pt x="2256" y="6477"/>
                  </a:cubicBezTo>
                  <a:cubicBezTo>
                    <a:pt x="2285" y="8137"/>
                    <a:pt x="1744" y="9777"/>
                    <a:pt x="735" y="11096"/>
                  </a:cubicBezTo>
                  <a:lnTo>
                    <a:pt x="659" y="11195"/>
                  </a:lnTo>
                  <a:cubicBezTo>
                    <a:pt x="461" y="11449"/>
                    <a:pt x="258" y="11711"/>
                    <a:pt x="183" y="12032"/>
                  </a:cubicBezTo>
                  <a:cubicBezTo>
                    <a:pt x="94" y="12413"/>
                    <a:pt x="262" y="12887"/>
                    <a:pt x="654" y="12985"/>
                  </a:cubicBezTo>
                  <a:cubicBezTo>
                    <a:pt x="704" y="12999"/>
                    <a:pt x="753" y="13004"/>
                    <a:pt x="801" y="13004"/>
                  </a:cubicBezTo>
                  <a:cubicBezTo>
                    <a:pt x="1199" y="13004"/>
                    <a:pt x="1506" y="12601"/>
                    <a:pt x="1627" y="12410"/>
                  </a:cubicBezTo>
                  <a:cubicBezTo>
                    <a:pt x="1997" y="11836"/>
                    <a:pt x="2227" y="11179"/>
                    <a:pt x="2451" y="10541"/>
                  </a:cubicBezTo>
                  <a:cubicBezTo>
                    <a:pt x="2724" y="9760"/>
                    <a:pt x="3008" y="8951"/>
                    <a:pt x="3547" y="8322"/>
                  </a:cubicBezTo>
                  <a:cubicBezTo>
                    <a:pt x="4316" y="7428"/>
                    <a:pt x="5484" y="7017"/>
                    <a:pt x="6614" y="6619"/>
                  </a:cubicBezTo>
                  <a:cubicBezTo>
                    <a:pt x="6863" y="6532"/>
                    <a:pt x="7114" y="6444"/>
                    <a:pt x="7359" y="6351"/>
                  </a:cubicBezTo>
                  <a:cubicBezTo>
                    <a:pt x="8060" y="6085"/>
                    <a:pt x="8433" y="5696"/>
                    <a:pt x="8407" y="5254"/>
                  </a:cubicBezTo>
                  <a:cubicBezTo>
                    <a:pt x="8383" y="4838"/>
                    <a:pt x="8007" y="4546"/>
                    <a:pt x="7643" y="4443"/>
                  </a:cubicBezTo>
                  <a:cubicBezTo>
                    <a:pt x="7374" y="4366"/>
                    <a:pt x="7095" y="4365"/>
                    <a:pt x="6823" y="4362"/>
                  </a:cubicBezTo>
                  <a:cubicBezTo>
                    <a:pt x="6727" y="4362"/>
                    <a:pt x="6630" y="4361"/>
                    <a:pt x="6534" y="4357"/>
                  </a:cubicBezTo>
                  <a:cubicBezTo>
                    <a:pt x="4991" y="4292"/>
                    <a:pt x="3510" y="3244"/>
                    <a:pt x="2935" y="1810"/>
                  </a:cubicBezTo>
                  <a:cubicBezTo>
                    <a:pt x="2887" y="1694"/>
                    <a:pt x="2844" y="1574"/>
                    <a:pt x="2801" y="1454"/>
                  </a:cubicBezTo>
                  <a:cubicBezTo>
                    <a:pt x="2616" y="935"/>
                    <a:pt x="2423" y="399"/>
                    <a:pt x="1941" y="131"/>
                  </a:cubicBezTo>
                  <a:cubicBezTo>
                    <a:pt x="1782" y="42"/>
                    <a:pt x="1603" y="1"/>
                    <a:pt x="14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 name="Google Shape;732;p25"/>
          <p:cNvGrpSpPr/>
          <p:nvPr/>
        </p:nvGrpSpPr>
        <p:grpSpPr>
          <a:xfrm rot="-6220858">
            <a:off x="1022100" y="1485751"/>
            <a:ext cx="3231905" cy="6957761"/>
            <a:chOff x="2983626" y="2000688"/>
            <a:chExt cx="571425" cy="817013"/>
          </a:xfrm>
        </p:grpSpPr>
        <p:sp>
          <p:nvSpPr>
            <p:cNvPr id="733" name="Google Shape;733;p25"/>
            <p:cNvSpPr/>
            <p:nvPr/>
          </p:nvSpPr>
          <p:spPr>
            <a:xfrm>
              <a:off x="2983626" y="2000688"/>
              <a:ext cx="571425" cy="817013"/>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5"/>
            <p:cNvSpPr/>
            <p:nvPr/>
          </p:nvSpPr>
          <p:spPr>
            <a:xfrm>
              <a:off x="3218150" y="2758150"/>
              <a:ext cx="49375" cy="28550"/>
            </a:xfrm>
            <a:custGeom>
              <a:rect b="b" l="l" r="r" t="t"/>
              <a:pathLst>
                <a:path extrusionOk="0" h="1142" w="1975">
                  <a:moveTo>
                    <a:pt x="925" y="118"/>
                  </a:moveTo>
                  <a:cubicBezTo>
                    <a:pt x="729" y="0"/>
                    <a:pt x="465" y="12"/>
                    <a:pt x="280" y="146"/>
                  </a:cubicBezTo>
                  <a:cubicBezTo>
                    <a:pt x="96" y="280"/>
                    <a:pt x="1" y="530"/>
                    <a:pt x="48" y="753"/>
                  </a:cubicBezTo>
                  <a:cubicBezTo>
                    <a:pt x="535" y="1141"/>
                    <a:pt x="1302" y="1108"/>
                    <a:pt x="1755" y="680"/>
                  </a:cubicBezTo>
                  <a:cubicBezTo>
                    <a:pt x="1873" y="568"/>
                    <a:pt x="1974" y="407"/>
                    <a:pt x="1930" y="249"/>
                  </a:cubicBezTo>
                  <a:cubicBezTo>
                    <a:pt x="1878" y="74"/>
                    <a:pt x="1670" y="0"/>
                    <a:pt x="1489" y="0"/>
                  </a:cubicBezTo>
                  <a:cubicBezTo>
                    <a:pt x="1309" y="1"/>
                    <a:pt x="1126" y="51"/>
                    <a:pt x="950" y="12"/>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 name="Google Shape;735;p25"/>
          <p:cNvSpPr/>
          <p:nvPr/>
        </p:nvSpPr>
        <p:spPr>
          <a:xfrm rot="-738813">
            <a:off x="-2998538" y="-1648796"/>
            <a:ext cx="11051445" cy="3366673"/>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36" name="Shape 736"/>
        <p:cNvGrpSpPr/>
        <p:nvPr/>
      </p:nvGrpSpPr>
      <p:grpSpPr>
        <a:xfrm>
          <a:off x="0" y="0"/>
          <a:ext cx="0" cy="0"/>
          <a:chOff x="0" y="0"/>
          <a:chExt cx="0" cy="0"/>
        </a:xfrm>
      </p:grpSpPr>
      <p:pic>
        <p:nvPicPr>
          <p:cNvPr id="737" name="Google Shape;737;p26"/>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738" name="Google Shape;738;p26"/>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39" name="Google Shape;739;p26"/>
          <p:cNvSpPr txBox="1"/>
          <p:nvPr>
            <p:ph idx="2" type="title"/>
          </p:nvPr>
        </p:nvSpPr>
        <p:spPr>
          <a:xfrm>
            <a:off x="1853113" y="1829200"/>
            <a:ext cx="2258100" cy="439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40" name="Google Shape;740;p26"/>
          <p:cNvSpPr txBox="1"/>
          <p:nvPr>
            <p:ph idx="1" type="subTitle"/>
          </p:nvPr>
        </p:nvSpPr>
        <p:spPr>
          <a:xfrm>
            <a:off x="1853113" y="2267775"/>
            <a:ext cx="2258100" cy="5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1" name="Google Shape;741;p26"/>
          <p:cNvSpPr txBox="1"/>
          <p:nvPr>
            <p:ph idx="3" type="title"/>
          </p:nvPr>
        </p:nvSpPr>
        <p:spPr>
          <a:xfrm>
            <a:off x="5032788" y="1829200"/>
            <a:ext cx="2258100" cy="439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42" name="Google Shape;742;p26"/>
          <p:cNvSpPr txBox="1"/>
          <p:nvPr>
            <p:ph idx="4" type="subTitle"/>
          </p:nvPr>
        </p:nvSpPr>
        <p:spPr>
          <a:xfrm>
            <a:off x="5032781" y="2267775"/>
            <a:ext cx="2258100" cy="5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3" name="Google Shape;743;p26"/>
          <p:cNvSpPr txBox="1"/>
          <p:nvPr>
            <p:ph idx="5" type="title"/>
          </p:nvPr>
        </p:nvSpPr>
        <p:spPr>
          <a:xfrm>
            <a:off x="1853113" y="3599701"/>
            <a:ext cx="2258100" cy="439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44" name="Google Shape;744;p26"/>
          <p:cNvSpPr txBox="1"/>
          <p:nvPr>
            <p:ph idx="6" type="subTitle"/>
          </p:nvPr>
        </p:nvSpPr>
        <p:spPr>
          <a:xfrm>
            <a:off x="1853125" y="4039200"/>
            <a:ext cx="2258100" cy="5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5" name="Google Shape;745;p26"/>
          <p:cNvSpPr txBox="1"/>
          <p:nvPr>
            <p:ph idx="7" type="title"/>
          </p:nvPr>
        </p:nvSpPr>
        <p:spPr>
          <a:xfrm>
            <a:off x="5032784" y="3599701"/>
            <a:ext cx="2258100" cy="439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46" name="Google Shape;746;p26"/>
          <p:cNvSpPr txBox="1"/>
          <p:nvPr>
            <p:ph idx="8" type="subTitle"/>
          </p:nvPr>
        </p:nvSpPr>
        <p:spPr>
          <a:xfrm>
            <a:off x="5032799" y="4039200"/>
            <a:ext cx="2258100" cy="5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747" name="Shape 747"/>
        <p:cNvGrpSpPr/>
        <p:nvPr/>
      </p:nvGrpSpPr>
      <p:grpSpPr>
        <a:xfrm>
          <a:off x="0" y="0"/>
          <a:ext cx="0" cy="0"/>
          <a:chOff x="0" y="0"/>
          <a:chExt cx="0" cy="0"/>
        </a:xfrm>
      </p:grpSpPr>
      <p:pic>
        <p:nvPicPr>
          <p:cNvPr id="748" name="Google Shape;748;p27"/>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749" name="Google Shape;749;p27"/>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50" name="Google Shape;750;p27"/>
          <p:cNvSpPr txBox="1"/>
          <p:nvPr>
            <p:ph idx="2" type="title"/>
          </p:nvPr>
        </p:nvSpPr>
        <p:spPr>
          <a:xfrm>
            <a:off x="720000" y="1894075"/>
            <a:ext cx="2305500" cy="4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51" name="Google Shape;751;p27"/>
          <p:cNvSpPr txBox="1"/>
          <p:nvPr>
            <p:ph idx="1" type="subTitle"/>
          </p:nvPr>
        </p:nvSpPr>
        <p:spPr>
          <a:xfrm>
            <a:off x="719988" y="2345575"/>
            <a:ext cx="2305500" cy="5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52" name="Google Shape;752;p27"/>
          <p:cNvSpPr txBox="1"/>
          <p:nvPr>
            <p:ph idx="3" type="title"/>
          </p:nvPr>
        </p:nvSpPr>
        <p:spPr>
          <a:xfrm>
            <a:off x="3419262" y="1894075"/>
            <a:ext cx="2305500" cy="4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53" name="Google Shape;753;p27"/>
          <p:cNvSpPr txBox="1"/>
          <p:nvPr>
            <p:ph idx="4" type="subTitle"/>
          </p:nvPr>
        </p:nvSpPr>
        <p:spPr>
          <a:xfrm>
            <a:off x="3419259" y="2345575"/>
            <a:ext cx="2305500" cy="5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54" name="Google Shape;754;p27"/>
          <p:cNvSpPr txBox="1"/>
          <p:nvPr>
            <p:ph idx="5" type="title"/>
          </p:nvPr>
        </p:nvSpPr>
        <p:spPr>
          <a:xfrm>
            <a:off x="719975" y="3522900"/>
            <a:ext cx="2305500" cy="4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55" name="Google Shape;755;p27"/>
          <p:cNvSpPr txBox="1"/>
          <p:nvPr>
            <p:ph idx="6" type="subTitle"/>
          </p:nvPr>
        </p:nvSpPr>
        <p:spPr>
          <a:xfrm>
            <a:off x="719963" y="3974400"/>
            <a:ext cx="2305500" cy="5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56" name="Google Shape;756;p27"/>
          <p:cNvSpPr txBox="1"/>
          <p:nvPr>
            <p:ph idx="7" type="title"/>
          </p:nvPr>
        </p:nvSpPr>
        <p:spPr>
          <a:xfrm>
            <a:off x="3419237" y="3522900"/>
            <a:ext cx="2305500" cy="4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57" name="Google Shape;757;p27"/>
          <p:cNvSpPr txBox="1"/>
          <p:nvPr>
            <p:ph idx="8" type="subTitle"/>
          </p:nvPr>
        </p:nvSpPr>
        <p:spPr>
          <a:xfrm>
            <a:off x="3419234" y="3974400"/>
            <a:ext cx="2305500" cy="5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58" name="Google Shape;758;p27"/>
          <p:cNvSpPr txBox="1"/>
          <p:nvPr>
            <p:ph idx="9" type="title"/>
          </p:nvPr>
        </p:nvSpPr>
        <p:spPr>
          <a:xfrm>
            <a:off x="6118531" y="1894075"/>
            <a:ext cx="2305500" cy="4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59" name="Google Shape;759;p27"/>
          <p:cNvSpPr txBox="1"/>
          <p:nvPr>
            <p:ph idx="13" type="subTitle"/>
          </p:nvPr>
        </p:nvSpPr>
        <p:spPr>
          <a:xfrm>
            <a:off x="6118537" y="2345575"/>
            <a:ext cx="2305500" cy="5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60" name="Google Shape;760;p27"/>
          <p:cNvSpPr txBox="1"/>
          <p:nvPr>
            <p:ph idx="14" type="title"/>
          </p:nvPr>
        </p:nvSpPr>
        <p:spPr>
          <a:xfrm>
            <a:off x="6118506" y="3522900"/>
            <a:ext cx="2305500" cy="451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61" name="Google Shape;761;p27"/>
          <p:cNvSpPr txBox="1"/>
          <p:nvPr>
            <p:ph idx="15" type="subTitle"/>
          </p:nvPr>
        </p:nvSpPr>
        <p:spPr>
          <a:xfrm>
            <a:off x="6118512" y="3974400"/>
            <a:ext cx="2305500" cy="5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762" name="Google Shape;762;p27"/>
          <p:cNvGrpSpPr/>
          <p:nvPr/>
        </p:nvGrpSpPr>
        <p:grpSpPr>
          <a:xfrm rot="1139891">
            <a:off x="-83253" y="-1443200"/>
            <a:ext cx="2533738" cy="3956416"/>
            <a:chOff x="2944269" y="1907750"/>
            <a:chExt cx="597139" cy="932450"/>
          </a:xfrm>
        </p:grpSpPr>
        <p:sp>
          <p:nvSpPr>
            <p:cNvPr id="763" name="Google Shape;763;p27"/>
            <p:cNvSpPr/>
            <p:nvPr/>
          </p:nvSpPr>
          <p:spPr>
            <a:xfrm>
              <a:off x="2944269" y="1907750"/>
              <a:ext cx="597139" cy="932450"/>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7"/>
            <p:cNvSpPr/>
            <p:nvPr/>
          </p:nvSpPr>
          <p:spPr>
            <a:xfrm>
              <a:off x="3218150" y="2758150"/>
              <a:ext cx="49375" cy="28550"/>
            </a:xfrm>
            <a:custGeom>
              <a:rect b="b" l="l" r="r" t="t"/>
              <a:pathLst>
                <a:path extrusionOk="0" h="1142" w="1975">
                  <a:moveTo>
                    <a:pt x="925" y="118"/>
                  </a:moveTo>
                  <a:cubicBezTo>
                    <a:pt x="729" y="0"/>
                    <a:pt x="465" y="12"/>
                    <a:pt x="280" y="146"/>
                  </a:cubicBezTo>
                  <a:cubicBezTo>
                    <a:pt x="96" y="280"/>
                    <a:pt x="1" y="530"/>
                    <a:pt x="48" y="753"/>
                  </a:cubicBezTo>
                  <a:cubicBezTo>
                    <a:pt x="535" y="1141"/>
                    <a:pt x="1302" y="1108"/>
                    <a:pt x="1755" y="680"/>
                  </a:cubicBezTo>
                  <a:cubicBezTo>
                    <a:pt x="1873" y="568"/>
                    <a:pt x="1974" y="407"/>
                    <a:pt x="1930" y="249"/>
                  </a:cubicBezTo>
                  <a:cubicBezTo>
                    <a:pt x="1878" y="74"/>
                    <a:pt x="1670" y="0"/>
                    <a:pt x="1489" y="0"/>
                  </a:cubicBezTo>
                  <a:cubicBezTo>
                    <a:pt x="1309" y="1"/>
                    <a:pt x="1126" y="51"/>
                    <a:pt x="950" y="1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27"/>
          <p:cNvGrpSpPr/>
          <p:nvPr/>
        </p:nvGrpSpPr>
        <p:grpSpPr>
          <a:xfrm rot="-9688426">
            <a:off x="8224771" y="4167374"/>
            <a:ext cx="2572589" cy="2336761"/>
            <a:chOff x="3167525" y="751950"/>
            <a:chExt cx="1309325" cy="1189300"/>
          </a:xfrm>
        </p:grpSpPr>
        <p:sp>
          <p:nvSpPr>
            <p:cNvPr id="766" name="Google Shape;766;p27"/>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7"/>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7"/>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7"/>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7"/>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7"/>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7"/>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7"/>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7"/>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 name="Google Shape;775;p27"/>
          <p:cNvSpPr/>
          <p:nvPr/>
        </p:nvSpPr>
        <p:spPr>
          <a:xfrm>
            <a:off x="5261074" y="-282100"/>
            <a:ext cx="3997592" cy="1084420"/>
          </a:xfrm>
          <a:custGeom>
            <a:rect b="b" l="l" r="r" t="t"/>
            <a:pathLst>
              <a:path extrusionOk="0" h="60112" w="281471">
                <a:moveTo>
                  <a:pt x="0" y="0"/>
                </a:moveTo>
                <a:cubicBezTo>
                  <a:pt x="32281" y="3075"/>
                  <a:pt x="62540" y="17167"/>
                  <a:pt x="93824" y="25699"/>
                </a:cubicBezTo>
                <a:cubicBezTo>
                  <a:pt x="114824" y="31426"/>
                  <a:pt x="135998" y="36493"/>
                  <a:pt x="157053" y="42016"/>
                </a:cubicBezTo>
                <a:cubicBezTo>
                  <a:pt x="176514" y="47121"/>
                  <a:pt x="195458" y="54750"/>
                  <a:pt x="215386" y="57518"/>
                </a:cubicBezTo>
                <a:cubicBezTo>
                  <a:pt x="237220" y="60551"/>
                  <a:pt x="259428" y="59965"/>
                  <a:pt x="281471" y="59965"/>
                </a:cubicBezTo>
              </a:path>
            </a:pathLst>
          </a:custGeom>
          <a:noFill/>
          <a:ln cap="flat" cmpd="sng" w="19050">
            <a:solidFill>
              <a:schemeClr val="lt1"/>
            </a:solidFill>
            <a:prstDash val="dash"/>
            <a:round/>
            <a:headEnd len="med" w="med" type="none"/>
            <a:tailEnd len="med" w="med" type="none"/>
          </a:ln>
        </p:spPr>
      </p:sp>
      <p:sp>
        <p:nvSpPr>
          <p:cNvPr id="776" name="Google Shape;776;p27"/>
          <p:cNvSpPr/>
          <p:nvPr/>
        </p:nvSpPr>
        <p:spPr>
          <a:xfrm>
            <a:off x="-468975" y="4138750"/>
            <a:ext cx="2078581" cy="1335975"/>
          </a:xfrm>
          <a:custGeom>
            <a:rect b="b" l="l" r="r" t="t"/>
            <a:pathLst>
              <a:path extrusionOk="0" h="53439" w="133392">
                <a:moveTo>
                  <a:pt x="0" y="0"/>
                </a:moveTo>
                <a:cubicBezTo>
                  <a:pt x="24079" y="9762"/>
                  <a:pt x="49089" y="17503"/>
                  <a:pt x="72203" y="29371"/>
                </a:cubicBezTo>
                <a:cubicBezTo>
                  <a:pt x="81955" y="34378"/>
                  <a:pt x="92360" y="38000"/>
                  <a:pt x="102390" y="42425"/>
                </a:cubicBezTo>
                <a:cubicBezTo>
                  <a:pt x="112424" y="46852"/>
                  <a:pt x="122425" y="53439"/>
                  <a:pt x="133392" y="53439"/>
                </a:cubicBezTo>
              </a:path>
            </a:pathLst>
          </a:custGeom>
          <a:noFill/>
          <a:ln cap="flat" cmpd="sng" w="19050">
            <a:solidFill>
              <a:schemeClr val="lt1"/>
            </a:solidFill>
            <a:prstDash val="dash"/>
            <a:round/>
            <a:headEnd len="med" w="med" type="none"/>
            <a:tailEnd len="med" w="med" type="none"/>
          </a:ln>
        </p:spPr>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777" name="Shape 777"/>
        <p:cNvGrpSpPr/>
        <p:nvPr/>
      </p:nvGrpSpPr>
      <p:grpSpPr>
        <a:xfrm>
          <a:off x="0" y="0"/>
          <a:ext cx="0" cy="0"/>
          <a:chOff x="0" y="0"/>
          <a:chExt cx="0" cy="0"/>
        </a:xfrm>
      </p:grpSpPr>
      <p:pic>
        <p:nvPicPr>
          <p:cNvPr id="778" name="Google Shape;778;p28"/>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779" name="Google Shape;779;p28"/>
          <p:cNvSpPr/>
          <p:nvPr/>
        </p:nvSpPr>
        <p:spPr>
          <a:xfrm>
            <a:off x="391375" y="88950"/>
            <a:ext cx="8254407" cy="5763822"/>
          </a:xfrm>
          <a:custGeom>
            <a:rect b="b" l="l" r="r" t="t"/>
            <a:pathLst>
              <a:path extrusionOk="0" h="50510" w="53274">
                <a:moveTo>
                  <a:pt x="48752" y="17523"/>
                </a:moveTo>
                <a:cubicBezTo>
                  <a:pt x="49150" y="18416"/>
                  <a:pt x="49699" y="19525"/>
                  <a:pt x="50035" y="20266"/>
                </a:cubicBezTo>
                <a:cubicBezTo>
                  <a:pt x="50372" y="21006"/>
                  <a:pt x="50890" y="22053"/>
                  <a:pt x="51318" y="22239"/>
                </a:cubicBezTo>
                <a:cubicBezTo>
                  <a:pt x="51747" y="22424"/>
                  <a:pt x="51747" y="22763"/>
                  <a:pt x="52082" y="23011"/>
                </a:cubicBezTo>
                <a:cubicBezTo>
                  <a:pt x="52418" y="23257"/>
                  <a:pt x="53274" y="23811"/>
                  <a:pt x="52845" y="24337"/>
                </a:cubicBezTo>
                <a:cubicBezTo>
                  <a:pt x="52417" y="24862"/>
                  <a:pt x="51410" y="25908"/>
                  <a:pt x="50737" y="25940"/>
                </a:cubicBezTo>
                <a:cubicBezTo>
                  <a:pt x="50065" y="25971"/>
                  <a:pt x="48659" y="25662"/>
                  <a:pt x="48048" y="26095"/>
                </a:cubicBezTo>
                <a:cubicBezTo>
                  <a:pt x="47437" y="26526"/>
                  <a:pt x="46276" y="27297"/>
                  <a:pt x="46367" y="27390"/>
                </a:cubicBezTo>
                <a:cubicBezTo>
                  <a:pt x="46459" y="27481"/>
                  <a:pt x="46795" y="27419"/>
                  <a:pt x="47131" y="27174"/>
                </a:cubicBezTo>
                <a:cubicBezTo>
                  <a:pt x="47468" y="26927"/>
                  <a:pt x="48658" y="26526"/>
                  <a:pt x="48658" y="26711"/>
                </a:cubicBezTo>
                <a:cubicBezTo>
                  <a:pt x="48658" y="26895"/>
                  <a:pt x="48627" y="27328"/>
                  <a:pt x="48597" y="27728"/>
                </a:cubicBezTo>
                <a:cubicBezTo>
                  <a:pt x="48566" y="28129"/>
                  <a:pt x="48445" y="28345"/>
                  <a:pt x="48780" y="28438"/>
                </a:cubicBezTo>
                <a:cubicBezTo>
                  <a:pt x="49117" y="28531"/>
                  <a:pt x="49300" y="28808"/>
                  <a:pt x="49544" y="28839"/>
                </a:cubicBezTo>
                <a:cubicBezTo>
                  <a:pt x="49788" y="28870"/>
                  <a:pt x="50307" y="28222"/>
                  <a:pt x="50490" y="28346"/>
                </a:cubicBezTo>
                <a:cubicBezTo>
                  <a:pt x="50674" y="28470"/>
                  <a:pt x="51315" y="28808"/>
                  <a:pt x="50582" y="29209"/>
                </a:cubicBezTo>
                <a:cubicBezTo>
                  <a:pt x="49848" y="29610"/>
                  <a:pt x="49238" y="30010"/>
                  <a:pt x="49024" y="30134"/>
                </a:cubicBezTo>
                <a:cubicBezTo>
                  <a:pt x="48810" y="30258"/>
                  <a:pt x="48078" y="30935"/>
                  <a:pt x="48016" y="30595"/>
                </a:cubicBezTo>
                <a:cubicBezTo>
                  <a:pt x="47955" y="30256"/>
                  <a:pt x="48047" y="29826"/>
                  <a:pt x="48321" y="29702"/>
                </a:cubicBezTo>
                <a:cubicBezTo>
                  <a:pt x="48596" y="29578"/>
                  <a:pt x="48901" y="29054"/>
                  <a:pt x="48444" y="29331"/>
                </a:cubicBezTo>
                <a:cubicBezTo>
                  <a:pt x="47986" y="29609"/>
                  <a:pt x="46092" y="30163"/>
                  <a:pt x="46031" y="30440"/>
                </a:cubicBezTo>
                <a:cubicBezTo>
                  <a:pt x="45970" y="30718"/>
                  <a:pt x="45725" y="30934"/>
                  <a:pt x="45908" y="31212"/>
                </a:cubicBezTo>
                <a:cubicBezTo>
                  <a:pt x="46092" y="31489"/>
                  <a:pt x="46305" y="31766"/>
                  <a:pt x="45572" y="32013"/>
                </a:cubicBezTo>
                <a:cubicBezTo>
                  <a:pt x="44838" y="32259"/>
                  <a:pt x="44534" y="32228"/>
                  <a:pt x="44319" y="32691"/>
                </a:cubicBezTo>
                <a:cubicBezTo>
                  <a:pt x="44319" y="32691"/>
                  <a:pt x="44021" y="33654"/>
                  <a:pt x="43815" y="33955"/>
                </a:cubicBezTo>
                <a:cubicBezTo>
                  <a:pt x="43608" y="34256"/>
                  <a:pt x="43540" y="34325"/>
                  <a:pt x="43402" y="34232"/>
                </a:cubicBezTo>
                <a:cubicBezTo>
                  <a:pt x="43265" y="34139"/>
                  <a:pt x="43105" y="33862"/>
                  <a:pt x="43265" y="34417"/>
                </a:cubicBezTo>
                <a:cubicBezTo>
                  <a:pt x="43425" y="34971"/>
                  <a:pt x="43837" y="35458"/>
                  <a:pt x="43013" y="36036"/>
                </a:cubicBezTo>
                <a:cubicBezTo>
                  <a:pt x="42187" y="36613"/>
                  <a:pt x="41042" y="37331"/>
                  <a:pt x="41018" y="37561"/>
                </a:cubicBezTo>
                <a:cubicBezTo>
                  <a:pt x="40996" y="37792"/>
                  <a:pt x="40721" y="38069"/>
                  <a:pt x="40972" y="38902"/>
                </a:cubicBezTo>
                <a:cubicBezTo>
                  <a:pt x="41224" y="39735"/>
                  <a:pt x="41636" y="41352"/>
                  <a:pt x="41202" y="41330"/>
                </a:cubicBezTo>
                <a:cubicBezTo>
                  <a:pt x="40766" y="41306"/>
                  <a:pt x="40399" y="40312"/>
                  <a:pt x="40285" y="39988"/>
                </a:cubicBezTo>
                <a:cubicBezTo>
                  <a:pt x="40170" y="39664"/>
                  <a:pt x="40102" y="38716"/>
                  <a:pt x="39506" y="38740"/>
                </a:cubicBezTo>
                <a:cubicBezTo>
                  <a:pt x="38911" y="38763"/>
                  <a:pt x="37513" y="38486"/>
                  <a:pt x="37169" y="38647"/>
                </a:cubicBezTo>
                <a:cubicBezTo>
                  <a:pt x="36826" y="38808"/>
                  <a:pt x="36895" y="39040"/>
                  <a:pt x="36092" y="38925"/>
                </a:cubicBezTo>
                <a:cubicBezTo>
                  <a:pt x="35290" y="38808"/>
                  <a:pt x="34328" y="38878"/>
                  <a:pt x="33686" y="39618"/>
                </a:cubicBezTo>
                <a:cubicBezTo>
                  <a:pt x="33045" y="40359"/>
                  <a:pt x="33456" y="40751"/>
                  <a:pt x="33341" y="40937"/>
                </a:cubicBezTo>
                <a:cubicBezTo>
                  <a:pt x="33227" y="41120"/>
                  <a:pt x="32999" y="42369"/>
                  <a:pt x="33159" y="42809"/>
                </a:cubicBezTo>
                <a:cubicBezTo>
                  <a:pt x="33318" y="43249"/>
                  <a:pt x="33571" y="44265"/>
                  <a:pt x="33984" y="44497"/>
                </a:cubicBezTo>
                <a:cubicBezTo>
                  <a:pt x="34397" y="44728"/>
                  <a:pt x="35358" y="44890"/>
                  <a:pt x="35748" y="44636"/>
                </a:cubicBezTo>
                <a:cubicBezTo>
                  <a:pt x="36137" y="44383"/>
                  <a:pt x="36595" y="44151"/>
                  <a:pt x="36595" y="43805"/>
                </a:cubicBezTo>
                <a:cubicBezTo>
                  <a:pt x="36595" y="43457"/>
                  <a:pt x="36503" y="43181"/>
                  <a:pt x="36984" y="43181"/>
                </a:cubicBezTo>
                <a:cubicBezTo>
                  <a:pt x="37466" y="43181"/>
                  <a:pt x="38451" y="42903"/>
                  <a:pt x="38292" y="43320"/>
                </a:cubicBezTo>
                <a:cubicBezTo>
                  <a:pt x="38132" y="43736"/>
                  <a:pt x="37627" y="44615"/>
                  <a:pt x="37581" y="45100"/>
                </a:cubicBezTo>
                <a:cubicBezTo>
                  <a:pt x="37534" y="45585"/>
                  <a:pt x="37421" y="45931"/>
                  <a:pt x="37763" y="45931"/>
                </a:cubicBezTo>
                <a:cubicBezTo>
                  <a:pt x="38107" y="45931"/>
                  <a:pt x="39000" y="45700"/>
                  <a:pt x="39345" y="45885"/>
                </a:cubicBezTo>
                <a:cubicBezTo>
                  <a:pt x="39690" y="46070"/>
                  <a:pt x="39986" y="46209"/>
                  <a:pt x="39849" y="47180"/>
                </a:cubicBezTo>
                <a:cubicBezTo>
                  <a:pt x="39711" y="48151"/>
                  <a:pt x="39619" y="48682"/>
                  <a:pt x="40100" y="48959"/>
                </a:cubicBezTo>
                <a:cubicBezTo>
                  <a:pt x="40582" y="49237"/>
                  <a:pt x="40971" y="49237"/>
                  <a:pt x="41614" y="49075"/>
                </a:cubicBezTo>
                <a:cubicBezTo>
                  <a:pt x="42254" y="48914"/>
                  <a:pt x="42896" y="49538"/>
                  <a:pt x="42896" y="49538"/>
                </a:cubicBezTo>
                <a:lnTo>
                  <a:pt x="42461" y="50279"/>
                </a:lnTo>
                <a:cubicBezTo>
                  <a:pt x="42231" y="49909"/>
                  <a:pt x="42414" y="49470"/>
                  <a:pt x="42003" y="49446"/>
                </a:cubicBezTo>
                <a:cubicBezTo>
                  <a:pt x="41590" y="49424"/>
                  <a:pt x="41384" y="49655"/>
                  <a:pt x="41384" y="49655"/>
                </a:cubicBezTo>
                <a:cubicBezTo>
                  <a:pt x="41384" y="49655"/>
                  <a:pt x="41476" y="50509"/>
                  <a:pt x="40879" y="50048"/>
                </a:cubicBezTo>
                <a:cubicBezTo>
                  <a:pt x="40284" y="49586"/>
                  <a:pt x="39734" y="49354"/>
                  <a:pt x="39413" y="49170"/>
                </a:cubicBezTo>
                <a:cubicBezTo>
                  <a:pt x="39092" y="48985"/>
                  <a:pt x="38634" y="49008"/>
                  <a:pt x="38634" y="48753"/>
                </a:cubicBezTo>
                <a:cubicBezTo>
                  <a:pt x="38634" y="48499"/>
                  <a:pt x="38451" y="48082"/>
                  <a:pt x="38221" y="47968"/>
                </a:cubicBezTo>
                <a:cubicBezTo>
                  <a:pt x="37992" y="47851"/>
                  <a:pt x="38107" y="47483"/>
                  <a:pt x="37877" y="47344"/>
                </a:cubicBezTo>
                <a:cubicBezTo>
                  <a:pt x="37648" y="47204"/>
                  <a:pt x="36502" y="47159"/>
                  <a:pt x="35975" y="46835"/>
                </a:cubicBezTo>
                <a:cubicBezTo>
                  <a:pt x="35447" y="46511"/>
                  <a:pt x="34898" y="45610"/>
                  <a:pt x="34394" y="45771"/>
                </a:cubicBezTo>
                <a:cubicBezTo>
                  <a:pt x="33889" y="45933"/>
                  <a:pt x="30750" y="45587"/>
                  <a:pt x="29857" y="44499"/>
                </a:cubicBezTo>
                <a:cubicBezTo>
                  <a:pt x="28962" y="43414"/>
                  <a:pt x="29741" y="43414"/>
                  <a:pt x="29399" y="42881"/>
                </a:cubicBezTo>
                <a:cubicBezTo>
                  <a:pt x="29054" y="42350"/>
                  <a:pt x="26259" y="38835"/>
                  <a:pt x="25870" y="38164"/>
                </a:cubicBezTo>
                <a:cubicBezTo>
                  <a:pt x="25480" y="37494"/>
                  <a:pt x="24817" y="37586"/>
                  <a:pt x="25343" y="38512"/>
                </a:cubicBezTo>
                <a:cubicBezTo>
                  <a:pt x="25870" y="39436"/>
                  <a:pt x="27244" y="41726"/>
                  <a:pt x="27428" y="41909"/>
                </a:cubicBezTo>
                <a:cubicBezTo>
                  <a:pt x="27611" y="42094"/>
                  <a:pt x="27794" y="42789"/>
                  <a:pt x="27085" y="42094"/>
                </a:cubicBezTo>
                <a:cubicBezTo>
                  <a:pt x="26375" y="41401"/>
                  <a:pt x="26283" y="40545"/>
                  <a:pt x="25893" y="40499"/>
                </a:cubicBezTo>
                <a:cubicBezTo>
                  <a:pt x="25504" y="40453"/>
                  <a:pt x="24839" y="39921"/>
                  <a:pt x="24885" y="39782"/>
                </a:cubicBezTo>
                <a:cubicBezTo>
                  <a:pt x="24931" y="39643"/>
                  <a:pt x="25366" y="39621"/>
                  <a:pt x="25298" y="39482"/>
                </a:cubicBezTo>
                <a:cubicBezTo>
                  <a:pt x="25229" y="39342"/>
                  <a:pt x="24289" y="37539"/>
                  <a:pt x="23831" y="37100"/>
                </a:cubicBezTo>
                <a:cubicBezTo>
                  <a:pt x="23373" y="36661"/>
                  <a:pt x="22548" y="36269"/>
                  <a:pt x="22342" y="35991"/>
                </a:cubicBezTo>
                <a:cubicBezTo>
                  <a:pt x="22135" y="35714"/>
                  <a:pt x="21126" y="34303"/>
                  <a:pt x="20737" y="32894"/>
                </a:cubicBezTo>
                <a:cubicBezTo>
                  <a:pt x="20347" y="31484"/>
                  <a:pt x="20829" y="28847"/>
                  <a:pt x="20737" y="28409"/>
                </a:cubicBezTo>
                <a:cubicBezTo>
                  <a:pt x="20645" y="27969"/>
                  <a:pt x="20599" y="27207"/>
                  <a:pt x="20026" y="26767"/>
                </a:cubicBezTo>
                <a:cubicBezTo>
                  <a:pt x="19454" y="26328"/>
                  <a:pt x="18377" y="25788"/>
                  <a:pt x="18529" y="25605"/>
                </a:cubicBezTo>
                <a:cubicBezTo>
                  <a:pt x="18681" y="25420"/>
                  <a:pt x="19201" y="25666"/>
                  <a:pt x="18896" y="25080"/>
                </a:cubicBezTo>
                <a:cubicBezTo>
                  <a:pt x="18590" y="24495"/>
                  <a:pt x="18070" y="23693"/>
                  <a:pt x="17643" y="23016"/>
                </a:cubicBezTo>
                <a:cubicBezTo>
                  <a:pt x="17215" y="22337"/>
                  <a:pt x="15534" y="20272"/>
                  <a:pt x="14924" y="19655"/>
                </a:cubicBezTo>
                <a:cubicBezTo>
                  <a:pt x="14313" y="19040"/>
                  <a:pt x="12418" y="17776"/>
                  <a:pt x="11777" y="17653"/>
                </a:cubicBezTo>
                <a:cubicBezTo>
                  <a:pt x="11137" y="17529"/>
                  <a:pt x="10219" y="16944"/>
                  <a:pt x="9914" y="17037"/>
                </a:cubicBezTo>
                <a:cubicBezTo>
                  <a:pt x="9609" y="17130"/>
                  <a:pt x="9456" y="17653"/>
                  <a:pt x="9456" y="17746"/>
                </a:cubicBezTo>
                <a:cubicBezTo>
                  <a:pt x="9456" y="17839"/>
                  <a:pt x="8479" y="18332"/>
                  <a:pt x="8203" y="18425"/>
                </a:cubicBezTo>
                <a:cubicBezTo>
                  <a:pt x="7929" y="18517"/>
                  <a:pt x="7837" y="18301"/>
                  <a:pt x="7806" y="17992"/>
                </a:cubicBezTo>
                <a:cubicBezTo>
                  <a:pt x="7775" y="17684"/>
                  <a:pt x="7318" y="17560"/>
                  <a:pt x="7043" y="18085"/>
                </a:cubicBezTo>
                <a:cubicBezTo>
                  <a:pt x="6768" y="18608"/>
                  <a:pt x="7532" y="18085"/>
                  <a:pt x="7043" y="18856"/>
                </a:cubicBezTo>
                <a:cubicBezTo>
                  <a:pt x="6555" y="19628"/>
                  <a:pt x="5608" y="20737"/>
                  <a:pt x="4202" y="21506"/>
                </a:cubicBezTo>
                <a:cubicBezTo>
                  <a:pt x="2796" y="22278"/>
                  <a:pt x="2093" y="22924"/>
                  <a:pt x="1758" y="22863"/>
                </a:cubicBezTo>
                <a:cubicBezTo>
                  <a:pt x="1422" y="22801"/>
                  <a:pt x="1208" y="22617"/>
                  <a:pt x="1850" y="22216"/>
                </a:cubicBezTo>
                <a:cubicBezTo>
                  <a:pt x="2491" y="21815"/>
                  <a:pt x="3590" y="21384"/>
                  <a:pt x="4079" y="20952"/>
                </a:cubicBezTo>
                <a:cubicBezTo>
                  <a:pt x="4569" y="20520"/>
                  <a:pt x="4966" y="19874"/>
                  <a:pt x="4966" y="19566"/>
                </a:cubicBezTo>
                <a:cubicBezTo>
                  <a:pt x="4966" y="19257"/>
                  <a:pt x="4935" y="19164"/>
                  <a:pt x="4416" y="19133"/>
                </a:cubicBezTo>
                <a:cubicBezTo>
                  <a:pt x="3896" y="19102"/>
                  <a:pt x="3621" y="18981"/>
                  <a:pt x="3316" y="19102"/>
                </a:cubicBezTo>
                <a:cubicBezTo>
                  <a:pt x="3011" y="19226"/>
                  <a:pt x="3042" y="18701"/>
                  <a:pt x="2888" y="18302"/>
                </a:cubicBezTo>
                <a:cubicBezTo>
                  <a:pt x="2735" y="17900"/>
                  <a:pt x="2062" y="18055"/>
                  <a:pt x="1910" y="18055"/>
                </a:cubicBezTo>
                <a:cubicBezTo>
                  <a:pt x="1758" y="18055"/>
                  <a:pt x="627" y="16791"/>
                  <a:pt x="1055" y="15960"/>
                </a:cubicBezTo>
                <a:cubicBezTo>
                  <a:pt x="1484" y="15128"/>
                  <a:pt x="1819" y="14449"/>
                  <a:pt x="2338" y="14449"/>
                </a:cubicBezTo>
                <a:cubicBezTo>
                  <a:pt x="2858" y="14449"/>
                  <a:pt x="3468" y="14295"/>
                  <a:pt x="3347" y="13587"/>
                </a:cubicBezTo>
                <a:cubicBezTo>
                  <a:pt x="3224" y="12877"/>
                  <a:pt x="1912" y="13278"/>
                  <a:pt x="1515" y="13278"/>
                </a:cubicBezTo>
                <a:cubicBezTo>
                  <a:pt x="1515" y="13278"/>
                  <a:pt x="887" y="13340"/>
                  <a:pt x="826" y="12892"/>
                </a:cubicBezTo>
                <a:cubicBezTo>
                  <a:pt x="767" y="12446"/>
                  <a:pt x="536" y="12307"/>
                  <a:pt x="338" y="12214"/>
                </a:cubicBezTo>
                <a:cubicBezTo>
                  <a:pt x="139" y="12122"/>
                  <a:pt x="1" y="11937"/>
                  <a:pt x="505" y="11659"/>
                </a:cubicBezTo>
                <a:cubicBezTo>
                  <a:pt x="1010" y="11383"/>
                  <a:pt x="1651" y="10859"/>
                  <a:pt x="1850" y="10812"/>
                </a:cubicBezTo>
                <a:cubicBezTo>
                  <a:pt x="2048" y="10766"/>
                  <a:pt x="2291" y="10797"/>
                  <a:pt x="2338" y="10952"/>
                </a:cubicBezTo>
                <a:cubicBezTo>
                  <a:pt x="2384" y="11105"/>
                  <a:pt x="2093" y="11491"/>
                  <a:pt x="2338" y="11491"/>
                </a:cubicBezTo>
                <a:cubicBezTo>
                  <a:pt x="2583" y="11491"/>
                  <a:pt x="3392" y="11398"/>
                  <a:pt x="3224" y="11074"/>
                </a:cubicBezTo>
                <a:cubicBezTo>
                  <a:pt x="3057" y="10750"/>
                  <a:pt x="2476" y="10319"/>
                  <a:pt x="2338" y="10243"/>
                </a:cubicBezTo>
                <a:cubicBezTo>
                  <a:pt x="2201" y="10165"/>
                  <a:pt x="2032" y="9810"/>
                  <a:pt x="1881" y="9595"/>
                </a:cubicBezTo>
                <a:cubicBezTo>
                  <a:pt x="1728" y="9380"/>
                  <a:pt x="1055" y="8994"/>
                  <a:pt x="979" y="8824"/>
                </a:cubicBezTo>
                <a:cubicBezTo>
                  <a:pt x="903" y="8655"/>
                  <a:pt x="979" y="8083"/>
                  <a:pt x="979" y="8083"/>
                </a:cubicBezTo>
                <a:cubicBezTo>
                  <a:pt x="1032" y="7952"/>
                  <a:pt x="986" y="8021"/>
                  <a:pt x="1399" y="7999"/>
                </a:cubicBezTo>
                <a:cubicBezTo>
                  <a:pt x="1812" y="7975"/>
                  <a:pt x="2087" y="7791"/>
                  <a:pt x="2338" y="7282"/>
                </a:cubicBezTo>
                <a:cubicBezTo>
                  <a:pt x="2590" y="6773"/>
                  <a:pt x="2774" y="6241"/>
                  <a:pt x="3209" y="6033"/>
                </a:cubicBezTo>
                <a:cubicBezTo>
                  <a:pt x="3645" y="5826"/>
                  <a:pt x="4607" y="5247"/>
                  <a:pt x="5179" y="5039"/>
                </a:cubicBezTo>
                <a:cubicBezTo>
                  <a:pt x="5752" y="4831"/>
                  <a:pt x="6050" y="5085"/>
                  <a:pt x="6645" y="5246"/>
                </a:cubicBezTo>
                <a:cubicBezTo>
                  <a:pt x="7242" y="5408"/>
                  <a:pt x="7791" y="5987"/>
                  <a:pt x="8456" y="5894"/>
                </a:cubicBezTo>
                <a:cubicBezTo>
                  <a:pt x="9121" y="5801"/>
                  <a:pt x="9785" y="6194"/>
                  <a:pt x="10451" y="6241"/>
                </a:cubicBezTo>
                <a:cubicBezTo>
                  <a:pt x="11115" y="6287"/>
                  <a:pt x="11138" y="6472"/>
                  <a:pt x="11778" y="6311"/>
                </a:cubicBezTo>
                <a:cubicBezTo>
                  <a:pt x="12420" y="6149"/>
                  <a:pt x="12420" y="6889"/>
                  <a:pt x="13130" y="6981"/>
                </a:cubicBezTo>
                <a:cubicBezTo>
                  <a:pt x="13841" y="7073"/>
                  <a:pt x="14644" y="8045"/>
                  <a:pt x="15399" y="7652"/>
                </a:cubicBezTo>
                <a:cubicBezTo>
                  <a:pt x="16155" y="7258"/>
                  <a:pt x="16682" y="6727"/>
                  <a:pt x="17393" y="6519"/>
                </a:cubicBezTo>
                <a:cubicBezTo>
                  <a:pt x="18103" y="6312"/>
                  <a:pt x="18127" y="6242"/>
                  <a:pt x="18309" y="6356"/>
                </a:cubicBezTo>
                <a:cubicBezTo>
                  <a:pt x="18493" y="6473"/>
                  <a:pt x="18791" y="6449"/>
                  <a:pt x="18838" y="6195"/>
                </a:cubicBezTo>
                <a:cubicBezTo>
                  <a:pt x="18884" y="5941"/>
                  <a:pt x="18998" y="5502"/>
                  <a:pt x="19250" y="6056"/>
                </a:cubicBezTo>
                <a:cubicBezTo>
                  <a:pt x="19501" y="6611"/>
                  <a:pt x="19686" y="7605"/>
                  <a:pt x="19984" y="7073"/>
                </a:cubicBezTo>
                <a:cubicBezTo>
                  <a:pt x="20282" y="6543"/>
                  <a:pt x="20489" y="5918"/>
                  <a:pt x="20695" y="6543"/>
                </a:cubicBezTo>
                <a:cubicBezTo>
                  <a:pt x="20901" y="7167"/>
                  <a:pt x="21037" y="7190"/>
                  <a:pt x="21198" y="6866"/>
                </a:cubicBezTo>
                <a:cubicBezTo>
                  <a:pt x="21358" y="6543"/>
                  <a:pt x="21955" y="6819"/>
                  <a:pt x="22276" y="7027"/>
                </a:cubicBezTo>
                <a:cubicBezTo>
                  <a:pt x="22596" y="7235"/>
                  <a:pt x="22986" y="7490"/>
                  <a:pt x="23559" y="7744"/>
                </a:cubicBezTo>
                <a:cubicBezTo>
                  <a:pt x="24132" y="7999"/>
                  <a:pt x="24567" y="7884"/>
                  <a:pt x="24980" y="8138"/>
                </a:cubicBezTo>
                <a:cubicBezTo>
                  <a:pt x="25392" y="8392"/>
                  <a:pt x="25782" y="8600"/>
                  <a:pt x="25392" y="8831"/>
                </a:cubicBezTo>
                <a:cubicBezTo>
                  <a:pt x="25004" y="9062"/>
                  <a:pt x="24545" y="9456"/>
                  <a:pt x="25255" y="9456"/>
                </a:cubicBezTo>
                <a:cubicBezTo>
                  <a:pt x="25965" y="9456"/>
                  <a:pt x="27202" y="8948"/>
                  <a:pt x="27455" y="9225"/>
                </a:cubicBezTo>
                <a:cubicBezTo>
                  <a:pt x="27707" y="9502"/>
                  <a:pt x="28234" y="10150"/>
                  <a:pt x="28348" y="9572"/>
                </a:cubicBezTo>
                <a:cubicBezTo>
                  <a:pt x="28464" y="8994"/>
                  <a:pt x="28005" y="8878"/>
                  <a:pt x="28211" y="8694"/>
                </a:cubicBezTo>
                <a:cubicBezTo>
                  <a:pt x="28418" y="8509"/>
                  <a:pt x="29173" y="7885"/>
                  <a:pt x="29403" y="8209"/>
                </a:cubicBezTo>
                <a:cubicBezTo>
                  <a:pt x="29632" y="8532"/>
                  <a:pt x="29700" y="9017"/>
                  <a:pt x="30709" y="9203"/>
                </a:cubicBezTo>
                <a:cubicBezTo>
                  <a:pt x="31718" y="9388"/>
                  <a:pt x="32199" y="9504"/>
                  <a:pt x="32473" y="9365"/>
                </a:cubicBezTo>
                <a:cubicBezTo>
                  <a:pt x="32748" y="9225"/>
                  <a:pt x="32588" y="8556"/>
                  <a:pt x="32932" y="8579"/>
                </a:cubicBezTo>
                <a:cubicBezTo>
                  <a:pt x="33274" y="8602"/>
                  <a:pt x="33893" y="8486"/>
                  <a:pt x="33917" y="8926"/>
                </a:cubicBezTo>
                <a:cubicBezTo>
                  <a:pt x="33940" y="9366"/>
                  <a:pt x="34272" y="10402"/>
                  <a:pt x="34259" y="9920"/>
                </a:cubicBezTo>
                <a:cubicBezTo>
                  <a:pt x="34243" y="9202"/>
                  <a:pt x="34181" y="9114"/>
                  <a:pt x="34878" y="8788"/>
                </a:cubicBezTo>
                <a:cubicBezTo>
                  <a:pt x="35130" y="8670"/>
                  <a:pt x="35383" y="7886"/>
                  <a:pt x="34970" y="7493"/>
                </a:cubicBezTo>
                <a:cubicBezTo>
                  <a:pt x="34558" y="7099"/>
                  <a:pt x="33825" y="7239"/>
                  <a:pt x="33825" y="6245"/>
                </a:cubicBezTo>
                <a:cubicBezTo>
                  <a:pt x="33825" y="5250"/>
                  <a:pt x="33985" y="4812"/>
                  <a:pt x="34123" y="3978"/>
                </a:cubicBezTo>
                <a:cubicBezTo>
                  <a:pt x="34260" y="3146"/>
                  <a:pt x="33985" y="3007"/>
                  <a:pt x="34123" y="2059"/>
                </a:cubicBezTo>
                <a:cubicBezTo>
                  <a:pt x="34260" y="1112"/>
                  <a:pt x="34170" y="117"/>
                  <a:pt x="34878" y="117"/>
                </a:cubicBezTo>
                <a:cubicBezTo>
                  <a:pt x="35589" y="117"/>
                  <a:pt x="35681" y="278"/>
                  <a:pt x="36024" y="324"/>
                </a:cubicBezTo>
                <a:cubicBezTo>
                  <a:pt x="36368" y="371"/>
                  <a:pt x="36712" y="0"/>
                  <a:pt x="36322" y="1156"/>
                </a:cubicBezTo>
                <a:cubicBezTo>
                  <a:pt x="35933" y="2312"/>
                  <a:pt x="36116" y="2428"/>
                  <a:pt x="35520" y="2451"/>
                </a:cubicBezTo>
                <a:cubicBezTo>
                  <a:pt x="34924" y="2475"/>
                  <a:pt x="34695" y="2221"/>
                  <a:pt x="34809" y="2544"/>
                </a:cubicBezTo>
                <a:cubicBezTo>
                  <a:pt x="34924" y="2868"/>
                  <a:pt x="34948" y="3075"/>
                  <a:pt x="34763" y="3469"/>
                </a:cubicBezTo>
                <a:cubicBezTo>
                  <a:pt x="34579" y="3862"/>
                  <a:pt x="34258" y="3630"/>
                  <a:pt x="34786" y="4093"/>
                </a:cubicBezTo>
                <a:cubicBezTo>
                  <a:pt x="35314" y="4555"/>
                  <a:pt x="35931" y="5596"/>
                  <a:pt x="35817" y="6103"/>
                </a:cubicBezTo>
                <a:cubicBezTo>
                  <a:pt x="35703" y="6612"/>
                  <a:pt x="35543" y="7212"/>
                  <a:pt x="35909" y="7305"/>
                </a:cubicBezTo>
                <a:cubicBezTo>
                  <a:pt x="36275" y="7398"/>
                  <a:pt x="36436" y="7352"/>
                  <a:pt x="36436" y="7814"/>
                </a:cubicBezTo>
                <a:cubicBezTo>
                  <a:pt x="36436" y="8275"/>
                  <a:pt x="36506" y="9085"/>
                  <a:pt x="36688" y="8646"/>
                </a:cubicBezTo>
                <a:cubicBezTo>
                  <a:pt x="36872" y="8206"/>
                  <a:pt x="36826" y="7259"/>
                  <a:pt x="37238" y="7675"/>
                </a:cubicBezTo>
                <a:cubicBezTo>
                  <a:pt x="37651" y="8092"/>
                  <a:pt x="37673" y="8206"/>
                  <a:pt x="37627" y="8784"/>
                </a:cubicBezTo>
                <a:cubicBezTo>
                  <a:pt x="37581" y="9362"/>
                  <a:pt x="37925" y="10333"/>
                  <a:pt x="38314" y="9708"/>
                </a:cubicBezTo>
                <a:cubicBezTo>
                  <a:pt x="38704" y="9084"/>
                  <a:pt x="38819" y="8182"/>
                  <a:pt x="38979" y="8136"/>
                </a:cubicBezTo>
                <a:cubicBezTo>
                  <a:pt x="39139" y="8089"/>
                  <a:pt x="38634" y="7443"/>
                  <a:pt x="38772" y="7211"/>
                </a:cubicBezTo>
                <a:cubicBezTo>
                  <a:pt x="38911" y="6980"/>
                  <a:pt x="39711" y="6380"/>
                  <a:pt x="40262" y="7096"/>
                </a:cubicBezTo>
                <a:cubicBezTo>
                  <a:pt x="40811" y="7813"/>
                  <a:pt x="40514" y="8205"/>
                  <a:pt x="40445" y="8552"/>
                </a:cubicBezTo>
                <a:cubicBezTo>
                  <a:pt x="40377" y="8898"/>
                  <a:pt x="41156" y="9523"/>
                  <a:pt x="40788" y="10054"/>
                </a:cubicBezTo>
                <a:cubicBezTo>
                  <a:pt x="40422" y="10585"/>
                  <a:pt x="40124" y="10863"/>
                  <a:pt x="39735" y="11049"/>
                </a:cubicBezTo>
                <a:cubicBezTo>
                  <a:pt x="39345" y="11233"/>
                  <a:pt x="39139" y="11164"/>
                  <a:pt x="38772" y="11049"/>
                </a:cubicBezTo>
                <a:cubicBezTo>
                  <a:pt x="38406" y="10932"/>
                  <a:pt x="38451" y="10888"/>
                  <a:pt x="38521" y="11302"/>
                </a:cubicBezTo>
                <a:cubicBezTo>
                  <a:pt x="38590" y="11719"/>
                  <a:pt x="38361" y="12180"/>
                  <a:pt x="38132" y="12251"/>
                </a:cubicBezTo>
                <a:cubicBezTo>
                  <a:pt x="37902" y="12320"/>
                  <a:pt x="37811" y="12390"/>
                  <a:pt x="37353" y="12134"/>
                </a:cubicBezTo>
                <a:cubicBezTo>
                  <a:pt x="36895" y="11880"/>
                  <a:pt x="36596" y="11880"/>
                  <a:pt x="37009" y="12088"/>
                </a:cubicBezTo>
                <a:cubicBezTo>
                  <a:pt x="37422" y="12296"/>
                  <a:pt x="37744" y="12504"/>
                  <a:pt x="37904" y="12504"/>
                </a:cubicBezTo>
                <a:cubicBezTo>
                  <a:pt x="38063" y="12504"/>
                  <a:pt x="38246" y="12435"/>
                  <a:pt x="38063" y="12782"/>
                </a:cubicBezTo>
                <a:cubicBezTo>
                  <a:pt x="37880" y="13129"/>
                  <a:pt x="37765" y="13823"/>
                  <a:pt x="37261" y="13823"/>
                </a:cubicBezTo>
                <a:cubicBezTo>
                  <a:pt x="36756" y="13823"/>
                  <a:pt x="36872" y="14077"/>
                  <a:pt x="36620" y="14170"/>
                </a:cubicBezTo>
                <a:cubicBezTo>
                  <a:pt x="36368" y="14262"/>
                  <a:pt x="36070" y="14123"/>
                  <a:pt x="36184" y="14262"/>
                </a:cubicBezTo>
                <a:cubicBezTo>
                  <a:pt x="36299" y="14402"/>
                  <a:pt x="36620" y="14586"/>
                  <a:pt x="36344" y="14863"/>
                </a:cubicBezTo>
                <a:cubicBezTo>
                  <a:pt x="36344" y="14863"/>
                  <a:pt x="35863" y="15094"/>
                  <a:pt x="35634" y="15348"/>
                </a:cubicBezTo>
                <a:cubicBezTo>
                  <a:pt x="35404" y="15603"/>
                  <a:pt x="34808" y="16620"/>
                  <a:pt x="34695" y="17198"/>
                </a:cubicBezTo>
                <a:cubicBezTo>
                  <a:pt x="34579" y="17776"/>
                  <a:pt x="34373" y="18146"/>
                  <a:pt x="34877" y="18839"/>
                </a:cubicBezTo>
                <a:cubicBezTo>
                  <a:pt x="35382" y="19534"/>
                  <a:pt x="36825" y="20829"/>
                  <a:pt x="37695" y="21150"/>
                </a:cubicBezTo>
                <a:cubicBezTo>
                  <a:pt x="38566" y="21474"/>
                  <a:pt x="40170" y="21590"/>
                  <a:pt x="40308" y="22306"/>
                </a:cubicBezTo>
                <a:cubicBezTo>
                  <a:pt x="40445" y="23023"/>
                  <a:pt x="40948" y="25127"/>
                  <a:pt x="41453" y="25103"/>
                </a:cubicBezTo>
                <a:cubicBezTo>
                  <a:pt x="41956" y="25080"/>
                  <a:pt x="42300" y="23739"/>
                  <a:pt x="41888" y="23115"/>
                </a:cubicBezTo>
                <a:cubicBezTo>
                  <a:pt x="41476" y="22491"/>
                  <a:pt x="41546" y="22444"/>
                  <a:pt x="42209" y="22051"/>
                </a:cubicBezTo>
                <a:cubicBezTo>
                  <a:pt x="42874" y="21657"/>
                  <a:pt x="43286" y="20502"/>
                  <a:pt x="42646" y="19694"/>
                </a:cubicBezTo>
                <a:cubicBezTo>
                  <a:pt x="42005" y="18885"/>
                  <a:pt x="42486" y="18838"/>
                  <a:pt x="42577" y="18005"/>
                </a:cubicBezTo>
                <a:cubicBezTo>
                  <a:pt x="42668" y="17173"/>
                  <a:pt x="42371" y="17034"/>
                  <a:pt x="42394" y="16480"/>
                </a:cubicBezTo>
                <a:cubicBezTo>
                  <a:pt x="42418" y="15925"/>
                  <a:pt x="42326" y="14976"/>
                  <a:pt x="43058" y="15278"/>
                </a:cubicBezTo>
                <a:cubicBezTo>
                  <a:pt x="43792" y="15578"/>
                  <a:pt x="44112" y="15093"/>
                  <a:pt x="44663" y="15532"/>
                </a:cubicBezTo>
                <a:cubicBezTo>
                  <a:pt x="45212" y="15971"/>
                  <a:pt x="45510" y="16687"/>
                  <a:pt x="45990" y="16873"/>
                </a:cubicBezTo>
                <a:cubicBezTo>
                  <a:pt x="46472" y="17058"/>
                  <a:pt x="46289" y="17150"/>
                  <a:pt x="46334" y="17775"/>
                </a:cubicBezTo>
                <a:cubicBezTo>
                  <a:pt x="46380" y="18399"/>
                  <a:pt x="46540" y="19230"/>
                  <a:pt x="47205" y="19092"/>
                </a:cubicBezTo>
                <a:cubicBezTo>
                  <a:pt x="47868" y="18953"/>
                  <a:pt x="48305" y="17797"/>
                  <a:pt x="48487" y="17590"/>
                </a:cubicBezTo>
                <a:cubicBezTo>
                  <a:pt x="48676" y="17377"/>
                  <a:pt x="48752" y="17523"/>
                  <a:pt x="48752" y="17523"/>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8"/>
          <p:cNvSpPr txBox="1"/>
          <p:nvPr>
            <p:ph hasCustomPrompt="1" type="title"/>
          </p:nvPr>
        </p:nvSpPr>
        <p:spPr>
          <a:xfrm rot="-255">
            <a:off x="1402767" y="919489"/>
            <a:ext cx="4049700" cy="991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81" name="Google Shape;781;p28"/>
          <p:cNvSpPr txBox="1"/>
          <p:nvPr>
            <p:ph idx="1" type="subTitle"/>
          </p:nvPr>
        </p:nvSpPr>
        <p:spPr>
          <a:xfrm>
            <a:off x="1651050" y="2071584"/>
            <a:ext cx="3553200" cy="3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rgbClr val="242424"/>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82" name="Google Shape;782;p28"/>
          <p:cNvSpPr txBox="1"/>
          <p:nvPr>
            <p:ph hasCustomPrompt="1" idx="2" type="title"/>
          </p:nvPr>
        </p:nvSpPr>
        <p:spPr>
          <a:xfrm>
            <a:off x="3538125" y="2525834"/>
            <a:ext cx="4049700" cy="991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83" name="Google Shape;783;p28"/>
          <p:cNvSpPr txBox="1"/>
          <p:nvPr>
            <p:ph idx="3" type="subTitle"/>
          </p:nvPr>
        </p:nvSpPr>
        <p:spPr>
          <a:xfrm>
            <a:off x="3538125" y="3680696"/>
            <a:ext cx="4049700" cy="36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rgbClr val="242424"/>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784" name="Shape 784"/>
        <p:cNvGrpSpPr/>
        <p:nvPr/>
      </p:nvGrpSpPr>
      <p:grpSpPr>
        <a:xfrm>
          <a:off x="0" y="0"/>
          <a:ext cx="0" cy="0"/>
          <a:chOff x="0" y="0"/>
          <a:chExt cx="0" cy="0"/>
        </a:xfrm>
      </p:grpSpPr>
      <p:pic>
        <p:nvPicPr>
          <p:cNvPr id="785" name="Google Shape;785;p29"/>
          <p:cNvPicPr preferRelativeResize="0"/>
          <p:nvPr/>
        </p:nvPicPr>
        <p:blipFill>
          <a:blip r:embed="rId2">
            <a:alphaModFix amt="84000"/>
          </a:blip>
          <a:stretch>
            <a:fillRect/>
          </a:stretch>
        </p:blipFill>
        <p:spPr>
          <a:xfrm>
            <a:off x="-134850" y="-192650"/>
            <a:ext cx="9420125" cy="5490250"/>
          </a:xfrm>
          <a:prstGeom prst="rect">
            <a:avLst/>
          </a:prstGeom>
          <a:noFill/>
          <a:ln>
            <a:noFill/>
          </a:ln>
        </p:spPr>
      </p:pic>
      <p:sp>
        <p:nvSpPr>
          <p:cNvPr id="786" name="Google Shape;786;p29"/>
          <p:cNvSpPr txBox="1"/>
          <p:nvPr>
            <p:ph type="ctrTitle"/>
          </p:nvPr>
        </p:nvSpPr>
        <p:spPr>
          <a:xfrm>
            <a:off x="4638601" y="576100"/>
            <a:ext cx="3785400" cy="1126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5200"/>
              <a:buNone/>
              <a:defRPr sz="6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87" name="Google Shape;787;p29"/>
          <p:cNvSpPr txBox="1"/>
          <p:nvPr>
            <p:ph idx="1" type="subTitle"/>
          </p:nvPr>
        </p:nvSpPr>
        <p:spPr>
          <a:xfrm>
            <a:off x="4638550" y="1968958"/>
            <a:ext cx="3785400" cy="12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800"/>
              <a:buNone/>
              <a:defRPr sz="1800">
                <a:solidFill>
                  <a:schemeClr val="dk1"/>
                </a:solidFill>
              </a:defRPr>
            </a:lvl2pPr>
            <a:lvl3pPr lvl="2" rtl="0" algn="ctr">
              <a:lnSpc>
                <a:spcPct val="100000"/>
              </a:lnSpc>
              <a:spcBef>
                <a:spcPts val="0"/>
              </a:spcBef>
              <a:spcAft>
                <a:spcPts val="0"/>
              </a:spcAft>
              <a:buClr>
                <a:schemeClr val="dk1"/>
              </a:buClr>
              <a:buSzPts val="1800"/>
              <a:buNone/>
              <a:defRPr sz="1800">
                <a:solidFill>
                  <a:schemeClr val="dk1"/>
                </a:solidFill>
              </a:defRPr>
            </a:lvl3pPr>
            <a:lvl4pPr lvl="3" rtl="0" algn="ctr">
              <a:lnSpc>
                <a:spcPct val="100000"/>
              </a:lnSpc>
              <a:spcBef>
                <a:spcPts val="0"/>
              </a:spcBef>
              <a:spcAft>
                <a:spcPts val="0"/>
              </a:spcAft>
              <a:buClr>
                <a:schemeClr val="dk1"/>
              </a:buClr>
              <a:buSzPts val="1800"/>
              <a:buNone/>
              <a:defRPr sz="1800">
                <a:solidFill>
                  <a:schemeClr val="dk1"/>
                </a:solidFill>
              </a:defRPr>
            </a:lvl4pPr>
            <a:lvl5pPr lvl="4" rtl="0" algn="ctr">
              <a:lnSpc>
                <a:spcPct val="100000"/>
              </a:lnSpc>
              <a:spcBef>
                <a:spcPts val="0"/>
              </a:spcBef>
              <a:spcAft>
                <a:spcPts val="0"/>
              </a:spcAft>
              <a:buClr>
                <a:schemeClr val="dk1"/>
              </a:buClr>
              <a:buSzPts val="1800"/>
              <a:buNone/>
              <a:defRPr sz="1800">
                <a:solidFill>
                  <a:schemeClr val="dk1"/>
                </a:solidFill>
              </a:defRPr>
            </a:lvl5pPr>
            <a:lvl6pPr lvl="5" rtl="0" algn="ctr">
              <a:lnSpc>
                <a:spcPct val="100000"/>
              </a:lnSpc>
              <a:spcBef>
                <a:spcPts val="0"/>
              </a:spcBef>
              <a:spcAft>
                <a:spcPts val="0"/>
              </a:spcAft>
              <a:buClr>
                <a:schemeClr val="dk1"/>
              </a:buClr>
              <a:buSzPts val="1800"/>
              <a:buNone/>
              <a:defRPr sz="1800">
                <a:solidFill>
                  <a:schemeClr val="dk1"/>
                </a:solidFill>
              </a:defRPr>
            </a:lvl6pPr>
            <a:lvl7pPr lvl="6" rtl="0" algn="ctr">
              <a:lnSpc>
                <a:spcPct val="100000"/>
              </a:lnSpc>
              <a:spcBef>
                <a:spcPts val="0"/>
              </a:spcBef>
              <a:spcAft>
                <a:spcPts val="0"/>
              </a:spcAft>
              <a:buClr>
                <a:schemeClr val="dk1"/>
              </a:buClr>
              <a:buSzPts val="1800"/>
              <a:buNone/>
              <a:defRPr sz="1800">
                <a:solidFill>
                  <a:schemeClr val="dk1"/>
                </a:solidFill>
              </a:defRPr>
            </a:lvl7pPr>
            <a:lvl8pPr lvl="7" rtl="0" algn="ctr">
              <a:lnSpc>
                <a:spcPct val="100000"/>
              </a:lnSpc>
              <a:spcBef>
                <a:spcPts val="0"/>
              </a:spcBef>
              <a:spcAft>
                <a:spcPts val="0"/>
              </a:spcAft>
              <a:buClr>
                <a:schemeClr val="dk1"/>
              </a:buClr>
              <a:buSzPts val="1800"/>
              <a:buNone/>
              <a:defRPr sz="1800">
                <a:solidFill>
                  <a:schemeClr val="dk1"/>
                </a:solidFill>
              </a:defRPr>
            </a:lvl8pPr>
            <a:lvl9pPr lvl="8" rtl="0" algn="ctr">
              <a:lnSpc>
                <a:spcPct val="100000"/>
              </a:lnSpc>
              <a:spcBef>
                <a:spcPts val="0"/>
              </a:spcBef>
              <a:spcAft>
                <a:spcPts val="0"/>
              </a:spcAft>
              <a:buClr>
                <a:schemeClr val="dk1"/>
              </a:buClr>
              <a:buSzPts val="1800"/>
              <a:buNone/>
              <a:defRPr sz="1800">
                <a:solidFill>
                  <a:schemeClr val="dk1"/>
                </a:solidFill>
              </a:defRPr>
            </a:lvl9pPr>
          </a:lstStyle>
          <a:p/>
        </p:txBody>
      </p:sp>
      <p:sp>
        <p:nvSpPr>
          <p:cNvPr id="788" name="Google Shape;788;p29"/>
          <p:cNvSpPr txBox="1"/>
          <p:nvPr>
            <p:ph idx="2" type="subTitle"/>
          </p:nvPr>
        </p:nvSpPr>
        <p:spPr>
          <a:xfrm rot="-1024">
            <a:off x="5020350" y="4096648"/>
            <a:ext cx="3021900" cy="5064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300"/>
              </a:spcBef>
              <a:spcAft>
                <a:spcPts val="0"/>
              </a:spcAft>
              <a:buClr>
                <a:schemeClr val="dk1"/>
              </a:buClr>
              <a:buSzPts val="1100"/>
              <a:buNone/>
              <a:defRPr sz="1200"/>
            </a:lvl1pPr>
            <a:lvl2pPr lvl="1" rtl="0" algn="ctr">
              <a:lnSpc>
                <a:spcPct val="100000"/>
              </a:lnSpc>
              <a:spcBef>
                <a:spcPts val="0"/>
              </a:spcBef>
              <a:spcAft>
                <a:spcPts val="0"/>
              </a:spcAft>
              <a:buClr>
                <a:schemeClr val="dk1"/>
              </a:buClr>
              <a:buSzPts val="1100"/>
              <a:buNone/>
              <a:defRPr sz="1100">
                <a:solidFill>
                  <a:schemeClr val="dk1"/>
                </a:solidFill>
              </a:defRPr>
            </a:lvl2pPr>
            <a:lvl3pPr lvl="2" rtl="0" algn="ctr">
              <a:lnSpc>
                <a:spcPct val="100000"/>
              </a:lnSpc>
              <a:spcBef>
                <a:spcPts val="0"/>
              </a:spcBef>
              <a:spcAft>
                <a:spcPts val="0"/>
              </a:spcAft>
              <a:buClr>
                <a:schemeClr val="dk1"/>
              </a:buClr>
              <a:buSzPts val="1100"/>
              <a:buNone/>
              <a:defRPr sz="1100">
                <a:solidFill>
                  <a:schemeClr val="dk1"/>
                </a:solidFill>
              </a:defRPr>
            </a:lvl3pPr>
            <a:lvl4pPr lvl="3" rtl="0" algn="ctr">
              <a:lnSpc>
                <a:spcPct val="100000"/>
              </a:lnSpc>
              <a:spcBef>
                <a:spcPts val="0"/>
              </a:spcBef>
              <a:spcAft>
                <a:spcPts val="0"/>
              </a:spcAft>
              <a:buClr>
                <a:schemeClr val="dk1"/>
              </a:buClr>
              <a:buSzPts val="1100"/>
              <a:buNone/>
              <a:defRPr sz="1100">
                <a:solidFill>
                  <a:schemeClr val="dk1"/>
                </a:solidFill>
              </a:defRPr>
            </a:lvl4pPr>
            <a:lvl5pPr lvl="4" rtl="0" algn="ctr">
              <a:lnSpc>
                <a:spcPct val="100000"/>
              </a:lnSpc>
              <a:spcBef>
                <a:spcPts val="0"/>
              </a:spcBef>
              <a:spcAft>
                <a:spcPts val="0"/>
              </a:spcAft>
              <a:buClr>
                <a:schemeClr val="dk1"/>
              </a:buClr>
              <a:buSzPts val="1100"/>
              <a:buNone/>
              <a:defRPr sz="1100">
                <a:solidFill>
                  <a:schemeClr val="dk1"/>
                </a:solidFill>
              </a:defRPr>
            </a:lvl5pPr>
            <a:lvl6pPr lvl="5" rtl="0" algn="ctr">
              <a:lnSpc>
                <a:spcPct val="100000"/>
              </a:lnSpc>
              <a:spcBef>
                <a:spcPts val="0"/>
              </a:spcBef>
              <a:spcAft>
                <a:spcPts val="0"/>
              </a:spcAft>
              <a:buClr>
                <a:schemeClr val="dk1"/>
              </a:buClr>
              <a:buSzPts val="1100"/>
              <a:buNone/>
              <a:defRPr sz="1100">
                <a:solidFill>
                  <a:schemeClr val="dk1"/>
                </a:solidFill>
              </a:defRPr>
            </a:lvl6pPr>
            <a:lvl7pPr lvl="6" rtl="0" algn="ctr">
              <a:lnSpc>
                <a:spcPct val="100000"/>
              </a:lnSpc>
              <a:spcBef>
                <a:spcPts val="0"/>
              </a:spcBef>
              <a:spcAft>
                <a:spcPts val="0"/>
              </a:spcAft>
              <a:buClr>
                <a:schemeClr val="dk1"/>
              </a:buClr>
              <a:buSzPts val="1100"/>
              <a:buNone/>
              <a:defRPr sz="1100">
                <a:solidFill>
                  <a:schemeClr val="dk1"/>
                </a:solidFill>
              </a:defRPr>
            </a:lvl7pPr>
            <a:lvl8pPr lvl="7" rtl="0" algn="ctr">
              <a:lnSpc>
                <a:spcPct val="100000"/>
              </a:lnSpc>
              <a:spcBef>
                <a:spcPts val="0"/>
              </a:spcBef>
              <a:spcAft>
                <a:spcPts val="0"/>
              </a:spcAft>
              <a:buClr>
                <a:schemeClr val="dk1"/>
              </a:buClr>
              <a:buSzPts val="1100"/>
              <a:buNone/>
              <a:defRPr sz="1100">
                <a:solidFill>
                  <a:schemeClr val="dk1"/>
                </a:solidFill>
              </a:defRPr>
            </a:lvl8pPr>
            <a:lvl9pPr lvl="8" rtl="0" algn="ctr">
              <a:lnSpc>
                <a:spcPct val="100000"/>
              </a:lnSpc>
              <a:spcBef>
                <a:spcPts val="0"/>
              </a:spcBef>
              <a:spcAft>
                <a:spcPts val="0"/>
              </a:spcAft>
              <a:buClr>
                <a:schemeClr val="dk1"/>
              </a:buClr>
              <a:buSzPts val="1100"/>
              <a:buNone/>
              <a:defRPr sz="1100">
                <a:solidFill>
                  <a:schemeClr val="dk1"/>
                </a:solidFill>
              </a:defRPr>
            </a:lvl9pPr>
          </a:lstStyle>
          <a:p/>
        </p:txBody>
      </p:sp>
      <p:sp>
        <p:nvSpPr>
          <p:cNvPr id="789" name="Google Shape;789;p29"/>
          <p:cNvSpPr txBox="1"/>
          <p:nvPr/>
        </p:nvSpPr>
        <p:spPr>
          <a:xfrm>
            <a:off x="4998825" y="3358325"/>
            <a:ext cx="3309600" cy="700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Open Sans"/>
                <a:ea typeface="Open Sans"/>
                <a:cs typeface="Open Sans"/>
                <a:sym typeface="Open Sans"/>
              </a:rPr>
              <a:t>CREDITS:</a:t>
            </a:r>
            <a:r>
              <a:rPr lang="en" sz="1000">
                <a:solidFill>
                  <a:schemeClr val="dk1"/>
                </a:solidFill>
                <a:latin typeface="Open Sans"/>
                <a:ea typeface="Open Sans"/>
                <a:cs typeface="Open Sans"/>
                <a:sym typeface="Open Sans"/>
              </a:rPr>
              <a:t> Diese Präsentationsvorlage wurde von </a:t>
            </a:r>
            <a:r>
              <a:rPr b="1" lang="en" sz="1000">
                <a:solidFill>
                  <a:schemeClr val="dk1"/>
                </a:solidFill>
                <a:uFill>
                  <a:noFill/>
                </a:uFill>
                <a:latin typeface="Open Sans"/>
                <a:ea typeface="Open Sans"/>
                <a:cs typeface="Open Sans"/>
                <a:sym typeface="Open Sans"/>
                <a:hlinkClick r:id="rId3">
                  <a:extLst>
                    <a:ext uri="{A12FA001-AC4F-418D-AE19-62706E023703}">
                      <ahyp:hlinkClr val="tx"/>
                    </a:ext>
                  </a:extLst>
                </a:hlinkClick>
              </a:rPr>
              <a:t>Slidesgo</a:t>
            </a:r>
            <a:r>
              <a:rPr lang="en" sz="1000">
                <a:solidFill>
                  <a:schemeClr val="dk1"/>
                </a:solidFill>
                <a:uFill>
                  <a:noFill/>
                </a:uFill>
                <a:latin typeface="Open Sans"/>
                <a:ea typeface="Open Sans"/>
                <a:cs typeface="Open Sans"/>
                <a:sym typeface="Open Sans"/>
                <a:hlinkClick r:id="rId4">
                  <a:extLst>
                    <a:ext uri="{A12FA001-AC4F-418D-AE19-62706E023703}">
                      <ahyp:hlinkClr val="tx"/>
                    </a:ext>
                  </a:extLst>
                </a:hlinkClick>
              </a:rPr>
              <a:t> </a:t>
            </a:r>
            <a:r>
              <a:rPr lang="en" sz="1000">
                <a:solidFill>
                  <a:schemeClr val="dk1"/>
                </a:solidFill>
                <a:latin typeface="Open Sans"/>
                <a:ea typeface="Open Sans"/>
                <a:cs typeface="Open Sans"/>
                <a:sym typeface="Open Sans"/>
              </a:rPr>
              <a:t>erstellt, inklusive Icons von </a:t>
            </a:r>
            <a:r>
              <a:rPr b="1" lang="en" sz="1000">
                <a:solidFill>
                  <a:schemeClr val="dk1"/>
                </a:solidFill>
                <a:uFill>
                  <a:noFill/>
                </a:uFill>
                <a:latin typeface="Open Sans"/>
                <a:ea typeface="Open Sans"/>
                <a:cs typeface="Open Sans"/>
                <a:sym typeface="Open Sans"/>
                <a:hlinkClick r:id="rId5">
                  <a:extLst>
                    <a:ext uri="{A12FA001-AC4F-418D-AE19-62706E023703}">
                      <ahyp:hlinkClr val="tx"/>
                    </a:ext>
                  </a:extLst>
                </a:hlinkClick>
              </a:rPr>
              <a:t>Flaticon</a:t>
            </a:r>
            <a:r>
              <a:rPr lang="en" sz="1000">
                <a:solidFill>
                  <a:schemeClr val="dk1"/>
                </a:solidFill>
                <a:latin typeface="Open Sans"/>
                <a:ea typeface="Open Sans"/>
                <a:cs typeface="Open Sans"/>
                <a:sym typeface="Open Sans"/>
              </a:rPr>
              <a:t> und Infografiken &amp; Bilder von </a:t>
            </a:r>
            <a:r>
              <a:rPr b="1" lang="en" sz="1000">
                <a:solidFill>
                  <a:schemeClr val="dk1"/>
                </a:solidFill>
                <a:uFill>
                  <a:noFill/>
                </a:uFill>
                <a:latin typeface="Open Sans"/>
                <a:ea typeface="Open Sans"/>
                <a:cs typeface="Open Sans"/>
                <a:sym typeface="Open Sans"/>
                <a:hlinkClick r:id="rId6">
                  <a:extLst>
                    <a:ext uri="{A12FA001-AC4F-418D-AE19-62706E023703}">
                      <ahyp:hlinkClr val="tx"/>
                    </a:ext>
                  </a:extLst>
                </a:hlinkClick>
              </a:rPr>
              <a:t>Freepik </a:t>
            </a:r>
            <a:endParaRPr b="1" sz="1000">
              <a:solidFill>
                <a:schemeClr val="dk1"/>
              </a:solidFill>
              <a:latin typeface="Open Sans"/>
              <a:ea typeface="Open Sans"/>
              <a:cs typeface="Open Sans"/>
              <a:sym typeface="Open Sans"/>
            </a:endParaRPr>
          </a:p>
          <a:p>
            <a:pPr indent="0" lvl="0" marL="0" rtl="0" algn="ctr">
              <a:spcBef>
                <a:spcPts val="300"/>
              </a:spcBef>
              <a:spcAft>
                <a:spcPts val="0"/>
              </a:spcAft>
              <a:buNone/>
            </a:pPr>
            <a:r>
              <a:t/>
            </a:r>
            <a:endParaRPr b="1" sz="1100">
              <a:solidFill>
                <a:schemeClr val="dk1"/>
              </a:solidFill>
              <a:latin typeface="Open Sans"/>
              <a:ea typeface="Open Sans"/>
              <a:cs typeface="Open Sans"/>
              <a:sym typeface="Open Sans"/>
            </a:endParaRPr>
          </a:p>
        </p:txBody>
      </p:sp>
      <p:grpSp>
        <p:nvGrpSpPr>
          <p:cNvPr id="790" name="Google Shape;790;p29"/>
          <p:cNvGrpSpPr/>
          <p:nvPr/>
        </p:nvGrpSpPr>
        <p:grpSpPr>
          <a:xfrm rot="1082747">
            <a:off x="8439432" y="4185491"/>
            <a:ext cx="1440462" cy="1769957"/>
            <a:chOff x="3411450" y="423950"/>
            <a:chExt cx="565625" cy="616750"/>
          </a:xfrm>
        </p:grpSpPr>
        <p:sp>
          <p:nvSpPr>
            <p:cNvPr id="791" name="Google Shape;791;p29"/>
            <p:cNvSpPr/>
            <p:nvPr/>
          </p:nvSpPr>
          <p:spPr>
            <a:xfrm>
              <a:off x="3411450" y="423950"/>
              <a:ext cx="565625" cy="616750"/>
            </a:xfrm>
            <a:custGeom>
              <a:rect b="b" l="l" r="r" t="t"/>
              <a:pathLst>
                <a:path extrusionOk="0" h="24670" w="22625">
                  <a:moveTo>
                    <a:pt x="6547" y="1"/>
                  </a:moveTo>
                  <a:cubicBezTo>
                    <a:pt x="6544" y="1"/>
                    <a:pt x="6542" y="1"/>
                    <a:pt x="6539" y="1"/>
                  </a:cubicBezTo>
                  <a:cubicBezTo>
                    <a:pt x="6337" y="10"/>
                    <a:pt x="6133" y="33"/>
                    <a:pt x="5934" y="69"/>
                  </a:cubicBezTo>
                  <a:cubicBezTo>
                    <a:pt x="5854" y="83"/>
                    <a:pt x="5801" y="161"/>
                    <a:pt x="5816" y="241"/>
                  </a:cubicBezTo>
                  <a:cubicBezTo>
                    <a:pt x="5828" y="311"/>
                    <a:pt x="5890" y="362"/>
                    <a:pt x="5960" y="362"/>
                  </a:cubicBezTo>
                  <a:cubicBezTo>
                    <a:pt x="5970" y="362"/>
                    <a:pt x="5978" y="361"/>
                    <a:pt x="5987" y="361"/>
                  </a:cubicBezTo>
                  <a:cubicBezTo>
                    <a:pt x="6173" y="327"/>
                    <a:pt x="6364" y="305"/>
                    <a:pt x="6554" y="296"/>
                  </a:cubicBezTo>
                  <a:cubicBezTo>
                    <a:pt x="6634" y="293"/>
                    <a:pt x="6698" y="223"/>
                    <a:pt x="6694" y="141"/>
                  </a:cubicBezTo>
                  <a:cubicBezTo>
                    <a:pt x="6690" y="63"/>
                    <a:pt x="6625" y="1"/>
                    <a:pt x="6547" y="1"/>
                  </a:cubicBezTo>
                  <a:close/>
                  <a:moveTo>
                    <a:pt x="7430" y="47"/>
                  </a:moveTo>
                  <a:cubicBezTo>
                    <a:pt x="7359" y="47"/>
                    <a:pt x="7295" y="99"/>
                    <a:pt x="7283" y="171"/>
                  </a:cubicBezTo>
                  <a:cubicBezTo>
                    <a:pt x="7271" y="253"/>
                    <a:pt x="7326" y="327"/>
                    <a:pt x="7406" y="340"/>
                  </a:cubicBezTo>
                  <a:cubicBezTo>
                    <a:pt x="7595" y="370"/>
                    <a:pt x="7781" y="412"/>
                    <a:pt x="7961" y="466"/>
                  </a:cubicBezTo>
                  <a:cubicBezTo>
                    <a:pt x="7974" y="470"/>
                    <a:pt x="7989" y="473"/>
                    <a:pt x="8003" y="473"/>
                  </a:cubicBezTo>
                  <a:cubicBezTo>
                    <a:pt x="8066" y="473"/>
                    <a:pt x="8124" y="431"/>
                    <a:pt x="8145" y="368"/>
                  </a:cubicBezTo>
                  <a:cubicBezTo>
                    <a:pt x="8169" y="290"/>
                    <a:pt x="8124" y="207"/>
                    <a:pt x="8046" y="184"/>
                  </a:cubicBezTo>
                  <a:cubicBezTo>
                    <a:pt x="7855" y="126"/>
                    <a:pt x="7654" y="79"/>
                    <a:pt x="7452" y="48"/>
                  </a:cubicBezTo>
                  <a:cubicBezTo>
                    <a:pt x="7445" y="47"/>
                    <a:pt x="7437" y="47"/>
                    <a:pt x="7430" y="47"/>
                  </a:cubicBezTo>
                  <a:close/>
                  <a:moveTo>
                    <a:pt x="5110" y="307"/>
                  </a:moveTo>
                  <a:cubicBezTo>
                    <a:pt x="5093" y="307"/>
                    <a:pt x="5076" y="310"/>
                    <a:pt x="5059" y="317"/>
                  </a:cubicBezTo>
                  <a:cubicBezTo>
                    <a:pt x="4872" y="387"/>
                    <a:pt x="4686" y="469"/>
                    <a:pt x="4504" y="559"/>
                  </a:cubicBezTo>
                  <a:cubicBezTo>
                    <a:pt x="4432" y="595"/>
                    <a:pt x="4402" y="685"/>
                    <a:pt x="4438" y="757"/>
                  </a:cubicBezTo>
                  <a:cubicBezTo>
                    <a:pt x="4464" y="809"/>
                    <a:pt x="4516" y="838"/>
                    <a:pt x="4569" y="838"/>
                  </a:cubicBezTo>
                  <a:cubicBezTo>
                    <a:pt x="4592" y="838"/>
                    <a:pt x="4615" y="832"/>
                    <a:pt x="4636" y="824"/>
                  </a:cubicBezTo>
                  <a:cubicBezTo>
                    <a:pt x="4809" y="737"/>
                    <a:pt x="4985" y="660"/>
                    <a:pt x="5162" y="593"/>
                  </a:cubicBezTo>
                  <a:cubicBezTo>
                    <a:pt x="5239" y="564"/>
                    <a:pt x="5276" y="480"/>
                    <a:pt x="5248" y="403"/>
                  </a:cubicBezTo>
                  <a:cubicBezTo>
                    <a:pt x="5226" y="343"/>
                    <a:pt x="5170" y="307"/>
                    <a:pt x="5110" y="307"/>
                  </a:cubicBezTo>
                  <a:close/>
                  <a:moveTo>
                    <a:pt x="8813" y="528"/>
                  </a:moveTo>
                  <a:cubicBezTo>
                    <a:pt x="8762" y="528"/>
                    <a:pt x="8712" y="555"/>
                    <a:pt x="8685" y="602"/>
                  </a:cubicBezTo>
                  <a:cubicBezTo>
                    <a:pt x="8645" y="672"/>
                    <a:pt x="8669" y="762"/>
                    <a:pt x="8740" y="804"/>
                  </a:cubicBezTo>
                  <a:cubicBezTo>
                    <a:pt x="8905" y="897"/>
                    <a:pt x="9061" y="1006"/>
                    <a:pt x="9204" y="1124"/>
                  </a:cubicBezTo>
                  <a:cubicBezTo>
                    <a:pt x="9232" y="1146"/>
                    <a:pt x="9264" y="1157"/>
                    <a:pt x="9298" y="1157"/>
                  </a:cubicBezTo>
                  <a:cubicBezTo>
                    <a:pt x="9340" y="1157"/>
                    <a:pt x="9382" y="1140"/>
                    <a:pt x="9410" y="1105"/>
                  </a:cubicBezTo>
                  <a:cubicBezTo>
                    <a:pt x="9462" y="1042"/>
                    <a:pt x="9454" y="949"/>
                    <a:pt x="9391" y="897"/>
                  </a:cubicBezTo>
                  <a:cubicBezTo>
                    <a:pt x="9235" y="768"/>
                    <a:pt x="9066" y="651"/>
                    <a:pt x="8886" y="548"/>
                  </a:cubicBezTo>
                  <a:cubicBezTo>
                    <a:pt x="8863" y="534"/>
                    <a:pt x="8838" y="528"/>
                    <a:pt x="8813" y="528"/>
                  </a:cubicBezTo>
                  <a:close/>
                  <a:moveTo>
                    <a:pt x="3809" y="993"/>
                  </a:moveTo>
                  <a:cubicBezTo>
                    <a:pt x="3780" y="993"/>
                    <a:pt x="3751" y="1002"/>
                    <a:pt x="3725" y="1020"/>
                  </a:cubicBezTo>
                  <a:cubicBezTo>
                    <a:pt x="3560" y="1135"/>
                    <a:pt x="3398" y="1257"/>
                    <a:pt x="3246" y="1386"/>
                  </a:cubicBezTo>
                  <a:cubicBezTo>
                    <a:pt x="3184" y="1439"/>
                    <a:pt x="3175" y="1532"/>
                    <a:pt x="3227" y="1594"/>
                  </a:cubicBezTo>
                  <a:cubicBezTo>
                    <a:pt x="3257" y="1629"/>
                    <a:pt x="3298" y="1646"/>
                    <a:pt x="3341" y="1646"/>
                  </a:cubicBezTo>
                  <a:cubicBezTo>
                    <a:pt x="3375" y="1646"/>
                    <a:pt x="3408" y="1635"/>
                    <a:pt x="3435" y="1611"/>
                  </a:cubicBezTo>
                  <a:cubicBezTo>
                    <a:pt x="3581" y="1490"/>
                    <a:pt x="3736" y="1372"/>
                    <a:pt x="3893" y="1263"/>
                  </a:cubicBezTo>
                  <a:cubicBezTo>
                    <a:pt x="3960" y="1215"/>
                    <a:pt x="3976" y="1124"/>
                    <a:pt x="3930" y="1057"/>
                  </a:cubicBezTo>
                  <a:cubicBezTo>
                    <a:pt x="3901" y="1016"/>
                    <a:pt x="3856" y="993"/>
                    <a:pt x="3809" y="993"/>
                  </a:cubicBezTo>
                  <a:close/>
                  <a:moveTo>
                    <a:pt x="9902" y="1503"/>
                  </a:moveTo>
                  <a:cubicBezTo>
                    <a:pt x="9871" y="1503"/>
                    <a:pt x="9840" y="1513"/>
                    <a:pt x="9814" y="1533"/>
                  </a:cubicBezTo>
                  <a:cubicBezTo>
                    <a:pt x="9749" y="1581"/>
                    <a:pt x="9737" y="1675"/>
                    <a:pt x="9785" y="1739"/>
                  </a:cubicBezTo>
                  <a:cubicBezTo>
                    <a:pt x="9894" y="1884"/>
                    <a:pt x="10000" y="2040"/>
                    <a:pt x="10105" y="2217"/>
                  </a:cubicBezTo>
                  <a:cubicBezTo>
                    <a:pt x="10133" y="2263"/>
                    <a:pt x="10181" y="2289"/>
                    <a:pt x="10232" y="2289"/>
                  </a:cubicBezTo>
                  <a:cubicBezTo>
                    <a:pt x="10258" y="2289"/>
                    <a:pt x="10283" y="2282"/>
                    <a:pt x="10306" y="2267"/>
                  </a:cubicBezTo>
                  <a:cubicBezTo>
                    <a:pt x="10376" y="2224"/>
                    <a:pt x="10398" y="2134"/>
                    <a:pt x="10357" y="2064"/>
                  </a:cubicBezTo>
                  <a:cubicBezTo>
                    <a:pt x="10245" y="1879"/>
                    <a:pt x="10136" y="1715"/>
                    <a:pt x="10020" y="1562"/>
                  </a:cubicBezTo>
                  <a:cubicBezTo>
                    <a:pt x="9991" y="1523"/>
                    <a:pt x="9947" y="1503"/>
                    <a:pt x="9902" y="1503"/>
                  </a:cubicBezTo>
                  <a:close/>
                  <a:moveTo>
                    <a:pt x="2706" y="1968"/>
                  </a:moveTo>
                  <a:cubicBezTo>
                    <a:pt x="2665" y="1968"/>
                    <a:pt x="2625" y="1984"/>
                    <a:pt x="2597" y="2017"/>
                  </a:cubicBezTo>
                  <a:cubicBezTo>
                    <a:pt x="2462" y="2169"/>
                    <a:pt x="2335" y="2327"/>
                    <a:pt x="2219" y="2488"/>
                  </a:cubicBezTo>
                  <a:cubicBezTo>
                    <a:pt x="2171" y="2555"/>
                    <a:pt x="2186" y="2647"/>
                    <a:pt x="2252" y="2695"/>
                  </a:cubicBezTo>
                  <a:cubicBezTo>
                    <a:pt x="2278" y="2713"/>
                    <a:pt x="2308" y="2723"/>
                    <a:pt x="2338" y="2723"/>
                  </a:cubicBezTo>
                  <a:cubicBezTo>
                    <a:pt x="2382" y="2723"/>
                    <a:pt x="2428" y="2702"/>
                    <a:pt x="2457" y="2662"/>
                  </a:cubicBezTo>
                  <a:cubicBezTo>
                    <a:pt x="2567" y="2508"/>
                    <a:pt x="2687" y="2357"/>
                    <a:pt x="2815" y="2213"/>
                  </a:cubicBezTo>
                  <a:cubicBezTo>
                    <a:pt x="2870" y="2152"/>
                    <a:pt x="2865" y="2059"/>
                    <a:pt x="2804" y="2006"/>
                  </a:cubicBezTo>
                  <a:cubicBezTo>
                    <a:pt x="2776" y="1980"/>
                    <a:pt x="2741" y="1968"/>
                    <a:pt x="2706" y="1968"/>
                  </a:cubicBezTo>
                  <a:close/>
                  <a:moveTo>
                    <a:pt x="10647" y="2775"/>
                  </a:moveTo>
                  <a:cubicBezTo>
                    <a:pt x="10625" y="2775"/>
                    <a:pt x="10603" y="2780"/>
                    <a:pt x="10583" y="2790"/>
                  </a:cubicBezTo>
                  <a:cubicBezTo>
                    <a:pt x="10509" y="2826"/>
                    <a:pt x="10479" y="2913"/>
                    <a:pt x="10514" y="2987"/>
                  </a:cubicBezTo>
                  <a:cubicBezTo>
                    <a:pt x="10599" y="3163"/>
                    <a:pt x="10682" y="3342"/>
                    <a:pt x="10763" y="3519"/>
                  </a:cubicBezTo>
                  <a:cubicBezTo>
                    <a:pt x="10788" y="3574"/>
                    <a:pt x="10842" y="3606"/>
                    <a:pt x="10897" y="3606"/>
                  </a:cubicBezTo>
                  <a:cubicBezTo>
                    <a:pt x="10918" y="3606"/>
                    <a:pt x="10939" y="3602"/>
                    <a:pt x="10959" y="3590"/>
                  </a:cubicBezTo>
                  <a:cubicBezTo>
                    <a:pt x="11032" y="3555"/>
                    <a:pt x="11064" y="3468"/>
                    <a:pt x="11031" y="3394"/>
                  </a:cubicBezTo>
                  <a:cubicBezTo>
                    <a:pt x="10949" y="3215"/>
                    <a:pt x="10865" y="3035"/>
                    <a:pt x="10780" y="2858"/>
                  </a:cubicBezTo>
                  <a:cubicBezTo>
                    <a:pt x="10754" y="2805"/>
                    <a:pt x="10701" y="2775"/>
                    <a:pt x="10647" y="2775"/>
                  </a:cubicBezTo>
                  <a:close/>
                  <a:moveTo>
                    <a:pt x="1887" y="3186"/>
                  </a:moveTo>
                  <a:cubicBezTo>
                    <a:pt x="1832" y="3186"/>
                    <a:pt x="1778" y="3217"/>
                    <a:pt x="1753" y="3270"/>
                  </a:cubicBezTo>
                  <a:cubicBezTo>
                    <a:pt x="1664" y="3456"/>
                    <a:pt x="1588" y="3647"/>
                    <a:pt x="1528" y="3837"/>
                  </a:cubicBezTo>
                  <a:cubicBezTo>
                    <a:pt x="1503" y="3914"/>
                    <a:pt x="1545" y="3998"/>
                    <a:pt x="1623" y="4023"/>
                  </a:cubicBezTo>
                  <a:cubicBezTo>
                    <a:pt x="1638" y="4027"/>
                    <a:pt x="1653" y="4030"/>
                    <a:pt x="1668" y="4030"/>
                  </a:cubicBezTo>
                  <a:cubicBezTo>
                    <a:pt x="1730" y="4030"/>
                    <a:pt x="1788" y="3990"/>
                    <a:pt x="1807" y="3926"/>
                  </a:cubicBezTo>
                  <a:cubicBezTo>
                    <a:pt x="1865" y="3749"/>
                    <a:pt x="1936" y="3571"/>
                    <a:pt x="2019" y="3396"/>
                  </a:cubicBezTo>
                  <a:cubicBezTo>
                    <a:pt x="2054" y="3323"/>
                    <a:pt x="2023" y="3235"/>
                    <a:pt x="1949" y="3200"/>
                  </a:cubicBezTo>
                  <a:cubicBezTo>
                    <a:pt x="1929" y="3191"/>
                    <a:pt x="1908" y="3186"/>
                    <a:pt x="1887" y="3186"/>
                  </a:cubicBezTo>
                  <a:close/>
                  <a:moveTo>
                    <a:pt x="11276" y="4111"/>
                  </a:moveTo>
                  <a:cubicBezTo>
                    <a:pt x="11254" y="4111"/>
                    <a:pt x="11231" y="4116"/>
                    <a:pt x="11209" y="4127"/>
                  </a:cubicBezTo>
                  <a:cubicBezTo>
                    <a:pt x="11136" y="4163"/>
                    <a:pt x="11108" y="4252"/>
                    <a:pt x="11144" y="4324"/>
                  </a:cubicBezTo>
                  <a:cubicBezTo>
                    <a:pt x="11243" y="4521"/>
                    <a:pt x="11336" y="4694"/>
                    <a:pt x="11429" y="4851"/>
                  </a:cubicBezTo>
                  <a:cubicBezTo>
                    <a:pt x="11456" y="4898"/>
                    <a:pt x="11506" y="4923"/>
                    <a:pt x="11557" y="4923"/>
                  </a:cubicBezTo>
                  <a:cubicBezTo>
                    <a:pt x="11580" y="4923"/>
                    <a:pt x="11606" y="4917"/>
                    <a:pt x="11631" y="4905"/>
                  </a:cubicBezTo>
                  <a:cubicBezTo>
                    <a:pt x="11701" y="4861"/>
                    <a:pt x="11724" y="4772"/>
                    <a:pt x="11682" y="4702"/>
                  </a:cubicBezTo>
                  <a:cubicBezTo>
                    <a:pt x="11594" y="4551"/>
                    <a:pt x="11503" y="4385"/>
                    <a:pt x="11407" y="4193"/>
                  </a:cubicBezTo>
                  <a:cubicBezTo>
                    <a:pt x="11381" y="4140"/>
                    <a:pt x="11330" y="4111"/>
                    <a:pt x="11276" y="4111"/>
                  </a:cubicBezTo>
                  <a:close/>
                  <a:moveTo>
                    <a:pt x="1490" y="4601"/>
                  </a:moveTo>
                  <a:cubicBezTo>
                    <a:pt x="1414" y="4601"/>
                    <a:pt x="1352" y="4659"/>
                    <a:pt x="1345" y="4736"/>
                  </a:cubicBezTo>
                  <a:cubicBezTo>
                    <a:pt x="1337" y="4843"/>
                    <a:pt x="1332" y="4951"/>
                    <a:pt x="1332" y="5056"/>
                  </a:cubicBezTo>
                  <a:cubicBezTo>
                    <a:pt x="1332" y="5153"/>
                    <a:pt x="1335" y="5251"/>
                    <a:pt x="1343" y="5348"/>
                  </a:cubicBezTo>
                  <a:cubicBezTo>
                    <a:pt x="1349" y="5424"/>
                    <a:pt x="1414" y="5484"/>
                    <a:pt x="1490" y="5484"/>
                  </a:cubicBezTo>
                  <a:cubicBezTo>
                    <a:pt x="1494" y="5484"/>
                    <a:pt x="1498" y="5484"/>
                    <a:pt x="1502" y="5485"/>
                  </a:cubicBezTo>
                  <a:cubicBezTo>
                    <a:pt x="1583" y="5478"/>
                    <a:pt x="1643" y="5407"/>
                    <a:pt x="1637" y="5326"/>
                  </a:cubicBezTo>
                  <a:cubicBezTo>
                    <a:pt x="1631" y="5237"/>
                    <a:pt x="1627" y="5147"/>
                    <a:pt x="1627" y="5057"/>
                  </a:cubicBezTo>
                  <a:cubicBezTo>
                    <a:pt x="1627" y="4959"/>
                    <a:pt x="1631" y="4859"/>
                    <a:pt x="1639" y="4761"/>
                  </a:cubicBezTo>
                  <a:cubicBezTo>
                    <a:pt x="1648" y="4680"/>
                    <a:pt x="1587" y="4608"/>
                    <a:pt x="1505" y="4601"/>
                  </a:cubicBezTo>
                  <a:cubicBezTo>
                    <a:pt x="1500" y="4601"/>
                    <a:pt x="1495" y="4601"/>
                    <a:pt x="1490" y="4601"/>
                  </a:cubicBezTo>
                  <a:close/>
                  <a:moveTo>
                    <a:pt x="12064" y="5350"/>
                  </a:moveTo>
                  <a:cubicBezTo>
                    <a:pt x="12030" y="5350"/>
                    <a:pt x="11995" y="5362"/>
                    <a:pt x="11967" y="5387"/>
                  </a:cubicBezTo>
                  <a:cubicBezTo>
                    <a:pt x="11905" y="5439"/>
                    <a:pt x="11899" y="5532"/>
                    <a:pt x="11954" y="5594"/>
                  </a:cubicBezTo>
                  <a:cubicBezTo>
                    <a:pt x="12093" y="5754"/>
                    <a:pt x="12243" y="5897"/>
                    <a:pt x="12395" y="6021"/>
                  </a:cubicBezTo>
                  <a:cubicBezTo>
                    <a:pt x="12424" y="6043"/>
                    <a:pt x="12456" y="6053"/>
                    <a:pt x="12488" y="6053"/>
                  </a:cubicBezTo>
                  <a:cubicBezTo>
                    <a:pt x="12533" y="6053"/>
                    <a:pt x="12575" y="6035"/>
                    <a:pt x="12602" y="5999"/>
                  </a:cubicBezTo>
                  <a:cubicBezTo>
                    <a:pt x="12652" y="5934"/>
                    <a:pt x="12642" y="5842"/>
                    <a:pt x="12579" y="5792"/>
                  </a:cubicBezTo>
                  <a:cubicBezTo>
                    <a:pt x="12439" y="5679"/>
                    <a:pt x="12302" y="5547"/>
                    <a:pt x="12176" y="5401"/>
                  </a:cubicBezTo>
                  <a:cubicBezTo>
                    <a:pt x="12146" y="5367"/>
                    <a:pt x="12106" y="5350"/>
                    <a:pt x="12064" y="5350"/>
                  </a:cubicBezTo>
                  <a:close/>
                  <a:moveTo>
                    <a:pt x="18200" y="5935"/>
                  </a:moveTo>
                  <a:cubicBezTo>
                    <a:pt x="18196" y="5935"/>
                    <a:pt x="18192" y="5935"/>
                    <a:pt x="18189" y="5935"/>
                  </a:cubicBezTo>
                  <a:cubicBezTo>
                    <a:pt x="18003" y="5950"/>
                    <a:pt x="17809" y="5972"/>
                    <a:pt x="17593" y="6004"/>
                  </a:cubicBezTo>
                  <a:cubicBezTo>
                    <a:pt x="17513" y="6015"/>
                    <a:pt x="17456" y="6088"/>
                    <a:pt x="17468" y="6170"/>
                  </a:cubicBezTo>
                  <a:cubicBezTo>
                    <a:pt x="17478" y="6243"/>
                    <a:pt x="17542" y="6296"/>
                    <a:pt x="17614" y="6296"/>
                  </a:cubicBezTo>
                  <a:cubicBezTo>
                    <a:pt x="17620" y="6296"/>
                    <a:pt x="17628" y="6296"/>
                    <a:pt x="17636" y="6295"/>
                  </a:cubicBezTo>
                  <a:cubicBezTo>
                    <a:pt x="17845" y="6265"/>
                    <a:pt x="18033" y="6244"/>
                    <a:pt x="18212" y="6230"/>
                  </a:cubicBezTo>
                  <a:cubicBezTo>
                    <a:pt x="18294" y="6223"/>
                    <a:pt x="18354" y="6152"/>
                    <a:pt x="18348" y="6072"/>
                  </a:cubicBezTo>
                  <a:cubicBezTo>
                    <a:pt x="18342" y="5994"/>
                    <a:pt x="18276" y="5935"/>
                    <a:pt x="18200" y="5935"/>
                  </a:cubicBezTo>
                  <a:close/>
                  <a:moveTo>
                    <a:pt x="19084" y="5929"/>
                  </a:moveTo>
                  <a:cubicBezTo>
                    <a:pt x="19007" y="5929"/>
                    <a:pt x="18944" y="5988"/>
                    <a:pt x="18937" y="6065"/>
                  </a:cubicBezTo>
                  <a:cubicBezTo>
                    <a:pt x="18930" y="6146"/>
                    <a:pt x="18991" y="6217"/>
                    <a:pt x="19073" y="6223"/>
                  </a:cubicBezTo>
                  <a:cubicBezTo>
                    <a:pt x="19234" y="6237"/>
                    <a:pt x="19391" y="6258"/>
                    <a:pt x="19540" y="6289"/>
                  </a:cubicBezTo>
                  <a:cubicBezTo>
                    <a:pt x="19571" y="6296"/>
                    <a:pt x="19601" y="6303"/>
                    <a:pt x="19632" y="6310"/>
                  </a:cubicBezTo>
                  <a:cubicBezTo>
                    <a:pt x="19642" y="6313"/>
                    <a:pt x="19654" y="6314"/>
                    <a:pt x="19666" y="6314"/>
                  </a:cubicBezTo>
                  <a:cubicBezTo>
                    <a:pt x="19733" y="6314"/>
                    <a:pt x="19793" y="6269"/>
                    <a:pt x="19810" y="6201"/>
                  </a:cubicBezTo>
                  <a:cubicBezTo>
                    <a:pt x="19828" y="6120"/>
                    <a:pt x="19779" y="6042"/>
                    <a:pt x="19700" y="6022"/>
                  </a:cubicBezTo>
                  <a:cubicBezTo>
                    <a:pt x="19667" y="6015"/>
                    <a:pt x="19633" y="6007"/>
                    <a:pt x="19600" y="6000"/>
                  </a:cubicBezTo>
                  <a:cubicBezTo>
                    <a:pt x="19438" y="5967"/>
                    <a:pt x="19268" y="5944"/>
                    <a:pt x="19096" y="5929"/>
                  </a:cubicBezTo>
                  <a:cubicBezTo>
                    <a:pt x="19092" y="5929"/>
                    <a:pt x="19088" y="5929"/>
                    <a:pt x="19084" y="5929"/>
                  </a:cubicBezTo>
                  <a:close/>
                  <a:moveTo>
                    <a:pt x="16743" y="6147"/>
                  </a:moveTo>
                  <a:cubicBezTo>
                    <a:pt x="16734" y="6147"/>
                    <a:pt x="16725" y="6148"/>
                    <a:pt x="16715" y="6150"/>
                  </a:cubicBezTo>
                  <a:lnTo>
                    <a:pt x="16561" y="6178"/>
                  </a:lnTo>
                  <a:cubicBezTo>
                    <a:pt x="16418" y="6204"/>
                    <a:pt x="16277" y="6232"/>
                    <a:pt x="16135" y="6255"/>
                  </a:cubicBezTo>
                  <a:cubicBezTo>
                    <a:pt x="16055" y="6270"/>
                    <a:pt x="16001" y="6347"/>
                    <a:pt x="16016" y="6428"/>
                  </a:cubicBezTo>
                  <a:cubicBezTo>
                    <a:pt x="16027" y="6498"/>
                    <a:pt x="16091" y="6548"/>
                    <a:pt x="16160" y="6548"/>
                  </a:cubicBezTo>
                  <a:cubicBezTo>
                    <a:pt x="16170" y="6548"/>
                    <a:pt x="16179" y="6548"/>
                    <a:pt x="16187" y="6546"/>
                  </a:cubicBezTo>
                  <a:cubicBezTo>
                    <a:pt x="16328" y="6522"/>
                    <a:pt x="16471" y="6495"/>
                    <a:pt x="16613" y="6469"/>
                  </a:cubicBezTo>
                  <a:lnTo>
                    <a:pt x="16768" y="6440"/>
                  </a:lnTo>
                  <a:cubicBezTo>
                    <a:pt x="16847" y="6426"/>
                    <a:pt x="16901" y="6348"/>
                    <a:pt x="16887" y="6269"/>
                  </a:cubicBezTo>
                  <a:cubicBezTo>
                    <a:pt x="16874" y="6198"/>
                    <a:pt x="16812" y="6147"/>
                    <a:pt x="16743" y="6147"/>
                  </a:cubicBezTo>
                  <a:close/>
                  <a:moveTo>
                    <a:pt x="13249" y="6201"/>
                  </a:moveTo>
                  <a:cubicBezTo>
                    <a:pt x="13190" y="6201"/>
                    <a:pt x="13135" y="6236"/>
                    <a:pt x="13112" y="6295"/>
                  </a:cubicBezTo>
                  <a:cubicBezTo>
                    <a:pt x="13082" y="6371"/>
                    <a:pt x="13121" y="6455"/>
                    <a:pt x="13196" y="6485"/>
                  </a:cubicBezTo>
                  <a:cubicBezTo>
                    <a:pt x="13384" y="6559"/>
                    <a:pt x="13583" y="6615"/>
                    <a:pt x="13789" y="6655"/>
                  </a:cubicBezTo>
                  <a:cubicBezTo>
                    <a:pt x="13799" y="6656"/>
                    <a:pt x="13808" y="6657"/>
                    <a:pt x="13817" y="6657"/>
                  </a:cubicBezTo>
                  <a:cubicBezTo>
                    <a:pt x="13886" y="6657"/>
                    <a:pt x="13948" y="6608"/>
                    <a:pt x="13961" y="6537"/>
                  </a:cubicBezTo>
                  <a:cubicBezTo>
                    <a:pt x="13976" y="6455"/>
                    <a:pt x="13922" y="6380"/>
                    <a:pt x="13843" y="6365"/>
                  </a:cubicBezTo>
                  <a:cubicBezTo>
                    <a:pt x="13654" y="6330"/>
                    <a:pt x="13472" y="6278"/>
                    <a:pt x="13303" y="6211"/>
                  </a:cubicBezTo>
                  <a:cubicBezTo>
                    <a:pt x="13285" y="6204"/>
                    <a:pt x="13267" y="6201"/>
                    <a:pt x="13249" y="6201"/>
                  </a:cubicBezTo>
                  <a:close/>
                  <a:moveTo>
                    <a:pt x="1604" y="5846"/>
                  </a:moveTo>
                  <a:cubicBezTo>
                    <a:pt x="1591" y="5846"/>
                    <a:pt x="1578" y="5847"/>
                    <a:pt x="1565" y="5851"/>
                  </a:cubicBezTo>
                  <a:cubicBezTo>
                    <a:pt x="1487" y="5872"/>
                    <a:pt x="1440" y="5953"/>
                    <a:pt x="1461" y="6031"/>
                  </a:cubicBezTo>
                  <a:cubicBezTo>
                    <a:pt x="1508" y="6210"/>
                    <a:pt x="1567" y="6397"/>
                    <a:pt x="1639" y="6604"/>
                  </a:cubicBezTo>
                  <a:cubicBezTo>
                    <a:pt x="1662" y="6665"/>
                    <a:pt x="1719" y="6703"/>
                    <a:pt x="1779" y="6703"/>
                  </a:cubicBezTo>
                  <a:cubicBezTo>
                    <a:pt x="1794" y="6703"/>
                    <a:pt x="1812" y="6701"/>
                    <a:pt x="1828" y="6696"/>
                  </a:cubicBezTo>
                  <a:cubicBezTo>
                    <a:pt x="1904" y="6668"/>
                    <a:pt x="1946" y="6584"/>
                    <a:pt x="1918" y="6507"/>
                  </a:cubicBezTo>
                  <a:cubicBezTo>
                    <a:pt x="1849" y="6307"/>
                    <a:pt x="1792" y="6126"/>
                    <a:pt x="1746" y="5955"/>
                  </a:cubicBezTo>
                  <a:cubicBezTo>
                    <a:pt x="1728" y="5890"/>
                    <a:pt x="1669" y="5846"/>
                    <a:pt x="1604" y="5846"/>
                  </a:cubicBezTo>
                  <a:close/>
                  <a:moveTo>
                    <a:pt x="15286" y="6386"/>
                  </a:moveTo>
                  <a:cubicBezTo>
                    <a:pt x="15281" y="6386"/>
                    <a:pt x="15276" y="6386"/>
                    <a:pt x="15271" y="6386"/>
                  </a:cubicBezTo>
                  <a:cubicBezTo>
                    <a:pt x="15062" y="6408"/>
                    <a:pt x="14875" y="6422"/>
                    <a:pt x="14695" y="6426"/>
                  </a:cubicBezTo>
                  <a:cubicBezTo>
                    <a:pt x="14613" y="6428"/>
                    <a:pt x="14549" y="6496"/>
                    <a:pt x="14551" y="6577"/>
                  </a:cubicBezTo>
                  <a:cubicBezTo>
                    <a:pt x="14552" y="6658"/>
                    <a:pt x="14618" y="6722"/>
                    <a:pt x="14698" y="6722"/>
                  </a:cubicBezTo>
                  <a:lnTo>
                    <a:pt x="14701" y="6722"/>
                  </a:lnTo>
                  <a:cubicBezTo>
                    <a:pt x="14889" y="6717"/>
                    <a:pt x="15086" y="6703"/>
                    <a:pt x="15303" y="6678"/>
                  </a:cubicBezTo>
                  <a:cubicBezTo>
                    <a:pt x="15384" y="6670"/>
                    <a:pt x="15442" y="6598"/>
                    <a:pt x="15433" y="6516"/>
                  </a:cubicBezTo>
                  <a:cubicBezTo>
                    <a:pt x="15424" y="6440"/>
                    <a:pt x="15360" y="6386"/>
                    <a:pt x="15286" y="6386"/>
                  </a:cubicBezTo>
                  <a:close/>
                  <a:moveTo>
                    <a:pt x="20489" y="6340"/>
                  </a:moveTo>
                  <a:cubicBezTo>
                    <a:pt x="20437" y="6340"/>
                    <a:pt x="20386" y="6367"/>
                    <a:pt x="20358" y="6416"/>
                  </a:cubicBezTo>
                  <a:cubicBezTo>
                    <a:pt x="20319" y="6486"/>
                    <a:pt x="20345" y="6576"/>
                    <a:pt x="20416" y="6615"/>
                  </a:cubicBezTo>
                  <a:cubicBezTo>
                    <a:pt x="20579" y="6704"/>
                    <a:pt x="20736" y="6810"/>
                    <a:pt x="20886" y="6929"/>
                  </a:cubicBezTo>
                  <a:cubicBezTo>
                    <a:pt x="20912" y="6951"/>
                    <a:pt x="20946" y="6961"/>
                    <a:pt x="20977" y="6961"/>
                  </a:cubicBezTo>
                  <a:cubicBezTo>
                    <a:pt x="21021" y="6961"/>
                    <a:pt x="21063" y="6941"/>
                    <a:pt x="21092" y="6906"/>
                  </a:cubicBezTo>
                  <a:cubicBezTo>
                    <a:pt x="21144" y="6841"/>
                    <a:pt x="21132" y="6749"/>
                    <a:pt x="21069" y="6698"/>
                  </a:cubicBezTo>
                  <a:cubicBezTo>
                    <a:pt x="20906" y="6571"/>
                    <a:pt x="20735" y="6455"/>
                    <a:pt x="20559" y="6357"/>
                  </a:cubicBezTo>
                  <a:cubicBezTo>
                    <a:pt x="20536" y="6346"/>
                    <a:pt x="20512" y="6340"/>
                    <a:pt x="20489" y="6340"/>
                  </a:cubicBezTo>
                  <a:close/>
                  <a:moveTo>
                    <a:pt x="21598" y="7290"/>
                  </a:moveTo>
                  <a:cubicBezTo>
                    <a:pt x="21566" y="7290"/>
                    <a:pt x="21534" y="7301"/>
                    <a:pt x="21508" y="7322"/>
                  </a:cubicBezTo>
                  <a:cubicBezTo>
                    <a:pt x="21444" y="7374"/>
                    <a:pt x="21434" y="7467"/>
                    <a:pt x="21484" y="7530"/>
                  </a:cubicBezTo>
                  <a:cubicBezTo>
                    <a:pt x="21602" y="7678"/>
                    <a:pt x="21710" y="7836"/>
                    <a:pt x="21805" y="7999"/>
                  </a:cubicBezTo>
                  <a:cubicBezTo>
                    <a:pt x="21833" y="8047"/>
                    <a:pt x="21882" y="8073"/>
                    <a:pt x="21933" y="8073"/>
                  </a:cubicBezTo>
                  <a:cubicBezTo>
                    <a:pt x="21959" y="8073"/>
                    <a:pt x="21984" y="8067"/>
                    <a:pt x="22006" y="8051"/>
                  </a:cubicBezTo>
                  <a:cubicBezTo>
                    <a:pt x="22076" y="8011"/>
                    <a:pt x="22101" y="7921"/>
                    <a:pt x="22060" y="7849"/>
                  </a:cubicBezTo>
                  <a:cubicBezTo>
                    <a:pt x="21957" y="7673"/>
                    <a:pt x="21841" y="7504"/>
                    <a:pt x="21715" y="7346"/>
                  </a:cubicBezTo>
                  <a:cubicBezTo>
                    <a:pt x="21685" y="7310"/>
                    <a:pt x="21642" y="7290"/>
                    <a:pt x="21598" y="7290"/>
                  </a:cubicBezTo>
                  <a:close/>
                  <a:moveTo>
                    <a:pt x="2094" y="7235"/>
                  </a:moveTo>
                  <a:cubicBezTo>
                    <a:pt x="2076" y="7235"/>
                    <a:pt x="2058" y="7238"/>
                    <a:pt x="2040" y="7245"/>
                  </a:cubicBezTo>
                  <a:cubicBezTo>
                    <a:pt x="1963" y="7276"/>
                    <a:pt x="1927" y="7361"/>
                    <a:pt x="1957" y="7438"/>
                  </a:cubicBezTo>
                  <a:lnTo>
                    <a:pt x="1966" y="7460"/>
                  </a:lnTo>
                  <a:cubicBezTo>
                    <a:pt x="2035" y="7635"/>
                    <a:pt x="2106" y="7810"/>
                    <a:pt x="2171" y="7984"/>
                  </a:cubicBezTo>
                  <a:cubicBezTo>
                    <a:pt x="2193" y="8043"/>
                    <a:pt x="2250" y="8079"/>
                    <a:pt x="2309" y="8079"/>
                  </a:cubicBezTo>
                  <a:cubicBezTo>
                    <a:pt x="2327" y="8079"/>
                    <a:pt x="2344" y="8075"/>
                    <a:pt x="2360" y="8068"/>
                  </a:cubicBezTo>
                  <a:cubicBezTo>
                    <a:pt x="2437" y="8039"/>
                    <a:pt x="2474" y="7955"/>
                    <a:pt x="2446" y="7878"/>
                  </a:cubicBezTo>
                  <a:cubicBezTo>
                    <a:pt x="2379" y="7703"/>
                    <a:pt x="2309" y="7526"/>
                    <a:pt x="2240" y="7351"/>
                  </a:cubicBezTo>
                  <a:lnTo>
                    <a:pt x="2230" y="7327"/>
                  </a:lnTo>
                  <a:cubicBezTo>
                    <a:pt x="2208" y="7269"/>
                    <a:pt x="2153" y="7235"/>
                    <a:pt x="2094" y="7235"/>
                  </a:cubicBezTo>
                  <a:close/>
                  <a:moveTo>
                    <a:pt x="22293" y="8583"/>
                  </a:moveTo>
                  <a:cubicBezTo>
                    <a:pt x="22278" y="8583"/>
                    <a:pt x="22263" y="8585"/>
                    <a:pt x="22248" y="8590"/>
                  </a:cubicBezTo>
                  <a:cubicBezTo>
                    <a:pt x="22170" y="8615"/>
                    <a:pt x="22129" y="8699"/>
                    <a:pt x="22154" y="8776"/>
                  </a:cubicBezTo>
                  <a:cubicBezTo>
                    <a:pt x="22211" y="8956"/>
                    <a:pt x="22257" y="9142"/>
                    <a:pt x="22288" y="9327"/>
                  </a:cubicBezTo>
                  <a:cubicBezTo>
                    <a:pt x="22300" y="9399"/>
                    <a:pt x="22362" y="9451"/>
                    <a:pt x="22433" y="9451"/>
                  </a:cubicBezTo>
                  <a:cubicBezTo>
                    <a:pt x="22443" y="9451"/>
                    <a:pt x="22450" y="9451"/>
                    <a:pt x="22457" y="9448"/>
                  </a:cubicBezTo>
                  <a:cubicBezTo>
                    <a:pt x="22536" y="9435"/>
                    <a:pt x="22591" y="9359"/>
                    <a:pt x="22578" y="9278"/>
                  </a:cubicBezTo>
                  <a:cubicBezTo>
                    <a:pt x="22546" y="9079"/>
                    <a:pt x="22496" y="8879"/>
                    <a:pt x="22433" y="8684"/>
                  </a:cubicBezTo>
                  <a:cubicBezTo>
                    <a:pt x="22413" y="8622"/>
                    <a:pt x="22356" y="8583"/>
                    <a:pt x="22293" y="8583"/>
                  </a:cubicBezTo>
                  <a:close/>
                  <a:moveTo>
                    <a:pt x="2591" y="8624"/>
                  </a:moveTo>
                  <a:cubicBezTo>
                    <a:pt x="2577" y="8624"/>
                    <a:pt x="2564" y="8626"/>
                    <a:pt x="2550" y="8629"/>
                  </a:cubicBezTo>
                  <a:cubicBezTo>
                    <a:pt x="2472" y="8651"/>
                    <a:pt x="2425" y="8733"/>
                    <a:pt x="2447" y="8811"/>
                  </a:cubicBezTo>
                  <a:cubicBezTo>
                    <a:pt x="2501" y="9008"/>
                    <a:pt x="2541" y="9192"/>
                    <a:pt x="2570" y="9370"/>
                  </a:cubicBezTo>
                  <a:cubicBezTo>
                    <a:pt x="2581" y="9442"/>
                    <a:pt x="2644" y="9494"/>
                    <a:pt x="2715" y="9494"/>
                  </a:cubicBezTo>
                  <a:cubicBezTo>
                    <a:pt x="2723" y="9494"/>
                    <a:pt x="2731" y="9493"/>
                    <a:pt x="2740" y="9493"/>
                  </a:cubicBezTo>
                  <a:cubicBezTo>
                    <a:pt x="2820" y="9481"/>
                    <a:pt x="2875" y="9404"/>
                    <a:pt x="2862" y="9324"/>
                  </a:cubicBezTo>
                  <a:cubicBezTo>
                    <a:pt x="2831" y="9135"/>
                    <a:pt x="2789" y="8941"/>
                    <a:pt x="2732" y="8733"/>
                  </a:cubicBezTo>
                  <a:cubicBezTo>
                    <a:pt x="2714" y="8667"/>
                    <a:pt x="2655" y="8624"/>
                    <a:pt x="2591" y="8624"/>
                  </a:cubicBezTo>
                  <a:close/>
                  <a:moveTo>
                    <a:pt x="22469" y="10037"/>
                  </a:moveTo>
                  <a:cubicBezTo>
                    <a:pt x="22394" y="10037"/>
                    <a:pt x="22330" y="10096"/>
                    <a:pt x="22324" y="10173"/>
                  </a:cubicBezTo>
                  <a:cubicBezTo>
                    <a:pt x="22308" y="10363"/>
                    <a:pt x="22276" y="10547"/>
                    <a:pt x="22228" y="10727"/>
                  </a:cubicBezTo>
                  <a:cubicBezTo>
                    <a:pt x="22207" y="10805"/>
                    <a:pt x="22254" y="10887"/>
                    <a:pt x="22333" y="10908"/>
                  </a:cubicBezTo>
                  <a:cubicBezTo>
                    <a:pt x="22346" y="10912"/>
                    <a:pt x="22359" y="10913"/>
                    <a:pt x="22371" y="10913"/>
                  </a:cubicBezTo>
                  <a:cubicBezTo>
                    <a:pt x="22437" y="10913"/>
                    <a:pt x="22496" y="10869"/>
                    <a:pt x="22513" y="10802"/>
                  </a:cubicBezTo>
                  <a:cubicBezTo>
                    <a:pt x="22564" y="10606"/>
                    <a:pt x="22601" y="10402"/>
                    <a:pt x="22618" y="10196"/>
                  </a:cubicBezTo>
                  <a:cubicBezTo>
                    <a:pt x="22624" y="10115"/>
                    <a:pt x="22563" y="10044"/>
                    <a:pt x="22482" y="10038"/>
                  </a:cubicBezTo>
                  <a:cubicBezTo>
                    <a:pt x="22477" y="10037"/>
                    <a:pt x="22473" y="10037"/>
                    <a:pt x="22469" y="10037"/>
                  </a:cubicBezTo>
                  <a:close/>
                  <a:moveTo>
                    <a:pt x="2757" y="10082"/>
                  </a:moveTo>
                  <a:cubicBezTo>
                    <a:pt x="2679" y="10082"/>
                    <a:pt x="2614" y="10141"/>
                    <a:pt x="2609" y="10219"/>
                  </a:cubicBezTo>
                  <a:cubicBezTo>
                    <a:pt x="2598" y="10402"/>
                    <a:pt x="2571" y="10591"/>
                    <a:pt x="2531" y="10782"/>
                  </a:cubicBezTo>
                  <a:cubicBezTo>
                    <a:pt x="2514" y="10860"/>
                    <a:pt x="2565" y="10938"/>
                    <a:pt x="2644" y="10956"/>
                  </a:cubicBezTo>
                  <a:cubicBezTo>
                    <a:pt x="2655" y="10957"/>
                    <a:pt x="2665" y="10958"/>
                    <a:pt x="2675" y="10958"/>
                  </a:cubicBezTo>
                  <a:cubicBezTo>
                    <a:pt x="2743" y="10958"/>
                    <a:pt x="2805" y="10911"/>
                    <a:pt x="2819" y="10844"/>
                  </a:cubicBezTo>
                  <a:cubicBezTo>
                    <a:pt x="2862" y="10639"/>
                    <a:pt x="2891" y="10437"/>
                    <a:pt x="2903" y="10240"/>
                  </a:cubicBezTo>
                  <a:cubicBezTo>
                    <a:pt x="2910" y="10158"/>
                    <a:pt x="2848" y="10087"/>
                    <a:pt x="2767" y="10082"/>
                  </a:cubicBezTo>
                  <a:cubicBezTo>
                    <a:pt x="2764" y="10082"/>
                    <a:pt x="2760" y="10082"/>
                    <a:pt x="2757" y="10082"/>
                  </a:cubicBezTo>
                  <a:close/>
                  <a:moveTo>
                    <a:pt x="22035" y="11433"/>
                  </a:moveTo>
                  <a:cubicBezTo>
                    <a:pt x="21984" y="11433"/>
                    <a:pt x="21933" y="11461"/>
                    <a:pt x="21906" y="11509"/>
                  </a:cubicBezTo>
                  <a:cubicBezTo>
                    <a:pt x="21814" y="11673"/>
                    <a:pt x="21709" y="11831"/>
                    <a:pt x="21591" y="11981"/>
                  </a:cubicBezTo>
                  <a:cubicBezTo>
                    <a:pt x="21541" y="12045"/>
                    <a:pt x="21552" y="12137"/>
                    <a:pt x="21617" y="12187"/>
                  </a:cubicBezTo>
                  <a:cubicBezTo>
                    <a:pt x="21644" y="12208"/>
                    <a:pt x="21675" y="12218"/>
                    <a:pt x="21707" y="12218"/>
                  </a:cubicBezTo>
                  <a:cubicBezTo>
                    <a:pt x="21751" y="12218"/>
                    <a:pt x="21795" y="12197"/>
                    <a:pt x="21825" y="12161"/>
                  </a:cubicBezTo>
                  <a:cubicBezTo>
                    <a:pt x="21951" y="12000"/>
                    <a:pt x="22065" y="11829"/>
                    <a:pt x="22164" y="11653"/>
                  </a:cubicBezTo>
                  <a:cubicBezTo>
                    <a:pt x="22204" y="11582"/>
                    <a:pt x="22178" y="11493"/>
                    <a:pt x="22107" y="11452"/>
                  </a:cubicBezTo>
                  <a:cubicBezTo>
                    <a:pt x="22084" y="11439"/>
                    <a:pt x="22060" y="11433"/>
                    <a:pt x="22035" y="11433"/>
                  </a:cubicBezTo>
                  <a:close/>
                  <a:moveTo>
                    <a:pt x="2421" y="11509"/>
                  </a:moveTo>
                  <a:cubicBezTo>
                    <a:pt x="2361" y="11509"/>
                    <a:pt x="2305" y="11546"/>
                    <a:pt x="2283" y="11604"/>
                  </a:cubicBezTo>
                  <a:cubicBezTo>
                    <a:pt x="2217" y="11773"/>
                    <a:pt x="2144" y="11948"/>
                    <a:pt x="2056" y="12137"/>
                  </a:cubicBezTo>
                  <a:cubicBezTo>
                    <a:pt x="2023" y="12212"/>
                    <a:pt x="2055" y="12298"/>
                    <a:pt x="2128" y="12333"/>
                  </a:cubicBezTo>
                  <a:cubicBezTo>
                    <a:pt x="2149" y="12344"/>
                    <a:pt x="2170" y="12347"/>
                    <a:pt x="2190" y="12347"/>
                  </a:cubicBezTo>
                  <a:cubicBezTo>
                    <a:pt x="2246" y="12347"/>
                    <a:pt x="2300" y="12315"/>
                    <a:pt x="2324" y="12262"/>
                  </a:cubicBezTo>
                  <a:cubicBezTo>
                    <a:pt x="2415" y="12066"/>
                    <a:pt x="2493" y="11886"/>
                    <a:pt x="2560" y="11710"/>
                  </a:cubicBezTo>
                  <a:cubicBezTo>
                    <a:pt x="2588" y="11634"/>
                    <a:pt x="2550" y="11549"/>
                    <a:pt x="2474" y="11519"/>
                  </a:cubicBezTo>
                  <a:cubicBezTo>
                    <a:pt x="2456" y="11513"/>
                    <a:pt x="2438" y="11509"/>
                    <a:pt x="2421" y="11509"/>
                  </a:cubicBezTo>
                  <a:close/>
                  <a:moveTo>
                    <a:pt x="21097" y="12562"/>
                  </a:moveTo>
                  <a:cubicBezTo>
                    <a:pt x="21063" y="12562"/>
                    <a:pt x="21028" y="12574"/>
                    <a:pt x="21000" y="12598"/>
                  </a:cubicBezTo>
                  <a:cubicBezTo>
                    <a:pt x="20861" y="12717"/>
                    <a:pt x="20709" y="12835"/>
                    <a:pt x="20546" y="12946"/>
                  </a:cubicBezTo>
                  <a:cubicBezTo>
                    <a:pt x="20479" y="12994"/>
                    <a:pt x="20463" y="13085"/>
                    <a:pt x="20509" y="13152"/>
                  </a:cubicBezTo>
                  <a:cubicBezTo>
                    <a:pt x="20538" y="13193"/>
                    <a:pt x="20584" y="13216"/>
                    <a:pt x="20631" y="13216"/>
                  </a:cubicBezTo>
                  <a:cubicBezTo>
                    <a:pt x="20659" y="13216"/>
                    <a:pt x="20689" y="13207"/>
                    <a:pt x="20713" y="13191"/>
                  </a:cubicBezTo>
                  <a:cubicBezTo>
                    <a:pt x="20884" y="13072"/>
                    <a:pt x="21045" y="12948"/>
                    <a:pt x="21193" y="12820"/>
                  </a:cubicBezTo>
                  <a:cubicBezTo>
                    <a:pt x="21255" y="12768"/>
                    <a:pt x="21261" y="12675"/>
                    <a:pt x="21209" y="12613"/>
                  </a:cubicBezTo>
                  <a:cubicBezTo>
                    <a:pt x="21179" y="12579"/>
                    <a:pt x="21138" y="12562"/>
                    <a:pt x="21097" y="12562"/>
                  </a:cubicBezTo>
                  <a:close/>
                  <a:moveTo>
                    <a:pt x="1794" y="12841"/>
                  </a:moveTo>
                  <a:cubicBezTo>
                    <a:pt x="1741" y="12841"/>
                    <a:pt x="1689" y="12869"/>
                    <a:pt x="1663" y="12919"/>
                  </a:cubicBezTo>
                  <a:cubicBezTo>
                    <a:pt x="1595" y="13052"/>
                    <a:pt x="1524" y="13182"/>
                    <a:pt x="1454" y="13312"/>
                  </a:cubicBezTo>
                  <a:lnTo>
                    <a:pt x="1385" y="13439"/>
                  </a:lnTo>
                  <a:cubicBezTo>
                    <a:pt x="1348" y="13512"/>
                    <a:pt x="1374" y="13600"/>
                    <a:pt x="1446" y="13640"/>
                  </a:cubicBezTo>
                  <a:cubicBezTo>
                    <a:pt x="1468" y="13652"/>
                    <a:pt x="1493" y="13657"/>
                    <a:pt x="1515" y="13657"/>
                  </a:cubicBezTo>
                  <a:cubicBezTo>
                    <a:pt x="1567" y="13657"/>
                    <a:pt x="1619" y="13630"/>
                    <a:pt x="1647" y="13579"/>
                  </a:cubicBezTo>
                  <a:lnTo>
                    <a:pt x="1715" y="13451"/>
                  </a:lnTo>
                  <a:cubicBezTo>
                    <a:pt x="1784" y="13320"/>
                    <a:pt x="1855" y="13189"/>
                    <a:pt x="1925" y="13058"/>
                  </a:cubicBezTo>
                  <a:cubicBezTo>
                    <a:pt x="1962" y="12985"/>
                    <a:pt x="1935" y="12897"/>
                    <a:pt x="1863" y="12858"/>
                  </a:cubicBezTo>
                  <a:cubicBezTo>
                    <a:pt x="1841" y="12846"/>
                    <a:pt x="1818" y="12841"/>
                    <a:pt x="1794" y="12841"/>
                  </a:cubicBezTo>
                  <a:close/>
                  <a:moveTo>
                    <a:pt x="19870" y="13371"/>
                  </a:moveTo>
                  <a:cubicBezTo>
                    <a:pt x="19847" y="13371"/>
                    <a:pt x="19824" y="13377"/>
                    <a:pt x="19802" y="13388"/>
                  </a:cubicBezTo>
                  <a:cubicBezTo>
                    <a:pt x="19637" y="13474"/>
                    <a:pt x="19461" y="13557"/>
                    <a:pt x="19277" y="13635"/>
                  </a:cubicBezTo>
                  <a:cubicBezTo>
                    <a:pt x="19204" y="13667"/>
                    <a:pt x="19169" y="13754"/>
                    <a:pt x="19202" y="13829"/>
                  </a:cubicBezTo>
                  <a:cubicBezTo>
                    <a:pt x="19226" y="13884"/>
                    <a:pt x="19280" y="13918"/>
                    <a:pt x="19337" y="13918"/>
                  </a:cubicBezTo>
                  <a:cubicBezTo>
                    <a:pt x="19357" y="13918"/>
                    <a:pt x="19375" y="13914"/>
                    <a:pt x="19396" y="13905"/>
                  </a:cubicBezTo>
                  <a:cubicBezTo>
                    <a:pt x="19585" y="13824"/>
                    <a:pt x="19766" y="13738"/>
                    <a:pt x="19937" y="13650"/>
                  </a:cubicBezTo>
                  <a:cubicBezTo>
                    <a:pt x="20010" y="13613"/>
                    <a:pt x="20039" y="13523"/>
                    <a:pt x="20001" y="13451"/>
                  </a:cubicBezTo>
                  <a:cubicBezTo>
                    <a:pt x="19975" y="13400"/>
                    <a:pt x="19923" y="13371"/>
                    <a:pt x="19870" y="13371"/>
                  </a:cubicBezTo>
                  <a:close/>
                  <a:moveTo>
                    <a:pt x="18510" y="13942"/>
                  </a:moveTo>
                  <a:cubicBezTo>
                    <a:pt x="18494" y="13942"/>
                    <a:pt x="18478" y="13945"/>
                    <a:pt x="18462" y="13950"/>
                  </a:cubicBezTo>
                  <a:cubicBezTo>
                    <a:pt x="18287" y="14011"/>
                    <a:pt x="18100" y="14072"/>
                    <a:pt x="17907" y="14130"/>
                  </a:cubicBezTo>
                  <a:cubicBezTo>
                    <a:pt x="17830" y="14154"/>
                    <a:pt x="17785" y="14237"/>
                    <a:pt x="17809" y="14314"/>
                  </a:cubicBezTo>
                  <a:cubicBezTo>
                    <a:pt x="17828" y="14377"/>
                    <a:pt x="17886" y="14419"/>
                    <a:pt x="17949" y="14419"/>
                  </a:cubicBezTo>
                  <a:cubicBezTo>
                    <a:pt x="17964" y="14419"/>
                    <a:pt x="17977" y="14416"/>
                    <a:pt x="17991" y="14412"/>
                  </a:cubicBezTo>
                  <a:cubicBezTo>
                    <a:pt x="18188" y="14353"/>
                    <a:pt x="18379" y="14291"/>
                    <a:pt x="18558" y="14229"/>
                  </a:cubicBezTo>
                  <a:cubicBezTo>
                    <a:pt x="18635" y="14203"/>
                    <a:pt x="18677" y="14119"/>
                    <a:pt x="18650" y="14042"/>
                  </a:cubicBezTo>
                  <a:cubicBezTo>
                    <a:pt x="18629" y="13980"/>
                    <a:pt x="18572" y="13942"/>
                    <a:pt x="18510" y="13942"/>
                  </a:cubicBezTo>
                  <a:close/>
                  <a:moveTo>
                    <a:pt x="17096" y="14359"/>
                  </a:moveTo>
                  <a:cubicBezTo>
                    <a:pt x="17084" y="14359"/>
                    <a:pt x="17071" y="14361"/>
                    <a:pt x="17059" y="14364"/>
                  </a:cubicBezTo>
                  <a:cubicBezTo>
                    <a:pt x="16870" y="14413"/>
                    <a:pt x="16681" y="14459"/>
                    <a:pt x="16497" y="14502"/>
                  </a:cubicBezTo>
                  <a:lnTo>
                    <a:pt x="16489" y="14503"/>
                  </a:lnTo>
                  <a:lnTo>
                    <a:pt x="16522" y="14647"/>
                  </a:lnTo>
                  <a:lnTo>
                    <a:pt x="16564" y="14789"/>
                  </a:lnTo>
                  <a:cubicBezTo>
                    <a:pt x="16752" y="14745"/>
                    <a:pt x="16942" y="14698"/>
                    <a:pt x="17133" y="14650"/>
                  </a:cubicBezTo>
                  <a:cubicBezTo>
                    <a:pt x="17212" y="14629"/>
                    <a:pt x="17259" y="14549"/>
                    <a:pt x="17238" y="14470"/>
                  </a:cubicBezTo>
                  <a:cubicBezTo>
                    <a:pt x="17221" y="14404"/>
                    <a:pt x="17162" y="14359"/>
                    <a:pt x="17096" y="14359"/>
                  </a:cubicBezTo>
                  <a:close/>
                  <a:moveTo>
                    <a:pt x="1105" y="14149"/>
                  </a:moveTo>
                  <a:cubicBezTo>
                    <a:pt x="1051" y="14149"/>
                    <a:pt x="999" y="14179"/>
                    <a:pt x="974" y="14232"/>
                  </a:cubicBezTo>
                  <a:cubicBezTo>
                    <a:pt x="929" y="14323"/>
                    <a:pt x="885" y="14414"/>
                    <a:pt x="843" y="14506"/>
                  </a:cubicBezTo>
                  <a:cubicBezTo>
                    <a:pt x="801" y="14595"/>
                    <a:pt x="762" y="14684"/>
                    <a:pt x="724" y="14775"/>
                  </a:cubicBezTo>
                  <a:cubicBezTo>
                    <a:pt x="693" y="14849"/>
                    <a:pt x="728" y="14936"/>
                    <a:pt x="803" y="14967"/>
                  </a:cubicBezTo>
                  <a:cubicBezTo>
                    <a:pt x="822" y="14976"/>
                    <a:pt x="842" y="14980"/>
                    <a:pt x="860" y="14980"/>
                  </a:cubicBezTo>
                  <a:cubicBezTo>
                    <a:pt x="919" y="14980"/>
                    <a:pt x="973" y="14946"/>
                    <a:pt x="996" y="14890"/>
                  </a:cubicBezTo>
                  <a:cubicBezTo>
                    <a:pt x="1033" y="14802"/>
                    <a:pt x="1071" y="14717"/>
                    <a:pt x="1111" y="14630"/>
                  </a:cubicBezTo>
                  <a:cubicBezTo>
                    <a:pt x="1152" y="14539"/>
                    <a:pt x="1195" y="14451"/>
                    <a:pt x="1239" y="14362"/>
                  </a:cubicBezTo>
                  <a:cubicBezTo>
                    <a:pt x="1275" y="14288"/>
                    <a:pt x="1245" y="14201"/>
                    <a:pt x="1172" y="14165"/>
                  </a:cubicBezTo>
                  <a:cubicBezTo>
                    <a:pt x="1150" y="14154"/>
                    <a:pt x="1128" y="14149"/>
                    <a:pt x="1105" y="14149"/>
                  </a:cubicBezTo>
                  <a:close/>
                  <a:moveTo>
                    <a:pt x="15665" y="14713"/>
                  </a:moveTo>
                  <a:cubicBezTo>
                    <a:pt x="15652" y="14713"/>
                    <a:pt x="15639" y="14714"/>
                    <a:pt x="15627" y="14718"/>
                  </a:cubicBezTo>
                  <a:cubicBezTo>
                    <a:pt x="15436" y="14768"/>
                    <a:pt x="15245" y="14821"/>
                    <a:pt x="15054" y="14877"/>
                  </a:cubicBezTo>
                  <a:cubicBezTo>
                    <a:pt x="14975" y="14899"/>
                    <a:pt x="14930" y="14981"/>
                    <a:pt x="14953" y="15059"/>
                  </a:cubicBezTo>
                  <a:cubicBezTo>
                    <a:pt x="14973" y="15124"/>
                    <a:pt x="15031" y="15166"/>
                    <a:pt x="15095" y="15166"/>
                  </a:cubicBezTo>
                  <a:cubicBezTo>
                    <a:pt x="15109" y="15166"/>
                    <a:pt x="15123" y="15164"/>
                    <a:pt x="15138" y="15160"/>
                  </a:cubicBezTo>
                  <a:cubicBezTo>
                    <a:pt x="15326" y="15105"/>
                    <a:pt x="15514" y="15053"/>
                    <a:pt x="15702" y="15003"/>
                  </a:cubicBezTo>
                  <a:cubicBezTo>
                    <a:pt x="15782" y="14982"/>
                    <a:pt x="15828" y="14900"/>
                    <a:pt x="15807" y="14822"/>
                  </a:cubicBezTo>
                  <a:cubicBezTo>
                    <a:pt x="15790" y="14756"/>
                    <a:pt x="15730" y="14713"/>
                    <a:pt x="15665" y="14713"/>
                  </a:cubicBezTo>
                  <a:close/>
                  <a:moveTo>
                    <a:pt x="14253" y="15144"/>
                  </a:moveTo>
                  <a:cubicBezTo>
                    <a:pt x="14237" y="15144"/>
                    <a:pt x="14220" y="15147"/>
                    <a:pt x="14204" y="15152"/>
                  </a:cubicBezTo>
                  <a:cubicBezTo>
                    <a:pt x="14010" y="15220"/>
                    <a:pt x="13823" y="15292"/>
                    <a:pt x="13647" y="15367"/>
                  </a:cubicBezTo>
                  <a:cubicBezTo>
                    <a:pt x="13571" y="15398"/>
                    <a:pt x="13535" y="15483"/>
                    <a:pt x="13566" y="15559"/>
                  </a:cubicBezTo>
                  <a:cubicBezTo>
                    <a:pt x="13591" y="15614"/>
                    <a:pt x="13646" y="15648"/>
                    <a:pt x="13704" y="15648"/>
                  </a:cubicBezTo>
                  <a:cubicBezTo>
                    <a:pt x="13721" y="15648"/>
                    <a:pt x="13741" y="15645"/>
                    <a:pt x="13760" y="15638"/>
                  </a:cubicBezTo>
                  <a:cubicBezTo>
                    <a:pt x="13932" y="15568"/>
                    <a:pt x="14115" y="15497"/>
                    <a:pt x="14303" y="15430"/>
                  </a:cubicBezTo>
                  <a:cubicBezTo>
                    <a:pt x="14379" y="15403"/>
                    <a:pt x="14420" y="15318"/>
                    <a:pt x="14392" y="15241"/>
                  </a:cubicBezTo>
                  <a:cubicBezTo>
                    <a:pt x="14371" y="15181"/>
                    <a:pt x="14314" y="15144"/>
                    <a:pt x="14253" y="15144"/>
                  </a:cubicBezTo>
                  <a:close/>
                  <a:moveTo>
                    <a:pt x="12901" y="15734"/>
                  </a:moveTo>
                  <a:cubicBezTo>
                    <a:pt x="12878" y="15734"/>
                    <a:pt x="12854" y="15740"/>
                    <a:pt x="12832" y="15752"/>
                  </a:cubicBezTo>
                  <a:cubicBezTo>
                    <a:pt x="12650" y="15850"/>
                    <a:pt x="12476" y="15953"/>
                    <a:pt x="12315" y="16060"/>
                  </a:cubicBezTo>
                  <a:cubicBezTo>
                    <a:pt x="12248" y="16104"/>
                    <a:pt x="12228" y="16195"/>
                    <a:pt x="12274" y="16264"/>
                  </a:cubicBezTo>
                  <a:cubicBezTo>
                    <a:pt x="12301" y="16307"/>
                    <a:pt x="12349" y="16329"/>
                    <a:pt x="12397" y="16329"/>
                  </a:cubicBezTo>
                  <a:cubicBezTo>
                    <a:pt x="12425" y="16329"/>
                    <a:pt x="12454" y="16322"/>
                    <a:pt x="12477" y="16307"/>
                  </a:cubicBezTo>
                  <a:cubicBezTo>
                    <a:pt x="12632" y="16205"/>
                    <a:pt x="12798" y="16106"/>
                    <a:pt x="12972" y="16012"/>
                  </a:cubicBezTo>
                  <a:cubicBezTo>
                    <a:pt x="13043" y="15972"/>
                    <a:pt x="13070" y="15884"/>
                    <a:pt x="13032" y="15811"/>
                  </a:cubicBezTo>
                  <a:cubicBezTo>
                    <a:pt x="13005" y="15762"/>
                    <a:pt x="12954" y="15734"/>
                    <a:pt x="12901" y="15734"/>
                  </a:cubicBezTo>
                  <a:close/>
                  <a:moveTo>
                    <a:pt x="555" y="15515"/>
                  </a:moveTo>
                  <a:cubicBezTo>
                    <a:pt x="492" y="15515"/>
                    <a:pt x="435" y="15555"/>
                    <a:pt x="415" y="15618"/>
                  </a:cubicBezTo>
                  <a:cubicBezTo>
                    <a:pt x="354" y="15807"/>
                    <a:pt x="300" y="16002"/>
                    <a:pt x="252" y="16194"/>
                  </a:cubicBezTo>
                  <a:cubicBezTo>
                    <a:pt x="233" y="16273"/>
                    <a:pt x="281" y="16353"/>
                    <a:pt x="360" y="16373"/>
                  </a:cubicBezTo>
                  <a:cubicBezTo>
                    <a:pt x="372" y="16375"/>
                    <a:pt x="384" y="16376"/>
                    <a:pt x="395" y="16376"/>
                  </a:cubicBezTo>
                  <a:cubicBezTo>
                    <a:pt x="461" y="16376"/>
                    <a:pt x="522" y="16331"/>
                    <a:pt x="539" y="16265"/>
                  </a:cubicBezTo>
                  <a:cubicBezTo>
                    <a:pt x="586" y="16080"/>
                    <a:pt x="638" y="15891"/>
                    <a:pt x="697" y="15707"/>
                  </a:cubicBezTo>
                  <a:cubicBezTo>
                    <a:pt x="721" y="15628"/>
                    <a:pt x="678" y="15545"/>
                    <a:pt x="600" y="15522"/>
                  </a:cubicBezTo>
                  <a:cubicBezTo>
                    <a:pt x="585" y="15517"/>
                    <a:pt x="570" y="15515"/>
                    <a:pt x="555" y="15515"/>
                  </a:cubicBezTo>
                  <a:close/>
                  <a:moveTo>
                    <a:pt x="11701" y="16578"/>
                  </a:moveTo>
                  <a:cubicBezTo>
                    <a:pt x="11665" y="16578"/>
                    <a:pt x="11629" y="16591"/>
                    <a:pt x="11601" y="16617"/>
                  </a:cubicBezTo>
                  <a:cubicBezTo>
                    <a:pt x="11450" y="16758"/>
                    <a:pt x="11310" y="16906"/>
                    <a:pt x="11183" y="17060"/>
                  </a:cubicBezTo>
                  <a:cubicBezTo>
                    <a:pt x="11130" y="17123"/>
                    <a:pt x="11140" y="17216"/>
                    <a:pt x="11203" y="17267"/>
                  </a:cubicBezTo>
                  <a:cubicBezTo>
                    <a:pt x="11232" y="17289"/>
                    <a:pt x="11264" y="17301"/>
                    <a:pt x="11297" y="17301"/>
                  </a:cubicBezTo>
                  <a:cubicBezTo>
                    <a:pt x="11340" y="17301"/>
                    <a:pt x="11381" y="17283"/>
                    <a:pt x="11411" y="17248"/>
                  </a:cubicBezTo>
                  <a:cubicBezTo>
                    <a:pt x="11529" y="17105"/>
                    <a:pt x="11661" y="16966"/>
                    <a:pt x="11802" y="16834"/>
                  </a:cubicBezTo>
                  <a:cubicBezTo>
                    <a:pt x="11862" y="16778"/>
                    <a:pt x="11866" y="16684"/>
                    <a:pt x="11810" y="16626"/>
                  </a:cubicBezTo>
                  <a:cubicBezTo>
                    <a:pt x="11781" y="16594"/>
                    <a:pt x="11741" y="16578"/>
                    <a:pt x="11701" y="16578"/>
                  </a:cubicBezTo>
                  <a:close/>
                  <a:moveTo>
                    <a:pt x="226" y="16950"/>
                  </a:moveTo>
                  <a:cubicBezTo>
                    <a:pt x="154" y="16950"/>
                    <a:pt x="91" y="17002"/>
                    <a:pt x="80" y="17076"/>
                  </a:cubicBezTo>
                  <a:cubicBezTo>
                    <a:pt x="52" y="17277"/>
                    <a:pt x="32" y="17477"/>
                    <a:pt x="17" y="17674"/>
                  </a:cubicBezTo>
                  <a:cubicBezTo>
                    <a:pt x="12" y="17755"/>
                    <a:pt x="73" y="17825"/>
                    <a:pt x="154" y="17831"/>
                  </a:cubicBezTo>
                  <a:lnTo>
                    <a:pt x="164" y="17831"/>
                  </a:lnTo>
                  <a:cubicBezTo>
                    <a:pt x="240" y="17831"/>
                    <a:pt x="305" y="17772"/>
                    <a:pt x="311" y="17694"/>
                  </a:cubicBezTo>
                  <a:cubicBezTo>
                    <a:pt x="324" y="17504"/>
                    <a:pt x="344" y="17310"/>
                    <a:pt x="371" y="17118"/>
                  </a:cubicBezTo>
                  <a:cubicBezTo>
                    <a:pt x="384" y="17038"/>
                    <a:pt x="327" y="16963"/>
                    <a:pt x="246" y="16952"/>
                  </a:cubicBezTo>
                  <a:cubicBezTo>
                    <a:pt x="239" y="16951"/>
                    <a:pt x="232" y="16950"/>
                    <a:pt x="226" y="16950"/>
                  </a:cubicBezTo>
                  <a:close/>
                  <a:moveTo>
                    <a:pt x="10812" y="17744"/>
                  </a:moveTo>
                  <a:cubicBezTo>
                    <a:pt x="10759" y="17744"/>
                    <a:pt x="10708" y="17774"/>
                    <a:pt x="10682" y="17824"/>
                  </a:cubicBezTo>
                  <a:cubicBezTo>
                    <a:pt x="10648" y="17890"/>
                    <a:pt x="10616" y="17959"/>
                    <a:pt x="10585" y="18029"/>
                  </a:cubicBezTo>
                  <a:cubicBezTo>
                    <a:pt x="10536" y="18142"/>
                    <a:pt x="10488" y="18263"/>
                    <a:pt x="10447" y="18388"/>
                  </a:cubicBezTo>
                  <a:cubicBezTo>
                    <a:pt x="10422" y="18465"/>
                    <a:pt x="10462" y="18550"/>
                    <a:pt x="10539" y="18576"/>
                  </a:cubicBezTo>
                  <a:cubicBezTo>
                    <a:pt x="10556" y="18581"/>
                    <a:pt x="10571" y="18583"/>
                    <a:pt x="10587" y="18583"/>
                  </a:cubicBezTo>
                  <a:cubicBezTo>
                    <a:pt x="10649" y="18583"/>
                    <a:pt x="10705" y="18545"/>
                    <a:pt x="10727" y="18483"/>
                  </a:cubicBezTo>
                  <a:cubicBezTo>
                    <a:pt x="10765" y="18366"/>
                    <a:pt x="10810" y="18254"/>
                    <a:pt x="10856" y="18148"/>
                  </a:cubicBezTo>
                  <a:cubicBezTo>
                    <a:pt x="10884" y="18083"/>
                    <a:pt x="10914" y="18020"/>
                    <a:pt x="10945" y="17959"/>
                  </a:cubicBezTo>
                  <a:cubicBezTo>
                    <a:pt x="10982" y="17885"/>
                    <a:pt x="10952" y="17798"/>
                    <a:pt x="10880" y="17760"/>
                  </a:cubicBezTo>
                  <a:cubicBezTo>
                    <a:pt x="10858" y="17749"/>
                    <a:pt x="10835" y="17744"/>
                    <a:pt x="10812" y="17744"/>
                  </a:cubicBezTo>
                  <a:close/>
                  <a:moveTo>
                    <a:pt x="150" y="18421"/>
                  </a:moveTo>
                  <a:cubicBezTo>
                    <a:pt x="148" y="18421"/>
                    <a:pt x="146" y="18421"/>
                    <a:pt x="144" y="18421"/>
                  </a:cubicBezTo>
                  <a:cubicBezTo>
                    <a:pt x="64" y="18424"/>
                    <a:pt x="1" y="18493"/>
                    <a:pt x="4" y="18573"/>
                  </a:cubicBezTo>
                  <a:cubicBezTo>
                    <a:pt x="13" y="18775"/>
                    <a:pt x="29" y="18976"/>
                    <a:pt x="53" y="19174"/>
                  </a:cubicBezTo>
                  <a:cubicBezTo>
                    <a:pt x="63" y="19248"/>
                    <a:pt x="126" y="19303"/>
                    <a:pt x="199" y="19303"/>
                  </a:cubicBezTo>
                  <a:cubicBezTo>
                    <a:pt x="204" y="19303"/>
                    <a:pt x="210" y="19303"/>
                    <a:pt x="216" y="19301"/>
                  </a:cubicBezTo>
                  <a:cubicBezTo>
                    <a:pt x="298" y="19292"/>
                    <a:pt x="356" y="19218"/>
                    <a:pt x="345" y="19137"/>
                  </a:cubicBezTo>
                  <a:cubicBezTo>
                    <a:pt x="323" y="18948"/>
                    <a:pt x="306" y="18754"/>
                    <a:pt x="298" y="18561"/>
                  </a:cubicBezTo>
                  <a:cubicBezTo>
                    <a:pt x="295" y="18482"/>
                    <a:pt x="227" y="18421"/>
                    <a:pt x="150" y="18421"/>
                  </a:cubicBezTo>
                  <a:close/>
                  <a:moveTo>
                    <a:pt x="10371" y="19147"/>
                  </a:moveTo>
                  <a:cubicBezTo>
                    <a:pt x="10302" y="19147"/>
                    <a:pt x="10241" y="19196"/>
                    <a:pt x="10228" y="19267"/>
                  </a:cubicBezTo>
                  <a:cubicBezTo>
                    <a:pt x="10190" y="19466"/>
                    <a:pt x="10160" y="19666"/>
                    <a:pt x="10131" y="19853"/>
                  </a:cubicBezTo>
                  <a:cubicBezTo>
                    <a:pt x="10119" y="19933"/>
                    <a:pt x="10175" y="20010"/>
                    <a:pt x="10254" y="20021"/>
                  </a:cubicBezTo>
                  <a:cubicBezTo>
                    <a:pt x="10263" y="20022"/>
                    <a:pt x="10269" y="20022"/>
                    <a:pt x="10277" y="20022"/>
                  </a:cubicBezTo>
                  <a:cubicBezTo>
                    <a:pt x="10347" y="20022"/>
                    <a:pt x="10411" y="19969"/>
                    <a:pt x="10422" y="19897"/>
                  </a:cubicBezTo>
                  <a:cubicBezTo>
                    <a:pt x="10449" y="19714"/>
                    <a:pt x="10480" y="19515"/>
                    <a:pt x="10517" y="19320"/>
                  </a:cubicBezTo>
                  <a:cubicBezTo>
                    <a:pt x="10532" y="19241"/>
                    <a:pt x="10479" y="19165"/>
                    <a:pt x="10399" y="19149"/>
                  </a:cubicBezTo>
                  <a:cubicBezTo>
                    <a:pt x="10390" y="19147"/>
                    <a:pt x="10380" y="19147"/>
                    <a:pt x="10371" y="19147"/>
                  </a:cubicBezTo>
                  <a:close/>
                  <a:moveTo>
                    <a:pt x="362" y="19878"/>
                  </a:moveTo>
                  <a:cubicBezTo>
                    <a:pt x="350" y="19878"/>
                    <a:pt x="337" y="19880"/>
                    <a:pt x="325" y="19883"/>
                  </a:cubicBezTo>
                  <a:cubicBezTo>
                    <a:pt x="245" y="19903"/>
                    <a:pt x="198" y="19983"/>
                    <a:pt x="219" y="20062"/>
                  </a:cubicBezTo>
                  <a:cubicBezTo>
                    <a:pt x="261" y="20233"/>
                    <a:pt x="311" y="20404"/>
                    <a:pt x="368" y="20570"/>
                  </a:cubicBezTo>
                  <a:lnTo>
                    <a:pt x="391" y="20639"/>
                  </a:lnTo>
                  <a:cubicBezTo>
                    <a:pt x="414" y="20699"/>
                    <a:pt x="470" y="20736"/>
                    <a:pt x="530" y="20736"/>
                  </a:cubicBezTo>
                  <a:cubicBezTo>
                    <a:pt x="548" y="20736"/>
                    <a:pt x="563" y="20734"/>
                    <a:pt x="580" y="20730"/>
                  </a:cubicBezTo>
                  <a:cubicBezTo>
                    <a:pt x="657" y="20703"/>
                    <a:pt x="697" y="20619"/>
                    <a:pt x="669" y="20542"/>
                  </a:cubicBezTo>
                  <a:lnTo>
                    <a:pt x="648" y="20476"/>
                  </a:lnTo>
                  <a:cubicBezTo>
                    <a:pt x="595" y="20317"/>
                    <a:pt x="546" y="20153"/>
                    <a:pt x="504" y="19990"/>
                  </a:cubicBezTo>
                  <a:cubicBezTo>
                    <a:pt x="487" y="19923"/>
                    <a:pt x="428" y="19878"/>
                    <a:pt x="362" y="19878"/>
                  </a:cubicBezTo>
                  <a:close/>
                  <a:moveTo>
                    <a:pt x="10137" y="20602"/>
                  </a:moveTo>
                  <a:cubicBezTo>
                    <a:pt x="10067" y="20602"/>
                    <a:pt x="10005" y="20651"/>
                    <a:pt x="9991" y="20723"/>
                  </a:cubicBezTo>
                  <a:cubicBezTo>
                    <a:pt x="9953" y="20932"/>
                    <a:pt x="9912" y="21117"/>
                    <a:pt x="9867" y="21286"/>
                  </a:cubicBezTo>
                  <a:cubicBezTo>
                    <a:pt x="9846" y="21364"/>
                    <a:pt x="9892" y="21446"/>
                    <a:pt x="9971" y="21467"/>
                  </a:cubicBezTo>
                  <a:cubicBezTo>
                    <a:pt x="9984" y="21471"/>
                    <a:pt x="9997" y="21472"/>
                    <a:pt x="10010" y="21472"/>
                  </a:cubicBezTo>
                  <a:cubicBezTo>
                    <a:pt x="10074" y="21472"/>
                    <a:pt x="10134" y="21428"/>
                    <a:pt x="10151" y="21362"/>
                  </a:cubicBezTo>
                  <a:cubicBezTo>
                    <a:pt x="10198" y="21186"/>
                    <a:pt x="10242" y="20993"/>
                    <a:pt x="10281" y="20775"/>
                  </a:cubicBezTo>
                  <a:cubicBezTo>
                    <a:pt x="10296" y="20696"/>
                    <a:pt x="10243" y="20619"/>
                    <a:pt x="10164" y="20604"/>
                  </a:cubicBezTo>
                  <a:cubicBezTo>
                    <a:pt x="10155" y="20602"/>
                    <a:pt x="10146" y="20602"/>
                    <a:pt x="10137" y="20602"/>
                  </a:cubicBezTo>
                  <a:close/>
                  <a:moveTo>
                    <a:pt x="883" y="21253"/>
                  </a:moveTo>
                  <a:cubicBezTo>
                    <a:pt x="859" y="21253"/>
                    <a:pt x="836" y="21258"/>
                    <a:pt x="814" y="21269"/>
                  </a:cubicBezTo>
                  <a:cubicBezTo>
                    <a:pt x="742" y="21307"/>
                    <a:pt x="715" y="21395"/>
                    <a:pt x="752" y="21468"/>
                  </a:cubicBezTo>
                  <a:cubicBezTo>
                    <a:pt x="845" y="21646"/>
                    <a:pt x="947" y="21821"/>
                    <a:pt x="1056" y="21989"/>
                  </a:cubicBezTo>
                  <a:cubicBezTo>
                    <a:pt x="1085" y="22033"/>
                    <a:pt x="1133" y="22056"/>
                    <a:pt x="1180" y="22056"/>
                  </a:cubicBezTo>
                  <a:cubicBezTo>
                    <a:pt x="1209" y="22056"/>
                    <a:pt x="1236" y="22048"/>
                    <a:pt x="1260" y="22032"/>
                  </a:cubicBezTo>
                  <a:cubicBezTo>
                    <a:pt x="1328" y="21988"/>
                    <a:pt x="1346" y="21896"/>
                    <a:pt x="1303" y="21828"/>
                  </a:cubicBezTo>
                  <a:cubicBezTo>
                    <a:pt x="1199" y="21668"/>
                    <a:pt x="1102" y="21501"/>
                    <a:pt x="1013" y="21331"/>
                  </a:cubicBezTo>
                  <a:cubicBezTo>
                    <a:pt x="987" y="21281"/>
                    <a:pt x="936" y="21253"/>
                    <a:pt x="883" y="21253"/>
                  </a:cubicBezTo>
                  <a:close/>
                  <a:moveTo>
                    <a:pt x="9700" y="22004"/>
                  </a:moveTo>
                  <a:cubicBezTo>
                    <a:pt x="9646" y="22004"/>
                    <a:pt x="9594" y="22033"/>
                    <a:pt x="9567" y="22085"/>
                  </a:cubicBezTo>
                  <a:cubicBezTo>
                    <a:pt x="9483" y="22251"/>
                    <a:pt x="9383" y="22414"/>
                    <a:pt x="9272" y="22568"/>
                  </a:cubicBezTo>
                  <a:cubicBezTo>
                    <a:pt x="9225" y="22636"/>
                    <a:pt x="9240" y="22726"/>
                    <a:pt x="9305" y="22775"/>
                  </a:cubicBezTo>
                  <a:cubicBezTo>
                    <a:pt x="9333" y="22792"/>
                    <a:pt x="9362" y="22802"/>
                    <a:pt x="9392" y="22802"/>
                  </a:cubicBezTo>
                  <a:cubicBezTo>
                    <a:pt x="9438" y="22802"/>
                    <a:pt x="9484" y="22780"/>
                    <a:pt x="9512" y="22741"/>
                  </a:cubicBezTo>
                  <a:cubicBezTo>
                    <a:pt x="9632" y="22575"/>
                    <a:pt x="9739" y="22398"/>
                    <a:pt x="9830" y="22219"/>
                  </a:cubicBezTo>
                  <a:cubicBezTo>
                    <a:pt x="9868" y="22145"/>
                    <a:pt x="9839" y="22058"/>
                    <a:pt x="9765" y="22020"/>
                  </a:cubicBezTo>
                  <a:cubicBezTo>
                    <a:pt x="9745" y="22009"/>
                    <a:pt x="9722" y="22004"/>
                    <a:pt x="9700" y="22004"/>
                  </a:cubicBezTo>
                  <a:close/>
                  <a:moveTo>
                    <a:pt x="1713" y="22467"/>
                  </a:moveTo>
                  <a:cubicBezTo>
                    <a:pt x="1678" y="22467"/>
                    <a:pt x="1644" y="22479"/>
                    <a:pt x="1616" y="22503"/>
                  </a:cubicBezTo>
                  <a:cubicBezTo>
                    <a:pt x="1554" y="22556"/>
                    <a:pt x="1548" y="22649"/>
                    <a:pt x="1601" y="22711"/>
                  </a:cubicBezTo>
                  <a:cubicBezTo>
                    <a:pt x="1732" y="22864"/>
                    <a:pt x="1873" y="23009"/>
                    <a:pt x="2019" y="23147"/>
                  </a:cubicBezTo>
                  <a:cubicBezTo>
                    <a:pt x="2047" y="23174"/>
                    <a:pt x="2085" y="23186"/>
                    <a:pt x="2121" y="23186"/>
                  </a:cubicBezTo>
                  <a:cubicBezTo>
                    <a:pt x="2160" y="23186"/>
                    <a:pt x="2200" y="23172"/>
                    <a:pt x="2226" y="23142"/>
                  </a:cubicBezTo>
                  <a:cubicBezTo>
                    <a:pt x="2283" y="23082"/>
                    <a:pt x="2281" y="22988"/>
                    <a:pt x="2221" y="22933"/>
                  </a:cubicBezTo>
                  <a:cubicBezTo>
                    <a:pt x="2083" y="22802"/>
                    <a:pt x="1949" y="22662"/>
                    <a:pt x="1823" y="22518"/>
                  </a:cubicBezTo>
                  <a:cubicBezTo>
                    <a:pt x="1794" y="22484"/>
                    <a:pt x="1754" y="22467"/>
                    <a:pt x="1713" y="22467"/>
                  </a:cubicBezTo>
                  <a:close/>
                  <a:moveTo>
                    <a:pt x="8803" y="23163"/>
                  </a:moveTo>
                  <a:cubicBezTo>
                    <a:pt x="8767" y="23163"/>
                    <a:pt x="8732" y="23176"/>
                    <a:pt x="8704" y="23201"/>
                  </a:cubicBezTo>
                  <a:cubicBezTo>
                    <a:pt x="8564" y="23327"/>
                    <a:pt x="8413" y="23444"/>
                    <a:pt x="8256" y="23554"/>
                  </a:cubicBezTo>
                  <a:cubicBezTo>
                    <a:pt x="8189" y="23599"/>
                    <a:pt x="8172" y="23691"/>
                    <a:pt x="8219" y="23758"/>
                  </a:cubicBezTo>
                  <a:cubicBezTo>
                    <a:pt x="8247" y="23801"/>
                    <a:pt x="8293" y="23823"/>
                    <a:pt x="8340" y="23823"/>
                  </a:cubicBezTo>
                  <a:cubicBezTo>
                    <a:pt x="8368" y="23823"/>
                    <a:pt x="8397" y="23814"/>
                    <a:pt x="8422" y="23795"/>
                  </a:cubicBezTo>
                  <a:cubicBezTo>
                    <a:pt x="8591" y="23680"/>
                    <a:pt x="8751" y="23554"/>
                    <a:pt x="8901" y="23419"/>
                  </a:cubicBezTo>
                  <a:cubicBezTo>
                    <a:pt x="8962" y="23365"/>
                    <a:pt x="8965" y="23272"/>
                    <a:pt x="8911" y="23211"/>
                  </a:cubicBezTo>
                  <a:cubicBezTo>
                    <a:pt x="8882" y="23179"/>
                    <a:pt x="8843" y="23163"/>
                    <a:pt x="8803" y="23163"/>
                  </a:cubicBezTo>
                  <a:close/>
                  <a:moveTo>
                    <a:pt x="2806" y="23451"/>
                  </a:moveTo>
                  <a:cubicBezTo>
                    <a:pt x="2759" y="23451"/>
                    <a:pt x="2713" y="23473"/>
                    <a:pt x="2684" y="23515"/>
                  </a:cubicBezTo>
                  <a:cubicBezTo>
                    <a:pt x="2638" y="23582"/>
                    <a:pt x="2655" y="23673"/>
                    <a:pt x="2722" y="23720"/>
                  </a:cubicBezTo>
                  <a:cubicBezTo>
                    <a:pt x="2888" y="23835"/>
                    <a:pt x="3061" y="23943"/>
                    <a:pt x="3236" y="24038"/>
                  </a:cubicBezTo>
                  <a:cubicBezTo>
                    <a:pt x="3259" y="24050"/>
                    <a:pt x="3283" y="24056"/>
                    <a:pt x="3308" y="24056"/>
                  </a:cubicBezTo>
                  <a:cubicBezTo>
                    <a:pt x="3360" y="24056"/>
                    <a:pt x="3411" y="24028"/>
                    <a:pt x="3435" y="23979"/>
                  </a:cubicBezTo>
                  <a:cubicBezTo>
                    <a:pt x="3475" y="23908"/>
                    <a:pt x="3448" y="23818"/>
                    <a:pt x="3377" y="23779"/>
                  </a:cubicBezTo>
                  <a:cubicBezTo>
                    <a:pt x="3212" y="23689"/>
                    <a:pt x="3048" y="23587"/>
                    <a:pt x="2890" y="23477"/>
                  </a:cubicBezTo>
                  <a:cubicBezTo>
                    <a:pt x="2864" y="23460"/>
                    <a:pt x="2835" y="23451"/>
                    <a:pt x="2806" y="23451"/>
                  </a:cubicBezTo>
                  <a:close/>
                  <a:moveTo>
                    <a:pt x="7569" y="23957"/>
                  </a:moveTo>
                  <a:cubicBezTo>
                    <a:pt x="7549" y="23957"/>
                    <a:pt x="7528" y="23961"/>
                    <a:pt x="7509" y="23970"/>
                  </a:cubicBezTo>
                  <a:cubicBezTo>
                    <a:pt x="7335" y="24046"/>
                    <a:pt x="7154" y="24113"/>
                    <a:pt x="6972" y="24169"/>
                  </a:cubicBezTo>
                  <a:cubicBezTo>
                    <a:pt x="6895" y="24192"/>
                    <a:pt x="6852" y="24276"/>
                    <a:pt x="6874" y="24353"/>
                  </a:cubicBezTo>
                  <a:cubicBezTo>
                    <a:pt x="6894" y="24416"/>
                    <a:pt x="6952" y="24458"/>
                    <a:pt x="7015" y="24458"/>
                  </a:cubicBezTo>
                  <a:cubicBezTo>
                    <a:pt x="7029" y="24458"/>
                    <a:pt x="7044" y="24455"/>
                    <a:pt x="7060" y="24450"/>
                  </a:cubicBezTo>
                  <a:cubicBezTo>
                    <a:pt x="7254" y="24392"/>
                    <a:pt x="7445" y="24320"/>
                    <a:pt x="7629" y="24239"/>
                  </a:cubicBezTo>
                  <a:cubicBezTo>
                    <a:pt x="7703" y="24206"/>
                    <a:pt x="7737" y="24119"/>
                    <a:pt x="7704" y="24045"/>
                  </a:cubicBezTo>
                  <a:cubicBezTo>
                    <a:pt x="7679" y="23990"/>
                    <a:pt x="7625" y="23957"/>
                    <a:pt x="7569" y="23957"/>
                  </a:cubicBezTo>
                  <a:close/>
                  <a:moveTo>
                    <a:pt x="4114" y="24116"/>
                  </a:moveTo>
                  <a:cubicBezTo>
                    <a:pt x="4052" y="24116"/>
                    <a:pt x="3996" y="24155"/>
                    <a:pt x="3975" y="24216"/>
                  </a:cubicBezTo>
                  <a:cubicBezTo>
                    <a:pt x="3948" y="24293"/>
                    <a:pt x="3990" y="24377"/>
                    <a:pt x="4067" y="24403"/>
                  </a:cubicBezTo>
                  <a:cubicBezTo>
                    <a:pt x="4259" y="24469"/>
                    <a:pt x="4456" y="24525"/>
                    <a:pt x="4652" y="24566"/>
                  </a:cubicBezTo>
                  <a:cubicBezTo>
                    <a:pt x="4662" y="24568"/>
                    <a:pt x="4673" y="24570"/>
                    <a:pt x="4683" y="24570"/>
                  </a:cubicBezTo>
                  <a:cubicBezTo>
                    <a:pt x="4752" y="24570"/>
                    <a:pt x="4814" y="24524"/>
                    <a:pt x="4826" y="24452"/>
                  </a:cubicBezTo>
                  <a:cubicBezTo>
                    <a:pt x="4843" y="24372"/>
                    <a:pt x="4793" y="24294"/>
                    <a:pt x="4713" y="24277"/>
                  </a:cubicBezTo>
                  <a:cubicBezTo>
                    <a:pt x="4528" y="24238"/>
                    <a:pt x="4342" y="24186"/>
                    <a:pt x="4162" y="24124"/>
                  </a:cubicBezTo>
                  <a:cubicBezTo>
                    <a:pt x="4146" y="24119"/>
                    <a:pt x="4130" y="24116"/>
                    <a:pt x="4114" y="24116"/>
                  </a:cubicBezTo>
                  <a:close/>
                  <a:moveTo>
                    <a:pt x="6150" y="24343"/>
                  </a:moveTo>
                  <a:cubicBezTo>
                    <a:pt x="6144" y="24343"/>
                    <a:pt x="6138" y="24343"/>
                    <a:pt x="6133" y="24344"/>
                  </a:cubicBezTo>
                  <a:cubicBezTo>
                    <a:pt x="5960" y="24363"/>
                    <a:pt x="5786" y="24373"/>
                    <a:pt x="5616" y="24373"/>
                  </a:cubicBezTo>
                  <a:lnTo>
                    <a:pt x="5563" y="24373"/>
                  </a:lnTo>
                  <a:cubicBezTo>
                    <a:pt x="5562" y="24373"/>
                    <a:pt x="5562" y="24373"/>
                    <a:pt x="5561" y="24373"/>
                  </a:cubicBezTo>
                  <a:cubicBezTo>
                    <a:pt x="5478" y="24373"/>
                    <a:pt x="5414" y="24439"/>
                    <a:pt x="5413" y="24520"/>
                  </a:cubicBezTo>
                  <a:cubicBezTo>
                    <a:pt x="5412" y="24600"/>
                    <a:pt x="5477" y="24668"/>
                    <a:pt x="5559" y="24669"/>
                  </a:cubicBezTo>
                  <a:lnTo>
                    <a:pt x="5616" y="24669"/>
                  </a:lnTo>
                  <a:cubicBezTo>
                    <a:pt x="5797" y="24669"/>
                    <a:pt x="5983" y="24657"/>
                    <a:pt x="6167" y="24638"/>
                  </a:cubicBezTo>
                  <a:cubicBezTo>
                    <a:pt x="6248" y="24628"/>
                    <a:pt x="6306" y="24556"/>
                    <a:pt x="6297" y="24474"/>
                  </a:cubicBezTo>
                  <a:cubicBezTo>
                    <a:pt x="6287" y="24398"/>
                    <a:pt x="6224" y="24343"/>
                    <a:pt x="6150" y="2434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9"/>
            <p:cNvSpPr/>
            <p:nvPr/>
          </p:nvSpPr>
          <p:spPr>
            <a:xfrm>
              <a:off x="3462400" y="456150"/>
              <a:ext cx="451350" cy="540025"/>
            </a:xfrm>
            <a:custGeom>
              <a:rect b="b" l="l" r="r" t="t"/>
              <a:pathLst>
                <a:path extrusionOk="0" h="21601" w="18054">
                  <a:moveTo>
                    <a:pt x="4227" y="256"/>
                  </a:moveTo>
                  <a:cubicBezTo>
                    <a:pt x="4388" y="256"/>
                    <a:pt x="4547" y="278"/>
                    <a:pt x="4705" y="321"/>
                  </a:cubicBezTo>
                  <a:cubicBezTo>
                    <a:pt x="5655" y="583"/>
                    <a:pt x="6579" y="1653"/>
                    <a:pt x="7176" y="3185"/>
                  </a:cubicBezTo>
                  <a:cubicBezTo>
                    <a:pt x="7520" y="4068"/>
                    <a:pt x="7910" y="5068"/>
                    <a:pt x="8683" y="5723"/>
                  </a:cubicBezTo>
                  <a:cubicBezTo>
                    <a:pt x="9576" y="6478"/>
                    <a:pt x="10784" y="6634"/>
                    <a:pt x="11925" y="6634"/>
                  </a:cubicBezTo>
                  <a:cubicBezTo>
                    <a:pt x="12104" y="6634"/>
                    <a:pt x="12282" y="6630"/>
                    <a:pt x="12457" y="6624"/>
                  </a:cubicBezTo>
                  <a:cubicBezTo>
                    <a:pt x="12585" y="6619"/>
                    <a:pt x="12713" y="6614"/>
                    <a:pt x="12842" y="6609"/>
                  </a:cubicBezTo>
                  <a:cubicBezTo>
                    <a:pt x="13190" y="6595"/>
                    <a:pt x="13542" y="6581"/>
                    <a:pt x="13892" y="6581"/>
                  </a:cubicBezTo>
                  <a:cubicBezTo>
                    <a:pt x="14704" y="6581"/>
                    <a:pt x="15504" y="6657"/>
                    <a:pt x="16223" y="6993"/>
                  </a:cubicBezTo>
                  <a:cubicBezTo>
                    <a:pt x="16880" y="7298"/>
                    <a:pt x="17437" y="7935"/>
                    <a:pt x="17644" y="8614"/>
                  </a:cubicBezTo>
                  <a:cubicBezTo>
                    <a:pt x="17749" y="8962"/>
                    <a:pt x="17812" y="9482"/>
                    <a:pt x="17511" y="9980"/>
                  </a:cubicBezTo>
                  <a:cubicBezTo>
                    <a:pt x="17048" y="10741"/>
                    <a:pt x="16041" y="10986"/>
                    <a:pt x="15154" y="11201"/>
                  </a:cubicBezTo>
                  <a:lnTo>
                    <a:pt x="15091" y="11217"/>
                  </a:lnTo>
                  <a:cubicBezTo>
                    <a:pt x="13076" y="11707"/>
                    <a:pt x="11441" y="12402"/>
                    <a:pt x="10093" y="13341"/>
                  </a:cubicBezTo>
                  <a:cubicBezTo>
                    <a:pt x="8489" y="14457"/>
                    <a:pt x="7301" y="15964"/>
                    <a:pt x="6745" y="17583"/>
                  </a:cubicBezTo>
                  <a:cubicBezTo>
                    <a:pt x="6647" y="17867"/>
                    <a:pt x="6564" y="18167"/>
                    <a:pt x="6482" y="18457"/>
                  </a:cubicBezTo>
                  <a:cubicBezTo>
                    <a:pt x="6239" y="19330"/>
                    <a:pt x="5986" y="20231"/>
                    <a:pt x="5324" y="20812"/>
                  </a:cubicBezTo>
                  <a:cubicBezTo>
                    <a:pt x="4923" y="21164"/>
                    <a:pt x="4387" y="21352"/>
                    <a:pt x="3798" y="21352"/>
                  </a:cubicBezTo>
                  <a:cubicBezTo>
                    <a:pt x="3722" y="21352"/>
                    <a:pt x="3646" y="21349"/>
                    <a:pt x="3568" y="21342"/>
                  </a:cubicBezTo>
                  <a:cubicBezTo>
                    <a:pt x="2731" y="21272"/>
                    <a:pt x="1920" y="20853"/>
                    <a:pt x="1400" y="20220"/>
                  </a:cubicBezTo>
                  <a:cubicBezTo>
                    <a:pt x="259" y="18828"/>
                    <a:pt x="383" y="16927"/>
                    <a:pt x="560" y="15917"/>
                  </a:cubicBezTo>
                  <a:cubicBezTo>
                    <a:pt x="733" y="14930"/>
                    <a:pt x="1068" y="13958"/>
                    <a:pt x="1393" y="13021"/>
                  </a:cubicBezTo>
                  <a:cubicBezTo>
                    <a:pt x="1565" y="12524"/>
                    <a:pt x="1741" y="12012"/>
                    <a:pt x="1894" y="11501"/>
                  </a:cubicBezTo>
                  <a:cubicBezTo>
                    <a:pt x="2448" y="9638"/>
                    <a:pt x="2504" y="8123"/>
                    <a:pt x="2064" y="6874"/>
                  </a:cubicBezTo>
                  <a:cubicBezTo>
                    <a:pt x="1928" y="6487"/>
                    <a:pt x="1731" y="6104"/>
                    <a:pt x="1543" y="5735"/>
                  </a:cubicBezTo>
                  <a:cubicBezTo>
                    <a:pt x="1170" y="5008"/>
                    <a:pt x="785" y="4257"/>
                    <a:pt x="839" y="3449"/>
                  </a:cubicBezTo>
                  <a:cubicBezTo>
                    <a:pt x="921" y="2275"/>
                    <a:pt x="1958" y="1468"/>
                    <a:pt x="2791" y="819"/>
                  </a:cubicBezTo>
                  <a:cubicBezTo>
                    <a:pt x="3273" y="444"/>
                    <a:pt x="3754" y="256"/>
                    <a:pt x="4227" y="256"/>
                  </a:cubicBezTo>
                  <a:close/>
                  <a:moveTo>
                    <a:pt x="4222" y="1"/>
                  </a:moveTo>
                  <a:cubicBezTo>
                    <a:pt x="3695" y="1"/>
                    <a:pt x="3163" y="207"/>
                    <a:pt x="2635" y="617"/>
                  </a:cubicBezTo>
                  <a:cubicBezTo>
                    <a:pt x="1808" y="1261"/>
                    <a:pt x="676" y="2142"/>
                    <a:pt x="587" y="3428"/>
                  </a:cubicBezTo>
                  <a:cubicBezTo>
                    <a:pt x="527" y="4306"/>
                    <a:pt x="929" y="5089"/>
                    <a:pt x="1317" y="5846"/>
                  </a:cubicBezTo>
                  <a:cubicBezTo>
                    <a:pt x="1512" y="6227"/>
                    <a:pt x="1696" y="6585"/>
                    <a:pt x="1827" y="6956"/>
                  </a:cubicBezTo>
                  <a:cubicBezTo>
                    <a:pt x="2248" y="8153"/>
                    <a:pt x="2191" y="9617"/>
                    <a:pt x="1652" y="11428"/>
                  </a:cubicBezTo>
                  <a:cubicBezTo>
                    <a:pt x="1502" y="11935"/>
                    <a:pt x="1324" y="12444"/>
                    <a:pt x="1154" y="12937"/>
                  </a:cubicBezTo>
                  <a:cubicBezTo>
                    <a:pt x="827" y="13885"/>
                    <a:pt x="489" y="14865"/>
                    <a:pt x="312" y="15872"/>
                  </a:cubicBezTo>
                  <a:cubicBezTo>
                    <a:pt x="127" y="16924"/>
                    <a:pt x="1" y="18908"/>
                    <a:pt x="1205" y="20377"/>
                  </a:cubicBezTo>
                  <a:cubicBezTo>
                    <a:pt x="1767" y="21062"/>
                    <a:pt x="2643" y="21515"/>
                    <a:pt x="3548" y="21589"/>
                  </a:cubicBezTo>
                  <a:cubicBezTo>
                    <a:pt x="3633" y="21596"/>
                    <a:pt x="3717" y="21600"/>
                    <a:pt x="3801" y="21600"/>
                  </a:cubicBezTo>
                  <a:cubicBezTo>
                    <a:pt x="4450" y="21600"/>
                    <a:pt x="5042" y="21391"/>
                    <a:pt x="5487" y="21000"/>
                  </a:cubicBezTo>
                  <a:cubicBezTo>
                    <a:pt x="6205" y="20370"/>
                    <a:pt x="6468" y="19432"/>
                    <a:pt x="6722" y="18524"/>
                  </a:cubicBezTo>
                  <a:cubicBezTo>
                    <a:pt x="6802" y="18238"/>
                    <a:pt x="6884" y="17943"/>
                    <a:pt x="6980" y="17664"/>
                  </a:cubicBezTo>
                  <a:cubicBezTo>
                    <a:pt x="7518" y="16094"/>
                    <a:pt x="8674" y="14633"/>
                    <a:pt x="10234" y="13545"/>
                  </a:cubicBezTo>
                  <a:cubicBezTo>
                    <a:pt x="11556" y="12625"/>
                    <a:pt x="13163" y="11943"/>
                    <a:pt x="15148" y="11459"/>
                  </a:cubicBezTo>
                  <a:lnTo>
                    <a:pt x="15211" y="11444"/>
                  </a:lnTo>
                  <a:cubicBezTo>
                    <a:pt x="16145" y="11216"/>
                    <a:pt x="17206" y="10959"/>
                    <a:pt x="17722" y="10108"/>
                  </a:cubicBezTo>
                  <a:cubicBezTo>
                    <a:pt x="18000" y="9650"/>
                    <a:pt x="18053" y="9109"/>
                    <a:pt x="17881" y="8539"/>
                  </a:cubicBezTo>
                  <a:cubicBezTo>
                    <a:pt x="17651" y="7783"/>
                    <a:pt x="17056" y="7102"/>
                    <a:pt x="16326" y="6764"/>
                  </a:cubicBezTo>
                  <a:cubicBezTo>
                    <a:pt x="15564" y="6408"/>
                    <a:pt x="14731" y="6327"/>
                    <a:pt x="13892" y="6327"/>
                  </a:cubicBezTo>
                  <a:cubicBezTo>
                    <a:pt x="13537" y="6327"/>
                    <a:pt x="13181" y="6342"/>
                    <a:pt x="12828" y="6356"/>
                  </a:cubicBezTo>
                  <a:cubicBezTo>
                    <a:pt x="12699" y="6361"/>
                    <a:pt x="12573" y="6366"/>
                    <a:pt x="12446" y="6369"/>
                  </a:cubicBezTo>
                  <a:cubicBezTo>
                    <a:pt x="12271" y="6376"/>
                    <a:pt x="12094" y="6380"/>
                    <a:pt x="11915" y="6380"/>
                  </a:cubicBezTo>
                  <a:cubicBezTo>
                    <a:pt x="10823" y="6380"/>
                    <a:pt x="9674" y="6232"/>
                    <a:pt x="8843" y="5528"/>
                  </a:cubicBezTo>
                  <a:cubicBezTo>
                    <a:pt x="8118" y="4915"/>
                    <a:pt x="7756" y="3988"/>
                    <a:pt x="7407" y="3092"/>
                  </a:cubicBezTo>
                  <a:cubicBezTo>
                    <a:pt x="7172" y="2489"/>
                    <a:pt x="6289" y="494"/>
                    <a:pt x="4769" y="76"/>
                  </a:cubicBezTo>
                  <a:cubicBezTo>
                    <a:pt x="4588" y="26"/>
                    <a:pt x="4405" y="1"/>
                    <a:pt x="4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9"/>
            <p:cNvSpPr/>
            <p:nvPr/>
          </p:nvSpPr>
          <p:spPr>
            <a:xfrm>
              <a:off x="3499175" y="519700"/>
              <a:ext cx="320500" cy="421975"/>
            </a:xfrm>
            <a:custGeom>
              <a:rect b="b" l="l" r="r" t="t"/>
              <a:pathLst>
                <a:path extrusionOk="0" h="16879" w="12820">
                  <a:moveTo>
                    <a:pt x="2175" y="149"/>
                  </a:moveTo>
                  <a:cubicBezTo>
                    <a:pt x="2268" y="149"/>
                    <a:pt x="2358" y="156"/>
                    <a:pt x="2440" y="168"/>
                  </a:cubicBezTo>
                  <a:cubicBezTo>
                    <a:pt x="3449" y="294"/>
                    <a:pt x="4529" y="1070"/>
                    <a:pt x="4818" y="1679"/>
                  </a:cubicBezTo>
                  <a:cubicBezTo>
                    <a:pt x="4948" y="1955"/>
                    <a:pt x="5050" y="2253"/>
                    <a:pt x="5148" y="2542"/>
                  </a:cubicBezTo>
                  <a:cubicBezTo>
                    <a:pt x="5305" y="3004"/>
                    <a:pt x="5466" y="3482"/>
                    <a:pt x="5757" y="3888"/>
                  </a:cubicBezTo>
                  <a:cubicBezTo>
                    <a:pt x="6697" y="5208"/>
                    <a:pt x="8560" y="5338"/>
                    <a:pt x="10235" y="5357"/>
                  </a:cubicBezTo>
                  <a:cubicBezTo>
                    <a:pt x="10986" y="5364"/>
                    <a:pt x="11898" y="5457"/>
                    <a:pt x="12269" y="6103"/>
                  </a:cubicBezTo>
                  <a:cubicBezTo>
                    <a:pt x="12650" y="6765"/>
                    <a:pt x="12201" y="7663"/>
                    <a:pt x="11545" y="8086"/>
                  </a:cubicBezTo>
                  <a:cubicBezTo>
                    <a:pt x="11051" y="8403"/>
                    <a:pt x="10460" y="8548"/>
                    <a:pt x="9887" y="8687"/>
                  </a:cubicBezTo>
                  <a:cubicBezTo>
                    <a:pt x="9680" y="8738"/>
                    <a:pt x="9467" y="8790"/>
                    <a:pt x="9260" y="8850"/>
                  </a:cubicBezTo>
                  <a:cubicBezTo>
                    <a:pt x="7011" y="9499"/>
                    <a:pt x="5095" y="11260"/>
                    <a:pt x="4259" y="13447"/>
                  </a:cubicBezTo>
                  <a:cubicBezTo>
                    <a:pt x="4170" y="13683"/>
                    <a:pt x="4091" y="13926"/>
                    <a:pt x="4013" y="14163"/>
                  </a:cubicBezTo>
                  <a:cubicBezTo>
                    <a:pt x="3845" y="14675"/>
                    <a:pt x="3673" y="15207"/>
                    <a:pt x="3385" y="15667"/>
                  </a:cubicBezTo>
                  <a:cubicBezTo>
                    <a:pt x="3038" y="16225"/>
                    <a:pt x="2416" y="16731"/>
                    <a:pt x="1739" y="16731"/>
                  </a:cubicBezTo>
                  <a:cubicBezTo>
                    <a:pt x="1651" y="16731"/>
                    <a:pt x="1562" y="16722"/>
                    <a:pt x="1472" y="16704"/>
                  </a:cubicBezTo>
                  <a:cubicBezTo>
                    <a:pt x="1099" y="16629"/>
                    <a:pt x="784" y="16394"/>
                    <a:pt x="562" y="16030"/>
                  </a:cubicBezTo>
                  <a:cubicBezTo>
                    <a:pt x="244" y="15507"/>
                    <a:pt x="153" y="14763"/>
                    <a:pt x="331" y="14137"/>
                  </a:cubicBezTo>
                  <a:cubicBezTo>
                    <a:pt x="526" y="13451"/>
                    <a:pt x="931" y="12838"/>
                    <a:pt x="1326" y="12246"/>
                  </a:cubicBezTo>
                  <a:cubicBezTo>
                    <a:pt x="1528" y="11940"/>
                    <a:pt x="1738" y="11624"/>
                    <a:pt x="1919" y="11299"/>
                  </a:cubicBezTo>
                  <a:cubicBezTo>
                    <a:pt x="3024" y="9310"/>
                    <a:pt x="3071" y="6813"/>
                    <a:pt x="2046" y="4784"/>
                  </a:cubicBezTo>
                  <a:cubicBezTo>
                    <a:pt x="1915" y="4524"/>
                    <a:pt x="1766" y="4270"/>
                    <a:pt x="1622" y="4026"/>
                  </a:cubicBezTo>
                  <a:cubicBezTo>
                    <a:pt x="1379" y="3610"/>
                    <a:pt x="1128" y="3182"/>
                    <a:pt x="962" y="2727"/>
                  </a:cubicBezTo>
                  <a:cubicBezTo>
                    <a:pt x="661" y="1895"/>
                    <a:pt x="734" y="1091"/>
                    <a:pt x="1161" y="577"/>
                  </a:cubicBezTo>
                  <a:cubicBezTo>
                    <a:pt x="1439" y="241"/>
                    <a:pt x="1831" y="149"/>
                    <a:pt x="2175" y="149"/>
                  </a:cubicBezTo>
                  <a:close/>
                  <a:moveTo>
                    <a:pt x="2170" y="1"/>
                  </a:moveTo>
                  <a:cubicBezTo>
                    <a:pt x="1693" y="1"/>
                    <a:pt x="1308" y="165"/>
                    <a:pt x="1045" y="483"/>
                  </a:cubicBezTo>
                  <a:cubicBezTo>
                    <a:pt x="586" y="1036"/>
                    <a:pt x="503" y="1893"/>
                    <a:pt x="823" y="2775"/>
                  </a:cubicBezTo>
                  <a:cubicBezTo>
                    <a:pt x="992" y="3244"/>
                    <a:pt x="1248" y="3678"/>
                    <a:pt x="1494" y="4099"/>
                  </a:cubicBezTo>
                  <a:cubicBezTo>
                    <a:pt x="1637" y="4342"/>
                    <a:pt x="1785" y="4594"/>
                    <a:pt x="1914" y="4849"/>
                  </a:cubicBezTo>
                  <a:cubicBezTo>
                    <a:pt x="2917" y="6837"/>
                    <a:pt x="2869" y="9280"/>
                    <a:pt x="1788" y="11227"/>
                  </a:cubicBezTo>
                  <a:cubicBezTo>
                    <a:pt x="1611" y="11547"/>
                    <a:pt x="1403" y="11860"/>
                    <a:pt x="1202" y="12163"/>
                  </a:cubicBezTo>
                  <a:cubicBezTo>
                    <a:pt x="803" y="12766"/>
                    <a:pt x="389" y="13387"/>
                    <a:pt x="189" y="14095"/>
                  </a:cubicBezTo>
                  <a:cubicBezTo>
                    <a:pt x="1" y="14761"/>
                    <a:pt x="99" y="15550"/>
                    <a:pt x="436" y="16105"/>
                  </a:cubicBezTo>
                  <a:cubicBezTo>
                    <a:pt x="682" y="16507"/>
                    <a:pt x="1030" y="16764"/>
                    <a:pt x="1444" y="16848"/>
                  </a:cubicBezTo>
                  <a:cubicBezTo>
                    <a:pt x="1543" y="16869"/>
                    <a:pt x="1642" y="16878"/>
                    <a:pt x="1740" y="16878"/>
                  </a:cubicBezTo>
                  <a:cubicBezTo>
                    <a:pt x="2473" y="16878"/>
                    <a:pt x="3142" y="16339"/>
                    <a:pt x="3509" y="15744"/>
                  </a:cubicBezTo>
                  <a:cubicBezTo>
                    <a:pt x="3805" y="15269"/>
                    <a:pt x="3982" y="14730"/>
                    <a:pt x="4153" y="14207"/>
                  </a:cubicBezTo>
                  <a:cubicBezTo>
                    <a:pt x="4230" y="13973"/>
                    <a:pt x="4308" y="13730"/>
                    <a:pt x="4397" y="13498"/>
                  </a:cubicBezTo>
                  <a:cubicBezTo>
                    <a:pt x="5216" y="11354"/>
                    <a:pt x="7095" y="9628"/>
                    <a:pt x="9301" y="8990"/>
                  </a:cubicBezTo>
                  <a:cubicBezTo>
                    <a:pt x="9504" y="8932"/>
                    <a:pt x="9717" y="8880"/>
                    <a:pt x="9922" y="8829"/>
                  </a:cubicBezTo>
                  <a:cubicBezTo>
                    <a:pt x="10505" y="8686"/>
                    <a:pt x="11110" y="8540"/>
                    <a:pt x="11625" y="8207"/>
                  </a:cubicBezTo>
                  <a:cubicBezTo>
                    <a:pt x="12338" y="7748"/>
                    <a:pt x="12819" y="6763"/>
                    <a:pt x="12397" y="6028"/>
                  </a:cubicBezTo>
                  <a:cubicBezTo>
                    <a:pt x="11989" y="5316"/>
                    <a:pt x="11027" y="5215"/>
                    <a:pt x="10236" y="5207"/>
                  </a:cubicBezTo>
                  <a:cubicBezTo>
                    <a:pt x="8600" y="5188"/>
                    <a:pt x="6776" y="5064"/>
                    <a:pt x="5877" y="3801"/>
                  </a:cubicBezTo>
                  <a:cubicBezTo>
                    <a:pt x="5599" y="3413"/>
                    <a:pt x="5440" y="2944"/>
                    <a:pt x="5288" y="2493"/>
                  </a:cubicBezTo>
                  <a:cubicBezTo>
                    <a:pt x="5187" y="2200"/>
                    <a:pt x="5086" y="1897"/>
                    <a:pt x="4950" y="1613"/>
                  </a:cubicBezTo>
                  <a:cubicBezTo>
                    <a:pt x="4607" y="887"/>
                    <a:pt x="3441" y="142"/>
                    <a:pt x="2457" y="19"/>
                  </a:cubicBezTo>
                  <a:cubicBezTo>
                    <a:pt x="2358" y="7"/>
                    <a:pt x="2262" y="1"/>
                    <a:pt x="21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9"/>
            <p:cNvSpPr/>
            <p:nvPr/>
          </p:nvSpPr>
          <p:spPr>
            <a:xfrm>
              <a:off x="3542525" y="553700"/>
              <a:ext cx="210825" cy="325100"/>
            </a:xfrm>
            <a:custGeom>
              <a:rect b="b" l="l" r="r" t="t"/>
              <a:pathLst>
                <a:path extrusionOk="0" h="13004" w="8433">
                  <a:moveTo>
                    <a:pt x="1419" y="148"/>
                  </a:moveTo>
                  <a:cubicBezTo>
                    <a:pt x="1576" y="148"/>
                    <a:pt x="1733" y="184"/>
                    <a:pt x="1873" y="263"/>
                  </a:cubicBezTo>
                  <a:cubicBezTo>
                    <a:pt x="2306" y="502"/>
                    <a:pt x="2489" y="1013"/>
                    <a:pt x="2666" y="1506"/>
                  </a:cubicBezTo>
                  <a:cubicBezTo>
                    <a:pt x="2710" y="1629"/>
                    <a:pt x="2754" y="1749"/>
                    <a:pt x="2800" y="1867"/>
                  </a:cubicBezTo>
                  <a:cubicBezTo>
                    <a:pt x="3397" y="3353"/>
                    <a:pt x="4931" y="4437"/>
                    <a:pt x="6531" y="4505"/>
                  </a:cubicBezTo>
                  <a:cubicBezTo>
                    <a:pt x="6628" y="4509"/>
                    <a:pt x="6727" y="4509"/>
                    <a:pt x="6825" y="4510"/>
                  </a:cubicBezTo>
                  <a:cubicBezTo>
                    <a:pt x="7099" y="4512"/>
                    <a:pt x="7357" y="4514"/>
                    <a:pt x="7605" y="4586"/>
                  </a:cubicBezTo>
                  <a:cubicBezTo>
                    <a:pt x="7908" y="4672"/>
                    <a:pt x="8241" y="4921"/>
                    <a:pt x="8261" y="5264"/>
                  </a:cubicBezTo>
                  <a:cubicBezTo>
                    <a:pt x="8291" y="5766"/>
                    <a:pt x="7676" y="6076"/>
                    <a:pt x="7307" y="6215"/>
                  </a:cubicBezTo>
                  <a:cubicBezTo>
                    <a:pt x="7064" y="6306"/>
                    <a:pt x="6816" y="6393"/>
                    <a:pt x="6566" y="6481"/>
                  </a:cubicBezTo>
                  <a:cubicBezTo>
                    <a:pt x="5418" y="6885"/>
                    <a:pt x="4231" y="7301"/>
                    <a:pt x="3437" y="8227"/>
                  </a:cubicBezTo>
                  <a:cubicBezTo>
                    <a:pt x="2879" y="8877"/>
                    <a:pt x="2590" y="9698"/>
                    <a:pt x="2311" y="10494"/>
                  </a:cubicBezTo>
                  <a:cubicBezTo>
                    <a:pt x="2091" y="11123"/>
                    <a:pt x="1864" y="11773"/>
                    <a:pt x="1503" y="12331"/>
                  </a:cubicBezTo>
                  <a:cubicBezTo>
                    <a:pt x="1419" y="12461"/>
                    <a:pt x="1138" y="12854"/>
                    <a:pt x="798" y="12854"/>
                  </a:cubicBezTo>
                  <a:cubicBezTo>
                    <a:pt x="762" y="12854"/>
                    <a:pt x="727" y="12850"/>
                    <a:pt x="690" y="12841"/>
                  </a:cubicBezTo>
                  <a:cubicBezTo>
                    <a:pt x="386" y="12764"/>
                    <a:pt x="254" y="12370"/>
                    <a:pt x="326" y="12065"/>
                  </a:cubicBezTo>
                  <a:cubicBezTo>
                    <a:pt x="393" y="11774"/>
                    <a:pt x="588" y="11525"/>
                    <a:pt x="775" y="11284"/>
                  </a:cubicBezTo>
                  <a:lnTo>
                    <a:pt x="852" y="11185"/>
                  </a:lnTo>
                  <a:cubicBezTo>
                    <a:pt x="1880" y="9839"/>
                    <a:pt x="2431" y="8167"/>
                    <a:pt x="2403" y="6475"/>
                  </a:cubicBezTo>
                  <a:cubicBezTo>
                    <a:pt x="2384" y="5312"/>
                    <a:pt x="2083" y="4143"/>
                    <a:pt x="1534" y="3096"/>
                  </a:cubicBezTo>
                  <a:cubicBezTo>
                    <a:pt x="1428" y="2891"/>
                    <a:pt x="1265" y="2678"/>
                    <a:pt x="1093" y="2452"/>
                  </a:cubicBezTo>
                  <a:cubicBezTo>
                    <a:pt x="642" y="1863"/>
                    <a:pt x="177" y="1254"/>
                    <a:pt x="534" y="633"/>
                  </a:cubicBezTo>
                  <a:cubicBezTo>
                    <a:pt x="709" y="327"/>
                    <a:pt x="1067" y="148"/>
                    <a:pt x="1419" y="148"/>
                  </a:cubicBezTo>
                  <a:close/>
                  <a:moveTo>
                    <a:pt x="1422" y="1"/>
                  </a:moveTo>
                  <a:cubicBezTo>
                    <a:pt x="1018" y="1"/>
                    <a:pt x="606" y="207"/>
                    <a:pt x="405" y="558"/>
                  </a:cubicBezTo>
                  <a:cubicBezTo>
                    <a:pt x="0" y="1265"/>
                    <a:pt x="518" y="1942"/>
                    <a:pt x="975" y="2541"/>
                  </a:cubicBezTo>
                  <a:cubicBezTo>
                    <a:pt x="1143" y="2762"/>
                    <a:pt x="1302" y="2969"/>
                    <a:pt x="1404" y="3164"/>
                  </a:cubicBezTo>
                  <a:cubicBezTo>
                    <a:pt x="1942" y="4191"/>
                    <a:pt x="2236" y="5337"/>
                    <a:pt x="2256" y="6477"/>
                  </a:cubicBezTo>
                  <a:cubicBezTo>
                    <a:pt x="2285" y="8137"/>
                    <a:pt x="1744" y="9777"/>
                    <a:pt x="735" y="11096"/>
                  </a:cubicBezTo>
                  <a:lnTo>
                    <a:pt x="659" y="11195"/>
                  </a:lnTo>
                  <a:cubicBezTo>
                    <a:pt x="461" y="11449"/>
                    <a:pt x="258" y="11711"/>
                    <a:pt x="183" y="12032"/>
                  </a:cubicBezTo>
                  <a:cubicBezTo>
                    <a:pt x="94" y="12413"/>
                    <a:pt x="262" y="12887"/>
                    <a:pt x="654" y="12985"/>
                  </a:cubicBezTo>
                  <a:cubicBezTo>
                    <a:pt x="704" y="12999"/>
                    <a:pt x="753" y="13004"/>
                    <a:pt x="801" y="13004"/>
                  </a:cubicBezTo>
                  <a:cubicBezTo>
                    <a:pt x="1199" y="13004"/>
                    <a:pt x="1506" y="12601"/>
                    <a:pt x="1627" y="12410"/>
                  </a:cubicBezTo>
                  <a:cubicBezTo>
                    <a:pt x="1997" y="11836"/>
                    <a:pt x="2227" y="11179"/>
                    <a:pt x="2451" y="10541"/>
                  </a:cubicBezTo>
                  <a:cubicBezTo>
                    <a:pt x="2724" y="9760"/>
                    <a:pt x="3008" y="8951"/>
                    <a:pt x="3547" y="8322"/>
                  </a:cubicBezTo>
                  <a:cubicBezTo>
                    <a:pt x="4316" y="7428"/>
                    <a:pt x="5484" y="7017"/>
                    <a:pt x="6614" y="6619"/>
                  </a:cubicBezTo>
                  <a:cubicBezTo>
                    <a:pt x="6863" y="6532"/>
                    <a:pt x="7114" y="6444"/>
                    <a:pt x="7359" y="6351"/>
                  </a:cubicBezTo>
                  <a:cubicBezTo>
                    <a:pt x="8060" y="6085"/>
                    <a:pt x="8433" y="5696"/>
                    <a:pt x="8407" y="5254"/>
                  </a:cubicBezTo>
                  <a:cubicBezTo>
                    <a:pt x="8383" y="4838"/>
                    <a:pt x="8007" y="4546"/>
                    <a:pt x="7643" y="4443"/>
                  </a:cubicBezTo>
                  <a:cubicBezTo>
                    <a:pt x="7374" y="4366"/>
                    <a:pt x="7095" y="4365"/>
                    <a:pt x="6823" y="4362"/>
                  </a:cubicBezTo>
                  <a:cubicBezTo>
                    <a:pt x="6727" y="4362"/>
                    <a:pt x="6630" y="4361"/>
                    <a:pt x="6534" y="4357"/>
                  </a:cubicBezTo>
                  <a:cubicBezTo>
                    <a:pt x="4991" y="4292"/>
                    <a:pt x="3510" y="3244"/>
                    <a:pt x="2935" y="1810"/>
                  </a:cubicBezTo>
                  <a:cubicBezTo>
                    <a:pt x="2887" y="1694"/>
                    <a:pt x="2844" y="1574"/>
                    <a:pt x="2801" y="1454"/>
                  </a:cubicBezTo>
                  <a:cubicBezTo>
                    <a:pt x="2616" y="935"/>
                    <a:pt x="2423" y="399"/>
                    <a:pt x="1941" y="131"/>
                  </a:cubicBezTo>
                  <a:cubicBezTo>
                    <a:pt x="1782" y="42"/>
                    <a:pt x="1603" y="1"/>
                    <a:pt x="14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95" name="Shape 795"/>
        <p:cNvGrpSpPr/>
        <p:nvPr/>
      </p:nvGrpSpPr>
      <p:grpSpPr>
        <a:xfrm>
          <a:off x="0" y="0"/>
          <a:ext cx="0" cy="0"/>
          <a:chOff x="0" y="0"/>
          <a:chExt cx="0" cy="0"/>
        </a:xfrm>
      </p:grpSpPr>
      <p:pic>
        <p:nvPicPr>
          <p:cNvPr id="796" name="Google Shape;796;p30"/>
          <p:cNvPicPr preferRelativeResize="0"/>
          <p:nvPr/>
        </p:nvPicPr>
        <p:blipFill>
          <a:blip r:embed="rId2">
            <a:alphaModFix amt="84000"/>
          </a:blip>
          <a:stretch>
            <a:fillRect/>
          </a:stretch>
        </p:blipFill>
        <p:spPr>
          <a:xfrm>
            <a:off x="-134850" y="-192650"/>
            <a:ext cx="9420125" cy="5490250"/>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2">
    <p:spTree>
      <p:nvGrpSpPr>
        <p:cNvPr id="797" name="Shape 797"/>
        <p:cNvGrpSpPr/>
        <p:nvPr/>
      </p:nvGrpSpPr>
      <p:grpSpPr>
        <a:xfrm>
          <a:off x="0" y="0"/>
          <a:ext cx="0" cy="0"/>
          <a:chOff x="0" y="0"/>
          <a:chExt cx="0" cy="0"/>
        </a:xfrm>
      </p:grpSpPr>
      <p:pic>
        <p:nvPicPr>
          <p:cNvPr id="798" name="Google Shape;798;p31"/>
          <p:cNvPicPr preferRelativeResize="0"/>
          <p:nvPr/>
        </p:nvPicPr>
        <p:blipFill>
          <a:blip r:embed="rId2">
            <a:alphaModFix amt="84000"/>
          </a:blip>
          <a:stretch>
            <a:fillRect/>
          </a:stretch>
        </p:blipFill>
        <p:spPr>
          <a:xfrm>
            <a:off x="-134850" y="-192650"/>
            <a:ext cx="9420125" cy="5490250"/>
          </a:xfrm>
          <a:prstGeom prst="rect">
            <a:avLst/>
          </a:prstGeom>
          <a:noFill/>
          <a:ln>
            <a:noFill/>
          </a:ln>
        </p:spPr>
      </p:pic>
      <p:grpSp>
        <p:nvGrpSpPr>
          <p:cNvPr id="799" name="Google Shape;799;p31"/>
          <p:cNvGrpSpPr/>
          <p:nvPr/>
        </p:nvGrpSpPr>
        <p:grpSpPr>
          <a:xfrm>
            <a:off x="-2806857" y="-312489"/>
            <a:ext cx="4267352" cy="3819577"/>
            <a:chOff x="3732700" y="316125"/>
            <a:chExt cx="2435425" cy="2179875"/>
          </a:xfrm>
        </p:grpSpPr>
        <p:sp>
          <p:nvSpPr>
            <p:cNvPr id="800" name="Google Shape;800;p31"/>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1"/>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1"/>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1"/>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1"/>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1"/>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1"/>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1"/>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1"/>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1"/>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1"/>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1"/>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1"/>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1"/>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31"/>
          <p:cNvGrpSpPr/>
          <p:nvPr/>
        </p:nvGrpSpPr>
        <p:grpSpPr>
          <a:xfrm>
            <a:off x="7845693" y="2223586"/>
            <a:ext cx="4267352" cy="3819577"/>
            <a:chOff x="3732700" y="316125"/>
            <a:chExt cx="2435425" cy="2179875"/>
          </a:xfrm>
        </p:grpSpPr>
        <p:sp>
          <p:nvSpPr>
            <p:cNvPr id="815" name="Google Shape;815;p31"/>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1"/>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1"/>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1"/>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1"/>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1"/>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1"/>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1"/>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1"/>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1"/>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1"/>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1"/>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1"/>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1"/>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32" name="Shape 832"/>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33" name="Shape 833"/>
        <p:cNvGrpSpPr/>
        <p:nvPr/>
      </p:nvGrpSpPr>
      <p:grpSpPr>
        <a:xfrm>
          <a:off x="0" y="0"/>
          <a:ext cx="0" cy="0"/>
          <a:chOff x="0" y="0"/>
          <a:chExt cx="0" cy="0"/>
        </a:xfrm>
      </p:grpSpPr>
      <p:sp>
        <p:nvSpPr>
          <p:cNvPr id="834" name="Google Shape;834;p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1pPr>
            <a:lvl2pPr lvl="1" rtl="0">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2pPr>
            <a:lvl3pPr lvl="2" rtl="0">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3pPr>
            <a:lvl4pPr lvl="3" rtl="0">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4pPr>
            <a:lvl5pPr lvl="4" rtl="0">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5pPr>
            <a:lvl6pPr lvl="5" rtl="0">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6pPr>
            <a:lvl7pPr lvl="6" rtl="0">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7pPr>
            <a:lvl8pPr lvl="7" rtl="0">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8pPr>
            <a:lvl9pPr lvl="8" rtl="0">
              <a:spcBef>
                <a:spcPts val="0"/>
              </a:spcBef>
              <a:spcAft>
                <a:spcPts val="0"/>
              </a:spcAft>
              <a:buClr>
                <a:schemeClr val="dk1"/>
              </a:buClr>
              <a:buSzPts val="3500"/>
              <a:buFont typeface="Cormorant Garamond"/>
              <a:buNone/>
              <a:defRPr b="1" sz="3500">
                <a:solidFill>
                  <a:schemeClr val="dk1"/>
                </a:solidFill>
                <a:latin typeface="Cormorant Garamond"/>
                <a:ea typeface="Cormorant Garamond"/>
                <a:cs typeface="Cormorant Garamond"/>
                <a:sym typeface="Cormorant Garamon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1pPr>
            <a:lvl2pPr indent="-317500" lvl="1" marL="9144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2pPr>
            <a:lvl3pPr indent="-317500" lvl="2" marL="13716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3pPr>
            <a:lvl4pPr indent="-317500" lvl="3" marL="18288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4pPr>
            <a:lvl5pPr indent="-317500" lvl="4" marL="22860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5pPr>
            <a:lvl6pPr indent="-317500" lvl="5" marL="27432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6pPr>
            <a:lvl7pPr indent="-317500" lvl="6" marL="32004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7pPr>
            <a:lvl8pPr indent="-317500" lvl="7" marL="36576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8pPr>
            <a:lvl9pPr indent="-317500" lvl="8" marL="4114800">
              <a:lnSpc>
                <a:spcPct val="100000"/>
              </a:lnSpc>
              <a:spcBef>
                <a:spcPts val="1600"/>
              </a:spcBef>
              <a:spcAft>
                <a:spcPts val="1600"/>
              </a:spcAft>
              <a:buClr>
                <a:schemeClr val="dk1"/>
              </a:buClr>
              <a:buSzPts val="1400"/>
              <a:buFont typeface="Open Sans"/>
              <a:buChar char="■"/>
              <a:defRPr>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29" name="Shape 829"/>
        <p:cNvGrpSpPr/>
        <p:nvPr/>
      </p:nvGrpSpPr>
      <p:grpSpPr>
        <a:xfrm>
          <a:off x="0" y="0"/>
          <a:ext cx="0" cy="0"/>
          <a:chOff x="0" y="0"/>
          <a:chExt cx="0" cy="0"/>
        </a:xfrm>
      </p:grpSpPr>
      <p:sp>
        <p:nvSpPr>
          <p:cNvPr id="830" name="Google Shape;830;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31" name="Google Shape;831;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7.xml"/><Relationship Id="rId4" Type="http://schemas.openxmlformats.org/officeDocument/2006/relationships/slide" Target="/ppt/slides/slide34.xml"/><Relationship Id="rId9" Type="http://schemas.openxmlformats.org/officeDocument/2006/relationships/slide" Target="/ppt/slides/slide45.xml"/><Relationship Id="rId5" Type="http://schemas.openxmlformats.org/officeDocument/2006/relationships/slide" Target="/ppt/slides/slide33.xml"/><Relationship Id="rId6" Type="http://schemas.openxmlformats.org/officeDocument/2006/relationships/slide" Target="/ppt/slides/slide31.xml"/><Relationship Id="rId7" Type="http://schemas.openxmlformats.org/officeDocument/2006/relationships/slide" Target="/ppt/slides/slide37.xml"/><Relationship Id="rId8" Type="http://schemas.openxmlformats.org/officeDocument/2006/relationships/slide" Target="/ppt/slides/slide39.xml"/><Relationship Id="rId11" Type="http://schemas.openxmlformats.org/officeDocument/2006/relationships/hyperlink" Target="http://bit.ly/2Tynxth" TargetMode="External"/><Relationship Id="rId10" Type="http://schemas.openxmlformats.org/officeDocument/2006/relationships/slide" Target="/ppt/slides/slide45.xm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vidfy.com/?utm_source=slidesgo_template&amp;utm_medium=referral-link&amp;utm_campaign=promo-slide&amp;utm_term=slidesgo&amp;utm_content=vidfy"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docs.google.com/spreadsheets/d/14gkkz6B7Kaj9jIfgK4wKwvJru-0r-v-iW8KFQ-g5xhQ/copy?usp=sharing" TargetMode="External"/><Relationship Id="rId4" Type="http://schemas.openxmlformats.org/officeDocument/2006/relationships/image" Target="../media/image2.png"/><Relationship Id="rId5" Type="http://schemas.openxmlformats.org/officeDocument/2006/relationships/hyperlink" Target="https://slidesgo.com/de/slidesgo-schulel/presentation-tips/how-to-modify-a-graph-in-our-templates"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image" Target="../media/image15.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image" Target="../media/image14.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 Id="rId3" Type="http://schemas.openxmlformats.org/officeDocument/2006/relationships/image" Target="../media/image10.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5.xml"/><Relationship Id="rId3" Type="http://schemas.openxmlformats.org/officeDocument/2006/relationships/image" Target="../media/image8.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 Id="rId3" Type="http://schemas.openxmlformats.org/officeDocument/2006/relationships/image" Target="../media/image11.jpg"/><Relationship Id="rId4" Type="http://schemas.openxmlformats.org/officeDocument/2006/relationships/image" Target="../media/image13.jpg"/><Relationship Id="rId5" Type="http://schemas.openxmlformats.org/officeDocument/2006/relationships/image" Target="../media/image9.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xml"/><Relationship Id="rId3" Type="http://schemas.openxmlformats.org/officeDocument/2006/relationships/hyperlink" Target="https://www.freepik.com/free-vector/vintage-map-with-pirate-treasure_1119618.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 Id="rId3" Type="http://schemas.openxmlformats.org/officeDocument/2006/relationships/hyperlink" Target="https://www.freepik.com/free-photo/vintage-desk-concept-with-feather_2068211.htm/?utm_source=slidesgo_template&amp;utm_medium=referral-link&amp;utm_campaign=sg_resources&amp;utm_content=freepik" TargetMode="External"/><Relationship Id="rId4" Type="http://schemas.openxmlformats.org/officeDocument/2006/relationships/hyperlink" Target="https://www.freepik.com/free-photo/fashionable-bearded-senior-man-shirt-salon_4753164.htm/?utm_source=slidesgo_template&amp;utm_medium=referral-link&amp;utm_campaign=sg_resources&amp;utm_content=freepik" TargetMode="External"/><Relationship Id="rId9" Type="http://schemas.openxmlformats.org/officeDocument/2006/relationships/hyperlink" Target="https://www.freepik.com/free-photo/traditional-bavarian-woman-dress_5474605.htm/?utm_source=slidesgo_template&amp;utm_medium=referral-link&amp;utm_campaign=sg_resources&amp;utm_content=freepik" TargetMode="External"/><Relationship Id="rId5" Type="http://schemas.openxmlformats.org/officeDocument/2006/relationships/hyperlink" Target="https://www.freepik.com/free-photo/vintage-desk-concept-with-book_2068216.htm/?utm_source=slidesgo_template&amp;utm_medium=referral-link&amp;utm_campaign=sg_resources&amp;utm_content=freepik" TargetMode="External"/><Relationship Id="rId6" Type="http://schemas.openxmlformats.org/officeDocument/2006/relationships/hyperlink" Target="https://www.freepik.com/free-photo/vintage-desk-concept-with-slate_2068196.htm/?utm_source=slidesgo_template&amp;utm_medium=referral-link&amp;utm_campaign=sg_resources&amp;utm_content=freepik" TargetMode="External"/><Relationship Id="rId7" Type="http://schemas.openxmlformats.org/officeDocument/2006/relationships/hyperlink" Target="https://www.freepik.com/free-photo/vintage-desk-concept-with-old-book_2068224.htm/?utm_source=slidesgo_template&amp;utm_medium=referral-link&amp;utm_campaign=sg_resources&amp;utm_content=freepik" TargetMode="External"/><Relationship Id="rId8" Type="http://schemas.openxmlformats.org/officeDocument/2006/relationships/hyperlink" Target="https://www.freepik.com/free-photo/vintage-desk-travel-concept_2068198.htm/?utm_source=slidesgo_template&amp;utm_medium=referral-link&amp;utm_campaign=sg_resources&amp;utm_content=freepik" TargetMode="External"/><Relationship Id="rId11" Type="http://schemas.openxmlformats.org/officeDocument/2006/relationships/hyperlink" Target="https://www.freepik.com/free-vector/topographic-map-background-design_8870370.htm/?utm_source=slidesgo_template&amp;utm_medium=referral-link&amp;utm_campaign=sg_resources&amp;utm_content=freepik" TargetMode="External"/><Relationship Id="rId10" Type="http://schemas.openxmlformats.org/officeDocument/2006/relationships/hyperlink" Target="https://www.freepik.com/free-vector/vintage-travel-background_1773466.htm/?utm_source=slidesgo_template&amp;utm_medium=referral-link&amp;utm_campaign=sg_resources&amp;utm_content=freepik" TargetMode="External"/><Relationship Id="rId13" Type="http://schemas.openxmlformats.org/officeDocument/2006/relationships/hyperlink" Target="https://www.freepik.com/free-vector/navigation-compass-seamless_1528912.htm#/?utm_source=slidesgo_template&amp;utm_medium=referral-link&amp;utm_campaign=sg_resources&amp;utm_content=freepik" TargetMode="External"/><Relationship Id="rId12" Type="http://schemas.openxmlformats.org/officeDocument/2006/relationships/hyperlink" Target="https://www.freepik.com/free-vector/vintage-compass-collection_1582088.htm#/?utm_source=slidesgo_template&amp;utm_medium=referral-link&amp;utm_campaign=sg_resources&amp;utm_content=freepik" TargetMode="External"/><Relationship Id="rId15" Type="http://schemas.openxmlformats.org/officeDocument/2006/relationships/hyperlink" Target="https://www.freepik.com/free-vector/realistic-old-paper-texture-background_18952696.htm#/?utm_source=slidesgo_template&amp;utm_medium=referral-link&amp;utm_campaign=sg_resources&amp;utm_content=freepik" TargetMode="External"/><Relationship Id="rId14" Type="http://schemas.openxmlformats.org/officeDocument/2006/relationships/hyperlink" Target="https://www.freepik.com/free-vector/old-colored-map_9386675.htm#/?utm_source=slidesgo_template&amp;utm_medium=referral-link&amp;utm_campaign=sg_resources&amp;utm_content=freepik" TargetMode="External"/><Relationship Id="rId16" Type="http://schemas.openxmlformats.org/officeDocument/2006/relationships/hyperlink" Target="https://www.flaticon.com/packs/geography-9?word=geography/?utm_source=slidesgo_template&amp;utm_medium=referral-link&amp;utm_campaign=sg_resources&amp;utm_content=flaticon"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 Id="rId3" Type="http://schemas.openxmlformats.org/officeDocument/2006/relationships/hyperlink" Target="https://fonts.google.com/specimen/Cormorant+Garamond" TargetMode="External"/><Relationship Id="rId4" Type="http://schemas.openxmlformats.org/officeDocument/2006/relationships/hyperlink" Target="https://fonts.google.com/specimen/Open+Sans"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4.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6.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png"/><Relationship Id="rId14" Type="http://schemas.openxmlformats.org/officeDocument/2006/relationships/image" Target="../media/image7.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5.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 Id="rId3" Type="http://schemas.openxmlformats.org/officeDocument/2006/relationships/hyperlink" Target="https://bit.ly/2ZjL1pd"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 Id="rId3" Type="http://schemas.openxmlformats.org/officeDocument/2006/relationships/hyperlink" Target="https://workspace.google.com/marketplace/app/icons_for_slides_docs/381578326502"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 name="Shape 838"/>
        <p:cNvGrpSpPr/>
        <p:nvPr/>
      </p:nvGrpSpPr>
      <p:grpSpPr>
        <a:xfrm>
          <a:off x="0" y="0"/>
          <a:ext cx="0" cy="0"/>
          <a:chOff x="0" y="0"/>
          <a:chExt cx="0" cy="0"/>
        </a:xfrm>
      </p:grpSpPr>
      <p:sp>
        <p:nvSpPr>
          <p:cNvPr id="839" name="Google Shape;839;p35"/>
          <p:cNvSpPr/>
          <p:nvPr/>
        </p:nvSpPr>
        <p:spPr>
          <a:xfrm flipH="1" rot="10800000">
            <a:off x="1021125" y="3382350"/>
            <a:ext cx="5272500" cy="427200"/>
          </a:xfrm>
          <a:prstGeom prst="rect">
            <a:avLst/>
          </a:prstGeom>
          <a:noFill/>
          <a:ln cap="flat" cmpd="sng" w="19050">
            <a:solidFill>
              <a:srgbClr val="FFFBDD"/>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txBox="1"/>
          <p:nvPr>
            <p:ph idx="1" type="subTitle"/>
          </p:nvPr>
        </p:nvSpPr>
        <p:spPr>
          <a:xfrm rot="-431">
            <a:off x="1149625" y="3400085"/>
            <a:ext cx="4791000" cy="40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Hier beginnt deine Präsentation</a:t>
            </a:r>
            <a:endParaRPr/>
          </a:p>
        </p:txBody>
      </p:sp>
      <p:sp>
        <p:nvSpPr>
          <p:cNvPr id="841" name="Google Shape;841;p35"/>
          <p:cNvSpPr txBox="1"/>
          <p:nvPr>
            <p:ph type="ctrTitle"/>
          </p:nvPr>
        </p:nvSpPr>
        <p:spPr>
          <a:xfrm>
            <a:off x="1149625" y="1481200"/>
            <a:ext cx="5662200" cy="174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Newsletter im alten Kartenstil</a:t>
            </a:r>
            <a:endParaRPr/>
          </a:p>
        </p:txBody>
      </p:sp>
      <p:grpSp>
        <p:nvGrpSpPr>
          <p:cNvPr id="842" name="Google Shape;842;p35"/>
          <p:cNvGrpSpPr/>
          <p:nvPr/>
        </p:nvGrpSpPr>
        <p:grpSpPr>
          <a:xfrm>
            <a:off x="6384064" y="3606075"/>
            <a:ext cx="1460293" cy="1476816"/>
            <a:chOff x="3636950" y="4013525"/>
            <a:chExt cx="746800" cy="755250"/>
          </a:xfrm>
        </p:grpSpPr>
        <p:sp>
          <p:nvSpPr>
            <p:cNvPr id="843" name="Google Shape;843;p35"/>
            <p:cNvSpPr/>
            <p:nvPr/>
          </p:nvSpPr>
          <p:spPr>
            <a:xfrm>
              <a:off x="3694900" y="4067825"/>
              <a:ext cx="645075" cy="645025"/>
            </a:xfrm>
            <a:custGeom>
              <a:rect b="b" l="l" r="r" t="t"/>
              <a:pathLst>
                <a:path extrusionOk="0" h="25801" w="25803">
                  <a:moveTo>
                    <a:pt x="12673" y="1895"/>
                  </a:moveTo>
                  <a:lnTo>
                    <a:pt x="12526" y="3078"/>
                  </a:lnTo>
                  <a:cubicBezTo>
                    <a:pt x="11793" y="3106"/>
                    <a:pt x="11080" y="3215"/>
                    <a:pt x="10396" y="3395"/>
                  </a:cubicBezTo>
                  <a:lnTo>
                    <a:pt x="10090" y="2256"/>
                  </a:lnTo>
                  <a:cubicBezTo>
                    <a:pt x="10917" y="2037"/>
                    <a:pt x="11781" y="1914"/>
                    <a:pt x="12673" y="1895"/>
                  </a:cubicBezTo>
                  <a:close/>
                  <a:moveTo>
                    <a:pt x="13137" y="1895"/>
                  </a:moveTo>
                  <a:cubicBezTo>
                    <a:pt x="14026" y="1914"/>
                    <a:pt x="14892" y="2037"/>
                    <a:pt x="15718" y="2256"/>
                  </a:cubicBezTo>
                  <a:lnTo>
                    <a:pt x="15413" y="3395"/>
                  </a:lnTo>
                  <a:cubicBezTo>
                    <a:pt x="14728" y="3215"/>
                    <a:pt x="14015" y="3106"/>
                    <a:pt x="13282" y="3078"/>
                  </a:cubicBezTo>
                  <a:lnTo>
                    <a:pt x="13137" y="1895"/>
                  </a:lnTo>
                  <a:close/>
                  <a:moveTo>
                    <a:pt x="10019" y="2276"/>
                  </a:moveTo>
                  <a:lnTo>
                    <a:pt x="10325" y="3415"/>
                  </a:lnTo>
                  <a:cubicBezTo>
                    <a:pt x="9511" y="3637"/>
                    <a:pt x="8739" y="3959"/>
                    <a:pt x="8022" y="4370"/>
                  </a:cubicBezTo>
                  <a:lnTo>
                    <a:pt x="7433" y="3349"/>
                  </a:lnTo>
                  <a:cubicBezTo>
                    <a:pt x="8237" y="2888"/>
                    <a:pt x="9105" y="2524"/>
                    <a:pt x="10019" y="2276"/>
                  </a:cubicBezTo>
                  <a:close/>
                  <a:moveTo>
                    <a:pt x="15790" y="2276"/>
                  </a:moveTo>
                  <a:cubicBezTo>
                    <a:pt x="16704" y="2524"/>
                    <a:pt x="17571" y="2888"/>
                    <a:pt x="18376" y="3350"/>
                  </a:cubicBezTo>
                  <a:lnTo>
                    <a:pt x="17787" y="4371"/>
                  </a:lnTo>
                  <a:cubicBezTo>
                    <a:pt x="17071" y="3961"/>
                    <a:pt x="16299" y="3637"/>
                    <a:pt x="15485" y="3416"/>
                  </a:cubicBezTo>
                  <a:lnTo>
                    <a:pt x="15790" y="2276"/>
                  </a:lnTo>
                  <a:close/>
                  <a:moveTo>
                    <a:pt x="18440" y="3388"/>
                  </a:moveTo>
                  <a:cubicBezTo>
                    <a:pt x="19251" y="3861"/>
                    <a:pt x="19996" y="4436"/>
                    <a:pt x="20659" y="5094"/>
                  </a:cubicBezTo>
                  <a:cubicBezTo>
                    <a:pt x="20677" y="5111"/>
                    <a:pt x="20695" y="5129"/>
                    <a:pt x="20711" y="5145"/>
                  </a:cubicBezTo>
                  <a:cubicBezTo>
                    <a:pt x="21368" y="5809"/>
                    <a:pt x="21944" y="6553"/>
                    <a:pt x="22417" y="7365"/>
                  </a:cubicBezTo>
                  <a:lnTo>
                    <a:pt x="21395" y="7955"/>
                  </a:lnTo>
                  <a:cubicBezTo>
                    <a:pt x="20974" y="7232"/>
                    <a:pt x="20461" y="6569"/>
                    <a:pt x="19876" y="5979"/>
                  </a:cubicBezTo>
                  <a:cubicBezTo>
                    <a:pt x="19860" y="5960"/>
                    <a:pt x="19841" y="5944"/>
                    <a:pt x="19825" y="5927"/>
                  </a:cubicBezTo>
                  <a:cubicBezTo>
                    <a:pt x="19236" y="5341"/>
                    <a:pt x="18571" y="4829"/>
                    <a:pt x="17849" y="4407"/>
                  </a:cubicBezTo>
                  <a:lnTo>
                    <a:pt x="18440" y="3388"/>
                  </a:lnTo>
                  <a:close/>
                  <a:moveTo>
                    <a:pt x="7369" y="3388"/>
                  </a:moveTo>
                  <a:lnTo>
                    <a:pt x="7958" y="4409"/>
                  </a:lnTo>
                  <a:cubicBezTo>
                    <a:pt x="7236" y="4830"/>
                    <a:pt x="6573" y="5343"/>
                    <a:pt x="5983" y="5928"/>
                  </a:cubicBezTo>
                  <a:cubicBezTo>
                    <a:pt x="5964" y="5945"/>
                    <a:pt x="5948" y="5963"/>
                    <a:pt x="5931" y="5980"/>
                  </a:cubicBezTo>
                  <a:cubicBezTo>
                    <a:pt x="5345" y="6569"/>
                    <a:pt x="4833" y="7233"/>
                    <a:pt x="4411" y="7956"/>
                  </a:cubicBezTo>
                  <a:lnTo>
                    <a:pt x="3390" y="7366"/>
                  </a:lnTo>
                  <a:cubicBezTo>
                    <a:pt x="3864" y="6553"/>
                    <a:pt x="4439" y="5809"/>
                    <a:pt x="5097" y="5145"/>
                  </a:cubicBezTo>
                  <a:cubicBezTo>
                    <a:pt x="5115" y="5128"/>
                    <a:pt x="5133" y="5111"/>
                    <a:pt x="5149" y="5094"/>
                  </a:cubicBezTo>
                  <a:cubicBezTo>
                    <a:pt x="5812" y="4436"/>
                    <a:pt x="6557" y="3861"/>
                    <a:pt x="7369" y="3388"/>
                  </a:cubicBezTo>
                  <a:close/>
                  <a:moveTo>
                    <a:pt x="12108" y="6481"/>
                  </a:moveTo>
                  <a:lnTo>
                    <a:pt x="11932" y="7915"/>
                  </a:lnTo>
                  <a:cubicBezTo>
                    <a:pt x="11713" y="7959"/>
                    <a:pt x="11498" y="8015"/>
                    <a:pt x="11290" y="8086"/>
                  </a:cubicBezTo>
                  <a:cubicBezTo>
                    <a:pt x="11066" y="8161"/>
                    <a:pt x="10848" y="8251"/>
                    <a:pt x="10641" y="8356"/>
                  </a:cubicBezTo>
                  <a:cubicBezTo>
                    <a:pt x="10481" y="8435"/>
                    <a:pt x="10325" y="8524"/>
                    <a:pt x="10175" y="8620"/>
                  </a:cubicBezTo>
                  <a:lnTo>
                    <a:pt x="8857" y="7858"/>
                  </a:lnTo>
                  <a:cubicBezTo>
                    <a:pt x="9285" y="7513"/>
                    <a:pt x="9758" y="7223"/>
                    <a:pt x="10264" y="6996"/>
                  </a:cubicBezTo>
                  <a:cubicBezTo>
                    <a:pt x="10373" y="6948"/>
                    <a:pt x="10483" y="6901"/>
                    <a:pt x="10596" y="6858"/>
                  </a:cubicBezTo>
                  <a:cubicBezTo>
                    <a:pt x="11075" y="6674"/>
                    <a:pt x="11582" y="6546"/>
                    <a:pt x="12108" y="6481"/>
                  </a:cubicBezTo>
                  <a:close/>
                  <a:moveTo>
                    <a:pt x="13700" y="6481"/>
                  </a:moveTo>
                  <a:lnTo>
                    <a:pt x="13700" y="6481"/>
                  </a:lnTo>
                  <a:cubicBezTo>
                    <a:pt x="14226" y="6546"/>
                    <a:pt x="14733" y="6673"/>
                    <a:pt x="15213" y="6858"/>
                  </a:cubicBezTo>
                  <a:cubicBezTo>
                    <a:pt x="15325" y="6900"/>
                    <a:pt x="15435" y="6948"/>
                    <a:pt x="15544" y="6996"/>
                  </a:cubicBezTo>
                  <a:cubicBezTo>
                    <a:pt x="16052" y="7223"/>
                    <a:pt x="16523" y="7513"/>
                    <a:pt x="16951" y="7858"/>
                  </a:cubicBezTo>
                  <a:lnTo>
                    <a:pt x="15634" y="8620"/>
                  </a:lnTo>
                  <a:cubicBezTo>
                    <a:pt x="15484" y="8523"/>
                    <a:pt x="15327" y="8435"/>
                    <a:pt x="15167" y="8356"/>
                  </a:cubicBezTo>
                  <a:cubicBezTo>
                    <a:pt x="14959" y="8251"/>
                    <a:pt x="14742" y="8161"/>
                    <a:pt x="14519" y="8086"/>
                  </a:cubicBezTo>
                  <a:cubicBezTo>
                    <a:pt x="14310" y="8015"/>
                    <a:pt x="14096" y="7959"/>
                    <a:pt x="13877" y="7915"/>
                  </a:cubicBezTo>
                  <a:lnTo>
                    <a:pt x="13700" y="6481"/>
                  </a:lnTo>
                  <a:close/>
                  <a:moveTo>
                    <a:pt x="11923" y="8000"/>
                  </a:moveTo>
                  <a:lnTo>
                    <a:pt x="11874" y="8399"/>
                  </a:lnTo>
                  <a:cubicBezTo>
                    <a:pt x="11754" y="8426"/>
                    <a:pt x="11637" y="8457"/>
                    <a:pt x="11520" y="8493"/>
                  </a:cubicBezTo>
                  <a:cubicBezTo>
                    <a:pt x="11259" y="8576"/>
                    <a:pt x="11006" y="8682"/>
                    <a:pt x="10766" y="8808"/>
                  </a:cubicBezTo>
                  <a:cubicBezTo>
                    <a:pt x="10719" y="8833"/>
                    <a:pt x="10674" y="8857"/>
                    <a:pt x="10630" y="8883"/>
                  </a:cubicBezTo>
                  <a:lnTo>
                    <a:pt x="10253" y="8665"/>
                  </a:lnTo>
                  <a:cubicBezTo>
                    <a:pt x="10385" y="8581"/>
                    <a:pt x="10522" y="8506"/>
                    <a:pt x="10663" y="8434"/>
                  </a:cubicBezTo>
                  <a:cubicBezTo>
                    <a:pt x="10877" y="8326"/>
                    <a:pt x="11100" y="8233"/>
                    <a:pt x="11331" y="8157"/>
                  </a:cubicBezTo>
                  <a:cubicBezTo>
                    <a:pt x="11523" y="8093"/>
                    <a:pt x="11720" y="8039"/>
                    <a:pt x="11923" y="8000"/>
                  </a:cubicBezTo>
                  <a:close/>
                  <a:moveTo>
                    <a:pt x="13887" y="8000"/>
                  </a:moveTo>
                  <a:lnTo>
                    <a:pt x="13887" y="8000"/>
                  </a:lnTo>
                  <a:cubicBezTo>
                    <a:pt x="14088" y="8039"/>
                    <a:pt x="14285" y="8093"/>
                    <a:pt x="14478" y="8157"/>
                  </a:cubicBezTo>
                  <a:cubicBezTo>
                    <a:pt x="14708" y="8233"/>
                    <a:pt x="14932" y="8326"/>
                    <a:pt x="15146" y="8434"/>
                  </a:cubicBezTo>
                  <a:cubicBezTo>
                    <a:pt x="15286" y="8506"/>
                    <a:pt x="15423" y="8583"/>
                    <a:pt x="15556" y="8665"/>
                  </a:cubicBezTo>
                  <a:lnTo>
                    <a:pt x="15180" y="8883"/>
                  </a:lnTo>
                  <a:cubicBezTo>
                    <a:pt x="15134" y="8857"/>
                    <a:pt x="15089" y="8833"/>
                    <a:pt x="15043" y="8808"/>
                  </a:cubicBezTo>
                  <a:cubicBezTo>
                    <a:pt x="14803" y="8682"/>
                    <a:pt x="14551" y="8576"/>
                    <a:pt x="14288" y="8493"/>
                  </a:cubicBezTo>
                  <a:cubicBezTo>
                    <a:pt x="14174" y="8457"/>
                    <a:pt x="14055" y="8426"/>
                    <a:pt x="13936" y="8399"/>
                  </a:cubicBezTo>
                  <a:lnTo>
                    <a:pt x="13887" y="8000"/>
                  </a:lnTo>
                  <a:close/>
                  <a:moveTo>
                    <a:pt x="13966" y="8652"/>
                  </a:moveTo>
                  <a:cubicBezTo>
                    <a:pt x="14035" y="8671"/>
                    <a:pt x="14100" y="8688"/>
                    <a:pt x="14166" y="8708"/>
                  </a:cubicBezTo>
                  <a:cubicBezTo>
                    <a:pt x="14434" y="8789"/>
                    <a:pt x="14691" y="8895"/>
                    <a:pt x="14935" y="9022"/>
                  </a:cubicBezTo>
                  <a:lnTo>
                    <a:pt x="14074" y="9520"/>
                  </a:lnTo>
                  <a:lnTo>
                    <a:pt x="14008" y="8986"/>
                  </a:lnTo>
                  <a:lnTo>
                    <a:pt x="13966" y="8652"/>
                  </a:lnTo>
                  <a:close/>
                  <a:moveTo>
                    <a:pt x="11842" y="8653"/>
                  </a:moveTo>
                  <a:lnTo>
                    <a:pt x="11801" y="8987"/>
                  </a:lnTo>
                  <a:lnTo>
                    <a:pt x="11735" y="9522"/>
                  </a:lnTo>
                  <a:lnTo>
                    <a:pt x="10873" y="9023"/>
                  </a:lnTo>
                  <a:cubicBezTo>
                    <a:pt x="11117" y="8895"/>
                    <a:pt x="11375" y="8788"/>
                    <a:pt x="11643" y="8708"/>
                  </a:cubicBezTo>
                  <a:cubicBezTo>
                    <a:pt x="11708" y="8688"/>
                    <a:pt x="11775" y="8671"/>
                    <a:pt x="11842" y="8653"/>
                  </a:cubicBezTo>
                  <a:close/>
                  <a:moveTo>
                    <a:pt x="12984" y="1317"/>
                  </a:moveTo>
                  <a:lnTo>
                    <a:pt x="13046" y="1823"/>
                  </a:lnTo>
                  <a:lnTo>
                    <a:pt x="13055" y="1898"/>
                  </a:lnTo>
                  <a:lnTo>
                    <a:pt x="13201" y="3081"/>
                  </a:lnTo>
                  <a:lnTo>
                    <a:pt x="13210" y="3154"/>
                  </a:lnTo>
                  <a:lnTo>
                    <a:pt x="13598" y="6310"/>
                  </a:lnTo>
                  <a:lnTo>
                    <a:pt x="13608" y="6393"/>
                  </a:lnTo>
                  <a:lnTo>
                    <a:pt x="13619" y="6475"/>
                  </a:lnTo>
                  <a:lnTo>
                    <a:pt x="13794" y="7905"/>
                  </a:lnTo>
                  <a:lnTo>
                    <a:pt x="13804" y="7989"/>
                  </a:lnTo>
                  <a:lnTo>
                    <a:pt x="13854" y="8385"/>
                  </a:lnTo>
                  <a:lnTo>
                    <a:pt x="13885" y="8640"/>
                  </a:lnTo>
                  <a:lnTo>
                    <a:pt x="13943" y="9110"/>
                  </a:lnTo>
                  <a:lnTo>
                    <a:pt x="13999" y="9570"/>
                  </a:lnTo>
                  <a:lnTo>
                    <a:pt x="13527" y="9843"/>
                  </a:lnTo>
                  <a:lnTo>
                    <a:pt x="13029" y="10132"/>
                  </a:lnTo>
                  <a:cubicBezTo>
                    <a:pt x="13014" y="10132"/>
                    <a:pt x="13000" y="10131"/>
                    <a:pt x="12985" y="10131"/>
                  </a:cubicBezTo>
                  <a:lnTo>
                    <a:pt x="12985" y="8524"/>
                  </a:lnTo>
                  <a:lnTo>
                    <a:pt x="12984" y="8524"/>
                  </a:lnTo>
                  <a:lnTo>
                    <a:pt x="12984" y="8284"/>
                  </a:lnTo>
                  <a:lnTo>
                    <a:pt x="12984" y="7904"/>
                  </a:lnTo>
                  <a:lnTo>
                    <a:pt x="12984" y="7825"/>
                  </a:lnTo>
                  <a:lnTo>
                    <a:pt x="12984" y="6434"/>
                  </a:lnTo>
                  <a:lnTo>
                    <a:pt x="12984" y="6354"/>
                  </a:lnTo>
                  <a:lnTo>
                    <a:pt x="12984" y="6274"/>
                  </a:lnTo>
                  <a:lnTo>
                    <a:pt x="12984" y="3148"/>
                  </a:lnTo>
                  <a:lnTo>
                    <a:pt x="12984" y="3074"/>
                  </a:lnTo>
                  <a:lnTo>
                    <a:pt x="12984" y="1895"/>
                  </a:lnTo>
                  <a:lnTo>
                    <a:pt x="12984" y="1822"/>
                  </a:lnTo>
                  <a:lnTo>
                    <a:pt x="12984" y="1317"/>
                  </a:lnTo>
                  <a:close/>
                  <a:moveTo>
                    <a:pt x="3353" y="7429"/>
                  </a:moveTo>
                  <a:lnTo>
                    <a:pt x="4374" y="8019"/>
                  </a:lnTo>
                  <a:cubicBezTo>
                    <a:pt x="3963" y="8735"/>
                    <a:pt x="3640" y="9507"/>
                    <a:pt x="3419" y="10321"/>
                  </a:cubicBezTo>
                  <a:lnTo>
                    <a:pt x="2280" y="10015"/>
                  </a:lnTo>
                  <a:cubicBezTo>
                    <a:pt x="2527" y="9101"/>
                    <a:pt x="2892" y="8233"/>
                    <a:pt x="3353" y="7429"/>
                  </a:cubicBezTo>
                  <a:close/>
                  <a:moveTo>
                    <a:pt x="22456" y="7429"/>
                  </a:moveTo>
                  <a:cubicBezTo>
                    <a:pt x="22918" y="8233"/>
                    <a:pt x="23281" y="9101"/>
                    <a:pt x="23529" y="10015"/>
                  </a:cubicBezTo>
                  <a:lnTo>
                    <a:pt x="22390" y="10321"/>
                  </a:lnTo>
                  <a:cubicBezTo>
                    <a:pt x="22168" y="9507"/>
                    <a:pt x="21846" y="8735"/>
                    <a:pt x="21434" y="8019"/>
                  </a:cubicBezTo>
                  <a:lnTo>
                    <a:pt x="22456" y="7429"/>
                  </a:lnTo>
                  <a:close/>
                  <a:moveTo>
                    <a:pt x="6985" y="6868"/>
                  </a:moveTo>
                  <a:lnTo>
                    <a:pt x="8642" y="7827"/>
                  </a:lnTo>
                  <a:lnTo>
                    <a:pt x="8713" y="7868"/>
                  </a:lnTo>
                  <a:lnTo>
                    <a:pt x="8789" y="7911"/>
                  </a:lnTo>
                  <a:lnTo>
                    <a:pt x="10099" y="8669"/>
                  </a:lnTo>
                  <a:lnTo>
                    <a:pt x="10178" y="8714"/>
                  </a:lnTo>
                  <a:lnTo>
                    <a:pt x="10549" y="8930"/>
                  </a:lnTo>
                  <a:lnTo>
                    <a:pt x="10791" y="9069"/>
                  </a:lnTo>
                  <a:lnTo>
                    <a:pt x="10848" y="9102"/>
                  </a:lnTo>
                  <a:lnTo>
                    <a:pt x="11724" y="9608"/>
                  </a:lnTo>
                  <a:lnTo>
                    <a:pt x="11762" y="9631"/>
                  </a:lnTo>
                  <a:lnTo>
                    <a:pt x="11799" y="9653"/>
                  </a:lnTo>
                  <a:lnTo>
                    <a:pt x="12359" y="9977"/>
                  </a:lnTo>
                  <a:lnTo>
                    <a:pt x="12638" y="10138"/>
                  </a:lnTo>
                  <a:cubicBezTo>
                    <a:pt x="12578" y="10143"/>
                    <a:pt x="12520" y="10151"/>
                    <a:pt x="12463" y="10159"/>
                  </a:cubicBezTo>
                  <a:cubicBezTo>
                    <a:pt x="12197" y="10203"/>
                    <a:pt x="11943" y="10282"/>
                    <a:pt x="11709" y="10396"/>
                  </a:cubicBezTo>
                  <a:cubicBezTo>
                    <a:pt x="11694" y="10402"/>
                    <a:pt x="11680" y="10410"/>
                    <a:pt x="11667" y="10417"/>
                  </a:cubicBezTo>
                  <a:cubicBezTo>
                    <a:pt x="11652" y="10426"/>
                    <a:pt x="11638" y="10432"/>
                    <a:pt x="11623" y="10440"/>
                  </a:cubicBezTo>
                  <a:cubicBezTo>
                    <a:pt x="11504" y="10503"/>
                    <a:pt x="11389" y="10574"/>
                    <a:pt x="11280" y="10653"/>
                  </a:cubicBezTo>
                  <a:cubicBezTo>
                    <a:pt x="11181" y="10724"/>
                    <a:pt x="11088" y="10801"/>
                    <a:pt x="11000" y="10884"/>
                  </a:cubicBezTo>
                  <a:lnTo>
                    <a:pt x="9867" y="9751"/>
                  </a:lnTo>
                  <a:lnTo>
                    <a:pt x="9697" y="9581"/>
                  </a:lnTo>
                  <a:lnTo>
                    <a:pt x="9429" y="9312"/>
                  </a:lnTo>
                  <a:lnTo>
                    <a:pt x="9372" y="9256"/>
                  </a:lnTo>
                  <a:lnTo>
                    <a:pt x="8389" y="8273"/>
                  </a:lnTo>
                  <a:lnTo>
                    <a:pt x="8330" y="8214"/>
                  </a:lnTo>
                  <a:lnTo>
                    <a:pt x="8275" y="8160"/>
                  </a:lnTo>
                  <a:lnTo>
                    <a:pt x="6985" y="6868"/>
                  </a:lnTo>
                  <a:close/>
                  <a:moveTo>
                    <a:pt x="9027" y="10869"/>
                  </a:moveTo>
                  <a:lnTo>
                    <a:pt x="9526" y="11731"/>
                  </a:lnTo>
                  <a:lnTo>
                    <a:pt x="8991" y="11797"/>
                  </a:lnTo>
                  <a:lnTo>
                    <a:pt x="8657" y="11838"/>
                  </a:lnTo>
                  <a:cubicBezTo>
                    <a:pt x="8672" y="11771"/>
                    <a:pt x="8692" y="11705"/>
                    <a:pt x="8712" y="11639"/>
                  </a:cubicBezTo>
                  <a:cubicBezTo>
                    <a:pt x="8793" y="11371"/>
                    <a:pt x="8898" y="11114"/>
                    <a:pt x="9027" y="10869"/>
                  </a:cubicBezTo>
                  <a:close/>
                  <a:moveTo>
                    <a:pt x="16781" y="10869"/>
                  </a:moveTo>
                  <a:cubicBezTo>
                    <a:pt x="16909" y="11113"/>
                    <a:pt x="17016" y="11371"/>
                    <a:pt x="17096" y="11639"/>
                  </a:cubicBezTo>
                  <a:cubicBezTo>
                    <a:pt x="17115" y="11705"/>
                    <a:pt x="17135" y="11771"/>
                    <a:pt x="17151" y="11838"/>
                  </a:cubicBezTo>
                  <a:lnTo>
                    <a:pt x="16817" y="11797"/>
                  </a:lnTo>
                  <a:lnTo>
                    <a:pt x="16284" y="11731"/>
                  </a:lnTo>
                  <a:lnTo>
                    <a:pt x="16781" y="10869"/>
                  </a:lnTo>
                  <a:close/>
                  <a:moveTo>
                    <a:pt x="8667" y="10249"/>
                  </a:moveTo>
                  <a:lnTo>
                    <a:pt x="8885" y="10626"/>
                  </a:lnTo>
                  <a:cubicBezTo>
                    <a:pt x="8859" y="10670"/>
                    <a:pt x="8835" y="10716"/>
                    <a:pt x="8811" y="10762"/>
                  </a:cubicBezTo>
                  <a:cubicBezTo>
                    <a:pt x="8684" y="11002"/>
                    <a:pt x="8579" y="11253"/>
                    <a:pt x="8496" y="11516"/>
                  </a:cubicBezTo>
                  <a:cubicBezTo>
                    <a:pt x="8460" y="11632"/>
                    <a:pt x="8429" y="11750"/>
                    <a:pt x="8402" y="11869"/>
                  </a:cubicBezTo>
                  <a:lnTo>
                    <a:pt x="8002" y="11918"/>
                  </a:lnTo>
                  <a:cubicBezTo>
                    <a:pt x="8042" y="11716"/>
                    <a:pt x="8097" y="11519"/>
                    <a:pt x="8160" y="11327"/>
                  </a:cubicBezTo>
                  <a:cubicBezTo>
                    <a:pt x="8236" y="11096"/>
                    <a:pt x="8329" y="10872"/>
                    <a:pt x="8437" y="10659"/>
                  </a:cubicBezTo>
                  <a:cubicBezTo>
                    <a:pt x="8507" y="10519"/>
                    <a:pt x="8585" y="10381"/>
                    <a:pt x="8667" y="10249"/>
                  </a:cubicBezTo>
                  <a:close/>
                  <a:moveTo>
                    <a:pt x="17141" y="10250"/>
                  </a:moveTo>
                  <a:cubicBezTo>
                    <a:pt x="17225" y="10382"/>
                    <a:pt x="17301" y="10520"/>
                    <a:pt x="17371" y="10660"/>
                  </a:cubicBezTo>
                  <a:cubicBezTo>
                    <a:pt x="17480" y="10874"/>
                    <a:pt x="17573" y="11097"/>
                    <a:pt x="17649" y="11328"/>
                  </a:cubicBezTo>
                  <a:cubicBezTo>
                    <a:pt x="17714" y="11520"/>
                    <a:pt x="17766" y="11717"/>
                    <a:pt x="17807" y="11920"/>
                  </a:cubicBezTo>
                  <a:lnTo>
                    <a:pt x="17406" y="11871"/>
                  </a:lnTo>
                  <a:cubicBezTo>
                    <a:pt x="17379" y="11752"/>
                    <a:pt x="17349" y="11634"/>
                    <a:pt x="17312" y="11519"/>
                  </a:cubicBezTo>
                  <a:cubicBezTo>
                    <a:pt x="17230" y="11255"/>
                    <a:pt x="17123" y="11003"/>
                    <a:pt x="16998" y="10763"/>
                  </a:cubicBezTo>
                  <a:cubicBezTo>
                    <a:pt x="16973" y="10717"/>
                    <a:pt x="16949" y="10672"/>
                    <a:pt x="16923" y="10627"/>
                  </a:cubicBezTo>
                  <a:lnTo>
                    <a:pt x="17141" y="10250"/>
                  </a:lnTo>
                  <a:close/>
                  <a:moveTo>
                    <a:pt x="7860" y="8853"/>
                  </a:moveTo>
                  <a:lnTo>
                    <a:pt x="8623" y="10172"/>
                  </a:lnTo>
                  <a:cubicBezTo>
                    <a:pt x="8527" y="10321"/>
                    <a:pt x="8438" y="10477"/>
                    <a:pt x="8358" y="10637"/>
                  </a:cubicBezTo>
                  <a:cubicBezTo>
                    <a:pt x="8254" y="10846"/>
                    <a:pt x="8164" y="11062"/>
                    <a:pt x="8088" y="11285"/>
                  </a:cubicBezTo>
                  <a:cubicBezTo>
                    <a:pt x="8019" y="11495"/>
                    <a:pt x="7961" y="11708"/>
                    <a:pt x="7918" y="11928"/>
                  </a:cubicBezTo>
                  <a:lnTo>
                    <a:pt x="6484" y="12104"/>
                  </a:lnTo>
                  <a:cubicBezTo>
                    <a:pt x="6550" y="11578"/>
                    <a:pt x="6678" y="11072"/>
                    <a:pt x="6861" y="10592"/>
                  </a:cubicBezTo>
                  <a:cubicBezTo>
                    <a:pt x="6903" y="10479"/>
                    <a:pt x="6949" y="10370"/>
                    <a:pt x="6999" y="10261"/>
                  </a:cubicBezTo>
                  <a:cubicBezTo>
                    <a:pt x="7226" y="9754"/>
                    <a:pt x="7516" y="9281"/>
                    <a:pt x="7860" y="8853"/>
                  </a:cubicBezTo>
                  <a:close/>
                  <a:moveTo>
                    <a:pt x="17948" y="8854"/>
                  </a:moveTo>
                  <a:cubicBezTo>
                    <a:pt x="18293" y="9282"/>
                    <a:pt x="18582" y="9755"/>
                    <a:pt x="18809" y="10262"/>
                  </a:cubicBezTo>
                  <a:cubicBezTo>
                    <a:pt x="18859" y="10370"/>
                    <a:pt x="18905" y="10481"/>
                    <a:pt x="18948" y="10593"/>
                  </a:cubicBezTo>
                  <a:cubicBezTo>
                    <a:pt x="19132" y="11073"/>
                    <a:pt x="19260" y="11580"/>
                    <a:pt x="19324" y="12106"/>
                  </a:cubicBezTo>
                  <a:lnTo>
                    <a:pt x="17890" y="11929"/>
                  </a:lnTo>
                  <a:cubicBezTo>
                    <a:pt x="17847" y="11709"/>
                    <a:pt x="17790" y="11495"/>
                    <a:pt x="17720" y="11287"/>
                  </a:cubicBezTo>
                  <a:cubicBezTo>
                    <a:pt x="17646" y="11064"/>
                    <a:pt x="17555" y="10846"/>
                    <a:pt x="17451" y="10638"/>
                  </a:cubicBezTo>
                  <a:cubicBezTo>
                    <a:pt x="17370" y="10478"/>
                    <a:pt x="17281" y="10322"/>
                    <a:pt x="17187" y="10173"/>
                  </a:cubicBezTo>
                  <a:lnTo>
                    <a:pt x="17948" y="8854"/>
                  </a:lnTo>
                  <a:close/>
                  <a:moveTo>
                    <a:pt x="13292" y="3152"/>
                  </a:moveTo>
                  <a:cubicBezTo>
                    <a:pt x="14015" y="3180"/>
                    <a:pt x="14719" y="3287"/>
                    <a:pt x="15393" y="3465"/>
                  </a:cubicBezTo>
                  <a:cubicBezTo>
                    <a:pt x="15417" y="3472"/>
                    <a:pt x="15441" y="3478"/>
                    <a:pt x="15465" y="3484"/>
                  </a:cubicBezTo>
                  <a:cubicBezTo>
                    <a:pt x="16271" y="3705"/>
                    <a:pt x="17039" y="4025"/>
                    <a:pt x="17749" y="4433"/>
                  </a:cubicBezTo>
                  <a:cubicBezTo>
                    <a:pt x="17771" y="4446"/>
                    <a:pt x="17791" y="4458"/>
                    <a:pt x="17812" y="4471"/>
                  </a:cubicBezTo>
                  <a:cubicBezTo>
                    <a:pt x="18529" y="4890"/>
                    <a:pt x="19186" y="5397"/>
                    <a:pt x="19772" y="5979"/>
                  </a:cubicBezTo>
                  <a:cubicBezTo>
                    <a:pt x="19790" y="5995"/>
                    <a:pt x="19806" y="6014"/>
                    <a:pt x="19824" y="6030"/>
                  </a:cubicBezTo>
                  <a:cubicBezTo>
                    <a:pt x="20405" y="6615"/>
                    <a:pt x="20912" y="7275"/>
                    <a:pt x="21331" y="7991"/>
                  </a:cubicBezTo>
                  <a:cubicBezTo>
                    <a:pt x="21343" y="8011"/>
                    <a:pt x="21356" y="8033"/>
                    <a:pt x="21368" y="8054"/>
                  </a:cubicBezTo>
                  <a:cubicBezTo>
                    <a:pt x="21776" y="8765"/>
                    <a:pt x="22097" y="9530"/>
                    <a:pt x="22317" y="10338"/>
                  </a:cubicBezTo>
                  <a:cubicBezTo>
                    <a:pt x="22324" y="10361"/>
                    <a:pt x="22331" y="10385"/>
                    <a:pt x="22337" y="10409"/>
                  </a:cubicBezTo>
                  <a:cubicBezTo>
                    <a:pt x="22515" y="11085"/>
                    <a:pt x="22622" y="11788"/>
                    <a:pt x="22651" y="12511"/>
                  </a:cubicBezTo>
                  <a:lnTo>
                    <a:pt x="19486" y="12123"/>
                  </a:lnTo>
                  <a:cubicBezTo>
                    <a:pt x="19422" y="11563"/>
                    <a:pt x="19286" y="11023"/>
                    <a:pt x="19088" y="10512"/>
                  </a:cubicBezTo>
                  <a:lnTo>
                    <a:pt x="20228" y="9867"/>
                  </a:lnTo>
                  <a:lnTo>
                    <a:pt x="18966" y="10216"/>
                  </a:lnTo>
                  <a:cubicBezTo>
                    <a:pt x="18722" y="9669"/>
                    <a:pt x="18409" y="9161"/>
                    <a:pt x="18034" y="8704"/>
                  </a:cubicBezTo>
                  <a:lnTo>
                    <a:pt x="19313" y="6492"/>
                  </a:lnTo>
                  <a:lnTo>
                    <a:pt x="17101" y="7771"/>
                  </a:lnTo>
                  <a:cubicBezTo>
                    <a:pt x="16643" y="7396"/>
                    <a:pt x="16135" y="7083"/>
                    <a:pt x="15588" y="6839"/>
                  </a:cubicBezTo>
                  <a:lnTo>
                    <a:pt x="15938" y="5576"/>
                  </a:lnTo>
                  <a:lnTo>
                    <a:pt x="15293" y="6716"/>
                  </a:lnTo>
                  <a:cubicBezTo>
                    <a:pt x="14783" y="6519"/>
                    <a:pt x="14242" y="6382"/>
                    <a:pt x="13680" y="6316"/>
                  </a:cubicBezTo>
                  <a:lnTo>
                    <a:pt x="13292" y="3152"/>
                  </a:lnTo>
                  <a:close/>
                  <a:moveTo>
                    <a:pt x="12515" y="3154"/>
                  </a:moveTo>
                  <a:lnTo>
                    <a:pt x="12127" y="6319"/>
                  </a:lnTo>
                  <a:cubicBezTo>
                    <a:pt x="11567" y="6382"/>
                    <a:pt x="11027" y="6519"/>
                    <a:pt x="10516" y="6716"/>
                  </a:cubicBezTo>
                  <a:lnTo>
                    <a:pt x="9871" y="5576"/>
                  </a:lnTo>
                  <a:lnTo>
                    <a:pt x="10220" y="6839"/>
                  </a:lnTo>
                  <a:cubicBezTo>
                    <a:pt x="9673" y="7083"/>
                    <a:pt x="9165" y="7396"/>
                    <a:pt x="8708" y="7771"/>
                  </a:cubicBezTo>
                  <a:lnTo>
                    <a:pt x="6495" y="6492"/>
                  </a:lnTo>
                  <a:lnTo>
                    <a:pt x="6495" y="6492"/>
                  </a:lnTo>
                  <a:lnTo>
                    <a:pt x="7775" y="8704"/>
                  </a:lnTo>
                  <a:cubicBezTo>
                    <a:pt x="7399" y="9162"/>
                    <a:pt x="7087" y="9669"/>
                    <a:pt x="6843" y="10216"/>
                  </a:cubicBezTo>
                  <a:lnTo>
                    <a:pt x="5580" y="9866"/>
                  </a:lnTo>
                  <a:lnTo>
                    <a:pt x="6720" y="10511"/>
                  </a:lnTo>
                  <a:cubicBezTo>
                    <a:pt x="6522" y="11022"/>
                    <a:pt x="6386" y="11563"/>
                    <a:pt x="6320" y="12125"/>
                  </a:cubicBezTo>
                  <a:lnTo>
                    <a:pt x="3156" y="12513"/>
                  </a:lnTo>
                  <a:cubicBezTo>
                    <a:pt x="3184" y="11790"/>
                    <a:pt x="3291" y="11086"/>
                    <a:pt x="3469" y="10411"/>
                  </a:cubicBezTo>
                  <a:cubicBezTo>
                    <a:pt x="3476" y="10387"/>
                    <a:pt x="3482" y="10364"/>
                    <a:pt x="3488" y="10340"/>
                  </a:cubicBezTo>
                  <a:cubicBezTo>
                    <a:pt x="3709" y="9533"/>
                    <a:pt x="4029" y="8766"/>
                    <a:pt x="4437" y="8056"/>
                  </a:cubicBezTo>
                  <a:cubicBezTo>
                    <a:pt x="4449" y="8034"/>
                    <a:pt x="4462" y="8013"/>
                    <a:pt x="4475" y="7993"/>
                  </a:cubicBezTo>
                  <a:cubicBezTo>
                    <a:pt x="4894" y="7277"/>
                    <a:pt x="5401" y="6618"/>
                    <a:pt x="5983" y="6032"/>
                  </a:cubicBezTo>
                  <a:cubicBezTo>
                    <a:pt x="5999" y="6015"/>
                    <a:pt x="6018" y="5997"/>
                    <a:pt x="6034" y="5981"/>
                  </a:cubicBezTo>
                  <a:cubicBezTo>
                    <a:pt x="6619" y="5399"/>
                    <a:pt x="7279" y="4892"/>
                    <a:pt x="7995" y="4473"/>
                  </a:cubicBezTo>
                  <a:cubicBezTo>
                    <a:pt x="8015" y="4460"/>
                    <a:pt x="8037" y="4449"/>
                    <a:pt x="8058" y="4436"/>
                  </a:cubicBezTo>
                  <a:cubicBezTo>
                    <a:pt x="8768" y="4029"/>
                    <a:pt x="9534" y="3707"/>
                    <a:pt x="10342" y="3487"/>
                  </a:cubicBezTo>
                  <a:cubicBezTo>
                    <a:pt x="10365" y="3480"/>
                    <a:pt x="10389" y="3474"/>
                    <a:pt x="10413" y="3467"/>
                  </a:cubicBezTo>
                  <a:cubicBezTo>
                    <a:pt x="11088" y="3289"/>
                    <a:pt x="11791" y="3183"/>
                    <a:pt x="12515" y="3154"/>
                  </a:cubicBezTo>
                  <a:close/>
                  <a:moveTo>
                    <a:pt x="18937" y="6984"/>
                  </a:moveTo>
                  <a:lnTo>
                    <a:pt x="17979" y="8641"/>
                  </a:lnTo>
                  <a:lnTo>
                    <a:pt x="17938" y="8712"/>
                  </a:lnTo>
                  <a:lnTo>
                    <a:pt x="17894" y="8787"/>
                  </a:lnTo>
                  <a:lnTo>
                    <a:pt x="17137" y="10098"/>
                  </a:lnTo>
                  <a:lnTo>
                    <a:pt x="17092" y="10177"/>
                  </a:lnTo>
                  <a:lnTo>
                    <a:pt x="16877" y="10548"/>
                  </a:lnTo>
                  <a:lnTo>
                    <a:pt x="16738" y="10789"/>
                  </a:lnTo>
                  <a:lnTo>
                    <a:pt x="16704" y="10848"/>
                  </a:lnTo>
                  <a:lnTo>
                    <a:pt x="16197" y="11723"/>
                  </a:lnTo>
                  <a:lnTo>
                    <a:pt x="16175" y="11761"/>
                  </a:lnTo>
                  <a:lnTo>
                    <a:pt x="16153" y="11798"/>
                  </a:lnTo>
                  <a:lnTo>
                    <a:pt x="15830" y="12357"/>
                  </a:lnTo>
                  <a:lnTo>
                    <a:pt x="15668" y="12636"/>
                  </a:lnTo>
                  <a:cubicBezTo>
                    <a:pt x="15663" y="12576"/>
                    <a:pt x="15655" y="12517"/>
                    <a:pt x="15646" y="12460"/>
                  </a:cubicBezTo>
                  <a:cubicBezTo>
                    <a:pt x="15604" y="12195"/>
                    <a:pt x="15523" y="11941"/>
                    <a:pt x="15410" y="11706"/>
                  </a:cubicBezTo>
                  <a:cubicBezTo>
                    <a:pt x="15404" y="11692"/>
                    <a:pt x="15395" y="11678"/>
                    <a:pt x="15388" y="11664"/>
                  </a:cubicBezTo>
                  <a:cubicBezTo>
                    <a:pt x="15381" y="11649"/>
                    <a:pt x="15374" y="11635"/>
                    <a:pt x="15367" y="11621"/>
                  </a:cubicBezTo>
                  <a:cubicBezTo>
                    <a:pt x="15304" y="11501"/>
                    <a:pt x="15232" y="11386"/>
                    <a:pt x="15154" y="11277"/>
                  </a:cubicBezTo>
                  <a:cubicBezTo>
                    <a:pt x="15083" y="11179"/>
                    <a:pt x="15005" y="11086"/>
                    <a:pt x="14923" y="10998"/>
                  </a:cubicBezTo>
                  <a:lnTo>
                    <a:pt x="16055" y="9865"/>
                  </a:lnTo>
                  <a:lnTo>
                    <a:pt x="16225" y="9695"/>
                  </a:lnTo>
                  <a:lnTo>
                    <a:pt x="16493" y="9427"/>
                  </a:lnTo>
                  <a:lnTo>
                    <a:pt x="16550" y="9370"/>
                  </a:lnTo>
                  <a:lnTo>
                    <a:pt x="17533" y="8388"/>
                  </a:lnTo>
                  <a:lnTo>
                    <a:pt x="17592" y="8328"/>
                  </a:lnTo>
                  <a:lnTo>
                    <a:pt x="17647" y="8274"/>
                  </a:lnTo>
                  <a:lnTo>
                    <a:pt x="18937" y="6984"/>
                  </a:lnTo>
                  <a:close/>
                  <a:moveTo>
                    <a:pt x="2259" y="10086"/>
                  </a:moveTo>
                  <a:lnTo>
                    <a:pt x="3398" y="10392"/>
                  </a:lnTo>
                  <a:cubicBezTo>
                    <a:pt x="3218" y="11077"/>
                    <a:pt x="3109" y="11790"/>
                    <a:pt x="3080" y="12522"/>
                  </a:cubicBezTo>
                  <a:lnTo>
                    <a:pt x="1898" y="12669"/>
                  </a:lnTo>
                  <a:cubicBezTo>
                    <a:pt x="1918" y="11778"/>
                    <a:pt x="2041" y="10913"/>
                    <a:pt x="2259" y="10086"/>
                  </a:cubicBezTo>
                  <a:close/>
                  <a:moveTo>
                    <a:pt x="23548" y="10086"/>
                  </a:moveTo>
                  <a:cubicBezTo>
                    <a:pt x="23767" y="10913"/>
                    <a:pt x="23891" y="11778"/>
                    <a:pt x="23909" y="12669"/>
                  </a:cubicBezTo>
                  <a:lnTo>
                    <a:pt x="22726" y="12522"/>
                  </a:lnTo>
                  <a:cubicBezTo>
                    <a:pt x="22698" y="11789"/>
                    <a:pt x="22590" y="11076"/>
                    <a:pt x="22409" y="10392"/>
                  </a:cubicBezTo>
                  <a:lnTo>
                    <a:pt x="23548" y="10086"/>
                  </a:lnTo>
                  <a:close/>
                  <a:moveTo>
                    <a:pt x="9570" y="11805"/>
                  </a:moveTo>
                  <a:lnTo>
                    <a:pt x="9842" y="12278"/>
                  </a:lnTo>
                  <a:lnTo>
                    <a:pt x="10131" y="12777"/>
                  </a:lnTo>
                  <a:cubicBezTo>
                    <a:pt x="10131" y="12790"/>
                    <a:pt x="10130" y="12805"/>
                    <a:pt x="10130" y="12819"/>
                  </a:cubicBezTo>
                  <a:lnTo>
                    <a:pt x="1822" y="12819"/>
                  </a:lnTo>
                  <a:lnTo>
                    <a:pt x="1822" y="12820"/>
                  </a:lnTo>
                  <a:lnTo>
                    <a:pt x="1318" y="12820"/>
                  </a:lnTo>
                  <a:lnTo>
                    <a:pt x="1824" y="12758"/>
                  </a:lnTo>
                  <a:lnTo>
                    <a:pt x="1898" y="12749"/>
                  </a:lnTo>
                  <a:lnTo>
                    <a:pt x="3080" y="12604"/>
                  </a:lnTo>
                  <a:lnTo>
                    <a:pt x="3155" y="12594"/>
                  </a:lnTo>
                  <a:lnTo>
                    <a:pt x="6310" y="12206"/>
                  </a:lnTo>
                  <a:lnTo>
                    <a:pt x="6392" y="12196"/>
                  </a:lnTo>
                  <a:lnTo>
                    <a:pt x="6475" y="12186"/>
                  </a:lnTo>
                  <a:lnTo>
                    <a:pt x="7905" y="12010"/>
                  </a:lnTo>
                  <a:lnTo>
                    <a:pt x="7989" y="12000"/>
                  </a:lnTo>
                  <a:lnTo>
                    <a:pt x="8385" y="11952"/>
                  </a:lnTo>
                  <a:lnTo>
                    <a:pt x="8639" y="11921"/>
                  </a:lnTo>
                  <a:lnTo>
                    <a:pt x="9110" y="11862"/>
                  </a:lnTo>
                  <a:lnTo>
                    <a:pt x="9570" y="11805"/>
                  </a:lnTo>
                  <a:close/>
                  <a:moveTo>
                    <a:pt x="24489" y="12982"/>
                  </a:moveTo>
                  <a:lnTo>
                    <a:pt x="23984" y="13044"/>
                  </a:lnTo>
                  <a:lnTo>
                    <a:pt x="23910" y="13052"/>
                  </a:lnTo>
                  <a:lnTo>
                    <a:pt x="22728" y="13198"/>
                  </a:lnTo>
                  <a:lnTo>
                    <a:pt x="22654" y="13207"/>
                  </a:lnTo>
                  <a:lnTo>
                    <a:pt x="19499" y="13595"/>
                  </a:lnTo>
                  <a:lnTo>
                    <a:pt x="19416" y="13606"/>
                  </a:lnTo>
                  <a:lnTo>
                    <a:pt x="19334" y="13616"/>
                  </a:lnTo>
                  <a:lnTo>
                    <a:pt x="17904" y="13791"/>
                  </a:lnTo>
                  <a:lnTo>
                    <a:pt x="17819" y="13802"/>
                  </a:lnTo>
                  <a:lnTo>
                    <a:pt x="17424" y="13851"/>
                  </a:lnTo>
                  <a:lnTo>
                    <a:pt x="17169" y="13882"/>
                  </a:lnTo>
                  <a:lnTo>
                    <a:pt x="16699" y="13940"/>
                  </a:lnTo>
                  <a:lnTo>
                    <a:pt x="16238" y="13997"/>
                  </a:lnTo>
                  <a:lnTo>
                    <a:pt x="15966" y="13524"/>
                  </a:lnTo>
                  <a:lnTo>
                    <a:pt x="15677" y="13026"/>
                  </a:lnTo>
                  <a:cubicBezTo>
                    <a:pt x="15677" y="13011"/>
                    <a:pt x="15678" y="12997"/>
                    <a:pt x="15678" y="12982"/>
                  </a:cubicBezTo>
                  <a:close/>
                  <a:moveTo>
                    <a:pt x="8656" y="13964"/>
                  </a:moveTo>
                  <a:lnTo>
                    <a:pt x="8990" y="14005"/>
                  </a:lnTo>
                  <a:lnTo>
                    <a:pt x="9524" y="14070"/>
                  </a:lnTo>
                  <a:lnTo>
                    <a:pt x="9026" y="14931"/>
                  </a:lnTo>
                  <a:cubicBezTo>
                    <a:pt x="8898" y="14688"/>
                    <a:pt x="8791" y="14430"/>
                    <a:pt x="8712" y="14162"/>
                  </a:cubicBezTo>
                  <a:cubicBezTo>
                    <a:pt x="8692" y="14098"/>
                    <a:pt x="8672" y="14031"/>
                    <a:pt x="8656" y="13964"/>
                  </a:cubicBezTo>
                  <a:close/>
                  <a:moveTo>
                    <a:pt x="17152" y="13965"/>
                  </a:moveTo>
                  <a:cubicBezTo>
                    <a:pt x="17135" y="14031"/>
                    <a:pt x="17116" y="14098"/>
                    <a:pt x="17097" y="14163"/>
                  </a:cubicBezTo>
                  <a:cubicBezTo>
                    <a:pt x="17016" y="14431"/>
                    <a:pt x="16910" y="14688"/>
                    <a:pt x="16782" y="14933"/>
                  </a:cubicBezTo>
                  <a:lnTo>
                    <a:pt x="16285" y="14072"/>
                  </a:lnTo>
                  <a:lnTo>
                    <a:pt x="16818" y="14006"/>
                  </a:lnTo>
                  <a:lnTo>
                    <a:pt x="17152" y="13965"/>
                  </a:lnTo>
                  <a:close/>
                  <a:moveTo>
                    <a:pt x="12905" y="10443"/>
                  </a:moveTo>
                  <a:cubicBezTo>
                    <a:pt x="12917" y="10443"/>
                    <a:pt x="12932" y="10444"/>
                    <a:pt x="12944" y="10444"/>
                  </a:cubicBezTo>
                  <a:cubicBezTo>
                    <a:pt x="12957" y="10444"/>
                    <a:pt x="12972" y="10444"/>
                    <a:pt x="12984" y="10446"/>
                  </a:cubicBezTo>
                  <a:cubicBezTo>
                    <a:pt x="13049" y="10448"/>
                    <a:pt x="13112" y="10452"/>
                    <a:pt x="13174" y="10459"/>
                  </a:cubicBezTo>
                  <a:cubicBezTo>
                    <a:pt x="13183" y="10460"/>
                    <a:pt x="13194" y="10462"/>
                    <a:pt x="13202" y="10463"/>
                  </a:cubicBezTo>
                  <a:cubicBezTo>
                    <a:pt x="13238" y="10467"/>
                    <a:pt x="13273" y="10472"/>
                    <a:pt x="13309" y="10478"/>
                  </a:cubicBezTo>
                  <a:cubicBezTo>
                    <a:pt x="13349" y="10484"/>
                    <a:pt x="13390" y="10493"/>
                    <a:pt x="13429" y="10501"/>
                  </a:cubicBezTo>
                  <a:cubicBezTo>
                    <a:pt x="13686" y="10558"/>
                    <a:pt x="13927" y="10654"/>
                    <a:pt x="14148" y="10784"/>
                  </a:cubicBezTo>
                  <a:cubicBezTo>
                    <a:pt x="14161" y="10793"/>
                    <a:pt x="14177" y="10800"/>
                    <a:pt x="14191" y="10809"/>
                  </a:cubicBezTo>
                  <a:cubicBezTo>
                    <a:pt x="14206" y="10819"/>
                    <a:pt x="14221" y="10829"/>
                    <a:pt x="14235" y="10838"/>
                  </a:cubicBezTo>
                  <a:cubicBezTo>
                    <a:pt x="14305" y="10883"/>
                    <a:pt x="14373" y="10932"/>
                    <a:pt x="14438" y="10985"/>
                  </a:cubicBezTo>
                  <a:cubicBezTo>
                    <a:pt x="14486" y="11025"/>
                    <a:pt x="14534" y="11066"/>
                    <a:pt x="14581" y="11110"/>
                  </a:cubicBezTo>
                  <a:cubicBezTo>
                    <a:pt x="14592" y="11119"/>
                    <a:pt x="14600" y="11128"/>
                    <a:pt x="14610" y="11138"/>
                  </a:cubicBezTo>
                  <a:cubicBezTo>
                    <a:pt x="14620" y="11147"/>
                    <a:pt x="14630" y="11155"/>
                    <a:pt x="14640" y="11164"/>
                  </a:cubicBezTo>
                  <a:cubicBezTo>
                    <a:pt x="14649" y="11174"/>
                    <a:pt x="14659" y="11184"/>
                    <a:pt x="14667" y="11194"/>
                  </a:cubicBezTo>
                  <a:cubicBezTo>
                    <a:pt x="14676" y="11205"/>
                    <a:pt x="14686" y="11213"/>
                    <a:pt x="14695" y="11223"/>
                  </a:cubicBezTo>
                  <a:cubicBezTo>
                    <a:pt x="14738" y="11270"/>
                    <a:pt x="14779" y="11318"/>
                    <a:pt x="14820" y="11367"/>
                  </a:cubicBezTo>
                  <a:cubicBezTo>
                    <a:pt x="14871" y="11432"/>
                    <a:pt x="14920" y="11500"/>
                    <a:pt x="14966" y="11569"/>
                  </a:cubicBezTo>
                  <a:cubicBezTo>
                    <a:pt x="14975" y="11583"/>
                    <a:pt x="14986" y="11599"/>
                    <a:pt x="14995" y="11613"/>
                  </a:cubicBezTo>
                  <a:cubicBezTo>
                    <a:pt x="15004" y="11628"/>
                    <a:pt x="15013" y="11643"/>
                    <a:pt x="15021" y="11657"/>
                  </a:cubicBezTo>
                  <a:cubicBezTo>
                    <a:pt x="15151" y="11876"/>
                    <a:pt x="15247" y="12119"/>
                    <a:pt x="15304" y="12376"/>
                  </a:cubicBezTo>
                  <a:cubicBezTo>
                    <a:pt x="15312" y="12416"/>
                    <a:pt x="15320" y="12455"/>
                    <a:pt x="15326" y="12495"/>
                  </a:cubicBezTo>
                  <a:cubicBezTo>
                    <a:pt x="15332" y="12530"/>
                    <a:pt x="15337" y="12567"/>
                    <a:pt x="15342" y="12603"/>
                  </a:cubicBezTo>
                  <a:cubicBezTo>
                    <a:pt x="15343" y="12611"/>
                    <a:pt x="15344" y="12621"/>
                    <a:pt x="15346" y="12631"/>
                  </a:cubicBezTo>
                  <a:cubicBezTo>
                    <a:pt x="15352" y="12693"/>
                    <a:pt x="15357" y="12757"/>
                    <a:pt x="15358" y="12820"/>
                  </a:cubicBezTo>
                  <a:cubicBezTo>
                    <a:pt x="15358" y="12833"/>
                    <a:pt x="15360" y="12847"/>
                    <a:pt x="15360" y="12861"/>
                  </a:cubicBezTo>
                  <a:cubicBezTo>
                    <a:pt x="15360" y="12873"/>
                    <a:pt x="15361" y="12887"/>
                    <a:pt x="15361" y="12901"/>
                  </a:cubicBezTo>
                  <a:cubicBezTo>
                    <a:pt x="15361" y="12913"/>
                    <a:pt x="15360" y="12928"/>
                    <a:pt x="15360" y="12940"/>
                  </a:cubicBezTo>
                  <a:cubicBezTo>
                    <a:pt x="15360" y="12953"/>
                    <a:pt x="15360" y="12968"/>
                    <a:pt x="15358" y="12980"/>
                  </a:cubicBezTo>
                  <a:cubicBezTo>
                    <a:pt x="15356" y="13045"/>
                    <a:pt x="15352" y="13108"/>
                    <a:pt x="15346" y="13170"/>
                  </a:cubicBezTo>
                  <a:cubicBezTo>
                    <a:pt x="15344" y="13179"/>
                    <a:pt x="15343" y="13190"/>
                    <a:pt x="15342" y="13198"/>
                  </a:cubicBezTo>
                  <a:cubicBezTo>
                    <a:pt x="15338" y="13234"/>
                    <a:pt x="15332" y="13269"/>
                    <a:pt x="15326" y="13305"/>
                  </a:cubicBezTo>
                  <a:cubicBezTo>
                    <a:pt x="15320" y="13346"/>
                    <a:pt x="15312" y="13386"/>
                    <a:pt x="15304" y="13425"/>
                  </a:cubicBezTo>
                  <a:cubicBezTo>
                    <a:pt x="15247" y="13682"/>
                    <a:pt x="15151" y="13923"/>
                    <a:pt x="15021" y="14144"/>
                  </a:cubicBezTo>
                  <a:cubicBezTo>
                    <a:pt x="15012" y="14158"/>
                    <a:pt x="15004" y="14173"/>
                    <a:pt x="14995" y="14187"/>
                  </a:cubicBezTo>
                  <a:cubicBezTo>
                    <a:pt x="14986" y="14202"/>
                    <a:pt x="14975" y="14217"/>
                    <a:pt x="14966" y="14232"/>
                  </a:cubicBezTo>
                  <a:cubicBezTo>
                    <a:pt x="14922" y="14301"/>
                    <a:pt x="14872" y="14369"/>
                    <a:pt x="14820" y="14434"/>
                  </a:cubicBezTo>
                  <a:cubicBezTo>
                    <a:pt x="14779" y="14483"/>
                    <a:pt x="14738" y="14531"/>
                    <a:pt x="14695" y="14577"/>
                  </a:cubicBezTo>
                  <a:cubicBezTo>
                    <a:pt x="14686" y="14588"/>
                    <a:pt x="14676" y="14596"/>
                    <a:pt x="14667" y="14606"/>
                  </a:cubicBezTo>
                  <a:cubicBezTo>
                    <a:pt x="14659" y="14616"/>
                    <a:pt x="14649" y="14626"/>
                    <a:pt x="14640" y="14636"/>
                  </a:cubicBezTo>
                  <a:cubicBezTo>
                    <a:pt x="14631" y="14646"/>
                    <a:pt x="14621" y="14655"/>
                    <a:pt x="14610" y="14663"/>
                  </a:cubicBezTo>
                  <a:cubicBezTo>
                    <a:pt x="14602" y="14672"/>
                    <a:pt x="14592" y="14682"/>
                    <a:pt x="14581" y="14691"/>
                  </a:cubicBezTo>
                  <a:cubicBezTo>
                    <a:pt x="14534" y="14734"/>
                    <a:pt x="14486" y="14776"/>
                    <a:pt x="14438" y="14816"/>
                  </a:cubicBezTo>
                  <a:cubicBezTo>
                    <a:pt x="14373" y="14867"/>
                    <a:pt x="14305" y="14916"/>
                    <a:pt x="14235" y="14962"/>
                  </a:cubicBezTo>
                  <a:cubicBezTo>
                    <a:pt x="14221" y="14972"/>
                    <a:pt x="14206" y="14982"/>
                    <a:pt x="14191" y="14991"/>
                  </a:cubicBezTo>
                  <a:cubicBezTo>
                    <a:pt x="14177" y="15000"/>
                    <a:pt x="14161" y="15009"/>
                    <a:pt x="14148" y="15017"/>
                  </a:cubicBezTo>
                  <a:cubicBezTo>
                    <a:pt x="13928" y="15147"/>
                    <a:pt x="13686" y="15243"/>
                    <a:pt x="13429" y="15300"/>
                  </a:cubicBezTo>
                  <a:cubicBezTo>
                    <a:pt x="13390" y="15308"/>
                    <a:pt x="13349" y="15316"/>
                    <a:pt x="13309" y="15322"/>
                  </a:cubicBezTo>
                  <a:cubicBezTo>
                    <a:pt x="13274" y="15329"/>
                    <a:pt x="13238" y="15333"/>
                    <a:pt x="13202" y="15338"/>
                  </a:cubicBezTo>
                  <a:cubicBezTo>
                    <a:pt x="13194" y="15339"/>
                    <a:pt x="13183" y="15341"/>
                    <a:pt x="13174" y="15342"/>
                  </a:cubicBezTo>
                  <a:cubicBezTo>
                    <a:pt x="13112" y="15348"/>
                    <a:pt x="13049" y="15352"/>
                    <a:pt x="12984" y="15354"/>
                  </a:cubicBezTo>
                  <a:cubicBezTo>
                    <a:pt x="12972" y="15354"/>
                    <a:pt x="12957" y="15356"/>
                    <a:pt x="12944" y="15356"/>
                  </a:cubicBezTo>
                  <a:cubicBezTo>
                    <a:pt x="12932" y="15356"/>
                    <a:pt x="12917" y="15357"/>
                    <a:pt x="12905" y="15357"/>
                  </a:cubicBezTo>
                  <a:cubicBezTo>
                    <a:pt x="12891" y="15357"/>
                    <a:pt x="12877" y="15356"/>
                    <a:pt x="12864" y="15356"/>
                  </a:cubicBezTo>
                  <a:cubicBezTo>
                    <a:pt x="12851" y="15356"/>
                    <a:pt x="12837" y="15356"/>
                    <a:pt x="12824" y="15354"/>
                  </a:cubicBezTo>
                  <a:cubicBezTo>
                    <a:pt x="12759" y="15352"/>
                    <a:pt x="12696" y="15348"/>
                    <a:pt x="12634" y="15342"/>
                  </a:cubicBezTo>
                  <a:cubicBezTo>
                    <a:pt x="12625" y="15341"/>
                    <a:pt x="12615" y="15339"/>
                    <a:pt x="12607" y="15338"/>
                  </a:cubicBezTo>
                  <a:cubicBezTo>
                    <a:pt x="12570" y="15334"/>
                    <a:pt x="12535" y="15329"/>
                    <a:pt x="12499" y="15322"/>
                  </a:cubicBezTo>
                  <a:cubicBezTo>
                    <a:pt x="12459" y="15316"/>
                    <a:pt x="12419" y="15308"/>
                    <a:pt x="12380" y="15300"/>
                  </a:cubicBezTo>
                  <a:cubicBezTo>
                    <a:pt x="12123" y="15243"/>
                    <a:pt x="11881" y="15147"/>
                    <a:pt x="11660" y="15017"/>
                  </a:cubicBezTo>
                  <a:cubicBezTo>
                    <a:pt x="11647" y="15008"/>
                    <a:pt x="11632" y="15000"/>
                    <a:pt x="11617" y="14991"/>
                  </a:cubicBezTo>
                  <a:cubicBezTo>
                    <a:pt x="11603" y="14982"/>
                    <a:pt x="11587" y="14972"/>
                    <a:pt x="11574" y="14962"/>
                  </a:cubicBezTo>
                  <a:cubicBezTo>
                    <a:pt x="11504" y="14918"/>
                    <a:pt x="11436" y="14868"/>
                    <a:pt x="11371" y="14816"/>
                  </a:cubicBezTo>
                  <a:cubicBezTo>
                    <a:pt x="11322" y="14776"/>
                    <a:pt x="11275" y="14734"/>
                    <a:pt x="11228" y="14691"/>
                  </a:cubicBezTo>
                  <a:cubicBezTo>
                    <a:pt x="11217" y="14682"/>
                    <a:pt x="11209" y="14672"/>
                    <a:pt x="11198" y="14663"/>
                  </a:cubicBezTo>
                  <a:cubicBezTo>
                    <a:pt x="11189" y="14655"/>
                    <a:pt x="11179" y="14646"/>
                    <a:pt x="11168" y="14636"/>
                  </a:cubicBezTo>
                  <a:cubicBezTo>
                    <a:pt x="11159" y="14627"/>
                    <a:pt x="11151" y="14617"/>
                    <a:pt x="11141" y="14606"/>
                  </a:cubicBezTo>
                  <a:cubicBezTo>
                    <a:pt x="11132" y="14598"/>
                    <a:pt x="11123" y="14588"/>
                    <a:pt x="11114" y="14577"/>
                  </a:cubicBezTo>
                  <a:cubicBezTo>
                    <a:pt x="11070" y="14531"/>
                    <a:pt x="11029" y="14483"/>
                    <a:pt x="10989" y="14434"/>
                  </a:cubicBezTo>
                  <a:cubicBezTo>
                    <a:pt x="10937" y="14369"/>
                    <a:pt x="10889" y="14301"/>
                    <a:pt x="10842" y="14232"/>
                  </a:cubicBezTo>
                  <a:cubicBezTo>
                    <a:pt x="10833" y="14217"/>
                    <a:pt x="10823" y="14202"/>
                    <a:pt x="10813" y="14187"/>
                  </a:cubicBezTo>
                  <a:cubicBezTo>
                    <a:pt x="10804" y="14173"/>
                    <a:pt x="10796" y="14158"/>
                    <a:pt x="10788" y="14144"/>
                  </a:cubicBezTo>
                  <a:cubicBezTo>
                    <a:pt x="10658" y="13924"/>
                    <a:pt x="10562" y="13682"/>
                    <a:pt x="10506" y="13425"/>
                  </a:cubicBezTo>
                  <a:cubicBezTo>
                    <a:pt x="10497" y="13386"/>
                    <a:pt x="10488" y="13346"/>
                    <a:pt x="10482" y="13305"/>
                  </a:cubicBezTo>
                  <a:cubicBezTo>
                    <a:pt x="10476" y="13270"/>
                    <a:pt x="10472" y="13234"/>
                    <a:pt x="10467" y="13198"/>
                  </a:cubicBezTo>
                  <a:cubicBezTo>
                    <a:pt x="10466" y="13190"/>
                    <a:pt x="10465" y="13179"/>
                    <a:pt x="10463" y="13170"/>
                  </a:cubicBezTo>
                  <a:cubicBezTo>
                    <a:pt x="10456" y="13107"/>
                    <a:pt x="10451" y="13043"/>
                    <a:pt x="10450" y="12980"/>
                  </a:cubicBezTo>
                  <a:cubicBezTo>
                    <a:pt x="10450" y="12968"/>
                    <a:pt x="10448" y="12953"/>
                    <a:pt x="10448" y="12940"/>
                  </a:cubicBezTo>
                  <a:cubicBezTo>
                    <a:pt x="10448" y="12928"/>
                    <a:pt x="10447" y="12913"/>
                    <a:pt x="10447" y="12901"/>
                  </a:cubicBezTo>
                  <a:cubicBezTo>
                    <a:pt x="10447" y="12887"/>
                    <a:pt x="10448" y="12873"/>
                    <a:pt x="10448" y="12861"/>
                  </a:cubicBezTo>
                  <a:cubicBezTo>
                    <a:pt x="10448" y="12847"/>
                    <a:pt x="10448" y="12833"/>
                    <a:pt x="10450" y="12820"/>
                  </a:cubicBezTo>
                  <a:cubicBezTo>
                    <a:pt x="10452" y="12755"/>
                    <a:pt x="10456" y="12692"/>
                    <a:pt x="10463" y="12631"/>
                  </a:cubicBezTo>
                  <a:cubicBezTo>
                    <a:pt x="10465" y="12621"/>
                    <a:pt x="10466" y="12611"/>
                    <a:pt x="10467" y="12603"/>
                  </a:cubicBezTo>
                  <a:cubicBezTo>
                    <a:pt x="10471" y="12567"/>
                    <a:pt x="10476" y="12531"/>
                    <a:pt x="10482" y="12495"/>
                  </a:cubicBezTo>
                  <a:cubicBezTo>
                    <a:pt x="10488" y="12455"/>
                    <a:pt x="10497" y="12415"/>
                    <a:pt x="10506" y="12376"/>
                  </a:cubicBezTo>
                  <a:cubicBezTo>
                    <a:pt x="10562" y="12119"/>
                    <a:pt x="10658" y="11877"/>
                    <a:pt x="10788" y="11657"/>
                  </a:cubicBezTo>
                  <a:cubicBezTo>
                    <a:pt x="10797" y="11643"/>
                    <a:pt x="10804" y="11628"/>
                    <a:pt x="10813" y="11613"/>
                  </a:cubicBezTo>
                  <a:cubicBezTo>
                    <a:pt x="10823" y="11599"/>
                    <a:pt x="10833" y="11583"/>
                    <a:pt x="10842" y="11569"/>
                  </a:cubicBezTo>
                  <a:cubicBezTo>
                    <a:pt x="10887" y="11500"/>
                    <a:pt x="10936" y="11432"/>
                    <a:pt x="10989" y="11367"/>
                  </a:cubicBezTo>
                  <a:cubicBezTo>
                    <a:pt x="11029" y="11318"/>
                    <a:pt x="11070" y="11270"/>
                    <a:pt x="11114" y="11223"/>
                  </a:cubicBezTo>
                  <a:cubicBezTo>
                    <a:pt x="11123" y="11213"/>
                    <a:pt x="11132" y="11205"/>
                    <a:pt x="11141" y="11194"/>
                  </a:cubicBezTo>
                  <a:cubicBezTo>
                    <a:pt x="11150" y="11185"/>
                    <a:pt x="11159" y="11175"/>
                    <a:pt x="11168" y="11164"/>
                  </a:cubicBezTo>
                  <a:cubicBezTo>
                    <a:pt x="11178" y="11155"/>
                    <a:pt x="11188" y="11147"/>
                    <a:pt x="11198" y="11138"/>
                  </a:cubicBezTo>
                  <a:cubicBezTo>
                    <a:pt x="11206" y="11128"/>
                    <a:pt x="11217" y="11119"/>
                    <a:pt x="11228" y="11110"/>
                  </a:cubicBezTo>
                  <a:cubicBezTo>
                    <a:pt x="11275" y="11066"/>
                    <a:pt x="11322" y="11025"/>
                    <a:pt x="11371" y="10985"/>
                  </a:cubicBezTo>
                  <a:cubicBezTo>
                    <a:pt x="11436" y="10933"/>
                    <a:pt x="11504" y="10885"/>
                    <a:pt x="11574" y="10838"/>
                  </a:cubicBezTo>
                  <a:cubicBezTo>
                    <a:pt x="11587" y="10829"/>
                    <a:pt x="11603" y="10819"/>
                    <a:pt x="11617" y="10809"/>
                  </a:cubicBezTo>
                  <a:cubicBezTo>
                    <a:pt x="11632" y="10800"/>
                    <a:pt x="11647" y="10792"/>
                    <a:pt x="11660" y="10784"/>
                  </a:cubicBezTo>
                  <a:cubicBezTo>
                    <a:pt x="11880" y="10654"/>
                    <a:pt x="12123" y="10558"/>
                    <a:pt x="12380" y="10501"/>
                  </a:cubicBezTo>
                  <a:cubicBezTo>
                    <a:pt x="12419" y="10493"/>
                    <a:pt x="12459" y="10484"/>
                    <a:pt x="12499" y="10478"/>
                  </a:cubicBezTo>
                  <a:cubicBezTo>
                    <a:pt x="12534" y="10472"/>
                    <a:pt x="12570" y="10468"/>
                    <a:pt x="12607" y="10463"/>
                  </a:cubicBezTo>
                  <a:cubicBezTo>
                    <a:pt x="12615" y="10462"/>
                    <a:pt x="12625" y="10460"/>
                    <a:pt x="12634" y="10459"/>
                  </a:cubicBezTo>
                  <a:cubicBezTo>
                    <a:pt x="12697" y="10452"/>
                    <a:pt x="12761" y="10447"/>
                    <a:pt x="12824" y="10446"/>
                  </a:cubicBezTo>
                  <a:cubicBezTo>
                    <a:pt x="12837" y="10446"/>
                    <a:pt x="12851" y="10444"/>
                    <a:pt x="12864" y="10444"/>
                  </a:cubicBezTo>
                  <a:cubicBezTo>
                    <a:pt x="12877" y="10444"/>
                    <a:pt x="12891" y="10443"/>
                    <a:pt x="12905" y="10443"/>
                  </a:cubicBezTo>
                  <a:close/>
                  <a:moveTo>
                    <a:pt x="8002" y="13882"/>
                  </a:moveTo>
                  <a:lnTo>
                    <a:pt x="8402" y="13931"/>
                  </a:lnTo>
                  <a:cubicBezTo>
                    <a:pt x="8429" y="14049"/>
                    <a:pt x="8460" y="14168"/>
                    <a:pt x="8496" y="14283"/>
                  </a:cubicBezTo>
                  <a:cubicBezTo>
                    <a:pt x="8579" y="14548"/>
                    <a:pt x="8686" y="14799"/>
                    <a:pt x="8811" y="15039"/>
                  </a:cubicBezTo>
                  <a:cubicBezTo>
                    <a:pt x="8835" y="15085"/>
                    <a:pt x="8860" y="15130"/>
                    <a:pt x="8886" y="15176"/>
                  </a:cubicBezTo>
                  <a:lnTo>
                    <a:pt x="8667" y="15552"/>
                  </a:lnTo>
                  <a:cubicBezTo>
                    <a:pt x="8584" y="15419"/>
                    <a:pt x="8507" y="15282"/>
                    <a:pt x="8437" y="15142"/>
                  </a:cubicBezTo>
                  <a:cubicBezTo>
                    <a:pt x="8329" y="14928"/>
                    <a:pt x="8236" y="14704"/>
                    <a:pt x="8160" y="14474"/>
                  </a:cubicBezTo>
                  <a:cubicBezTo>
                    <a:pt x="8095" y="14281"/>
                    <a:pt x="8042" y="14084"/>
                    <a:pt x="8002" y="13882"/>
                  </a:cubicBezTo>
                  <a:close/>
                  <a:moveTo>
                    <a:pt x="17806" y="13884"/>
                  </a:moveTo>
                  <a:lnTo>
                    <a:pt x="17806" y="13884"/>
                  </a:lnTo>
                  <a:cubicBezTo>
                    <a:pt x="17765" y="14085"/>
                    <a:pt x="17713" y="14281"/>
                    <a:pt x="17648" y="14475"/>
                  </a:cubicBezTo>
                  <a:cubicBezTo>
                    <a:pt x="17571" y="14706"/>
                    <a:pt x="17479" y="14929"/>
                    <a:pt x="17370" y="15143"/>
                  </a:cubicBezTo>
                  <a:cubicBezTo>
                    <a:pt x="17300" y="15283"/>
                    <a:pt x="17223" y="15420"/>
                    <a:pt x="17140" y="15553"/>
                  </a:cubicBezTo>
                  <a:lnTo>
                    <a:pt x="16921" y="15177"/>
                  </a:lnTo>
                  <a:cubicBezTo>
                    <a:pt x="16947" y="15131"/>
                    <a:pt x="16972" y="15086"/>
                    <a:pt x="16997" y="15040"/>
                  </a:cubicBezTo>
                  <a:cubicBezTo>
                    <a:pt x="17123" y="14800"/>
                    <a:pt x="17229" y="14549"/>
                    <a:pt x="17311" y="14285"/>
                  </a:cubicBezTo>
                  <a:cubicBezTo>
                    <a:pt x="17347" y="14171"/>
                    <a:pt x="17378" y="14052"/>
                    <a:pt x="17405" y="13934"/>
                  </a:cubicBezTo>
                  <a:lnTo>
                    <a:pt x="17806" y="13884"/>
                  </a:lnTo>
                  <a:close/>
                  <a:moveTo>
                    <a:pt x="23909" y="13133"/>
                  </a:moveTo>
                  <a:cubicBezTo>
                    <a:pt x="23891" y="14023"/>
                    <a:pt x="23767" y="14888"/>
                    <a:pt x="23548" y="15714"/>
                  </a:cubicBezTo>
                  <a:lnTo>
                    <a:pt x="22409" y="15409"/>
                  </a:lnTo>
                  <a:cubicBezTo>
                    <a:pt x="22590" y="14724"/>
                    <a:pt x="22698" y="14012"/>
                    <a:pt x="22727" y="13278"/>
                  </a:cubicBezTo>
                  <a:lnTo>
                    <a:pt x="23909" y="13133"/>
                  </a:lnTo>
                  <a:close/>
                  <a:moveTo>
                    <a:pt x="1899" y="13134"/>
                  </a:moveTo>
                  <a:lnTo>
                    <a:pt x="3082" y="13279"/>
                  </a:lnTo>
                  <a:cubicBezTo>
                    <a:pt x="3110" y="14013"/>
                    <a:pt x="3219" y="14727"/>
                    <a:pt x="3399" y="15410"/>
                  </a:cubicBezTo>
                  <a:lnTo>
                    <a:pt x="2260" y="15715"/>
                  </a:lnTo>
                  <a:cubicBezTo>
                    <a:pt x="2041" y="14888"/>
                    <a:pt x="1918" y="14023"/>
                    <a:pt x="1899" y="13134"/>
                  </a:cubicBezTo>
                  <a:close/>
                  <a:moveTo>
                    <a:pt x="6484" y="13696"/>
                  </a:moveTo>
                  <a:lnTo>
                    <a:pt x="7918" y="13873"/>
                  </a:lnTo>
                  <a:cubicBezTo>
                    <a:pt x="7963" y="14093"/>
                    <a:pt x="8019" y="14306"/>
                    <a:pt x="8088" y="14516"/>
                  </a:cubicBezTo>
                  <a:cubicBezTo>
                    <a:pt x="8164" y="14738"/>
                    <a:pt x="8254" y="14956"/>
                    <a:pt x="8358" y="15163"/>
                  </a:cubicBezTo>
                  <a:cubicBezTo>
                    <a:pt x="8438" y="15323"/>
                    <a:pt x="8527" y="15480"/>
                    <a:pt x="8623" y="15630"/>
                  </a:cubicBezTo>
                  <a:lnTo>
                    <a:pt x="7860" y="16947"/>
                  </a:lnTo>
                  <a:cubicBezTo>
                    <a:pt x="7516" y="16519"/>
                    <a:pt x="7226" y="16048"/>
                    <a:pt x="6999" y="15540"/>
                  </a:cubicBezTo>
                  <a:cubicBezTo>
                    <a:pt x="6949" y="15432"/>
                    <a:pt x="6903" y="15321"/>
                    <a:pt x="6861" y="15209"/>
                  </a:cubicBezTo>
                  <a:cubicBezTo>
                    <a:pt x="6676" y="14729"/>
                    <a:pt x="6548" y="14223"/>
                    <a:pt x="6484" y="13696"/>
                  </a:cubicBezTo>
                  <a:close/>
                  <a:moveTo>
                    <a:pt x="19323" y="13696"/>
                  </a:moveTo>
                  <a:cubicBezTo>
                    <a:pt x="19258" y="14224"/>
                    <a:pt x="19131" y="14730"/>
                    <a:pt x="18947" y="15209"/>
                  </a:cubicBezTo>
                  <a:cubicBezTo>
                    <a:pt x="18904" y="15321"/>
                    <a:pt x="18858" y="15431"/>
                    <a:pt x="18808" y="15540"/>
                  </a:cubicBezTo>
                  <a:cubicBezTo>
                    <a:pt x="18581" y="16048"/>
                    <a:pt x="18292" y="16519"/>
                    <a:pt x="17947" y="16947"/>
                  </a:cubicBezTo>
                  <a:lnTo>
                    <a:pt x="17184" y="15630"/>
                  </a:lnTo>
                  <a:cubicBezTo>
                    <a:pt x="17280" y="15480"/>
                    <a:pt x="17369" y="15323"/>
                    <a:pt x="17450" y="15163"/>
                  </a:cubicBezTo>
                  <a:cubicBezTo>
                    <a:pt x="17554" y="14955"/>
                    <a:pt x="17644" y="14738"/>
                    <a:pt x="17719" y="14516"/>
                  </a:cubicBezTo>
                  <a:cubicBezTo>
                    <a:pt x="17788" y="14306"/>
                    <a:pt x="17846" y="14093"/>
                    <a:pt x="17889" y="13873"/>
                  </a:cubicBezTo>
                  <a:lnTo>
                    <a:pt x="19323" y="13696"/>
                  </a:lnTo>
                  <a:close/>
                  <a:moveTo>
                    <a:pt x="11735" y="16280"/>
                  </a:moveTo>
                  <a:lnTo>
                    <a:pt x="11801" y="16813"/>
                  </a:lnTo>
                  <a:lnTo>
                    <a:pt x="11842" y="17148"/>
                  </a:lnTo>
                  <a:cubicBezTo>
                    <a:pt x="11775" y="17132"/>
                    <a:pt x="11708" y="17113"/>
                    <a:pt x="11643" y="17093"/>
                  </a:cubicBezTo>
                  <a:cubicBezTo>
                    <a:pt x="11375" y="17012"/>
                    <a:pt x="11118" y="16906"/>
                    <a:pt x="10873" y="16777"/>
                  </a:cubicBezTo>
                  <a:lnTo>
                    <a:pt x="11735" y="16280"/>
                  </a:lnTo>
                  <a:close/>
                  <a:moveTo>
                    <a:pt x="14074" y="16281"/>
                  </a:moveTo>
                  <a:lnTo>
                    <a:pt x="14935" y="16778"/>
                  </a:lnTo>
                  <a:cubicBezTo>
                    <a:pt x="14692" y="16906"/>
                    <a:pt x="14434" y="17013"/>
                    <a:pt x="14166" y="17095"/>
                  </a:cubicBezTo>
                  <a:cubicBezTo>
                    <a:pt x="14100" y="17113"/>
                    <a:pt x="14035" y="17132"/>
                    <a:pt x="13967" y="17149"/>
                  </a:cubicBezTo>
                  <a:lnTo>
                    <a:pt x="14009" y="16814"/>
                  </a:lnTo>
                  <a:lnTo>
                    <a:pt x="14074" y="16281"/>
                  </a:lnTo>
                  <a:close/>
                  <a:moveTo>
                    <a:pt x="10630" y="16920"/>
                  </a:moveTo>
                  <a:cubicBezTo>
                    <a:pt x="10674" y="16945"/>
                    <a:pt x="10719" y="16969"/>
                    <a:pt x="10766" y="16994"/>
                  </a:cubicBezTo>
                  <a:cubicBezTo>
                    <a:pt x="11006" y="17121"/>
                    <a:pt x="11257" y="17226"/>
                    <a:pt x="11520" y="17309"/>
                  </a:cubicBezTo>
                  <a:cubicBezTo>
                    <a:pt x="11636" y="17345"/>
                    <a:pt x="11754" y="17376"/>
                    <a:pt x="11873" y="17402"/>
                  </a:cubicBezTo>
                  <a:lnTo>
                    <a:pt x="11921" y="17803"/>
                  </a:lnTo>
                  <a:cubicBezTo>
                    <a:pt x="11720" y="17762"/>
                    <a:pt x="11523" y="17709"/>
                    <a:pt x="11331" y="17645"/>
                  </a:cubicBezTo>
                  <a:cubicBezTo>
                    <a:pt x="11100" y="17570"/>
                    <a:pt x="10877" y="17477"/>
                    <a:pt x="10663" y="17368"/>
                  </a:cubicBezTo>
                  <a:cubicBezTo>
                    <a:pt x="10522" y="17297"/>
                    <a:pt x="10385" y="17220"/>
                    <a:pt x="10253" y="17137"/>
                  </a:cubicBezTo>
                  <a:lnTo>
                    <a:pt x="10630" y="16920"/>
                  </a:lnTo>
                  <a:close/>
                  <a:moveTo>
                    <a:pt x="15180" y="16920"/>
                  </a:moveTo>
                  <a:lnTo>
                    <a:pt x="15556" y="17137"/>
                  </a:lnTo>
                  <a:cubicBezTo>
                    <a:pt x="15423" y="17221"/>
                    <a:pt x="15286" y="17297"/>
                    <a:pt x="15146" y="17368"/>
                  </a:cubicBezTo>
                  <a:cubicBezTo>
                    <a:pt x="14931" y="17477"/>
                    <a:pt x="14708" y="17570"/>
                    <a:pt x="14478" y="17645"/>
                  </a:cubicBezTo>
                  <a:cubicBezTo>
                    <a:pt x="14285" y="17710"/>
                    <a:pt x="14088" y="17762"/>
                    <a:pt x="13886" y="17803"/>
                  </a:cubicBezTo>
                  <a:lnTo>
                    <a:pt x="13934" y="17402"/>
                  </a:lnTo>
                  <a:cubicBezTo>
                    <a:pt x="14055" y="17376"/>
                    <a:pt x="14172" y="17345"/>
                    <a:pt x="14288" y="17309"/>
                  </a:cubicBezTo>
                  <a:cubicBezTo>
                    <a:pt x="14550" y="17226"/>
                    <a:pt x="14802" y="17121"/>
                    <a:pt x="15043" y="16994"/>
                  </a:cubicBezTo>
                  <a:cubicBezTo>
                    <a:pt x="15089" y="16969"/>
                    <a:pt x="15134" y="16945"/>
                    <a:pt x="15180" y="16920"/>
                  </a:cubicBezTo>
                  <a:close/>
                  <a:moveTo>
                    <a:pt x="3418" y="15480"/>
                  </a:moveTo>
                  <a:cubicBezTo>
                    <a:pt x="3640" y="16293"/>
                    <a:pt x="3961" y="17066"/>
                    <a:pt x="4373" y="17782"/>
                  </a:cubicBezTo>
                  <a:lnTo>
                    <a:pt x="3352" y="18371"/>
                  </a:lnTo>
                  <a:cubicBezTo>
                    <a:pt x="2892" y="17570"/>
                    <a:pt x="2527" y="16701"/>
                    <a:pt x="2279" y="15786"/>
                  </a:cubicBezTo>
                  <a:lnTo>
                    <a:pt x="3418" y="15480"/>
                  </a:lnTo>
                  <a:close/>
                  <a:moveTo>
                    <a:pt x="22390" y="15481"/>
                  </a:moveTo>
                  <a:lnTo>
                    <a:pt x="23529" y="15787"/>
                  </a:lnTo>
                  <a:cubicBezTo>
                    <a:pt x="23281" y="16701"/>
                    <a:pt x="22918" y="17570"/>
                    <a:pt x="22456" y="18372"/>
                  </a:cubicBezTo>
                  <a:lnTo>
                    <a:pt x="21434" y="17783"/>
                  </a:lnTo>
                  <a:cubicBezTo>
                    <a:pt x="21846" y="17067"/>
                    <a:pt x="22170" y="16295"/>
                    <a:pt x="22390" y="15481"/>
                  </a:cubicBezTo>
                  <a:close/>
                  <a:moveTo>
                    <a:pt x="10141" y="13167"/>
                  </a:moveTo>
                  <a:cubicBezTo>
                    <a:pt x="10146" y="13227"/>
                    <a:pt x="10153" y="13285"/>
                    <a:pt x="10162" y="13341"/>
                  </a:cubicBezTo>
                  <a:cubicBezTo>
                    <a:pt x="10205" y="13608"/>
                    <a:pt x="10285" y="13861"/>
                    <a:pt x="10399" y="14096"/>
                  </a:cubicBezTo>
                  <a:cubicBezTo>
                    <a:pt x="10405" y="14110"/>
                    <a:pt x="10413" y="14124"/>
                    <a:pt x="10420" y="14139"/>
                  </a:cubicBezTo>
                  <a:cubicBezTo>
                    <a:pt x="10429" y="14152"/>
                    <a:pt x="10435" y="14167"/>
                    <a:pt x="10442" y="14182"/>
                  </a:cubicBezTo>
                  <a:cubicBezTo>
                    <a:pt x="10506" y="14302"/>
                    <a:pt x="10576" y="14418"/>
                    <a:pt x="10656" y="14527"/>
                  </a:cubicBezTo>
                  <a:cubicBezTo>
                    <a:pt x="10726" y="14625"/>
                    <a:pt x="10803" y="14718"/>
                    <a:pt x="10886" y="14805"/>
                  </a:cubicBezTo>
                  <a:lnTo>
                    <a:pt x="9754" y="15937"/>
                  </a:lnTo>
                  <a:lnTo>
                    <a:pt x="9584" y="16108"/>
                  </a:lnTo>
                  <a:lnTo>
                    <a:pt x="9315" y="16376"/>
                  </a:lnTo>
                  <a:lnTo>
                    <a:pt x="9259" y="16433"/>
                  </a:lnTo>
                  <a:lnTo>
                    <a:pt x="8275" y="17416"/>
                  </a:lnTo>
                  <a:lnTo>
                    <a:pt x="8216" y="17475"/>
                  </a:lnTo>
                  <a:lnTo>
                    <a:pt x="8162" y="17529"/>
                  </a:lnTo>
                  <a:lnTo>
                    <a:pt x="6871" y="18820"/>
                  </a:lnTo>
                  <a:lnTo>
                    <a:pt x="7830" y="17163"/>
                  </a:lnTo>
                  <a:lnTo>
                    <a:pt x="7871" y="17092"/>
                  </a:lnTo>
                  <a:lnTo>
                    <a:pt x="7914" y="17015"/>
                  </a:lnTo>
                  <a:lnTo>
                    <a:pt x="8671" y="15705"/>
                  </a:lnTo>
                  <a:lnTo>
                    <a:pt x="8717" y="15627"/>
                  </a:lnTo>
                  <a:lnTo>
                    <a:pt x="8932" y="15255"/>
                  </a:lnTo>
                  <a:lnTo>
                    <a:pt x="9072" y="15014"/>
                  </a:lnTo>
                  <a:lnTo>
                    <a:pt x="9105" y="14956"/>
                  </a:lnTo>
                  <a:lnTo>
                    <a:pt x="9611" y="14080"/>
                  </a:lnTo>
                  <a:lnTo>
                    <a:pt x="9634" y="14043"/>
                  </a:lnTo>
                  <a:lnTo>
                    <a:pt x="9656" y="14006"/>
                  </a:lnTo>
                  <a:lnTo>
                    <a:pt x="9980" y="13446"/>
                  </a:lnTo>
                  <a:lnTo>
                    <a:pt x="10141" y="13167"/>
                  </a:lnTo>
                  <a:close/>
                  <a:moveTo>
                    <a:pt x="14808" y="14919"/>
                  </a:moveTo>
                  <a:lnTo>
                    <a:pt x="15940" y="16051"/>
                  </a:lnTo>
                  <a:lnTo>
                    <a:pt x="16110" y="16221"/>
                  </a:lnTo>
                  <a:lnTo>
                    <a:pt x="16380" y="16489"/>
                  </a:lnTo>
                  <a:lnTo>
                    <a:pt x="16436" y="16546"/>
                  </a:lnTo>
                  <a:lnTo>
                    <a:pt x="17420" y="17529"/>
                  </a:lnTo>
                  <a:lnTo>
                    <a:pt x="17479" y="17588"/>
                  </a:lnTo>
                  <a:lnTo>
                    <a:pt x="17533" y="17643"/>
                  </a:lnTo>
                  <a:lnTo>
                    <a:pt x="18824" y="18934"/>
                  </a:lnTo>
                  <a:lnTo>
                    <a:pt x="17167" y="17975"/>
                  </a:lnTo>
                  <a:lnTo>
                    <a:pt x="17096" y="17934"/>
                  </a:lnTo>
                  <a:lnTo>
                    <a:pt x="17019" y="17890"/>
                  </a:lnTo>
                  <a:lnTo>
                    <a:pt x="15709" y="17133"/>
                  </a:lnTo>
                  <a:lnTo>
                    <a:pt x="15631" y="17088"/>
                  </a:lnTo>
                  <a:lnTo>
                    <a:pt x="15259" y="16873"/>
                  </a:lnTo>
                  <a:lnTo>
                    <a:pt x="15018" y="16734"/>
                  </a:lnTo>
                  <a:lnTo>
                    <a:pt x="14960" y="16700"/>
                  </a:lnTo>
                  <a:lnTo>
                    <a:pt x="14084" y="16193"/>
                  </a:lnTo>
                  <a:lnTo>
                    <a:pt x="14047" y="16172"/>
                  </a:lnTo>
                  <a:lnTo>
                    <a:pt x="14010" y="16149"/>
                  </a:lnTo>
                  <a:lnTo>
                    <a:pt x="13450" y="15826"/>
                  </a:lnTo>
                  <a:lnTo>
                    <a:pt x="13171" y="15664"/>
                  </a:lnTo>
                  <a:cubicBezTo>
                    <a:pt x="13231" y="15659"/>
                    <a:pt x="13289" y="15651"/>
                    <a:pt x="13345" y="15642"/>
                  </a:cubicBezTo>
                  <a:cubicBezTo>
                    <a:pt x="13611" y="15600"/>
                    <a:pt x="13865" y="15519"/>
                    <a:pt x="14100" y="15406"/>
                  </a:cubicBezTo>
                  <a:cubicBezTo>
                    <a:pt x="14114" y="15400"/>
                    <a:pt x="14128" y="15393"/>
                    <a:pt x="14143" y="15384"/>
                  </a:cubicBezTo>
                  <a:cubicBezTo>
                    <a:pt x="14156" y="15377"/>
                    <a:pt x="14171" y="15370"/>
                    <a:pt x="14185" y="15363"/>
                  </a:cubicBezTo>
                  <a:cubicBezTo>
                    <a:pt x="14305" y="15300"/>
                    <a:pt x="14419" y="15228"/>
                    <a:pt x="14530" y="15150"/>
                  </a:cubicBezTo>
                  <a:cubicBezTo>
                    <a:pt x="14628" y="15079"/>
                    <a:pt x="14721" y="15001"/>
                    <a:pt x="14808" y="14919"/>
                  </a:cubicBezTo>
                  <a:close/>
                  <a:moveTo>
                    <a:pt x="10176" y="17183"/>
                  </a:moveTo>
                  <a:cubicBezTo>
                    <a:pt x="10325" y="17278"/>
                    <a:pt x="10481" y="17366"/>
                    <a:pt x="10641" y="17447"/>
                  </a:cubicBezTo>
                  <a:cubicBezTo>
                    <a:pt x="10849" y="17551"/>
                    <a:pt x="11066" y="17642"/>
                    <a:pt x="11290" y="17716"/>
                  </a:cubicBezTo>
                  <a:cubicBezTo>
                    <a:pt x="11498" y="17785"/>
                    <a:pt x="11713" y="17844"/>
                    <a:pt x="11932" y="17886"/>
                  </a:cubicBezTo>
                  <a:lnTo>
                    <a:pt x="12108" y="19320"/>
                  </a:lnTo>
                  <a:cubicBezTo>
                    <a:pt x="11582" y="19254"/>
                    <a:pt x="11075" y="19127"/>
                    <a:pt x="10596" y="18944"/>
                  </a:cubicBezTo>
                  <a:cubicBezTo>
                    <a:pt x="10483" y="18902"/>
                    <a:pt x="10374" y="18855"/>
                    <a:pt x="10264" y="18806"/>
                  </a:cubicBezTo>
                  <a:cubicBezTo>
                    <a:pt x="9758" y="18579"/>
                    <a:pt x="9285" y="18289"/>
                    <a:pt x="8857" y="17944"/>
                  </a:cubicBezTo>
                  <a:lnTo>
                    <a:pt x="10176" y="17183"/>
                  </a:lnTo>
                  <a:close/>
                  <a:moveTo>
                    <a:pt x="15632" y="17183"/>
                  </a:moveTo>
                  <a:lnTo>
                    <a:pt x="16950" y="17944"/>
                  </a:lnTo>
                  <a:cubicBezTo>
                    <a:pt x="16522" y="18289"/>
                    <a:pt x="16050" y="18579"/>
                    <a:pt x="15543" y="18806"/>
                  </a:cubicBezTo>
                  <a:cubicBezTo>
                    <a:pt x="15435" y="18855"/>
                    <a:pt x="15324" y="18902"/>
                    <a:pt x="15212" y="18944"/>
                  </a:cubicBezTo>
                  <a:cubicBezTo>
                    <a:pt x="14732" y="19129"/>
                    <a:pt x="14225" y="19256"/>
                    <a:pt x="13699" y="19320"/>
                  </a:cubicBezTo>
                  <a:lnTo>
                    <a:pt x="13876" y="17886"/>
                  </a:lnTo>
                  <a:cubicBezTo>
                    <a:pt x="14096" y="17844"/>
                    <a:pt x="14310" y="17786"/>
                    <a:pt x="14517" y="17716"/>
                  </a:cubicBezTo>
                  <a:cubicBezTo>
                    <a:pt x="14741" y="17642"/>
                    <a:pt x="14959" y="17551"/>
                    <a:pt x="15166" y="17447"/>
                  </a:cubicBezTo>
                  <a:cubicBezTo>
                    <a:pt x="15326" y="17366"/>
                    <a:pt x="15482" y="17278"/>
                    <a:pt x="15632" y="17183"/>
                  </a:cubicBezTo>
                  <a:close/>
                  <a:moveTo>
                    <a:pt x="15938" y="20224"/>
                  </a:moveTo>
                  <a:lnTo>
                    <a:pt x="15938" y="20224"/>
                  </a:lnTo>
                  <a:lnTo>
                    <a:pt x="15938" y="20224"/>
                  </a:lnTo>
                  <a:close/>
                  <a:moveTo>
                    <a:pt x="21397" y="17845"/>
                  </a:moveTo>
                  <a:lnTo>
                    <a:pt x="22419" y="18434"/>
                  </a:lnTo>
                  <a:cubicBezTo>
                    <a:pt x="21944" y="19247"/>
                    <a:pt x="21370" y="19994"/>
                    <a:pt x="20711" y="20656"/>
                  </a:cubicBezTo>
                  <a:cubicBezTo>
                    <a:pt x="20695" y="20673"/>
                    <a:pt x="20676" y="20691"/>
                    <a:pt x="20659" y="20707"/>
                  </a:cubicBezTo>
                  <a:cubicBezTo>
                    <a:pt x="19996" y="21364"/>
                    <a:pt x="19251" y="21940"/>
                    <a:pt x="18439" y="22414"/>
                  </a:cubicBezTo>
                  <a:lnTo>
                    <a:pt x="17850" y="21392"/>
                  </a:lnTo>
                  <a:cubicBezTo>
                    <a:pt x="18572" y="20970"/>
                    <a:pt x="19236" y="20458"/>
                    <a:pt x="19826" y="19872"/>
                  </a:cubicBezTo>
                  <a:cubicBezTo>
                    <a:pt x="19844" y="19856"/>
                    <a:pt x="19861" y="19837"/>
                    <a:pt x="19877" y="19821"/>
                  </a:cubicBezTo>
                  <a:cubicBezTo>
                    <a:pt x="20463" y="19232"/>
                    <a:pt x="20975" y="18567"/>
                    <a:pt x="21397" y="17845"/>
                  </a:cubicBezTo>
                  <a:close/>
                  <a:moveTo>
                    <a:pt x="4412" y="17848"/>
                  </a:moveTo>
                  <a:cubicBezTo>
                    <a:pt x="4834" y="18570"/>
                    <a:pt x="5346" y="19233"/>
                    <a:pt x="5932" y="19824"/>
                  </a:cubicBezTo>
                  <a:cubicBezTo>
                    <a:pt x="5949" y="19841"/>
                    <a:pt x="5967" y="19858"/>
                    <a:pt x="5984" y="19876"/>
                  </a:cubicBezTo>
                  <a:cubicBezTo>
                    <a:pt x="6573" y="20461"/>
                    <a:pt x="7237" y="20971"/>
                    <a:pt x="7960" y="21394"/>
                  </a:cubicBezTo>
                  <a:lnTo>
                    <a:pt x="7369" y="22415"/>
                  </a:lnTo>
                  <a:cubicBezTo>
                    <a:pt x="6557" y="21941"/>
                    <a:pt x="5812" y="21366"/>
                    <a:pt x="5149" y="20708"/>
                  </a:cubicBezTo>
                  <a:cubicBezTo>
                    <a:pt x="5131" y="20692"/>
                    <a:pt x="5115" y="20673"/>
                    <a:pt x="5097" y="20657"/>
                  </a:cubicBezTo>
                  <a:cubicBezTo>
                    <a:pt x="4440" y="19994"/>
                    <a:pt x="3864" y="19248"/>
                    <a:pt x="3391" y="18437"/>
                  </a:cubicBezTo>
                  <a:lnTo>
                    <a:pt x="4412" y="17848"/>
                  </a:lnTo>
                  <a:close/>
                  <a:moveTo>
                    <a:pt x="22652" y="13288"/>
                  </a:moveTo>
                  <a:lnTo>
                    <a:pt x="22652" y="13288"/>
                  </a:lnTo>
                  <a:cubicBezTo>
                    <a:pt x="22623" y="14011"/>
                    <a:pt x="22517" y="14715"/>
                    <a:pt x="22338" y="15389"/>
                  </a:cubicBezTo>
                  <a:cubicBezTo>
                    <a:pt x="22332" y="15413"/>
                    <a:pt x="22326" y="15437"/>
                    <a:pt x="22320" y="15461"/>
                  </a:cubicBezTo>
                  <a:cubicBezTo>
                    <a:pt x="22099" y="16267"/>
                    <a:pt x="21779" y="17035"/>
                    <a:pt x="21370" y="17745"/>
                  </a:cubicBezTo>
                  <a:cubicBezTo>
                    <a:pt x="21358" y="17767"/>
                    <a:pt x="21346" y="17787"/>
                    <a:pt x="21332" y="17808"/>
                  </a:cubicBezTo>
                  <a:cubicBezTo>
                    <a:pt x="20913" y="18525"/>
                    <a:pt x="20407" y="19182"/>
                    <a:pt x="19825" y="19768"/>
                  </a:cubicBezTo>
                  <a:cubicBezTo>
                    <a:pt x="19808" y="19786"/>
                    <a:pt x="19790" y="19803"/>
                    <a:pt x="19773" y="19820"/>
                  </a:cubicBezTo>
                  <a:cubicBezTo>
                    <a:pt x="19188" y="20402"/>
                    <a:pt x="18529" y="20908"/>
                    <a:pt x="17813" y="21327"/>
                  </a:cubicBezTo>
                  <a:cubicBezTo>
                    <a:pt x="17792" y="21341"/>
                    <a:pt x="17771" y="21352"/>
                    <a:pt x="17750" y="21364"/>
                  </a:cubicBezTo>
                  <a:cubicBezTo>
                    <a:pt x="17039" y="21772"/>
                    <a:pt x="16273" y="22094"/>
                    <a:pt x="15466" y="22314"/>
                  </a:cubicBezTo>
                  <a:cubicBezTo>
                    <a:pt x="15443" y="22321"/>
                    <a:pt x="15418" y="22327"/>
                    <a:pt x="15394" y="22333"/>
                  </a:cubicBezTo>
                  <a:cubicBezTo>
                    <a:pt x="14719" y="22512"/>
                    <a:pt x="14016" y="22618"/>
                    <a:pt x="13293" y="22647"/>
                  </a:cubicBezTo>
                  <a:lnTo>
                    <a:pt x="13681" y="19483"/>
                  </a:lnTo>
                  <a:cubicBezTo>
                    <a:pt x="14242" y="19418"/>
                    <a:pt x="14783" y="19283"/>
                    <a:pt x="15293" y="19084"/>
                  </a:cubicBezTo>
                  <a:lnTo>
                    <a:pt x="15938" y="20224"/>
                  </a:lnTo>
                  <a:lnTo>
                    <a:pt x="15588" y="18962"/>
                  </a:lnTo>
                  <a:cubicBezTo>
                    <a:pt x="16135" y="18718"/>
                    <a:pt x="16645" y="18404"/>
                    <a:pt x="17101" y="18030"/>
                  </a:cubicBezTo>
                  <a:lnTo>
                    <a:pt x="19313" y="19309"/>
                  </a:lnTo>
                  <a:lnTo>
                    <a:pt x="18034" y="17097"/>
                  </a:lnTo>
                  <a:cubicBezTo>
                    <a:pt x="18409" y="16639"/>
                    <a:pt x="18722" y="16131"/>
                    <a:pt x="18966" y="15584"/>
                  </a:cubicBezTo>
                  <a:lnTo>
                    <a:pt x="20228" y="15934"/>
                  </a:lnTo>
                  <a:lnTo>
                    <a:pt x="20228" y="15934"/>
                  </a:lnTo>
                  <a:lnTo>
                    <a:pt x="19088" y="15289"/>
                  </a:lnTo>
                  <a:cubicBezTo>
                    <a:pt x="19286" y="14779"/>
                    <a:pt x="19422" y="14238"/>
                    <a:pt x="19488" y="13676"/>
                  </a:cubicBezTo>
                  <a:lnTo>
                    <a:pt x="22652" y="13288"/>
                  </a:lnTo>
                  <a:close/>
                  <a:moveTo>
                    <a:pt x="3158" y="13289"/>
                  </a:moveTo>
                  <a:lnTo>
                    <a:pt x="6323" y="13677"/>
                  </a:lnTo>
                  <a:cubicBezTo>
                    <a:pt x="6386" y="14239"/>
                    <a:pt x="6523" y="14780"/>
                    <a:pt x="6720" y="15289"/>
                  </a:cubicBezTo>
                  <a:lnTo>
                    <a:pt x="5580" y="15934"/>
                  </a:lnTo>
                  <a:lnTo>
                    <a:pt x="5580" y="15934"/>
                  </a:lnTo>
                  <a:lnTo>
                    <a:pt x="6843" y="15584"/>
                  </a:lnTo>
                  <a:cubicBezTo>
                    <a:pt x="7087" y="16131"/>
                    <a:pt x="7400" y="16641"/>
                    <a:pt x="7775" y="17097"/>
                  </a:cubicBezTo>
                  <a:lnTo>
                    <a:pt x="6495" y="19309"/>
                  </a:lnTo>
                  <a:lnTo>
                    <a:pt x="8708" y="18030"/>
                  </a:lnTo>
                  <a:cubicBezTo>
                    <a:pt x="9166" y="18404"/>
                    <a:pt x="9673" y="18718"/>
                    <a:pt x="10220" y="18961"/>
                  </a:cubicBezTo>
                  <a:lnTo>
                    <a:pt x="9871" y="20224"/>
                  </a:lnTo>
                  <a:lnTo>
                    <a:pt x="10516" y="19084"/>
                  </a:lnTo>
                  <a:cubicBezTo>
                    <a:pt x="11027" y="19281"/>
                    <a:pt x="11567" y="19418"/>
                    <a:pt x="12129" y="19484"/>
                  </a:cubicBezTo>
                  <a:lnTo>
                    <a:pt x="12518" y="22648"/>
                  </a:lnTo>
                  <a:cubicBezTo>
                    <a:pt x="11794" y="22619"/>
                    <a:pt x="11090" y="22513"/>
                    <a:pt x="10415" y="22334"/>
                  </a:cubicBezTo>
                  <a:cubicBezTo>
                    <a:pt x="10392" y="22328"/>
                    <a:pt x="10368" y="22322"/>
                    <a:pt x="10344" y="22315"/>
                  </a:cubicBezTo>
                  <a:cubicBezTo>
                    <a:pt x="9537" y="22095"/>
                    <a:pt x="8769" y="21775"/>
                    <a:pt x="8061" y="21365"/>
                  </a:cubicBezTo>
                  <a:cubicBezTo>
                    <a:pt x="8038" y="21353"/>
                    <a:pt x="8017" y="21342"/>
                    <a:pt x="7997" y="21328"/>
                  </a:cubicBezTo>
                  <a:cubicBezTo>
                    <a:pt x="7280" y="20909"/>
                    <a:pt x="6622" y="20403"/>
                    <a:pt x="6036" y="19821"/>
                  </a:cubicBezTo>
                  <a:cubicBezTo>
                    <a:pt x="6019" y="19804"/>
                    <a:pt x="6002" y="19786"/>
                    <a:pt x="5985" y="19769"/>
                  </a:cubicBezTo>
                  <a:cubicBezTo>
                    <a:pt x="5404" y="19183"/>
                    <a:pt x="4896" y="18525"/>
                    <a:pt x="4477" y="17809"/>
                  </a:cubicBezTo>
                  <a:cubicBezTo>
                    <a:pt x="4465" y="17788"/>
                    <a:pt x="4453" y="17767"/>
                    <a:pt x="4440" y="17746"/>
                  </a:cubicBezTo>
                  <a:cubicBezTo>
                    <a:pt x="4033" y="17035"/>
                    <a:pt x="3712" y="16268"/>
                    <a:pt x="3491" y="15462"/>
                  </a:cubicBezTo>
                  <a:cubicBezTo>
                    <a:pt x="3485" y="15438"/>
                    <a:pt x="3478" y="15414"/>
                    <a:pt x="3471" y="15390"/>
                  </a:cubicBezTo>
                  <a:cubicBezTo>
                    <a:pt x="3294" y="14715"/>
                    <a:pt x="3187" y="14012"/>
                    <a:pt x="3158" y="13289"/>
                  </a:cubicBezTo>
                  <a:close/>
                  <a:moveTo>
                    <a:pt x="8021" y="21430"/>
                  </a:moveTo>
                  <a:cubicBezTo>
                    <a:pt x="8737" y="21842"/>
                    <a:pt x="9509" y="22166"/>
                    <a:pt x="10323" y="22386"/>
                  </a:cubicBezTo>
                  <a:lnTo>
                    <a:pt x="10019" y="23526"/>
                  </a:lnTo>
                  <a:cubicBezTo>
                    <a:pt x="9105" y="23277"/>
                    <a:pt x="8237" y="22915"/>
                    <a:pt x="7432" y="22452"/>
                  </a:cubicBezTo>
                  <a:lnTo>
                    <a:pt x="8021" y="21430"/>
                  </a:lnTo>
                  <a:close/>
                  <a:moveTo>
                    <a:pt x="17786" y="21431"/>
                  </a:moveTo>
                  <a:lnTo>
                    <a:pt x="18375" y="22453"/>
                  </a:lnTo>
                  <a:cubicBezTo>
                    <a:pt x="17571" y="22915"/>
                    <a:pt x="16704" y="23277"/>
                    <a:pt x="15790" y="23526"/>
                  </a:cubicBezTo>
                  <a:lnTo>
                    <a:pt x="15484" y="22388"/>
                  </a:lnTo>
                  <a:cubicBezTo>
                    <a:pt x="16297" y="22166"/>
                    <a:pt x="17070" y="21843"/>
                    <a:pt x="17786" y="21431"/>
                  </a:cubicBezTo>
                  <a:close/>
                  <a:moveTo>
                    <a:pt x="10396" y="22406"/>
                  </a:moveTo>
                  <a:cubicBezTo>
                    <a:pt x="11081" y="22587"/>
                    <a:pt x="11794" y="22695"/>
                    <a:pt x="12526" y="22724"/>
                  </a:cubicBezTo>
                  <a:lnTo>
                    <a:pt x="12673" y="23907"/>
                  </a:lnTo>
                  <a:cubicBezTo>
                    <a:pt x="11781" y="23887"/>
                    <a:pt x="10917" y="23763"/>
                    <a:pt x="10090" y="23545"/>
                  </a:cubicBezTo>
                  <a:lnTo>
                    <a:pt x="10396" y="22406"/>
                  </a:lnTo>
                  <a:close/>
                  <a:moveTo>
                    <a:pt x="15413" y="22406"/>
                  </a:moveTo>
                  <a:lnTo>
                    <a:pt x="15718" y="23545"/>
                  </a:lnTo>
                  <a:cubicBezTo>
                    <a:pt x="14892" y="23763"/>
                    <a:pt x="14026" y="23887"/>
                    <a:pt x="13137" y="23907"/>
                  </a:cubicBezTo>
                  <a:lnTo>
                    <a:pt x="13282" y="22724"/>
                  </a:lnTo>
                  <a:cubicBezTo>
                    <a:pt x="14016" y="22695"/>
                    <a:pt x="14729" y="22587"/>
                    <a:pt x="15413" y="22406"/>
                  </a:cubicBezTo>
                  <a:close/>
                  <a:moveTo>
                    <a:pt x="12780" y="15671"/>
                  </a:moveTo>
                  <a:cubicBezTo>
                    <a:pt x="12794" y="15671"/>
                    <a:pt x="12809" y="15672"/>
                    <a:pt x="12823" y="15672"/>
                  </a:cubicBezTo>
                  <a:lnTo>
                    <a:pt x="12823" y="17278"/>
                  </a:lnTo>
                  <a:lnTo>
                    <a:pt x="12824" y="17278"/>
                  </a:lnTo>
                  <a:lnTo>
                    <a:pt x="12824" y="17519"/>
                  </a:lnTo>
                  <a:lnTo>
                    <a:pt x="12824" y="17898"/>
                  </a:lnTo>
                  <a:lnTo>
                    <a:pt x="12824" y="17978"/>
                  </a:lnTo>
                  <a:lnTo>
                    <a:pt x="12824" y="19368"/>
                  </a:lnTo>
                  <a:lnTo>
                    <a:pt x="12824" y="19448"/>
                  </a:lnTo>
                  <a:lnTo>
                    <a:pt x="12824" y="19528"/>
                  </a:lnTo>
                  <a:lnTo>
                    <a:pt x="12824" y="22654"/>
                  </a:lnTo>
                  <a:lnTo>
                    <a:pt x="12824" y="22728"/>
                  </a:lnTo>
                  <a:lnTo>
                    <a:pt x="12824" y="23907"/>
                  </a:lnTo>
                  <a:lnTo>
                    <a:pt x="12824" y="23980"/>
                  </a:lnTo>
                  <a:lnTo>
                    <a:pt x="12824" y="24484"/>
                  </a:lnTo>
                  <a:lnTo>
                    <a:pt x="12762" y="23979"/>
                  </a:lnTo>
                  <a:lnTo>
                    <a:pt x="12753" y="23905"/>
                  </a:lnTo>
                  <a:lnTo>
                    <a:pt x="12608" y="22721"/>
                  </a:lnTo>
                  <a:lnTo>
                    <a:pt x="12598" y="22648"/>
                  </a:lnTo>
                  <a:lnTo>
                    <a:pt x="12210" y="19492"/>
                  </a:lnTo>
                  <a:lnTo>
                    <a:pt x="12200" y="19409"/>
                  </a:lnTo>
                  <a:lnTo>
                    <a:pt x="12190" y="19327"/>
                  </a:lnTo>
                  <a:lnTo>
                    <a:pt x="12014" y="17897"/>
                  </a:lnTo>
                  <a:lnTo>
                    <a:pt x="12004" y="17813"/>
                  </a:lnTo>
                  <a:lnTo>
                    <a:pt x="11954" y="17417"/>
                  </a:lnTo>
                  <a:lnTo>
                    <a:pt x="11924" y="17163"/>
                  </a:lnTo>
                  <a:lnTo>
                    <a:pt x="11866" y="16693"/>
                  </a:lnTo>
                  <a:lnTo>
                    <a:pt x="11809" y="16231"/>
                  </a:lnTo>
                  <a:lnTo>
                    <a:pt x="12282" y="15960"/>
                  </a:lnTo>
                  <a:lnTo>
                    <a:pt x="12780" y="15671"/>
                  </a:lnTo>
                  <a:close/>
                  <a:moveTo>
                    <a:pt x="12902" y="1"/>
                  </a:moveTo>
                  <a:lnTo>
                    <a:pt x="12679" y="1819"/>
                  </a:lnTo>
                  <a:cubicBezTo>
                    <a:pt x="12441" y="1824"/>
                    <a:pt x="12206" y="1837"/>
                    <a:pt x="11973" y="1857"/>
                  </a:cubicBezTo>
                  <a:lnTo>
                    <a:pt x="11943" y="1514"/>
                  </a:lnTo>
                  <a:lnTo>
                    <a:pt x="11870" y="1522"/>
                  </a:lnTo>
                  <a:lnTo>
                    <a:pt x="11900" y="1862"/>
                  </a:lnTo>
                  <a:cubicBezTo>
                    <a:pt x="11601" y="1889"/>
                    <a:pt x="11306" y="1927"/>
                    <a:pt x="11014" y="1978"/>
                  </a:cubicBezTo>
                  <a:lnTo>
                    <a:pt x="10955" y="1641"/>
                  </a:lnTo>
                  <a:lnTo>
                    <a:pt x="10882" y="1654"/>
                  </a:lnTo>
                  <a:lnTo>
                    <a:pt x="10941" y="1991"/>
                  </a:lnTo>
                  <a:cubicBezTo>
                    <a:pt x="10646" y="2044"/>
                    <a:pt x="10356" y="2107"/>
                    <a:pt x="10069" y="2183"/>
                  </a:cubicBezTo>
                  <a:lnTo>
                    <a:pt x="9982" y="1854"/>
                  </a:lnTo>
                  <a:lnTo>
                    <a:pt x="9911" y="1873"/>
                  </a:lnTo>
                  <a:lnTo>
                    <a:pt x="9998" y="2203"/>
                  </a:lnTo>
                  <a:cubicBezTo>
                    <a:pt x="9709" y="2281"/>
                    <a:pt x="9426" y="2373"/>
                    <a:pt x="9147" y="2473"/>
                  </a:cubicBezTo>
                  <a:lnTo>
                    <a:pt x="9030" y="2152"/>
                  </a:lnTo>
                  <a:lnTo>
                    <a:pt x="8960" y="2178"/>
                  </a:lnTo>
                  <a:lnTo>
                    <a:pt x="9078" y="2499"/>
                  </a:lnTo>
                  <a:cubicBezTo>
                    <a:pt x="8798" y="2602"/>
                    <a:pt x="8522" y="2716"/>
                    <a:pt x="8253" y="2840"/>
                  </a:cubicBezTo>
                  <a:lnTo>
                    <a:pt x="8108" y="2530"/>
                  </a:lnTo>
                  <a:lnTo>
                    <a:pt x="8041" y="2561"/>
                  </a:lnTo>
                  <a:lnTo>
                    <a:pt x="8185" y="2871"/>
                  </a:lnTo>
                  <a:cubicBezTo>
                    <a:pt x="7916" y="2999"/>
                    <a:pt x="7650" y="3136"/>
                    <a:pt x="7393" y="3284"/>
                  </a:cubicBezTo>
                  <a:lnTo>
                    <a:pt x="7222" y="2988"/>
                  </a:lnTo>
                  <a:lnTo>
                    <a:pt x="7159" y="3025"/>
                  </a:lnTo>
                  <a:lnTo>
                    <a:pt x="7330" y="3323"/>
                  </a:lnTo>
                  <a:cubicBezTo>
                    <a:pt x="7072" y="3474"/>
                    <a:pt x="6823" y="3635"/>
                    <a:pt x="6578" y="3805"/>
                  </a:cubicBezTo>
                  <a:lnTo>
                    <a:pt x="6380" y="3521"/>
                  </a:lnTo>
                  <a:lnTo>
                    <a:pt x="6319" y="3564"/>
                  </a:lnTo>
                  <a:lnTo>
                    <a:pt x="6518" y="3848"/>
                  </a:lnTo>
                  <a:cubicBezTo>
                    <a:pt x="6274" y="4019"/>
                    <a:pt x="6038" y="4201"/>
                    <a:pt x="5809" y="4392"/>
                  </a:cubicBezTo>
                  <a:lnTo>
                    <a:pt x="5586" y="4127"/>
                  </a:lnTo>
                  <a:lnTo>
                    <a:pt x="5530" y="4174"/>
                  </a:lnTo>
                  <a:lnTo>
                    <a:pt x="5753" y="4439"/>
                  </a:lnTo>
                  <a:cubicBezTo>
                    <a:pt x="5526" y="4632"/>
                    <a:pt x="5306" y="4831"/>
                    <a:pt x="5094" y="5042"/>
                  </a:cubicBezTo>
                  <a:lnTo>
                    <a:pt x="4849" y="4797"/>
                  </a:lnTo>
                  <a:lnTo>
                    <a:pt x="4797" y="4849"/>
                  </a:lnTo>
                  <a:lnTo>
                    <a:pt x="5043" y="5094"/>
                  </a:lnTo>
                  <a:cubicBezTo>
                    <a:pt x="4832" y="5305"/>
                    <a:pt x="4632" y="5526"/>
                    <a:pt x="4440" y="5753"/>
                  </a:cubicBezTo>
                  <a:lnTo>
                    <a:pt x="4174" y="5530"/>
                  </a:lnTo>
                  <a:lnTo>
                    <a:pt x="4127" y="5587"/>
                  </a:lnTo>
                  <a:lnTo>
                    <a:pt x="4393" y="5810"/>
                  </a:lnTo>
                  <a:cubicBezTo>
                    <a:pt x="4202" y="6038"/>
                    <a:pt x="4019" y="6274"/>
                    <a:pt x="3848" y="6517"/>
                  </a:cubicBezTo>
                  <a:lnTo>
                    <a:pt x="3564" y="6319"/>
                  </a:lnTo>
                  <a:lnTo>
                    <a:pt x="3522" y="6379"/>
                  </a:lnTo>
                  <a:lnTo>
                    <a:pt x="3806" y="6578"/>
                  </a:lnTo>
                  <a:cubicBezTo>
                    <a:pt x="3635" y="6822"/>
                    <a:pt x="3474" y="7072"/>
                    <a:pt x="3323" y="7330"/>
                  </a:cubicBezTo>
                  <a:lnTo>
                    <a:pt x="3026" y="7158"/>
                  </a:lnTo>
                  <a:lnTo>
                    <a:pt x="2987" y="7222"/>
                  </a:lnTo>
                  <a:lnTo>
                    <a:pt x="3285" y="7393"/>
                  </a:lnTo>
                  <a:cubicBezTo>
                    <a:pt x="3136" y="7651"/>
                    <a:pt x="3000" y="7915"/>
                    <a:pt x="2872" y="8185"/>
                  </a:cubicBezTo>
                  <a:lnTo>
                    <a:pt x="2561" y="8039"/>
                  </a:lnTo>
                  <a:lnTo>
                    <a:pt x="2530" y="8106"/>
                  </a:lnTo>
                  <a:lnTo>
                    <a:pt x="2841" y="8251"/>
                  </a:lnTo>
                  <a:cubicBezTo>
                    <a:pt x="2716" y="8520"/>
                    <a:pt x="2603" y="8795"/>
                    <a:pt x="2499" y="9076"/>
                  </a:cubicBezTo>
                  <a:lnTo>
                    <a:pt x="2178" y="8958"/>
                  </a:lnTo>
                  <a:lnTo>
                    <a:pt x="2152" y="9029"/>
                  </a:lnTo>
                  <a:lnTo>
                    <a:pt x="2474" y="9146"/>
                  </a:lnTo>
                  <a:cubicBezTo>
                    <a:pt x="2373" y="9425"/>
                    <a:pt x="2281" y="9709"/>
                    <a:pt x="2202" y="9997"/>
                  </a:cubicBezTo>
                  <a:lnTo>
                    <a:pt x="1873" y="9910"/>
                  </a:lnTo>
                  <a:lnTo>
                    <a:pt x="1855" y="9980"/>
                  </a:lnTo>
                  <a:lnTo>
                    <a:pt x="2183" y="10068"/>
                  </a:lnTo>
                  <a:cubicBezTo>
                    <a:pt x="2107" y="10354"/>
                    <a:pt x="2043" y="10645"/>
                    <a:pt x="1991" y="10939"/>
                  </a:cubicBezTo>
                  <a:lnTo>
                    <a:pt x="1654" y="10881"/>
                  </a:lnTo>
                  <a:lnTo>
                    <a:pt x="1641" y="10953"/>
                  </a:lnTo>
                  <a:lnTo>
                    <a:pt x="1978" y="11012"/>
                  </a:lnTo>
                  <a:cubicBezTo>
                    <a:pt x="1928" y="11304"/>
                    <a:pt x="1889" y="11599"/>
                    <a:pt x="1862" y="11898"/>
                  </a:cubicBezTo>
                  <a:lnTo>
                    <a:pt x="1521" y="11869"/>
                  </a:lnTo>
                  <a:lnTo>
                    <a:pt x="1515" y="11942"/>
                  </a:lnTo>
                  <a:lnTo>
                    <a:pt x="1857" y="11972"/>
                  </a:lnTo>
                  <a:cubicBezTo>
                    <a:pt x="1837" y="12205"/>
                    <a:pt x="1825" y="12440"/>
                    <a:pt x="1820" y="12677"/>
                  </a:cubicBezTo>
                  <a:lnTo>
                    <a:pt x="1" y="12901"/>
                  </a:lnTo>
                  <a:lnTo>
                    <a:pt x="1820" y="13124"/>
                  </a:lnTo>
                  <a:cubicBezTo>
                    <a:pt x="1825" y="13361"/>
                    <a:pt x="1837" y="13595"/>
                    <a:pt x="1857" y="13829"/>
                  </a:cubicBezTo>
                  <a:lnTo>
                    <a:pt x="1515" y="13858"/>
                  </a:lnTo>
                  <a:lnTo>
                    <a:pt x="1521" y="13933"/>
                  </a:lnTo>
                  <a:lnTo>
                    <a:pt x="1862" y="13903"/>
                  </a:lnTo>
                  <a:cubicBezTo>
                    <a:pt x="1889" y="14202"/>
                    <a:pt x="1928" y="14497"/>
                    <a:pt x="1978" y="14789"/>
                  </a:cubicBezTo>
                  <a:lnTo>
                    <a:pt x="1641" y="14848"/>
                  </a:lnTo>
                  <a:lnTo>
                    <a:pt x="1654" y="14920"/>
                  </a:lnTo>
                  <a:lnTo>
                    <a:pt x="1991" y="14861"/>
                  </a:lnTo>
                  <a:cubicBezTo>
                    <a:pt x="2043" y="15156"/>
                    <a:pt x="2107" y="15446"/>
                    <a:pt x="2183" y="15733"/>
                  </a:cubicBezTo>
                  <a:lnTo>
                    <a:pt x="1855" y="15821"/>
                  </a:lnTo>
                  <a:lnTo>
                    <a:pt x="1873" y="15891"/>
                  </a:lnTo>
                  <a:lnTo>
                    <a:pt x="2202" y="15803"/>
                  </a:lnTo>
                  <a:cubicBezTo>
                    <a:pt x="2281" y="16092"/>
                    <a:pt x="2373" y="16376"/>
                    <a:pt x="2474" y="16654"/>
                  </a:cubicBezTo>
                  <a:lnTo>
                    <a:pt x="2152" y="16772"/>
                  </a:lnTo>
                  <a:lnTo>
                    <a:pt x="2178" y="16842"/>
                  </a:lnTo>
                  <a:lnTo>
                    <a:pt x="2499" y="16725"/>
                  </a:lnTo>
                  <a:cubicBezTo>
                    <a:pt x="2603" y="17004"/>
                    <a:pt x="2717" y="17281"/>
                    <a:pt x="2841" y="17550"/>
                  </a:cubicBezTo>
                  <a:lnTo>
                    <a:pt x="2530" y="17694"/>
                  </a:lnTo>
                  <a:lnTo>
                    <a:pt x="2561" y="17761"/>
                  </a:lnTo>
                  <a:lnTo>
                    <a:pt x="2872" y="17617"/>
                  </a:lnTo>
                  <a:cubicBezTo>
                    <a:pt x="3000" y="17886"/>
                    <a:pt x="3136" y="18152"/>
                    <a:pt x="3285" y="18408"/>
                  </a:cubicBezTo>
                  <a:lnTo>
                    <a:pt x="2987" y="18581"/>
                  </a:lnTo>
                  <a:lnTo>
                    <a:pt x="3026" y="18644"/>
                  </a:lnTo>
                  <a:lnTo>
                    <a:pt x="3323" y="18472"/>
                  </a:lnTo>
                  <a:cubicBezTo>
                    <a:pt x="3474" y="18730"/>
                    <a:pt x="3635" y="18980"/>
                    <a:pt x="3806" y="19223"/>
                  </a:cubicBezTo>
                  <a:lnTo>
                    <a:pt x="3522" y="19423"/>
                  </a:lnTo>
                  <a:lnTo>
                    <a:pt x="3564" y="19483"/>
                  </a:lnTo>
                  <a:lnTo>
                    <a:pt x="3848" y="19284"/>
                  </a:lnTo>
                  <a:cubicBezTo>
                    <a:pt x="4019" y="19528"/>
                    <a:pt x="4202" y="19764"/>
                    <a:pt x="4393" y="19992"/>
                  </a:cubicBezTo>
                  <a:lnTo>
                    <a:pt x="4127" y="20216"/>
                  </a:lnTo>
                  <a:lnTo>
                    <a:pt x="4174" y="20273"/>
                  </a:lnTo>
                  <a:lnTo>
                    <a:pt x="4440" y="20049"/>
                  </a:lnTo>
                  <a:cubicBezTo>
                    <a:pt x="4632" y="20276"/>
                    <a:pt x="4832" y="20497"/>
                    <a:pt x="5043" y="20708"/>
                  </a:cubicBezTo>
                  <a:lnTo>
                    <a:pt x="4797" y="20954"/>
                  </a:lnTo>
                  <a:lnTo>
                    <a:pt x="4849" y="21005"/>
                  </a:lnTo>
                  <a:lnTo>
                    <a:pt x="5094" y="20760"/>
                  </a:lnTo>
                  <a:cubicBezTo>
                    <a:pt x="5306" y="20970"/>
                    <a:pt x="5526" y="21170"/>
                    <a:pt x="5753" y="21362"/>
                  </a:cubicBezTo>
                  <a:lnTo>
                    <a:pt x="5530" y="21627"/>
                  </a:lnTo>
                  <a:lnTo>
                    <a:pt x="5586" y="21676"/>
                  </a:lnTo>
                  <a:lnTo>
                    <a:pt x="5809" y="21410"/>
                  </a:lnTo>
                  <a:cubicBezTo>
                    <a:pt x="6038" y="21601"/>
                    <a:pt x="6274" y="21782"/>
                    <a:pt x="6518" y="21955"/>
                  </a:cubicBezTo>
                  <a:lnTo>
                    <a:pt x="6319" y="22238"/>
                  </a:lnTo>
                  <a:lnTo>
                    <a:pt x="6380" y="22281"/>
                  </a:lnTo>
                  <a:lnTo>
                    <a:pt x="6578" y="21997"/>
                  </a:lnTo>
                  <a:cubicBezTo>
                    <a:pt x="6823" y="22167"/>
                    <a:pt x="7072" y="22328"/>
                    <a:pt x="7330" y="22479"/>
                  </a:cubicBezTo>
                  <a:lnTo>
                    <a:pt x="7159" y="22777"/>
                  </a:lnTo>
                  <a:lnTo>
                    <a:pt x="7222" y="22814"/>
                  </a:lnTo>
                  <a:lnTo>
                    <a:pt x="7393" y="22518"/>
                  </a:lnTo>
                  <a:cubicBezTo>
                    <a:pt x="7651" y="22666"/>
                    <a:pt x="7916" y="22803"/>
                    <a:pt x="8185" y="22931"/>
                  </a:cubicBezTo>
                  <a:lnTo>
                    <a:pt x="8041" y="23241"/>
                  </a:lnTo>
                  <a:lnTo>
                    <a:pt x="8108" y="23272"/>
                  </a:lnTo>
                  <a:lnTo>
                    <a:pt x="8253" y="22962"/>
                  </a:lnTo>
                  <a:cubicBezTo>
                    <a:pt x="8522" y="23086"/>
                    <a:pt x="8796" y="23200"/>
                    <a:pt x="9078" y="23303"/>
                  </a:cubicBezTo>
                  <a:lnTo>
                    <a:pt x="8960" y="23624"/>
                  </a:lnTo>
                  <a:lnTo>
                    <a:pt x="9030" y="23650"/>
                  </a:lnTo>
                  <a:lnTo>
                    <a:pt x="9147" y="23329"/>
                  </a:lnTo>
                  <a:cubicBezTo>
                    <a:pt x="9426" y="23430"/>
                    <a:pt x="9709" y="23521"/>
                    <a:pt x="9998" y="23600"/>
                  </a:cubicBezTo>
                  <a:lnTo>
                    <a:pt x="9911" y="23928"/>
                  </a:lnTo>
                  <a:lnTo>
                    <a:pt x="9982" y="23948"/>
                  </a:lnTo>
                  <a:lnTo>
                    <a:pt x="10069" y="23619"/>
                  </a:lnTo>
                  <a:cubicBezTo>
                    <a:pt x="10356" y="23695"/>
                    <a:pt x="10647" y="23758"/>
                    <a:pt x="10941" y="23812"/>
                  </a:cubicBezTo>
                  <a:lnTo>
                    <a:pt x="10882" y="24148"/>
                  </a:lnTo>
                  <a:lnTo>
                    <a:pt x="10955" y="24160"/>
                  </a:lnTo>
                  <a:lnTo>
                    <a:pt x="11014" y="23824"/>
                  </a:lnTo>
                  <a:cubicBezTo>
                    <a:pt x="11306" y="23875"/>
                    <a:pt x="11601" y="23913"/>
                    <a:pt x="11900" y="23941"/>
                  </a:cubicBezTo>
                  <a:lnTo>
                    <a:pt x="11870" y="24281"/>
                  </a:lnTo>
                  <a:lnTo>
                    <a:pt x="11943" y="24287"/>
                  </a:lnTo>
                  <a:lnTo>
                    <a:pt x="11973" y="23946"/>
                  </a:lnTo>
                  <a:cubicBezTo>
                    <a:pt x="12206" y="23964"/>
                    <a:pt x="12441" y="23978"/>
                    <a:pt x="12679" y="23983"/>
                  </a:cubicBezTo>
                  <a:lnTo>
                    <a:pt x="12902" y="25801"/>
                  </a:lnTo>
                  <a:lnTo>
                    <a:pt x="13125" y="23983"/>
                  </a:lnTo>
                  <a:cubicBezTo>
                    <a:pt x="13362" y="23978"/>
                    <a:pt x="13597" y="23964"/>
                    <a:pt x="13830" y="23946"/>
                  </a:cubicBezTo>
                  <a:lnTo>
                    <a:pt x="13860" y="24287"/>
                  </a:lnTo>
                  <a:lnTo>
                    <a:pt x="13933" y="24281"/>
                  </a:lnTo>
                  <a:lnTo>
                    <a:pt x="13903" y="23941"/>
                  </a:lnTo>
                  <a:cubicBezTo>
                    <a:pt x="14203" y="23913"/>
                    <a:pt x="14499" y="23875"/>
                    <a:pt x="14790" y="23824"/>
                  </a:cubicBezTo>
                  <a:lnTo>
                    <a:pt x="14850" y="24160"/>
                  </a:lnTo>
                  <a:lnTo>
                    <a:pt x="14922" y="24148"/>
                  </a:lnTo>
                  <a:lnTo>
                    <a:pt x="14862" y="23812"/>
                  </a:lnTo>
                  <a:cubicBezTo>
                    <a:pt x="15157" y="23758"/>
                    <a:pt x="15448" y="23695"/>
                    <a:pt x="15734" y="23619"/>
                  </a:cubicBezTo>
                  <a:lnTo>
                    <a:pt x="15822" y="23948"/>
                  </a:lnTo>
                  <a:lnTo>
                    <a:pt x="15893" y="23928"/>
                  </a:lnTo>
                  <a:lnTo>
                    <a:pt x="15805" y="23600"/>
                  </a:lnTo>
                  <a:cubicBezTo>
                    <a:pt x="16094" y="23521"/>
                    <a:pt x="16378" y="23430"/>
                    <a:pt x="16656" y="23329"/>
                  </a:cubicBezTo>
                  <a:lnTo>
                    <a:pt x="16774" y="23650"/>
                  </a:lnTo>
                  <a:lnTo>
                    <a:pt x="16843" y="23624"/>
                  </a:lnTo>
                  <a:lnTo>
                    <a:pt x="16725" y="23303"/>
                  </a:lnTo>
                  <a:cubicBezTo>
                    <a:pt x="17006" y="23200"/>
                    <a:pt x="17281" y="23085"/>
                    <a:pt x="17551" y="22962"/>
                  </a:cubicBezTo>
                  <a:lnTo>
                    <a:pt x="17695" y="23272"/>
                  </a:lnTo>
                  <a:lnTo>
                    <a:pt x="17762" y="23241"/>
                  </a:lnTo>
                  <a:lnTo>
                    <a:pt x="17618" y="22931"/>
                  </a:lnTo>
                  <a:cubicBezTo>
                    <a:pt x="17888" y="22803"/>
                    <a:pt x="18153" y="22666"/>
                    <a:pt x="18410" y="22518"/>
                  </a:cubicBezTo>
                  <a:lnTo>
                    <a:pt x="18581" y="22814"/>
                  </a:lnTo>
                  <a:lnTo>
                    <a:pt x="18644" y="22777"/>
                  </a:lnTo>
                  <a:lnTo>
                    <a:pt x="18473" y="22479"/>
                  </a:lnTo>
                  <a:cubicBezTo>
                    <a:pt x="18731" y="22328"/>
                    <a:pt x="18982" y="22167"/>
                    <a:pt x="19225" y="21997"/>
                  </a:cubicBezTo>
                  <a:lnTo>
                    <a:pt x="19423" y="22281"/>
                  </a:lnTo>
                  <a:lnTo>
                    <a:pt x="19484" y="22238"/>
                  </a:lnTo>
                  <a:lnTo>
                    <a:pt x="19286" y="21955"/>
                  </a:lnTo>
                  <a:cubicBezTo>
                    <a:pt x="19530" y="21782"/>
                    <a:pt x="19766" y="21601"/>
                    <a:pt x="19994" y="21410"/>
                  </a:cubicBezTo>
                  <a:lnTo>
                    <a:pt x="20217" y="21676"/>
                  </a:lnTo>
                  <a:lnTo>
                    <a:pt x="20274" y="21627"/>
                  </a:lnTo>
                  <a:lnTo>
                    <a:pt x="20051" y="21362"/>
                  </a:lnTo>
                  <a:cubicBezTo>
                    <a:pt x="20278" y="21170"/>
                    <a:pt x="20498" y="20970"/>
                    <a:pt x="20710" y="20760"/>
                  </a:cubicBezTo>
                  <a:lnTo>
                    <a:pt x="20955" y="21005"/>
                  </a:lnTo>
                  <a:lnTo>
                    <a:pt x="21006" y="20954"/>
                  </a:lnTo>
                  <a:lnTo>
                    <a:pt x="20762" y="20708"/>
                  </a:lnTo>
                  <a:cubicBezTo>
                    <a:pt x="20971" y="20497"/>
                    <a:pt x="21171" y="20276"/>
                    <a:pt x="21363" y="20049"/>
                  </a:cubicBezTo>
                  <a:lnTo>
                    <a:pt x="21629" y="20273"/>
                  </a:lnTo>
                  <a:lnTo>
                    <a:pt x="21677" y="20216"/>
                  </a:lnTo>
                  <a:lnTo>
                    <a:pt x="21412" y="19992"/>
                  </a:lnTo>
                  <a:cubicBezTo>
                    <a:pt x="21602" y="19764"/>
                    <a:pt x="21784" y="19528"/>
                    <a:pt x="21955" y="19284"/>
                  </a:cubicBezTo>
                  <a:lnTo>
                    <a:pt x="22239" y="19483"/>
                  </a:lnTo>
                  <a:lnTo>
                    <a:pt x="22281" y="19423"/>
                  </a:lnTo>
                  <a:lnTo>
                    <a:pt x="21998" y="19223"/>
                  </a:lnTo>
                  <a:cubicBezTo>
                    <a:pt x="22168" y="18980"/>
                    <a:pt x="22330" y="18730"/>
                    <a:pt x="22480" y="18472"/>
                  </a:cubicBezTo>
                  <a:lnTo>
                    <a:pt x="22779" y="18644"/>
                  </a:lnTo>
                  <a:lnTo>
                    <a:pt x="22816" y="18581"/>
                  </a:lnTo>
                  <a:lnTo>
                    <a:pt x="22519" y="18408"/>
                  </a:lnTo>
                  <a:cubicBezTo>
                    <a:pt x="22667" y="18150"/>
                    <a:pt x="22804" y="17886"/>
                    <a:pt x="22931" y="17617"/>
                  </a:cubicBezTo>
                  <a:lnTo>
                    <a:pt x="23243" y="17762"/>
                  </a:lnTo>
                  <a:lnTo>
                    <a:pt x="23274" y="17695"/>
                  </a:lnTo>
                  <a:lnTo>
                    <a:pt x="22962" y="17551"/>
                  </a:lnTo>
                  <a:cubicBezTo>
                    <a:pt x="23088" y="17282"/>
                    <a:pt x="23202" y="17007"/>
                    <a:pt x="23305" y="16726"/>
                  </a:cubicBezTo>
                  <a:lnTo>
                    <a:pt x="23626" y="16843"/>
                  </a:lnTo>
                  <a:lnTo>
                    <a:pt x="23652" y="16773"/>
                  </a:lnTo>
                  <a:lnTo>
                    <a:pt x="23331" y="16656"/>
                  </a:lnTo>
                  <a:cubicBezTo>
                    <a:pt x="23431" y="16378"/>
                    <a:pt x="23523" y="16094"/>
                    <a:pt x="23601" y="15805"/>
                  </a:cubicBezTo>
                  <a:lnTo>
                    <a:pt x="23930" y="15893"/>
                  </a:lnTo>
                  <a:lnTo>
                    <a:pt x="23950" y="15822"/>
                  </a:lnTo>
                  <a:lnTo>
                    <a:pt x="23621" y="15734"/>
                  </a:lnTo>
                  <a:cubicBezTo>
                    <a:pt x="23697" y="15447"/>
                    <a:pt x="23760" y="15156"/>
                    <a:pt x="23812" y="14862"/>
                  </a:cubicBezTo>
                  <a:lnTo>
                    <a:pt x="24149" y="14921"/>
                  </a:lnTo>
                  <a:lnTo>
                    <a:pt x="24162" y="14849"/>
                  </a:lnTo>
                  <a:lnTo>
                    <a:pt x="23826" y="14790"/>
                  </a:lnTo>
                  <a:cubicBezTo>
                    <a:pt x="23875" y="14498"/>
                    <a:pt x="23915" y="14203"/>
                    <a:pt x="23941" y="13904"/>
                  </a:cubicBezTo>
                  <a:lnTo>
                    <a:pt x="24282" y="13934"/>
                  </a:lnTo>
                  <a:lnTo>
                    <a:pt x="24288" y="13859"/>
                  </a:lnTo>
                  <a:lnTo>
                    <a:pt x="23947" y="13830"/>
                  </a:lnTo>
                  <a:cubicBezTo>
                    <a:pt x="23966" y="13596"/>
                    <a:pt x="23979" y="13362"/>
                    <a:pt x="23984" y="13125"/>
                  </a:cubicBezTo>
                  <a:lnTo>
                    <a:pt x="25803" y="12901"/>
                  </a:lnTo>
                  <a:lnTo>
                    <a:pt x="23984" y="12677"/>
                  </a:lnTo>
                  <a:cubicBezTo>
                    <a:pt x="23979" y="12440"/>
                    <a:pt x="23966" y="12205"/>
                    <a:pt x="23947" y="11972"/>
                  </a:cubicBezTo>
                  <a:lnTo>
                    <a:pt x="24288" y="11942"/>
                  </a:lnTo>
                  <a:lnTo>
                    <a:pt x="24282" y="11869"/>
                  </a:lnTo>
                  <a:lnTo>
                    <a:pt x="23941" y="11898"/>
                  </a:lnTo>
                  <a:cubicBezTo>
                    <a:pt x="23915" y="11599"/>
                    <a:pt x="23875" y="11304"/>
                    <a:pt x="23826" y="11012"/>
                  </a:cubicBezTo>
                  <a:lnTo>
                    <a:pt x="24162" y="10953"/>
                  </a:lnTo>
                  <a:lnTo>
                    <a:pt x="24149" y="10881"/>
                  </a:lnTo>
                  <a:lnTo>
                    <a:pt x="23812" y="10939"/>
                  </a:lnTo>
                  <a:cubicBezTo>
                    <a:pt x="23760" y="10644"/>
                    <a:pt x="23697" y="10354"/>
                    <a:pt x="23621" y="10068"/>
                  </a:cubicBezTo>
                  <a:lnTo>
                    <a:pt x="23950" y="9980"/>
                  </a:lnTo>
                  <a:lnTo>
                    <a:pt x="23930" y="9910"/>
                  </a:lnTo>
                  <a:lnTo>
                    <a:pt x="23601" y="9997"/>
                  </a:lnTo>
                  <a:cubicBezTo>
                    <a:pt x="23523" y="9709"/>
                    <a:pt x="23431" y="9425"/>
                    <a:pt x="23331" y="9146"/>
                  </a:cubicBezTo>
                  <a:lnTo>
                    <a:pt x="23652" y="9029"/>
                  </a:lnTo>
                  <a:lnTo>
                    <a:pt x="23626" y="8958"/>
                  </a:lnTo>
                  <a:lnTo>
                    <a:pt x="23305" y="9076"/>
                  </a:lnTo>
                  <a:cubicBezTo>
                    <a:pt x="23202" y="8796"/>
                    <a:pt x="23086" y="8520"/>
                    <a:pt x="22962" y="8251"/>
                  </a:cubicBezTo>
                  <a:lnTo>
                    <a:pt x="23274" y="8106"/>
                  </a:lnTo>
                  <a:lnTo>
                    <a:pt x="23243" y="8039"/>
                  </a:lnTo>
                  <a:lnTo>
                    <a:pt x="22931" y="8185"/>
                  </a:lnTo>
                  <a:cubicBezTo>
                    <a:pt x="22804" y="7915"/>
                    <a:pt x="22667" y="7650"/>
                    <a:pt x="22519" y="7393"/>
                  </a:cubicBezTo>
                  <a:lnTo>
                    <a:pt x="22816" y="7222"/>
                  </a:lnTo>
                  <a:lnTo>
                    <a:pt x="22779" y="7158"/>
                  </a:lnTo>
                  <a:lnTo>
                    <a:pt x="22480" y="7330"/>
                  </a:lnTo>
                  <a:cubicBezTo>
                    <a:pt x="22330" y="7072"/>
                    <a:pt x="22168" y="6822"/>
                    <a:pt x="21998" y="6578"/>
                  </a:cubicBezTo>
                  <a:lnTo>
                    <a:pt x="22281" y="6379"/>
                  </a:lnTo>
                  <a:lnTo>
                    <a:pt x="22239" y="6319"/>
                  </a:lnTo>
                  <a:lnTo>
                    <a:pt x="21955" y="6517"/>
                  </a:lnTo>
                  <a:cubicBezTo>
                    <a:pt x="21784" y="6274"/>
                    <a:pt x="21602" y="6038"/>
                    <a:pt x="21412" y="5810"/>
                  </a:cubicBezTo>
                  <a:lnTo>
                    <a:pt x="21677" y="5587"/>
                  </a:lnTo>
                  <a:lnTo>
                    <a:pt x="21629" y="5530"/>
                  </a:lnTo>
                  <a:lnTo>
                    <a:pt x="21363" y="5753"/>
                  </a:lnTo>
                  <a:cubicBezTo>
                    <a:pt x="21171" y="5526"/>
                    <a:pt x="20971" y="5305"/>
                    <a:pt x="20762" y="5094"/>
                  </a:cubicBezTo>
                  <a:lnTo>
                    <a:pt x="21006" y="4849"/>
                  </a:lnTo>
                  <a:lnTo>
                    <a:pt x="20955" y="4797"/>
                  </a:lnTo>
                  <a:lnTo>
                    <a:pt x="20710" y="5042"/>
                  </a:lnTo>
                  <a:cubicBezTo>
                    <a:pt x="20498" y="4831"/>
                    <a:pt x="20278" y="4632"/>
                    <a:pt x="20051" y="4439"/>
                  </a:cubicBezTo>
                  <a:lnTo>
                    <a:pt x="20274" y="4174"/>
                  </a:lnTo>
                  <a:lnTo>
                    <a:pt x="20217" y="4127"/>
                  </a:lnTo>
                  <a:lnTo>
                    <a:pt x="19994" y="4392"/>
                  </a:lnTo>
                  <a:cubicBezTo>
                    <a:pt x="19766" y="4201"/>
                    <a:pt x="19530" y="4019"/>
                    <a:pt x="19286" y="3848"/>
                  </a:cubicBezTo>
                  <a:lnTo>
                    <a:pt x="19484" y="3564"/>
                  </a:lnTo>
                  <a:lnTo>
                    <a:pt x="19423" y="3521"/>
                  </a:lnTo>
                  <a:lnTo>
                    <a:pt x="19225" y="3805"/>
                  </a:lnTo>
                  <a:cubicBezTo>
                    <a:pt x="18982" y="3635"/>
                    <a:pt x="18731" y="3474"/>
                    <a:pt x="18473" y="3323"/>
                  </a:cubicBezTo>
                  <a:lnTo>
                    <a:pt x="18644" y="3025"/>
                  </a:lnTo>
                  <a:lnTo>
                    <a:pt x="18581" y="2988"/>
                  </a:lnTo>
                  <a:lnTo>
                    <a:pt x="18410" y="3284"/>
                  </a:lnTo>
                  <a:cubicBezTo>
                    <a:pt x="18152" y="3136"/>
                    <a:pt x="17888" y="2999"/>
                    <a:pt x="17618" y="2871"/>
                  </a:cubicBezTo>
                  <a:lnTo>
                    <a:pt x="17762" y="2561"/>
                  </a:lnTo>
                  <a:lnTo>
                    <a:pt x="17695" y="2530"/>
                  </a:lnTo>
                  <a:lnTo>
                    <a:pt x="17551" y="2840"/>
                  </a:lnTo>
                  <a:cubicBezTo>
                    <a:pt x="17281" y="2715"/>
                    <a:pt x="17007" y="2602"/>
                    <a:pt x="16725" y="2499"/>
                  </a:cubicBezTo>
                  <a:lnTo>
                    <a:pt x="16843" y="2178"/>
                  </a:lnTo>
                  <a:lnTo>
                    <a:pt x="16774" y="2152"/>
                  </a:lnTo>
                  <a:lnTo>
                    <a:pt x="16656" y="2473"/>
                  </a:lnTo>
                  <a:cubicBezTo>
                    <a:pt x="16378" y="2373"/>
                    <a:pt x="16094" y="2281"/>
                    <a:pt x="15805" y="2203"/>
                  </a:cubicBezTo>
                  <a:lnTo>
                    <a:pt x="15893" y="1873"/>
                  </a:lnTo>
                  <a:lnTo>
                    <a:pt x="15822" y="1854"/>
                  </a:lnTo>
                  <a:lnTo>
                    <a:pt x="15734" y="2183"/>
                  </a:lnTo>
                  <a:cubicBezTo>
                    <a:pt x="15448" y="2107"/>
                    <a:pt x="15156" y="2044"/>
                    <a:pt x="14862" y="1991"/>
                  </a:cubicBezTo>
                  <a:lnTo>
                    <a:pt x="14922" y="1654"/>
                  </a:lnTo>
                  <a:lnTo>
                    <a:pt x="14850" y="1641"/>
                  </a:lnTo>
                  <a:lnTo>
                    <a:pt x="14790" y="1978"/>
                  </a:lnTo>
                  <a:cubicBezTo>
                    <a:pt x="14499" y="1927"/>
                    <a:pt x="14203" y="1889"/>
                    <a:pt x="13903" y="1862"/>
                  </a:cubicBezTo>
                  <a:lnTo>
                    <a:pt x="13933" y="1522"/>
                  </a:lnTo>
                  <a:lnTo>
                    <a:pt x="13860" y="1514"/>
                  </a:lnTo>
                  <a:lnTo>
                    <a:pt x="13830" y="1857"/>
                  </a:lnTo>
                  <a:cubicBezTo>
                    <a:pt x="13597" y="1837"/>
                    <a:pt x="13362" y="1824"/>
                    <a:pt x="13125" y="1819"/>
                  </a:cubicBezTo>
                  <a:lnTo>
                    <a:pt x="12902"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5"/>
            <p:cNvSpPr/>
            <p:nvPr/>
          </p:nvSpPr>
          <p:spPr>
            <a:xfrm>
              <a:off x="3963050" y="4335925"/>
              <a:ext cx="108825" cy="108800"/>
            </a:xfrm>
            <a:custGeom>
              <a:rect b="b" l="l" r="r" t="t"/>
              <a:pathLst>
                <a:path extrusionOk="0" h="4352" w="4353">
                  <a:moveTo>
                    <a:pt x="2217" y="244"/>
                  </a:moveTo>
                  <a:cubicBezTo>
                    <a:pt x="2229" y="244"/>
                    <a:pt x="2244" y="244"/>
                    <a:pt x="2257" y="245"/>
                  </a:cubicBezTo>
                  <a:cubicBezTo>
                    <a:pt x="2446" y="254"/>
                    <a:pt x="2630" y="289"/>
                    <a:pt x="2801" y="348"/>
                  </a:cubicBezTo>
                  <a:lnTo>
                    <a:pt x="2781" y="666"/>
                  </a:lnTo>
                  <a:lnTo>
                    <a:pt x="2779" y="707"/>
                  </a:lnTo>
                  <a:lnTo>
                    <a:pt x="2776" y="746"/>
                  </a:lnTo>
                  <a:lnTo>
                    <a:pt x="2770" y="862"/>
                  </a:lnTo>
                  <a:lnTo>
                    <a:pt x="2866" y="758"/>
                  </a:lnTo>
                  <a:lnTo>
                    <a:pt x="2899" y="722"/>
                  </a:lnTo>
                  <a:lnTo>
                    <a:pt x="2933" y="686"/>
                  </a:lnTo>
                  <a:lnTo>
                    <a:pt x="3115" y="487"/>
                  </a:lnTo>
                  <a:cubicBezTo>
                    <a:pt x="3248" y="560"/>
                    <a:pt x="3371" y="651"/>
                    <a:pt x="3483" y="753"/>
                  </a:cubicBezTo>
                  <a:lnTo>
                    <a:pt x="3486" y="755"/>
                  </a:lnTo>
                  <a:lnTo>
                    <a:pt x="3509" y="779"/>
                  </a:lnTo>
                  <a:lnTo>
                    <a:pt x="3514" y="784"/>
                  </a:lnTo>
                  <a:cubicBezTo>
                    <a:pt x="3518" y="787"/>
                    <a:pt x="3522" y="791"/>
                    <a:pt x="3526" y="794"/>
                  </a:cubicBezTo>
                  <a:lnTo>
                    <a:pt x="3521" y="797"/>
                  </a:lnTo>
                  <a:lnTo>
                    <a:pt x="3513" y="805"/>
                  </a:lnTo>
                  <a:lnTo>
                    <a:pt x="3478" y="832"/>
                  </a:lnTo>
                  <a:lnTo>
                    <a:pt x="3411" y="887"/>
                  </a:lnTo>
                  <a:lnTo>
                    <a:pt x="3115" y="1127"/>
                  </a:lnTo>
                  <a:lnTo>
                    <a:pt x="2816" y="1368"/>
                  </a:lnTo>
                  <a:cubicBezTo>
                    <a:pt x="2827" y="1377"/>
                    <a:pt x="2837" y="1384"/>
                    <a:pt x="2847" y="1394"/>
                  </a:cubicBezTo>
                  <a:cubicBezTo>
                    <a:pt x="2858" y="1403"/>
                    <a:pt x="2867" y="1411"/>
                    <a:pt x="2877" y="1421"/>
                  </a:cubicBezTo>
                  <a:cubicBezTo>
                    <a:pt x="2888" y="1430"/>
                    <a:pt x="2898" y="1439"/>
                    <a:pt x="2907" y="1447"/>
                  </a:cubicBezTo>
                  <a:cubicBezTo>
                    <a:pt x="2915" y="1457"/>
                    <a:pt x="2925" y="1467"/>
                    <a:pt x="2934" y="1477"/>
                  </a:cubicBezTo>
                  <a:cubicBezTo>
                    <a:pt x="2943" y="1488"/>
                    <a:pt x="2952" y="1497"/>
                    <a:pt x="2961" y="1507"/>
                  </a:cubicBezTo>
                  <a:cubicBezTo>
                    <a:pt x="2970" y="1518"/>
                    <a:pt x="2977" y="1528"/>
                    <a:pt x="2987" y="1538"/>
                  </a:cubicBezTo>
                  <a:lnTo>
                    <a:pt x="3228" y="1240"/>
                  </a:lnTo>
                  <a:lnTo>
                    <a:pt x="3467" y="944"/>
                  </a:lnTo>
                  <a:lnTo>
                    <a:pt x="3522" y="877"/>
                  </a:lnTo>
                  <a:lnTo>
                    <a:pt x="3550" y="842"/>
                  </a:lnTo>
                  <a:lnTo>
                    <a:pt x="3557" y="833"/>
                  </a:lnTo>
                  <a:lnTo>
                    <a:pt x="3560" y="828"/>
                  </a:lnTo>
                  <a:cubicBezTo>
                    <a:pt x="3564" y="832"/>
                    <a:pt x="3569" y="837"/>
                    <a:pt x="3571" y="841"/>
                  </a:cubicBezTo>
                  <a:lnTo>
                    <a:pt x="3576" y="846"/>
                  </a:lnTo>
                  <a:lnTo>
                    <a:pt x="3599" y="869"/>
                  </a:lnTo>
                  <a:lnTo>
                    <a:pt x="3602" y="872"/>
                  </a:lnTo>
                  <a:cubicBezTo>
                    <a:pt x="3712" y="991"/>
                    <a:pt x="3806" y="1124"/>
                    <a:pt x="3883" y="1267"/>
                  </a:cubicBezTo>
                  <a:lnTo>
                    <a:pt x="3673" y="1453"/>
                  </a:lnTo>
                  <a:lnTo>
                    <a:pt x="3637" y="1486"/>
                  </a:lnTo>
                  <a:lnTo>
                    <a:pt x="3600" y="1518"/>
                  </a:lnTo>
                  <a:lnTo>
                    <a:pt x="3501" y="1605"/>
                  </a:lnTo>
                  <a:lnTo>
                    <a:pt x="3611" y="1600"/>
                  </a:lnTo>
                  <a:lnTo>
                    <a:pt x="3651" y="1599"/>
                  </a:lnTo>
                  <a:lnTo>
                    <a:pt x="3691" y="1597"/>
                  </a:lnTo>
                  <a:lnTo>
                    <a:pt x="4017" y="1584"/>
                  </a:lnTo>
                  <a:cubicBezTo>
                    <a:pt x="4070" y="1746"/>
                    <a:pt x="4101" y="1917"/>
                    <a:pt x="4109" y="2096"/>
                  </a:cubicBezTo>
                  <a:cubicBezTo>
                    <a:pt x="4109" y="2110"/>
                    <a:pt x="4110" y="2123"/>
                    <a:pt x="4110" y="2137"/>
                  </a:cubicBezTo>
                  <a:lnTo>
                    <a:pt x="4110" y="2152"/>
                  </a:lnTo>
                  <a:lnTo>
                    <a:pt x="3962" y="2137"/>
                  </a:lnTo>
                  <a:lnTo>
                    <a:pt x="3754" y="2115"/>
                  </a:lnTo>
                  <a:lnTo>
                    <a:pt x="3713" y="2111"/>
                  </a:lnTo>
                  <a:lnTo>
                    <a:pt x="3582" y="2096"/>
                  </a:lnTo>
                  <a:lnTo>
                    <a:pt x="3199" y="2056"/>
                  </a:lnTo>
                  <a:lnTo>
                    <a:pt x="3199" y="2056"/>
                  </a:lnTo>
                  <a:cubicBezTo>
                    <a:pt x="3201" y="2070"/>
                    <a:pt x="3202" y="2084"/>
                    <a:pt x="3203" y="2096"/>
                  </a:cubicBezTo>
                  <a:cubicBezTo>
                    <a:pt x="3205" y="2110"/>
                    <a:pt x="3205" y="2123"/>
                    <a:pt x="3206" y="2137"/>
                  </a:cubicBezTo>
                  <a:cubicBezTo>
                    <a:pt x="3206" y="2149"/>
                    <a:pt x="3208" y="2163"/>
                    <a:pt x="3208" y="2177"/>
                  </a:cubicBezTo>
                  <a:cubicBezTo>
                    <a:pt x="3208" y="2189"/>
                    <a:pt x="3207" y="2204"/>
                    <a:pt x="3206" y="2216"/>
                  </a:cubicBezTo>
                  <a:cubicBezTo>
                    <a:pt x="3206" y="2229"/>
                    <a:pt x="3204" y="2244"/>
                    <a:pt x="3203" y="2256"/>
                  </a:cubicBezTo>
                  <a:cubicBezTo>
                    <a:pt x="3202" y="2270"/>
                    <a:pt x="3201" y="2283"/>
                    <a:pt x="3199" y="2297"/>
                  </a:cubicBezTo>
                  <a:lnTo>
                    <a:pt x="3582" y="2256"/>
                  </a:lnTo>
                  <a:lnTo>
                    <a:pt x="3713" y="2242"/>
                  </a:lnTo>
                  <a:lnTo>
                    <a:pt x="3754" y="2239"/>
                  </a:lnTo>
                  <a:lnTo>
                    <a:pt x="3962" y="2216"/>
                  </a:lnTo>
                  <a:lnTo>
                    <a:pt x="4110" y="2201"/>
                  </a:lnTo>
                  <a:lnTo>
                    <a:pt x="4110" y="2216"/>
                  </a:lnTo>
                  <a:cubicBezTo>
                    <a:pt x="4110" y="2229"/>
                    <a:pt x="4110" y="2244"/>
                    <a:pt x="4109" y="2256"/>
                  </a:cubicBezTo>
                  <a:cubicBezTo>
                    <a:pt x="4101" y="2446"/>
                    <a:pt x="4066" y="2629"/>
                    <a:pt x="4007" y="2801"/>
                  </a:cubicBezTo>
                  <a:lnTo>
                    <a:pt x="3688" y="2781"/>
                  </a:lnTo>
                  <a:lnTo>
                    <a:pt x="3649" y="2778"/>
                  </a:lnTo>
                  <a:lnTo>
                    <a:pt x="3609" y="2776"/>
                  </a:lnTo>
                  <a:lnTo>
                    <a:pt x="3492" y="2770"/>
                  </a:lnTo>
                  <a:lnTo>
                    <a:pt x="3597" y="2865"/>
                  </a:lnTo>
                  <a:lnTo>
                    <a:pt x="3634" y="2899"/>
                  </a:lnTo>
                  <a:lnTo>
                    <a:pt x="3670" y="2932"/>
                  </a:lnTo>
                  <a:lnTo>
                    <a:pt x="3868" y="3114"/>
                  </a:lnTo>
                  <a:cubicBezTo>
                    <a:pt x="3794" y="3247"/>
                    <a:pt x="3704" y="3371"/>
                    <a:pt x="3602" y="3483"/>
                  </a:cubicBezTo>
                  <a:lnTo>
                    <a:pt x="3599" y="3485"/>
                  </a:lnTo>
                  <a:lnTo>
                    <a:pt x="3576" y="3509"/>
                  </a:lnTo>
                  <a:lnTo>
                    <a:pt x="3572" y="3514"/>
                  </a:lnTo>
                  <a:cubicBezTo>
                    <a:pt x="3567" y="3518"/>
                    <a:pt x="3563" y="3521"/>
                    <a:pt x="3560" y="3525"/>
                  </a:cubicBezTo>
                  <a:lnTo>
                    <a:pt x="3557" y="3520"/>
                  </a:lnTo>
                  <a:lnTo>
                    <a:pt x="3550" y="3513"/>
                  </a:lnTo>
                  <a:lnTo>
                    <a:pt x="3522" y="3478"/>
                  </a:lnTo>
                  <a:lnTo>
                    <a:pt x="3468" y="3411"/>
                  </a:lnTo>
                  <a:lnTo>
                    <a:pt x="3228" y="3114"/>
                  </a:lnTo>
                  <a:lnTo>
                    <a:pt x="2987" y="2817"/>
                  </a:lnTo>
                  <a:cubicBezTo>
                    <a:pt x="2978" y="2827"/>
                    <a:pt x="2970" y="2837"/>
                    <a:pt x="2961" y="2847"/>
                  </a:cubicBezTo>
                  <a:cubicBezTo>
                    <a:pt x="2953" y="2857"/>
                    <a:pt x="2943" y="2866"/>
                    <a:pt x="2934" y="2876"/>
                  </a:cubicBezTo>
                  <a:cubicBezTo>
                    <a:pt x="2925" y="2887"/>
                    <a:pt x="2915" y="2897"/>
                    <a:pt x="2907" y="2906"/>
                  </a:cubicBezTo>
                  <a:cubicBezTo>
                    <a:pt x="2898" y="2916"/>
                    <a:pt x="2888" y="2924"/>
                    <a:pt x="2877" y="2933"/>
                  </a:cubicBezTo>
                  <a:cubicBezTo>
                    <a:pt x="2867" y="2942"/>
                    <a:pt x="2858" y="2952"/>
                    <a:pt x="2847" y="2960"/>
                  </a:cubicBezTo>
                  <a:cubicBezTo>
                    <a:pt x="2837" y="2969"/>
                    <a:pt x="2827" y="2977"/>
                    <a:pt x="2816" y="2986"/>
                  </a:cubicBezTo>
                  <a:lnTo>
                    <a:pt x="3115" y="3227"/>
                  </a:lnTo>
                  <a:lnTo>
                    <a:pt x="3411" y="3468"/>
                  </a:lnTo>
                  <a:lnTo>
                    <a:pt x="3478" y="3521"/>
                  </a:lnTo>
                  <a:lnTo>
                    <a:pt x="3513" y="3550"/>
                  </a:lnTo>
                  <a:lnTo>
                    <a:pt x="3521" y="3556"/>
                  </a:lnTo>
                  <a:lnTo>
                    <a:pt x="3526" y="3560"/>
                  </a:lnTo>
                  <a:cubicBezTo>
                    <a:pt x="3522" y="3565"/>
                    <a:pt x="3518" y="3568"/>
                    <a:pt x="3514" y="3571"/>
                  </a:cubicBezTo>
                  <a:lnTo>
                    <a:pt x="3509" y="3576"/>
                  </a:lnTo>
                  <a:lnTo>
                    <a:pt x="3486" y="3599"/>
                  </a:lnTo>
                  <a:lnTo>
                    <a:pt x="3483" y="3602"/>
                  </a:lnTo>
                  <a:cubicBezTo>
                    <a:pt x="3363" y="3711"/>
                    <a:pt x="3230" y="3805"/>
                    <a:pt x="3088" y="3882"/>
                  </a:cubicBezTo>
                  <a:lnTo>
                    <a:pt x="2902" y="3673"/>
                  </a:lnTo>
                  <a:lnTo>
                    <a:pt x="2870" y="3637"/>
                  </a:lnTo>
                  <a:lnTo>
                    <a:pt x="2837" y="3601"/>
                  </a:lnTo>
                  <a:lnTo>
                    <a:pt x="2749" y="3501"/>
                  </a:lnTo>
                  <a:lnTo>
                    <a:pt x="2749" y="3501"/>
                  </a:lnTo>
                  <a:lnTo>
                    <a:pt x="2754" y="3611"/>
                  </a:lnTo>
                  <a:lnTo>
                    <a:pt x="2757" y="3650"/>
                  </a:lnTo>
                  <a:lnTo>
                    <a:pt x="2758" y="3690"/>
                  </a:lnTo>
                  <a:lnTo>
                    <a:pt x="2772" y="4016"/>
                  </a:lnTo>
                  <a:cubicBezTo>
                    <a:pt x="2609" y="4070"/>
                    <a:pt x="2438" y="4101"/>
                    <a:pt x="2258" y="4108"/>
                  </a:cubicBezTo>
                  <a:cubicBezTo>
                    <a:pt x="2246" y="4108"/>
                    <a:pt x="2231" y="4109"/>
                    <a:pt x="2218" y="4109"/>
                  </a:cubicBezTo>
                  <a:lnTo>
                    <a:pt x="2202" y="4109"/>
                  </a:lnTo>
                  <a:lnTo>
                    <a:pt x="2218" y="3962"/>
                  </a:lnTo>
                  <a:lnTo>
                    <a:pt x="2241" y="3753"/>
                  </a:lnTo>
                  <a:lnTo>
                    <a:pt x="2244" y="3712"/>
                  </a:lnTo>
                  <a:lnTo>
                    <a:pt x="2258" y="3581"/>
                  </a:lnTo>
                  <a:lnTo>
                    <a:pt x="2298" y="3199"/>
                  </a:lnTo>
                  <a:lnTo>
                    <a:pt x="2298" y="3199"/>
                  </a:lnTo>
                  <a:cubicBezTo>
                    <a:pt x="2285" y="3200"/>
                    <a:pt x="2272" y="3201"/>
                    <a:pt x="2258" y="3202"/>
                  </a:cubicBezTo>
                  <a:cubicBezTo>
                    <a:pt x="2246" y="3204"/>
                    <a:pt x="2231" y="3204"/>
                    <a:pt x="2218" y="3205"/>
                  </a:cubicBezTo>
                  <a:cubicBezTo>
                    <a:pt x="2206" y="3205"/>
                    <a:pt x="2191" y="3209"/>
                    <a:pt x="2179" y="3209"/>
                  </a:cubicBezTo>
                  <a:cubicBezTo>
                    <a:pt x="2164" y="3209"/>
                    <a:pt x="2151" y="3207"/>
                    <a:pt x="2138" y="3205"/>
                  </a:cubicBezTo>
                  <a:cubicBezTo>
                    <a:pt x="2125" y="3204"/>
                    <a:pt x="2111" y="3204"/>
                    <a:pt x="2098" y="3202"/>
                  </a:cubicBezTo>
                  <a:cubicBezTo>
                    <a:pt x="2085" y="3201"/>
                    <a:pt x="2071" y="3200"/>
                    <a:pt x="2058" y="3199"/>
                  </a:cubicBezTo>
                  <a:lnTo>
                    <a:pt x="2058" y="3199"/>
                  </a:lnTo>
                  <a:lnTo>
                    <a:pt x="2098" y="3581"/>
                  </a:lnTo>
                  <a:lnTo>
                    <a:pt x="2113" y="3712"/>
                  </a:lnTo>
                  <a:lnTo>
                    <a:pt x="2116" y="3753"/>
                  </a:lnTo>
                  <a:lnTo>
                    <a:pt x="2138" y="3962"/>
                  </a:lnTo>
                  <a:lnTo>
                    <a:pt x="2154" y="4109"/>
                  </a:lnTo>
                  <a:lnTo>
                    <a:pt x="2138" y="4109"/>
                  </a:lnTo>
                  <a:cubicBezTo>
                    <a:pt x="2125" y="4109"/>
                    <a:pt x="2111" y="4109"/>
                    <a:pt x="2098" y="4108"/>
                  </a:cubicBezTo>
                  <a:cubicBezTo>
                    <a:pt x="1908" y="4101"/>
                    <a:pt x="1726" y="4066"/>
                    <a:pt x="1553" y="4006"/>
                  </a:cubicBezTo>
                  <a:lnTo>
                    <a:pt x="1573" y="3688"/>
                  </a:lnTo>
                  <a:lnTo>
                    <a:pt x="1576" y="3648"/>
                  </a:lnTo>
                  <a:lnTo>
                    <a:pt x="1578" y="3608"/>
                  </a:lnTo>
                  <a:lnTo>
                    <a:pt x="1584" y="3492"/>
                  </a:lnTo>
                  <a:lnTo>
                    <a:pt x="1490" y="3597"/>
                  </a:lnTo>
                  <a:lnTo>
                    <a:pt x="1455" y="3633"/>
                  </a:lnTo>
                  <a:lnTo>
                    <a:pt x="1422" y="3669"/>
                  </a:lnTo>
                  <a:lnTo>
                    <a:pt x="1241" y="3867"/>
                  </a:lnTo>
                  <a:cubicBezTo>
                    <a:pt x="1108" y="3794"/>
                    <a:pt x="984" y="3703"/>
                    <a:pt x="872" y="3602"/>
                  </a:cubicBezTo>
                  <a:lnTo>
                    <a:pt x="869" y="3599"/>
                  </a:lnTo>
                  <a:lnTo>
                    <a:pt x="846" y="3576"/>
                  </a:lnTo>
                  <a:lnTo>
                    <a:pt x="841" y="3571"/>
                  </a:lnTo>
                  <a:cubicBezTo>
                    <a:pt x="836" y="3567"/>
                    <a:pt x="833" y="3562"/>
                    <a:pt x="829" y="3560"/>
                  </a:cubicBezTo>
                  <a:lnTo>
                    <a:pt x="834" y="3556"/>
                  </a:lnTo>
                  <a:lnTo>
                    <a:pt x="842" y="3550"/>
                  </a:lnTo>
                  <a:lnTo>
                    <a:pt x="877" y="3521"/>
                  </a:lnTo>
                  <a:lnTo>
                    <a:pt x="944" y="3468"/>
                  </a:lnTo>
                  <a:lnTo>
                    <a:pt x="1241" y="3227"/>
                  </a:lnTo>
                  <a:lnTo>
                    <a:pt x="1538" y="2986"/>
                  </a:lnTo>
                  <a:cubicBezTo>
                    <a:pt x="1528" y="2977"/>
                    <a:pt x="1517" y="2969"/>
                    <a:pt x="1507" y="2960"/>
                  </a:cubicBezTo>
                  <a:cubicBezTo>
                    <a:pt x="1497" y="2952"/>
                    <a:pt x="1488" y="2942"/>
                    <a:pt x="1478" y="2933"/>
                  </a:cubicBezTo>
                  <a:cubicBezTo>
                    <a:pt x="1468" y="2924"/>
                    <a:pt x="1458" y="2916"/>
                    <a:pt x="1448" y="2906"/>
                  </a:cubicBezTo>
                  <a:cubicBezTo>
                    <a:pt x="1439" y="2897"/>
                    <a:pt x="1430" y="2887"/>
                    <a:pt x="1421" y="2876"/>
                  </a:cubicBezTo>
                  <a:cubicBezTo>
                    <a:pt x="1412" y="2866"/>
                    <a:pt x="1403" y="2857"/>
                    <a:pt x="1394" y="2846"/>
                  </a:cubicBezTo>
                  <a:cubicBezTo>
                    <a:pt x="1385" y="2836"/>
                    <a:pt x="1377" y="2826"/>
                    <a:pt x="1368" y="2815"/>
                  </a:cubicBezTo>
                  <a:lnTo>
                    <a:pt x="1127" y="3114"/>
                  </a:lnTo>
                  <a:lnTo>
                    <a:pt x="887" y="3411"/>
                  </a:lnTo>
                  <a:lnTo>
                    <a:pt x="833" y="3478"/>
                  </a:lnTo>
                  <a:lnTo>
                    <a:pt x="804" y="3513"/>
                  </a:lnTo>
                  <a:lnTo>
                    <a:pt x="798" y="3520"/>
                  </a:lnTo>
                  <a:lnTo>
                    <a:pt x="794" y="3525"/>
                  </a:lnTo>
                  <a:cubicBezTo>
                    <a:pt x="790" y="3521"/>
                    <a:pt x="787" y="3518"/>
                    <a:pt x="784" y="3514"/>
                  </a:cubicBezTo>
                  <a:lnTo>
                    <a:pt x="779" y="3509"/>
                  </a:lnTo>
                  <a:lnTo>
                    <a:pt x="756" y="3485"/>
                  </a:lnTo>
                  <a:lnTo>
                    <a:pt x="753" y="3483"/>
                  </a:lnTo>
                  <a:cubicBezTo>
                    <a:pt x="643" y="3363"/>
                    <a:pt x="550" y="3230"/>
                    <a:pt x="472" y="3087"/>
                  </a:cubicBezTo>
                  <a:lnTo>
                    <a:pt x="682" y="2901"/>
                  </a:lnTo>
                  <a:lnTo>
                    <a:pt x="718" y="2869"/>
                  </a:lnTo>
                  <a:lnTo>
                    <a:pt x="754" y="2837"/>
                  </a:lnTo>
                  <a:lnTo>
                    <a:pt x="854" y="2749"/>
                  </a:lnTo>
                  <a:lnTo>
                    <a:pt x="744" y="2755"/>
                  </a:lnTo>
                  <a:lnTo>
                    <a:pt x="704" y="2756"/>
                  </a:lnTo>
                  <a:lnTo>
                    <a:pt x="664" y="2757"/>
                  </a:lnTo>
                  <a:lnTo>
                    <a:pt x="338" y="2771"/>
                  </a:lnTo>
                  <a:cubicBezTo>
                    <a:pt x="284" y="2608"/>
                    <a:pt x="253" y="2437"/>
                    <a:pt x="246" y="2257"/>
                  </a:cubicBezTo>
                  <a:cubicBezTo>
                    <a:pt x="246" y="2245"/>
                    <a:pt x="245" y="2230"/>
                    <a:pt x="245" y="2218"/>
                  </a:cubicBezTo>
                  <a:lnTo>
                    <a:pt x="245" y="2203"/>
                  </a:lnTo>
                  <a:lnTo>
                    <a:pt x="393" y="2218"/>
                  </a:lnTo>
                  <a:lnTo>
                    <a:pt x="601" y="2240"/>
                  </a:lnTo>
                  <a:lnTo>
                    <a:pt x="642" y="2244"/>
                  </a:lnTo>
                  <a:lnTo>
                    <a:pt x="773" y="2257"/>
                  </a:lnTo>
                  <a:lnTo>
                    <a:pt x="1155" y="2298"/>
                  </a:lnTo>
                  <a:cubicBezTo>
                    <a:pt x="1154" y="2285"/>
                    <a:pt x="1153" y="2271"/>
                    <a:pt x="1151" y="2257"/>
                  </a:cubicBezTo>
                  <a:cubicBezTo>
                    <a:pt x="1150" y="2245"/>
                    <a:pt x="1150" y="2230"/>
                    <a:pt x="1149" y="2218"/>
                  </a:cubicBezTo>
                  <a:cubicBezTo>
                    <a:pt x="1149" y="2205"/>
                    <a:pt x="1146" y="2190"/>
                    <a:pt x="1146" y="2178"/>
                  </a:cubicBezTo>
                  <a:cubicBezTo>
                    <a:pt x="1146" y="2164"/>
                    <a:pt x="1148" y="2151"/>
                    <a:pt x="1149" y="2138"/>
                  </a:cubicBezTo>
                  <a:cubicBezTo>
                    <a:pt x="1149" y="2125"/>
                    <a:pt x="1150" y="2111"/>
                    <a:pt x="1151" y="2097"/>
                  </a:cubicBezTo>
                  <a:cubicBezTo>
                    <a:pt x="1153" y="2085"/>
                    <a:pt x="1154" y="2071"/>
                    <a:pt x="1155" y="2058"/>
                  </a:cubicBezTo>
                  <a:lnTo>
                    <a:pt x="1155" y="2058"/>
                  </a:lnTo>
                  <a:lnTo>
                    <a:pt x="773" y="2097"/>
                  </a:lnTo>
                  <a:lnTo>
                    <a:pt x="642" y="2112"/>
                  </a:lnTo>
                  <a:lnTo>
                    <a:pt x="601" y="2116"/>
                  </a:lnTo>
                  <a:lnTo>
                    <a:pt x="393" y="2138"/>
                  </a:lnTo>
                  <a:lnTo>
                    <a:pt x="245" y="2153"/>
                  </a:lnTo>
                  <a:lnTo>
                    <a:pt x="245" y="2138"/>
                  </a:lnTo>
                  <a:cubicBezTo>
                    <a:pt x="245" y="2125"/>
                    <a:pt x="245" y="2111"/>
                    <a:pt x="246" y="2097"/>
                  </a:cubicBezTo>
                  <a:cubicBezTo>
                    <a:pt x="253" y="1909"/>
                    <a:pt x="289" y="1725"/>
                    <a:pt x="348" y="1554"/>
                  </a:cubicBezTo>
                  <a:lnTo>
                    <a:pt x="666" y="1573"/>
                  </a:lnTo>
                  <a:lnTo>
                    <a:pt x="706" y="1575"/>
                  </a:lnTo>
                  <a:lnTo>
                    <a:pt x="747" y="1578"/>
                  </a:lnTo>
                  <a:lnTo>
                    <a:pt x="862" y="1585"/>
                  </a:lnTo>
                  <a:lnTo>
                    <a:pt x="758" y="1489"/>
                  </a:lnTo>
                  <a:lnTo>
                    <a:pt x="722" y="1456"/>
                  </a:lnTo>
                  <a:lnTo>
                    <a:pt x="686" y="1422"/>
                  </a:lnTo>
                  <a:lnTo>
                    <a:pt x="488" y="1240"/>
                  </a:lnTo>
                  <a:cubicBezTo>
                    <a:pt x="561" y="1107"/>
                    <a:pt x="651" y="983"/>
                    <a:pt x="753" y="872"/>
                  </a:cubicBezTo>
                  <a:lnTo>
                    <a:pt x="756" y="869"/>
                  </a:lnTo>
                  <a:lnTo>
                    <a:pt x="779" y="846"/>
                  </a:lnTo>
                  <a:lnTo>
                    <a:pt x="784" y="841"/>
                  </a:lnTo>
                  <a:cubicBezTo>
                    <a:pt x="788" y="837"/>
                    <a:pt x="792" y="832"/>
                    <a:pt x="794" y="828"/>
                  </a:cubicBezTo>
                  <a:lnTo>
                    <a:pt x="798" y="833"/>
                  </a:lnTo>
                  <a:lnTo>
                    <a:pt x="804" y="842"/>
                  </a:lnTo>
                  <a:lnTo>
                    <a:pt x="833" y="877"/>
                  </a:lnTo>
                  <a:lnTo>
                    <a:pt x="887" y="944"/>
                  </a:lnTo>
                  <a:lnTo>
                    <a:pt x="1127" y="1240"/>
                  </a:lnTo>
                  <a:lnTo>
                    <a:pt x="1368" y="1538"/>
                  </a:lnTo>
                  <a:cubicBezTo>
                    <a:pt x="1377" y="1528"/>
                    <a:pt x="1385" y="1518"/>
                    <a:pt x="1394" y="1507"/>
                  </a:cubicBezTo>
                  <a:cubicBezTo>
                    <a:pt x="1403" y="1497"/>
                    <a:pt x="1412" y="1488"/>
                    <a:pt x="1421" y="1477"/>
                  </a:cubicBezTo>
                  <a:cubicBezTo>
                    <a:pt x="1430" y="1467"/>
                    <a:pt x="1439" y="1457"/>
                    <a:pt x="1448" y="1447"/>
                  </a:cubicBezTo>
                  <a:cubicBezTo>
                    <a:pt x="1458" y="1439"/>
                    <a:pt x="1468" y="1430"/>
                    <a:pt x="1478" y="1421"/>
                  </a:cubicBezTo>
                  <a:cubicBezTo>
                    <a:pt x="1488" y="1411"/>
                    <a:pt x="1497" y="1403"/>
                    <a:pt x="1507" y="1394"/>
                  </a:cubicBezTo>
                  <a:cubicBezTo>
                    <a:pt x="1517" y="1384"/>
                    <a:pt x="1528" y="1377"/>
                    <a:pt x="1538" y="1368"/>
                  </a:cubicBezTo>
                  <a:lnTo>
                    <a:pt x="1241" y="1127"/>
                  </a:lnTo>
                  <a:lnTo>
                    <a:pt x="944" y="887"/>
                  </a:lnTo>
                  <a:lnTo>
                    <a:pt x="877" y="832"/>
                  </a:lnTo>
                  <a:lnTo>
                    <a:pt x="842" y="805"/>
                  </a:lnTo>
                  <a:lnTo>
                    <a:pt x="834" y="797"/>
                  </a:lnTo>
                  <a:lnTo>
                    <a:pt x="829" y="794"/>
                  </a:lnTo>
                  <a:cubicBezTo>
                    <a:pt x="833" y="790"/>
                    <a:pt x="836" y="786"/>
                    <a:pt x="841" y="784"/>
                  </a:cubicBezTo>
                  <a:lnTo>
                    <a:pt x="846" y="779"/>
                  </a:lnTo>
                  <a:lnTo>
                    <a:pt x="869" y="755"/>
                  </a:lnTo>
                  <a:lnTo>
                    <a:pt x="872" y="753"/>
                  </a:lnTo>
                  <a:cubicBezTo>
                    <a:pt x="991" y="643"/>
                    <a:pt x="1124" y="549"/>
                    <a:pt x="1268" y="471"/>
                  </a:cubicBezTo>
                  <a:lnTo>
                    <a:pt x="1453" y="682"/>
                  </a:lnTo>
                  <a:lnTo>
                    <a:pt x="1485" y="718"/>
                  </a:lnTo>
                  <a:lnTo>
                    <a:pt x="1517" y="754"/>
                  </a:lnTo>
                  <a:lnTo>
                    <a:pt x="1605" y="853"/>
                  </a:lnTo>
                  <a:lnTo>
                    <a:pt x="1600" y="744"/>
                  </a:lnTo>
                  <a:lnTo>
                    <a:pt x="1599" y="703"/>
                  </a:lnTo>
                  <a:lnTo>
                    <a:pt x="1598" y="663"/>
                  </a:lnTo>
                  <a:lnTo>
                    <a:pt x="1583" y="337"/>
                  </a:lnTo>
                  <a:cubicBezTo>
                    <a:pt x="1746" y="285"/>
                    <a:pt x="1918" y="254"/>
                    <a:pt x="2097" y="245"/>
                  </a:cubicBezTo>
                  <a:cubicBezTo>
                    <a:pt x="2110" y="245"/>
                    <a:pt x="2124" y="244"/>
                    <a:pt x="2136" y="244"/>
                  </a:cubicBezTo>
                  <a:lnTo>
                    <a:pt x="2152" y="244"/>
                  </a:lnTo>
                  <a:lnTo>
                    <a:pt x="2136" y="393"/>
                  </a:lnTo>
                  <a:lnTo>
                    <a:pt x="2115" y="600"/>
                  </a:lnTo>
                  <a:lnTo>
                    <a:pt x="2111" y="642"/>
                  </a:lnTo>
                  <a:lnTo>
                    <a:pt x="2097" y="774"/>
                  </a:lnTo>
                  <a:lnTo>
                    <a:pt x="2057" y="1155"/>
                  </a:lnTo>
                  <a:cubicBezTo>
                    <a:pt x="2069" y="1153"/>
                    <a:pt x="2084" y="1152"/>
                    <a:pt x="2097" y="1151"/>
                  </a:cubicBezTo>
                  <a:cubicBezTo>
                    <a:pt x="2110" y="1150"/>
                    <a:pt x="2124" y="1150"/>
                    <a:pt x="2136" y="1148"/>
                  </a:cubicBezTo>
                  <a:cubicBezTo>
                    <a:pt x="2150" y="1148"/>
                    <a:pt x="2164" y="1146"/>
                    <a:pt x="2177" y="1146"/>
                  </a:cubicBezTo>
                  <a:cubicBezTo>
                    <a:pt x="2191" y="1146"/>
                    <a:pt x="2204" y="1147"/>
                    <a:pt x="2217" y="1148"/>
                  </a:cubicBezTo>
                  <a:cubicBezTo>
                    <a:pt x="2229" y="1148"/>
                    <a:pt x="2244" y="1150"/>
                    <a:pt x="2257" y="1151"/>
                  </a:cubicBezTo>
                  <a:cubicBezTo>
                    <a:pt x="2270" y="1152"/>
                    <a:pt x="2284" y="1153"/>
                    <a:pt x="2296" y="1155"/>
                  </a:cubicBezTo>
                  <a:lnTo>
                    <a:pt x="2257" y="774"/>
                  </a:lnTo>
                  <a:lnTo>
                    <a:pt x="2243" y="642"/>
                  </a:lnTo>
                  <a:lnTo>
                    <a:pt x="2239" y="600"/>
                  </a:lnTo>
                  <a:lnTo>
                    <a:pt x="2217" y="393"/>
                  </a:lnTo>
                  <a:lnTo>
                    <a:pt x="2201" y="244"/>
                  </a:lnTo>
                  <a:close/>
                  <a:moveTo>
                    <a:pt x="2177" y="1"/>
                  </a:moveTo>
                  <a:cubicBezTo>
                    <a:pt x="2164" y="1"/>
                    <a:pt x="2150" y="2"/>
                    <a:pt x="2136" y="2"/>
                  </a:cubicBezTo>
                  <a:cubicBezTo>
                    <a:pt x="2124" y="2"/>
                    <a:pt x="2110" y="2"/>
                    <a:pt x="2097" y="3"/>
                  </a:cubicBezTo>
                  <a:cubicBezTo>
                    <a:pt x="2084" y="3"/>
                    <a:pt x="2072" y="3"/>
                    <a:pt x="2059" y="4"/>
                  </a:cubicBezTo>
                  <a:cubicBezTo>
                    <a:pt x="1623" y="28"/>
                    <a:pt x="1220" y="181"/>
                    <a:pt x="888" y="426"/>
                  </a:cubicBezTo>
                  <a:cubicBezTo>
                    <a:pt x="873" y="437"/>
                    <a:pt x="859" y="450"/>
                    <a:pt x="844" y="461"/>
                  </a:cubicBezTo>
                  <a:cubicBezTo>
                    <a:pt x="828" y="472"/>
                    <a:pt x="814" y="484"/>
                    <a:pt x="798" y="496"/>
                  </a:cubicBezTo>
                  <a:cubicBezTo>
                    <a:pt x="773" y="517"/>
                    <a:pt x="749" y="537"/>
                    <a:pt x="725" y="559"/>
                  </a:cubicBezTo>
                  <a:cubicBezTo>
                    <a:pt x="716" y="567"/>
                    <a:pt x="706" y="576"/>
                    <a:pt x="697" y="584"/>
                  </a:cubicBezTo>
                  <a:cubicBezTo>
                    <a:pt x="687" y="593"/>
                    <a:pt x="679" y="601"/>
                    <a:pt x="668" y="611"/>
                  </a:cubicBezTo>
                  <a:cubicBezTo>
                    <a:pt x="659" y="620"/>
                    <a:pt x="649" y="629"/>
                    <a:pt x="638" y="637"/>
                  </a:cubicBezTo>
                  <a:cubicBezTo>
                    <a:pt x="629" y="647"/>
                    <a:pt x="620" y="657"/>
                    <a:pt x="611" y="667"/>
                  </a:cubicBezTo>
                  <a:cubicBezTo>
                    <a:pt x="602" y="677"/>
                    <a:pt x="593" y="687"/>
                    <a:pt x="584" y="697"/>
                  </a:cubicBezTo>
                  <a:cubicBezTo>
                    <a:pt x="576" y="707"/>
                    <a:pt x="567" y="715"/>
                    <a:pt x="560" y="724"/>
                  </a:cubicBezTo>
                  <a:cubicBezTo>
                    <a:pt x="537" y="749"/>
                    <a:pt x="517" y="772"/>
                    <a:pt x="496" y="797"/>
                  </a:cubicBezTo>
                  <a:cubicBezTo>
                    <a:pt x="485" y="812"/>
                    <a:pt x="473" y="827"/>
                    <a:pt x="462" y="843"/>
                  </a:cubicBezTo>
                  <a:cubicBezTo>
                    <a:pt x="450" y="857"/>
                    <a:pt x="438" y="873"/>
                    <a:pt x="427" y="888"/>
                  </a:cubicBezTo>
                  <a:cubicBezTo>
                    <a:pt x="181" y="1219"/>
                    <a:pt x="29" y="1622"/>
                    <a:pt x="5" y="2059"/>
                  </a:cubicBezTo>
                  <a:cubicBezTo>
                    <a:pt x="4" y="2072"/>
                    <a:pt x="4" y="2083"/>
                    <a:pt x="4" y="2096"/>
                  </a:cubicBezTo>
                  <a:cubicBezTo>
                    <a:pt x="4" y="2109"/>
                    <a:pt x="3" y="2123"/>
                    <a:pt x="3" y="2137"/>
                  </a:cubicBezTo>
                  <a:cubicBezTo>
                    <a:pt x="3" y="2149"/>
                    <a:pt x="1" y="2163"/>
                    <a:pt x="1" y="2177"/>
                  </a:cubicBezTo>
                  <a:cubicBezTo>
                    <a:pt x="1" y="2189"/>
                    <a:pt x="3" y="2204"/>
                    <a:pt x="3" y="2216"/>
                  </a:cubicBezTo>
                  <a:cubicBezTo>
                    <a:pt x="3" y="2229"/>
                    <a:pt x="3" y="2244"/>
                    <a:pt x="4" y="2256"/>
                  </a:cubicBezTo>
                  <a:cubicBezTo>
                    <a:pt x="4" y="2270"/>
                    <a:pt x="4" y="2281"/>
                    <a:pt x="5" y="2293"/>
                  </a:cubicBezTo>
                  <a:cubicBezTo>
                    <a:pt x="29" y="2731"/>
                    <a:pt x="181" y="3133"/>
                    <a:pt x="427" y="3464"/>
                  </a:cubicBezTo>
                  <a:cubicBezTo>
                    <a:pt x="438" y="3480"/>
                    <a:pt x="450" y="3494"/>
                    <a:pt x="462" y="3510"/>
                  </a:cubicBezTo>
                  <a:cubicBezTo>
                    <a:pt x="473" y="3525"/>
                    <a:pt x="485" y="3540"/>
                    <a:pt x="496" y="3555"/>
                  </a:cubicBezTo>
                  <a:cubicBezTo>
                    <a:pt x="517" y="3579"/>
                    <a:pt x="537" y="3604"/>
                    <a:pt x="560" y="3629"/>
                  </a:cubicBezTo>
                  <a:cubicBezTo>
                    <a:pt x="567" y="3638"/>
                    <a:pt x="576" y="3647"/>
                    <a:pt x="584" y="3655"/>
                  </a:cubicBezTo>
                  <a:cubicBezTo>
                    <a:pt x="593" y="3666"/>
                    <a:pt x="602" y="3675"/>
                    <a:pt x="611" y="3685"/>
                  </a:cubicBezTo>
                  <a:cubicBezTo>
                    <a:pt x="620" y="3695"/>
                    <a:pt x="629" y="3705"/>
                    <a:pt x="638" y="3715"/>
                  </a:cubicBezTo>
                  <a:cubicBezTo>
                    <a:pt x="648" y="3725"/>
                    <a:pt x="658" y="3733"/>
                    <a:pt x="668" y="3742"/>
                  </a:cubicBezTo>
                  <a:cubicBezTo>
                    <a:pt x="677" y="3751"/>
                    <a:pt x="687" y="3760"/>
                    <a:pt x="697" y="3769"/>
                  </a:cubicBezTo>
                  <a:cubicBezTo>
                    <a:pt x="706" y="3777"/>
                    <a:pt x="716" y="3785"/>
                    <a:pt x="725" y="3794"/>
                  </a:cubicBezTo>
                  <a:cubicBezTo>
                    <a:pt x="749" y="3815"/>
                    <a:pt x="772" y="3836"/>
                    <a:pt x="798" y="3857"/>
                  </a:cubicBezTo>
                  <a:cubicBezTo>
                    <a:pt x="813" y="3868"/>
                    <a:pt x="828" y="3880"/>
                    <a:pt x="844" y="3892"/>
                  </a:cubicBezTo>
                  <a:cubicBezTo>
                    <a:pt x="857" y="3903"/>
                    <a:pt x="873" y="3914"/>
                    <a:pt x="888" y="3927"/>
                  </a:cubicBezTo>
                  <a:cubicBezTo>
                    <a:pt x="1220" y="4171"/>
                    <a:pt x="1623" y="4325"/>
                    <a:pt x="2059" y="4349"/>
                  </a:cubicBezTo>
                  <a:cubicBezTo>
                    <a:pt x="2072" y="4350"/>
                    <a:pt x="2084" y="4350"/>
                    <a:pt x="2097" y="4350"/>
                  </a:cubicBezTo>
                  <a:cubicBezTo>
                    <a:pt x="2110" y="4350"/>
                    <a:pt x="2124" y="4351"/>
                    <a:pt x="2136" y="4351"/>
                  </a:cubicBezTo>
                  <a:cubicBezTo>
                    <a:pt x="2150" y="4351"/>
                    <a:pt x="2164" y="4352"/>
                    <a:pt x="2177" y="4352"/>
                  </a:cubicBezTo>
                  <a:cubicBezTo>
                    <a:pt x="2190" y="4352"/>
                    <a:pt x="2205" y="4351"/>
                    <a:pt x="2217" y="4351"/>
                  </a:cubicBezTo>
                  <a:cubicBezTo>
                    <a:pt x="2230" y="4351"/>
                    <a:pt x="2244" y="4351"/>
                    <a:pt x="2257" y="4350"/>
                  </a:cubicBezTo>
                  <a:cubicBezTo>
                    <a:pt x="2270" y="4350"/>
                    <a:pt x="2282" y="4350"/>
                    <a:pt x="2294" y="4349"/>
                  </a:cubicBezTo>
                  <a:cubicBezTo>
                    <a:pt x="2732" y="4325"/>
                    <a:pt x="3134" y="4171"/>
                    <a:pt x="3465" y="3927"/>
                  </a:cubicBezTo>
                  <a:cubicBezTo>
                    <a:pt x="3482" y="3915"/>
                    <a:pt x="3496" y="3903"/>
                    <a:pt x="3512" y="3892"/>
                  </a:cubicBezTo>
                  <a:cubicBezTo>
                    <a:pt x="3527" y="3880"/>
                    <a:pt x="3542" y="3869"/>
                    <a:pt x="3557" y="3857"/>
                  </a:cubicBezTo>
                  <a:cubicBezTo>
                    <a:pt x="3582" y="3836"/>
                    <a:pt x="3606" y="3815"/>
                    <a:pt x="3630" y="3794"/>
                  </a:cubicBezTo>
                  <a:cubicBezTo>
                    <a:pt x="3640" y="3785"/>
                    <a:pt x="3649" y="3777"/>
                    <a:pt x="3657" y="3769"/>
                  </a:cubicBezTo>
                  <a:cubicBezTo>
                    <a:pt x="3668" y="3760"/>
                    <a:pt x="3677" y="3751"/>
                    <a:pt x="3686" y="3742"/>
                  </a:cubicBezTo>
                  <a:cubicBezTo>
                    <a:pt x="3695" y="3733"/>
                    <a:pt x="3706" y="3724"/>
                    <a:pt x="3716" y="3715"/>
                  </a:cubicBezTo>
                  <a:cubicBezTo>
                    <a:pt x="3724" y="3706"/>
                    <a:pt x="3734" y="3696"/>
                    <a:pt x="3743" y="3685"/>
                  </a:cubicBezTo>
                  <a:cubicBezTo>
                    <a:pt x="3752" y="3676"/>
                    <a:pt x="3760" y="3666"/>
                    <a:pt x="3770" y="3655"/>
                  </a:cubicBezTo>
                  <a:cubicBezTo>
                    <a:pt x="3778" y="3647"/>
                    <a:pt x="3786" y="3638"/>
                    <a:pt x="3794" y="3629"/>
                  </a:cubicBezTo>
                  <a:cubicBezTo>
                    <a:pt x="3816" y="3604"/>
                    <a:pt x="3837" y="3581"/>
                    <a:pt x="3857" y="3555"/>
                  </a:cubicBezTo>
                  <a:cubicBezTo>
                    <a:pt x="3869" y="3541"/>
                    <a:pt x="3881" y="3525"/>
                    <a:pt x="3892" y="3510"/>
                  </a:cubicBezTo>
                  <a:cubicBezTo>
                    <a:pt x="3904" y="3495"/>
                    <a:pt x="3915" y="3480"/>
                    <a:pt x="3928" y="3464"/>
                  </a:cubicBezTo>
                  <a:cubicBezTo>
                    <a:pt x="4172" y="3133"/>
                    <a:pt x="4326" y="2731"/>
                    <a:pt x="4349" y="2293"/>
                  </a:cubicBezTo>
                  <a:cubicBezTo>
                    <a:pt x="4351" y="2281"/>
                    <a:pt x="4351" y="2270"/>
                    <a:pt x="4351" y="2256"/>
                  </a:cubicBezTo>
                  <a:cubicBezTo>
                    <a:pt x="4351" y="2244"/>
                    <a:pt x="4352" y="2229"/>
                    <a:pt x="4352" y="2216"/>
                  </a:cubicBezTo>
                  <a:cubicBezTo>
                    <a:pt x="4352" y="2204"/>
                    <a:pt x="4353" y="2189"/>
                    <a:pt x="4353" y="2177"/>
                  </a:cubicBezTo>
                  <a:cubicBezTo>
                    <a:pt x="4353" y="2163"/>
                    <a:pt x="4352" y="2149"/>
                    <a:pt x="4352" y="2137"/>
                  </a:cubicBezTo>
                  <a:cubicBezTo>
                    <a:pt x="4352" y="2123"/>
                    <a:pt x="4352" y="2109"/>
                    <a:pt x="4351" y="2096"/>
                  </a:cubicBezTo>
                  <a:cubicBezTo>
                    <a:pt x="4351" y="2083"/>
                    <a:pt x="4351" y="2072"/>
                    <a:pt x="4349" y="2059"/>
                  </a:cubicBezTo>
                  <a:cubicBezTo>
                    <a:pt x="4326" y="1622"/>
                    <a:pt x="4172" y="1219"/>
                    <a:pt x="3928" y="888"/>
                  </a:cubicBezTo>
                  <a:cubicBezTo>
                    <a:pt x="3915" y="873"/>
                    <a:pt x="3904" y="858"/>
                    <a:pt x="3892" y="843"/>
                  </a:cubicBezTo>
                  <a:cubicBezTo>
                    <a:pt x="3881" y="827"/>
                    <a:pt x="3869" y="813"/>
                    <a:pt x="3857" y="797"/>
                  </a:cubicBezTo>
                  <a:cubicBezTo>
                    <a:pt x="3837" y="774"/>
                    <a:pt x="3816" y="749"/>
                    <a:pt x="3794" y="724"/>
                  </a:cubicBezTo>
                  <a:cubicBezTo>
                    <a:pt x="3786" y="715"/>
                    <a:pt x="3778" y="707"/>
                    <a:pt x="3770" y="697"/>
                  </a:cubicBezTo>
                  <a:cubicBezTo>
                    <a:pt x="3760" y="687"/>
                    <a:pt x="3752" y="678"/>
                    <a:pt x="3743" y="667"/>
                  </a:cubicBezTo>
                  <a:cubicBezTo>
                    <a:pt x="3734" y="658"/>
                    <a:pt x="3724" y="648"/>
                    <a:pt x="3716" y="637"/>
                  </a:cubicBezTo>
                  <a:cubicBezTo>
                    <a:pt x="3707" y="629"/>
                    <a:pt x="3696" y="620"/>
                    <a:pt x="3686" y="611"/>
                  </a:cubicBezTo>
                  <a:cubicBezTo>
                    <a:pt x="3677" y="601"/>
                    <a:pt x="3667" y="593"/>
                    <a:pt x="3656" y="584"/>
                  </a:cubicBezTo>
                  <a:cubicBezTo>
                    <a:pt x="3647" y="576"/>
                    <a:pt x="3639" y="567"/>
                    <a:pt x="3629" y="559"/>
                  </a:cubicBezTo>
                  <a:cubicBezTo>
                    <a:pt x="3605" y="537"/>
                    <a:pt x="3582" y="517"/>
                    <a:pt x="3556" y="496"/>
                  </a:cubicBezTo>
                  <a:cubicBezTo>
                    <a:pt x="3542" y="485"/>
                    <a:pt x="3526" y="472"/>
                    <a:pt x="3511" y="461"/>
                  </a:cubicBezTo>
                  <a:cubicBezTo>
                    <a:pt x="3496" y="450"/>
                    <a:pt x="3481" y="438"/>
                    <a:pt x="3465" y="426"/>
                  </a:cubicBezTo>
                  <a:cubicBezTo>
                    <a:pt x="3134" y="181"/>
                    <a:pt x="2732" y="28"/>
                    <a:pt x="2294" y="4"/>
                  </a:cubicBezTo>
                  <a:cubicBezTo>
                    <a:pt x="2282" y="3"/>
                    <a:pt x="2270" y="3"/>
                    <a:pt x="2257" y="3"/>
                  </a:cubicBezTo>
                  <a:cubicBezTo>
                    <a:pt x="2244" y="3"/>
                    <a:pt x="2230" y="2"/>
                    <a:pt x="2217" y="2"/>
                  </a:cubicBezTo>
                  <a:cubicBezTo>
                    <a:pt x="2205" y="2"/>
                    <a:pt x="2190" y="1"/>
                    <a:pt x="2177"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a:off x="3894875" y="4215625"/>
              <a:ext cx="5325" cy="6775"/>
            </a:xfrm>
            <a:custGeom>
              <a:rect b="b" l="l" r="r" t="t"/>
              <a:pathLst>
                <a:path extrusionOk="0" h="271" w="213">
                  <a:moveTo>
                    <a:pt x="46" y="1"/>
                  </a:moveTo>
                  <a:lnTo>
                    <a:pt x="1" y="33"/>
                  </a:lnTo>
                  <a:lnTo>
                    <a:pt x="167" y="270"/>
                  </a:lnTo>
                  <a:cubicBezTo>
                    <a:pt x="182" y="260"/>
                    <a:pt x="197" y="249"/>
                    <a:pt x="212" y="239"/>
                  </a:cubicBezTo>
                  <a:lnTo>
                    <a:pt x="46"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5"/>
            <p:cNvSpPr/>
            <p:nvPr/>
          </p:nvSpPr>
          <p:spPr>
            <a:xfrm>
              <a:off x="3880200" y="4226925"/>
              <a:ext cx="5775" cy="6475"/>
            </a:xfrm>
            <a:custGeom>
              <a:rect b="b" l="l" r="r" t="t"/>
              <a:pathLst>
                <a:path extrusionOk="0" h="259" w="231">
                  <a:moveTo>
                    <a:pt x="43" y="1"/>
                  </a:moveTo>
                  <a:lnTo>
                    <a:pt x="1" y="35"/>
                  </a:lnTo>
                  <a:lnTo>
                    <a:pt x="187" y="259"/>
                  </a:lnTo>
                  <a:lnTo>
                    <a:pt x="231" y="224"/>
                  </a:lnTo>
                  <a:lnTo>
                    <a:pt x="43"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5"/>
            <p:cNvSpPr/>
            <p:nvPr/>
          </p:nvSpPr>
          <p:spPr>
            <a:xfrm>
              <a:off x="3926975" y="4197200"/>
              <a:ext cx="4325" cy="7125"/>
            </a:xfrm>
            <a:custGeom>
              <a:rect b="b" l="l" r="r" t="t"/>
              <a:pathLst>
                <a:path extrusionOk="0" h="285" w="173">
                  <a:moveTo>
                    <a:pt x="50" y="0"/>
                  </a:moveTo>
                  <a:lnTo>
                    <a:pt x="0" y="24"/>
                  </a:lnTo>
                  <a:lnTo>
                    <a:pt x="122" y="285"/>
                  </a:lnTo>
                  <a:lnTo>
                    <a:pt x="173" y="262"/>
                  </a:lnTo>
                  <a:lnTo>
                    <a:pt x="50"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p:nvPr/>
          </p:nvSpPr>
          <p:spPr>
            <a:xfrm>
              <a:off x="3910525" y="4205725"/>
              <a:ext cx="4800" cy="7000"/>
            </a:xfrm>
            <a:custGeom>
              <a:rect b="b" l="l" r="r" t="t"/>
              <a:pathLst>
                <a:path extrusionOk="0" h="280" w="192">
                  <a:moveTo>
                    <a:pt x="47" y="1"/>
                  </a:moveTo>
                  <a:lnTo>
                    <a:pt x="0" y="28"/>
                  </a:lnTo>
                  <a:lnTo>
                    <a:pt x="144" y="279"/>
                  </a:lnTo>
                  <a:cubicBezTo>
                    <a:pt x="160" y="271"/>
                    <a:pt x="175" y="261"/>
                    <a:pt x="192" y="251"/>
                  </a:cubicBezTo>
                  <a:lnTo>
                    <a:pt x="47"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5"/>
            <p:cNvSpPr/>
            <p:nvPr/>
          </p:nvSpPr>
          <p:spPr>
            <a:xfrm>
              <a:off x="3979875" y="4180675"/>
              <a:ext cx="2625" cy="7375"/>
            </a:xfrm>
            <a:custGeom>
              <a:rect b="b" l="l" r="r" t="t"/>
              <a:pathLst>
                <a:path extrusionOk="0" h="295" w="105">
                  <a:moveTo>
                    <a:pt x="54" y="1"/>
                  </a:moveTo>
                  <a:lnTo>
                    <a:pt x="0" y="10"/>
                  </a:lnTo>
                  <a:lnTo>
                    <a:pt x="50" y="295"/>
                  </a:lnTo>
                  <a:cubicBezTo>
                    <a:pt x="69" y="293"/>
                    <a:pt x="87" y="289"/>
                    <a:pt x="105" y="285"/>
                  </a:cubicBezTo>
                  <a:lnTo>
                    <a:pt x="54"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5"/>
            <p:cNvSpPr/>
            <p:nvPr/>
          </p:nvSpPr>
          <p:spPr>
            <a:xfrm>
              <a:off x="3961750" y="4184650"/>
              <a:ext cx="3225" cy="7375"/>
            </a:xfrm>
            <a:custGeom>
              <a:rect b="b" l="l" r="r" t="t"/>
              <a:pathLst>
                <a:path extrusionOk="0" h="295" w="129">
                  <a:moveTo>
                    <a:pt x="54" y="1"/>
                  </a:moveTo>
                  <a:lnTo>
                    <a:pt x="0" y="15"/>
                  </a:lnTo>
                  <a:lnTo>
                    <a:pt x="75" y="295"/>
                  </a:lnTo>
                  <a:cubicBezTo>
                    <a:pt x="93" y="289"/>
                    <a:pt x="110" y="284"/>
                    <a:pt x="128" y="280"/>
                  </a:cubicBezTo>
                  <a:lnTo>
                    <a:pt x="54"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5"/>
            <p:cNvSpPr/>
            <p:nvPr/>
          </p:nvSpPr>
          <p:spPr>
            <a:xfrm>
              <a:off x="3824350" y="4299800"/>
              <a:ext cx="7150" cy="4325"/>
            </a:xfrm>
            <a:custGeom>
              <a:rect b="b" l="l" r="r" t="t"/>
              <a:pathLst>
                <a:path extrusionOk="0" h="173" w="286">
                  <a:moveTo>
                    <a:pt x="25" y="0"/>
                  </a:moveTo>
                  <a:lnTo>
                    <a:pt x="1" y="50"/>
                  </a:lnTo>
                  <a:lnTo>
                    <a:pt x="263" y="173"/>
                  </a:lnTo>
                  <a:lnTo>
                    <a:pt x="286" y="122"/>
                  </a:lnTo>
                  <a:lnTo>
                    <a:pt x="25"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5"/>
            <p:cNvSpPr/>
            <p:nvPr/>
          </p:nvSpPr>
          <p:spPr>
            <a:xfrm>
              <a:off x="3807825" y="4352700"/>
              <a:ext cx="7375" cy="2625"/>
            </a:xfrm>
            <a:custGeom>
              <a:rect b="b" l="l" r="r" t="t"/>
              <a:pathLst>
                <a:path extrusionOk="0" h="105" w="295">
                  <a:moveTo>
                    <a:pt x="10" y="0"/>
                  </a:moveTo>
                  <a:lnTo>
                    <a:pt x="1" y="54"/>
                  </a:lnTo>
                  <a:lnTo>
                    <a:pt x="285" y="105"/>
                  </a:lnTo>
                  <a:cubicBezTo>
                    <a:pt x="288" y="87"/>
                    <a:pt x="291" y="69"/>
                    <a:pt x="295" y="50"/>
                  </a:cubicBezTo>
                  <a:lnTo>
                    <a:pt x="10"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5"/>
            <p:cNvSpPr/>
            <p:nvPr/>
          </p:nvSpPr>
          <p:spPr>
            <a:xfrm>
              <a:off x="3817300" y="4316900"/>
              <a:ext cx="7250" cy="3825"/>
            </a:xfrm>
            <a:custGeom>
              <a:rect b="b" l="l" r="r" t="t"/>
              <a:pathLst>
                <a:path extrusionOk="0" h="153" w="290">
                  <a:moveTo>
                    <a:pt x="19" y="0"/>
                  </a:moveTo>
                  <a:lnTo>
                    <a:pt x="0" y="52"/>
                  </a:lnTo>
                  <a:lnTo>
                    <a:pt x="272" y="152"/>
                  </a:lnTo>
                  <a:cubicBezTo>
                    <a:pt x="278" y="135"/>
                    <a:pt x="283" y="117"/>
                    <a:pt x="289" y="100"/>
                  </a:cubicBezTo>
                  <a:lnTo>
                    <a:pt x="19"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5"/>
            <p:cNvSpPr/>
            <p:nvPr/>
          </p:nvSpPr>
          <p:spPr>
            <a:xfrm>
              <a:off x="3854050" y="4253025"/>
              <a:ext cx="6475" cy="5775"/>
            </a:xfrm>
            <a:custGeom>
              <a:rect b="b" l="l" r="r" t="t"/>
              <a:pathLst>
                <a:path extrusionOk="0" h="231" w="259">
                  <a:moveTo>
                    <a:pt x="36" y="1"/>
                  </a:moveTo>
                  <a:lnTo>
                    <a:pt x="0" y="43"/>
                  </a:lnTo>
                  <a:lnTo>
                    <a:pt x="224" y="231"/>
                  </a:lnTo>
                  <a:lnTo>
                    <a:pt x="258" y="188"/>
                  </a:lnTo>
                  <a:lnTo>
                    <a:pt x="36"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5"/>
            <p:cNvSpPr/>
            <p:nvPr/>
          </p:nvSpPr>
          <p:spPr>
            <a:xfrm>
              <a:off x="4222125" y="4371125"/>
              <a:ext cx="7425" cy="2000"/>
            </a:xfrm>
            <a:custGeom>
              <a:rect b="b" l="l" r="r" t="t"/>
              <a:pathLst>
                <a:path extrusionOk="0" h="80" w="297">
                  <a:moveTo>
                    <a:pt x="292" y="0"/>
                  </a:moveTo>
                  <a:lnTo>
                    <a:pt x="1" y="26"/>
                  </a:lnTo>
                  <a:cubicBezTo>
                    <a:pt x="4" y="44"/>
                    <a:pt x="5" y="62"/>
                    <a:pt x="6" y="80"/>
                  </a:cubicBezTo>
                  <a:lnTo>
                    <a:pt x="297" y="54"/>
                  </a:lnTo>
                  <a:lnTo>
                    <a:pt x="292"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5"/>
            <p:cNvSpPr/>
            <p:nvPr/>
          </p:nvSpPr>
          <p:spPr>
            <a:xfrm>
              <a:off x="3811800" y="4334625"/>
              <a:ext cx="7375" cy="3200"/>
            </a:xfrm>
            <a:custGeom>
              <a:rect b="b" l="l" r="r" t="t"/>
              <a:pathLst>
                <a:path extrusionOk="0" h="128" w="295">
                  <a:moveTo>
                    <a:pt x="14" y="0"/>
                  </a:moveTo>
                  <a:lnTo>
                    <a:pt x="0" y="53"/>
                  </a:lnTo>
                  <a:lnTo>
                    <a:pt x="280" y="127"/>
                  </a:lnTo>
                  <a:cubicBezTo>
                    <a:pt x="285" y="110"/>
                    <a:pt x="289" y="93"/>
                    <a:pt x="295" y="75"/>
                  </a:cubicBezTo>
                  <a:lnTo>
                    <a:pt x="14"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5"/>
            <p:cNvSpPr/>
            <p:nvPr/>
          </p:nvSpPr>
          <p:spPr>
            <a:xfrm>
              <a:off x="3998300" y="4178300"/>
              <a:ext cx="2000" cy="7400"/>
            </a:xfrm>
            <a:custGeom>
              <a:rect b="b" l="l" r="r" t="t"/>
              <a:pathLst>
                <a:path extrusionOk="0" h="296" w="80">
                  <a:moveTo>
                    <a:pt x="54" y="1"/>
                  </a:moveTo>
                  <a:lnTo>
                    <a:pt x="0" y="6"/>
                  </a:lnTo>
                  <a:lnTo>
                    <a:pt x="26" y="296"/>
                  </a:lnTo>
                  <a:cubicBezTo>
                    <a:pt x="42" y="295"/>
                    <a:pt x="60" y="292"/>
                    <a:pt x="80" y="291"/>
                  </a:cubicBezTo>
                  <a:lnTo>
                    <a:pt x="54"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3842800" y="4267725"/>
              <a:ext cx="6750" cy="5325"/>
            </a:xfrm>
            <a:custGeom>
              <a:rect b="b" l="l" r="r" t="t"/>
              <a:pathLst>
                <a:path extrusionOk="0" h="213" w="270">
                  <a:moveTo>
                    <a:pt x="33" y="1"/>
                  </a:moveTo>
                  <a:lnTo>
                    <a:pt x="1" y="46"/>
                  </a:lnTo>
                  <a:lnTo>
                    <a:pt x="239" y="212"/>
                  </a:lnTo>
                  <a:cubicBezTo>
                    <a:pt x="249" y="197"/>
                    <a:pt x="260" y="182"/>
                    <a:pt x="270" y="167"/>
                  </a:cubicBezTo>
                  <a:lnTo>
                    <a:pt x="33"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3832875" y="4283350"/>
              <a:ext cx="6975" cy="4800"/>
            </a:xfrm>
            <a:custGeom>
              <a:rect b="b" l="l" r="r" t="t"/>
              <a:pathLst>
                <a:path extrusionOk="0" h="192" w="279">
                  <a:moveTo>
                    <a:pt x="27" y="0"/>
                  </a:moveTo>
                  <a:lnTo>
                    <a:pt x="0" y="48"/>
                  </a:lnTo>
                  <a:lnTo>
                    <a:pt x="251" y="192"/>
                  </a:lnTo>
                  <a:cubicBezTo>
                    <a:pt x="259" y="177"/>
                    <a:pt x="269" y="161"/>
                    <a:pt x="279" y="145"/>
                  </a:cubicBezTo>
                  <a:lnTo>
                    <a:pt x="27"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3805475" y="4371125"/>
              <a:ext cx="7400" cy="2000"/>
            </a:xfrm>
            <a:custGeom>
              <a:rect b="b" l="l" r="r" t="t"/>
              <a:pathLst>
                <a:path extrusionOk="0" h="80" w="296">
                  <a:moveTo>
                    <a:pt x="6" y="0"/>
                  </a:moveTo>
                  <a:lnTo>
                    <a:pt x="1" y="54"/>
                  </a:lnTo>
                  <a:lnTo>
                    <a:pt x="291" y="80"/>
                  </a:lnTo>
                  <a:cubicBezTo>
                    <a:pt x="292" y="62"/>
                    <a:pt x="295" y="44"/>
                    <a:pt x="296" y="26"/>
                  </a:cubicBezTo>
                  <a:lnTo>
                    <a:pt x="6"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4185450" y="4267725"/>
              <a:ext cx="6750" cy="5325"/>
            </a:xfrm>
            <a:custGeom>
              <a:rect b="b" l="l" r="r" t="t"/>
              <a:pathLst>
                <a:path extrusionOk="0" h="213" w="270">
                  <a:moveTo>
                    <a:pt x="239" y="1"/>
                  </a:moveTo>
                  <a:lnTo>
                    <a:pt x="1" y="167"/>
                  </a:lnTo>
                  <a:cubicBezTo>
                    <a:pt x="11" y="182"/>
                    <a:pt x="21" y="197"/>
                    <a:pt x="31" y="212"/>
                  </a:cubicBezTo>
                  <a:lnTo>
                    <a:pt x="270" y="46"/>
                  </a:lnTo>
                  <a:lnTo>
                    <a:pt x="239"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4203500" y="4299800"/>
              <a:ext cx="7150" cy="4325"/>
            </a:xfrm>
            <a:custGeom>
              <a:rect b="b" l="l" r="r" t="t"/>
              <a:pathLst>
                <a:path extrusionOk="0" h="173" w="286">
                  <a:moveTo>
                    <a:pt x="263" y="0"/>
                  </a:moveTo>
                  <a:lnTo>
                    <a:pt x="1" y="122"/>
                  </a:lnTo>
                  <a:lnTo>
                    <a:pt x="23" y="173"/>
                  </a:lnTo>
                  <a:lnTo>
                    <a:pt x="286" y="50"/>
                  </a:lnTo>
                  <a:lnTo>
                    <a:pt x="263"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5"/>
            <p:cNvSpPr/>
            <p:nvPr/>
          </p:nvSpPr>
          <p:spPr>
            <a:xfrm>
              <a:off x="4174500" y="4253025"/>
              <a:ext cx="6450" cy="5775"/>
            </a:xfrm>
            <a:custGeom>
              <a:rect b="b" l="l" r="r" t="t"/>
              <a:pathLst>
                <a:path extrusionOk="0" h="231" w="258">
                  <a:moveTo>
                    <a:pt x="223" y="1"/>
                  </a:moveTo>
                  <a:lnTo>
                    <a:pt x="0" y="188"/>
                  </a:lnTo>
                  <a:lnTo>
                    <a:pt x="35" y="231"/>
                  </a:lnTo>
                  <a:lnTo>
                    <a:pt x="258" y="43"/>
                  </a:lnTo>
                  <a:lnTo>
                    <a:pt x="223"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5"/>
            <p:cNvSpPr/>
            <p:nvPr/>
          </p:nvSpPr>
          <p:spPr>
            <a:xfrm>
              <a:off x="4195125" y="4283350"/>
              <a:ext cx="6975" cy="4800"/>
            </a:xfrm>
            <a:custGeom>
              <a:rect b="b" l="l" r="r" t="t"/>
              <a:pathLst>
                <a:path extrusionOk="0" h="192" w="279">
                  <a:moveTo>
                    <a:pt x="252" y="0"/>
                  </a:moveTo>
                  <a:lnTo>
                    <a:pt x="0" y="145"/>
                  </a:lnTo>
                  <a:cubicBezTo>
                    <a:pt x="10" y="160"/>
                    <a:pt x="20" y="175"/>
                    <a:pt x="28" y="192"/>
                  </a:cubicBezTo>
                  <a:lnTo>
                    <a:pt x="279" y="48"/>
                  </a:lnTo>
                  <a:lnTo>
                    <a:pt x="252"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5"/>
            <p:cNvSpPr/>
            <p:nvPr/>
          </p:nvSpPr>
          <p:spPr>
            <a:xfrm>
              <a:off x="4219775" y="4352700"/>
              <a:ext cx="7375" cy="2625"/>
            </a:xfrm>
            <a:custGeom>
              <a:rect b="b" l="l" r="r" t="t"/>
              <a:pathLst>
                <a:path extrusionOk="0" h="105" w="295">
                  <a:moveTo>
                    <a:pt x="286" y="0"/>
                  </a:moveTo>
                  <a:lnTo>
                    <a:pt x="1" y="51"/>
                  </a:lnTo>
                  <a:cubicBezTo>
                    <a:pt x="5" y="69"/>
                    <a:pt x="7" y="87"/>
                    <a:pt x="10" y="105"/>
                  </a:cubicBezTo>
                  <a:lnTo>
                    <a:pt x="295" y="54"/>
                  </a:lnTo>
                  <a:lnTo>
                    <a:pt x="286"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5"/>
            <p:cNvSpPr/>
            <p:nvPr/>
          </p:nvSpPr>
          <p:spPr>
            <a:xfrm>
              <a:off x="4215825" y="4334625"/>
              <a:ext cx="7400" cy="3200"/>
            </a:xfrm>
            <a:custGeom>
              <a:rect b="b" l="l" r="r" t="t"/>
              <a:pathLst>
                <a:path extrusionOk="0" h="128" w="296">
                  <a:moveTo>
                    <a:pt x="282" y="0"/>
                  </a:moveTo>
                  <a:lnTo>
                    <a:pt x="1" y="75"/>
                  </a:lnTo>
                  <a:cubicBezTo>
                    <a:pt x="7" y="93"/>
                    <a:pt x="12" y="110"/>
                    <a:pt x="15" y="127"/>
                  </a:cubicBezTo>
                  <a:lnTo>
                    <a:pt x="296" y="53"/>
                  </a:lnTo>
                  <a:lnTo>
                    <a:pt x="282"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4210400" y="4316900"/>
              <a:ext cx="7300" cy="3825"/>
            </a:xfrm>
            <a:custGeom>
              <a:rect b="b" l="l" r="r" t="t"/>
              <a:pathLst>
                <a:path extrusionOk="0" h="153" w="292">
                  <a:moveTo>
                    <a:pt x="272" y="0"/>
                  </a:moveTo>
                  <a:lnTo>
                    <a:pt x="0" y="100"/>
                  </a:lnTo>
                  <a:cubicBezTo>
                    <a:pt x="7" y="117"/>
                    <a:pt x="14" y="135"/>
                    <a:pt x="20" y="152"/>
                  </a:cubicBezTo>
                  <a:lnTo>
                    <a:pt x="291" y="52"/>
                  </a:lnTo>
                  <a:lnTo>
                    <a:pt x="272"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4052500" y="4180675"/>
              <a:ext cx="2650" cy="7375"/>
            </a:xfrm>
            <a:custGeom>
              <a:rect b="b" l="l" r="r" t="t"/>
              <a:pathLst>
                <a:path extrusionOk="0" h="295" w="106">
                  <a:moveTo>
                    <a:pt x="51" y="1"/>
                  </a:moveTo>
                  <a:lnTo>
                    <a:pt x="1" y="285"/>
                  </a:lnTo>
                  <a:cubicBezTo>
                    <a:pt x="19" y="289"/>
                    <a:pt x="37" y="291"/>
                    <a:pt x="56" y="295"/>
                  </a:cubicBezTo>
                  <a:lnTo>
                    <a:pt x="105" y="10"/>
                  </a:lnTo>
                  <a:lnTo>
                    <a:pt x="51"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5"/>
            <p:cNvSpPr/>
            <p:nvPr/>
          </p:nvSpPr>
          <p:spPr>
            <a:xfrm>
              <a:off x="4070025" y="4184625"/>
              <a:ext cx="3225" cy="7375"/>
            </a:xfrm>
            <a:custGeom>
              <a:rect b="b" l="l" r="r" t="t"/>
              <a:pathLst>
                <a:path extrusionOk="0" h="295" w="129">
                  <a:moveTo>
                    <a:pt x="75" y="1"/>
                  </a:moveTo>
                  <a:lnTo>
                    <a:pt x="0" y="280"/>
                  </a:lnTo>
                  <a:cubicBezTo>
                    <a:pt x="18" y="285"/>
                    <a:pt x="35" y="289"/>
                    <a:pt x="53" y="295"/>
                  </a:cubicBezTo>
                  <a:lnTo>
                    <a:pt x="128" y="14"/>
                  </a:lnTo>
                  <a:lnTo>
                    <a:pt x="75"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5"/>
            <p:cNvSpPr/>
            <p:nvPr/>
          </p:nvSpPr>
          <p:spPr>
            <a:xfrm>
              <a:off x="4149050" y="4226875"/>
              <a:ext cx="5750" cy="6475"/>
            </a:xfrm>
            <a:custGeom>
              <a:rect b="b" l="l" r="r" t="t"/>
              <a:pathLst>
                <a:path extrusionOk="0" h="259" w="230">
                  <a:moveTo>
                    <a:pt x="187" y="1"/>
                  </a:moveTo>
                  <a:lnTo>
                    <a:pt x="1" y="224"/>
                  </a:lnTo>
                  <a:lnTo>
                    <a:pt x="43" y="259"/>
                  </a:lnTo>
                  <a:lnTo>
                    <a:pt x="230" y="36"/>
                  </a:lnTo>
                  <a:lnTo>
                    <a:pt x="187"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5"/>
            <p:cNvSpPr/>
            <p:nvPr/>
          </p:nvSpPr>
          <p:spPr>
            <a:xfrm>
              <a:off x="4034700" y="4178300"/>
              <a:ext cx="2050" cy="7400"/>
            </a:xfrm>
            <a:custGeom>
              <a:rect b="b" l="l" r="r" t="t"/>
              <a:pathLst>
                <a:path extrusionOk="0" h="296" w="82">
                  <a:moveTo>
                    <a:pt x="27" y="1"/>
                  </a:moveTo>
                  <a:lnTo>
                    <a:pt x="1" y="291"/>
                  </a:lnTo>
                  <a:cubicBezTo>
                    <a:pt x="19" y="292"/>
                    <a:pt x="37" y="295"/>
                    <a:pt x="56" y="296"/>
                  </a:cubicBezTo>
                  <a:lnTo>
                    <a:pt x="81" y="6"/>
                  </a:lnTo>
                  <a:lnTo>
                    <a:pt x="27"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4087150" y="4190125"/>
              <a:ext cx="3800" cy="7300"/>
            </a:xfrm>
            <a:custGeom>
              <a:rect b="b" l="l" r="r" t="t"/>
              <a:pathLst>
                <a:path extrusionOk="0" h="292" w="152">
                  <a:moveTo>
                    <a:pt x="100" y="0"/>
                  </a:moveTo>
                  <a:lnTo>
                    <a:pt x="0" y="273"/>
                  </a:lnTo>
                  <a:cubicBezTo>
                    <a:pt x="17" y="279"/>
                    <a:pt x="35" y="284"/>
                    <a:pt x="52" y="291"/>
                  </a:cubicBezTo>
                  <a:lnTo>
                    <a:pt x="151" y="20"/>
                  </a:lnTo>
                  <a:lnTo>
                    <a:pt x="100"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4134800" y="4215650"/>
              <a:ext cx="5300" cy="6750"/>
            </a:xfrm>
            <a:custGeom>
              <a:rect b="b" l="l" r="r" t="t"/>
              <a:pathLst>
                <a:path extrusionOk="0" h="270" w="212">
                  <a:moveTo>
                    <a:pt x="166" y="1"/>
                  </a:moveTo>
                  <a:lnTo>
                    <a:pt x="0" y="238"/>
                  </a:lnTo>
                  <a:cubicBezTo>
                    <a:pt x="16" y="248"/>
                    <a:pt x="30" y="259"/>
                    <a:pt x="46" y="269"/>
                  </a:cubicBezTo>
                  <a:lnTo>
                    <a:pt x="212" y="32"/>
                  </a:lnTo>
                  <a:lnTo>
                    <a:pt x="166"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4103725" y="4197225"/>
              <a:ext cx="4375" cy="7150"/>
            </a:xfrm>
            <a:custGeom>
              <a:rect b="b" l="l" r="r" t="t"/>
              <a:pathLst>
                <a:path extrusionOk="0" h="286" w="175">
                  <a:moveTo>
                    <a:pt x="124" y="0"/>
                  </a:moveTo>
                  <a:lnTo>
                    <a:pt x="1" y="262"/>
                  </a:lnTo>
                  <a:lnTo>
                    <a:pt x="51" y="286"/>
                  </a:lnTo>
                  <a:lnTo>
                    <a:pt x="174" y="24"/>
                  </a:lnTo>
                  <a:lnTo>
                    <a:pt x="124"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5"/>
            <p:cNvSpPr/>
            <p:nvPr/>
          </p:nvSpPr>
          <p:spPr>
            <a:xfrm>
              <a:off x="4119675" y="4205725"/>
              <a:ext cx="4825" cy="7000"/>
            </a:xfrm>
            <a:custGeom>
              <a:rect b="b" l="l" r="r" t="t"/>
              <a:pathLst>
                <a:path extrusionOk="0" h="280" w="193">
                  <a:moveTo>
                    <a:pt x="145" y="1"/>
                  </a:moveTo>
                  <a:lnTo>
                    <a:pt x="1" y="251"/>
                  </a:lnTo>
                  <a:cubicBezTo>
                    <a:pt x="16" y="261"/>
                    <a:pt x="31" y="269"/>
                    <a:pt x="48" y="279"/>
                  </a:cubicBezTo>
                  <a:lnTo>
                    <a:pt x="192" y="28"/>
                  </a:lnTo>
                  <a:lnTo>
                    <a:pt x="145"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5"/>
            <p:cNvSpPr/>
            <p:nvPr/>
          </p:nvSpPr>
          <p:spPr>
            <a:xfrm>
              <a:off x="3944075" y="4190175"/>
              <a:ext cx="3800" cy="7250"/>
            </a:xfrm>
            <a:custGeom>
              <a:rect b="b" l="l" r="r" t="t"/>
              <a:pathLst>
                <a:path extrusionOk="0" h="290" w="152">
                  <a:moveTo>
                    <a:pt x="52" y="0"/>
                  </a:moveTo>
                  <a:lnTo>
                    <a:pt x="0" y="18"/>
                  </a:lnTo>
                  <a:lnTo>
                    <a:pt x="100" y="289"/>
                  </a:lnTo>
                  <a:cubicBezTo>
                    <a:pt x="117" y="282"/>
                    <a:pt x="134" y="276"/>
                    <a:pt x="152" y="271"/>
                  </a:cubicBezTo>
                  <a:lnTo>
                    <a:pt x="52"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5"/>
            <p:cNvSpPr/>
            <p:nvPr/>
          </p:nvSpPr>
          <p:spPr>
            <a:xfrm>
              <a:off x="4149050" y="4547325"/>
              <a:ext cx="5750" cy="6475"/>
            </a:xfrm>
            <a:custGeom>
              <a:rect b="b" l="l" r="r" t="t"/>
              <a:pathLst>
                <a:path extrusionOk="0" h="259" w="230">
                  <a:moveTo>
                    <a:pt x="43" y="0"/>
                  </a:moveTo>
                  <a:lnTo>
                    <a:pt x="1" y="35"/>
                  </a:lnTo>
                  <a:lnTo>
                    <a:pt x="187" y="258"/>
                  </a:lnTo>
                  <a:lnTo>
                    <a:pt x="230" y="223"/>
                  </a:lnTo>
                  <a:lnTo>
                    <a:pt x="43"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5"/>
            <p:cNvSpPr/>
            <p:nvPr/>
          </p:nvSpPr>
          <p:spPr>
            <a:xfrm>
              <a:off x="4174500" y="4521900"/>
              <a:ext cx="6450" cy="5750"/>
            </a:xfrm>
            <a:custGeom>
              <a:rect b="b" l="l" r="r" t="t"/>
              <a:pathLst>
                <a:path extrusionOk="0" h="230" w="258">
                  <a:moveTo>
                    <a:pt x="35" y="1"/>
                  </a:moveTo>
                  <a:lnTo>
                    <a:pt x="0" y="43"/>
                  </a:lnTo>
                  <a:lnTo>
                    <a:pt x="223" y="230"/>
                  </a:lnTo>
                  <a:lnTo>
                    <a:pt x="258" y="188"/>
                  </a:lnTo>
                  <a:lnTo>
                    <a:pt x="35"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4119675" y="4567975"/>
              <a:ext cx="4825" cy="7000"/>
            </a:xfrm>
            <a:custGeom>
              <a:rect b="b" l="l" r="r" t="t"/>
              <a:pathLst>
                <a:path extrusionOk="0" h="280" w="193">
                  <a:moveTo>
                    <a:pt x="48" y="1"/>
                  </a:moveTo>
                  <a:cubicBezTo>
                    <a:pt x="33" y="10"/>
                    <a:pt x="17" y="20"/>
                    <a:pt x="1" y="29"/>
                  </a:cubicBezTo>
                  <a:lnTo>
                    <a:pt x="145" y="279"/>
                  </a:lnTo>
                  <a:lnTo>
                    <a:pt x="192" y="252"/>
                  </a:lnTo>
                  <a:lnTo>
                    <a:pt x="48"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5"/>
            <p:cNvSpPr/>
            <p:nvPr/>
          </p:nvSpPr>
          <p:spPr>
            <a:xfrm>
              <a:off x="4134800" y="4558300"/>
              <a:ext cx="5300" cy="6750"/>
            </a:xfrm>
            <a:custGeom>
              <a:rect b="b" l="l" r="r" t="t"/>
              <a:pathLst>
                <a:path extrusionOk="0" h="270" w="212">
                  <a:moveTo>
                    <a:pt x="46" y="1"/>
                  </a:moveTo>
                  <a:cubicBezTo>
                    <a:pt x="30" y="11"/>
                    <a:pt x="16" y="21"/>
                    <a:pt x="0" y="32"/>
                  </a:cubicBezTo>
                  <a:lnTo>
                    <a:pt x="166" y="270"/>
                  </a:lnTo>
                  <a:lnTo>
                    <a:pt x="212" y="238"/>
                  </a:lnTo>
                  <a:lnTo>
                    <a:pt x="46"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5"/>
            <p:cNvSpPr/>
            <p:nvPr/>
          </p:nvSpPr>
          <p:spPr>
            <a:xfrm>
              <a:off x="4052500" y="4592600"/>
              <a:ext cx="2650" cy="7375"/>
            </a:xfrm>
            <a:custGeom>
              <a:rect b="b" l="l" r="r" t="t"/>
              <a:pathLst>
                <a:path extrusionOk="0" h="295" w="106">
                  <a:moveTo>
                    <a:pt x="56" y="1"/>
                  </a:moveTo>
                  <a:cubicBezTo>
                    <a:pt x="37" y="4"/>
                    <a:pt x="19" y="7"/>
                    <a:pt x="1" y="10"/>
                  </a:cubicBezTo>
                  <a:lnTo>
                    <a:pt x="51" y="295"/>
                  </a:lnTo>
                  <a:lnTo>
                    <a:pt x="105" y="286"/>
                  </a:lnTo>
                  <a:lnTo>
                    <a:pt x="56"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5"/>
            <p:cNvSpPr/>
            <p:nvPr/>
          </p:nvSpPr>
          <p:spPr>
            <a:xfrm>
              <a:off x="4103700" y="4576325"/>
              <a:ext cx="4375" cy="7150"/>
            </a:xfrm>
            <a:custGeom>
              <a:rect b="b" l="l" r="r" t="t"/>
              <a:pathLst>
                <a:path extrusionOk="0" h="286" w="175">
                  <a:moveTo>
                    <a:pt x="51" y="1"/>
                  </a:moveTo>
                  <a:lnTo>
                    <a:pt x="1" y="24"/>
                  </a:lnTo>
                  <a:lnTo>
                    <a:pt x="124" y="286"/>
                  </a:lnTo>
                  <a:lnTo>
                    <a:pt x="174" y="263"/>
                  </a:lnTo>
                  <a:lnTo>
                    <a:pt x="51"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5"/>
            <p:cNvSpPr/>
            <p:nvPr/>
          </p:nvSpPr>
          <p:spPr>
            <a:xfrm>
              <a:off x="4034700" y="4595000"/>
              <a:ext cx="2050" cy="7400"/>
            </a:xfrm>
            <a:custGeom>
              <a:rect b="b" l="l" r="r" t="t"/>
              <a:pathLst>
                <a:path extrusionOk="0" h="296" w="82">
                  <a:moveTo>
                    <a:pt x="56" y="1"/>
                  </a:moveTo>
                  <a:cubicBezTo>
                    <a:pt x="37" y="2"/>
                    <a:pt x="19" y="3"/>
                    <a:pt x="1" y="6"/>
                  </a:cubicBezTo>
                  <a:lnTo>
                    <a:pt x="27" y="296"/>
                  </a:lnTo>
                  <a:lnTo>
                    <a:pt x="81" y="291"/>
                  </a:lnTo>
                  <a:lnTo>
                    <a:pt x="56"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p:nvPr/>
          </p:nvSpPr>
          <p:spPr>
            <a:xfrm>
              <a:off x="4087150" y="4583275"/>
              <a:ext cx="3800" cy="7250"/>
            </a:xfrm>
            <a:custGeom>
              <a:rect b="b" l="l" r="r" t="t"/>
              <a:pathLst>
                <a:path extrusionOk="0" h="290" w="152">
                  <a:moveTo>
                    <a:pt x="52" y="0"/>
                  </a:moveTo>
                  <a:cubicBezTo>
                    <a:pt x="35" y="7"/>
                    <a:pt x="17" y="13"/>
                    <a:pt x="0" y="18"/>
                  </a:cubicBezTo>
                  <a:lnTo>
                    <a:pt x="100" y="289"/>
                  </a:lnTo>
                  <a:lnTo>
                    <a:pt x="151" y="271"/>
                  </a:lnTo>
                  <a:lnTo>
                    <a:pt x="52"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5"/>
            <p:cNvSpPr/>
            <p:nvPr/>
          </p:nvSpPr>
          <p:spPr>
            <a:xfrm>
              <a:off x="4070025" y="4588700"/>
              <a:ext cx="3225" cy="7375"/>
            </a:xfrm>
            <a:custGeom>
              <a:rect b="b" l="l" r="r" t="t"/>
              <a:pathLst>
                <a:path extrusionOk="0" h="295" w="129">
                  <a:moveTo>
                    <a:pt x="53" y="0"/>
                  </a:moveTo>
                  <a:cubicBezTo>
                    <a:pt x="35" y="5"/>
                    <a:pt x="18" y="10"/>
                    <a:pt x="0" y="13"/>
                  </a:cubicBezTo>
                  <a:lnTo>
                    <a:pt x="75" y="294"/>
                  </a:lnTo>
                  <a:lnTo>
                    <a:pt x="128" y="280"/>
                  </a:lnTo>
                  <a:lnTo>
                    <a:pt x="53"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5"/>
            <p:cNvSpPr/>
            <p:nvPr/>
          </p:nvSpPr>
          <p:spPr>
            <a:xfrm>
              <a:off x="4222125" y="4407550"/>
              <a:ext cx="7425" cy="2025"/>
            </a:xfrm>
            <a:custGeom>
              <a:rect b="b" l="l" r="r" t="t"/>
              <a:pathLst>
                <a:path extrusionOk="0" h="81" w="297">
                  <a:moveTo>
                    <a:pt x="6" y="0"/>
                  </a:moveTo>
                  <a:cubicBezTo>
                    <a:pt x="5" y="19"/>
                    <a:pt x="3" y="36"/>
                    <a:pt x="1" y="55"/>
                  </a:cubicBezTo>
                  <a:lnTo>
                    <a:pt x="292" y="80"/>
                  </a:lnTo>
                  <a:lnTo>
                    <a:pt x="297" y="26"/>
                  </a:lnTo>
                  <a:lnTo>
                    <a:pt x="6"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5"/>
            <p:cNvSpPr/>
            <p:nvPr/>
          </p:nvSpPr>
          <p:spPr>
            <a:xfrm>
              <a:off x="4215825" y="4442875"/>
              <a:ext cx="7400" cy="3225"/>
            </a:xfrm>
            <a:custGeom>
              <a:rect b="b" l="l" r="r" t="t"/>
              <a:pathLst>
                <a:path extrusionOk="0" h="129" w="296">
                  <a:moveTo>
                    <a:pt x="15" y="1"/>
                  </a:moveTo>
                  <a:cubicBezTo>
                    <a:pt x="10" y="19"/>
                    <a:pt x="6" y="36"/>
                    <a:pt x="1" y="53"/>
                  </a:cubicBezTo>
                  <a:lnTo>
                    <a:pt x="282" y="128"/>
                  </a:lnTo>
                  <a:lnTo>
                    <a:pt x="296" y="76"/>
                  </a:lnTo>
                  <a:lnTo>
                    <a:pt x="15"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5"/>
            <p:cNvSpPr/>
            <p:nvPr/>
          </p:nvSpPr>
          <p:spPr>
            <a:xfrm>
              <a:off x="4219775" y="4425325"/>
              <a:ext cx="7375" cy="2650"/>
            </a:xfrm>
            <a:custGeom>
              <a:rect b="b" l="l" r="r" t="t"/>
              <a:pathLst>
                <a:path extrusionOk="0" h="106" w="295">
                  <a:moveTo>
                    <a:pt x="10" y="1"/>
                  </a:moveTo>
                  <a:cubicBezTo>
                    <a:pt x="7" y="19"/>
                    <a:pt x="5" y="37"/>
                    <a:pt x="1" y="56"/>
                  </a:cubicBezTo>
                  <a:lnTo>
                    <a:pt x="286" y="105"/>
                  </a:lnTo>
                  <a:lnTo>
                    <a:pt x="295" y="51"/>
                  </a:lnTo>
                  <a:lnTo>
                    <a:pt x="10"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4210450" y="4459975"/>
              <a:ext cx="7250" cy="3800"/>
            </a:xfrm>
            <a:custGeom>
              <a:rect b="b" l="l" r="r" t="t"/>
              <a:pathLst>
                <a:path extrusionOk="0" h="152" w="290">
                  <a:moveTo>
                    <a:pt x="18" y="1"/>
                  </a:moveTo>
                  <a:cubicBezTo>
                    <a:pt x="12" y="17"/>
                    <a:pt x="6" y="35"/>
                    <a:pt x="0" y="52"/>
                  </a:cubicBezTo>
                  <a:lnTo>
                    <a:pt x="271" y="151"/>
                  </a:lnTo>
                  <a:lnTo>
                    <a:pt x="289" y="100"/>
                  </a:lnTo>
                  <a:lnTo>
                    <a:pt x="18"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4195150" y="4492500"/>
              <a:ext cx="7000" cy="4825"/>
            </a:xfrm>
            <a:custGeom>
              <a:rect b="b" l="l" r="r" t="t"/>
              <a:pathLst>
                <a:path extrusionOk="0" h="193" w="280">
                  <a:moveTo>
                    <a:pt x="29" y="1"/>
                  </a:moveTo>
                  <a:cubicBezTo>
                    <a:pt x="20" y="16"/>
                    <a:pt x="11" y="32"/>
                    <a:pt x="0" y="48"/>
                  </a:cubicBezTo>
                  <a:lnTo>
                    <a:pt x="252" y="193"/>
                  </a:lnTo>
                  <a:lnTo>
                    <a:pt x="279" y="145"/>
                  </a:lnTo>
                  <a:lnTo>
                    <a:pt x="29"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5"/>
            <p:cNvSpPr/>
            <p:nvPr/>
          </p:nvSpPr>
          <p:spPr>
            <a:xfrm>
              <a:off x="4203500" y="4476550"/>
              <a:ext cx="7150" cy="4375"/>
            </a:xfrm>
            <a:custGeom>
              <a:rect b="b" l="l" r="r" t="t"/>
              <a:pathLst>
                <a:path extrusionOk="0" h="175" w="286">
                  <a:moveTo>
                    <a:pt x="23" y="1"/>
                  </a:moveTo>
                  <a:lnTo>
                    <a:pt x="1" y="52"/>
                  </a:lnTo>
                  <a:lnTo>
                    <a:pt x="263" y="174"/>
                  </a:lnTo>
                  <a:lnTo>
                    <a:pt x="286" y="124"/>
                  </a:lnTo>
                  <a:lnTo>
                    <a:pt x="23"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5"/>
            <p:cNvSpPr/>
            <p:nvPr/>
          </p:nvSpPr>
          <p:spPr>
            <a:xfrm>
              <a:off x="4185450" y="4507650"/>
              <a:ext cx="6750" cy="5300"/>
            </a:xfrm>
            <a:custGeom>
              <a:rect b="b" l="l" r="r" t="t"/>
              <a:pathLst>
                <a:path extrusionOk="0" h="212" w="270">
                  <a:moveTo>
                    <a:pt x="31" y="0"/>
                  </a:moveTo>
                  <a:cubicBezTo>
                    <a:pt x="21" y="16"/>
                    <a:pt x="11" y="30"/>
                    <a:pt x="1" y="46"/>
                  </a:cubicBezTo>
                  <a:lnTo>
                    <a:pt x="238" y="212"/>
                  </a:lnTo>
                  <a:lnTo>
                    <a:pt x="270" y="167"/>
                  </a:lnTo>
                  <a:lnTo>
                    <a:pt x="31"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3979875" y="4592625"/>
              <a:ext cx="2625" cy="7375"/>
            </a:xfrm>
            <a:custGeom>
              <a:rect b="b" l="l" r="r" t="t"/>
              <a:pathLst>
                <a:path extrusionOk="0" h="295" w="105">
                  <a:moveTo>
                    <a:pt x="51" y="1"/>
                  </a:moveTo>
                  <a:lnTo>
                    <a:pt x="0" y="287"/>
                  </a:lnTo>
                  <a:lnTo>
                    <a:pt x="54" y="295"/>
                  </a:lnTo>
                  <a:lnTo>
                    <a:pt x="105" y="10"/>
                  </a:lnTo>
                  <a:cubicBezTo>
                    <a:pt x="87" y="8"/>
                    <a:pt x="69" y="5"/>
                    <a:pt x="5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3824350" y="4476550"/>
              <a:ext cx="7150" cy="4375"/>
            </a:xfrm>
            <a:custGeom>
              <a:rect b="b" l="l" r="r" t="t"/>
              <a:pathLst>
                <a:path extrusionOk="0" h="175" w="286">
                  <a:moveTo>
                    <a:pt x="263" y="1"/>
                  </a:moveTo>
                  <a:lnTo>
                    <a:pt x="1" y="124"/>
                  </a:lnTo>
                  <a:lnTo>
                    <a:pt x="25" y="174"/>
                  </a:lnTo>
                  <a:lnTo>
                    <a:pt x="286" y="52"/>
                  </a:lnTo>
                  <a:lnTo>
                    <a:pt x="263"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5"/>
            <p:cNvSpPr/>
            <p:nvPr/>
          </p:nvSpPr>
          <p:spPr>
            <a:xfrm>
              <a:off x="3832900" y="4492500"/>
              <a:ext cx="7000" cy="4825"/>
            </a:xfrm>
            <a:custGeom>
              <a:rect b="b" l="l" r="r" t="t"/>
              <a:pathLst>
                <a:path extrusionOk="0" h="193" w="280">
                  <a:moveTo>
                    <a:pt x="251" y="1"/>
                  </a:moveTo>
                  <a:lnTo>
                    <a:pt x="0" y="145"/>
                  </a:lnTo>
                  <a:lnTo>
                    <a:pt x="28" y="193"/>
                  </a:lnTo>
                  <a:lnTo>
                    <a:pt x="279" y="48"/>
                  </a:lnTo>
                  <a:cubicBezTo>
                    <a:pt x="271" y="33"/>
                    <a:pt x="260" y="17"/>
                    <a:pt x="25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5"/>
            <p:cNvSpPr/>
            <p:nvPr/>
          </p:nvSpPr>
          <p:spPr>
            <a:xfrm>
              <a:off x="3854050" y="4521875"/>
              <a:ext cx="6475" cy="5750"/>
            </a:xfrm>
            <a:custGeom>
              <a:rect b="b" l="l" r="r" t="t"/>
              <a:pathLst>
                <a:path extrusionOk="0" h="230" w="259">
                  <a:moveTo>
                    <a:pt x="224" y="1"/>
                  </a:moveTo>
                  <a:lnTo>
                    <a:pt x="0" y="188"/>
                  </a:lnTo>
                  <a:lnTo>
                    <a:pt x="36" y="230"/>
                  </a:lnTo>
                  <a:lnTo>
                    <a:pt x="258" y="43"/>
                  </a:lnTo>
                  <a:lnTo>
                    <a:pt x="224"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5"/>
            <p:cNvSpPr/>
            <p:nvPr/>
          </p:nvSpPr>
          <p:spPr>
            <a:xfrm>
              <a:off x="3842800" y="4507650"/>
              <a:ext cx="6750" cy="5300"/>
            </a:xfrm>
            <a:custGeom>
              <a:rect b="b" l="l" r="r" t="t"/>
              <a:pathLst>
                <a:path extrusionOk="0" h="212" w="270">
                  <a:moveTo>
                    <a:pt x="239" y="0"/>
                  </a:moveTo>
                  <a:lnTo>
                    <a:pt x="1" y="167"/>
                  </a:lnTo>
                  <a:lnTo>
                    <a:pt x="32" y="212"/>
                  </a:lnTo>
                  <a:lnTo>
                    <a:pt x="270" y="46"/>
                  </a:lnTo>
                  <a:cubicBezTo>
                    <a:pt x="260" y="30"/>
                    <a:pt x="249" y="16"/>
                    <a:pt x="239"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5"/>
            <p:cNvSpPr/>
            <p:nvPr/>
          </p:nvSpPr>
          <p:spPr>
            <a:xfrm>
              <a:off x="3807850" y="4425325"/>
              <a:ext cx="7375" cy="2650"/>
            </a:xfrm>
            <a:custGeom>
              <a:rect b="b" l="l" r="r" t="t"/>
              <a:pathLst>
                <a:path extrusionOk="0" h="106" w="295">
                  <a:moveTo>
                    <a:pt x="285" y="1"/>
                  </a:moveTo>
                  <a:lnTo>
                    <a:pt x="1" y="51"/>
                  </a:lnTo>
                  <a:lnTo>
                    <a:pt x="10" y="105"/>
                  </a:lnTo>
                  <a:lnTo>
                    <a:pt x="295" y="56"/>
                  </a:lnTo>
                  <a:cubicBezTo>
                    <a:pt x="291" y="37"/>
                    <a:pt x="288" y="19"/>
                    <a:pt x="285"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5"/>
            <p:cNvSpPr/>
            <p:nvPr/>
          </p:nvSpPr>
          <p:spPr>
            <a:xfrm>
              <a:off x="3811800" y="4442875"/>
              <a:ext cx="7375" cy="3225"/>
            </a:xfrm>
            <a:custGeom>
              <a:rect b="b" l="l" r="r" t="t"/>
              <a:pathLst>
                <a:path extrusionOk="0" h="129" w="295">
                  <a:moveTo>
                    <a:pt x="280" y="1"/>
                  </a:moveTo>
                  <a:lnTo>
                    <a:pt x="0" y="75"/>
                  </a:lnTo>
                  <a:lnTo>
                    <a:pt x="14" y="128"/>
                  </a:lnTo>
                  <a:lnTo>
                    <a:pt x="295" y="53"/>
                  </a:lnTo>
                  <a:cubicBezTo>
                    <a:pt x="289" y="36"/>
                    <a:pt x="284" y="17"/>
                    <a:pt x="280"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5"/>
            <p:cNvSpPr/>
            <p:nvPr/>
          </p:nvSpPr>
          <p:spPr>
            <a:xfrm>
              <a:off x="3817350" y="4460000"/>
              <a:ext cx="7275" cy="3800"/>
            </a:xfrm>
            <a:custGeom>
              <a:rect b="b" l="l" r="r" t="t"/>
              <a:pathLst>
                <a:path extrusionOk="0" h="152" w="291">
                  <a:moveTo>
                    <a:pt x="271" y="1"/>
                  </a:moveTo>
                  <a:lnTo>
                    <a:pt x="0" y="100"/>
                  </a:lnTo>
                  <a:lnTo>
                    <a:pt x="19" y="151"/>
                  </a:lnTo>
                  <a:lnTo>
                    <a:pt x="290" y="52"/>
                  </a:lnTo>
                  <a:cubicBezTo>
                    <a:pt x="282" y="36"/>
                    <a:pt x="277" y="17"/>
                    <a:pt x="27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5"/>
            <p:cNvSpPr/>
            <p:nvPr/>
          </p:nvSpPr>
          <p:spPr>
            <a:xfrm>
              <a:off x="3910525" y="4567975"/>
              <a:ext cx="4800" cy="7000"/>
            </a:xfrm>
            <a:custGeom>
              <a:rect b="b" l="l" r="r" t="t"/>
              <a:pathLst>
                <a:path extrusionOk="0" h="280" w="192">
                  <a:moveTo>
                    <a:pt x="144" y="1"/>
                  </a:moveTo>
                  <a:lnTo>
                    <a:pt x="0" y="252"/>
                  </a:lnTo>
                  <a:lnTo>
                    <a:pt x="47" y="279"/>
                  </a:lnTo>
                  <a:lnTo>
                    <a:pt x="192" y="29"/>
                  </a:lnTo>
                  <a:cubicBezTo>
                    <a:pt x="176" y="20"/>
                    <a:pt x="161" y="11"/>
                    <a:pt x="144"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5"/>
            <p:cNvSpPr/>
            <p:nvPr/>
          </p:nvSpPr>
          <p:spPr>
            <a:xfrm>
              <a:off x="3805475" y="4407575"/>
              <a:ext cx="7400" cy="2025"/>
            </a:xfrm>
            <a:custGeom>
              <a:rect b="b" l="l" r="r" t="t"/>
              <a:pathLst>
                <a:path extrusionOk="0" h="81" w="296">
                  <a:moveTo>
                    <a:pt x="291" y="0"/>
                  </a:moveTo>
                  <a:lnTo>
                    <a:pt x="1" y="26"/>
                  </a:lnTo>
                  <a:lnTo>
                    <a:pt x="6" y="81"/>
                  </a:lnTo>
                  <a:lnTo>
                    <a:pt x="296" y="55"/>
                  </a:lnTo>
                  <a:cubicBezTo>
                    <a:pt x="293" y="36"/>
                    <a:pt x="292" y="19"/>
                    <a:pt x="291"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5"/>
            <p:cNvSpPr/>
            <p:nvPr/>
          </p:nvSpPr>
          <p:spPr>
            <a:xfrm>
              <a:off x="3944050" y="4583275"/>
              <a:ext cx="3775" cy="7275"/>
            </a:xfrm>
            <a:custGeom>
              <a:rect b="b" l="l" r="r" t="t"/>
              <a:pathLst>
                <a:path extrusionOk="0" h="291" w="151">
                  <a:moveTo>
                    <a:pt x="99" y="0"/>
                  </a:moveTo>
                  <a:lnTo>
                    <a:pt x="0" y="271"/>
                  </a:lnTo>
                  <a:lnTo>
                    <a:pt x="52" y="290"/>
                  </a:lnTo>
                  <a:lnTo>
                    <a:pt x="151" y="18"/>
                  </a:lnTo>
                  <a:cubicBezTo>
                    <a:pt x="134" y="12"/>
                    <a:pt x="117" y="7"/>
                    <a:pt x="99"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5"/>
            <p:cNvSpPr/>
            <p:nvPr/>
          </p:nvSpPr>
          <p:spPr>
            <a:xfrm>
              <a:off x="3961775" y="4588725"/>
              <a:ext cx="3225" cy="7375"/>
            </a:xfrm>
            <a:custGeom>
              <a:rect b="b" l="l" r="r" t="t"/>
              <a:pathLst>
                <a:path extrusionOk="0" h="295" w="129">
                  <a:moveTo>
                    <a:pt x="75" y="0"/>
                  </a:moveTo>
                  <a:lnTo>
                    <a:pt x="0" y="280"/>
                  </a:lnTo>
                  <a:lnTo>
                    <a:pt x="54" y="294"/>
                  </a:lnTo>
                  <a:lnTo>
                    <a:pt x="128" y="15"/>
                  </a:lnTo>
                  <a:cubicBezTo>
                    <a:pt x="111" y="9"/>
                    <a:pt x="94" y="5"/>
                    <a:pt x="75"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5"/>
            <p:cNvSpPr/>
            <p:nvPr/>
          </p:nvSpPr>
          <p:spPr>
            <a:xfrm>
              <a:off x="3880175" y="4547325"/>
              <a:ext cx="5750" cy="6475"/>
            </a:xfrm>
            <a:custGeom>
              <a:rect b="b" l="l" r="r" t="t"/>
              <a:pathLst>
                <a:path extrusionOk="0" h="259" w="230">
                  <a:moveTo>
                    <a:pt x="187" y="0"/>
                  </a:moveTo>
                  <a:lnTo>
                    <a:pt x="1" y="223"/>
                  </a:lnTo>
                  <a:lnTo>
                    <a:pt x="43" y="258"/>
                  </a:lnTo>
                  <a:lnTo>
                    <a:pt x="230" y="35"/>
                  </a:lnTo>
                  <a:lnTo>
                    <a:pt x="187"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5"/>
            <p:cNvSpPr/>
            <p:nvPr/>
          </p:nvSpPr>
          <p:spPr>
            <a:xfrm>
              <a:off x="3998300" y="4595000"/>
              <a:ext cx="2000" cy="7400"/>
            </a:xfrm>
            <a:custGeom>
              <a:rect b="b" l="l" r="r" t="t"/>
              <a:pathLst>
                <a:path extrusionOk="0" h="296" w="80">
                  <a:moveTo>
                    <a:pt x="26" y="1"/>
                  </a:moveTo>
                  <a:lnTo>
                    <a:pt x="0" y="291"/>
                  </a:lnTo>
                  <a:lnTo>
                    <a:pt x="54" y="296"/>
                  </a:lnTo>
                  <a:lnTo>
                    <a:pt x="80" y="6"/>
                  </a:lnTo>
                  <a:cubicBezTo>
                    <a:pt x="62" y="4"/>
                    <a:pt x="43" y="3"/>
                    <a:pt x="26"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5"/>
            <p:cNvSpPr/>
            <p:nvPr/>
          </p:nvSpPr>
          <p:spPr>
            <a:xfrm>
              <a:off x="3894875" y="4558300"/>
              <a:ext cx="5325" cy="6725"/>
            </a:xfrm>
            <a:custGeom>
              <a:rect b="b" l="l" r="r" t="t"/>
              <a:pathLst>
                <a:path extrusionOk="0" h="269" w="213">
                  <a:moveTo>
                    <a:pt x="167" y="1"/>
                  </a:moveTo>
                  <a:lnTo>
                    <a:pt x="1" y="238"/>
                  </a:lnTo>
                  <a:lnTo>
                    <a:pt x="46" y="269"/>
                  </a:lnTo>
                  <a:lnTo>
                    <a:pt x="212" y="32"/>
                  </a:lnTo>
                  <a:cubicBezTo>
                    <a:pt x="197" y="21"/>
                    <a:pt x="182" y="11"/>
                    <a:pt x="167"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5"/>
            <p:cNvSpPr/>
            <p:nvPr/>
          </p:nvSpPr>
          <p:spPr>
            <a:xfrm>
              <a:off x="3926925" y="4576325"/>
              <a:ext cx="4350" cy="7150"/>
            </a:xfrm>
            <a:custGeom>
              <a:rect b="b" l="l" r="r" t="t"/>
              <a:pathLst>
                <a:path extrusionOk="0" h="286" w="174">
                  <a:moveTo>
                    <a:pt x="123" y="1"/>
                  </a:moveTo>
                  <a:lnTo>
                    <a:pt x="0" y="263"/>
                  </a:lnTo>
                  <a:lnTo>
                    <a:pt x="51" y="286"/>
                  </a:lnTo>
                  <a:lnTo>
                    <a:pt x="174" y="24"/>
                  </a:lnTo>
                  <a:lnTo>
                    <a:pt x="123"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5"/>
            <p:cNvSpPr/>
            <p:nvPr/>
          </p:nvSpPr>
          <p:spPr>
            <a:xfrm>
              <a:off x="3998575" y="4371450"/>
              <a:ext cx="37800" cy="37825"/>
            </a:xfrm>
            <a:custGeom>
              <a:rect b="b" l="l" r="r" t="t"/>
              <a:pathLst>
                <a:path extrusionOk="0" h="1513" w="1512">
                  <a:moveTo>
                    <a:pt x="756" y="1"/>
                  </a:moveTo>
                  <a:cubicBezTo>
                    <a:pt x="741" y="1"/>
                    <a:pt x="729" y="3"/>
                    <a:pt x="715" y="4"/>
                  </a:cubicBezTo>
                  <a:cubicBezTo>
                    <a:pt x="703" y="5"/>
                    <a:pt x="689" y="5"/>
                    <a:pt x="676" y="6"/>
                  </a:cubicBezTo>
                  <a:cubicBezTo>
                    <a:pt x="652" y="9"/>
                    <a:pt x="628" y="13"/>
                    <a:pt x="605" y="16"/>
                  </a:cubicBezTo>
                  <a:cubicBezTo>
                    <a:pt x="508" y="36"/>
                    <a:pt x="419" y="75"/>
                    <a:pt x="339" y="126"/>
                  </a:cubicBezTo>
                  <a:cubicBezTo>
                    <a:pt x="320" y="139"/>
                    <a:pt x="301" y="153"/>
                    <a:pt x="281" y="169"/>
                  </a:cubicBezTo>
                  <a:cubicBezTo>
                    <a:pt x="271" y="178"/>
                    <a:pt x="260" y="186"/>
                    <a:pt x="251" y="196"/>
                  </a:cubicBezTo>
                  <a:cubicBezTo>
                    <a:pt x="241" y="205"/>
                    <a:pt x="231" y="214"/>
                    <a:pt x="222" y="222"/>
                  </a:cubicBezTo>
                  <a:cubicBezTo>
                    <a:pt x="213" y="232"/>
                    <a:pt x="204" y="242"/>
                    <a:pt x="194" y="252"/>
                  </a:cubicBezTo>
                  <a:cubicBezTo>
                    <a:pt x="186" y="263"/>
                    <a:pt x="177" y="272"/>
                    <a:pt x="168" y="282"/>
                  </a:cubicBezTo>
                  <a:cubicBezTo>
                    <a:pt x="152" y="300"/>
                    <a:pt x="140" y="319"/>
                    <a:pt x="125" y="340"/>
                  </a:cubicBezTo>
                  <a:cubicBezTo>
                    <a:pt x="73" y="418"/>
                    <a:pt x="34" y="509"/>
                    <a:pt x="16" y="606"/>
                  </a:cubicBezTo>
                  <a:cubicBezTo>
                    <a:pt x="11" y="629"/>
                    <a:pt x="8" y="653"/>
                    <a:pt x="6" y="676"/>
                  </a:cubicBezTo>
                  <a:cubicBezTo>
                    <a:pt x="4" y="690"/>
                    <a:pt x="4" y="704"/>
                    <a:pt x="2" y="717"/>
                  </a:cubicBezTo>
                  <a:cubicBezTo>
                    <a:pt x="1" y="730"/>
                    <a:pt x="0" y="743"/>
                    <a:pt x="0" y="757"/>
                  </a:cubicBezTo>
                  <a:cubicBezTo>
                    <a:pt x="0" y="769"/>
                    <a:pt x="1" y="784"/>
                    <a:pt x="2" y="797"/>
                  </a:cubicBezTo>
                  <a:cubicBezTo>
                    <a:pt x="4" y="809"/>
                    <a:pt x="4" y="824"/>
                    <a:pt x="6" y="836"/>
                  </a:cubicBezTo>
                  <a:cubicBezTo>
                    <a:pt x="8" y="860"/>
                    <a:pt x="12" y="885"/>
                    <a:pt x="16" y="907"/>
                  </a:cubicBezTo>
                  <a:cubicBezTo>
                    <a:pt x="34" y="1004"/>
                    <a:pt x="74" y="1093"/>
                    <a:pt x="125" y="1174"/>
                  </a:cubicBezTo>
                  <a:cubicBezTo>
                    <a:pt x="138" y="1192"/>
                    <a:pt x="152" y="1212"/>
                    <a:pt x="168" y="1231"/>
                  </a:cubicBezTo>
                  <a:cubicBezTo>
                    <a:pt x="177" y="1242"/>
                    <a:pt x="186" y="1252"/>
                    <a:pt x="194" y="1261"/>
                  </a:cubicBezTo>
                  <a:cubicBezTo>
                    <a:pt x="204" y="1272"/>
                    <a:pt x="213" y="1282"/>
                    <a:pt x="222" y="1290"/>
                  </a:cubicBezTo>
                  <a:cubicBezTo>
                    <a:pt x="231" y="1300"/>
                    <a:pt x="241" y="1309"/>
                    <a:pt x="251" y="1318"/>
                  </a:cubicBezTo>
                  <a:cubicBezTo>
                    <a:pt x="261" y="1326"/>
                    <a:pt x="271" y="1336"/>
                    <a:pt x="281" y="1345"/>
                  </a:cubicBezTo>
                  <a:cubicBezTo>
                    <a:pt x="300" y="1360"/>
                    <a:pt x="318" y="1373"/>
                    <a:pt x="339" y="1387"/>
                  </a:cubicBezTo>
                  <a:cubicBezTo>
                    <a:pt x="418" y="1440"/>
                    <a:pt x="508" y="1478"/>
                    <a:pt x="605" y="1497"/>
                  </a:cubicBezTo>
                  <a:cubicBezTo>
                    <a:pt x="628" y="1502"/>
                    <a:pt x="651" y="1505"/>
                    <a:pt x="676" y="1507"/>
                  </a:cubicBezTo>
                  <a:cubicBezTo>
                    <a:pt x="689" y="1509"/>
                    <a:pt x="703" y="1509"/>
                    <a:pt x="715" y="1510"/>
                  </a:cubicBezTo>
                  <a:cubicBezTo>
                    <a:pt x="729" y="1511"/>
                    <a:pt x="743" y="1512"/>
                    <a:pt x="756" y="1512"/>
                  </a:cubicBezTo>
                  <a:cubicBezTo>
                    <a:pt x="770" y="1512"/>
                    <a:pt x="783" y="1511"/>
                    <a:pt x="796" y="1510"/>
                  </a:cubicBezTo>
                  <a:cubicBezTo>
                    <a:pt x="808" y="1509"/>
                    <a:pt x="823" y="1509"/>
                    <a:pt x="836" y="1507"/>
                  </a:cubicBezTo>
                  <a:cubicBezTo>
                    <a:pt x="859" y="1505"/>
                    <a:pt x="884" y="1501"/>
                    <a:pt x="906" y="1497"/>
                  </a:cubicBezTo>
                  <a:cubicBezTo>
                    <a:pt x="1003" y="1478"/>
                    <a:pt x="1092" y="1439"/>
                    <a:pt x="1173" y="1387"/>
                  </a:cubicBezTo>
                  <a:cubicBezTo>
                    <a:pt x="1192" y="1375"/>
                    <a:pt x="1211" y="1360"/>
                    <a:pt x="1230" y="1345"/>
                  </a:cubicBezTo>
                  <a:cubicBezTo>
                    <a:pt x="1241" y="1336"/>
                    <a:pt x="1251" y="1326"/>
                    <a:pt x="1260" y="1318"/>
                  </a:cubicBezTo>
                  <a:cubicBezTo>
                    <a:pt x="1271" y="1309"/>
                    <a:pt x="1281" y="1300"/>
                    <a:pt x="1290" y="1290"/>
                  </a:cubicBezTo>
                  <a:cubicBezTo>
                    <a:pt x="1298" y="1281"/>
                    <a:pt x="1308" y="1272"/>
                    <a:pt x="1317" y="1261"/>
                  </a:cubicBezTo>
                  <a:cubicBezTo>
                    <a:pt x="1326" y="1251"/>
                    <a:pt x="1334" y="1242"/>
                    <a:pt x="1344" y="1231"/>
                  </a:cubicBezTo>
                  <a:cubicBezTo>
                    <a:pt x="1359" y="1213"/>
                    <a:pt x="1373" y="1194"/>
                    <a:pt x="1387" y="1174"/>
                  </a:cubicBezTo>
                  <a:cubicBezTo>
                    <a:pt x="1440" y="1094"/>
                    <a:pt x="1477" y="1004"/>
                    <a:pt x="1496" y="907"/>
                  </a:cubicBezTo>
                  <a:cubicBezTo>
                    <a:pt x="1501" y="883"/>
                    <a:pt x="1504" y="860"/>
                    <a:pt x="1507" y="836"/>
                  </a:cubicBezTo>
                  <a:cubicBezTo>
                    <a:pt x="1508" y="824"/>
                    <a:pt x="1508" y="809"/>
                    <a:pt x="1509" y="797"/>
                  </a:cubicBezTo>
                  <a:cubicBezTo>
                    <a:pt x="1511" y="784"/>
                    <a:pt x="1512" y="769"/>
                    <a:pt x="1512" y="757"/>
                  </a:cubicBezTo>
                  <a:cubicBezTo>
                    <a:pt x="1512" y="743"/>
                    <a:pt x="1510" y="730"/>
                    <a:pt x="1509" y="717"/>
                  </a:cubicBezTo>
                  <a:cubicBezTo>
                    <a:pt x="1508" y="704"/>
                    <a:pt x="1508" y="690"/>
                    <a:pt x="1507" y="676"/>
                  </a:cubicBezTo>
                  <a:cubicBezTo>
                    <a:pt x="1504" y="654"/>
                    <a:pt x="1501" y="629"/>
                    <a:pt x="1496" y="606"/>
                  </a:cubicBezTo>
                  <a:cubicBezTo>
                    <a:pt x="1477" y="509"/>
                    <a:pt x="1439" y="421"/>
                    <a:pt x="1387" y="340"/>
                  </a:cubicBezTo>
                  <a:cubicBezTo>
                    <a:pt x="1374" y="320"/>
                    <a:pt x="1359" y="301"/>
                    <a:pt x="1344" y="282"/>
                  </a:cubicBezTo>
                  <a:cubicBezTo>
                    <a:pt x="1336" y="272"/>
                    <a:pt x="1326" y="262"/>
                    <a:pt x="1317" y="252"/>
                  </a:cubicBezTo>
                  <a:cubicBezTo>
                    <a:pt x="1308" y="242"/>
                    <a:pt x="1299" y="232"/>
                    <a:pt x="1290" y="222"/>
                  </a:cubicBezTo>
                  <a:cubicBezTo>
                    <a:pt x="1281" y="214"/>
                    <a:pt x="1271" y="205"/>
                    <a:pt x="1260" y="196"/>
                  </a:cubicBezTo>
                  <a:cubicBezTo>
                    <a:pt x="1250" y="186"/>
                    <a:pt x="1241" y="178"/>
                    <a:pt x="1230" y="169"/>
                  </a:cubicBezTo>
                  <a:cubicBezTo>
                    <a:pt x="1213" y="153"/>
                    <a:pt x="1193" y="140"/>
                    <a:pt x="1173" y="126"/>
                  </a:cubicBezTo>
                  <a:cubicBezTo>
                    <a:pt x="1094" y="73"/>
                    <a:pt x="1003" y="36"/>
                    <a:pt x="906" y="16"/>
                  </a:cubicBezTo>
                  <a:cubicBezTo>
                    <a:pt x="884" y="11"/>
                    <a:pt x="860" y="9"/>
                    <a:pt x="836" y="6"/>
                  </a:cubicBezTo>
                  <a:cubicBezTo>
                    <a:pt x="823" y="5"/>
                    <a:pt x="808" y="5"/>
                    <a:pt x="796" y="4"/>
                  </a:cubicBezTo>
                  <a:cubicBezTo>
                    <a:pt x="783" y="3"/>
                    <a:pt x="769" y="1"/>
                    <a:pt x="756"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5"/>
            <p:cNvSpPr/>
            <p:nvPr/>
          </p:nvSpPr>
          <p:spPr>
            <a:xfrm>
              <a:off x="4000800" y="4013525"/>
              <a:ext cx="33425" cy="31500"/>
            </a:xfrm>
            <a:custGeom>
              <a:rect b="b" l="l" r="r" t="t"/>
              <a:pathLst>
                <a:path extrusionOk="0" h="1260" w="1337">
                  <a:moveTo>
                    <a:pt x="0" y="1"/>
                  </a:moveTo>
                  <a:lnTo>
                    <a:pt x="0" y="100"/>
                  </a:lnTo>
                  <a:lnTo>
                    <a:pt x="161" y="100"/>
                  </a:lnTo>
                  <a:lnTo>
                    <a:pt x="161" y="1139"/>
                  </a:lnTo>
                  <a:lnTo>
                    <a:pt x="0" y="1139"/>
                  </a:lnTo>
                  <a:lnTo>
                    <a:pt x="0" y="1238"/>
                  </a:lnTo>
                  <a:lnTo>
                    <a:pt x="435" y="1238"/>
                  </a:lnTo>
                  <a:lnTo>
                    <a:pt x="435" y="1139"/>
                  </a:lnTo>
                  <a:lnTo>
                    <a:pt x="275" y="1139"/>
                  </a:lnTo>
                  <a:lnTo>
                    <a:pt x="275" y="291"/>
                  </a:lnTo>
                  <a:lnTo>
                    <a:pt x="257" y="154"/>
                  </a:lnTo>
                  <a:lnTo>
                    <a:pt x="263" y="154"/>
                  </a:lnTo>
                  <a:lnTo>
                    <a:pt x="342" y="290"/>
                  </a:lnTo>
                  <a:lnTo>
                    <a:pt x="1061" y="1260"/>
                  </a:lnTo>
                  <a:lnTo>
                    <a:pt x="1175" y="1260"/>
                  </a:lnTo>
                  <a:lnTo>
                    <a:pt x="1175" y="100"/>
                  </a:lnTo>
                  <a:lnTo>
                    <a:pt x="1336" y="100"/>
                  </a:lnTo>
                  <a:lnTo>
                    <a:pt x="1336" y="1"/>
                  </a:lnTo>
                  <a:lnTo>
                    <a:pt x="902" y="1"/>
                  </a:lnTo>
                  <a:lnTo>
                    <a:pt x="902" y="100"/>
                  </a:lnTo>
                  <a:lnTo>
                    <a:pt x="1062" y="100"/>
                  </a:lnTo>
                  <a:lnTo>
                    <a:pt x="1062" y="833"/>
                  </a:lnTo>
                  <a:lnTo>
                    <a:pt x="1073" y="985"/>
                  </a:lnTo>
                  <a:lnTo>
                    <a:pt x="1064" y="985"/>
                  </a:lnTo>
                  <a:lnTo>
                    <a:pt x="971" y="833"/>
                  </a:lnTo>
                  <a:lnTo>
                    <a:pt x="354"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5"/>
            <p:cNvSpPr/>
            <p:nvPr/>
          </p:nvSpPr>
          <p:spPr>
            <a:xfrm>
              <a:off x="4007050" y="4736825"/>
              <a:ext cx="21200" cy="31950"/>
            </a:xfrm>
            <a:custGeom>
              <a:rect b="b" l="l" r="r" t="t"/>
              <a:pathLst>
                <a:path extrusionOk="0" h="1278" w="848">
                  <a:moveTo>
                    <a:pt x="422" y="0"/>
                  </a:moveTo>
                  <a:cubicBezTo>
                    <a:pt x="293" y="0"/>
                    <a:pt x="190" y="29"/>
                    <a:pt x="114" y="85"/>
                  </a:cubicBezTo>
                  <a:cubicBezTo>
                    <a:pt x="38" y="140"/>
                    <a:pt x="1" y="219"/>
                    <a:pt x="1" y="318"/>
                  </a:cubicBezTo>
                  <a:cubicBezTo>
                    <a:pt x="1" y="386"/>
                    <a:pt x="17" y="443"/>
                    <a:pt x="49" y="487"/>
                  </a:cubicBezTo>
                  <a:cubicBezTo>
                    <a:pt x="81" y="532"/>
                    <a:pt x="122" y="570"/>
                    <a:pt x="171" y="602"/>
                  </a:cubicBezTo>
                  <a:cubicBezTo>
                    <a:pt x="219" y="634"/>
                    <a:pt x="271" y="661"/>
                    <a:pt x="328" y="684"/>
                  </a:cubicBezTo>
                  <a:cubicBezTo>
                    <a:pt x="385" y="707"/>
                    <a:pt x="436" y="732"/>
                    <a:pt x="485" y="757"/>
                  </a:cubicBezTo>
                  <a:cubicBezTo>
                    <a:pt x="533" y="781"/>
                    <a:pt x="575" y="809"/>
                    <a:pt x="607" y="841"/>
                  </a:cubicBezTo>
                  <a:cubicBezTo>
                    <a:pt x="639" y="874"/>
                    <a:pt x="655" y="914"/>
                    <a:pt x="655" y="962"/>
                  </a:cubicBezTo>
                  <a:cubicBezTo>
                    <a:pt x="655" y="999"/>
                    <a:pt x="648" y="1031"/>
                    <a:pt x="632" y="1058"/>
                  </a:cubicBezTo>
                  <a:cubicBezTo>
                    <a:pt x="617" y="1086"/>
                    <a:pt x="596" y="1108"/>
                    <a:pt x="569" y="1125"/>
                  </a:cubicBezTo>
                  <a:cubicBezTo>
                    <a:pt x="542" y="1144"/>
                    <a:pt x="511" y="1156"/>
                    <a:pt x="474" y="1165"/>
                  </a:cubicBezTo>
                  <a:cubicBezTo>
                    <a:pt x="438" y="1175"/>
                    <a:pt x="400" y="1179"/>
                    <a:pt x="358" y="1179"/>
                  </a:cubicBezTo>
                  <a:cubicBezTo>
                    <a:pt x="312" y="1179"/>
                    <a:pt x="272" y="1174"/>
                    <a:pt x="235" y="1163"/>
                  </a:cubicBezTo>
                  <a:cubicBezTo>
                    <a:pt x="198" y="1153"/>
                    <a:pt x="169" y="1139"/>
                    <a:pt x="147" y="1125"/>
                  </a:cubicBezTo>
                  <a:lnTo>
                    <a:pt x="115" y="1083"/>
                  </a:lnTo>
                  <a:lnTo>
                    <a:pt x="115" y="872"/>
                  </a:lnTo>
                  <a:lnTo>
                    <a:pt x="2" y="872"/>
                  </a:lnTo>
                  <a:lnTo>
                    <a:pt x="2" y="1194"/>
                  </a:lnTo>
                  <a:cubicBezTo>
                    <a:pt x="30" y="1215"/>
                    <a:pt x="75" y="1232"/>
                    <a:pt x="136" y="1251"/>
                  </a:cubicBezTo>
                  <a:cubicBezTo>
                    <a:pt x="196" y="1268"/>
                    <a:pt x="270" y="1278"/>
                    <a:pt x="353" y="1278"/>
                  </a:cubicBezTo>
                  <a:cubicBezTo>
                    <a:pt x="505" y="1278"/>
                    <a:pt x="626" y="1248"/>
                    <a:pt x="715" y="1186"/>
                  </a:cubicBezTo>
                  <a:cubicBezTo>
                    <a:pt x="803" y="1125"/>
                    <a:pt x="848" y="1037"/>
                    <a:pt x="848" y="924"/>
                  </a:cubicBezTo>
                  <a:cubicBezTo>
                    <a:pt x="848" y="860"/>
                    <a:pt x="830" y="805"/>
                    <a:pt x="798" y="762"/>
                  </a:cubicBezTo>
                  <a:cubicBezTo>
                    <a:pt x="766" y="722"/>
                    <a:pt x="726" y="684"/>
                    <a:pt x="678" y="654"/>
                  </a:cubicBezTo>
                  <a:cubicBezTo>
                    <a:pt x="630" y="623"/>
                    <a:pt x="577" y="594"/>
                    <a:pt x="520" y="571"/>
                  </a:cubicBezTo>
                  <a:cubicBezTo>
                    <a:pt x="463" y="546"/>
                    <a:pt x="412" y="521"/>
                    <a:pt x="363" y="496"/>
                  </a:cubicBezTo>
                  <a:cubicBezTo>
                    <a:pt x="313" y="470"/>
                    <a:pt x="274" y="441"/>
                    <a:pt x="241" y="408"/>
                  </a:cubicBezTo>
                  <a:cubicBezTo>
                    <a:pt x="209" y="376"/>
                    <a:pt x="193" y="336"/>
                    <a:pt x="193" y="287"/>
                  </a:cubicBezTo>
                  <a:cubicBezTo>
                    <a:pt x="193" y="227"/>
                    <a:pt x="213" y="183"/>
                    <a:pt x="252" y="150"/>
                  </a:cubicBezTo>
                  <a:cubicBezTo>
                    <a:pt x="292" y="118"/>
                    <a:pt x="348" y="102"/>
                    <a:pt x="419" y="102"/>
                  </a:cubicBezTo>
                  <a:cubicBezTo>
                    <a:pt x="460" y="102"/>
                    <a:pt x="501" y="104"/>
                    <a:pt x="544" y="108"/>
                  </a:cubicBezTo>
                  <a:cubicBezTo>
                    <a:pt x="586" y="113"/>
                    <a:pt x="618" y="119"/>
                    <a:pt x="641" y="128"/>
                  </a:cubicBezTo>
                  <a:lnTo>
                    <a:pt x="668" y="173"/>
                  </a:lnTo>
                  <a:lnTo>
                    <a:pt x="668" y="364"/>
                  </a:lnTo>
                  <a:lnTo>
                    <a:pt x="782" y="364"/>
                  </a:lnTo>
                  <a:lnTo>
                    <a:pt x="782" y="59"/>
                  </a:lnTo>
                  <a:cubicBezTo>
                    <a:pt x="741" y="41"/>
                    <a:pt x="690" y="26"/>
                    <a:pt x="632" y="16"/>
                  </a:cubicBezTo>
                  <a:cubicBezTo>
                    <a:pt x="574" y="6"/>
                    <a:pt x="503" y="0"/>
                    <a:pt x="422"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5"/>
            <p:cNvSpPr/>
            <p:nvPr/>
          </p:nvSpPr>
          <p:spPr>
            <a:xfrm>
              <a:off x="3636950" y="4372175"/>
              <a:ext cx="46700" cy="30950"/>
            </a:xfrm>
            <a:custGeom>
              <a:rect b="b" l="l" r="r" t="t"/>
              <a:pathLst>
                <a:path extrusionOk="0" h="1238" w="1868">
                  <a:moveTo>
                    <a:pt x="0" y="0"/>
                  </a:moveTo>
                  <a:lnTo>
                    <a:pt x="0" y="100"/>
                  </a:lnTo>
                  <a:lnTo>
                    <a:pt x="152" y="100"/>
                  </a:lnTo>
                  <a:lnTo>
                    <a:pt x="461" y="1238"/>
                  </a:lnTo>
                  <a:lnTo>
                    <a:pt x="667" y="1238"/>
                  </a:lnTo>
                  <a:lnTo>
                    <a:pt x="944" y="258"/>
                  </a:lnTo>
                  <a:lnTo>
                    <a:pt x="1220" y="1238"/>
                  </a:lnTo>
                  <a:lnTo>
                    <a:pt x="1425" y="1238"/>
                  </a:lnTo>
                  <a:lnTo>
                    <a:pt x="1720" y="100"/>
                  </a:lnTo>
                  <a:lnTo>
                    <a:pt x="1868" y="100"/>
                  </a:lnTo>
                  <a:lnTo>
                    <a:pt x="1868" y="0"/>
                  </a:lnTo>
                  <a:lnTo>
                    <a:pt x="1432" y="0"/>
                  </a:lnTo>
                  <a:lnTo>
                    <a:pt x="1432" y="98"/>
                  </a:lnTo>
                  <a:lnTo>
                    <a:pt x="1583" y="98"/>
                  </a:lnTo>
                  <a:lnTo>
                    <a:pt x="1410" y="848"/>
                  </a:lnTo>
                  <a:lnTo>
                    <a:pt x="1357" y="1086"/>
                  </a:lnTo>
                  <a:lnTo>
                    <a:pt x="1348" y="1086"/>
                  </a:lnTo>
                  <a:lnTo>
                    <a:pt x="1294" y="852"/>
                  </a:lnTo>
                  <a:lnTo>
                    <a:pt x="1042" y="0"/>
                  </a:lnTo>
                  <a:lnTo>
                    <a:pt x="912" y="0"/>
                  </a:lnTo>
                  <a:cubicBezTo>
                    <a:pt x="867" y="156"/>
                    <a:pt x="827" y="296"/>
                    <a:pt x="792" y="420"/>
                  </a:cubicBezTo>
                  <a:cubicBezTo>
                    <a:pt x="776" y="474"/>
                    <a:pt x="763" y="526"/>
                    <a:pt x="748" y="577"/>
                  </a:cubicBezTo>
                  <a:cubicBezTo>
                    <a:pt x="734" y="629"/>
                    <a:pt x="721" y="673"/>
                    <a:pt x="709" y="713"/>
                  </a:cubicBezTo>
                  <a:cubicBezTo>
                    <a:pt x="698" y="754"/>
                    <a:pt x="688" y="786"/>
                    <a:pt x="681" y="811"/>
                  </a:cubicBezTo>
                  <a:cubicBezTo>
                    <a:pt x="675" y="837"/>
                    <a:pt x="671" y="851"/>
                    <a:pt x="671" y="852"/>
                  </a:cubicBezTo>
                  <a:lnTo>
                    <a:pt x="603" y="1090"/>
                  </a:lnTo>
                  <a:lnTo>
                    <a:pt x="596" y="1090"/>
                  </a:lnTo>
                  <a:lnTo>
                    <a:pt x="549" y="856"/>
                  </a:lnTo>
                  <a:lnTo>
                    <a:pt x="360" y="100"/>
                  </a:lnTo>
                  <a:lnTo>
                    <a:pt x="527" y="100"/>
                  </a:lnTo>
                  <a:lnTo>
                    <a:pt x="527"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5"/>
            <p:cNvSpPr/>
            <p:nvPr/>
          </p:nvSpPr>
          <p:spPr>
            <a:xfrm>
              <a:off x="4359475" y="4372175"/>
              <a:ext cx="24275" cy="30900"/>
            </a:xfrm>
            <a:custGeom>
              <a:rect b="b" l="l" r="r" t="t"/>
              <a:pathLst>
                <a:path extrusionOk="0" h="1236" w="971">
                  <a:moveTo>
                    <a:pt x="1" y="0"/>
                  </a:moveTo>
                  <a:lnTo>
                    <a:pt x="1" y="98"/>
                  </a:lnTo>
                  <a:lnTo>
                    <a:pt x="161" y="98"/>
                  </a:lnTo>
                  <a:lnTo>
                    <a:pt x="161" y="1137"/>
                  </a:lnTo>
                  <a:lnTo>
                    <a:pt x="1" y="1137"/>
                  </a:lnTo>
                  <a:lnTo>
                    <a:pt x="1" y="1235"/>
                  </a:lnTo>
                  <a:lnTo>
                    <a:pt x="971" y="1235"/>
                  </a:lnTo>
                  <a:lnTo>
                    <a:pt x="971" y="929"/>
                  </a:lnTo>
                  <a:lnTo>
                    <a:pt x="857" y="929"/>
                  </a:lnTo>
                  <a:lnTo>
                    <a:pt x="857" y="1101"/>
                  </a:lnTo>
                  <a:lnTo>
                    <a:pt x="821" y="1137"/>
                  </a:lnTo>
                  <a:lnTo>
                    <a:pt x="360" y="1137"/>
                  </a:lnTo>
                  <a:lnTo>
                    <a:pt x="360" y="656"/>
                  </a:lnTo>
                  <a:lnTo>
                    <a:pt x="658" y="656"/>
                  </a:lnTo>
                  <a:lnTo>
                    <a:pt x="685" y="683"/>
                  </a:lnTo>
                  <a:lnTo>
                    <a:pt x="685" y="758"/>
                  </a:lnTo>
                  <a:lnTo>
                    <a:pt x="797" y="758"/>
                  </a:lnTo>
                  <a:lnTo>
                    <a:pt x="797" y="455"/>
                  </a:lnTo>
                  <a:lnTo>
                    <a:pt x="685" y="455"/>
                  </a:lnTo>
                  <a:lnTo>
                    <a:pt x="685" y="531"/>
                  </a:lnTo>
                  <a:lnTo>
                    <a:pt x="658" y="557"/>
                  </a:lnTo>
                  <a:lnTo>
                    <a:pt x="360" y="557"/>
                  </a:lnTo>
                  <a:lnTo>
                    <a:pt x="360" y="98"/>
                  </a:lnTo>
                  <a:lnTo>
                    <a:pt x="792" y="98"/>
                  </a:lnTo>
                  <a:lnTo>
                    <a:pt x="828" y="139"/>
                  </a:lnTo>
                  <a:lnTo>
                    <a:pt x="828" y="289"/>
                  </a:lnTo>
                  <a:lnTo>
                    <a:pt x="940" y="289"/>
                  </a:lnTo>
                  <a:lnTo>
                    <a:pt x="940"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5"/>
            <p:cNvSpPr/>
            <p:nvPr/>
          </p:nvSpPr>
          <p:spPr>
            <a:xfrm>
              <a:off x="3816750" y="4202225"/>
              <a:ext cx="19600" cy="20675"/>
            </a:xfrm>
            <a:custGeom>
              <a:rect b="b" l="l" r="r" t="t"/>
              <a:pathLst>
                <a:path extrusionOk="0" h="827" w="784">
                  <a:moveTo>
                    <a:pt x="430" y="0"/>
                  </a:moveTo>
                  <a:lnTo>
                    <a:pt x="290" y="141"/>
                  </a:lnTo>
                  <a:lnTo>
                    <a:pt x="324" y="171"/>
                  </a:lnTo>
                  <a:lnTo>
                    <a:pt x="375" y="120"/>
                  </a:lnTo>
                  <a:lnTo>
                    <a:pt x="609" y="356"/>
                  </a:lnTo>
                  <a:lnTo>
                    <a:pt x="662" y="402"/>
                  </a:lnTo>
                  <a:lnTo>
                    <a:pt x="660" y="404"/>
                  </a:lnTo>
                  <a:lnTo>
                    <a:pt x="581" y="385"/>
                  </a:lnTo>
                  <a:lnTo>
                    <a:pt x="114" y="316"/>
                  </a:lnTo>
                  <a:lnTo>
                    <a:pt x="1" y="429"/>
                  </a:lnTo>
                  <a:lnTo>
                    <a:pt x="33" y="462"/>
                  </a:lnTo>
                  <a:lnTo>
                    <a:pt x="84" y="411"/>
                  </a:lnTo>
                  <a:lnTo>
                    <a:pt x="418" y="744"/>
                  </a:lnTo>
                  <a:lnTo>
                    <a:pt x="367" y="796"/>
                  </a:lnTo>
                  <a:lnTo>
                    <a:pt x="399" y="827"/>
                  </a:lnTo>
                  <a:lnTo>
                    <a:pt x="538" y="687"/>
                  </a:lnTo>
                  <a:lnTo>
                    <a:pt x="506" y="655"/>
                  </a:lnTo>
                  <a:lnTo>
                    <a:pt x="455" y="707"/>
                  </a:lnTo>
                  <a:lnTo>
                    <a:pt x="182" y="435"/>
                  </a:lnTo>
                  <a:lnTo>
                    <a:pt x="133" y="396"/>
                  </a:lnTo>
                  <a:lnTo>
                    <a:pt x="135" y="393"/>
                  </a:lnTo>
                  <a:lnTo>
                    <a:pt x="203" y="413"/>
                  </a:lnTo>
                  <a:lnTo>
                    <a:pt x="747" y="493"/>
                  </a:lnTo>
                  <a:lnTo>
                    <a:pt x="784" y="457"/>
                  </a:lnTo>
                  <a:lnTo>
                    <a:pt x="411" y="84"/>
                  </a:lnTo>
                  <a:lnTo>
                    <a:pt x="463" y="32"/>
                  </a:lnTo>
                  <a:lnTo>
                    <a:pt x="430"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5"/>
            <p:cNvSpPr/>
            <p:nvPr/>
          </p:nvSpPr>
          <p:spPr>
            <a:xfrm>
              <a:off x="3827850" y="4186775"/>
              <a:ext cx="21500" cy="21250"/>
            </a:xfrm>
            <a:custGeom>
              <a:rect b="b" l="l" r="r" t="t"/>
              <a:pathLst>
                <a:path extrusionOk="0" h="850" w="860">
                  <a:moveTo>
                    <a:pt x="603" y="0"/>
                  </a:moveTo>
                  <a:lnTo>
                    <a:pt x="463" y="139"/>
                  </a:lnTo>
                  <a:lnTo>
                    <a:pt x="495" y="173"/>
                  </a:lnTo>
                  <a:lnTo>
                    <a:pt x="545" y="123"/>
                  </a:lnTo>
                  <a:lnTo>
                    <a:pt x="729" y="420"/>
                  </a:lnTo>
                  <a:lnTo>
                    <a:pt x="788" y="514"/>
                  </a:lnTo>
                  <a:lnTo>
                    <a:pt x="785" y="516"/>
                  </a:lnTo>
                  <a:lnTo>
                    <a:pt x="693" y="458"/>
                  </a:lnTo>
                  <a:lnTo>
                    <a:pt x="339" y="265"/>
                  </a:lnTo>
                  <a:lnTo>
                    <a:pt x="295" y="308"/>
                  </a:lnTo>
                  <a:cubicBezTo>
                    <a:pt x="331" y="372"/>
                    <a:pt x="364" y="430"/>
                    <a:pt x="392" y="482"/>
                  </a:cubicBezTo>
                  <a:cubicBezTo>
                    <a:pt x="404" y="504"/>
                    <a:pt x="417" y="525"/>
                    <a:pt x="428" y="546"/>
                  </a:cubicBezTo>
                  <a:cubicBezTo>
                    <a:pt x="440" y="567"/>
                    <a:pt x="450" y="586"/>
                    <a:pt x="459" y="603"/>
                  </a:cubicBezTo>
                  <a:cubicBezTo>
                    <a:pt x="469" y="619"/>
                    <a:pt x="476" y="633"/>
                    <a:pt x="481" y="643"/>
                  </a:cubicBezTo>
                  <a:cubicBezTo>
                    <a:pt x="488" y="653"/>
                    <a:pt x="490" y="658"/>
                    <a:pt x="490" y="659"/>
                  </a:cubicBezTo>
                  <a:lnTo>
                    <a:pt x="545" y="759"/>
                  </a:lnTo>
                  <a:lnTo>
                    <a:pt x="542" y="762"/>
                  </a:lnTo>
                  <a:lnTo>
                    <a:pt x="452" y="701"/>
                  </a:lnTo>
                  <a:lnTo>
                    <a:pt x="149" y="519"/>
                  </a:lnTo>
                  <a:lnTo>
                    <a:pt x="202" y="464"/>
                  </a:lnTo>
                  <a:lnTo>
                    <a:pt x="170" y="433"/>
                  </a:lnTo>
                  <a:lnTo>
                    <a:pt x="0" y="603"/>
                  </a:lnTo>
                  <a:lnTo>
                    <a:pt x="32" y="635"/>
                  </a:lnTo>
                  <a:lnTo>
                    <a:pt x="86" y="583"/>
                  </a:lnTo>
                  <a:lnTo>
                    <a:pt x="550" y="849"/>
                  </a:lnTo>
                  <a:lnTo>
                    <a:pt x="615" y="783"/>
                  </a:lnTo>
                  <a:lnTo>
                    <a:pt x="390" y="380"/>
                  </a:lnTo>
                  <a:lnTo>
                    <a:pt x="794" y="606"/>
                  </a:lnTo>
                  <a:lnTo>
                    <a:pt x="860" y="540"/>
                  </a:lnTo>
                  <a:lnTo>
                    <a:pt x="588" y="80"/>
                  </a:lnTo>
                  <a:lnTo>
                    <a:pt x="635" y="33"/>
                  </a:lnTo>
                  <a:lnTo>
                    <a:pt x="603"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5"/>
            <p:cNvSpPr/>
            <p:nvPr/>
          </p:nvSpPr>
          <p:spPr>
            <a:xfrm>
              <a:off x="4187800" y="4192500"/>
              <a:ext cx="20675" cy="19550"/>
            </a:xfrm>
            <a:custGeom>
              <a:rect b="b" l="l" r="r" t="t"/>
              <a:pathLst>
                <a:path extrusionOk="0" h="782" w="827">
                  <a:moveTo>
                    <a:pt x="399" y="0"/>
                  </a:moveTo>
                  <a:lnTo>
                    <a:pt x="367" y="32"/>
                  </a:lnTo>
                  <a:lnTo>
                    <a:pt x="418" y="84"/>
                  </a:lnTo>
                  <a:lnTo>
                    <a:pt x="84" y="418"/>
                  </a:lnTo>
                  <a:lnTo>
                    <a:pt x="32" y="367"/>
                  </a:lnTo>
                  <a:lnTo>
                    <a:pt x="0" y="397"/>
                  </a:lnTo>
                  <a:lnTo>
                    <a:pt x="141" y="538"/>
                  </a:lnTo>
                  <a:lnTo>
                    <a:pt x="172" y="506"/>
                  </a:lnTo>
                  <a:lnTo>
                    <a:pt x="120" y="454"/>
                  </a:lnTo>
                  <a:lnTo>
                    <a:pt x="393" y="182"/>
                  </a:lnTo>
                  <a:lnTo>
                    <a:pt x="432" y="131"/>
                  </a:lnTo>
                  <a:lnTo>
                    <a:pt x="434" y="134"/>
                  </a:lnTo>
                  <a:lnTo>
                    <a:pt x="416" y="202"/>
                  </a:lnTo>
                  <a:lnTo>
                    <a:pt x="335" y="745"/>
                  </a:lnTo>
                  <a:lnTo>
                    <a:pt x="372" y="781"/>
                  </a:lnTo>
                  <a:lnTo>
                    <a:pt x="744" y="409"/>
                  </a:lnTo>
                  <a:lnTo>
                    <a:pt x="796" y="461"/>
                  </a:lnTo>
                  <a:lnTo>
                    <a:pt x="827" y="429"/>
                  </a:lnTo>
                  <a:lnTo>
                    <a:pt x="688" y="290"/>
                  </a:lnTo>
                  <a:lnTo>
                    <a:pt x="656" y="321"/>
                  </a:lnTo>
                  <a:lnTo>
                    <a:pt x="707" y="373"/>
                  </a:lnTo>
                  <a:lnTo>
                    <a:pt x="473" y="609"/>
                  </a:lnTo>
                  <a:lnTo>
                    <a:pt x="428" y="661"/>
                  </a:lnTo>
                  <a:lnTo>
                    <a:pt x="423" y="657"/>
                  </a:lnTo>
                  <a:lnTo>
                    <a:pt x="443" y="580"/>
                  </a:lnTo>
                  <a:lnTo>
                    <a:pt x="512" y="114"/>
                  </a:lnTo>
                  <a:lnTo>
                    <a:pt x="399"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5"/>
            <p:cNvSpPr/>
            <p:nvPr/>
          </p:nvSpPr>
          <p:spPr>
            <a:xfrm>
              <a:off x="4199425" y="4204125"/>
              <a:ext cx="17550" cy="17750"/>
            </a:xfrm>
            <a:custGeom>
              <a:rect b="b" l="l" r="r" t="t"/>
              <a:pathLst>
                <a:path extrusionOk="0" h="710" w="702">
                  <a:moveTo>
                    <a:pt x="399" y="1"/>
                  </a:moveTo>
                  <a:lnTo>
                    <a:pt x="367" y="33"/>
                  </a:lnTo>
                  <a:lnTo>
                    <a:pt x="419" y="84"/>
                  </a:lnTo>
                  <a:lnTo>
                    <a:pt x="85" y="418"/>
                  </a:lnTo>
                  <a:lnTo>
                    <a:pt x="34" y="366"/>
                  </a:lnTo>
                  <a:lnTo>
                    <a:pt x="1" y="398"/>
                  </a:lnTo>
                  <a:lnTo>
                    <a:pt x="313" y="709"/>
                  </a:lnTo>
                  <a:lnTo>
                    <a:pt x="412" y="610"/>
                  </a:lnTo>
                  <a:lnTo>
                    <a:pt x="375" y="574"/>
                  </a:lnTo>
                  <a:lnTo>
                    <a:pt x="320" y="630"/>
                  </a:lnTo>
                  <a:lnTo>
                    <a:pt x="298" y="630"/>
                  </a:lnTo>
                  <a:lnTo>
                    <a:pt x="148" y="481"/>
                  </a:lnTo>
                  <a:lnTo>
                    <a:pt x="304" y="327"/>
                  </a:lnTo>
                  <a:lnTo>
                    <a:pt x="399" y="423"/>
                  </a:lnTo>
                  <a:lnTo>
                    <a:pt x="399" y="440"/>
                  </a:lnTo>
                  <a:lnTo>
                    <a:pt x="375" y="464"/>
                  </a:lnTo>
                  <a:lnTo>
                    <a:pt x="411" y="500"/>
                  </a:lnTo>
                  <a:lnTo>
                    <a:pt x="508" y="403"/>
                  </a:lnTo>
                  <a:lnTo>
                    <a:pt x="472" y="367"/>
                  </a:lnTo>
                  <a:lnTo>
                    <a:pt x="449" y="390"/>
                  </a:lnTo>
                  <a:lnTo>
                    <a:pt x="432" y="390"/>
                  </a:lnTo>
                  <a:lnTo>
                    <a:pt x="335" y="295"/>
                  </a:lnTo>
                  <a:lnTo>
                    <a:pt x="483" y="147"/>
                  </a:lnTo>
                  <a:lnTo>
                    <a:pt x="622" y="286"/>
                  </a:lnTo>
                  <a:lnTo>
                    <a:pt x="620" y="310"/>
                  </a:lnTo>
                  <a:lnTo>
                    <a:pt x="571" y="359"/>
                  </a:lnTo>
                  <a:lnTo>
                    <a:pt x="607" y="395"/>
                  </a:lnTo>
                  <a:lnTo>
                    <a:pt x="701" y="302"/>
                  </a:lnTo>
                  <a:lnTo>
                    <a:pt x="399"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5"/>
            <p:cNvSpPr/>
            <p:nvPr/>
          </p:nvSpPr>
          <p:spPr>
            <a:xfrm>
              <a:off x="4199550" y="4561550"/>
              <a:ext cx="14150" cy="15400"/>
            </a:xfrm>
            <a:custGeom>
              <a:rect b="b" l="l" r="r" t="t"/>
              <a:pathLst>
                <a:path extrusionOk="0" h="616" w="566">
                  <a:moveTo>
                    <a:pt x="238" y="1"/>
                  </a:moveTo>
                  <a:cubicBezTo>
                    <a:pt x="223" y="4"/>
                    <a:pt x="202" y="13"/>
                    <a:pt x="176" y="25"/>
                  </a:cubicBezTo>
                  <a:cubicBezTo>
                    <a:pt x="150" y="40"/>
                    <a:pt x="125" y="60"/>
                    <a:pt x="98" y="87"/>
                  </a:cubicBezTo>
                  <a:cubicBezTo>
                    <a:pt x="49" y="137"/>
                    <a:pt x="19" y="185"/>
                    <a:pt x="10" y="233"/>
                  </a:cubicBezTo>
                  <a:cubicBezTo>
                    <a:pt x="1" y="281"/>
                    <a:pt x="15" y="324"/>
                    <a:pt x="51" y="360"/>
                  </a:cubicBezTo>
                  <a:cubicBezTo>
                    <a:pt x="72" y="380"/>
                    <a:pt x="96" y="393"/>
                    <a:pt x="120" y="396"/>
                  </a:cubicBezTo>
                  <a:cubicBezTo>
                    <a:pt x="129" y="397"/>
                    <a:pt x="138" y="398"/>
                    <a:pt x="147" y="398"/>
                  </a:cubicBezTo>
                  <a:cubicBezTo>
                    <a:pt x="163" y="398"/>
                    <a:pt x="179" y="396"/>
                    <a:pt x="195" y="393"/>
                  </a:cubicBezTo>
                  <a:cubicBezTo>
                    <a:pt x="221" y="388"/>
                    <a:pt x="246" y="380"/>
                    <a:pt x="272" y="368"/>
                  </a:cubicBezTo>
                  <a:cubicBezTo>
                    <a:pt x="298" y="358"/>
                    <a:pt x="322" y="349"/>
                    <a:pt x="347" y="342"/>
                  </a:cubicBezTo>
                  <a:cubicBezTo>
                    <a:pt x="370" y="335"/>
                    <a:pt x="393" y="332"/>
                    <a:pt x="414" y="332"/>
                  </a:cubicBezTo>
                  <a:cubicBezTo>
                    <a:pt x="434" y="332"/>
                    <a:pt x="453" y="340"/>
                    <a:pt x="468" y="356"/>
                  </a:cubicBezTo>
                  <a:cubicBezTo>
                    <a:pt x="488" y="375"/>
                    <a:pt x="495" y="396"/>
                    <a:pt x="493" y="419"/>
                  </a:cubicBezTo>
                  <a:cubicBezTo>
                    <a:pt x="490" y="442"/>
                    <a:pt x="477" y="465"/>
                    <a:pt x="455" y="487"/>
                  </a:cubicBezTo>
                  <a:cubicBezTo>
                    <a:pt x="442" y="500"/>
                    <a:pt x="428" y="512"/>
                    <a:pt x="413" y="525"/>
                  </a:cubicBezTo>
                  <a:cubicBezTo>
                    <a:pt x="397" y="536"/>
                    <a:pt x="385" y="545"/>
                    <a:pt x="375" y="549"/>
                  </a:cubicBezTo>
                  <a:lnTo>
                    <a:pt x="352" y="543"/>
                  </a:lnTo>
                  <a:lnTo>
                    <a:pt x="290" y="481"/>
                  </a:lnTo>
                  <a:lnTo>
                    <a:pt x="254" y="518"/>
                  </a:lnTo>
                  <a:lnTo>
                    <a:pt x="352" y="616"/>
                  </a:lnTo>
                  <a:cubicBezTo>
                    <a:pt x="371" y="608"/>
                    <a:pt x="392" y="597"/>
                    <a:pt x="414" y="582"/>
                  </a:cubicBezTo>
                  <a:cubicBezTo>
                    <a:pt x="436" y="566"/>
                    <a:pt x="460" y="545"/>
                    <a:pt x="486" y="520"/>
                  </a:cubicBezTo>
                  <a:cubicBezTo>
                    <a:pt x="527" y="478"/>
                    <a:pt x="552" y="435"/>
                    <a:pt x="558" y="393"/>
                  </a:cubicBezTo>
                  <a:cubicBezTo>
                    <a:pt x="565" y="350"/>
                    <a:pt x="552" y="313"/>
                    <a:pt x="520" y="280"/>
                  </a:cubicBezTo>
                  <a:cubicBezTo>
                    <a:pt x="497" y="262"/>
                    <a:pt x="474" y="248"/>
                    <a:pt x="450" y="245"/>
                  </a:cubicBezTo>
                  <a:cubicBezTo>
                    <a:pt x="439" y="243"/>
                    <a:pt x="428" y="242"/>
                    <a:pt x="417" y="242"/>
                  </a:cubicBezTo>
                  <a:cubicBezTo>
                    <a:pt x="403" y="242"/>
                    <a:pt x="389" y="244"/>
                    <a:pt x="374" y="247"/>
                  </a:cubicBezTo>
                  <a:cubicBezTo>
                    <a:pt x="349" y="252"/>
                    <a:pt x="323" y="261"/>
                    <a:pt x="297" y="271"/>
                  </a:cubicBezTo>
                  <a:cubicBezTo>
                    <a:pt x="271" y="280"/>
                    <a:pt x="246" y="290"/>
                    <a:pt x="223" y="298"/>
                  </a:cubicBezTo>
                  <a:cubicBezTo>
                    <a:pt x="200" y="305"/>
                    <a:pt x="178" y="309"/>
                    <a:pt x="158" y="309"/>
                  </a:cubicBezTo>
                  <a:cubicBezTo>
                    <a:pt x="136" y="309"/>
                    <a:pt x="118" y="302"/>
                    <a:pt x="103" y="286"/>
                  </a:cubicBezTo>
                  <a:cubicBezTo>
                    <a:pt x="92" y="274"/>
                    <a:pt x="83" y="262"/>
                    <a:pt x="80" y="247"/>
                  </a:cubicBezTo>
                  <a:cubicBezTo>
                    <a:pt x="76" y="233"/>
                    <a:pt x="76" y="219"/>
                    <a:pt x="78" y="205"/>
                  </a:cubicBezTo>
                  <a:cubicBezTo>
                    <a:pt x="81" y="190"/>
                    <a:pt x="88" y="176"/>
                    <a:pt x="97" y="163"/>
                  </a:cubicBezTo>
                  <a:cubicBezTo>
                    <a:pt x="106" y="148"/>
                    <a:pt x="115" y="134"/>
                    <a:pt x="130" y="119"/>
                  </a:cubicBezTo>
                  <a:cubicBezTo>
                    <a:pt x="144" y="106"/>
                    <a:pt x="160" y="93"/>
                    <a:pt x="174" y="85"/>
                  </a:cubicBezTo>
                  <a:cubicBezTo>
                    <a:pt x="190" y="76"/>
                    <a:pt x="202" y="71"/>
                    <a:pt x="213" y="70"/>
                  </a:cubicBezTo>
                  <a:lnTo>
                    <a:pt x="238" y="73"/>
                  </a:lnTo>
                  <a:lnTo>
                    <a:pt x="305" y="140"/>
                  </a:lnTo>
                  <a:lnTo>
                    <a:pt x="341" y="104"/>
                  </a:lnTo>
                  <a:lnTo>
                    <a:pt x="238"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5"/>
            <p:cNvSpPr/>
            <p:nvPr/>
          </p:nvSpPr>
          <p:spPr>
            <a:xfrm>
              <a:off x="4189175" y="4569100"/>
              <a:ext cx="17725" cy="17550"/>
            </a:xfrm>
            <a:custGeom>
              <a:rect b="b" l="l" r="r" t="t"/>
              <a:pathLst>
                <a:path extrusionOk="0" h="702" w="709">
                  <a:moveTo>
                    <a:pt x="312" y="1"/>
                  </a:moveTo>
                  <a:lnTo>
                    <a:pt x="0" y="313"/>
                  </a:lnTo>
                  <a:lnTo>
                    <a:pt x="99" y="413"/>
                  </a:lnTo>
                  <a:lnTo>
                    <a:pt x="135" y="374"/>
                  </a:lnTo>
                  <a:lnTo>
                    <a:pt x="80" y="320"/>
                  </a:lnTo>
                  <a:lnTo>
                    <a:pt x="80" y="297"/>
                  </a:lnTo>
                  <a:lnTo>
                    <a:pt x="228" y="147"/>
                  </a:lnTo>
                  <a:lnTo>
                    <a:pt x="383" y="304"/>
                  </a:lnTo>
                  <a:lnTo>
                    <a:pt x="287" y="399"/>
                  </a:lnTo>
                  <a:lnTo>
                    <a:pt x="269" y="399"/>
                  </a:lnTo>
                  <a:lnTo>
                    <a:pt x="246" y="374"/>
                  </a:lnTo>
                  <a:lnTo>
                    <a:pt x="208" y="411"/>
                  </a:lnTo>
                  <a:lnTo>
                    <a:pt x="307" y="509"/>
                  </a:lnTo>
                  <a:lnTo>
                    <a:pt x="343" y="471"/>
                  </a:lnTo>
                  <a:lnTo>
                    <a:pt x="318" y="449"/>
                  </a:lnTo>
                  <a:lnTo>
                    <a:pt x="318" y="431"/>
                  </a:lnTo>
                  <a:lnTo>
                    <a:pt x="415" y="335"/>
                  </a:lnTo>
                  <a:lnTo>
                    <a:pt x="562" y="482"/>
                  </a:lnTo>
                  <a:lnTo>
                    <a:pt x="422" y="621"/>
                  </a:lnTo>
                  <a:lnTo>
                    <a:pt x="398" y="620"/>
                  </a:lnTo>
                  <a:lnTo>
                    <a:pt x="351" y="570"/>
                  </a:lnTo>
                  <a:lnTo>
                    <a:pt x="313" y="607"/>
                  </a:lnTo>
                  <a:lnTo>
                    <a:pt x="408" y="702"/>
                  </a:lnTo>
                  <a:lnTo>
                    <a:pt x="709" y="399"/>
                  </a:lnTo>
                  <a:lnTo>
                    <a:pt x="677" y="367"/>
                  </a:lnTo>
                  <a:lnTo>
                    <a:pt x="625" y="419"/>
                  </a:lnTo>
                  <a:lnTo>
                    <a:pt x="291" y="85"/>
                  </a:lnTo>
                  <a:lnTo>
                    <a:pt x="343" y="33"/>
                  </a:lnTo>
                  <a:lnTo>
                    <a:pt x="312" y="1"/>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5"/>
            <p:cNvSpPr/>
            <p:nvPr/>
          </p:nvSpPr>
          <p:spPr>
            <a:xfrm>
              <a:off x="3830825" y="4572575"/>
              <a:ext cx="15475" cy="13850"/>
            </a:xfrm>
            <a:custGeom>
              <a:rect b="b" l="l" r="r" t="t"/>
              <a:pathLst>
                <a:path extrusionOk="0" h="554" w="619">
                  <a:moveTo>
                    <a:pt x="359" y="1"/>
                  </a:moveTo>
                  <a:cubicBezTo>
                    <a:pt x="322" y="1"/>
                    <a:pt x="288" y="15"/>
                    <a:pt x="259" y="45"/>
                  </a:cubicBezTo>
                  <a:cubicBezTo>
                    <a:pt x="238" y="65"/>
                    <a:pt x="226" y="89"/>
                    <a:pt x="223" y="114"/>
                  </a:cubicBezTo>
                  <a:cubicBezTo>
                    <a:pt x="220" y="137"/>
                    <a:pt x="221" y="162"/>
                    <a:pt x="226" y="188"/>
                  </a:cubicBezTo>
                  <a:cubicBezTo>
                    <a:pt x="231" y="214"/>
                    <a:pt x="238" y="240"/>
                    <a:pt x="250" y="265"/>
                  </a:cubicBezTo>
                  <a:cubicBezTo>
                    <a:pt x="260" y="291"/>
                    <a:pt x="269" y="316"/>
                    <a:pt x="275" y="341"/>
                  </a:cubicBezTo>
                  <a:cubicBezTo>
                    <a:pt x="284" y="363"/>
                    <a:pt x="286" y="387"/>
                    <a:pt x="286" y="408"/>
                  </a:cubicBezTo>
                  <a:cubicBezTo>
                    <a:pt x="286" y="428"/>
                    <a:pt x="278" y="446"/>
                    <a:pt x="263" y="461"/>
                  </a:cubicBezTo>
                  <a:cubicBezTo>
                    <a:pt x="246" y="479"/>
                    <a:pt x="227" y="486"/>
                    <a:pt x="207" y="486"/>
                  </a:cubicBezTo>
                  <a:cubicBezTo>
                    <a:pt x="205" y="486"/>
                    <a:pt x="203" y="486"/>
                    <a:pt x="200" y="486"/>
                  </a:cubicBezTo>
                  <a:cubicBezTo>
                    <a:pt x="176" y="483"/>
                    <a:pt x="154" y="471"/>
                    <a:pt x="131" y="449"/>
                  </a:cubicBezTo>
                  <a:cubicBezTo>
                    <a:pt x="119" y="436"/>
                    <a:pt x="105" y="421"/>
                    <a:pt x="93" y="406"/>
                  </a:cubicBezTo>
                  <a:cubicBezTo>
                    <a:pt x="81" y="390"/>
                    <a:pt x="72" y="378"/>
                    <a:pt x="68" y="369"/>
                  </a:cubicBezTo>
                  <a:lnTo>
                    <a:pt x="73" y="346"/>
                  </a:lnTo>
                  <a:lnTo>
                    <a:pt x="135" y="284"/>
                  </a:lnTo>
                  <a:lnTo>
                    <a:pt x="99" y="248"/>
                  </a:lnTo>
                  <a:lnTo>
                    <a:pt x="1" y="346"/>
                  </a:lnTo>
                  <a:cubicBezTo>
                    <a:pt x="9" y="364"/>
                    <a:pt x="21" y="385"/>
                    <a:pt x="36" y="408"/>
                  </a:cubicBezTo>
                  <a:cubicBezTo>
                    <a:pt x="51" y="429"/>
                    <a:pt x="72" y="454"/>
                    <a:pt x="98" y="480"/>
                  </a:cubicBezTo>
                  <a:cubicBezTo>
                    <a:pt x="139" y="521"/>
                    <a:pt x="181" y="545"/>
                    <a:pt x="224" y="552"/>
                  </a:cubicBezTo>
                  <a:cubicBezTo>
                    <a:pt x="231" y="553"/>
                    <a:pt x="237" y="554"/>
                    <a:pt x="244" y="554"/>
                  </a:cubicBezTo>
                  <a:cubicBezTo>
                    <a:pt x="279" y="554"/>
                    <a:pt x="309" y="540"/>
                    <a:pt x="336" y="513"/>
                  </a:cubicBezTo>
                  <a:cubicBezTo>
                    <a:pt x="358" y="491"/>
                    <a:pt x="371" y="468"/>
                    <a:pt x="375" y="444"/>
                  </a:cubicBezTo>
                  <a:cubicBezTo>
                    <a:pt x="379" y="419"/>
                    <a:pt x="379" y="393"/>
                    <a:pt x="372" y="368"/>
                  </a:cubicBezTo>
                  <a:cubicBezTo>
                    <a:pt x="367" y="342"/>
                    <a:pt x="360" y="316"/>
                    <a:pt x="350" y="290"/>
                  </a:cubicBezTo>
                  <a:cubicBezTo>
                    <a:pt x="339" y="264"/>
                    <a:pt x="330" y="240"/>
                    <a:pt x="322" y="217"/>
                  </a:cubicBezTo>
                  <a:cubicBezTo>
                    <a:pt x="315" y="193"/>
                    <a:pt x="310" y="171"/>
                    <a:pt x="310" y="151"/>
                  </a:cubicBezTo>
                  <a:cubicBezTo>
                    <a:pt x="310" y="130"/>
                    <a:pt x="319" y="112"/>
                    <a:pt x="334" y="96"/>
                  </a:cubicBezTo>
                  <a:cubicBezTo>
                    <a:pt x="346" y="85"/>
                    <a:pt x="358" y="78"/>
                    <a:pt x="372" y="73"/>
                  </a:cubicBezTo>
                  <a:cubicBezTo>
                    <a:pt x="380" y="71"/>
                    <a:pt x="388" y="70"/>
                    <a:pt x="395" y="70"/>
                  </a:cubicBezTo>
                  <a:cubicBezTo>
                    <a:pt x="401" y="70"/>
                    <a:pt x="408" y="71"/>
                    <a:pt x="415" y="72"/>
                  </a:cubicBezTo>
                  <a:cubicBezTo>
                    <a:pt x="429" y="74"/>
                    <a:pt x="444" y="81"/>
                    <a:pt x="458" y="90"/>
                  </a:cubicBezTo>
                  <a:cubicBezTo>
                    <a:pt x="472" y="99"/>
                    <a:pt x="486" y="110"/>
                    <a:pt x="500" y="124"/>
                  </a:cubicBezTo>
                  <a:cubicBezTo>
                    <a:pt x="515" y="137"/>
                    <a:pt x="526" y="153"/>
                    <a:pt x="535" y="167"/>
                  </a:cubicBezTo>
                  <a:cubicBezTo>
                    <a:pt x="544" y="183"/>
                    <a:pt x="550" y="196"/>
                    <a:pt x="551" y="208"/>
                  </a:cubicBezTo>
                  <a:lnTo>
                    <a:pt x="547" y="232"/>
                  </a:lnTo>
                  <a:lnTo>
                    <a:pt x="480" y="299"/>
                  </a:lnTo>
                  <a:lnTo>
                    <a:pt x="516" y="336"/>
                  </a:lnTo>
                  <a:lnTo>
                    <a:pt x="619" y="232"/>
                  </a:lnTo>
                  <a:cubicBezTo>
                    <a:pt x="617" y="217"/>
                    <a:pt x="609" y="196"/>
                    <a:pt x="594" y="170"/>
                  </a:cubicBezTo>
                  <a:cubicBezTo>
                    <a:pt x="578" y="145"/>
                    <a:pt x="558" y="119"/>
                    <a:pt x="531" y="91"/>
                  </a:cubicBezTo>
                  <a:cubicBezTo>
                    <a:pt x="483" y="43"/>
                    <a:pt x="433" y="13"/>
                    <a:pt x="386" y="3"/>
                  </a:cubicBezTo>
                  <a:cubicBezTo>
                    <a:pt x="377" y="2"/>
                    <a:pt x="368" y="1"/>
                    <a:pt x="359"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5"/>
            <p:cNvSpPr/>
            <p:nvPr/>
          </p:nvSpPr>
          <p:spPr>
            <a:xfrm>
              <a:off x="3814200" y="4558825"/>
              <a:ext cx="21275" cy="21450"/>
            </a:xfrm>
            <a:custGeom>
              <a:rect b="b" l="l" r="r" t="t"/>
              <a:pathLst>
                <a:path extrusionOk="0" h="858" w="851">
                  <a:moveTo>
                    <a:pt x="541" y="0"/>
                  </a:moveTo>
                  <a:lnTo>
                    <a:pt x="81" y="272"/>
                  </a:lnTo>
                  <a:lnTo>
                    <a:pt x="33" y="223"/>
                  </a:lnTo>
                  <a:lnTo>
                    <a:pt x="0" y="256"/>
                  </a:lnTo>
                  <a:lnTo>
                    <a:pt x="140" y="394"/>
                  </a:lnTo>
                  <a:lnTo>
                    <a:pt x="173" y="362"/>
                  </a:lnTo>
                  <a:lnTo>
                    <a:pt x="123" y="314"/>
                  </a:lnTo>
                  <a:lnTo>
                    <a:pt x="420" y="129"/>
                  </a:lnTo>
                  <a:lnTo>
                    <a:pt x="514" y="70"/>
                  </a:lnTo>
                  <a:lnTo>
                    <a:pt x="516" y="72"/>
                  </a:lnTo>
                  <a:lnTo>
                    <a:pt x="459" y="165"/>
                  </a:lnTo>
                  <a:lnTo>
                    <a:pt x="266" y="520"/>
                  </a:lnTo>
                  <a:lnTo>
                    <a:pt x="308" y="563"/>
                  </a:lnTo>
                  <a:cubicBezTo>
                    <a:pt x="372" y="526"/>
                    <a:pt x="431" y="494"/>
                    <a:pt x="482" y="466"/>
                  </a:cubicBezTo>
                  <a:cubicBezTo>
                    <a:pt x="504" y="454"/>
                    <a:pt x="526" y="442"/>
                    <a:pt x="546" y="429"/>
                  </a:cubicBezTo>
                  <a:cubicBezTo>
                    <a:pt x="567" y="418"/>
                    <a:pt x="586" y="408"/>
                    <a:pt x="603" y="399"/>
                  </a:cubicBezTo>
                  <a:cubicBezTo>
                    <a:pt x="619" y="390"/>
                    <a:pt x="633" y="382"/>
                    <a:pt x="643" y="377"/>
                  </a:cubicBezTo>
                  <a:cubicBezTo>
                    <a:pt x="654" y="371"/>
                    <a:pt x="659" y="368"/>
                    <a:pt x="660" y="368"/>
                  </a:cubicBezTo>
                  <a:lnTo>
                    <a:pt x="759" y="314"/>
                  </a:lnTo>
                  <a:lnTo>
                    <a:pt x="762" y="316"/>
                  </a:lnTo>
                  <a:lnTo>
                    <a:pt x="701" y="407"/>
                  </a:lnTo>
                  <a:lnTo>
                    <a:pt x="519" y="710"/>
                  </a:lnTo>
                  <a:lnTo>
                    <a:pt x="465" y="655"/>
                  </a:lnTo>
                  <a:lnTo>
                    <a:pt x="433" y="687"/>
                  </a:lnTo>
                  <a:lnTo>
                    <a:pt x="603" y="858"/>
                  </a:lnTo>
                  <a:lnTo>
                    <a:pt x="635" y="826"/>
                  </a:lnTo>
                  <a:lnTo>
                    <a:pt x="586" y="777"/>
                  </a:lnTo>
                  <a:lnTo>
                    <a:pt x="851" y="310"/>
                  </a:lnTo>
                  <a:lnTo>
                    <a:pt x="785" y="244"/>
                  </a:lnTo>
                  <a:lnTo>
                    <a:pt x="381" y="470"/>
                  </a:lnTo>
                  <a:lnTo>
                    <a:pt x="381" y="470"/>
                  </a:lnTo>
                  <a:lnTo>
                    <a:pt x="607" y="66"/>
                  </a:lnTo>
                  <a:lnTo>
                    <a:pt x="541" y="0"/>
                  </a:ln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5"/>
            <p:cNvSpPr/>
            <p:nvPr/>
          </p:nvSpPr>
          <p:spPr>
            <a:xfrm>
              <a:off x="3904800" y="4153225"/>
              <a:ext cx="4575" cy="4025"/>
            </a:xfrm>
            <a:custGeom>
              <a:rect b="b" l="l" r="r" t="t"/>
              <a:pathLst>
                <a:path extrusionOk="0" h="161" w="183">
                  <a:moveTo>
                    <a:pt x="91" y="0"/>
                  </a:moveTo>
                  <a:cubicBezTo>
                    <a:pt x="81" y="0"/>
                    <a:pt x="70" y="2"/>
                    <a:pt x="61" y="6"/>
                  </a:cubicBezTo>
                  <a:cubicBezTo>
                    <a:pt x="21" y="24"/>
                    <a:pt x="1" y="71"/>
                    <a:pt x="18" y="111"/>
                  </a:cubicBezTo>
                  <a:cubicBezTo>
                    <a:pt x="30" y="142"/>
                    <a:pt x="61" y="161"/>
                    <a:pt x="92" y="161"/>
                  </a:cubicBezTo>
                  <a:cubicBezTo>
                    <a:pt x="102" y="161"/>
                    <a:pt x="112" y="159"/>
                    <a:pt x="122" y="155"/>
                  </a:cubicBezTo>
                  <a:cubicBezTo>
                    <a:pt x="163" y="138"/>
                    <a:pt x="183" y="91"/>
                    <a:pt x="166" y="50"/>
                  </a:cubicBezTo>
                  <a:cubicBezTo>
                    <a:pt x="154" y="19"/>
                    <a:pt x="123" y="0"/>
                    <a:pt x="91"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5"/>
            <p:cNvSpPr/>
            <p:nvPr/>
          </p:nvSpPr>
          <p:spPr>
            <a:xfrm>
              <a:off x="3915625" y="4147800"/>
              <a:ext cx="4550" cy="4025"/>
            </a:xfrm>
            <a:custGeom>
              <a:rect b="b" l="l" r="r" t="t"/>
              <a:pathLst>
                <a:path extrusionOk="0" h="161" w="182">
                  <a:moveTo>
                    <a:pt x="90" y="1"/>
                  </a:moveTo>
                  <a:cubicBezTo>
                    <a:pt x="80" y="1"/>
                    <a:pt x="70" y="2"/>
                    <a:pt x="60" y="6"/>
                  </a:cubicBezTo>
                  <a:cubicBezTo>
                    <a:pt x="19" y="24"/>
                    <a:pt x="0" y="71"/>
                    <a:pt x="17" y="112"/>
                  </a:cubicBezTo>
                  <a:cubicBezTo>
                    <a:pt x="29" y="143"/>
                    <a:pt x="59" y="161"/>
                    <a:pt x="90" y="161"/>
                  </a:cubicBezTo>
                  <a:cubicBezTo>
                    <a:pt x="100" y="161"/>
                    <a:pt x="111" y="159"/>
                    <a:pt x="121" y="155"/>
                  </a:cubicBezTo>
                  <a:cubicBezTo>
                    <a:pt x="162" y="138"/>
                    <a:pt x="182" y="91"/>
                    <a:pt x="165" y="51"/>
                  </a:cubicBezTo>
                  <a:cubicBezTo>
                    <a:pt x="152" y="19"/>
                    <a:pt x="121" y="1"/>
                    <a:pt x="90"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5"/>
            <p:cNvSpPr/>
            <p:nvPr/>
          </p:nvSpPr>
          <p:spPr>
            <a:xfrm>
              <a:off x="3927050" y="4144000"/>
              <a:ext cx="4575" cy="4050"/>
            </a:xfrm>
            <a:custGeom>
              <a:rect b="b" l="l" r="r" t="t"/>
              <a:pathLst>
                <a:path extrusionOk="0" h="162" w="183">
                  <a:moveTo>
                    <a:pt x="92" y="0"/>
                  </a:moveTo>
                  <a:cubicBezTo>
                    <a:pt x="82" y="0"/>
                    <a:pt x="71" y="2"/>
                    <a:pt x="61" y="7"/>
                  </a:cubicBezTo>
                  <a:cubicBezTo>
                    <a:pt x="20" y="23"/>
                    <a:pt x="0" y="71"/>
                    <a:pt x="18" y="111"/>
                  </a:cubicBezTo>
                  <a:cubicBezTo>
                    <a:pt x="31" y="142"/>
                    <a:pt x="61" y="161"/>
                    <a:pt x="93" y="161"/>
                  </a:cubicBezTo>
                  <a:cubicBezTo>
                    <a:pt x="102" y="161"/>
                    <a:pt x="112" y="159"/>
                    <a:pt x="122" y="155"/>
                  </a:cubicBezTo>
                  <a:cubicBezTo>
                    <a:pt x="163" y="138"/>
                    <a:pt x="183" y="90"/>
                    <a:pt x="165" y="50"/>
                  </a:cubicBezTo>
                  <a:cubicBezTo>
                    <a:pt x="153" y="19"/>
                    <a:pt x="123" y="0"/>
                    <a:pt x="92"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5"/>
            <p:cNvSpPr/>
            <p:nvPr/>
          </p:nvSpPr>
          <p:spPr>
            <a:xfrm>
              <a:off x="3770900" y="4300150"/>
              <a:ext cx="4575" cy="4025"/>
            </a:xfrm>
            <a:custGeom>
              <a:rect b="b" l="l" r="r" t="t"/>
              <a:pathLst>
                <a:path extrusionOk="0" h="161" w="183">
                  <a:moveTo>
                    <a:pt x="91" y="1"/>
                  </a:moveTo>
                  <a:cubicBezTo>
                    <a:pt x="59" y="1"/>
                    <a:pt x="30" y="19"/>
                    <a:pt x="18" y="50"/>
                  </a:cubicBezTo>
                  <a:cubicBezTo>
                    <a:pt x="0" y="92"/>
                    <a:pt x="20" y="138"/>
                    <a:pt x="61" y="155"/>
                  </a:cubicBezTo>
                  <a:cubicBezTo>
                    <a:pt x="71" y="159"/>
                    <a:pt x="82" y="161"/>
                    <a:pt x="92" y="161"/>
                  </a:cubicBezTo>
                  <a:cubicBezTo>
                    <a:pt x="124" y="161"/>
                    <a:pt x="153" y="142"/>
                    <a:pt x="166" y="111"/>
                  </a:cubicBezTo>
                  <a:cubicBezTo>
                    <a:pt x="183" y="70"/>
                    <a:pt x="163" y="24"/>
                    <a:pt x="122" y="7"/>
                  </a:cubicBezTo>
                  <a:cubicBezTo>
                    <a:pt x="112" y="3"/>
                    <a:pt x="101" y="1"/>
                    <a:pt x="9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5"/>
            <p:cNvSpPr/>
            <p:nvPr/>
          </p:nvSpPr>
          <p:spPr>
            <a:xfrm>
              <a:off x="3774700" y="4288700"/>
              <a:ext cx="4575" cy="4050"/>
            </a:xfrm>
            <a:custGeom>
              <a:rect b="b" l="l" r="r" t="t"/>
              <a:pathLst>
                <a:path extrusionOk="0" h="162" w="183">
                  <a:moveTo>
                    <a:pt x="92" y="1"/>
                  </a:moveTo>
                  <a:cubicBezTo>
                    <a:pt x="60" y="1"/>
                    <a:pt x="31" y="19"/>
                    <a:pt x="17" y="50"/>
                  </a:cubicBezTo>
                  <a:cubicBezTo>
                    <a:pt x="1" y="92"/>
                    <a:pt x="20" y="138"/>
                    <a:pt x="62" y="155"/>
                  </a:cubicBezTo>
                  <a:cubicBezTo>
                    <a:pt x="72" y="159"/>
                    <a:pt x="82" y="161"/>
                    <a:pt x="92" y="161"/>
                  </a:cubicBezTo>
                  <a:cubicBezTo>
                    <a:pt x="124" y="161"/>
                    <a:pt x="153" y="142"/>
                    <a:pt x="166" y="111"/>
                  </a:cubicBezTo>
                  <a:cubicBezTo>
                    <a:pt x="182" y="70"/>
                    <a:pt x="164" y="23"/>
                    <a:pt x="123" y="7"/>
                  </a:cubicBezTo>
                  <a:cubicBezTo>
                    <a:pt x="112" y="3"/>
                    <a:pt x="102" y="1"/>
                    <a:pt x="92"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5"/>
            <p:cNvSpPr/>
            <p:nvPr/>
          </p:nvSpPr>
          <p:spPr>
            <a:xfrm>
              <a:off x="3780100" y="4277925"/>
              <a:ext cx="4575" cy="4050"/>
            </a:xfrm>
            <a:custGeom>
              <a:rect b="b" l="l" r="r" t="t"/>
              <a:pathLst>
                <a:path extrusionOk="0" h="162" w="183">
                  <a:moveTo>
                    <a:pt x="91" y="1"/>
                  </a:moveTo>
                  <a:cubicBezTo>
                    <a:pt x="59" y="1"/>
                    <a:pt x="30" y="20"/>
                    <a:pt x="17" y="51"/>
                  </a:cubicBezTo>
                  <a:cubicBezTo>
                    <a:pt x="0" y="91"/>
                    <a:pt x="20" y="138"/>
                    <a:pt x="61" y="155"/>
                  </a:cubicBezTo>
                  <a:cubicBezTo>
                    <a:pt x="71" y="159"/>
                    <a:pt x="82" y="161"/>
                    <a:pt x="92" y="161"/>
                  </a:cubicBezTo>
                  <a:cubicBezTo>
                    <a:pt x="124" y="161"/>
                    <a:pt x="153" y="143"/>
                    <a:pt x="166" y="112"/>
                  </a:cubicBezTo>
                  <a:cubicBezTo>
                    <a:pt x="182" y="71"/>
                    <a:pt x="162" y="24"/>
                    <a:pt x="121" y="7"/>
                  </a:cubicBezTo>
                  <a:cubicBezTo>
                    <a:pt x="111" y="3"/>
                    <a:pt x="101" y="1"/>
                    <a:pt x="9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5"/>
            <p:cNvSpPr/>
            <p:nvPr/>
          </p:nvSpPr>
          <p:spPr>
            <a:xfrm>
              <a:off x="3780100" y="4498725"/>
              <a:ext cx="4600" cy="4050"/>
            </a:xfrm>
            <a:custGeom>
              <a:rect b="b" l="l" r="r" t="t"/>
              <a:pathLst>
                <a:path extrusionOk="0" h="162" w="184">
                  <a:moveTo>
                    <a:pt x="91" y="1"/>
                  </a:moveTo>
                  <a:cubicBezTo>
                    <a:pt x="81" y="1"/>
                    <a:pt x="71" y="3"/>
                    <a:pt x="61" y="6"/>
                  </a:cubicBezTo>
                  <a:cubicBezTo>
                    <a:pt x="20" y="24"/>
                    <a:pt x="0" y="71"/>
                    <a:pt x="17" y="112"/>
                  </a:cubicBezTo>
                  <a:cubicBezTo>
                    <a:pt x="29" y="143"/>
                    <a:pt x="60" y="161"/>
                    <a:pt x="91" y="161"/>
                  </a:cubicBezTo>
                  <a:cubicBezTo>
                    <a:pt x="101" y="161"/>
                    <a:pt x="112" y="159"/>
                    <a:pt x="121" y="155"/>
                  </a:cubicBezTo>
                  <a:cubicBezTo>
                    <a:pt x="162" y="139"/>
                    <a:pt x="183" y="91"/>
                    <a:pt x="166" y="51"/>
                  </a:cubicBezTo>
                  <a:cubicBezTo>
                    <a:pt x="153" y="19"/>
                    <a:pt x="122" y="1"/>
                    <a:pt x="9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5"/>
            <p:cNvSpPr/>
            <p:nvPr/>
          </p:nvSpPr>
          <p:spPr>
            <a:xfrm>
              <a:off x="3774675" y="4487975"/>
              <a:ext cx="4575" cy="4025"/>
            </a:xfrm>
            <a:custGeom>
              <a:rect b="b" l="l" r="r" t="t"/>
              <a:pathLst>
                <a:path extrusionOk="0" h="161" w="183">
                  <a:moveTo>
                    <a:pt x="93" y="0"/>
                  </a:moveTo>
                  <a:cubicBezTo>
                    <a:pt x="82" y="0"/>
                    <a:pt x="72" y="2"/>
                    <a:pt x="62" y="6"/>
                  </a:cubicBezTo>
                  <a:cubicBezTo>
                    <a:pt x="20" y="23"/>
                    <a:pt x="1" y="70"/>
                    <a:pt x="17" y="110"/>
                  </a:cubicBezTo>
                  <a:cubicBezTo>
                    <a:pt x="30" y="142"/>
                    <a:pt x="61" y="161"/>
                    <a:pt x="92" y="161"/>
                  </a:cubicBezTo>
                  <a:cubicBezTo>
                    <a:pt x="102" y="161"/>
                    <a:pt x="112" y="159"/>
                    <a:pt x="121" y="155"/>
                  </a:cubicBezTo>
                  <a:cubicBezTo>
                    <a:pt x="163" y="137"/>
                    <a:pt x="182" y="90"/>
                    <a:pt x="166" y="50"/>
                  </a:cubicBezTo>
                  <a:cubicBezTo>
                    <a:pt x="153" y="18"/>
                    <a:pt x="124" y="0"/>
                    <a:pt x="93"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5"/>
            <p:cNvSpPr/>
            <p:nvPr/>
          </p:nvSpPr>
          <p:spPr>
            <a:xfrm>
              <a:off x="3770650" y="4476450"/>
              <a:ext cx="4475" cy="4025"/>
            </a:xfrm>
            <a:custGeom>
              <a:rect b="b" l="l" r="r" t="t"/>
              <a:pathLst>
                <a:path extrusionOk="0" h="161" w="179">
                  <a:moveTo>
                    <a:pt x="89" y="0"/>
                  </a:moveTo>
                  <a:cubicBezTo>
                    <a:pt x="70" y="0"/>
                    <a:pt x="50" y="7"/>
                    <a:pt x="35" y="22"/>
                  </a:cubicBezTo>
                  <a:cubicBezTo>
                    <a:pt x="3" y="51"/>
                    <a:pt x="1" y="102"/>
                    <a:pt x="30" y="135"/>
                  </a:cubicBezTo>
                  <a:cubicBezTo>
                    <a:pt x="46" y="152"/>
                    <a:pt x="67" y="160"/>
                    <a:pt x="89" y="160"/>
                  </a:cubicBezTo>
                  <a:cubicBezTo>
                    <a:pt x="108" y="160"/>
                    <a:pt x="128" y="154"/>
                    <a:pt x="143" y="140"/>
                  </a:cubicBezTo>
                  <a:cubicBezTo>
                    <a:pt x="176" y="110"/>
                    <a:pt x="178" y="60"/>
                    <a:pt x="148" y="27"/>
                  </a:cubicBezTo>
                  <a:cubicBezTo>
                    <a:pt x="133" y="9"/>
                    <a:pt x="111" y="0"/>
                    <a:pt x="89"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5"/>
            <p:cNvSpPr/>
            <p:nvPr/>
          </p:nvSpPr>
          <p:spPr>
            <a:xfrm>
              <a:off x="3927050" y="4632625"/>
              <a:ext cx="4575" cy="4025"/>
            </a:xfrm>
            <a:custGeom>
              <a:rect b="b" l="l" r="r" t="t"/>
              <a:pathLst>
                <a:path extrusionOk="0" h="161" w="183">
                  <a:moveTo>
                    <a:pt x="91" y="1"/>
                  </a:moveTo>
                  <a:cubicBezTo>
                    <a:pt x="60" y="1"/>
                    <a:pt x="30" y="20"/>
                    <a:pt x="18" y="51"/>
                  </a:cubicBezTo>
                  <a:cubicBezTo>
                    <a:pt x="0" y="92"/>
                    <a:pt x="20" y="138"/>
                    <a:pt x="61" y="155"/>
                  </a:cubicBezTo>
                  <a:cubicBezTo>
                    <a:pt x="71" y="159"/>
                    <a:pt x="82" y="161"/>
                    <a:pt x="92" y="161"/>
                  </a:cubicBezTo>
                  <a:cubicBezTo>
                    <a:pt x="124" y="161"/>
                    <a:pt x="153" y="143"/>
                    <a:pt x="165" y="112"/>
                  </a:cubicBezTo>
                  <a:cubicBezTo>
                    <a:pt x="183" y="71"/>
                    <a:pt x="163" y="25"/>
                    <a:pt x="122" y="7"/>
                  </a:cubicBezTo>
                  <a:cubicBezTo>
                    <a:pt x="112" y="3"/>
                    <a:pt x="101" y="1"/>
                    <a:pt x="9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5"/>
            <p:cNvSpPr/>
            <p:nvPr/>
          </p:nvSpPr>
          <p:spPr>
            <a:xfrm>
              <a:off x="3915625" y="4628850"/>
              <a:ext cx="4550" cy="4050"/>
            </a:xfrm>
            <a:custGeom>
              <a:rect b="b" l="l" r="r" t="t"/>
              <a:pathLst>
                <a:path extrusionOk="0" h="162" w="182">
                  <a:moveTo>
                    <a:pt x="91" y="1"/>
                  </a:moveTo>
                  <a:cubicBezTo>
                    <a:pt x="59" y="1"/>
                    <a:pt x="29" y="20"/>
                    <a:pt x="17" y="51"/>
                  </a:cubicBezTo>
                  <a:cubicBezTo>
                    <a:pt x="0" y="92"/>
                    <a:pt x="19" y="139"/>
                    <a:pt x="60" y="155"/>
                  </a:cubicBezTo>
                  <a:cubicBezTo>
                    <a:pt x="70" y="159"/>
                    <a:pt x="81" y="161"/>
                    <a:pt x="91" y="161"/>
                  </a:cubicBezTo>
                  <a:cubicBezTo>
                    <a:pt x="123" y="161"/>
                    <a:pt x="152" y="143"/>
                    <a:pt x="165" y="112"/>
                  </a:cubicBezTo>
                  <a:cubicBezTo>
                    <a:pt x="182" y="71"/>
                    <a:pt x="161" y="24"/>
                    <a:pt x="121" y="7"/>
                  </a:cubicBezTo>
                  <a:cubicBezTo>
                    <a:pt x="111" y="3"/>
                    <a:pt x="101" y="1"/>
                    <a:pt x="9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5"/>
            <p:cNvSpPr/>
            <p:nvPr/>
          </p:nvSpPr>
          <p:spPr>
            <a:xfrm>
              <a:off x="3904800" y="4623450"/>
              <a:ext cx="4575" cy="4025"/>
            </a:xfrm>
            <a:custGeom>
              <a:rect b="b" l="l" r="r" t="t"/>
              <a:pathLst>
                <a:path extrusionOk="0" h="161" w="183">
                  <a:moveTo>
                    <a:pt x="92" y="0"/>
                  </a:moveTo>
                  <a:cubicBezTo>
                    <a:pt x="60" y="0"/>
                    <a:pt x="30" y="19"/>
                    <a:pt x="18" y="50"/>
                  </a:cubicBezTo>
                  <a:cubicBezTo>
                    <a:pt x="1" y="92"/>
                    <a:pt x="21" y="138"/>
                    <a:pt x="61" y="155"/>
                  </a:cubicBezTo>
                  <a:cubicBezTo>
                    <a:pt x="71" y="159"/>
                    <a:pt x="81" y="160"/>
                    <a:pt x="91" y="160"/>
                  </a:cubicBezTo>
                  <a:cubicBezTo>
                    <a:pt x="123" y="160"/>
                    <a:pt x="154" y="142"/>
                    <a:pt x="166" y="111"/>
                  </a:cubicBezTo>
                  <a:cubicBezTo>
                    <a:pt x="183" y="70"/>
                    <a:pt x="163" y="24"/>
                    <a:pt x="122" y="6"/>
                  </a:cubicBezTo>
                  <a:cubicBezTo>
                    <a:pt x="112" y="2"/>
                    <a:pt x="102" y="0"/>
                    <a:pt x="92"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5"/>
            <p:cNvSpPr/>
            <p:nvPr/>
          </p:nvSpPr>
          <p:spPr>
            <a:xfrm>
              <a:off x="4125600" y="4623450"/>
              <a:ext cx="4575" cy="4025"/>
            </a:xfrm>
            <a:custGeom>
              <a:rect b="b" l="l" r="r" t="t"/>
              <a:pathLst>
                <a:path extrusionOk="0" h="161" w="183">
                  <a:moveTo>
                    <a:pt x="92" y="0"/>
                  </a:moveTo>
                  <a:cubicBezTo>
                    <a:pt x="82" y="0"/>
                    <a:pt x="72" y="2"/>
                    <a:pt x="62" y="6"/>
                  </a:cubicBezTo>
                  <a:cubicBezTo>
                    <a:pt x="20" y="23"/>
                    <a:pt x="1" y="71"/>
                    <a:pt x="17" y="111"/>
                  </a:cubicBezTo>
                  <a:cubicBezTo>
                    <a:pt x="30" y="142"/>
                    <a:pt x="60" y="161"/>
                    <a:pt x="92" y="161"/>
                  </a:cubicBezTo>
                  <a:cubicBezTo>
                    <a:pt x="102" y="161"/>
                    <a:pt x="112" y="159"/>
                    <a:pt x="122" y="155"/>
                  </a:cubicBezTo>
                  <a:cubicBezTo>
                    <a:pt x="163" y="138"/>
                    <a:pt x="182" y="91"/>
                    <a:pt x="166" y="50"/>
                  </a:cubicBezTo>
                  <a:cubicBezTo>
                    <a:pt x="154" y="19"/>
                    <a:pt x="124" y="0"/>
                    <a:pt x="92"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5"/>
            <p:cNvSpPr/>
            <p:nvPr/>
          </p:nvSpPr>
          <p:spPr>
            <a:xfrm>
              <a:off x="4114825" y="4628850"/>
              <a:ext cx="4600" cy="4050"/>
            </a:xfrm>
            <a:custGeom>
              <a:rect b="b" l="l" r="r" t="t"/>
              <a:pathLst>
                <a:path extrusionOk="0" h="162" w="184">
                  <a:moveTo>
                    <a:pt x="92" y="1"/>
                  </a:moveTo>
                  <a:cubicBezTo>
                    <a:pt x="82" y="1"/>
                    <a:pt x="71" y="3"/>
                    <a:pt x="61" y="7"/>
                  </a:cubicBezTo>
                  <a:cubicBezTo>
                    <a:pt x="20" y="24"/>
                    <a:pt x="1" y="72"/>
                    <a:pt x="18" y="112"/>
                  </a:cubicBezTo>
                  <a:cubicBezTo>
                    <a:pt x="31" y="143"/>
                    <a:pt x="61" y="161"/>
                    <a:pt x="92" y="161"/>
                  </a:cubicBezTo>
                  <a:cubicBezTo>
                    <a:pt x="102" y="161"/>
                    <a:pt x="112" y="159"/>
                    <a:pt x="122" y="155"/>
                  </a:cubicBezTo>
                  <a:cubicBezTo>
                    <a:pt x="163" y="139"/>
                    <a:pt x="183" y="91"/>
                    <a:pt x="166" y="51"/>
                  </a:cubicBezTo>
                  <a:cubicBezTo>
                    <a:pt x="153" y="20"/>
                    <a:pt x="123" y="1"/>
                    <a:pt x="92"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5"/>
            <p:cNvSpPr/>
            <p:nvPr/>
          </p:nvSpPr>
          <p:spPr>
            <a:xfrm>
              <a:off x="4103400" y="4632625"/>
              <a:ext cx="4575" cy="4050"/>
            </a:xfrm>
            <a:custGeom>
              <a:rect b="b" l="l" r="r" t="t"/>
              <a:pathLst>
                <a:path extrusionOk="0" h="162" w="183">
                  <a:moveTo>
                    <a:pt x="92" y="1"/>
                  </a:moveTo>
                  <a:cubicBezTo>
                    <a:pt x="81" y="1"/>
                    <a:pt x="71" y="3"/>
                    <a:pt x="60" y="7"/>
                  </a:cubicBezTo>
                  <a:cubicBezTo>
                    <a:pt x="19" y="24"/>
                    <a:pt x="0" y="71"/>
                    <a:pt x="17" y="112"/>
                  </a:cubicBezTo>
                  <a:cubicBezTo>
                    <a:pt x="29" y="143"/>
                    <a:pt x="59" y="161"/>
                    <a:pt x="90" y="161"/>
                  </a:cubicBezTo>
                  <a:cubicBezTo>
                    <a:pt x="101" y="161"/>
                    <a:pt x="111" y="159"/>
                    <a:pt x="121" y="155"/>
                  </a:cubicBezTo>
                  <a:cubicBezTo>
                    <a:pt x="162" y="138"/>
                    <a:pt x="182" y="91"/>
                    <a:pt x="166" y="51"/>
                  </a:cubicBezTo>
                  <a:cubicBezTo>
                    <a:pt x="152" y="20"/>
                    <a:pt x="123" y="1"/>
                    <a:pt x="92"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5"/>
            <p:cNvSpPr/>
            <p:nvPr/>
          </p:nvSpPr>
          <p:spPr>
            <a:xfrm>
              <a:off x="4259525" y="4476525"/>
              <a:ext cx="4600" cy="4025"/>
            </a:xfrm>
            <a:custGeom>
              <a:rect b="b" l="l" r="r" t="t"/>
              <a:pathLst>
                <a:path extrusionOk="0" h="161" w="184">
                  <a:moveTo>
                    <a:pt x="92" y="0"/>
                  </a:moveTo>
                  <a:cubicBezTo>
                    <a:pt x="61" y="0"/>
                    <a:pt x="31" y="19"/>
                    <a:pt x="18" y="50"/>
                  </a:cubicBezTo>
                  <a:cubicBezTo>
                    <a:pt x="1" y="90"/>
                    <a:pt x="20" y="138"/>
                    <a:pt x="62" y="155"/>
                  </a:cubicBezTo>
                  <a:cubicBezTo>
                    <a:pt x="71" y="159"/>
                    <a:pt x="82" y="161"/>
                    <a:pt x="92" y="161"/>
                  </a:cubicBezTo>
                  <a:cubicBezTo>
                    <a:pt x="123" y="161"/>
                    <a:pt x="153" y="142"/>
                    <a:pt x="166" y="110"/>
                  </a:cubicBezTo>
                  <a:cubicBezTo>
                    <a:pt x="183" y="69"/>
                    <a:pt x="164" y="23"/>
                    <a:pt x="122" y="6"/>
                  </a:cubicBezTo>
                  <a:cubicBezTo>
                    <a:pt x="113" y="2"/>
                    <a:pt x="102" y="0"/>
                    <a:pt x="92"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5"/>
            <p:cNvSpPr/>
            <p:nvPr/>
          </p:nvSpPr>
          <p:spPr>
            <a:xfrm>
              <a:off x="4255750" y="4487975"/>
              <a:ext cx="4550" cy="4025"/>
            </a:xfrm>
            <a:custGeom>
              <a:rect b="b" l="l" r="r" t="t"/>
              <a:pathLst>
                <a:path extrusionOk="0" h="161" w="182">
                  <a:moveTo>
                    <a:pt x="90" y="0"/>
                  </a:moveTo>
                  <a:cubicBezTo>
                    <a:pt x="58" y="0"/>
                    <a:pt x="29" y="18"/>
                    <a:pt x="17" y="50"/>
                  </a:cubicBezTo>
                  <a:cubicBezTo>
                    <a:pt x="0" y="90"/>
                    <a:pt x="20" y="137"/>
                    <a:pt x="61" y="155"/>
                  </a:cubicBezTo>
                  <a:cubicBezTo>
                    <a:pt x="71" y="159"/>
                    <a:pt x="81" y="161"/>
                    <a:pt x="91" y="161"/>
                  </a:cubicBezTo>
                  <a:cubicBezTo>
                    <a:pt x="123" y="161"/>
                    <a:pt x="153" y="142"/>
                    <a:pt x="165" y="110"/>
                  </a:cubicBezTo>
                  <a:cubicBezTo>
                    <a:pt x="182" y="69"/>
                    <a:pt x="162" y="23"/>
                    <a:pt x="121" y="6"/>
                  </a:cubicBezTo>
                  <a:cubicBezTo>
                    <a:pt x="111" y="2"/>
                    <a:pt x="100" y="0"/>
                    <a:pt x="90"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5"/>
            <p:cNvSpPr/>
            <p:nvPr/>
          </p:nvSpPr>
          <p:spPr>
            <a:xfrm>
              <a:off x="4250350" y="4498725"/>
              <a:ext cx="4550" cy="4050"/>
            </a:xfrm>
            <a:custGeom>
              <a:rect b="b" l="l" r="r" t="t"/>
              <a:pathLst>
                <a:path extrusionOk="0" h="162" w="182">
                  <a:moveTo>
                    <a:pt x="92" y="1"/>
                  </a:moveTo>
                  <a:cubicBezTo>
                    <a:pt x="60" y="1"/>
                    <a:pt x="30" y="19"/>
                    <a:pt x="17" y="51"/>
                  </a:cubicBezTo>
                  <a:cubicBezTo>
                    <a:pt x="0" y="92"/>
                    <a:pt x="20" y="139"/>
                    <a:pt x="61" y="155"/>
                  </a:cubicBezTo>
                  <a:cubicBezTo>
                    <a:pt x="71" y="159"/>
                    <a:pt x="82" y="161"/>
                    <a:pt x="92" y="161"/>
                  </a:cubicBezTo>
                  <a:cubicBezTo>
                    <a:pt x="124" y="161"/>
                    <a:pt x="153" y="143"/>
                    <a:pt x="165" y="112"/>
                  </a:cubicBezTo>
                  <a:cubicBezTo>
                    <a:pt x="182" y="71"/>
                    <a:pt x="163" y="24"/>
                    <a:pt x="122" y="6"/>
                  </a:cubicBezTo>
                  <a:cubicBezTo>
                    <a:pt x="112" y="3"/>
                    <a:pt x="102" y="1"/>
                    <a:pt x="92"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5"/>
            <p:cNvSpPr/>
            <p:nvPr/>
          </p:nvSpPr>
          <p:spPr>
            <a:xfrm>
              <a:off x="4250325" y="4277925"/>
              <a:ext cx="4550" cy="4050"/>
            </a:xfrm>
            <a:custGeom>
              <a:rect b="b" l="l" r="r" t="t"/>
              <a:pathLst>
                <a:path extrusionOk="0" h="162" w="182">
                  <a:moveTo>
                    <a:pt x="91" y="1"/>
                  </a:moveTo>
                  <a:cubicBezTo>
                    <a:pt x="81" y="1"/>
                    <a:pt x="71" y="3"/>
                    <a:pt x="61" y="7"/>
                  </a:cubicBezTo>
                  <a:cubicBezTo>
                    <a:pt x="20" y="24"/>
                    <a:pt x="0" y="71"/>
                    <a:pt x="17" y="112"/>
                  </a:cubicBezTo>
                  <a:cubicBezTo>
                    <a:pt x="29" y="143"/>
                    <a:pt x="60" y="161"/>
                    <a:pt x="91" y="161"/>
                  </a:cubicBezTo>
                  <a:cubicBezTo>
                    <a:pt x="101" y="161"/>
                    <a:pt x="111" y="159"/>
                    <a:pt x="121" y="155"/>
                  </a:cubicBezTo>
                  <a:cubicBezTo>
                    <a:pt x="162" y="139"/>
                    <a:pt x="182" y="91"/>
                    <a:pt x="165" y="51"/>
                  </a:cubicBezTo>
                  <a:cubicBezTo>
                    <a:pt x="153" y="20"/>
                    <a:pt x="122" y="1"/>
                    <a:pt x="9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5"/>
            <p:cNvSpPr/>
            <p:nvPr/>
          </p:nvSpPr>
          <p:spPr>
            <a:xfrm>
              <a:off x="4255775" y="4288700"/>
              <a:ext cx="4550" cy="4050"/>
            </a:xfrm>
            <a:custGeom>
              <a:rect b="b" l="l" r="r" t="t"/>
              <a:pathLst>
                <a:path extrusionOk="0" h="162" w="182">
                  <a:moveTo>
                    <a:pt x="91" y="1"/>
                  </a:moveTo>
                  <a:cubicBezTo>
                    <a:pt x="81" y="1"/>
                    <a:pt x="71" y="3"/>
                    <a:pt x="61" y="7"/>
                  </a:cubicBezTo>
                  <a:cubicBezTo>
                    <a:pt x="20" y="23"/>
                    <a:pt x="0" y="71"/>
                    <a:pt x="17" y="111"/>
                  </a:cubicBezTo>
                  <a:cubicBezTo>
                    <a:pt x="30" y="142"/>
                    <a:pt x="59" y="161"/>
                    <a:pt x="91" y="161"/>
                  </a:cubicBezTo>
                  <a:cubicBezTo>
                    <a:pt x="101" y="161"/>
                    <a:pt x="112" y="159"/>
                    <a:pt x="122" y="155"/>
                  </a:cubicBezTo>
                  <a:cubicBezTo>
                    <a:pt x="163" y="138"/>
                    <a:pt x="182" y="90"/>
                    <a:pt x="165" y="50"/>
                  </a:cubicBezTo>
                  <a:cubicBezTo>
                    <a:pt x="153" y="19"/>
                    <a:pt x="123" y="1"/>
                    <a:pt x="91"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5"/>
            <p:cNvSpPr/>
            <p:nvPr/>
          </p:nvSpPr>
          <p:spPr>
            <a:xfrm>
              <a:off x="4259525" y="4300150"/>
              <a:ext cx="4600" cy="4025"/>
            </a:xfrm>
            <a:custGeom>
              <a:rect b="b" l="l" r="r" t="t"/>
              <a:pathLst>
                <a:path extrusionOk="0" h="161" w="184">
                  <a:moveTo>
                    <a:pt x="92" y="1"/>
                  </a:moveTo>
                  <a:cubicBezTo>
                    <a:pt x="82" y="1"/>
                    <a:pt x="72" y="3"/>
                    <a:pt x="62" y="7"/>
                  </a:cubicBezTo>
                  <a:cubicBezTo>
                    <a:pt x="21" y="24"/>
                    <a:pt x="1" y="70"/>
                    <a:pt x="18" y="111"/>
                  </a:cubicBezTo>
                  <a:cubicBezTo>
                    <a:pt x="31" y="142"/>
                    <a:pt x="61" y="161"/>
                    <a:pt x="92" y="161"/>
                  </a:cubicBezTo>
                  <a:cubicBezTo>
                    <a:pt x="102" y="161"/>
                    <a:pt x="112" y="159"/>
                    <a:pt x="122" y="155"/>
                  </a:cubicBezTo>
                  <a:cubicBezTo>
                    <a:pt x="164" y="138"/>
                    <a:pt x="183" y="91"/>
                    <a:pt x="166" y="50"/>
                  </a:cubicBezTo>
                  <a:cubicBezTo>
                    <a:pt x="153" y="19"/>
                    <a:pt x="124" y="1"/>
                    <a:pt x="92"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5"/>
            <p:cNvSpPr/>
            <p:nvPr/>
          </p:nvSpPr>
          <p:spPr>
            <a:xfrm>
              <a:off x="4103400" y="4144000"/>
              <a:ext cx="4575" cy="4050"/>
            </a:xfrm>
            <a:custGeom>
              <a:rect b="b" l="l" r="r" t="t"/>
              <a:pathLst>
                <a:path extrusionOk="0" h="162" w="183">
                  <a:moveTo>
                    <a:pt x="90" y="0"/>
                  </a:moveTo>
                  <a:cubicBezTo>
                    <a:pt x="59" y="0"/>
                    <a:pt x="29" y="19"/>
                    <a:pt x="17" y="50"/>
                  </a:cubicBezTo>
                  <a:cubicBezTo>
                    <a:pt x="0" y="91"/>
                    <a:pt x="19" y="138"/>
                    <a:pt x="60" y="155"/>
                  </a:cubicBezTo>
                  <a:cubicBezTo>
                    <a:pt x="70" y="159"/>
                    <a:pt x="80" y="161"/>
                    <a:pt x="90" y="161"/>
                  </a:cubicBezTo>
                  <a:cubicBezTo>
                    <a:pt x="122" y="161"/>
                    <a:pt x="152" y="142"/>
                    <a:pt x="166" y="111"/>
                  </a:cubicBezTo>
                  <a:cubicBezTo>
                    <a:pt x="182" y="70"/>
                    <a:pt x="162" y="23"/>
                    <a:pt x="121" y="7"/>
                  </a:cubicBezTo>
                  <a:cubicBezTo>
                    <a:pt x="111" y="2"/>
                    <a:pt x="100" y="0"/>
                    <a:pt x="90"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5"/>
            <p:cNvSpPr/>
            <p:nvPr/>
          </p:nvSpPr>
          <p:spPr>
            <a:xfrm>
              <a:off x="4114825" y="4147800"/>
              <a:ext cx="4600" cy="4025"/>
            </a:xfrm>
            <a:custGeom>
              <a:rect b="b" l="l" r="r" t="t"/>
              <a:pathLst>
                <a:path extrusionOk="0" h="161" w="184">
                  <a:moveTo>
                    <a:pt x="92" y="1"/>
                  </a:moveTo>
                  <a:cubicBezTo>
                    <a:pt x="60" y="1"/>
                    <a:pt x="31" y="19"/>
                    <a:pt x="18" y="51"/>
                  </a:cubicBezTo>
                  <a:cubicBezTo>
                    <a:pt x="1" y="91"/>
                    <a:pt x="20" y="138"/>
                    <a:pt x="61" y="155"/>
                  </a:cubicBezTo>
                  <a:cubicBezTo>
                    <a:pt x="72" y="159"/>
                    <a:pt x="82" y="161"/>
                    <a:pt x="92" y="161"/>
                  </a:cubicBezTo>
                  <a:cubicBezTo>
                    <a:pt x="124" y="161"/>
                    <a:pt x="153" y="143"/>
                    <a:pt x="166" y="112"/>
                  </a:cubicBezTo>
                  <a:cubicBezTo>
                    <a:pt x="183" y="70"/>
                    <a:pt x="164" y="24"/>
                    <a:pt x="122" y="6"/>
                  </a:cubicBezTo>
                  <a:cubicBezTo>
                    <a:pt x="112" y="2"/>
                    <a:pt x="102" y="1"/>
                    <a:pt x="92" y="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5"/>
            <p:cNvSpPr/>
            <p:nvPr/>
          </p:nvSpPr>
          <p:spPr>
            <a:xfrm>
              <a:off x="4125600" y="4153225"/>
              <a:ext cx="4575" cy="4025"/>
            </a:xfrm>
            <a:custGeom>
              <a:rect b="b" l="l" r="r" t="t"/>
              <a:pathLst>
                <a:path extrusionOk="0" h="161" w="183">
                  <a:moveTo>
                    <a:pt x="91" y="0"/>
                  </a:moveTo>
                  <a:cubicBezTo>
                    <a:pt x="60" y="0"/>
                    <a:pt x="30" y="19"/>
                    <a:pt x="17" y="50"/>
                  </a:cubicBezTo>
                  <a:cubicBezTo>
                    <a:pt x="1" y="91"/>
                    <a:pt x="21" y="138"/>
                    <a:pt x="62" y="155"/>
                  </a:cubicBezTo>
                  <a:cubicBezTo>
                    <a:pt x="72" y="159"/>
                    <a:pt x="82" y="161"/>
                    <a:pt x="93" y="161"/>
                  </a:cubicBezTo>
                  <a:cubicBezTo>
                    <a:pt x="124" y="161"/>
                    <a:pt x="153" y="142"/>
                    <a:pt x="166" y="111"/>
                  </a:cubicBezTo>
                  <a:cubicBezTo>
                    <a:pt x="182" y="70"/>
                    <a:pt x="163" y="24"/>
                    <a:pt x="122" y="6"/>
                  </a:cubicBezTo>
                  <a:cubicBezTo>
                    <a:pt x="112" y="2"/>
                    <a:pt x="101" y="0"/>
                    <a:pt x="91" y="0"/>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35"/>
          <p:cNvGrpSpPr/>
          <p:nvPr/>
        </p:nvGrpSpPr>
        <p:grpSpPr>
          <a:xfrm>
            <a:off x="-364891" y="-385144"/>
            <a:ext cx="2169783" cy="1481853"/>
            <a:chOff x="-512179" y="-394944"/>
            <a:chExt cx="2169783" cy="1481853"/>
          </a:xfrm>
        </p:grpSpPr>
        <p:grpSp>
          <p:nvGrpSpPr>
            <p:cNvPr id="947" name="Google Shape;947;p35"/>
            <p:cNvGrpSpPr/>
            <p:nvPr/>
          </p:nvGrpSpPr>
          <p:grpSpPr>
            <a:xfrm>
              <a:off x="-512179" y="-394944"/>
              <a:ext cx="1878017" cy="1225153"/>
              <a:chOff x="1705450" y="1644825"/>
              <a:chExt cx="1313850" cy="857050"/>
            </a:xfrm>
          </p:grpSpPr>
          <p:sp>
            <p:nvSpPr>
              <p:cNvPr id="948" name="Google Shape;948;p35"/>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5"/>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5"/>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5"/>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5"/>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5"/>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5"/>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5"/>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5"/>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5"/>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5"/>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5"/>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5"/>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5"/>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5"/>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5"/>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5"/>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5"/>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5"/>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5"/>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5"/>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5"/>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5"/>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5"/>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5"/>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5"/>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5"/>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5"/>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5"/>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5"/>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5"/>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5"/>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5"/>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5"/>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5"/>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5"/>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5"/>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5"/>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5"/>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5"/>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5"/>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5"/>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5"/>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5"/>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5"/>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5"/>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5"/>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5"/>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5"/>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5"/>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35"/>
            <p:cNvGrpSpPr/>
            <p:nvPr/>
          </p:nvGrpSpPr>
          <p:grpSpPr>
            <a:xfrm>
              <a:off x="380139" y="539997"/>
              <a:ext cx="1277466" cy="546912"/>
              <a:chOff x="2011750" y="3107325"/>
              <a:chExt cx="1510900" cy="646850"/>
            </a:xfrm>
          </p:grpSpPr>
          <p:sp>
            <p:nvSpPr>
              <p:cNvPr id="999" name="Google Shape;999;p35"/>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5"/>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5"/>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5"/>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5"/>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5"/>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rgbClr val="FFF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 name="Google Shape;1005;p35"/>
          <p:cNvGrpSpPr/>
          <p:nvPr/>
        </p:nvGrpSpPr>
        <p:grpSpPr>
          <a:xfrm>
            <a:off x="6182018" y="-1065498"/>
            <a:ext cx="4033566" cy="6022442"/>
            <a:chOff x="1962725" y="80650"/>
            <a:chExt cx="1848225" cy="2759550"/>
          </a:xfrm>
        </p:grpSpPr>
        <p:sp>
          <p:nvSpPr>
            <p:cNvPr id="1006" name="Google Shape;1006;p35"/>
            <p:cNvSpPr/>
            <p:nvPr/>
          </p:nvSpPr>
          <p:spPr>
            <a:xfrm>
              <a:off x="2983625" y="1907750"/>
              <a:ext cx="571425" cy="932450"/>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5"/>
            <p:cNvSpPr/>
            <p:nvPr/>
          </p:nvSpPr>
          <p:spPr>
            <a:xfrm>
              <a:off x="3218150" y="2758150"/>
              <a:ext cx="49375" cy="28550"/>
            </a:xfrm>
            <a:custGeom>
              <a:rect b="b" l="l" r="r" t="t"/>
              <a:pathLst>
                <a:path extrusionOk="0" h="1142" w="1975">
                  <a:moveTo>
                    <a:pt x="925" y="118"/>
                  </a:moveTo>
                  <a:cubicBezTo>
                    <a:pt x="729" y="0"/>
                    <a:pt x="465" y="12"/>
                    <a:pt x="280" y="146"/>
                  </a:cubicBezTo>
                  <a:cubicBezTo>
                    <a:pt x="96" y="280"/>
                    <a:pt x="1" y="530"/>
                    <a:pt x="48" y="753"/>
                  </a:cubicBezTo>
                  <a:cubicBezTo>
                    <a:pt x="535" y="1141"/>
                    <a:pt x="1302" y="1108"/>
                    <a:pt x="1755" y="680"/>
                  </a:cubicBezTo>
                  <a:cubicBezTo>
                    <a:pt x="1873" y="568"/>
                    <a:pt x="1974" y="407"/>
                    <a:pt x="1930" y="249"/>
                  </a:cubicBezTo>
                  <a:cubicBezTo>
                    <a:pt x="1878" y="74"/>
                    <a:pt x="1670" y="0"/>
                    <a:pt x="1489" y="0"/>
                  </a:cubicBezTo>
                  <a:cubicBezTo>
                    <a:pt x="1309" y="1"/>
                    <a:pt x="1126" y="51"/>
                    <a:pt x="950" y="1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5"/>
            <p:cNvSpPr/>
            <p:nvPr/>
          </p:nvSpPr>
          <p:spPr>
            <a:xfrm>
              <a:off x="3065575" y="1803150"/>
              <a:ext cx="72500" cy="29275"/>
            </a:xfrm>
            <a:custGeom>
              <a:rect b="b" l="l" r="r" t="t"/>
              <a:pathLst>
                <a:path extrusionOk="0" h="1171" w="2900">
                  <a:moveTo>
                    <a:pt x="575" y="95"/>
                  </a:moveTo>
                  <a:cubicBezTo>
                    <a:pt x="1353" y="116"/>
                    <a:pt x="2126" y="329"/>
                    <a:pt x="2805" y="709"/>
                  </a:cubicBezTo>
                  <a:cubicBezTo>
                    <a:pt x="2849" y="733"/>
                    <a:pt x="2900" y="773"/>
                    <a:pt x="2888" y="823"/>
                  </a:cubicBezTo>
                  <a:cubicBezTo>
                    <a:pt x="2877" y="864"/>
                    <a:pt x="2830" y="882"/>
                    <a:pt x="2789" y="892"/>
                  </a:cubicBezTo>
                  <a:cubicBezTo>
                    <a:pt x="1892" y="1110"/>
                    <a:pt x="959" y="1170"/>
                    <a:pt x="44" y="1071"/>
                  </a:cubicBezTo>
                  <a:cubicBezTo>
                    <a:pt x="1" y="941"/>
                    <a:pt x="143" y="818"/>
                    <a:pt x="278" y="799"/>
                  </a:cubicBezTo>
                  <a:cubicBezTo>
                    <a:pt x="414" y="782"/>
                    <a:pt x="555" y="821"/>
                    <a:pt x="688" y="791"/>
                  </a:cubicBezTo>
                  <a:cubicBezTo>
                    <a:pt x="822" y="762"/>
                    <a:pt x="946" y="607"/>
                    <a:pt x="871" y="492"/>
                  </a:cubicBezTo>
                  <a:cubicBezTo>
                    <a:pt x="761" y="496"/>
                    <a:pt x="648" y="497"/>
                    <a:pt x="547" y="451"/>
                  </a:cubicBezTo>
                  <a:cubicBezTo>
                    <a:pt x="446" y="406"/>
                    <a:pt x="365" y="300"/>
                    <a:pt x="380" y="190"/>
                  </a:cubicBezTo>
                  <a:cubicBezTo>
                    <a:pt x="396" y="81"/>
                    <a:pt x="539" y="0"/>
                    <a:pt x="624" y="7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5"/>
            <p:cNvSpPr/>
            <p:nvPr/>
          </p:nvSpPr>
          <p:spPr>
            <a:xfrm>
              <a:off x="3140600" y="1818775"/>
              <a:ext cx="26200" cy="15075"/>
            </a:xfrm>
            <a:custGeom>
              <a:rect b="b" l="l" r="r" t="t"/>
              <a:pathLst>
                <a:path extrusionOk="0" h="603" w="1048">
                  <a:moveTo>
                    <a:pt x="879" y="152"/>
                  </a:moveTo>
                  <a:cubicBezTo>
                    <a:pt x="628" y="65"/>
                    <a:pt x="342" y="85"/>
                    <a:pt x="107" y="209"/>
                  </a:cubicBezTo>
                  <a:cubicBezTo>
                    <a:pt x="69" y="230"/>
                    <a:pt x="28" y="258"/>
                    <a:pt x="18" y="302"/>
                  </a:cubicBezTo>
                  <a:cubicBezTo>
                    <a:pt x="0" y="377"/>
                    <a:pt x="87" y="432"/>
                    <a:pt x="159" y="459"/>
                  </a:cubicBezTo>
                  <a:cubicBezTo>
                    <a:pt x="357" y="535"/>
                    <a:pt x="583" y="602"/>
                    <a:pt x="777" y="513"/>
                  </a:cubicBezTo>
                  <a:cubicBezTo>
                    <a:pt x="970" y="424"/>
                    <a:pt x="1047" y="103"/>
                    <a:pt x="861"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5"/>
            <p:cNvSpPr/>
            <p:nvPr/>
          </p:nvSpPr>
          <p:spPr>
            <a:xfrm>
              <a:off x="2946075" y="1760675"/>
              <a:ext cx="122150" cy="50475"/>
            </a:xfrm>
            <a:custGeom>
              <a:rect b="b" l="l" r="r" t="t"/>
              <a:pathLst>
                <a:path extrusionOk="0" h="2019" w="4886">
                  <a:moveTo>
                    <a:pt x="3528" y="1951"/>
                  </a:moveTo>
                  <a:cubicBezTo>
                    <a:pt x="3426" y="1936"/>
                    <a:pt x="3319" y="1913"/>
                    <a:pt x="3247" y="1839"/>
                  </a:cubicBezTo>
                  <a:cubicBezTo>
                    <a:pt x="3154" y="1744"/>
                    <a:pt x="3147" y="1591"/>
                    <a:pt x="3075" y="1481"/>
                  </a:cubicBezTo>
                  <a:cubicBezTo>
                    <a:pt x="2919" y="1238"/>
                    <a:pt x="2565" y="1289"/>
                    <a:pt x="2282" y="1239"/>
                  </a:cubicBezTo>
                  <a:cubicBezTo>
                    <a:pt x="1991" y="1189"/>
                    <a:pt x="1740" y="1011"/>
                    <a:pt x="1480" y="869"/>
                  </a:cubicBezTo>
                  <a:cubicBezTo>
                    <a:pt x="1219" y="729"/>
                    <a:pt x="910" y="620"/>
                    <a:pt x="633" y="723"/>
                  </a:cubicBezTo>
                  <a:cubicBezTo>
                    <a:pt x="440" y="795"/>
                    <a:pt x="179" y="940"/>
                    <a:pt x="76" y="761"/>
                  </a:cubicBezTo>
                  <a:cubicBezTo>
                    <a:pt x="1" y="632"/>
                    <a:pt x="130" y="471"/>
                    <a:pt x="272" y="427"/>
                  </a:cubicBezTo>
                  <a:cubicBezTo>
                    <a:pt x="412" y="383"/>
                    <a:pt x="568" y="402"/>
                    <a:pt x="706" y="351"/>
                  </a:cubicBezTo>
                  <a:cubicBezTo>
                    <a:pt x="932" y="267"/>
                    <a:pt x="1088" y="7"/>
                    <a:pt x="1330" y="4"/>
                  </a:cubicBezTo>
                  <a:cubicBezTo>
                    <a:pt x="1593" y="0"/>
                    <a:pt x="1760" y="303"/>
                    <a:pt x="2014" y="378"/>
                  </a:cubicBezTo>
                  <a:cubicBezTo>
                    <a:pt x="2166" y="422"/>
                    <a:pt x="2327" y="378"/>
                    <a:pt x="2485" y="372"/>
                  </a:cubicBezTo>
                  <a:cubicBezTo>
                    <a:pt x="2903" y="355"/>
                    <a:pt x="3281" y="603"/>
                    <a:pt x="3625" y="841"/>
                  </a:cubicBezTo>
                  <a:lnTo>
                    <a:pt x="4751" y="1619"/>
                  </a:lnTo>
                  <a:cubicBezTo>
                    <a:pt x="4784" y="1642"/>
                    <a:pt x="4819" y="1666"/>
                    <a:pt x="4840" y="1702"/>
                  </a:cubicBezTo>
                  <a:cubicBezTo>
                    <a:pt x="4886" y="1781"/>
                    <a:pt x="4840" y="1889"/>
                    <a:pt x="4763" y="1941"/>
                  </a:cubicBezTo>
                  <a:cubicBezTo>
                    <a:pt x="4688" y="1992"/>
                    <a:pt x="4591" y="2002"/>
                    <a:pt x="4499" y="2006"/>
                  </a:cubicBezTo>
                  <a:cubicBezTo>
                    <a:pt x="4174" y="2018"/>
                    <a:pt x="3848" y="2002"/>
                    <a:pt x="3528" y="19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5"/>
            <p:cNvSpPr/>
            <p:nvPr/>
          </p:nvSpPr>
          <p:spPr>
            <a:xfrm>
              <a:off x="3017925" y="1821550"/>
              <a:ext cx="20525" cy="14275"/>
            </a:xfrm>
            <a:custGeom>
              <a:rect b="b" l="l" r="r" t="t"/>
              <a:pathLst>
                <a:path extrusionOk="0" h="571" w="821">
                  <a:moveTo>
                    <a:pt x="5" y="206"/>
                  </a:moveTo>
                  <a:cubicBezTo>
                    <a:pt x="120" y="62"/>
                    <a:pt x="326" y="0"/>
                    <a:pt x="501" y="57"/>
                  </a:cubicBezTo>
                  <a:cubicBezTo>
                    <a:pt x="677" y="114"/>
                    <a:pt x="809" y="284"/>
                    <a:pt x="820" y="470"/>
                  </a:cubicBezTo>
                  <a:cubicBezTo>
                    <a:pt x="542" y="571"/>
                    <a:pt x="206" y="495"/>
                    <a:pt x="0" y="28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5"/>
            <p:cNvSpPr/>
            <p:nvPr/>
          </p:nvSpPr>
          <p:spPr>
            <a:xfrm>
              <a:off x="3057025" y="80650"/>
              <a:ext cx="753925" cy="1091225"/>
            </a:xfrm>
            <a:custGeom>
              <a:rect b="b" l="l" r="r" t="t"/>
              <a:pathLst>
                <a:path extrusionOk="0" h="43649" w="30157">
                  <a:moveTo>
                    <a:pt x="4400" y="21918"/>
                  </a:moveTo>
                  <a:cubicBezTo>
                    <a:pt x="6232" y="21734"/>
                    <a:pt x="6691" y="20346"/>
                    <a:pt x="8066" y="24138"/>
                  </a:cubicBezTo>
                  <a:cubicBezTo>
                    <a:pt x="9441" y="27929"/>
                    <a:pt x="10542" y="28762"/>
                    <a:pt x="10542" y="30518"/>
                  </a:cubicBezTo>
                  <a:cubicBezTo>
                    <a:pt x="10542" y="32275"/>
                    <a:pt x="9350" y="34865"/>
                    <a:pt x="9900" y="36528"/>
                  </a:cubicBezTo>
                  <a:cubicBezTo>
                    <a:pt x="10450" y="38193"/>
                    <a:pt x="13291" y="43648"/>
                    <a:pt x="14299" y="43094"/>
                  </a:cubicBezTo>
                  <a:cubicBezTo>
                    <a:pt x="15308" y="42539"/>
                    <a:pt x="15857" y="38747"/>
                    <a:pt x="16866" y="37823"/>
                  </a:cubicBezTo>
                  <a:cubicBezTo>
                    <a:pt x="17874" y="36898"/>
                    <a:pt x="18791" y="34772"/>
                    <a:pt x="20624" y="34309"/>
                  </a:cubicBezTo>
                  <a:cubicBezTo>
                    <a:pt x="22456" y="33845"/>
                    <a:pt x="24840" y="33200"/>
                    <a:pt x="25023" y="30332"/>
                  </a:cubicBezTo>
                  <a:cubicBezTo>
                    <a:pt x="25206" y="27465"/>
                    <a:pt x="26123" y="21455"/>
                    <a:pt x="25482" y="17202"/>
                  </a:cubicBezTo>
                  <a:cubicBezTo>
                    <a:pt x="25024" y="14172"/>
                    <a:pt x="28506" y="11192"/>
                    <a:pt x="29331" y="9897"/>
                  </a:cubicBezTo>
                  <a:cubicBezTo>
                    <a:pt x="30156" y="8602"/>
                    <a:pt x="29697" y="6661"/>
                    <a:pt x="28322" y="7216"/>
                  </a:cubicBezTo>
                  <a:cubicBezTo>
                    <a:pt x="26948" y="7770"/>
                    <a:pt x="26122" y="9158"/>
                    <a:pt x="25756" y="8602"/>
                  </a:cubicBezTo>
                  <a:cubicBezTo>
                    <a:pt x="25390" y="8047"/>
                    <a:pt x="25390" y="6106"/>
                    <a:pt x="24656" y="6289"/>
                  </a:cubicBezTo>
                  <a:cubicBezTo>
                    <a:pt x="23921" y="6474"/>
                    <a:pt x="20165" y="7769"/>
                    <a:pt x="20897" y="6844"/>
                  </a:cubicBezTo>
                  <a:cubicBezTo>
                    <a:pt x="21631" y="5920"/>
                    <a:pt x="25756" y="5735"/>
                    <a:pt x="24013" y="4255"/>
                  </a:cubicBezTo>
                  <a:cubicBezTo>
                    <a:pt x="22273" y="2775"/>
                    <a:pt x="22822" y="1"/>
                    <a:pt x="19523" y="649"/>
                  </a:cubicBezTo>
                  <a:cubicBezTo>
                    <a:pt x="16224" y="1297"/>
                    <a:pt x="14481" y="3700"/>
                    <a:pt x="12190" y="4809"/>
                  </a:cubicBezTo>
                  <a:cubicBezTo>
                    <a:pt x="9899" y="5918"/>
                    <a:pt x="7700" y="6659"/>
                    <a:pt x="6509" y="7861"/>
                  </a:cubicBezTo>
                  <a:cubicBezTo>
                    <a:pt x="5317" y="9063"/>
                    <a:pt x="4033" y="10450"/>
                    <a:pt x="4217" y="11744"/>
                  </a:cubicBezTo>
                  <a:cubicBezTo>
                    <a:pt x="4400" y="13039"/>
                    <a:pt x="5683" y="13778"/>
                    <a:pt x="3759" y="14888"/>
                  </a:cubicBezTo>
                  <a:cubicBezTo>
                    <a:pt x="1835" y="15997"/>
                    <a:pt x="0" y="16922"/>
                    <a:pt x="1467" y="17755"/>
                  </a:cubicBezTo>
                  <a:cubicBezTo>
                    <a:pt x="2933" y="18587"/>
                    <a:pt x="2842" y="19235"/>
                    <a:pt x="2659" y="19789"/>
                  </a:cubicBezTo>
                  <a:cubicBezTo>
                    <a:pt x="2475" y="20344"/>
                    <a:pt x="2659" y="21454"/>
                    <a:pt x="3393" y="21732"/>
                  </a:cubicBezTo>
                  <a:cubicBezTo>
                    <a:pt x="4125" y="22011"/>
                    <a:pt x="4400" y="21918"/>
                    <a:pt x="4400" y="219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5"/>
            <p:cNvSpPr/>
            <p:nvPr/>
          </p:nvSpPr>
          <p:spPr>
            <a:xfrm>
              <a:off x="2873700" y="718825"/>
              <a:ext cx="368900" cy="399900"/>
            </a:xfrm>
            <a:custGeom>
              <a:rect b="b" l="l" r="r" t="t"/>
              <a:pathLst>
                <a:path extrusionOk="0" h="15996" w="14756">
                  <a:moveTo>
                    <a:pt x="1284" y="368"/>
                  </a:moveTo>
                  <a:cubicBezTo>
                    <a:pt x="826" y="1199"/>
                    <a:pt x="1" y="3789"/>
                    <a:pt x="549" y="4437"/>
                  </a:cubicBezTo>
                  <a:cubicBezTo>
                    <a:pt x="1099" y="5084"/>
                    <a:pt x="1558" y="6008"/>
                    <a:pt x="3116" y="6101"/>
                  </a:cubicBezTo>
                  <a:cubicBezTo>
                    <a:pt x="4674" y="6194"/>
                    <a:pt x="5500" y="5825"/>
                    <a:pt x="6140" y="6379"/>
                  </a:cubicBezTo>
                  <a:cubicBezTo>
                    <a:pt x="6781" y="6934"/>
                    <a:pt x="9624" y="8968"/>
                    <a:pt x="8341" y="10355"/>
                  </a:cubicBezTo>
                  <a:cubicBezTo>
                    <a:pt x="7058" y="11742"/>
                    <a:pt x="4436" y="13838"/>
                    <a:pt x="6508" y="13406"/>
                  </a:cubicBezTo>
                  <a:cubicBezTo>
                    <a:pt x="9167" y="12852"/>
                    <a:pt x="10449" y="15996"/>
                    <a:pt x="11273" y="15719"/>
                  </a:cubicBezTo>
                  <a:cubicBezTo>
                    <a:pt x="12099" y="15442"/>
                    <a:pt x="12373" y="14147"/>
                    <a:pt x="11640" y="12852"/>
                  </a:cubicBezTo>
                  <a:cubicBezTo>
                    <a:pt x="10906" y="11557"/>
                    <a:pt x="10999" y="10078"/>
                    <a:pt x="11732" y="10909"/>
                  </a:cubicBezTo>
                  <a:cubicBezTo>
                    <a:pt x="12465" y="11742"/>
                    <a:pt x="14756" y="11835"/>
                    <a:pt x="12649" y="9524"/>
                  </a:cubicBezTo>
                  <a:cubicBezTo>
                    <a:pt x="10540" y="7210"/>
                    <a:pt x="10999" y="6101"/>
                    <a:pt x="10082" y="5362"/>
                  </a:cubicBezTo>
                  <a:cubicBezTo>
                    <a:pt x="9165" y="4623"/>
                    <a:pt x="7516" y="3050"/>
                    <a:pt x="6783" y="2312"/>
                  </a:cubicBezTo>
                  <a:cubicBezTo>
                    <a:pt x="6049" y="1571"/>
                    <a:pt x="6417" y="1849"/>
                    <a:pt x="5042" y="925"/>
                  </a:cubicBezTo>
                  <a:cubicBezTo>
                    <a:pt x="3667" y="0"/>
                    <a:pt x="2750" y="184"/>
                    <a:pt x="2658" y="647"/>
                  </a:cubicBezTo>
                  <a:cubicBezTo>
                    <a:pt x="2566" y="1111"/>
                    <a:pt x="2109" y="554"/>
                    <a:pt x="1833" y="463"/>
                  </a:cubicBezTo>
                  <a:cubicBezTo>
                    <a:pt x="1559" y="368"/>
                    <a:pt x="1284" y="368"/>
                    <a:pt x="1284" y="3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5"/>
            <p:cNvSpPr/>
            <p:nvPr/>
          </p:nvSpPr>
          <p:spPr>
            <a:xfrm>
              <a:off x="2800400" y="150625"/>
              <a:ext cx="421625" cy="563500"/>
            </a:xfrm>
            <a:custGeom>
              <a:rect b="b" l="l" r="r" t="t"/>
              <a:pathLst>
                <a:path extrusionOk="0" h="22540" w="16865">
                  <a:moveTo>
                    <a:pt x="13290" y="7652"/>
                  </a:moveTo>
                  <a:cubicBezTo>
                    <a:pt x="13747" y="7005"/>
                    <a:pt x="15582" y="4972"/>
                    <a:pt x="16131" y="3861"/>
                  </a:cubicBezTo>
                  <a:cubicBezTo>
                    <a:pt x="16681" y="2752"/>
                    <a:pt x="16864" y="1364"/>
                    <a:pt x="14848" y="903"/>
                  </a:cubicBezTo>
                  <a:cubicBezTo>
                    <a:pt x="12832" y="439"/>
                    <a:pt x="10113" y="1"/>
                    <a:pt x="8983" y="532"/>
                  </a:cubicBezTo>
                  <a:cubicBezTo>
                    <a:pt x="7607" y="1180"/>
                    <a:pt x="2749" y="3677"/>
                    <a:pt x="2749" y="4324"/>
                  </a:cubicBezTo>
                  <a:cubicBezTo>
                    <a:pt x="2749" y="4972"/>
                    <a:pt x="2749" y="5989"/>
                    <a:pt x="3207" y="6728"/>
                  </a:cubicBezTo>
                  <a:cubicBezTo>
                    <a:pt x="3665" y="7469"/>
                    <a:pt x="4032" y="8578"/>
                    <a:pt x="5682" y="8207"/>
                  </a:cubicBezTo>
                  <a:cubicBezTo>
                    <a:pt x="7331" y="7837"/>
                    <a:pt x="8614" y="8671"/>
                    <a:pt x="6690" y="9039"/>
                  </a:cubicBezTo>
                  <a:cubicBezTo>
                    <a:pt x="4766" y="9409"/>
                    <a:pt x="2474" y="8576"/>
                    <a:pt x="2200" y="7467"/>
                  </a:cubicBezTo>
                  <a:cubicBezTo>
                    <a:pt x="1924" y="6358"/>
                    <a:pt x="642" y="5987"/>
                    <a:pt x="458" y="7374"/>
                  </a:cubicBezTo>
                  <a:cubicBezTo>
                    <a:pt x="276" y="8760"/>
                    <a:pt x="0" y="10426"/>
                    <a:pt x="550" y="11443"/>
                  </a:cubicBezTo>
                  <a:cubicBezTo>
                    <a:pt x="1099" y="12460"/>
                    <a:pt x="1008" y="13662"/>
                    <a:pt x="2383" y="14033"/>
                  </a:cubicBezTo>
                  <a:cubicBezTo>
                    <a:pt x="3758" y="14403"/>
                    <a:pt x="4766" y="15050"/>
                    <a:pt x="4307" y="15789"/>
                  </a:cubicBezTo>
                  <a:cubicBezTo>
                    <a:pt x="3849" y="16530"/>
                    <a:pt x="3207" y="17916"/>
                    <a:pt x="2291" y="17732"/>
                  </a:cubicBezTo>
                  <a:cubicBezTo>
                    <a:pt x="1375" y="17547"/>
                    <a:pt x="91" y="16345"/>
                    <a:pt x="91" y="16991"/>
                  </a:cubicBezTo>
                  <a:cubicBezTo>
                    <a:pt x="91" y="17639"/>
                    <a:pt x="457" y="17823"/>
                    <a:pt x="1375" y="18748"/>
                  </a:cubicBezTo>
                  <a:cubicBezTo>
                    <a:pt x="2291" y="19672"/>
                    <a:pt x="1191" y="20967"/>
                    <a:pt x="2015" y="21338"/>
                  </a:cubicBezTo>
                  <a:cubicBezTo>
                    <a:pt x="2841" y="21708"/>
                    <a:pt x="7697" y="22540"/>
                    <a:pt x="7789" y="21892"/>
                  </a:cubicBezTo>
                  <a:cubicBezTo>
                    <a:pt x="7881" y="21245"/>
                    <a:pt x="8706" y="19395"/>
                    <a:pt x="6964" y="19488"/>
                  </a:cubicBezTo>
                  <a:cubicBezTo>
                    <a:pt x="5223" y="19581"/>
                    <a:pt x="3573" y="20320"/>
                    <a:pt x="3480" y="19488"/>
                  </a:cubicBezTo>
                  <a:cubicBezTo>
                    <a:pt x="3389" y="18656"/>
                    <a:pt x="3847" y="17639"/>
                    <a:pt x="5130" y="18009"/>
                  </a:cubicBezTo>
                  <a:cubicBezTo>
                    <a:pt x="6413" y="18379"/>
                    <a:pt x="8337" y="18379"/>
                    <a:pt x="8429" y="17732"/>
                  </a:cubicBezTo>
                  <a:cubicBezTo>
                    <a:pt x="8521" y="17084"/>
                    <a:pt x="8154" y="15605"/>
                    <a:pt x="8887" y="15050"/>
                  </a:cubicBezTo>
                  <a:cubicBezTo>
                    <a:pt x="9620" y="14496"/>
                    <a:pt x="11086" y="12460"/>
                    <a:pt x="10719" y="11629"/>
                  </a:cubicBezTo>
                  <a:cubicBezTo>
                    <a:pt x="10357" y="10797"/>
                    <a:pt x="13290" y="7652"/>
                    <a:pt x="13290" y="76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5"/>
            <p:cNvSpPr/>
            <p:nvPr/>
          </p:nvSpPr>
          <p:spPr>
            <a:xfrm>
              <a:off x="2461875" y="703275"/>
              <a:ext cx="157525" cy="147275"/>
            </a:xfrm>
            <a:custGeom>
              <a:rect b="b" l="l" r="r" t="t"/>
              <a:pathLst>
                <a:path extrusionOk="0" h="5891" w="6301">
                  <a:moveTo>
                    <a:pt x="1237" y="16"/>
                  </a:moveTo>
                  <a:cubicBezTo>
                    <a:pt x="852" y="25"/>
                    <a:pt x="533" y="311"/>
                    <a:pt x="472" y="695"/>
                  </a:cubicBezTo>
                  <a:cubicBezTo>
                    <a:pt x="327" y="1614"/>
                    <a:pt x="0" y="3208"/>
                    <a:pt x="343" y="3764"/>
                  </a:cubicBezTo>
                  <a:cubicBezTo>
                    <a:pt x="801" y="4504"/>
                    <a:pt x="1260" y="5891"/>
                    <a:pt x="1993" y="4965"/>
                  </a:cubicBezTo>
                  <a:cubicBezTo>
                    <a:pt x="2726" y="4041"/>
                    <a:pt x="2634" y="2839"/>
                    <a:pt x="3276" y="2561"/>
                  </a:cubicBezTo>
                  <a:cubicBezTo>
                    <a:pt x="3917" y="2285"/>
                    <a:pt x="6300" y="1266"/>
                    <a:pt x="4376" y="528"/>
                  </a:cubicBezTo>
                  <a:cubicBezTo>
                    <a:pt x="3173" y="65"/>
                    <a:pt x="1969" y="0"/>
                    <a:pt x="1237" y="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5"/>
            <p:cNvSpPr/>
            <p:nvPr/>
          </p:nvSpPr>
          <p:spPr>
            <a:xfrm>
              <a:off x="2541475" y="709525"/>
              <a:ext cx="222275" cy="231200"/>
            </a:xfrm>
            <a:custGeom>
              <a:rect b="b" l="l" r="r" t="t"/>
              <a:pathLst>
                <a:path extrusionOk="0" h="9248" w="8891">
                  <a:moveTo>
                    <a:pt x="459" y="2496"/>
                  </a:moveTo>
                  <a:cubicBezTo>
                    <a:pt x="92" y="3144"/>
                    <a:pt x="0" y="4068"/>
                    <a:pt x="367" y="4161"/>
                  </a:cubicBezTo>
                  <a:cubicBezTo>
                    <a:pt x="733" y="4254"/>
                    <a:pt x="459" y="4809"/>
                    <a:pt x="549" y="5178"/>
                  </a:cubicBezTo>
                  <a:cubicBezTo>
                    <a:pt x="641" y="5549"/>
                    <a:pt x="1375" y="5456"/>
                    <a:pt x="2107" y="5456"/>
                  </a:cubicBezTo>
                  <a:cubicBezTo>
                    <a:pt x="2842" y="5456"/>
                    <a:pt x="3849" y="5826"/>
                    <a:pt x="2657" y="6104"/>
                  </a:cubicBezTo>
                  <a:cubicBezTo>
                    <a:pt x="1466" y="6380"/>
                    <a:pt x="641" y="6473"/>
                    <a:pt x="1374" y="7121"/>
                  </a:cubicBezTo>
                  <a:cubicBezTo>
                    <a:pt x="2107" y="7768"/>
                    <a:pt x="2382" y="9248"/>
                    <a:pt x="3574" y="8786"/>
                  </a:cubicBezTo>
                  <a:cubicBezTo>
                    <a:pt x="4766" y="8324"/>
                    <a:pt x="6049" y="7677"/>
                    <a:pt x="6599" y="7677"/>
                  </a:cubicBezTo>
                  <a:cubicBezTo>
                    <a:pt x="7147" y="7677"/>
                    <a:pt x="8890" y="8324"/>
                    <a:pt x="8248" y="6936"/>
                  </a:cubicBezTo>
                  <a:cubicBezTo>
                    <a:pt x="7607" y="5550"/>
                    <a:pt x="6965" y="5364"/>
                    <a:pt x="6781" y="4347"/>
                  </a:cubicBezTo>
                  <a:cubicBezTo>
                    <a:pt x="6599" y="3329"/>
                    <a:pt x="6965" y="1"/>
                    <a:pt x="5956" y="925"/>
                  </a:cubicBezTo>
                  <a:cubicBezTo>
                    <a:pt x="4948" y="1850"/>
                    <a:pt x="4764" y="3145"/>
                    <a:pt x="4032" y="2590"/>
                  </a:cubicBezTo>
                  <a:cubicBezTo>
                    <a:pt x="3298" y="2036"/>
                    <a:pt x="2291" y="1204"/>
                    <a:pt x="1648" y="1572"/>
                  </a:cubicBezTo>
                  <a:cubicBezTo>
                    <a:pt x="1007" y="1942"/>
                    <a:pt x="459" y="2496"/>
                    <a:pt x="459" y="249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5"/>
            <p:cNvSpPr/>
            <p:nvPr/>
          </p:nvSpPr>
          <p:spPr>
            <a:xfrm>
              <a:off x="2488750" y="524550"/>
              <a:ext cx="137500" cy="104075"/>
            </a:xfrm>
            <a:custGeom>
              <a:rect b="b" l="l" r="r" t="t"/>
              <a:pathLst>
                <a:path extrusionOk="0" h="4163" w="5500">
                  <a:moveTo>
                    <a:pt x="2476" y="1110"/>
                  </a:moveTo>
                  <a:cubicBezTo>
                    <a:pt x="1376" y="1758"/>
                    <a:pt x="1" y="3424"/>
                    <a:pt x="734" y="3792"/>
                  </a:cubicBezTo>
                  <a:cubicBezTo>
                    <a:pt x="1469" y="4162"/>
                    <a:pt x="2847" y="3124"/>
                    <a:pt x="3301" y="2590"/>
                  </a:cubicBezTo>
                  <a:cubicBezTo>
                    <a:pt x="5500" y="0"/>
                    <a:pt x="2476" y="1110"/>
                    <a:pt x="2476" y="11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5"/>
            <p:cNvSpPr/>
            <p:nvPr/>
          </p:nvSpPr>
          <p:spPr>
            <a:xfrm>
              <a:off x="2536875" y="582375"/>
              <a:ext cx="171875" cy="117925"/>
            </a:xfrm>
            <a:custGeom>
              <a:rect b="b" l="l" r="r" t="t"/>
              <a:pathLst>
                <a:path extrusionOk="0" h="4717" w="6875">
                  <a:moveTo>
                    <a:pt x="1559" y="1018"/>
                  </a:moveTo>
                  <a:cubicBezTo>
                    <a:pt x="1010" y="2220"/>
                    <a:pt x="1" y="3422"/>
                    <a:pt x="1193" y="3515"/>
                  </a:cubicBezTo>
                  <a:cubicBezTo>
                    <a:pt x="2384" y="3607"/>
                    <a:pt x="2568" y="3976"/>
                    <a:pt x="2660" y="4346"/>
                  </a:cubicBezTo>
                  <a:cubicBezTo>
                    <a:pt x="2750" y="4717"/>
                    <a:pt x="3760" y="4253"/>
                    <a:pt x="4675" y="3976"/>
                  </a:cubicBezTo>
                  <a:cubicBezTo>
                    <a:pt x="5592" y="3699"/>
                    <a:pt x="6508" y="3792"/>
                    <a:pt x="6691" y="2867"/>
                  </a:cubicBezTo>
                  <a:cubicBezTo>
                    <a:pt x="6874" y="1942"/>
                    <a:pt x="6508" y="1481"/>
                    <a:pt x="5865" y="740"/>
                  </a:cubicBezTo>
                  <a:cubicBezTo>
                    <a:pt x="5225" y="0"/>
                    <a:pt x="4582" y="556"/>
                    <a:pt x="4033" y="1295"/>
                  </a:cubicBezTo>
                  <a:cubicBezTo>
                    <a:pt x="3483" y="2035"/>
                    <a:pt x="2567" y="1479"/>
                    <a:pt x="2383" y="1111"/>
                  </a:cubicBezTo>
                  <a:cubicBezTo>
                    <a:pt x="2201" y="740"/>
                    <a:pt x="1559" y="1018"/>
                    <a:pt x="1559" y="10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5"/>
            <p:cNvSpPr/>
            <p:nvPr/>
          </p:nvSpPr>
          <p:spPr>
            <a:xfrm>
              <a:off x="2607625" y="471200"/>
              <a:ext cx="52300" cy="31800"/>
            </a:xfrm>
            <a:custGeom>
              <a:rect b="b" l="l" r="r" t="t"/>
              <a:pathLst>
                <a:path extrusionOk="0" h="1272" w="2092">
                  <a:moveTo>
                    <a:pt x="110" y="514"/>
                  </a:moveTo>
                  <a:cubicBezTo>
                    <a:pt x="31" y="602"/>
                    <a:pt x="1" y="736"/>
                    <a:pt x="62" y="838"/>
                  </a:cubicBezTo>
                  <a:cubicBezTo>
                    <a:pt x="233" y="1127"/>
                    <a:pt x="682" y="1227"/>
                    <a:pt x="1049" y="1252"/>
                  </a:cubicBezTo>
                  <a:cubicBezTo>
                    <a:pt x="1343" y="1272"/>
                    <a:pt x="1687" y="1268"/>
                    <a:pt x="1865" y="1032"/>
                  </a:cubicBezTo>
                  <a:cubicBezTo>
                    <a:pt x="2091" y="733"/>
                    <a:pt x="1850" y="267"/>
                    <a:pt x="1502" y="133"/>
                  </a:cubicBezTo>
                  <a:cubicBezTo>
                    <a:pt x="1153" y="1"/>
                    <a:pt x="765" y="94"/>
                    <a:pt x="404" y="18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5"/>
            <p:cNvSpPr/>
            <p:nvPr/>
          </p:nvSpPr>
          <p:spPr>
            <a:xfrm>
              <a:off x="3028500" y="922850"/>
              <a:ext cx="31975" cy="46075"/>
            </a:xfrm>
            <a:custGeom>
              <a:rect b="b" l="l" r="r" t="t"/>
              <a:pathLst>
                <a:path extrusionOk="0" h="1843" w="1279">
                  <a:moveTo>
                    <a:pt x="464" y="1735"/>
                  </a:moveTo>
                  <a:cubicBezTo>
                    <a:pt x="548" y="1809"/>
                    <a:pt x="679" y="1842"/>
                    <a:pt x="783" y="1794"/>
                  </a:cubicBezTo>
                  <a:cubicBezTo>
                    <a:pt x="1075" y="1658"/>
                    <a:pt x="1196" y="1267"/>
                    <a:pt x="1236" y="945"/>
                  </a:cubicBezTo>
                  <a:cubicBezTo>
                    <a:pt x="1268" y="687"/>
                    <a:pt x="1278" y="383"/>
                    <a:pt x="1052" y="214"/>
                  </a:cubicBezTo>
                  <a:cubicBezTo>
                    <a:pt x="767" y="1"/>
                    <a:pt x="294" y="192"/>
                    <a:pt x="148" y="491"/>
                  </a:cubicBezTo>
                  <a:cubicBezTo>
                    <a:pt x="0" y="791"/>
                    <a:pt x="76" y="1138"/>
                    <a:pt x="156" y="14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5"/>
            <p:cNvSpPr/>
            <p:nvPr/>
          </p:nvSpPr>
          <p:spPr>
            <a:xfrm>
              <a:off x="2908800" y="1003975"/>
              <a:ext cx="93250" cy="84675"/>
            </a:xfrm>
            <a:custGeom>
              <a:rect b="b" l="l" r="r" t="t"/>
              <a:pathLst>
                <a:path extrusionOk="0" h="3387" w="3730">
                  <a:moveTo>
                    <a:pt x="956" y="84"/>
                  </a:moveTo>
                  <a:cubicBezTo>
                    <a:pt x="832" y="121"/>
                    <a:pt x="736" y="224"/>
                    <a:pt x="714" y="353"/>
                  </a:cubicBezTo>
                  <a:cubicBezTo>
                    <a:pt x="592" y="1090"/>
                    <a:pt x="1" y="1684"/>
                    <a:pt x="337" y="2278"/>
                  </a:cubicBezTo>
                  <a:cubicBezTo>
                    <a:pt x="703" y="2926"/>
                    <a:pt x="1712" y="3387"/>
                    <a:pt x="1895" y="2926"/>
                  </a:cubicBezTo>
                  <a:cubicBezTo>
                    <a:pt x="2079" y="2463"/>
                    <a:pt x="2630" y="2648"/>
                    <a:pt x="2904" y="2648"/>
                  </a:cubicBezTo>
                  <a:cubicBezTo>
                    <a:pt x="3179" y="2648"/>
                    <a:pt x="3730" y="2555"/>
                    <a:pt x="3087" y="1631"/>
                  </a:cubicBezTo>
                  <a:cubicBezTo>
                    <a:pt x="2642" y="988"/>
                    <a:pt x="2193" y="1400"/>
                    <a:pt x="1528" y="199"/>
                  </a:cubicBezTo>
                  <a:cubicBezTo>
                    <a:pt x="1441" y="43"/>
                    <a:pt x="1235" y="1"/>
                    <a:pt x="1064" y="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5"/>
            <p:cNvSpPr/>
            <p:nvPr/>
          </p:nvSpPr>
          <p:spPr>
            <a:xfrm>
              <a:off x="2730075" y="710825"/>
              <a:ext cx="87150" cy="124325"/>
            </a:xfrm>
            <a:custGeom>
              <a:rect b="b" l="l" r="r" t="t"/>
              <a:pathLst>
                <a:path extrusionOk="0" h="4973" w="3486">
                  <a:moveTo>
                    <a:pt x="999" y="818"/>
                  </a:moveTo>
                  <a:cubicBezTo>
                    <a:pt x="840" y="897"/>
                    <a:pt x="761" y="1087"/>
                    <a:pt x="825" y="1256"/>
                  </a:cubicBezTo>
                  <a:cubicBezTo>
                    <a:pt x="963" y="1617"/>
                    <a:pt x="1105" y="1826"/>
                    <a:pt x="613" y="2075"/>
                  </a:cubicBezTo>
                  <a:cubicBezTo>
                    <a:pt x="1" y="2384"/>
                    <a:pt x="246" y="2384"/>
                    <a:pt x="857" y="3308"/>
                  </a:cubicBezTo>
                  <a:cubicBezTo>
                    <a:pt x="1469" y="4233"/>
                    <a:pt x="1774" y="4973"/>
                    <a:pt x="2263" y="4357"/>
                  </a:cubicBezTo>
                  <a:cubicBezTo>
                    <a:pt x="2752" y="3741"/>
                    <a:pt x="3486" y="2691"/>
                    <a:pt x="2935" y="2199"/>
                  </a:cubicBezTo>
                  <a:cubicBezTo>
                    <a:pt x="2386" y="1706"/>
                    <a:pt x="3181" y="104"/>
                    <a:pt x="2324" y="41"/>
                  </a:cubicBezTo>
                  <a:cubicBezTo>
                    <a:pt x="1760" y="1"/>
                    <a:pt x="1318" y="658"/>
                    <a:pt x="999" y="8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5"/>
            <p:cNvSpPr/>
            <p:nvPr/>
          </p:nvSpPr>
          <p:spPr>
            <a:xfrm>
              <a:off x="2690400" y="422100"/>
              <a:ext cx="85575" cy="123300"/>
            </a:xfrm>
            <a:custGeom>
              <a:rect b="b" l="l" r="r" t="t"/>
              <a:pathLst>
                <a:path extrusionOk="0" h="4932" w="3423">
                  <a:moveTo>
                    <a:pt x="123" y="801"/>
                  </a:moveTo>
                  <a:cubicBezTo>
                    <a:pt x="368" y="1418"/>
                    <a:pt x="917" y="1542"/>
                    <a:pt x="917" y="2034"/>
                  </a:cubicBezTo>
                  <a:cubicBezTo>
                    <a:pt x="917" y="2526"/>
                    <a:pt x="62" y="2896"/>
                    <a:pt x="1222" y="3390"/>
                  </a:cubicBezTo>
                  <a:cubicBezTo>
                    <a:pt x="2383" y="3883"/>
                    <a:pt x="3118" y="4932"/>
                    <a:pt x="3239" y="4377"/>
                  </a:cubicBezTo>
                  <a:cubicBezTo>
                    <a:pt x="3361" y="3823"/>
                    <a:pt x="3422" y="2773"/>
                    <a:pt x="3056" y="2281"/>
                  </a:cubicBezTo>
                  <a:cubicBezTo>
                    <a:pt x="2690" y="1789"/>
                    <a:pt x="2112" y="938"/>
                    <a:pt x="1529" y="678"/>
                  </a:cubicBezTo>
                  <a:cubicBezTo>
                    <a:pt x="1" y="0"/>
                    <a:pt x="123" y="801"/>
                    <a:pt x="123" y="80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5"/>
            <p:cNvSpPr/>
            <p:nvPr/>
          </p:nvSpPr>
          <p:spPr>
            <a:xfrm>
              <a:off x="2603300" y="511475"/>
              <a:ext cx="63425" cy="44750"/>
            </a:xfrm>
            <a:custGeom>
              <a:rect b="b" l="l" r="r" t="t"/>
              <a:pathLst>
                <a:path extrusionOk="0" h="1790" w="2537">
                  <a:moveTo>
                    <a:pt x="307" y="494"/>
                  </a:moveTo>
                  <a:cubicBezTo>
                    <a:pt x="1" y="618"/>
                    <a:pt x="123" y="1789"/>
                    <a:pt x="734" y="1789"/>
                  </a:cubicBezTo>
                  <a:cubicBezTo>
                    <a:pt x="1346" y="1789"/>
                    <a:pt x="2537" y="525"/>
                    <a:pt x="1895" y="310"/>
                  </a:cubicBezTo>
                  <a:cubicBezTo>
                    <a:pt x="980" y="0"/>
                    <a:pt x="307" y="494"/>
                    <a:pt x="307" y="49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5"/>
            <p:cNvSpPr/>
            <p:nvPr/>
          </p:nvSpPr>
          <p:spPr>
            <a:xfrm>
              <a:off x="2717900" y="590050"/>
              <a:ext cx="74875" cy="89400"/>
            </a:xfrm>
            <a:custGeom>
              <a:rect b="b" l="l" r="r" t="t"/>
              <a:pathLst>
                <a:path extrusionOk="0" h="3576" w="2995">
                  <a:moveTo>
                    <a:pt x="1" y="371"/>
                  </a:moveTo>
                  <a:cubicBezTo>
                    <a:pt x="306" y="988"/>
                    <a:pt x="183" y="2405"/>
                    <a:pt x="734" y="2405"/>
                  </a:cubicBezTo>
                  <a:cubicBezTo>
                    <a:pt x="1284" y="2405"/>
                    <a:pt x="1346" y="2590"/>
                    <a:pt x="1652" y="2960"/>
                  </a:cubicBezTo>
                  <a:cubicBezTo>
                    <a:pt x="1957" y="3329"/>
                    <a:pt x="2995" y="3576"/>
                    <a:pt x="2995" y="2159"/>
                  </a:cubicBezTo>
                  <a:cubicBezTo>
                    <a:pt x="2995" y="742"/>
                    <a:pt x="2689" y="1"/>
                    <a:pt x="2141" y="186"/>
                  </a:cubicBezTo>
                  <a:cubicBezTo>
                    <a:pt x="1591" y="370"/>
                    <a:pt x="673" y="803"/>
                    <a:pt x="552" y="618"/>
                  </a:cubicBezTo>
                  <a:cubicBezTo>
                    <a:pt x="429" y="433"/>
                    <a:pt x="1" y="371"/>
                    <a:pt x="1" y="37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5"/>
            <p:cNvSpPr/>
            <p:nvPr/>
          </p:nvSpPr>
          <p:spPr>
            <a:xfrm>
              <a:off x="2782050" y="469850"/>
              <a:ext cx="48900" cy="55550"/>
            </a:xfrm>
            <a:custGeom>
              <a:rect b="b" l="l" r="r" t="t"/>
              <a:pathLst>
                <a:path extrusionOk="0" h="2222" w="1956">
                  <a:moveTo>
                    <a:pt x="1" y="309"/>
                  </a:moveTo>
                  <a:cubicBezTo>
                    <a:pt x="184" y="742"/>
                    <a:pt x="123" y="2221"/>
                    <a:pt x="856" y="2221"/>
                  </a:cubicBezTo>
                  <a:cubicBezTo>
                    <a:pt x="1590" y="2221"/>
                    <a:pt x="1956" y="1112"/>
                    <a:pt x="1102" y="556"/>
                  </a:cubicBezTo>
                  <a:cubicBezTo>
                    <a:pt x="245" y="1"/>
                    <a:pt x="1" y="309"/>
                    <a:pt x="1" y="30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5"/>
            <p:cNvSpPr/>
            <p:nvPr/>
          </p:nvSpPr>
          <p:spPr>
            <a:xfrm>
              <a:off x="2801925" y="634750"/>
              <a:ext cx="42775" cy="70950"/>
            </a:xfrm>
            <a:custGeom>
              <a:rect b="b" l="l" r="r" t="t"/>
              <a:pathLst>
                <a:path extrusionOk="0" h="2838" w="1711">
                  <a:moveTo>
                    <a:pt x="673" y="495"/>
                  </a:moveTo>
                  <a:cubicBezTo>
                    <a:pt x="123" y="1049"/>
                    <a:pt x="0" y="1666"/>
                    <a:pt x="427" y="1912"/>
                  </a:cubicBezTo>
                  <a:cubicBezTo>
                    <a:pt x="855" y="2158"/>
                    <a:pt x="1711" y="2837"/>
                    <a:pt x="1405" y="1420"/>
                  </a:cubicBezTo>
                  <a:cubicBezTo>
                    <a:pt x="1099" y="1"/>
                    <a:pt x="673" y="495"/>
                    <a:pt x="673" y="49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5"/>
            <p:cNvSpPr/>
            <p:nvPr/>
          </p:nvSpPr>
          <p:spPr>
            <a:xfrm>
              <a:off x="1962725" y="709125"/>
              <a:ext cx="1331850" cy="1262750"/>
            </a:xfrm>
            <a:custGeom>
              <a:rect b="b" l="l" r="r" t="t"/>
              <a:pathLst>
                <a:path extrusionOk="0" h="50510" w="53274">
                  <a:moveTo>
                    <a:pt x="48752" y="17523"/>
                  </a:moveTo>
                  <a:cubicBezTo>
                    <a:pt x="49150" y="18416"/>
                    <a:pt x="49699" y="19525"/>
                    <a:pt x="50035" y="20266"/>
                  </a:cubicBezTo>
                  <a:cubicBezTo>
                    <a:pt x="50372" y="21006"/>
                    <a:pt x="50890" y="22053"/>
                    <a:pt x="51318" y="22239"/>
                  </a:cubicBezTo>
                  <a:cubicBezTo>
                    <a:pt x="51747" y="22424"/>
                    <a:pt x="51747" y="22763"/>
                    <a:pt x="52082" y="23011"/>
                  </a:cubicBezTo>
                  <a:cubicBezTo>
                    <a:pt x="52418" y="23257"/>
                    <a:pt x="53274" y="23811"/>
                    <a:pt x="52845" y="24337"/>
                  </a:cubicBezTo>
                  <a:cubicBezTo>
                    <a:pt x="52417" y="24862"/>
                    <a:pt x="51410" y="25908"/>
                    <a:pt x="50737" y="25940"/>
                  </a:cubicBezTo>
                  <a:cubicBezTo>
                    <a:pt x="50065" y="25971"/>
                    <a:pt x="48659" y="25662"/>
                    <a:pt x="48048" y="26095"/>
                  </a:cubicBezTo>
                  <a:cubicBezTo>
                    <a:pt x="47437" y="26526"/>
                    <a:pt x="46276" y="27297"/>
                    <a:pt x="46367" y="27390"/>
                  </a:cubicBezTo>
                  <a:cubicBezTo>
                    <a:pt x="46459" y="27481"/>
                    <a:pt x="46795" y="27419"/>
                    <a:pt x="47131" y="27174"/>
                  </a:cubicBezTo>
                  <a:cubicBezTo>
                    <a:pt x="47468" y="26927"/>
                    <a:pt x="48658" y="26526"/>
                    <a:pt x="48658" y="26711"/>
                  </a:cubicBezTo>
                  <a:cubicBezTo>
                    <a:pt x="48658" y="26895"/>
                    <a:pt x="48627" y="27328"/>
                    <a:pt x="48597" y="27728"/>
                  </a:cubicBezTo>
                  <a:cubicBezTo>
                    <a:pt x="48566" y="28129"/>
                    <a:pt x="48445" y="28345"/>
                    <a:pt x="48780" y="28438"/>
                  </a:cubicBezTo>
                  <a:cubicBezTo>
                    <a:pt x="49117" y="28531"/>
                    <a:pt x="49300" y="28808"/>
                    <a:pt x="49544" y="28839"/>
                  </a:cubicBezTo>
                  <a:cubicBezTo>
                    <a:pt x="49788" y="28870"/>
                    <a:pt x="50307" y="28222"/>
                    <a:pt x="50490" y="28346"/>
                  </a:cubicBezTo>
                  <a:cubicBezTo>
                    <a:pt x="50674" y="28470"/>
                    <a:pt x="51315" y="28808"/>
                    <a:pt x="50582" y="29209"/>
                  </a:cubicBezTo>
                  <a:cubicBezTo>
                    <a:pt x="49848" y="29610"/>
                    <a:pt x="49238" y="30010"/>
                    <a:pt x="49024" y="30134"/>
                  </a:cubicBezTo>
                  <a:cubicBezTo>
                    <a:pt x="48810" y="30258"/>
                    <a:pt x="48078" y="30935"/>
                    <a:pt x="48016" y="30595"/>
                  </a:cubicBezTo>
                  <a:cubicBezTo>
                    <a:pt x="47955" y="30256"/>
                    <a:pt x="48047" y="29826"/>
                    <a:pt x="48321" y="29702"/>
                  </a:cubicBezTo>
                  <a:cubicBezTo>
                    <a:pt x="48596" y="29578"/>
                    <a:pt x="48901" y="29054"/>
                    <a:pt x="48444" y="29331"/>
                  </a:cubicBezTo>
                  <a:cubicBezTo>
                    <a:pt x="47986" y="29609"/>
                    <a:pt x="46092" y="30163"/>
                    <a:pt x="46031" y="30440"/>
                  </a:cubicBezTo>
                  <a:cubicBezTo>
                    <a:pt x="45970" y="30718"/>
                    <a:pt x="45725" y="30934"/>
                    <a:pt x="45908" y="31212"/>
                  </a:cubicBezTo>
                  <a:cubicBezTo>
                    <a:pt x="46092" y="31489"/>
                    <a:pt x="46305" y="31766"/>
                    <a:pt x="45572" y="32013"/>
                  </a:cubicBezTo>
                  <a:cubicBezTo>
                    <a:pt x="44838" y="32259"/>
                    <a:pt x="44534" y="32228"/>
                    <a:pt x="44319" y="32691"/>
                  </a:cubicBezTo>
                  <a:cubicBezTo>
                    <a:pt x="44319" y="32691"/>
                    <a:pt x="44021" y="33654"/>
                    <a:pt x="43815" y="33955"/>
                  </a:cubicBezTo>
                  <a:cubicBezTo>
                    <a:pt x="43608" y="34256"/>
                    <a:pt x="43540" y="34325"/>
                    <a:pt x="43402" y="34232"/>
                  </a:cubicBezTo>
                  <a:cubicBezTo>
                    <a:pt x="43265" y="34139"/>
                    <a:pt x="43105" y="33862"/>
                    <a:pt x="43265" y="34417"/>
                  </a:cubicBezTo>
                  <a:cubicBezTo>
                    <a:pt x="43425" y="34971"/>
                    <a:pt x="43837" y="35458"/>
                    <a:pt x="43013" y="36036"/>
                  </a:cubicBezTo>
                  <a:cubicBezTo>
                    <a:pt x="42187" y="36613"/>
                    <a:pt x="41042" y="37331"/>
                    <a:pt x="41018" y="37561"/>
                  </a:cubicBezTo>
                  <a:cubicBezTo>
                    <a:pt x="40996" y="37792"/>
                    <a:pt x="40721" y="38069"/>
                    <a:pt x="40972" y="38902"/>
                  </a:cubicBezTo>
                  <a:cubicBezTo>
                    <a:pt x="41224" y="39735"/>
                    <a:pt x="41636" y="41352"/>
                    <a:pt x="41202" y="41330"/>
                  </a:cubicBezTo>
                  <a:cubicBezTo>
                    <a:pt x="40766" y="41306"/>
                    <a:pt x="40399" y="40312"/>
                    <a:pt x="40285" y="39988"/>
                  </a:cubicBezTo>
                  <a:cubicBezTo>
                    <a:pt x="40170" y="39664"/>
                    <a:pt x="40102" y="38716"/>
                    <a:pt x="39506" y="38740"/>
                  </a:cubicBezTo>
                  <a:cubicBezTo>
                    <a:pt x="38911" y="38763"/>
                    <a:pt x="37513" y="38486"/>
                    <a:pt x="37169" y="38647"/>
                  </a:cubicBezTo>
                  <a:cubicBezTo>
                    <a:pt x="36826" y="38808"/>
                    <a:pt x="36895" y="39040"/>
                    <a:pt x="36092" y="38925"/>
                  </a:cubicBezTo>
                  <a:cubicBezTo>
                    <a:pt x="35290" y="38808"/>
                    <a:pt x="34328" y="38878"/>
                    <a:pt x="33686" y="39618"/>
                  </a:cubicBezTo>
                  <a:cubicBezTo>
                    <a:pt x="33045" y="40359"/>
                    <a:pt x="33456" y="40751"/>
                    <a:pt x="33341" y="40937"/>
                  </a:cubicBezTo>
                  <a:cubicBezTo>
                    <a:pt x="33227" y="41120"/>
                    <a:pt x="32999" y="42369"/>
                    <a:pt x="33159" y="42809"/>
                  </a:cubicBezTo>
                  <a:cubicBezTo>
                    <a:pt x="33318" y="43249"/>
                    <a:pt x="33571" y="44265"/>
                    <a:pt x="33984" y="44497"/>
                  </a:cubicBezTo>
                  <a:cubicBezTo>
                    <a:pt x="34397" y="44728"/>
                    <a:pt x="35358" y="44890"/>
                    <a:pt x="35748" y="44636"/>
                  </a:cubicBezTo>
                  <a:cubicBezTo>
                    <a:pt x="36137" y="44383"/>
                    <a:pt x="36595" y="44151"/>
                    <a:pt x="36595" y="43805"/>
                  </a:cubicBezTo>
                  <a:cubicBezTo>
                    <a:pt x="36595" y="43457"/>
                    <a:pt x="36503" y="43181"/>
                    <a:pt x="36984" y="43181"/>
                  </a:cubicBezTo>
                  <a:cubicBezTo>
                    <a:pt x="37466" y="43181"/>
                    <a:pt x="38451" y="42903"/>
                    <a:pt x="38292" y="43320"/>
                  </a:cubicBezTo>
                  <a:cubicBezTo>
                    <a:pt x="38132" y="43736"/>
                    <a:pt x="37627" y="44615"/>
                    <a:pt x="37581" y="45100"/>
                  </a:cubicBezTo>
                  <a:cubicBezTo>
                    <a:pt x="37534" y="45585"/>
                    <a:pt x="37421" y="45931"/>
                    <a:pt x="37763" y="45931"/>
                  </a:cubicBezTo>
                  <a:cubicBezTo>
                    <a:pt x="38107" y="45931"/>
                    <a:pt x="39000" y="45700"/>
                    <a:pt x="39345" y="45885"/>
                  </a:cubicBezTo>
                  <a:cubicBezTo>
                    <a:pt x="39690" y="46070"/>
                    <a:pt x="39986" y="46209"/>
                    <a:pt x="39849" y="47180"/>
                  </a:cubicBezTo>
                  <a:cubicBezTo>
                    <a:pt x="39711" y="48151"/>
                    <a:pt x="39619" y="48682"/>
                    <a:pt x="40100" y="48959"/>
                  </a:cubicBezTo>
                  <a:cubicBezTo>
                    <a:pt x="40582" y="49237"/>
                    <a:pt x="40971" y="49237"/>
                    <a:pt x="41614" y="49075"/>
                  </a:cubicBezTo>
                  <a:cubicBezTo>
                    <a:pt x="42254" y="48914"/>
                    <a:pt x="42896" y="49538"/>
                    <a:pt x="42896" y="49538"/>
                  </a:cubicBezTo>
                  <a:lnTo>
                    <a:pt x="42461" y="50279"/>
                  </a:lnTo>
                  <a:cubicBezTo>
                    <a:pt x="42231" y="49909"/>
                    <a:pt x="42414" y="49470"/>
                    <a:pt x="42003" y="49446"/>
                  </a:cubicBezTo>
                  <a:cubicBezTo>
                    <a:pt x="41590" y="49424"/>
                    <a:pt x="41384" y="49655"/>
                    <a:pt x="41384" y="49655"/>
                  </a:cubicBezTo>
                  <a:cubicBezTo>
                    <a:pt x="41384" y="49655"/>
                    <a:pt x="41476" y="50509"/>
                    <a:pt x="40879" y="50048"/>
                  </a:cubicBezTo>
                  <a:cubicBezTo>
                    <a:pt x="40284" y="49586"/>
                    <a:pt x="39734" y="49354"/>
                    <a:pt x="39413" y="49170"/>
                  </a:cubicBezTo>
                  <a:cubicBezTo>
                    <a:pt x="39092" y="48985"/>
                    <a:pt x="38634" y="49008"/>
                    <a:pt x="38634" y="48753"/>
                  </a:cubicBezTo>
                  <a:cubicBezTo>
                    <a:pt x="38634" y="48499"/>
                    <a:pt x="38451" y="48082"/>
                    <a:pt x="38221" y="47968"/>
                  </a:cubicBezTo>
                  <a:cubicBezTo>
                    <a:pt x="37992" y="47851"/>
                    <a:pt x="38107" y="47483"/>
                    <a:pt x="37877" y="47344"/>
                  </a:cubicBezTo>
                  <a:cubicBezTo>
                    <a:pt x="37648" y="47204"/>
                    <a:pt x="36502" y="47159"/>
                    <a:pt x="35975" y="46835"/>
                  </a:cubicBezTo>
                  <a:cubicBezTo>
                    <a:pt x="35447" y="46511"/>
                    <a:pt x="34898" y="45610"/>
                    <a:pt x="34394" y="45771"/>
                  </a:cubicBezTo>
                  <a:cubicBezTo>
                    <a:pt x="33889" y="45933"/>
                    <a:pt x="30750" y="45587"/>
                    <a:pt x="29857" y="44499"/>
                  </a:cubicBezTo>
                  <a:cubicBezTo>
                    <a:pt x="28962" y="43414"/>
                    <a:pt x="29741" y="43414"/>
                    <a:pt x="29399" y="42881"/>
                  </a:cubicBezTo>
                  <a:cubicBezTo>
                    <a:pt x="29054" y="42350"/>
                    <a:pt x="26259" y="38835"/>
                    <a:pt x="25870" y="38164"/>
                  </a:cubicBezTo>
                  <a:cubicBezTo>
                    <a:pt x="25480" y="37494"/>
                    <a:pt x="24817" y="37586"/>
                    <a:pt x="25343" y="38512"/>
                  </a:cubicBezTo>
                  <a:cubicBezTo>
                    <a:pt x="25870" y="39436"/>
                    <a:pt x="27244" y="41726"/>
                    <a:pt x="27428" y="41909"/>
                  </a:cubicBezTo>
                  <a:cubicBezTo>
                    <a:pt x="27611" y="42094"/>
                    <a:pt x="27794" y="42789"/>
                    <a:pt x="27085" y="42094"/>
                  </a:cubicBezTo>
                  <a:cubicBezTo>
                    <a:pt x="26375" y="41401"/>
                    <a:pt x="26283" y="40545"/>
                    <a:pt x="25893" y="40499"/>
                  </a:cubicBezTo>
                  <a:cubicBezTo>
                    <a:pt x="25504" y="40453"/>
                    <a:pt x="24839" y="39921"/>
                    <a:pt x="24885" y="39782"/>
                  </a:cubicBezTo>
                  <a:cubicBezTo>
                    <a:pt x="24931" y="39643"/>
                    <a:pt x="25366" y="39621"/>
                    <a:pt x="25298" y="39482"/>
                  </a:cubicBezTo>
                  <a:cubicBezTo>
                    <a:pt x="25229" y="39342"/>
                    <a:pt x="24289" y="37539"/>
                    <a:pt x="23831" y="37100"/>
                  </a:cubicBezTo>
                  <a:cubicBezTo>
                    <a:pt x="23373" y="36661"/>
                    <a:pt x="22548" y="36269"/>
                    <a:pt x="22342" y="35991"/>
                  </a:cubicBezTo>
                  <a:cubicBezTo>
                    <a:pt x="22135" y="35714"/>
                    <a:pt x="21126" y="34303"/>
                    <a:pt x="20737" y="32894"/>
                  </a:cubicBezTo>
                  <a:cubicBezTo>
                    <a:pt x="20347" y="31484"/>
                    <a:pt x="20829" y="28847"/>
                    <a:pt x="20737" y="28409"/>
                  </a:cubicBezTo>
                  <a:cubicBezTo>
                    <a:pt x="20645" y="27969"/>
                    <a:pt x="20599" y="27207"/>
                    <a:pt x="20026" y="26767"/>
                  </a:cubicBezTo>
                  <a:cubicBezTo>
                    <a:pt x="19454" y="26328"/>
                    <a:pt x="18377" y="25788"/>
                    <a:pt x="18529" y="25605"/>
                  </a:cubicBezTo>
                  <a:cubicBezTo>
                    <a:pt x="18681" y="25420"/>
                    <a:pt x="19201" y="25666"/>
                    <a:pt x="18896" y="25080"/>
                  </a:cubicBezTo>
                  <a:cubicBezTo>
                    <a:pt x="18590" y="24495"/>
                    <a:pt x="18070" y="23693"/>
                    <a:pt x="17643" y="23016"/>
                  </a:cubicBezTo>
                  <a:cubicBezTo>
                    <a:pt x="17215" y="22337"/>
                    <a:pt x="15534" y="20272"/>
                    <a:pt x="14924" y="19655"/>
                  </a:cubicBezTo>
                  <a:cubicBezTo>
                    <a:pt x="14313" y="19040"/>
                    <a:pt x="12418" y="17776"/>
                    <a:pt x="11777" y="17653"/>
                  </a:cubicBezTo>
                  <a:cubicBezTo>
                    <a:pt x="11137" y="17529"/>
                    <a:pt x="10219" y="16944"/>
                    <a:pt x="9914" y="17037"/>
                  </a:cubicBezTo>
                  <a:cubicBezTo>
                    <a:pt x="9609" y="17130"/>
                    <a:pt x="9456" y="17653"/>
                    <a:pt x="9456" y="17746"/>
                  </a:cubicBezTo>
                  <a:cubicBezTo>
                    <a:pt x="9456" y="17839"/>
                    <a:pt x="8479" y="18332"/>
                    <a:pt x="8203" y="18425"/>
                  </a:cubicBezTo>
                  <a:cubicBezTo>
                    <a:pt x="7929" y="18517"/>
                    <a:pt x="7837" y="18301"/>
                    <a:pt x="7806" y="17992"/>
                  </a:cubicBezTo>
                  <a:cubicBezTo>
                    <a:pt x="7775" y="17684"/>
                    <a:pt x="7318" y="17560"/>
                    <a:pt x="7043" y="18085"/>
                  </a:cubicBezTo>
                  <a:cubicBezTo>
                    <a:pt x="6768" y="18608"/>
                    <a:pt x="7532" y="18085"/>
                    <a:pt x="7043" y="18856"/>
                  </a:cubicBezTo>
                  <a:cubicBezTo>
                    <a:pt x="6555" y="19628"/>
                    <a:pt x="5608" y="20737"/>
                    <a:pt x="4202" y="21506"/>
                  </a:cubicBezTo>
                  <a:cubicBezTo>
                    <a:pt x="2796" y="22278"/>
                    <a:pt x="2093" y="22924"/>
                    <a:pt x="1758" y="22863"/>
                  </a:cubicBezTo>
                  <a:cubicBezTo>
                    <a:pt x="1422" y="22801"/>
                    <a:pt x="1208" y="22617"/>
                    <a:pt x="1850" y="22216"/>
                  </a:cubicBezTo>
                  <a:cubicBezTo>
                    <a:pt x="2491" y="21815"/>
                    <a:pt x="3590" y="21384"/>
                    <a:pt x="4079" y="20952"/>
                  </a:cubicBezTo>
                  <a:cubicBezTo>
                    <a:pt x="4569" y="20520"/>
                    <a:pt x="4966" y="19874"/>
                    <a:pt x="4966" y="19566"/>
                  </a:cubicBezTo>
                  <a:cubicBezTo>
                    <a:pt x="4966" y="19257"/>
                    <a:pt x="4935" y="19164"/>
                    <a:pt x="4416" y="19133"/>
                  </a:cubicBezTo>
                  <a:cubicBezTo>
                    <a:pt x="3896" y="19102"/>
                    <a:pt x="3621" y="18981"/>
                    <a:pt x="3316" y="19102"/>
                  </a:cubicBezTo>
                  <a:cubicBezTo>
                    <a:pt x="3011" y="19226"/>
                    <a:pt x="3042" y="18701"/>
                    <a:pt x="2888" y="18302"/>
                  </a:cubicBezTo>
                  <a:cubicBezTo>
                    <a:pt x="2735" y="17900"/>
                    <a:pt x="2062" y="18055"/>
                    <a:pt x="1910" y="18055"/>
                  </a:cubicBezTo>
                  <a:cubicBezTo>
                    <a:pt x="1758" y="18055"/>
                    <a:pt x="627" y="16791"/>
                    <a:pt x="1055" y="15960"/>
                  </a:cubicBezTo>
                  <a:cubicBezTo>
                    <a:pt x="1484" y="15128"/>
                    <a:pt x="1819" y="14449"/>
                    <a:pt x="2338" y="14449"/>
                  </a:cubicBezTo>
                  <a:cubicBezTo>
                    <a:pt x="2858" y="14449"/>
                    <a:pt x="3468" y="14295"/>
                    <a:pt x="3347" y="13587"/>
                  </a:cubicBezTo>
                  <a:cubicBezTo>
                    <a:pt x="3224" y="12877"/>
                    <a:pt x="1912" y="13278"/>
                    <a:pt x="1515" y="13278"/>
                  </a:cubicBezTo>
                  <a:cubicBezTo>
                    <a:pt x="1515" y="13278"/>
                    <a:pt x="887" y="13340"/>
                    <a:pt x="826" y="12892"/>
                  </a:cubicBezTo>
                  <a:cubicBezTo>
                    <a:pt x="767" y="12446"/>
                    <a:pt x="536" y="12307"/>
                    <a:pt x="338" y="12214"/>
                  </a:cubicBezTo>
                  <a:cubicBezTo>
                    <a:pt x="139" y="12122"/>
                    <a:pt x="1" y="11937"/>
                    <a:pt x="505" y="11659"/>
                  </a:cubicBezTo>
                  <a:cubicBezTo>
                    <a:pt x="1010" y="11383"/>
                    <a:pt x="1651" y="10859"/>
                    <a:pt x="1850" y="10812"/>
                  </a:cubicBezTo>
                  <a:cubicBezTo>
                    <a:pt x="2048" y="10766"/>
                    <a:pt x="2291" y="10797"/>
                    <a:pt x="2338" y="10952"/>
                  </a:cubicBezTo>
                  <a:cubicBezTo>
                    <a:pt x="2384" y="11105"/>
                    <a:pt x="2093" y="11491"/>
                    <a:pt x="2338" y="11491"/>
                  </a:cubicBezTo>
                  <a:cubicBezTo>
                    <a:pt x="2583" y="11491"/>
                    <a:pt x="3392" y="11398"/>
                    <a:pt x="3224" y="11074"/>
                  </a:cubicBezTo>
                  <a:cubicBezTo>
                    <a:pt x="3057" y="10750"/>
                    <a:pt x="2476" y="10319"/>
                    <a:pt x="2338" y="10243"/>
                  </a:cubicBezTo>
                  <a:cubicBezTo>
                    <a:pt x="2201" y="10165"/>
                    <a:pt x="2032" y="9810"/>
                    <a:pt x="1881" y="9595"/>
                  </a:cubicBezTo>
                  <a:cubicBezTo>
                    <a:pt x="1728" y="9380"/>
                    <a:pt x="1055" y="8994"/>
                    <a:pt x="979" y="8824"/>
                  </a:cubicBezTo>
                  <a:cubicBezTo>
                    <a:pt x="903" y="8655"/>
                    <a:pt x="979" y="8083"/>
                    <a:pt x="979" y="8083"/>
                  </a:cubicBezTo>
                  <a:cubicBezTo>
                    <a:pt x="1032" y="7952"/>
                    <a:pt x="986" y="8021"/>
                    <a:pt x="1399" y="7999"/>
                  </a:cubicBezTo>
                  <a:cubicBezTo>
                    <a:pt x="1812" y="7975"/>
                    <a:pt x="2087" y="7791"/>
                    <a:pt x="2338" y="7282"/>
                  </a:cubicBezTo>
                  <a:cubicBezTo>
                    <a:pt x="2590" y="6773"/>
                    <a:pt x="2774" y="6241"/>
                    <a:pt x="3209" y="6033"/>
                  </a:cubicBezTo>
                  <a:cubicBezTo>
                    <a:pt x="3645" y="5826"/>
                    <a:pt x="4607" y="5247"/>
                    <a:pt x="5179" y="5039"/>
                  </a:cubicBezTo>
                  <a:cubicBezTo>
                    <a:pt x="5752" y="4831"/>
                    <a:pt x="6050" y="5085"/>
                    <a:pt x="6645" y="5246"/>
                  </a:cubicBezTo>
                  <a:cubicBezTo>
                    <a:pt x="7242" y="5408"/>
                    <a:pt x="7791" y="5987"/>
                    <a:pt x="8456" y="5894"/>
                  </a:cubicBezTo>
                  <a:cubicBezTo>
                    <a:pt x="9121" y="5801"/>
                    <a:pt x="9785" y="6194"/>
                    <a:pt x="10451" y="6241"/>
                  </a:cubicBezTo>
                  <a:cubicBezTo>
                    <a:pt x="11115" y="6287"/>
                    <a:pt x="11138" y="6472"/>
                    <a:pt x="11778" y="6311"/>
                  </a:cubicBezTo>
                  <a:cubicBezTo>
                    <a:pt x="12420" y="6149"/>
                    <a:pt x="12420" y="6889"/>
                    <a:pt x="13130" y="6981"/>
                  </a:cubicBezTo>
                  <a:cubicBezTo>
                    <a:pt x="13841" y="7073"/>
                    <a:pt x="14644" y="8045"/>
                    <a:pt x="15399" y="7652"/>
                  </a:cubicBezTo>
                  <a:cubicBezTo>
                    <a:pt x="16155" y="7258"/>
                    <a:pt x="16682" y="6727"/>
                    <a:pt x="17393" y="6519"/>
                  </a:cubicBezTo>
                  <a:cubicBezTo>
                    <a:pt x="18103" y="6312"/>
                    <a:pt x="18127" y="6242"/>
                    <a:pt x="18309" y="6356"/>
                  </a:cubicBezTo>
                  <a:cubicBezTo>
                    <a:pt x="18493" y="6473"/>
                    <a:pt x="18791" y="6449"/>
                    <a:pt x="18838" y="6195"/>
                  </a:cubicBezTo>
                  <a:cubicBezTo>
                    <a:pt x="18884" y="5941"/>
                    <a:pt x="18998" y="5502"/>
                    <a:pt x="19250" y="6056"/>
                  </a:cubicBezTo>
                  <a:cubicBezTo>
                    <a:pt x="19501" y="6611"/>
                    <a:pt x="19686" y="7605"/>
                    <a:pt x="19984" y="7073"/>
                  </a:cubicBezTo>
                  <a:cubicBezTo>
                    <a:pt x="20282" y="6543"/>
                    <a:pt x="20489" y="5918"/>
                    <a:pt x="20695" y="6543"/>
                  </a:cubicBezTo>
                  <a:cubicBezTo>
                    <a:pt x="20901" y="7167"/>
                    <a:pt x="21037" y="7190"/>
                    <a:pt x="21198" y="6866"/>
                  </a:cubicBezTo>
                  <a:cubicBezTo>
                    <a:pt x="21358" y="6543"/>
                    <a:pt x="21955" y="6819"/>
                    <a:pt x="22276" y="7027"/>
                  </a:cubicBezTo>
                  <a:cubicBezTo>
                    <a:pt x="22596" y="7235"/>
                    <a:pt x="22986" y="7490"/>
                    <a:pt x="23559" y="7744"/>
                  </a:cubicBezTo>
                  <a:cubicBezTo>
                    <a:pt x="24132" y="7999"/>
                    <a:pt x="24567" y="7884"/>
                    <a:pt x="24980" y="8138"/>
                  </a:cubicBezTo>
                  <a:cubicBezTo>
                    <a:pt x="25392" y="8392"/>
                    <a:pt x="25782" y="8600"/>
                    <a:pt x="25392" y="8831"/>
                  </a:cubicBezTo>
                  <a:cubicBezTo>
                    <a:pt x="25004" y="9062"/>
                    <a:pt x="24545" y="9456"/>
                    <a:pt x="25255" y="9456"/>
                  </a:cubicBezTo>
                  <a:cubicBezTo>
                    <a:pt x="25965" y="9456"/>
                    <a:pt x="27202" y="8948"/>
                    <a:pt x="27455" y="9225"/>
                  </a:cubicBezTo>
                  <a:cubicBezTo>
                    <a:pt x="27707" y="9502"/>
                    <a:pt x="28234" y="10150"/>
                    <a:pt x="28348" y="9572"/>
                  </a:cubicBezTo>
                  <a:cubicBezTo>
                    <a:pt x="28464" y="8994"/>
                    <a:pt x="28005" y="8878"/>
                    <a:pt x="28211" y="8694"/>
                  </a:cubicBezTo>
                  <a:cubicBezTo>
                    <a:pt x="28418" y="8509"/>
                    <a:pt x="29173" y="7885"/>
                    <a:pt x="29403" y="8209"/>
                  </a:cubicBezTo>
                  <a:cubicBezTo>
                    <a:pt x="29632" y="8532"/>
                    <a:pt x="29700" y="9017"/>
                    <a:pt x="30709" y="9203"/>
                  </a:cubicBezTo>
                  <a:cubicBezTo>
                    <a:pt x="31718" y="9388"/>
                    <a:pt x="32199" y="9504"/>
                    <a:pt x="32473" y="9365"/>
                  </a:cubicBezTo>
                  <a:cubicBezTo>
                    <a:pt x="32748" y="9225"/>
                    <a:pt x="32588" y="8556"/>
                    <a:pt x="32932" y="8579"/>
                  </a:cubicBezTo>
                  <a:cubicBezTo>
                    <a:pt x="33274" y="8602"/>
                    <a:pt x="33893" y="8486"/>
                    <a:pt x="33917" y="8926"/>
                  </a:cubicBezTo>
                  <a:cubicBezTo>
                    <a:pt x="33940" y="9366"/>
                    <a:pt x="34272" y="10402"/>
                    <a:pt x="34259" y="9920"/>
                  </a:cubicBezTo>
                  <a:cubicBezTo>
                    <a:pt x="34243" y="9202"/>
                    <a:pt x="34181" y="9114"/>
                    <a:pt x="34878" y="8788"/>
                  </a:cubicBezTo>
                  <a:cubicBezTo>
                    <a:pt x="35130" y="8670"/>
                    <a:pt x="35383" y="7886"/>
                    <a:pt x="34970" y="7493"/>
                  </a:cubicBezTo>
                  <a:cubicBezTo>
                    <a:pt x="34558" y="7099"/>
                    <a:pt x="33825" y="7239"/>
                    <a:pt x="33825" y="6245"/>
                  </a:cubicBezTo>
                  <a:cubicBezTo>
                    <a:pt x="33825" y="5250"/>
                    <a:pt x="33985" y="4812"/>
                    <a:pt x="34123" y="3978"/>
                  </a:cubicBezTo>
                  <a:cubicBezTo>
                    <a:pt x="34260" y="3146"/>
                    <a:pt x="33985" y="3007"/>
                    <a:pt x="34123" y="2059"/>
                  </a:cubicBezTo>
                  <a:cubicBezTo>
                    <a:pt x="34260" y="1112"/>
                    <a:pt x="34170" y="117"/>
                    <a:pt x="34878" y="117"/>
                  </a:cubicBezTo>
                  <a:cubicBezTo>
                    <a:pt x="35589" y="117"/>
                    <a:pt x="35681" y="278"/>
                    <a:pt x="36024" y="324"/>
                  </a:cubicBezTo>
                  <a:cubicBezTo>
                    <a:pt x="36368" y="371"/>
                    <a:pt x="36712" y="0"/>
                    <a:pt x="36322" y="1156"/>
                  </a:cubicBezTo>
                  <a:cubicBezTo>
                    <a:pt x="35933" y="2312"/>
                    <a:pt x="36116" y="2428"/>
                    <a:pt x="35520" y="2451"/>
                  </a:cubicBezTo>
                  <a:cubicBezTo>
                    <a:pt x="34924" y="2475"/>
                    <a:pt x="34695" y="2221"/>
                    <a:pt x="34809" y="2544"/>
                  </a:cubicBezTo>
                  <a:cubicBezTo>
                    <a:pt x="34924" y="2868"/>
                    <a:pt x="34948" y="3075"/>
                    <a:pt x="34763" y="3469"/>
                  </a:cubicBezTo>
                  <a:cubicBezTo>
                    <a:pt x="34579" y="3862"/>
                    <a:pt x="34258" y="3630"/>
                    <a:pt x="34786" y="4093"/>
                  </a:cubicBezTo>
                  <a:cubicBezTo>
                    <a:pt x="35314" y="4555"/>
                    <a:pt x="35931" y="5596"/>
                    <a:pt x="35817" y="6103"/>
                  </a:cubicBezTo>
                  <a:cubicBezTo>
                    <a:pt x="35703" y="6612"/>
                    <a:pt x="35543" y="7212"/>
                    <a:pt x="35909" y="7305"/>
                  </a:cubicBezTo>
                  <a:cubicBezTo>
                    <a:pt x="36275" y="7398"/>
                    <a:pt x="36436" y="7352"/>
                    <a:pt x="36436" y="7814"/>
                  </a:cubicBezTo>
                  <a:cubicBezTo>
                    <a:pt x="36436" y="8275"/>
                    <a:pt x="36506" y="9085"/>
                    <a:pt x="36688" y="8646"/>
                  </a:cubicBezTo>
                  <a:cubicBezTo>
                    <a:pt x="36872" y="8206"/>
                    <a:pt x="36826" y="7259"/>
                    <a:pt x="37238" y="7675"/>
                  </a:cubicBezTo>
                  <a:cubicBezTo>
                    <a:pt x="37651" y="8092"/>
                    <a:pt x="37673" y="8206"/>
                    <a:pt x="37627" y="8784"/>
                  </a:cubicBezTo>
                  <a:cubicBezTo>
                    <a:pt x="37581" y="9362"/>
                    <a:pt x="37925" y="10333"/>
                    <a:pt x="38314" y="9708"/>
                  </a:cubicBezTo>
                  <a:cubicBezTo>
                    <a:pt x="38704" y="9084"/>
                    <a:pt x="38819" y="8182"/>
                    <a:pt x="38979" y="8136"/>
                  </a:cubicBezTo>
                  <a:cubicBezTo>
                    <a:pt x="39139" y="8089"/>
                    <a:pt x="38634" y="7443"/>
                    <a:pt x="38772" y="7211"/>
                  </a:cubicBezTo>
                  <a:cubicBezTo>
                    <a:pt x="38911" y="6980"/>
                    <a:pt x="39711" y="6380"/>
                    <a:pt x="40262" y="7096"/>
                  </a:cubicBezTo>
                  <a:cubicBezTo>
                    <a:pt x="40811" y="7813"/>
                    <a:pt x="40514" y="8205"/>
                    <a:pt x="40445" y="8552"/>
                  </a:cubicBezTo>
                  <a:cubicBezTo>
                    <a:pt x="40377" y="8898"/>
                    <a:pt x="41156" y="9523"/>
                    <a:pt x="40788" y="10054"/>
                  </a:cubicBezTo>
                  <a:cubicBezTo>
                    <a:pt x="40422" y="10585"/>
                    <a:pt x="40124" y="10863"/>
                    <a:pt x="39735" y="11049"/>
                  </a:cubicBezTo>
                  <a:cubicBezTo>
                    <a:pt x="39345" y="11233"/>
                    <a:pt x="39139" y="11164"/>
                    <a:pt x="38772" y="11049"/>
                  </a:cubicBezTo>
                  <a:cubicBezTo>
                    <a:pt x="38406" y="10932"/>
                    <a:pt x="38451" y="10888"/>
                    <a:pt x="38521" y="11302"/>
                  </a:cubicBezTo>
                  <a:cubicBezTo>
                    <a:pt x="38590" y="11719"/>
                    <a:pt x="38361" y="12180"/>
                    <a:pt x="38132" y="12251"/>
                  </a:cubicBezTo>
                  <a:cubicBezTo>
                    <a:pt x="37902" y="12320"/>
                    <a:pt x="37811" y="12390"/>
                    <a:pt x="37353" y="12134"/>
                  </a:cubicBezTo>
                  <a:cubicBezTo>
                    <a:pt x="36895" y="11880"/>
                    <a:pt x="36596" y="11880"/>
                    <a:pt x="37009" y="12088"/>
                  </a:cubicBezTo>
                  <a:cubicBezTo>
                    <a:pt x="37422" y="12296"/>
                    <a:pt x="37744" y="12504"/>
                    <a:pt x="37904" y="12504"/>
                  </a:cubicBezTo>
                  <a:cubicBezTo>
                    <a:pt x="38063" y="12504"/>
                    <a:pt x="38246" y="12435"/>
                    <a:pt x="38063" y="12782"/>
                  </a:cubicBezTo>
                  <a:cubicBezTo>
                    <a:pt x="37880" y="13129"/>
                    <a:pt x="37765" y="13823"/>
                    <a:pt x="37261" y="13823"/>
                  </a:cubicBezTo>
                  <a:cubicBezTo>
                    <a:pt x="36756" y="13823"/>
                    <a:pt x="36872" y="14077"/>
                    <a:pt x="36620" y="14170"/>
                  </a:cubicBezTo>
                  <a:cubicBezTo>
                    <a:pt x="36368" y="14262"/>
                    <a:pt x="36070" y="14123"/>
                    <a:pt x="36184" y="14262"/>
                  </a:cubicBezTo>
                  <a:cubicBezTo>
                    <a:pt x="36299" y="14402"/>
                    <a:pt x="36620" y="14586"/>
                    <a:pt x="36344" y="14863"/>
                  </a:cubicBezTo>
                  <a:cubicBezTo>
                    <a:pt x="36344" y="14863"/>
                    <a:pt x="35863" y="15094"/>
                    <a:pt x="35634" y="15348"/>
                  </a:cubicBezTo>
                  <a:cubicBezTo>
                    <a:pt x="35404" y="15603"/>
                    <a:pt x="34808" y="16620"/>
                    <a:pt x="34695" y="17198"/>
                  </a:cubicBezTo>
                  <a:cubicBezTo>
                    <a:pt x="34579" y="17776"/>
                    <a:pt x="34373" y="18146"/>
                    <a:pt x="34877" y="18839"/>
                  </a:cubicBezTo>
                  <a:cubicBezTo>
                    <a:pt x="35382" y="19534"/>
                    <a:pt x="36825" y="20829"/>
                    <a:pt x="37695" y="21150"/>
                  </a:cubicBezTo>
                  <a:cubicBezTo>
                    <a:pt x="38566" y="21474"/>
                    <a:pt x="40170" y="21590"/>
                    <a:pt x="40308" y="22306"/>
                  </a:cubicBezTo>
                  <a:cubicBezTo>
                    <a:pt x="40445" y="23023"/>
                    <a:pt x="40948" y="25127"/>
                    <a:pt x="41453" y="25103"/>
                  </a:cubicBezTo>
                  <a:cubicBezTo>
                    <a:pt x="41956" y="25080"/>
                    <a:pt x="42300" y="23739"/>
                    <a:pt x="41888" y="23115"/>
                  </a:cubicBezTo>
                  <a:cubicBezTo>
                    <a:pt x="41476" y="22491"/>
                    <a:pt x="41546" y="22444"/>
                    <a:pt x="42209" y="22051"/>
                  </a:cubicBezTo>
                  <a:cubicBezTo>
                    <a:pt x="42874" y="21657"/>
                    <a:pt x="43286" y="20502"/>
                    <a:pt x="42646" y="19694"/>
                  </a:cubicBezTo>
                  <a:cubicBezTo>
                    <a:pt x="42005" y="18885"/>
                    <a:pt x="42486" y="18838"/>
                    <a:pt x="42577" y="18005"/>
                  </a:cubicBezTo>
                  <a:cubicBezTo>
                    <a:pt x="42668" y="17173"/>
                    <a:pt x="42371" y="17034"/>
                    <a:pt x="42394" y="16480"/>
                  </a:cubicBezTo>
                  <a:cubicBezTo>
                    <a:pt x="42418" y="15925"/>
                    <a:pt x="42326" y="14976"/>
                    <a:pt x="43058" y="15278"/>
                  </a:cubicBezTo>
                  <a:cubicBezTo>
                    <a:pt x="43792" y="15578"/>
                    <a:pt x="44112" y="15093"/>
                    <a:pt x="44663" y="15532"/>
                  </a:cubicBezTo>
                  <a:cubicBezTo>
                    <a:pt x="45212" y="15971"/>
                    <a:pt x="45510" y="16687"/>
                    <a:pt x="45990" y="16873"/>
                  </a:cubicBezTo>
                  <a:cubicBezTo>
                    <a:pt x="46472" y="17058"/>
                    <a:pt x="46289" y="17150"/>
                    <a:pt x="46334" y="17775"/>
                  </a:cubicBezTo>
                  <a:cubicBezTo>
                    <a:pt x="46380" y="18399"/>
                    <a:pt x="46540" y="19230"/>
                    <a:pt x="47205" y="19092"/>
                  </a:cubicBezTo>
                  <a:cubicBezTo>
                    <a:pt x="47868" y="18953"/>
                    <a:pt x="48305" y="17797"/>
                    <a:pt x="48487" y="17590"/>
                  </a:cubicBezTo>
                  <a:cubicBezTo>
                    <a:pt x="48676" y="17377"/>
                    <a:pt x="48752" y="17523"/>
                    <a:pt x="48752" y="1752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5"/>
            <p:cNvSpPr/>
            <p:nvPr/>
          </p:nvSpPr>
          <p:spPr>
            <a:xfrm>
              <a:off x="3181525" y="1362575"/>
              <a:ext cx="32700" cy="19250"/>
            </a:xfrm>
            <a:custGeom>
              <a:rect b="b" l="l" r="r" t="t"/>
              <a:pathLst>
                <a:path extrusionOk="0" h="770" w="1308">
                  <a:moveTo>
                    <a:pt x="57" y="1"/>
                  </a:moveTo>
                  <a:cubicBezTo>
                    <a:pt x="2" y="0"/>
                    <a:pt x="6" y="84"/>
                    <a:pt x="0" y="139"/>
                  </a:cubicBezTo>
                  <a:cubicBezTo>
                    <a:pt x="84" y="176"/>
                    <a:pt x="58" y="191"/>
                    <a:pt x="114" y="266"/>
                  </a:cubicBezTo>
                  <a:cubicBezTo>
                    <a:pt x="295" y="507"/>
                    <a:pt x="565" y="679"/>
                    <a:pt x="859" y="739"/>
                  </a:cubicBezTo>
                  <a:cubicBezTo>
                    <a:pt x="1012" y="770"/>
                    <a:pt x="1202" y="754"/>
                    <a:pt x="1275" y="617"/>
                  </a:cubicBezTo>
                  <a:cubicBezTo>
                    <a:pt x="1304" y="561"/>
                    <a:pt x="1308" y="492"/>
                    <a:pt x="1283" y="433"/>
                  </a:cubicBezTo>
                  <a:cubicBezTo>
                    <a:pt x="1202" y="233"/>
                    <a:pt x="905" y="262"/>
                    <a:pt x="739" y="128"/>
                  </a:cubicBezTo>
                  <a:cubicBezTo>
                    <a:pt x="699" y="96"/>
                    <a:pt x="666" y="55"/>
                    <a:pt x="621" y="32"/>
                  </a:cubicBezTo>
                  <a:cubicBezTo>
                    <a:pt x="579" y="13"/>
                    <a:pt x="533" y="11"/>
                    <a:pt x="486" y="10"/>
                  </a:cubicBezTo>
                  <a:cubicBezTo>
                    <a:pt x="344" y="8"/>
                    <a:pt x="200" y="5"/>
                    <a:pt x="57"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5"/>
            <p:cNvSpPr/>
            <p:nvPr/>
          </p:nvSpPr>
          <p:spPr>
            <a:xfrm>
              <a:off x="3238825" y="1333700"/>
              <a:ext cx="81775" cy="91700"/>
            </a:xfrm>
            <a:custGeom>
              <a:rect b="b" l="l" r="r" t="t"/>
              <a:pathLst>
                <a:path extrusionOk="0" h="3668" w="3271">
                  <a:moveTo>
                    <a:pt x="1284" y="246"/>
                  </a:moveTo>
                  <a:cubicBezTo>
                    <a:pt x="946" y="738"/>
                    <a:pt x="0" y="2496"/>
                    <a:pt x="92" y="2650"/>
                  </a:cubicBezTo>
                  <a:cubicBezTo>
                    <a:pt x="183" y="2803"/>
                    <a:pt x="274" y="3142"/>
                    <a:pt x="825" y="3051"/>
                  </a:cubicBezTo>
                  <a:cubicBezTo>
                    <a:pt x="1374" y="2959"/>
                    <a:pt x="1803" y="2650"/>
                    <a:pt x="1833" y="2928"/>
                  </a:cubicBezTo>
                  <a:cubicBezTo>
                    <a:pt x="1864" y="3204"/>
                    <a:pt x="1833" y="3359"/>
                    <a:pt x="2171" y="3328"/>
                  </a:cubicBezTo>
                  <a:cubicBezTo>
                    <a:pt x="2507" y="3297"/>
                    <a:pt x="3025" y="3667"/>
                    <a:pt x="3148" y="3421"/>
                  </a:cubicBezTo>
                  <a:cubicBezTo>
                    <a:pt x="3271" y="3174"/>
                    <a:pt x="3117" y="2589"/>
                    <a:pt x="2965" y="2343"/>
                  </a:cubicBezTo>
                  <a:cubicBezTo>
                    <a:pt x="2813" y="2096"/>
                    <a:pt x="3025" y="1449"/>
                    <a:pt x="2599" y="1449"/>
                  </a:cubicBezTo>
                  <a:cubicBezTo>
                    <a:pt x="2171" y="1449"/>
                    <a:pt x="1560" y="1542"/>
                    <a:pt x="1560" y="1233"/>
                  </a:cubicBezTo>
                  <a:cubicBezTo>
                    <a:pt x="1560" y="925"/>
                    <a:pt x="2110" y="124"/>
                    <a:pt x="1926" y="62"/>
                  </a:cubicBezTo>
                  <a:cubicBezTo>
                    <a:pt x="1744" y="0"/>
                    <a:pt x="1284" y="246"/>
                    <a:pt x="1284" y="24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5"/>
            <p:cNvSpPr/>
            <p:nvPr/>
          </p:nvSpPr>
          <p:spPr>
            <a:xfrm>
              <a:off x="2120050" y="1191050"/>
              <a:ext cx="33650" cy="35825"/>
            </a:xfrm>
            <a:custGeom>
              <a:rect b="b" l="l" r="r" t="t"/>
              <a:pathLst>
                <a:path extrusionOk="0" h="1433" w="1346">
                  <a:moveTo>
                    <a:pt x="1331" y="345"/>
                  </a:moveTo>
                  <a:cubicBezTo>
                    <a:pt x="1275" y="789"/>
                    <a:pt x="1045" y="1259"/>
                    <a:pt x="627" y="1399"/>
                  </a:cubicBezTo>
                  <a:cubicBezTo>
                    <a:pt x="571" y="1421"/>
                    <a:pt x="509" y="1433"/>
                    <a:pt x="452" y="1429"/>
                  </a:cubicBezTo>
                  <a:cubicBezTo>
                    <a:pt x="294" y="1417"/>
                    <a:pt x="173" y="1292"/>
                    <a:pt x="63" y="1177"/>
                  </a:cubicBezTo>
                  <a:cubicBezTo>
                    <a:pt x="49" y="1155"/>
                    <a:pt x="30" y="1136"/>
                    <a:pt x="19" y="1110"/>
                  </a:cubicBezTo>
                  <a:cubicBezTo>
                    <a:pt x="1" y="1058"/>
                    <a:pt x="31" y="1000"/>
                    <a:pt x="63" y="955"/>
                  </a:cubicBezTo>
                  <a:cubicBezTo>
                    <a:pt x="188" y="767"/>
                    <a:pt x="349" y="608"/>
                    <a:pt x="536" y="486"/>
                  </a:cubicBezTo>
                  <a:cubicBezTo>
                    <a:pt x="584" y="457"/>
                    <a:pt x="645" y="427"/>
                    <a:pt x="701" y="427"/>
                  </a:cubicBezTo>
                  <a:lnTo>
                    <a:pt x="705" y="427"/>
                  </a:lnTo>
                  <a:cubicBezTo>
                    <a:pt x="797" y="383"/>
                    <a:pt x="862" y="278"/>
                    <a:pt x="932" y="194"/>
                  </a:cubicBezTo>
                  <a:cubicBezTo>
                    <a:pt x="1016" y="91"/>
                    <a:pt x="1177" y="1"/>
                    <a:pt x="1277" y="91"/>
                  </a:cubicBezTo>
                  <a:cubicBezTo>
                    <a:pt x="1345" y="149"/>
                    <a:pt x="1345" y="258"/>
                    <a:pt x="1331" y="34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5"/>
            <p:cNvSpPr/>
            <p:nvPr/>
          </p:nvSpPr>
          <p:spPr>
            <a:xfrm>
              <a:off x="1964775" y="1283375"/>
              <a:ext cx="26150" cy="19075"/>
            </a:xfrm>
            <a:custGeom>
              <a:rect b="b" l="l" r="r" t="t"/>
              <a:pathLst>
                <a:path extrusionOk="0" h="763" w="1046">
                  <a:moveTo>
                    <a:pt x="1027" y="129"/>
                  </a:moveTo>
                  <a:cubicBezTo>
                    <a:pt x="902" y="414"/>
                    <a:pt x="649" y="640"/>
                    <a:pt x="353" y="729"/>
                  </a:cubicBezTo>
                  <a:cubicBezTo>
                    <a:pt x="276" y="748"/>
                    <a:pt x="195" y="763"/>
                    <a:pt x="126" y="729"/>
                  </a:cubicBezTo>
                  <a:cubicBezTo>
                    <a:pt x="52" y="700"/>
                    <a:pt x="0" y="610"/>
                    <a:pt x="35" y="541"/>
                  </a:cubicBezTo>
                  <a:cubicBezTo>
                    <a:pt x="52" y="497"/>
                    <a:pt x="96" y="471"/>
                    <a:pt x="138" y="444"/>
                  </a:cubicBezTo>
                  <a:cubicBezTo>
                    <a:pt x="243" y="371"/>
                    <a:pt x="335" y="274"/>
                    <a:pt x="402" y="164"/>
                  </a:cubicBezTo>
                  <a:cubicBezTo>
                    <a:pt x="372" y="125"/>
                    <a:pt x="390" y="63"/>
                    <a:pt x="432" y="35"/>
                  </a:cubicBezTo>
                  <a:cubicBezTo>
                    <a:pt x="475" y="5"/>
                    <a:pt x="537" y="1"/>
                    <a:pt x="593" y="5"/>
                  </a:cubicBezTo>
                  <a:cubicBezTo>
                    <a:pt x="706" y="5"/>
                    <a:pt x="820" y="5"/>
                    <a:pt x="933" y="9"/>
                  </a:cubicBezTo>
                  <a:cubicBezTo>
                    <a:pt x="973" y="9"/>
                    <a:pt x="1021" y="12"/>
                    <a:pt x="1036" y="49"/>
                  </a:cubicBezTo>
                  <a:cubicBezTo>
                    <a:pt x="1046" y="74"/>
                    <a:pt x="1037" y="104"/>
                    <a:pt x="1027" y="1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5"/>
            <p:cNvSpPr/>
            <p:nvPr/>
          </p:nvSpPr>
          <p:spPr>
            <a:xfrm>
              <a:off x="1972425" y="1144750"/>
              <a:ext cx="26000" cy="13425"/>
            </a:xfrm>
            <a:custGeom>
              <a:rect b="b" l="l" r="r" t="t"/>
              <a:pathLst>
                <a:path extrusionOk="0" h="537" w="1040">
                  <a:moveTo>
                    <a:pt x="981" y="408"/>
                  </a:moveTo>
                  <a:cubicBezTo>
                    <a:pt x="739" y="530"/>
                    <a:pt x="441" y="536"/>
                    <a:pt x="190" y="428"/>
                  </a:cubicBezTo>
                  <a:cubicBezTo>
                    <a:pt x="127" y="397"/>
                    <a:pt x="64" y="361"/>
                    <a:pt x="34" y="299"/>
                  </a:cubicBezTo>
                  <a:cubicBezTo>
                    <a:pt x="1" y="237"/>
                    <a:pt x="13" y="148"/>
                    <a:pt x="75" y="119"/>
                  </a:cubicBezTo>
                  <a:cubicBezTo>
                    <a:pt x="112" y="101"/>
                    <a:pt x="157" y="108"/>
                    <a:pt x="198" y="113"/>
                  </a:cubicBezTo>
                  <a:cubicBezTo>
                    <a:pt x="311" y="124"/>
                    <a:pt x="427" y="112"/>
                    <a:pt x="533" y="75"/>
                  </a:cubicBezTo>
                  <a:cubicBezTo>
                    <a:pt x="533" y="34"/>
                    <a:pt x="581" y="1"/>
                    <a:pt x="625" y="4"/>
                  </a:cubicBezTo>
                  <a:cubicBezTo>
                    <a:pt x="672" y="9"/>
                    <a:pt x="716" y="42"/>
                    <a:pt x="751" y="76"/>
                  </a:cubicBezTo>
                  <a:cubicBezTo>
                    <a:pt x="828" y="140"/>
                    <a:pt x="907" y="205"/>
                    <a:pt x="982" y="272"/>
                  </a:cubicBezTo>
                  <a:cubicBezTo>
                    <a:pt x="1009" y="295"/>
                    <a:pt x="1040" y="325"/>
                    <a:pt x="1030" y="359"/>
                  </a:cubicBezTo>
                  <a:cubicBezTo>
                    <a:pt x="1023" y="382"/>
                    <a:pt x="1003" y="397"/>
                    <a:pt x="981" y="4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5"/>
            <p:cNvSpPr/>
            <p:nvPr/>
          </p:nvSpPr>
          <p:spPr>
            <a:xfrm>
              <a:off x="2769475" y="872200"/>
              <a:ext cx="48125" cy="53525"/>
            </a:xfrm>
            <a:custGeom>
              <a:rect b="b" l="l" r="r" t="t"/>
              <a:pathLst>
                <a:path extrusionOk="0" h="2141" w="1925">
                  <a:moveTo>
                    <a:pt x="687" y="116"/>
                  </a:moveTo>
                  <a:cubicBezTo>
                    <a:pt x="584" y="393"/>
                    <a:pt x="664" y="857"/>
                    <a:pt x="446" y="995"/>
                  </a:cubicBezTo>
                  <a:cubicBezTo>
                    <a:pt x="228" y="1134"/>
                    <a:pt x="0" y="1260"/>
                    <a:pt x="286" y="1457"/>
                  </a:cubicBezTo>
                  <a:cubicBezTo>
                    <a:pt x="573" y="1653"/>
                    <a:pt x="1157" y="2140"/>
                    <a:pt x="1466" y="2024"/>
                  </a:cubicBezTo>
                  <a:cubicBezTo>
                    <a:pt x="1776" y="1908"/>
                    <a:pt x="1924" y="1723"/>
                    <a:pt x="1695" y="1271"/>
                  </a:cubicBezTo>
                  <a:cubicBezTo>
                    <a:pt x="1466" y="821"/>
                    <a:pt x="1214" y="459"/>
                    <a:pt x="1111" y="312"/>
                  </a:cubicBezTo>
                  <a:cubicBezTo>
                    <a:pt x="894" y="0"/>
                    <a:pt x="687" y="116"/>
                    <a:pt x="687" y="1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5"/>
            <p:cNvSpPr/>
            <p:nvPr/>
          </p:nvSpPr>
          <p:spPr>
            <a:xfrm>
              <a:off x="2753100" y="899125"/>
              <a:ext cx="16500" cy="16600"/>
            </a:xfrm>
            <a:custGeom>
              <a:rect b="b" l="l" r="r" t="t"/>
              <a:pathLst>
                <a:path extrusionOk="0" h="664" w="660">
                  <a:moveTo>
                    <a:pt x="215" y="131"/>
                  </a:moveTo>
                  <a:cubicBezTo>
                    <a:pt x="151" y="300"/>
                    <a:pt x="0" y="663"/>
                    <a:pt x="275" y="663"/>
                  </a:cubicBezTo>
                  <a:cubicBezTo>
                    <a:pt x="333" y="664"/>
                    <a:pt x="395" y="645"/>
                    <a:pt x="432" y="600"/>
                  </a:cubicBezTo>
                  <a:cubicBezTo>
                    <a:pt x="476" y="549"/>
                    <a:pt x="479" y="482"/>
                    <a:pt x="507" y="425"/>
                  </a:cubicBezTo>
                  <a:cubicBezTo>
                    <a:pt x="550" y="338"/>
                    <a:pt x="610" y="269"/>
                    <a:pt x="642" y="172"/>
                  </a:cubicBezTo>
                  <a:cubicBezTo>
                    <a:pt x="652" y="140"/>
                    <a:pt x="659" y="102"/>
                    <a:pt x="643" y="74"/>
                  </a:cubicBezTo>
                  <a:cubicBezTo>
                    <a:pt x="628" y="49"/>
                    <a:pt x="600" y="38"/>
                    <a:pt x="574" y="29"/>
                  </a:cubicBezTo>
                  <a:cubicBezTo>
                    <a:pt x="494" y="7"/>
                    <a:pt x="412" y="0"/>
                    <a:pt x="332" y="11"/>
                  </a:cubicBezTo>
                  <a:cubicBezTo>
                    <a:pt x="306" y="13"/>
                    <a:pt x="280" y="19"/>
                    <a:pt x="260" y="38"/>
                  </a:cubicBezTo>
                  <a:cubicBezTo>
                    <a:pt x="245" y="53"/>
                    <a:pt x="236" y="74"/>
                    <a:pt x="229" y="94"/>
                  </a:cubicBezTo>
                  <a:cubicBezTo>
                    <a:pt x="224" y="105"/>
                    <a:pt x="220" y="117"/>
                    <a:pt x="215" y="13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 name="Shape 1039"/>
        <p:cNvGrpSpPr/>
        <p:nvPr/>
      </p:nvGrpSpPr>
      <p:grpSpPr>
        <a:xfrm>
          <a:off x="0" y="0"/>
          <a:ext cx="0" cy="0"/>
          <a:chOff x="0" y="0"/>
          <a:chExt cx="0" cy="0"/>
        </a:xfrm>
      </p:grpSpPr>
      <p:sp>
        <p:nvSpPr>
          <p:cNvPr id="1040" name="Google Shape;1040;p36"/>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Inhalt dieser Vorlage</a:t>
            </a:r>
            <a:endParaRPr/>
          </a:p>
        </p:txBody>
      </p:sp>
      <p:graphicFrame>
        <p:nvGraphicFramePr>
          <p:cNvPr id="1041" name="Google Shape;1041;p36"/>
          <p:cNvGraphicFramePr/>
          <p:nvPr/>
        </p:nvGraphicFramePr>
        <p:xfrm>
          <a:off x="724675" y="1843125"/>
          <a:ext cx="3000000" cy="3000000"/>
        </p:xfrm>
        <a:graphic>
          <a:graphicData uri="http://schemas.openxmlformats.org/drawingml/2006/table">
            <a:tbl>
              <a:tblPr>
                <a:noFill/>
                <a:tableStyleId>{5FD1044C-748C-4667-A2F9-789F35D1457B}</a:tableStyleId>
              </a:tblPr>
              <a:tblGrid>
                <a:gridCol w="2468475"/>
                <a:gridCol w="5216775"/>
              </a:tblGrid>
              <a:tr h="377475">
                <a:tc>
                  <a:txBody>
                    <a:bodyPr/>
                    <a:lstStyle/>
                    <a:p>
                      <a:pPr indent="0" lvl="0" marL="0" rtl="0" algn="l">
                        <a:spcBef>
                          <a:spcPts val="0"/>
                        </a:spcBef>
                        <a:spcAft>
                          <a:spcPts val="0"/>
                        </a:spcAft>
                        <a:buNone/>
                      </a:pPr>
                      <a:r>
                        <a:rPr b="1" lang="en">
                          <a:solidFill>
                            <a:schemeClr val="dk1"/>
                          </a:solidFill>
                          <a:uFill>
                            <a:noFill/>
                          </a:uFill>
                          <a:latin typeface="Cormorant Garamond"/>
                          <a:ea typeface="Cormorant Garamond"/>
                          <a:cs typeface="Cormorant Garamond"/>
                          <a:sym typeface="Cormorant Garamond"/>
                          <a:hlinkClick action="ppaction://hlinksldjump" r:id="rId3">
                            <a:extLst>
                              <a:ext uri="{A12FA001-AC4F-418D-AE19-62706E023703}">
                                <ahyp:hlinkClr val="tx"/>
                              </a:ext>
                            </a:extLst>
                          </a:hlinkClick>
                        </a:rPr>
                        <a:t>Schriftarten</a:t>
                      </a:r>
                      <a:endParaRPr b="1">
                        <a:solidFill>
                          <a:schemeClr val="dk1"/>
                        </a:solidFill>
                        <a:latin typeface="Cormorant Garamond"/>
                        <a:ea typeface="Cormorant Garamond"/>
                        <a:cs typeface="Cormorant Garamond"/>
                        <a:sym typeface="Cormorant Garamond"/>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Um die Vorlage in PowerPoint mit den richtigen Schriftarten anzuzeigen, musst du die verwendeten Schriftarten herunterladen und auf deinem Computer installieren</a:t>
                      </a:r>
                      <a:endParaRPr sz="1000">
                        <a:solidFill>
                          <a:schemeClr val="dk1"/>
                        </a:solidFill>
                        <a:latin typeface="Open Sans"/>
                        <a:ea typeface="Open Sans"/>
                        <a:cs typeface="Open Sans"/>
                        <a:sym typeface="Open Sans"/>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r>
              <a:tr h="471875">
                <a:tc>
                  <a:txBody>
                    <a:bodyPr/>
                    <a:lstStyle/>
                    <a:p>
                      <a:pPr indent="0" lvl="0" marL="0" rtl="0" algn="l">
                        <a:spcBef>
                          <a:spcPts val="0"/>
                        </a:spcBef>
                        <a:spcAft>
                          <a:spcPts val="0"/>
                        </a:spcAft>
                        <a:buNone/>
                      </a:pPr>
                      <a:r>
                        <a:rPr b="1" lang="en">
                          <a:solidFill>
                            <a:schemeClr val="dk1"/>
                          </a:solidFill>
                          <a:uFill>
                            <a:noFill/>
                          </a:uFill>
                          <a:latin typeface="Cormorant Garamond"/>
                          <a:ea typeface="Cormorant Garamond"/>
                          <a:cs typeface="Cormorant Garamond"/>
                          <a:sym typeface="Cormorant Garamond"/>
                          <a:hlinkClick action="ppaction://hlinksldjump" r:id="rId4">
                            <a:extLst>
                              <a:ext uri="{A12FA001-AC4F-418D-AE19-62706E023703}">
                                <ahyp:hlinkClr val="tx"/>
                              </a:ext>
                            </a:extLst>
                          </a:hlinkClick>
                        </a:rPr>
                        <a:t>Verwendete</a:t>
                      </a:r>
                      <a:r>
                        <a:rPr b="1" lang="en">
                          <a:solidFill>
                            <a:schemeClr val="dk1"/>
                          </a:solidFill>
                          <a:latin typeface="Cormorant Garamond"/>
                          <a:ea typeface="Cormorant Garamond"/>
                          <a:cs typeface="Cormorant Garamond"/>
                          <a:sym typeface="Cormorant Garamond"/>
                        </a:rPr>
                        <a:t> und </a:t>
                      </a:r>
                      <a:r>
                        <a:rPr b="1" lang="en">
                          <a:solidFill>
                            <a:schemeClr val="dk1"/>
                          </a:solidFill>
                          <a:uFill>
                            <a:noFill/>
                          </a:uFill>
                          <a:latin typeface="Cormorant Garamond"/>
                          <a:ea typeface="Cormorant Garamond"/>
                          <a:cs typeface="Cormorant Garamond"/>
                          <a:sym typeface="Cormorant Garamond"/>
                          <a:hlinkClick action="ppaction://hlinksldjump" r:id="rId5">
                            <a:extLst>
                              <a:ext uri="{A12FA001-AC4F-418D-AE19-62706E023703}">
                                <ahyp:hlinkClr val="tx"/>
                              </a:ext>
                            </a:extLst>
                          </a:hlinkClick>
                        </a:rPr>
                        <a:t>alternative Ressourcen</a:t>
                      </a:r>
                      <a:endParaRPr b="1">
                        <a:solidFill>
                          <a:schemeClr val="dk1"/>
                        </a:solidFill>
                        <a:latin typeface="Cormorant Garamond"/>
                        <a:ea typeface="Cormorant Garamond"/>
                        <a:cs typeface="Cormorant Garamond"/>
                        <a:sym typeface="Cormorant Garamond"/>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Eine Auswahl an grafischen Ressourcen die perfekt für dieser Präsentation sind</a:t>
                      </a:r>
                      <a:endParaRPr sz="1000">
                        <a:solidFill>
                          <a:schemeClr val="dk1"/>
                        </a:solidFill>
                        <a:latin typeface="Open Sans"/>
                        <a:ea typeface="Open Sans"/>
                        <a:cs typeface="Open Sans"/>
                        <a:sym typeface="Open Sans"/>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r>
              <a:tr h="306700">
                <a:tc>
                  <a:txBody>
                    <a:bodyPr/>
                    <a:lstStyle/>
                    <a:p>
                      <a:pPr indent="0" lvl="0" marL="0" rtl="0" algn="l">
                        <a:spcBef>
                          <a:spcPts val="0"/>
                        </a:spcBef>
                        <a:spcAft>
                          <a:spcPts val="0"/>
                        </a:spcAft>
                        <a:buNone/>
                      </a:pPr>
                      <a:r>
                        <a:rPr b="1" lang="en">
                          <a:solidFill>
                            <a:schemeClr val="dk1"/>
                          </a:solidFill>
                          <a:uFill>
                            <a:noFill/>
                          </a:uFill>
                          <a:latin typeface="Cormorant Garamond"/>
                          <a:ea typeface="Cormorant Garamond"/>
                          <a:cs typeface="Cormorant Garamond"/>
                          <a:sym typeface="Cormorant Garamond"/>
                          <a:hlinkClick action="ppaction://hlinksldjump" r:id="rId6">
                            <a:extLst>
                              <a:ext uri="{A12FA001-AC4F-418D-AE19-62706E023703}">
                                <ahyp:hlinkClr val="tx"/>
                              </a:ext>
                            </a:extLst>
                          </a:hlinkClick>
                        </a:rPr>
                        <a:t>Eine Danke folie</a:t>
                      </a:r>
                      <a:endParaRPr b="1">
                        <a:solidFill>
                          <a:schemeClr val="dk1"/>
                        </a:solidFill>
                        <a:latin typeface="Cormorant Garamond"/>
                        <a:ea typeface="Cormorant Garamond"/>
                        <a:cs typeface="Cormorant Garamond"/>
                        <a:sym typeface="Cormorant Garamond"/>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Diese Folie enthält die Credits für das Design, bitte lösche sie nicht</a:t>
                      </a:r>
                      <a:endParaRPr sz="1000">
                        <a:solidFill>
                          <a:schemeClr val="dk1"/>
                        </a:solidFill>
                        <a:latin typeface="Open Sans"/>
                        <a:ea typeface="Open Sans"/>
                        <a:cs typeface="Open Sans"/>
                        <a:sym typeface="Open Sans"/>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r>
              <a:tr h="306700">
                <a:tc>
                  <a:txBody>
                    <a:bodyPr/>
                    <a:lstStyle/>
                    <a:p>
                      <a:pPr indent="0" lvl="0" marL="0" rtl="0" algn="l">
                        <a:spcBef>
                          <a:spcPts val="0"/>
                        </a:spcBef>
                        <a:spcAft>
                          <a:spcPts val="0"/>
                        </a:spcAft>
                        <a:buNone/>
                      </a:pPr>
                      <a:r>
                        <a:rPr b="1" lang="en">
                          <a:solidFill>
                            <a:schemeClr val="dk1"/>
                          </a:solidFill>
                          <a:uFill>
                            <a:noFill/>
                          </a:uFill>
                          <a:latin typeface="Cormorant Garamond"/>
                          <a:ea typeface="Cormorant Garamond"/>
                          <a:cs typeface="Cormorant Garamond"/>
                          <a:sym typeface="Cormorant Garamond"/>
                          <a:hlinkClick action="ppaction://hlinksldjump" r:id="rId7">
                            <a:extLst>
                              <a:ext uri="{A12FA001-AC4F-418D-AE19-62706E023703}">
                                <ahyp:hlinkClr val="tx"/>
                              </a:ext>
                            </a:extLst>
                          </a:hlinkClick>
                        </a:rPr>
                        <a:t>Farben</a:t>
                      </a:r>
                      <a:endParaRPr b="1">
                        <a:solidFill>
                          <a:schemeClr val="dk1"/>
                        </a:solidFill>
                        <a:latin typeface="Cormorant Garamond"/>
                        <a:ea typeface="Cormorant Garamond"/>
                        <a:cs typeface="Cormorant Garamond"/>
                        <a:sym typeface="Cormorant Garamond"/>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Alle Farben, die in dieser Präsentation verwendet werden</a:t>
                      </a:r>
                      <a:endParaRPr sz="1000">
                        <a:solidFill>
                          <a:schemeClr val="dk1"/>
                        </a:solidFill>
                        <a:latin typeface="Open Sans"/>
                        <a:ea typeface="Open Sans"/>
                        <a:cs typeface="Open Sans"/>
                        <a:sym typeface="Open Sans"/>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r>
              <a:tr h="306700">
                <a:tc>
                  <a:txBody>
                    <a:bodyPr/>
                    <a:lstStyle/>
                    <a:p>
                      <a:pPr indent="0" lvl="0" marL="0" rtl="0" algn="l">
                        <a:spcBef>
                          <a:spcPts val="0"/>
                        </a:spcBef>
                        <a:spcAft>
                          <a:spcPts val="0"/>
                        </a:spcAft>
                        <a:buNone/>
                      </a:pPr>
                      <a:r>
                        <a:rPr b="1" lang="en">
                          <a:solidFill>
                            <a:schemeClr val="dk1"/>
                          </a:solidFill>
                          <a:uFill>
                            <a:noFill/>
                          </a:uFill>
                          <a:latin typeface="Cormorant Garamond"/>
                          <a:ea typeface="Cormorant Garamond"/>
                          <a:cs typeface="Cormorant Garamond"/>
                          <a:sym typeface="Cormorant Garamond"/>
                          <a:hlinkClick action="ppaction://hlinksldjump" r:id="rId8">
                            <a:extLst>
                              <a:ext uri="{A12FA001-AC4F-418D-AE19-62706E023703}">
                                <ahyp:hlinkClr val="tx"/>
                              </a:ext>
                            </a:extLst>
                          </a:hlinkClick>
                        </a:rPr>
                        <a:t>Infografik-Ressourcen</a:t>
                      </a:r>
                      <a:endParaRPr b="1">
                        <a:solidFill>
                          <a:schemeClr val="dk1"/>
                        </a:solidFill>
                        <a:latin typeface="Cormorant Garamond"/>
                        <a:ea typeface="Cormorant Garamond"/>
                        <a:cs typeface="Cormorant Garamond"/>
                        <a:sym typeface="Cormorant Garamond"/>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pen Sans"/>
                          <a:ea typeface="Open Sans"/>
                          <a:cs typeface="Open Sans"/>
                          <a:sym typeface="Open Sans"/>
                        </a:rPr>
                        <a:t>Du kannst diese Ressourcen bearbeiten und in die Präsentation benutzen</a:t>
                      </a:r>
                      <a:endParaRPr sz="1000">
                        <a:solidFill>
                          <a:schemeClr val="dk1"/>
                        </a:solidFill>
                        <a:latin typeface="Open Sans"/>
                        <a:ea typeface="Open Sans"/>
                        <a:cs typeface="Open Sans"/>
                        <a:sym typeface="Open Sans"/>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r>
              <a:tr h="377475">
                <a:tc>
                  <a:txBody>
                    <a:bodyPr/>
                    <a:lstStyle/>
                    <a:p>
                      <a:pPr indent="0" lvl="0" marL="0" rtl="0" algn="l">
                        <a:spcBef>
                          <a:spcPts val="0"/>
                        </a:spcBef>
                        <a:spcAft>
                          <a:spcPts val="0"/>
                        </a:spcAft>
                        <a:buNone/>
                      </a:pPr>
                      <a:r>
                        <a:rPr b="1" lang="en">
                          <a:solidFill>
                            <a:schemeClr val="dk1"/>
                          </a:solidFill>
                          <a:uFill>
                            <a:noFill/>
                          </a:uFill>
                          <a:latin typeface="Cormorant Garamond"/>
                          <a:ea typeface="Cormorant Garamond"/>
                          <a:cs typeface="Cormorant Garamond"/>
                          <a:sym typeface="Cormorant Garamond"/>
                          <a:hlinkClick action="ppaction://hlinksldjump" r:id="rId9">
                            <a:extLst>
                              <a:ext uri="{A12FA001-AC4F-418D-AE19-62706E023703}">
                                <ahyp:hlinkClr val="tx"/>
                              </a:ext>
                            </a:extLst>
                          </a:hlinkClick>
                        </a:rPr>
                        <a:t>Anpassbare</a:t>
                      </a:r>
                      <a:r>
                        <a:rPr b="1" lang="en">
                          <a:solidFill>
                            <a:schemeClr val="dk1"/>
                          </a:solidFill>
                          <a:uFill>
                            <a:noFill/>
                          </a:uFill>
                          <a:latin typeface="Cormorant Garamond"/>
                          <a:ea typeface="Cormorant Garamond"/>
                          <a:cs typeface="Cormorant Garamond"/>
                          <a:sym typeface="Cormorant Garamond"/>
                          <a:hlinkClick action="ppaction://hlinksldjump" r:id="rId10">
                            <a:extLst>
                              <a:ext uri="{A12FA001-AC4F-418D-AE19-62706E023703}">
                                <ahyp:hlinkClr val="tx"/>
                              </a:ext>
                            </a:extLst>
                          </a:hlinkClick>
                        </a:rPr>
                        <a:t> Icons</a:t>
                      </a:r>
                      <a:endParaRPr b="1">
                        <a:solidFill>
                          <a:schemeClr val="dk1"/>
                        </a:solidFill>
                        <a:latin typeface="Cormorant Garamond"/>
                        <a:ea typeface="Cormorant Garamond"/>
                        <a:cs typeface="Cormorant Garamond"/>
                        <a:sym typeface="Cormorant Garamond"/>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Sie sind nach Themen geordnet, damit du sie in allen Arten von Präsentationen nutzen kannst</a:t>
                      </a:r>
                      <a:endParaRPr sz="1000">
                        <a:solidFill>
                          <a:schemeClr val="dk1"/>
                        </a:solidFill>
                        <a:latin typeface="Open Sans"/>
                        <a:ea typeface="Open Sans"/>
                        <a:cs typeface="Open Sans"/>
                        <a:sym typeface="Open Sans"/>
                      </a:endParaRPr>
                    </a:p>
                  </a:txBody>
                  <a:tcPr marT="27425" marB="27425" marR="91425" marL="91425" anchor="ctr">
                    <a:lnL cap="flat" cmpd="sng" w="19050">
                      <a:solidFill>
                        <a:schemeClr val="lt1"/>
                      </a:solidFill>
                      <a:prstDash val="dash"/>
                      <a:round/>
                      <a:headEnd len="sm" w="sm" type="none"/>
                      <a:tailEnd len="sm" w="sm" type="none"/>
                    </a:lnL>
                    <a:lnR cap="flat" cmpd="sng" w="19050">
                      <a:solidFill>
                        <a:schemeClr val="lt1"/>
                      </a:solidFill>
                      <a:prstDash val="dash"/>
                      <a:round/>
                      <a:headEnd len="sm" w="sm" type="none"/>
                      <a:tailEnd len="sm" w="sm" type="none"/>
                    </a:lnR>
                    <a:lnT cap="flat" cmpd="sng" w="19050">
                      <a:solidFill>
                        <a:schemeClr val="lt1"/>
                      </a:solidFill>
                      <a:prstDash val="dash"/>
                      <a:round/>
                      <a:headEnd len="sm" w="sm" type="none"/>
                      <a:tailEnd len="sm" w="sm" type="none"/>
                    </a:lnT>
                    <a:lnB cap="flat" cmpd="sng" w="19050">
                      <a:solidFill>
                        <a:schemeClr val="lt1"/>
                      </a:solidFill>
                      <a:prstDash val="dash"/>
                      <a:round/>
                      <a:headEnd len="sm" w="sm" type="none"/>
                      <a:tailEnd len="sm" w="sm" type="none"/>
                    </a:lnB>
                  </a:tcPr>
                </a:tc>
              </a:tr>
            </a:tbl>
          </a:graphicData>
        </a:graphic>
      </p:graphicFrame>
      <p:sp>
        <p:nvSpPr>
          <p:cNvPr id="1042" name="Google Shape;1042;p36"/>
          <p:cNvSpPr txBox="1"/>
          <p:nvPr/>
        </p:nvSpPr>
        <p:spPr>
          <a:xfrm>
            <a:off x="1328400" y="4137958"/>
            <a:ext cx="3000000" cy="47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900">
                <a:latin typeface="Open Sans"/>
                <a:ea typeface="Open Sans"/>
                <a:cs typeface="Open Sans"/>
                <a:sym typeface="Open Sans"/>
              </a:rPr>
              <a:t>Für weitere Infos:</a:t>
            </a:r>
            <a:br>
              <a:rPr b="1" lang="en" sz="900">
                <a:solidFill>
                  <a:srgbClr val="191919"/>
                </a:solidFill>
                <a:latin typeface="Open Sans"/>
                <a:ea typeface="Open Sans"/>
                <a:cs typeface="Open Sans"/>
                <a:sym typeface="Open Sans"/>
              </a:rPr>
            </a:br>
            <a:r>
              <a:rPr b="1" lang="en" sz="1300">
                <a:solidFill>
                  <a:schemeClr val="lt1"/>
                </a:solidFill>
                <a:uFill>
                  <a:noFill/>
                </a:uFill>
                <a:latin typeface="Cormorant Garamond"/>
                <a:ea typeface="Cormorant Garamond"/>
                <a:cs typeface="Cormorant Garamond"/>
                <a:sym typeface="Cormorant Garamond"/>
                <a:hlinkClick r:id="rId11">
                  <a:extLst>
                    <a:ext uri="{A12FA001-AC4F-418D-AE19-62706E023703}">
                      <ahyp:hlinkClr val="tx"/>
                    </a:ext>
                  </a:extLst>
                </a:hlinkClick>
              </a:rPr>
              <a:t>Slidesgo </a:t>
            </a:r>
            <a:r>
              <a:rPr b="1" lang="en" sz="1300">
                <a:solidFill>
                  <a:schemeClr val="lt1"/>
                </a:solidFill>
                <a:latin typeface="Cormorant Garamond"/>
                <a:ea typeface="Cormorant Garamond"/>
                <a:cs typeface="Cormorant Garamond"/>
                <a:sym typeface="Cormorant Garamond"/>
              </a:rPr>
              <a:t> |  </a:t>
            </a:r>
            <a:r>
              <a:rPr b="1" lang="en" sz="1300">
                <a:solidFill>
                  <a:schemeClr val="lt1"/>
                </a:solidFill>
                <a:uFill>
                  <a:noFill/>
                </a:uFill>
                <a:latin typeface="Cormorant Garamond"/>
                <a:ea typeface="Cormorant Garamond"/>
                <a:cs typeface="Cormorant Garamond"/>
                <a:sym typeface="Cormorant Garamond"/>
                <a:hlinkClick r:id="rId12">
                  <a:extLst>
                    <a:ext uri="{A12FA001-AC4F-418D-AE19-62706E023703}">
                      <ahyp:hlinkClr val="tx"/>
                    </a:ext>
                  </a:extLst>
                </a:hlinkClick>
              </a:rPr>
              <a:t>Slidesgo School</a:t>
            </a:r>
            <a:r>
              <a:rPr b="1" lang="en" sz="1300">
                <a:solidFill>
                  <a:schemeClr val="lt1"/>
                </a:solidFill>
                <a:latin typeface="Cormorant Garamond"/>
                <a:ea typeface="Cormorant Garamond"/>
                <a:cs typeface="Cormorant Garamond"/>
                <a:sym typeface="Cormorant Garamond"/>
              </a:rPr>
              <a:t>  |  </a:t>
            </a:r>
            <a:r>
              <a:rPr b="1" lang="en" sz="1300">
                <a:solidFill>
                  <a:schemeClr val="lt1"/>
                </a:solidFill>
                <a:uFill>
                  <a:noFill/>
                </a:uFill>
                <a:latin typeface="Cormorant Garamond"/>
                <a:ea typeface="Cormorant Garamond"/>
                <a:cs typeface="Cormorant Garamond"/>
                <a:sym typeface="Cormorant Garamond"/>
                <a:hlinkClick r:id="rId13">
                  <a:extLst>
                    <a:ext uri="{A12FA001-AC4F-418D-AE19-62706E023703}">
                      <ahyp:hlinkClr val="tx"/>
                    </a:ext>
                  </a:extLst>
                </a:hlinkClick>
              </a:rPr>
              <a:t>Faqs</a:t>
            </a:r>
            <a:endParaRPr b="1" sz="1300">
              <a:solidFill>
                <a:schemeClr val="lt1"/>
              </a:solidFill>
              <a:latin typeface="Cormorant Garamond"/>
              <a:ea typeface="Cormorant Garamond"/>
              <a:cs typeface="Cormorant Garamond"/>
              <a:sym typeface="Cormorant Garamond"/>
            </a:endParaRPr>
          </a:p>
        </p:txBody>
      </p:sp>
      <p:sp>
        <p:nvSpPr>
          <p:cNvPr id="1043" name="Google Shape;1043;p36"/>
          <p:cNvSpPr txBox="1"/>
          <p:nvPr/>
        </p:nvSpPr>
        <p:spPr>
          <a:xfrm>
            <a:off x="4815575" y="4137958"/>
            <a:ext cx="3000000" cy="47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900">
                <a:latin typeface="Open Sans"/>
                <a:ea typeface="Open Sans"/>
                <a:cs typeface="Open Sans"/>
                <a:sym typeface="Open Sans"/>
              </a:rPr>
              <a:t>Besuche unsere Projekte:</a:t>
            </a:r>
            <a:br>
              <a:rPr b="1" lang="en" sz="900">
                <a:solidFill>
                  <a:srgbClr val="191919"/>
                </a:solidFill>
                <a:latin typeface="Open Sans"/>
                <a:ea typeface="Open Sans"/>
                <a:cs typeface="Open Sans"/>
                <a:sym typeface="Open Sans"/>
              </a:rPr>
            </a:br>
            <a:r>
              <a:rPr b="1" lang="en" sz="1300">
                <a:solidFill>
                  <a:schemeClr val="lt1"/>
                </a:solidFill>
                <a:uFill>
                  <a:noFill/>
                </a:uFill>
                <a:latin typeface="Cormorant Garamond"/>
                <a:ea typeface="Cormorant Garamond"/>
                <a:cs typeface="Cormorant Garamond"/>
                <a:sym typeface="Cormorant Garamond"/>
                <a:hlinkClick r:id="rId14">
                  <a:extLst>
                    <a:ext uri="{A12FA001-AC4F-418D-AE19-62706E023703}">
                      <ahyp:hlinkClr val="tx"/>
                    </a:ext>
                  </a:extLst>
                </a:hlinkClick>
              </a:rPr>
              <a:t>Freepik</a:t>
            </a:r>
            <a:r>
              <a:rPr b="1" lang="en" sz="1300">
                <a:solidFill>
                  <a:schemeClr val="lt1"/>
                </a:solidFill>
                <a:latin typeface="Cormorant Garamond"/>
                <a:ea typeface="Cormorant Garamond"/>
                <a:cs typeface="Cormorant Garamond"/>
                <a:sym typeface="Cormorant Garamond"/>
              </a:rPr>
              <a:t> | </a:t>
            </a:r>
            <a:r>
              <a:rPr b="1" lang="en" sz="1300">
                <a:solidFill>
                  <a:schemeClr val="lt1"/>
                </a:solidFill>
                <a:uFill>
                  <a:noFill/>
                </a:uFill>
                <a:latin typeface="Cormorant Garamond"/>
                <a:ea typeface="Cormorant Garamond"/>
                <a:cs typeface="Cormorant Garamond"/>
                <a:sym typeface="Cormorant Garamond"/>
                <a:hlinkClick r:id="rId15">
                  <a:extLst>
                    <a:ext uri="{A12FA001-AC4F-418D-AE19-62706E023703}">
                      <ahyp:hlinkClr val="tx"/>
                    </a:ext>
                  </a:extLst>
                </a:hlinkClick>
              </a:rPr>
              <a:t>Flaticon</a:t>
            </a:r>
            <a:r>
              <a:rPr b="1" lang="en" sz="1300">
                <a:solidFill>
                  <a:schemeClr val="lt1"/>
                </a:solidFill>
                <a:latin typeface="Cormorant Garamond"/>
                <a:ea typeface="Cormorant Garamond"/>
                <a:cs typeface="Cormorant Garamond"/>
                <a:sym typeface="Cormorant Garamond"/>
              </a:rPr>
              <a:t> | </a:t>
            </a:r>
            <a:r>
              <a:rPr b="1" lang="en" sz="1300">
                <a:solidFill>
                  <a:schemeClr val="lt1"/>
                </a:solidFill>
                <a:uFill>
                  <a:noFill/>
                </a:uFill>
                <a:latin typeface="Cormorant Garamond"/>
                <a:ea typeface="Cormorant Garamond"/>
                <a:cs typeface="Cormorant Garamond"/>
                <a:sym typeface="Cormorant Garamond"/>
                <a:hlinkClick r:id="rId16">
                  <a:extLst>
                    <a:ext uri="{A12FA001-AC4F-418D-AE19-62706E023703}">
                      <ahyp:hlinkClr val="tx"/>
                    </a:ext>
                  </a:extLst>
                </a:hlinkClick>
              </a:rPr>
              <a:t>Storyset</a:t>
            </a:r>
            <a:r>
              <a:rPr b="1" lang="en" sz="1300">
                <a:solidFill>
                  <a:schemeClr val="lt1"/>
                </a:solidFill>
                <a:latin typeface="Cormorant Garamond"/>
                <a:ea typeface="Cormorant Garamond"/>
                <a:cs typeface="Cormorant Garamond"/>
                <a:sym typeface="Cormorant Garamond"/>
              </a:rPr>
              <a:t> | </a:t>
            </a:r>
            <a:r>
              <a:rPr b="1" lang="en" sz="1300">
                <a:solidFill>
                  <a:schemeClr val="lt1"/>
                </a:solidFill>
                <a:uFill>
                  <a:noFill/>
                </a:uFill>
                <a:latin typeface="Cormorant Garamond"/>
                <a:ea typeface="Cormorant Garamond"/>
                <a:cs typeface="Cormorant Garamond"/>
                <a:sym typeface="Cormorant Garamond"/>
                <a:hlinkClick r:id="rId17">
                  <a:extLst>
                    <a:ext uri="{A12FA001-AC4F-418D-AE19-62706E023703}">
                      <ahyp:hlinkClr val="tx"/>
                    </a:ext>
                  </a:extLst>
                </a:hlinkClick>
              </a:rPr>
              <a:t>Wepik </a:t>
            </a:r>
            <a:r>
              <a:rPr b="1" lang="en" sz="1300">
                <a:solidFill>
                  <a:schemeClr val="lt1"/>
                </a:solidFill>
                <a:latin typeface="Cormorant Garamond"/>
                <a:ea typeface="Cormorant Garamond"/>
                <a:cs typeface="Cormorant Garamond"/>
                <a:sym typeface="Cormorant Garamond"/>
              </a:rPr>
              <a:t>| </a:t>
            </a:r>
            <a:r>
              <a:rPr b="1" lang="en" sz="1300">
                <a:solidFill>
                  <a:schemeClr val="lt1"/>
                </a:solidFill>
                <a:uFill>
                  <a:noFill/>
                </a:uFill>
                <a:latin typeface="Cormorant Garamond"/>
                <a:ea typeface="Cormorant Garamond"/>
                <a:cs typeface="Cormorant Garamond"/>
                <a:sym typeface="Cormorant Garamond"/>
                <a:hlinkClick r:id="rId18">
                  <a:extLst>
                    <a:ext uri="{A12FA001-AC4F-418D-AE19-62706E023703}">
                      <ahyp:hlinkClr val="tx"/>
                    </a:ext>
                  </a:extLst>
                </a:hlinkClick>
              </a:rPr>
              <a:t>Vidfy</a:t>
            </a:r>
            <a:endParaRPr b="1" sz="1300">
              <a:solidFill>
                <a:schemeClr val="lt1"/>
              </a:solidFill>
              <a:latin typeface="Cormorant Garamond"/>
              <a:ea typeface="Cormorant Garamond"/>
              <a:cs typeface="Cormorant Garamond"/>
              <a:sym typeface="Cormorant Garamond"/>
            </a:endParaRPr>
          </a:p>
        </p:txBody>
      </p:sp>
      <p:sp>
        <p:nvSpPr>
          <p:cNvPr id="1044" name="Google Shape;1044;p36"/>
          <p:cNvSpPr txBox="1"/>
          <p:nvPr/>
        </p:nvSpPr>
        <p:spPr>
          <a:xfrm>
            <a:off x="710250" y="1184375"/>
            <a:ext cx="7723500" cy="47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Open Sans"/>
                <a:ea typeface="Open Sans"/>
                <a:cs typeface="Open Sans"/>
                <a:sym typeface="Open Sans"/>
              </a:rPr>
              <a:t>Eine Folienstruktur basierend auf einer Newsletter Präsentation</a:t>
            </a:r>
            <a:endParaRPr b="1" sz="1200">
              <a:solidFill>
                <a:schemeClr val="dk1"/>
              </a:solidFill>
              <a:latin typeface="Open Sans"/>
              <a:ea typeface="Open Sans"/>
              <a:cs typeface="Open Sans"/>
              <a:sym typeface="Open Sans"/>
            </a:endParaRPr>
          </a:p>
          <a:p>
            <a:pPr indent="0" lvl="0" marL="0" rtl="0" algn="ctr">
              <a:spcBef>
                <a:spcPts val="0"/>
              </a:spcBef>
              <a:spcAft>
                <a:spcPts val="0"/>
              </a:spcAft>
              <a:buNone/>
            </a:pPr>
            <a:r>
              <a:rPr lang="en" sz="1200">
                <a:solidFill>
                  <a:schemeClr val="dk1"/>
                </a:solidFill>
                <a:latin typeface="Open Sans"/>
                <a:ea typeface="Open Sans"/>
                <a:cs typeface="Open Sans"/>
                <a:sym typeface="Open Sans"/>
              </a:rPr>
              <a:t>Du kannst diese Folie löschen, wenn du mit der Bearbeitung der Präsentation fertig bist</a:t>
            </a:r>
            <a:endParaRPr sz="1200">
              <a:solidFill>
                <a:schemeClr val="dk1"/>
              </a:solidFill>
              <a:latin typeface="Open Sans"/>
              <a:ea typeface="Open Sans"/>
              <a:cs typeface="Open Sans"/>
              <a:sym typeface="Open Sans"/>
            </a:endParaRPr>
          </a:p>
        </p:txBody>
      </p:sp>
      <p:grpSp>
        <p:nvGrpSpPr>
          <p:cNvPr id="1045" name="Google Shape;1045;p36"/>
          <p:cNvGrpSpPr/>
          <p:nvPr/>
        </p:nvGrpSpPr>
        <p:grpSpPr>
          <a:xfrm>
            <a:off x="-599024" y="-344925"/>
            <a:ext cx="1350158" cy="1350158"/>
            <a:chOff x="-675224" y="-344925"/>
            <a:chExt cx="1350158" cy="1350158"/>
          </a:xfrm>
        </p:grpSpPr>
        <p:grpSp>
          <p:nvGrpSpPr>
            <p:cNvPr id="1046" name="Google Shape;1046;p36"/>
            <p:cNvGrpSpPr/>
            <p:nvPr/>
          </p:nvGrpSpPr>
          <p:grpSpPr>
            <a:xfrm rot="10800000">
              <a:off x="-569716" y="-240750"/>
              <a:ext cx="649441" cy="848335"/>
              <a:chOff x="-88848" y="49752"/>
              <a:chExt cx="656200" cy="853198"/>
            </a:xfrm>
          </p:grpSpPr>
          <p:grpSp>
            <p:nvGrpSpPr>
              <p:cNvPr id="1047" name="Google Shape;1047;p36"/>
              <p:cNvGrpSpPr/>
              <p:nvPr/>
            </p:nvGrpSpPr>
            <p:grpSpPr>
              <a:xfrm rot="-5400000">
                <a:off x="139021" y="-17008"/>
                <a:ext cx="361571" cy="495090"/>
                <a:chOff x="-85073" y="407893"/>
                <a:chExt cx="361535" cy="495041"/>
              </a:xfrm>
            </p:grpSpPr>
            <p:sp>
              <p:nvSpPr>
                <p:cNvPr id="1048" name="Google Shape;1048;p36"/>
                <p:cNvSpPr/>
                <p:nvPr/>
              </p:nvSpPr>
              <p:spPr>
                <a:xfrm>
                  <a:off x="81811" y="407893"/>
                  <a:ext cx="194650" cy="206350"/>
                </a:xfrm>
                <a:custGeom>
                  <a:rect b="b" l="l" r="r" t="t"/>
                  <a:pathLst>
                    <a:path extrusionOk="0" h="8254" w="7786">
                      <a:moveTo>
                        <a:pt x="391" y="1089"/>
                      </a:moveTo>
                      <a:lnTo>
                        <a:pt x="0" y="3052"/>
                      </a:lnTo>
                      <a:lnTo>
                        <a:pt x="7786" y="8254"/>
                      </a:lnTo>
                      <a:lnTo>
                        <a:pt x="2548" y="0"/>
                      </a:lnTo>
                      <a:lnTo>
                        <a:pt x="980" y="337"/>
                      </a:lnTo>
                      <a:close/>
                    </a:path>
                  </a:pathLst>
                </a:custGeom>
                <a:noFill/>
                <a:ln cap="flat" cmpd="sng" w="9525">
                  <a:solidFill>
                    <a:schemeClr val="lt1"/>
                  </a:solidFill>
                  <a:prstDash val="solid"/>
                  <a:round/>
                  <a:headEnd len="med" w="med" type="none"/>
                  <a:tailEnd len="med" w="med" type="none"/>
                </a:ln>
              </p:spPr>
            </p:sp>
            <p:sp>
              <p:nvSpPr>
                <p:cNvPr id="1049" name="Google Shape;1049;p36"/>
                <p:cNvSpPr/>
                <p:nvPr/>
              </p:nvSpPr>
              <p:spPr>
                <a:xfrm>
                  <a:off x="-85073" y="441283"/>
                  <a:ext cx="175375" cy="461650"/>
                </a:xfrm>
                <a:custGeom>
                  <a:rect b="b" l="l" r="r" t="t"/>
                  <a:pathLst>
                    <a:path extrusionOk="0" h="18466" w="7015">
                      <a:moveTo>
                        <a:pt x="0" y="275"/>
                      </a:moveTo>
                      <a:lnTo>
                        <a:pt x="3286" y="18466"/>
                      </a:lnTo>
                      <a:lnTo>
                        <a:pt x="7015" y="0"/>
                      </a:lnTo>
                      <a:lnTo>
                        <a:pt x="5595" y="736"/>
                      </a:lnTo>
                      <a:lnTo>
                        <a:pt x="3219" y="1318"/>
                      </a:lnTo>
                      <a:lnTo>
                        <a:pt x="1541" y="1086"/>
                      </a:lnTo>
                      <a:close/>
                    </a:path>
                  </a:pathLst>
                </a:custGeom>
                <a:noFill/>
                <a:ln cap="flat" cmpd="sng" w="9525">
                  <a:solidFill>
                    <a:schemeClr val="lt1"/>
                  </a:solidFill>
                  <a:prstDash val="solid"/>
                  <a:round/>
                  <a:headEnd len="med" w="med" type="none"/>
                  <a:tailEnd len="med" w="med" type="none"/>
                </a:ln>
              </p:spPr>
            </p:sp>
          </p:grpSp>
          <p:grpSp>
            <p:nvGrpSpPr>
              <p:cNvPr id="1050" name="Google Shape;1050;p36"/>
              <p:cNvGrpSpPr/>
              <p:nvPr/>
            </p:nvGrpSpPr>
            <p:grpSpPr>
              <a:xfrm>
                <a:off x="-88848" y="407325"/>
                <a:ext cx="365298" cy="495625"/>
                <a:chOff x="-88848" y="407325"/>
                <a:chExt cx="365298" cy="495625"/>
              </a:xfrm>
            </p:grpSpPr>
            <p:sp>
              <p:nvSpPr>
                <p:cNvPr id="1051" name="Google Shape;1051;p36"/>
                <p:cNvSpPr/>
                <p:nvPr/>
              </p:nvSpPr>
              <p:spPr>
                <a:xfrm>
                  <a:off x="81800" y="407325"/>
                  <a:ext cx="194650" cy="206925"/>
                </a:xfrm>
                <a:custGeom>
                  <a:rect b="b" l="l" r="r" t="t"/>
                  <a:pathLst>
                    <a:path extrusionOk="0" h="8277" w="7786">
                      <a:moveTo>
                        <a:pt x="392" y="1112"/>
                      </a:moveTo>
                      <a:lnTo>
                        <a:pt x="0" y="3075"/>
                      </a:lnTo>
                      <a:lnTo>
                        <a:pt x="7786" y="8277"/>
                      </a:lnTo>
                      <a:lnTo>
                        <a:pt x="2421" y="0"/>
                      </a:lnTo>
                      <a:lnTo>
                        <a:pt x="981" y="360"/>
                      </a:lnTo>
                      <a:close/>
                    </a:path>
                  </a:pathLst>
                </a:custGeom>
                <a:noFill/>
                <a:ln cap="flat" cmpd="sng" w="9525">
                  <a:solidFill>
                    <a:schemeClr val="lt1"/>
                  </a:solidFill>
                  <a:prstDash val="solid"/>
                  <a:round/>
                  <a:headEnd len="med" w="med" type="none"/>
                  <a:tailEnd len="med" w="med" type="none"/>
                </a:ln>
              </p:spPr>
            </p:sp>
            <p:sp>
              <p:nvSpPr>
                <p:cNvPr id="1052" name="Google Shape;1052;p36"/>
                <p:cNvSpPr/>
                <p:nvPr/>
              </p:nvSpPr>
              <p:spPr>
                <a:xfrm>
                  <a:off x="-88848" y="438100"/>
                  <a:ext cx="173175" cy="464850"/>
                </a:xfrm>
                <a:custGeom>
                  <a:rect b="b" l="l" r="r" t="t"/>
                  <a:pathLst>
                    <a:path extrusionOk="0" h="18594" w="6927">
                      <a:moveTo>
                        <a:pt x="0" y="0"/>
                      </a:moveTo>
                      <a:lnTo>
                        <a:pt x="3322" y="18594"/>
                      </a:lnTo>
                      <a:lnTo>
                        <a:pt x="6927" y="116"/>
                      </a:lnTo>
                      <a:lnTo>
                        <a:pt x="5604" y="694"/>
                      </a:lnTo>
                      <a:lnTo>
                        <a:pt x="3487" y="1125"/>
                      </a:lnTo>
                      <a:lnTo>
                        <a:pt x="1611" y="886"/>
                      </a:lnTo>
                      <a:close/>
                    </a:path>
                  </a:pathLst>
                </a:custGeom>
                <a:noFill/>
                <a:ln cap="flat" cmpd="sng" w="9525">
                  <a:solidFill>
                    <a:schemeClr val="lt1"/>
                  </a:solidFill>
                  <a:prstDash val="solid"/>
                  <a:round/>
                  <a:headEnd len="med" w="med" type="none"/>
                  <a:tailEnd len="med" w="med" type="none"/>
                </a:ln>
              </p:spPr>
            </p:sp>
          </p:grpSp>
        </p:grpSp>
        <p:grpSp>
          <p:nvGrpSpPr>
            <p:cNvPr id="1053" name="Google Shape;1053;p36"/>
            <p:cNvGrpSpPr/>
            <p:nvPr/>
          </p:nvGrpSpPr>
          <p:grpSpPr>
            <a:xfrm>
              <a:off x="-88850" y="49763"/>
              <a:ext cx="656221" cy="853187"/>
              <a:chOff x="-88850" y="49763"/>
              <a:chExt cx="656221" cy="853187"/>
            </a:xfrm>
          </p:grpSpPr>
          <p:grpSp>
            <p:nvGrpSpPr>
              <p:cNvPr id="1054" name="Google Shape;1054;p36"/>
              <p:cNvGrpSpPr/>
              <p:nvPr/>
            </p:nvGrpSpPr>
            <p:grpSpPr>
              <a:xfrm rot="-5400000">
                <a:off x="137626" y="-16170"/>
                <a:ext cx="363812" cy="495678"/>
                <a:chOff x="-87326" y="407325"/>
                <a:chExt cx="363776" cy="495628"/>
              </a:xfrm>
            </p:grpSpPr>
            <p:sp>
              <p:nvSpPr>
                <p:cNvPr id="1055" name="Google Shape;1055;p36"/>
                <p:cNvSpPr/>
                <p:nvPr/>
              </p:nvSpPr>
              <p:spPr>
                <a:xfrm>
                  <a:off x="81800" y="407325"/>
                  <a:ext cx="194650" cy="206925"/>
                </a:xfrm>
                <a:custGeom>
                  <a:rect b="b" l="l" r="r" t="t"/>
                  <a:pathLst>
                    <a:path extrusionOk="0" h="8277" w="7786">
                      <a:moveTo>
                        <a:pt x="392" y="1112"/>
                      </a:moveTo>
                      <a:lnTo>
                        <a:pt x="0" y="3075"/>
                      </a:lnTo>
                      <a:lnTo>
                        <a:pt x="7786" y="8277"/>
                      </a:lnTo>
                      <a:lnTo>
                        <a:pt x="2421" y="0"/>
                      </a:lnTo>
                      <a:lnTo>
                        <a:pt x="981" y="360"/>
                      </a:lnTo>
                      <a:close/>
                    </a:path>
                  </a:pathLst>
                </a:custGeom>
                <a:noFill/>
                <a:ln cap="flat" cmpd="sng" w="9525">
                  <a:solidFill>
                    <a:schemeClr val="lt1"/>
                  </a:solidFill>
                  <a:prstDash val="solid"/>
                  <a:round/>
                  <a:headEnd len="med" w="med" type="none"/>
                  <a:tailEnd len="med" w="med" type="none"/>
                </a:ln>
              </p:spPr>
            </p:sp>
            <p:sp>
              <p:nvSpPr>
                <p:cNvPr id="1056" name="Google Shape;1056;p36"/>
                <p:cNvSpPr/>
                <p:nvPr/>
              </p:nvSpPr>
              <p:spPr>
                <a:xfrm>
                  <a:off x="-87326" y="441278"/>
                  <a:ext cx="177625" cy="461675"/>
                </a:xfrm>
                <a:custGeom>
                  <a:rect b="b" l="l" r="r" t="t"/>
                  <a:pathLst>
                    <a:path extrusionOk="0" h="18467" w="7105">
                      <a:moveTo>
                        <a:pt x="0" y="248"/>
                      </a:moveTo>
                      <a:lnTo>
                        <a:pt x="3376" y="18467"/>
                      </a:lnTo>
                      <a:lnTo>
                        <a:pt x="7105" y="0"/>
                      </a:lnTo>
                      <a:lnTo>
                        <a:pt x="5685" y="736"/>
                      </a:lnTo>
                      <a:lnTo>
                        <a:pt x="3309" y="1319"/>
                      </a:lnTo>
                      <a:lnTo>
                        <a:pt x="1167" y="914"/>
                      </a:lnTo>
                      <a:close/>
                    </a:path>
                  </a:pathLst>
                </a:custGeom>
                <a:noFill/>
                <a:ln cap="flat" cmpd="sng" w="9525">
                  <a:solidFill>
                    <a:schemeClr val="lt1"/>
                  </a:solidFill>
                  <a:prstDash val="solid"/>
                  <a:round/>
                  <a:headEnd len="med" w="med" type="none"/>
                  <a:tailEnd len="med" w="med" type="none"/>
                </a:ln>
              </p:spPr>
            </p:sp>
          </p:grpSp>
          <p:grpSp>
            <p:nvGrpSpPr>
              <p:cNvPr id="1057" name="Google Shape;1057;p36"/>
              <p:cNvGrpSpPr/>
              <p:nvPr/>
            </p:nvGrpSpPr>
            <p:grpSpPr>
              <a:xfrm>
                <a:off x="-88850" y="407325"/>
                <a:ext cx="365300" cy="495625"/>
                <a:chOff x="-88850" y="407325"/>
                <a:chExt cx="365300" cy="495625"/>
              </a:xfrm>
            </p:grpSpPr>
            <p:sp>
              <p:nvSpPr>
                <p:cNvPr id="1058" name="Google Shape;1058;p36"/>
                <p:cNvSpPr/>
                <p:nvPr/>
              </p:nvSpPr>
              <p:spPr>
                <a:xfrm>
                  <a:off x="81800" y="407325"/>
                  <a:ext cx="194650" cy="206925"/>
                </a:xfrm>
                <a:custGeom>
                  <a:rect b="b" l="l" r="r" t="t"/>
                  <a:pathLst>
                    <a:path extrusionOk="0" h="8277" w="7786">
                      <a:moveTo>
                        <a:pt x="392" y="1112"/>
                      </a:moveTo>
                      <a:lnTo>
                        <a:pt x="0" y="3075"/>
                      </a:lnTo>
                      <a:lnTo>
                        <a:pt x="7786" y="8277"/>
                      </a:lnTo>
                      <a:lnTo>
                        <a:pt x="2421" y="0"/>
                      </a:lnTo>
                      <a:lnTo>
                        <a:pt x="981" y="360"/>
                      </a:lnTo>
                      <a:close/>
                    </a:path>
                  </a:pathLst>
                </a:custGeom>
                <a:noFill/>
                <a:ln cap="flat" cmpd="sng" w="9525">
                  <a:solidFill>
                    <a:schemeClr val="lt1"/>
                  </a:solidFill>
                  <a:prstDash val="solid"/>
                  <a:round/>
                  <a:headEnd len="med" w="med" type="none"/>
                  <a:tailEnd len="med" w="med" type="none"/>
                </a:ln>
              </p:spPr>
            </p:sp>
            <p:sp>
              <p:nvSpPr>
                <p:cNvPr id="1059" name="Google Shape;1059;p36"/>
                <p:cNvSpPr/>
                <p:nvPr/>
              </p:nvSpPr>
              <p:spPr>
                <a:xfrm>
                  <a:off x="-88850" y="438375"/>
                  <a:ext cx="179150" cy="464575"/>
                </a:xfrm>
                <a:custGeom>
                  <a:rect b="b" l="l" r="r" t="t"/>
                  <a:pathLst>
                    <a:path extrusionOk="0" h="18583" w="7166">
                      <a:moveTo>
                        <a:pt x="0" y="0"/>
                      </a:moveTo>
                      <a:lnTo>
                        <a:pt x="3437" y="18583"/>
                      </a:lnTo>
                      <a:lnTo>
                        <a:pt x="7166" y="116"/>
                      </a:lnTo>
                      <a:lnTo>
                        <a:pt x="5746" y="852"/>
                      </a:lnTo>
                      <a:lnTo>
                        <a:pt x="3587" y="1310"/>
                      </a:lnTo>
                      <a:lnTo>
                        <a:pt x="2214" y="1048"/>
                      </a:lnTo>
                      <a:close/>
                    </a:path>
                  </a:pathLst>
                </a:custGeom>
                <a:noFill/>
                <a:ln cap="flat" cmpd="sng" w="9525">
                  <a:solidFill>
                    <a:schemeClr val="lt1"/>
                  </a:solidFill>
                  <a:prstDash val="solid"/>
                  <a:round/>
                  <a:headEnd len="med" w="med" type="none"/>
                  <a:tailEnd len="med" w="med" type="none"/>
                </a:ln>
              </p:spPr>
            </p:sp>
          </p:grpSp>
        </p:grpSp>
        <p:grpSp>
          <p:nvGrpSpPr>
            <p:cNvPr id="1060" name="Google Shape;1060;p36"/>
            <p:cNvGrpSpPr/>
            <p:nvPr/>
          </p:nvGrpSpPr>
          <p:grpSpPr>
            <a:xfrm>
              <a:off x="-675224" y="-344925"/>
              <a:ext cx="1350158" cy="1350158"/>
              <a:chOff x="4082250" y="2509500"/>
              <a:chExt cx="1390625" cy="1390625"/>
            </a:xfrm>
          </p:grpSpPr>
          <p:sp>
            <p:nvSpPr>
              <p:cNvPr id="1061" name="Google Shape;1061;p36"/>
              <p:cNvSpPr/>
              <p:nvPr/>
            </p:nvSpPr>
            <p:spPr>
              <a:xfrm>
                <a:off x="4480515" y="2912942"/>
                <a:ext cx="199680" cy="198563"/>
              </a:xfrm>
              <a:custGeom>
                <a:rect b="b" l="l" r="r" t="t"/>
                <a:pathLst>
                  <a:path extrusionOk="0" h="9544" w="9585">
                    <a:moveTo>
                      <a:pt x="143" y="0"/>
                    </a:moveTo>
                    <a:lnTo>
                      <a:pt x="0" y="144"/>
                    </a:lnTo>
                    <a:lnTo>
                      <a:pt x="9440" y="9543"/>
                    </a:lnTo>
                    <a:lnTo>
                      <a:pt x="9584" y="9399"/>
                    </a:lnTo>
                    <a:lnTo>
                      <a:pt x="1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6"/>
              <p:cNvSpPr/>
              <p:nvPr/>
            </p:nvSpPr>
            <p:spPr>
              <a:xfrm>
                <a:off x="4591200" y="3033925"/>
                <a:ext cx="7625" cy="48900"/>
              </a:xfrm>
              <a:custGeom>
                <a:rect b="b" l="l" r="r" t="t"/>
                <a:pathLst>
                  <a:path extrusionOk="0" h="1956" w="305">
                    <a:moveTo>
                      <a:pt x="253" y="0"/>
                    </a:moveTo>
                    <a:lnTo>
                      <a:pt x="0" y="1939"/>
                    </a:lnTo>
                    <a:lnTo>
                      <a:pt x="305" y="1955"/>
                    </a:lnTo>
                    <a:lnTo>
                      <a:pt x="2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6"/>
              <p:cNvSpPr/>
              <p:nvPr/>
            </p:nvSpPr>
            <p:spPr>
              <a:xfrm>
                <a:off x="4602925" y="3045875"/>
                <a:ext cx="7650" cy="56150"/>
              </a:xfrm>
              <a:custGeom>
                <a:rect b="b" l="l" r="r" t="t"/>
                <a:pathLst>
                  <a:path extrusionOk="0" h="2246" w="306">
                    <a:moveTo>
                      <a:pt x="270" y="1"/>
                    </a:moveTo>
                    <a:lnTo>
                      <a:pt x="1" y="2230"/>
                    </a:lnTo>
                    <a:lnTo>
                      <a:pt x="305" y="2245"/>
                    </a:lnTo>
                    <a:lnTo>
                      <a:pt x="305" y="2245"/>
                    </a:lnTo>
                    <a:lnTo>
                      <a:pt x="2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6"/>
              <p:cNvSpPr/>
              <p:nvPr/>
            </p:nvSpPr>
            <p:spPr>
              <a:xfrm>
                <a:off x="4613475" y="3056600"/>
                <a:ext cx="7650" cy="63100"/>
              </a:xfrm>
              <a:custGeom>
                <a:rect b="b" l="l" r="r" t="t"/>
                <a:pathLst>
                  <a:path extrusionOk="0" h="2524" w="306">
                    <a:moveTo>
                      <a:pt x="284" y="0"/>
                    </a:moveTo>
                    <a:lnTo>
                      <a:pt x="1" y="2508"/>
                    </a:lnTo>
                    <a:lnTo>
                      <a:pt x="305" y="252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6"/>
              <p:cNvSpPr/>
              <p:nvPr/>
            </p:nvSpPr>
            <p:spPr>
              <a:xfrm>
                <a:off x="4624575" y="3067675"/>
                <a:ext cx="7625" cy="66875"/>
              </a:xfrm>
              <a:custGeom>
                <a:rect b="b" l="l" r="r" t="t"/>
                <a:pathLst>
                  <a:path extrusionOk="0" h="2675" w="305">
                    <a:moveTo>
                      <a:pt x="291" y="1"/>
                    </a:moveTo>
                    <a:lnTo>
                      <a:pt x="0" y="2658"/>
                    </a:lnTo>
                    <a:lnTo>
                      <a:pt x="305" y="2674"/>
                    </a:lnTo>
                    <a:lnTo>
                      <a:pt x="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6"/>
              <p:cNvSpPr/>
              <p:nvPr/>
            </p:nvSpPr>
            <p:spPr>
              <a:xfrm>
                <a:off x="4636825" y="3080050"/>
                <a:ext cx="7625" cy="72700"/>
              </a:xfrm>
              <a:custGeom>
                <a:rect b="b" l="l" r="r" t="t"/>
                <a:pathLst>
                  <a:path extrusionOk="0" h="2908" w="305">
                    <a:moveTo>
                      <a:pt x="304" y="0"/>
                    </a:moveTo>
                    <a:lnTo>
                      <a:pt x="0" y="2891"/>
                    </a:lnTo>
                    <a:lnTo>
                      <a:pt x="305" y="2908"/>
                    </a:lnTo>
                    <a:lnTo>
                      <a:pt x="3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6"/>
              <p:cNvSpPr/>
              <p:nvPr/>
            </p:nvSpPr>
            <p:spPr>
              <a:xfrm>
                <a:off x="4522800" y="2960775"/>
                <a:ext cx="7625" cy="20700"/>
              </a:xfrm>
              <a:custGeom>
                <a:rect b="b" l="l" r="r" t="t"/>
                <a:pathLst>
                  <a:path extrusionOk="0" h="828" w="305">
                    <a:moveTo>
                      <a:pt x="194" y="0"/>
                    </a:moveTo>
                    <a:lnTo>
                      <a:pt x="0" y="811"/>
                    </a:lnTo>
                    <a:lnTo>
                      <a:pt x="304" y="828"/>
                    </a:lnTo>
                    <a:lnTo>
                      <a:pt x="304" y="828"/>
                    </a:lnTo>
                    <a:lnTo>
                      <a:pt x="1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6"/>
              <p:cNvSpPr/>
              <p:nvPr/>
            </p:nvSpPr>
            <p:spPr>
              <a:xfrm>
                <a:off x="4511275" y="2949200"/>
                <a:ext cx="7675" cy="15050"/>
              </a:xfrm>
              <a:custGeom>
                <a:rect b="b" l="l" r="r" t="t"/>
                <a:pathLst>
                  <a:path extrusionOk="0" h="602" w="307">
                    <a:moveTo>
                      <a:pt x="185" y="1"/>
                    </a:moveTo>
                    <a:lnTo>
                      <a:pt x="1" y="585"/>
                    </a:lnTo>
                    <a:lnTo>
                      <a:pt x="306" y="601"/>
                    </a:lnTo>
                    <a:lnTo>
                      <a:pt x="1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6"/>
              <p:cNvSpPr/>
              <p:nvPr/>
            </p:nvSpPr>
            <p:spPr>
              <a:xfrm>
                <a:off x="4502950" y="2937600"/>
                <a:ext cx="7650" cy="15075"/>
              </a:xfrm>
              <a:custGeom>
                <a:rect b="b" l="l" r="r" t="t"/>
                <a:pathLst>
                  <a:path extrusionOk="0" h="603" w="306">
                    <a:moveTo>
                      <a:pt x="183" y="1"/>
                    </a:moveTo>
                    <a:lnTo>
                      <a:pt x="1" y="587"/>
                    </a:lnTo>
                    <a:lnTo>
                      <a:pt x="305" y="602"/>
                    </a:lnTo>
                    <a:lnTo>
                      <a:pt x="1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6"/>
              <p:cNvSpPr/>
              <p:nvPr/>
            </p:nvSpPr>
            <p:spPr>
              <a:xfrm>
                <a:off x="4534600" y="2972725"/>
                <a:ext cx="7625" cy="26550"/>
              </a:xfrm>
              <a:custGeom>
                <a:rect b="b" l="l" r="r" t="t"/>
                <a:pathLst>
                  <a:path extrusionOk="0" h="1062" w="305">
                    <a:moveTo>
                      <a:pt x="207" y="1"/>
                    </a:moveTo>
                    <a:lnTo>
                      <a:pt x="1" y="1045"/>
                    </a:lnTo>
                    <a:lnTo>
                      <a:pt x="305" y="1062"/>
                    </a:lnTo>
                    <a:lnTo>
                      <a:pt x="305" y="1062"/>
                    </a:lnTo>
                    <a:lnTo>
                      <a:pt x="2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6"/>
              <p:cNvSpPr/>
              <p:nvPr/>
            </p:nvSpPr>
            <p:spPr>
              <a:xfrm>
                <a:off x="4545225" y="2983450"/>
                <a:ext cx="7650" cy="31800"/>
              </a:xfrm>
              <a:custGeom>
                <a:rect b="b" l="l" r="r" t="t"/>
                <a:pathLst>
                  <a:path extrusionOk="0" h="1272" w="306">
                    <a:moveTo>
                      <a:pt x="218" y="0"/>
                    </a:moveTo>
                    <a:lnTo>
                      <a:pt x="1" y="1255"/>
                    </a:lnTo>
                    <a:lnTo>
                      <a:pt x="305" y="1271"/>
                    </a:lnTo>
                    <a:lnTo>
                      <a:pt x="305" y="1271"/>
                    </a:lnTo>
                    <a:lnTo>
                      <a:pt x="2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6"/>
              <p:cNvSpPr/>
              <p:nvPr/>
            </p:nvSpPr>
            <p:spPr>
              <a:xfrm>
                <a:off x="4556225" y="2994525"/>
                <a:ext cx="7625" cy="37250"/>
              </a:xfrm>
              <a:custGeom>
                <a:rect b="b" l="l" r="r" t="t"/>
                <a:pathLst>
                  <a:path extrusionOk="0" h="1490" w="305">
                    <a:moveTo>
                      <a:pt x="229" y="1"/>
                    </a:moveTo>
                    <a:lnTo>
                      <a:pt x="0" y="1474"/>
                    </a:lnTo>
                    <a:lnTo>
                      <a:pt x="305" y="1490"/>
                    </a:lnTo>
                    <a:lnTo>
                      <a:pt x="305" y="1490"/>
                    </a:lnTo>
                    <a:lnTo>
                      <a:pt x="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6"/>
              <p:cNvSpPr/>
              <p:nvPr/>
            </p:nvSpPr>
            <p:spPr>
              <a:xfrm>
                <a:off x="4568450" y="3006850"/>
                <a:ext cx="7650" cy="43500"/>
              </a:xfrm>
              <a:custGeom>
                <a:rect b="b" l="l" r="r" t="t"/>
                <a:pathLst>
                  <a:path extrusionOk="0" h="1740" w="306">
                    <a:moveTo>
                      <a:pt x="244" y="1"/>
                    </a:moveTo>
                    <a:lnTo>
                      <a:pt x="0" y="1724"/>
                    </a:lnTo>
                    <a:lnTo>
                      <a:pt x="306" y="1739"/>
                    </a:lnTo>
                    <a:lnTo>
                      <a:pt x="2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6"/>
              <p:cNvSpPr/>
              <p:nvPr/>
            </p:nvSpPr>
            <p:spPr>
              <a:xfrm>
                <a:off x="4579450" y="3017950"/>
                <a:ext cx="7650" cy="48750"/>
              </a:xfrm>
              <a:custGeom>
                <a:rect b="b" l="l" r="r" t="t"/>
                <a:pathLst>
                  <a:path extrusionOk="0" h="1950" w="306">
                    <a:moveTo>
                      <a:pt x="255" y="1"/>
                    </a:moveTo>
                    <a:lnTo>
                      <a:pt x="1" y="1934"/>
                    </a:lnTo>
                    <a:lnTo>
                      <a:pt x="305" y="1950"/>
                    </a:lnTo>
                    <a:lnTo>
                      <a:pt x="2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6"/>
              <p:cNvSpPr/>
              <p:nvPr/>
            </p:nvSpPr>
            <p:spPr>
              <a:xfrm>
                <a:off x="4874349" y="3309220"/>
                <a:ext cx="194159" cy="193794"/>
              </a:xfrm>
              <a:custGeom>
                <a:rect b="b" l="l" r="r" t="t"/>
                <a:pathLst>
                  <a:path extrusionOk="0" h="9543" w="9581">
                    <a:moveTo>
                      <a:pt x="142" y="0"/>
                    </a:moveTo>
                    <a:lnTo>
                      <a:pt x="0" y="144"/>
                    </a:lnTo>
                    <a:lnTo>
                      <a:pt x="9438" y="9543"/>
                    </a:lnTo>
                    <a:lnTo>
                      <a:pt x="9581" y="9398"/>
                    </a:lnTo>
                    <a:lnTo>
                      <a:pt x="1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6"/>
              <p:cNvSpPr/>
              <p:nvPr/>
            </p:nvSpPr>
            <p:spPr>
              <a:xfrm>
                <a:off x="4950250" y="3333125"/>
                <a:ext cx="7625" cy="48875"/>
              </a:xfrm>
              <a:custGeom>
                <a:rect b="b" l="l" r="r" t="t"/>
                <a:pathLst>
                  <a:path extrusionOk="0" h="1955" w="305">
                    <a:moveTo>
                      <a:pt x="0" y="1"/>
                    </a:moveTo>
                    <a:lnTo>
                      <a:pt x="51" y="1955"/>
                    </a:lnTo>
                    <a:lnTo>
                      <a:pt x="305" y="1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6"/>
              <p:cNvSpPr/>
              <p:nvPr/>
            </p:nvSpPr>
            <p:spPr>
              <a:xfrm>
                <a:off x="4938475" y="3313900"/>
                <a:ext cx="7650" cy="56175"/>
              </a:xfrm>
              <a:custGeom>
                <a:rect b="b" l="l" r="r" t="t"/>
                <a:pathLst>
                  <a:path extrusionOk="0" h="2247" w="306">
                    <a:moveTo>
                      <a:pt x="1" y="1"/>
                    </a:moveTo>
                    <a:lnTo>
                      <a:pt x="36" y="2246"/>
                    </a:lnTo>
                    <a:lnTo>
                      <a:pt x="305" y="1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6"/>
              <p:cNvSpPr/>
              <p:nvPr/>
            </p:nvSpPr>
            <p:spPr>
              <a:xfrm>
                <a:off x="4927925" y="3296250"/>
                <a:ext cx="7650" cy="63100"/>
              </a:xfrm>
              <a:custGeom>
                <a:rect b="b" l="l" r="r" t="t"/>
                <a:pathLst>
                  <a:path extrusionOk="0" h="2524" w="306">
                    <a:moveTo>
                      <a:pt x="1" y="0"/>
                    </a:moveTo>
                    <a:lnTo>
                      <a:pt x="22" y="2524"/>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6"/>
              <p:cNvSpPr/>
              <p:nvPr/>
            </p:nvSpPr>
            <p:spPr>
              <a:xfrm>
                <a:off x="4916850" y="3281400"/>
                <a:ext cx="7625" cy="66850"/>
              </a:xfrm>
              <a:custGeom>
                <a:rect b="b" l="l" r="r" t="t"/>
                <a:pathLst>
                  <a:path extrusionOk="0" h="2674" w="305">
                    <a:moveTo>
                      <a:pt x="0" y="1"/>
                    </a:moveTo>
                    <a:lnTo>
                      <a:pt x="14" y="2673"/>
                    </a:lnTo>
                    <a:lnTo>
                      <a:pt x="305" y="1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6"/>
              <p:cNvSpPr/>
              <p:nvPr/>
            </p:nvSpPr>
            <p:spPr>
              <a:xfrm>
                <a:off x="5018675" y="3434475"/>
                <a:ext cx="7625" cy="20675"/>
              </a:xfrm>
              <a:custGeom>
                <a:rect b="b" l="l" r="r" t="t"/>
                <a:pathLst>
                  <a:path extrusionOk="0" h="827" w="305">
                    <a:moveTo>
                      <a:pt x="1" y="0"/>
                    </a:moveTo>
                    <a:lnTo>
                      <a:pt x="110" y="827"/>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6"/>
              <p:cNvSpPr/>
              <p:nvPr/>
            </p:nvSpPr>
            <p:spPr>
              <a:xfrm>
                <a:off x="5030100" y="3451675"/>
                <a:ext cx="7650" cy="15075"/>
              </a:xfrm>
              <a:custGeom>
                <a:rect b="b" l="l" r="r" t="t"/>
                <a:pathLst>
                  <a:path extrusionOk="0" h="603" w="306">
                    <a:moveTo>
                      <a:pt x="1" y="1"/>
                    </a:moveTo>
                    <a:lnTo>
                      <a:pt x="122" y="602"/>
                    </a:lnTo>
                    <a:lnTo>
                      <a:pt x="305" y="1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6"/>
              <p:cNvSpPr/>
              <p:nvPr/>
            </p:nvSpPr>
            <p:spPr>
              <a:xfrm>
                <a:off x="5038500" y="3463250"/>
                <a:ext cx="7625" cy="15075"/>
              </a:xfrm>
              <a:custGeom>
                <a:rect b="b" l="l" r="r" t="t"/>
                <a:pathLst>
                  <a:path extrusionOk="0" h="603" w="305">
                    <a:moveTo>
                      <a:pt x="0" y="1"/>
                    </a:moveTo>
                    <a:lnTo>
                      <a:pt x="122" y="602"/>
                    </a:lnTo>
                    <a:lnTo>
                      <a:pt x="304" y="1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6"/>
              <p:cNvSpPr/>
              <p:nvPr/>
            </p:nvSpPr>
            <p:spPr>
              <a:xfrm>
                <a:off x="5006850" y="3416675"/>
                <a:ext cx="7625" cy="26575"/>
              </a:xfrm>
              <a:custGeom>
                <a:rect b="b" l="l" r="r" t="t"/>
                <a:pathLst>
                  <a:path extrusionOk="0" h="1063" w="305">
                    <a:moveTo>
                      <a:pt x="0" y="0"/>
                    </a:moveTo>
                    <a:lnTo>
                      <a:pt x="97" y="1062"/>
                    </a:lnTo>
                    <a:lnTo>
                      <a:pt x="304" y="1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6"/>
              <p:cNvSpPr/>
              <p:nvPr/>
            </p:nvSpPr>
            <p:spPr>
              <a:xfrm>
                <a:off x="4996175" y="3400700"/>
                <a:ext cx="7650" cy="31825"/>
              </a:xfrm>
              <a:custGeom>
                <a:rect b="b" l="l" r="r" t="t"/>
                <a:pathLst>
                  <a:path extrusionOk="0" h="1273" w="306">
                    <a:moveTo>
                      <a:pt x="1" y="1"/>
                    </a:moveTo>
                    <a:lnTo>
                      <a:pt x="88" y="1273"/>
                    </a:lnTo>
                    <a:lnTo>
                      <a:pt x="305" y="1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6"/>
              <p:cNvSpPr/>
              <p:nvPr/>
            </p:nvSpPr>
            <p:spPr>
              <a:xfrm>
                <a:off x="4985200" y="3384175"/>
                <a:ext cx="7625" cy="37225"/>
              </a:xfrm>
              <a:custGeom>
                <a:rect b="b" l="l" r="r" t="t"/>
                <a:pathLst>
                  <a:path extrusionOk="0" h="1489" w="305">
                    <a:moveTo>
                      <a:pt x="0" y="0"/>
                    </a:moveTo>
                    <a:lnTo>
                      <a:pt x="76" y="1488"/>
                    </a:lnTo>
                    <a:lnTo>
                      <a:pt x="305" y="1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6"/>
              <p:cNvSpPr/>
              <p:nvPr/>
            </p:nvSpPr>
            <p:spPr>
              <a:xfrm>
                <a:off x="4972975" y="3365550"/>
                <a:ext cx="7625" cy="43550"/>
              </a:xfrm>
              <a:custGeom>
                <a:rect b="b" l="l" r="r" t="t"/>
                <a:pathLst>
                  <a:path extrusionOk="0" h="1742" w="305">
                    <a:moveTo>
                      <a:pt x="0" y="1"/>
                    </a:moveTo>
                    <a:lnTo>
                      <a:pt x="61" y="1741"/>
                    </a:lnTo>
                    <a:lnTo>
                      <a:pt x="305"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6"/>
              <p:cNvSpPr/>
              <p:nvPr/>
            </p:nvSpPr>
            <p:spPr>
              <a:xfrm>
                <a:off x="4961950" y="3349225"/>
                <a:ext cx="7650" cy="48750"/>
              </a:xfrm>
              <a:custGeom>
                <a:rect b="b" l="l" r="r" t="t"/>
                <a:pathLst>
                  <a:path extrusionOk="0" h="1950" w="306">
                    <a:moveTo>
                      <a:pt x="1" y="0"/>
                    </a:moveTo>
                    <a:lnTo>
                      <a:pt x="51" y="1949"/>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6"/>
              <p:cNvSpPr/>
              <p:nvPr/>
            </p:nvSpPr>
            <p:spPr>
              <a:xfrm>
                <a:off x="4894475" y="3023825"/>
                <a:ext cx="48850" cy="7650"/>
              </a:xfrm>
              <a:custGeom>
                <a:rect b="b" l="l" r="r" t="t"/>
                <a:pathLst>
                  <a:path extrusionOk="0" h="306" w="1954">
                    <a:moveTo>
                      <a:pt x="16" y="1"/>
                    </a:moveTo>
                    <a:lnTo>
                      <a:pt x="1" y="305"/>
                    </a:lnTo>
                    <a:lnTo>
                      <a:pt x="1954" y="255"/>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6"/>
              <p:cNvSpPr/>
              <p:nvPr/>
            </p:nvSpPr>
            <p:spPr>
              <a:xfrm>
                <a:off x="4875275" y="3035600"/>
                <a:ext cx="56150" cy="7625"/>
              </a:xfrm>
              <a:custGeom>
                <a:rect b="b" l="l" r="r" t="t"/>
                <a:pathLst>
                  <a:path extrusionOk="0" h="305" w="2246">
                    <a:moveTo>
                      <a:pt x="17" y="0"/>
                    </a:moveTo>
                    <a:lnTo>
                      <a:pt x="0" y="305"/>
                    </a:lnTo>
                    <a:lnTo>
                      <a:pt x="0" y="305"/>
                    </a:lnTo>
                    <a:lnTo>
                      <a:pt x="2245" y="270"/>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6"/>
              <p:cNvSpPr/>
              <p:nvPr/>
            </p:nvSpPr>
            <p:spPr>
              <a:xfrm>
                <a:off x="4857600" y="3046150"/>
                <a:ext cx="63100" cy="7625"/>
              </a:xfrm>
              <a:custGeom>
                <a:rect b="b" l="l" r="r" t="t"/>
                <a:pathLst>
                  <a:path extrusionOk="0" h="305" w="2524">
                    <a:moveTo>
                      <a:pt x="16" y="0"/>
                    </a:moveTo>
                    <a:lnTo>
                      <a:pt x="0" y="305"/>
                    </a:lnTo>
                    <a:lnTo>
                      <a:pt x="2524" y="284"/>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6"/>
              <p:cNvSpPr/>
              <p:nvPr/>
            </p:nvSpPr>
            <p:spPr>
              <a:xfrm>
                <a:off x="4995800" y="2955400"/>
                <a:ext cx="20700" cy="7625"/>
              </a:xfrm>
              <a:custGeom>
                <a:rect b="b" l="l" r="r" t="t"/>
                <a:pathLst>
                  <a:path extrusionOk="0" h="305" w="828">
                    <a:moveTo>
                      <a:pt x="16" y="1"/>
                    </a:moveTo>
                    <a:lnTo>
                      <a:pt x="0" y="305"/>
                    </a:lnTo>
                    <a:lnTo>
                      <a:pt x="828" y="197"/>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6"/>
              <p:cNvSpPr/>
              <p:nvPr/>
            </p:nvSpPr>
            <p:spPr>
              <a:xfrm>
                <a:off x="5013025" y="2943975"/>
                <a:ext cx="15050" cy="7600"/>
              </a:xfrm>
              <a:custGeom>
                <a:rect b="b" l="l" r="r" t="t"/>
                <a:pathLst>
                  <a:path extrusionOk="0" h="304" w="602">
                    <a:moveTo>
                      <a:pt x="16" y="0"/>
                    </a:moveTo>
                    <a:lnTo>
                      <a:pt x="1" y="304"/>
                    </a:lnTo>
                    <a:lnTo>
                      <a:pt x="601" y="183"/>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6"/>
              <p:cNvSpPr/>
              <p:nvPr/>
            </p:nvSpPr>
            <p:spPr>
              <a:xfrm>
                <a:off x="5024600" y="2935600"/>
                <a:ext cx="15050" cy="7600"/>
              </a:xfrm>
              <a:custGeom>
                <a:rect b="b" l="l" r="r" t="t"/>
                <a:pathLst>
                  <a:path extrusionOk="0" h="304" w="602">
                    <a:moveTo>
                      <a:pt x="17" y="0"/>
                    </a:moveTo>
                    <a:lnTo>
                      <a:pt x="1" y="304"/>
                    </a:lnTo>
                    <a:lnTo>
                      <a:pt x="601" y="183"/>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6"/>
              <p:cNvSpPr/>
              <p:nvPr/>
            </p:nvSpPr>
            <p:spPr>
              <a:xfrm>
                <a:off x="4978000" y="2967275"/>
                <a:ext cx="26575" cy="7625"/>
              </a:xfrm>
              <a:custGeom>
                <a:rect b="b" l="l" r="r" t="t"/>
                <a:pathLst>
                  <a:path extrusionOk="0" h="305" w="1063">
                    <a:moveTo>
                      <a:pt x="16" y="0"/>
                    </a:moveTo>
                    <a:lnTo>
                      <a:pt x="1" y="305"/>
                    </a:lnTo>
                    <a:lnTo>
                      <a:pt x="1062" y="207"/>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6"/>
              <p:cNvSpPr/>
              <p:nvPr/>
            </p:nvSpPr>
            <p:spPr>
              <a:xfrm>
                <a:off x="4962050" y="2977900"/>
                <a:ext cx="31825" cy="7625"/>
              </a:xfrm>
              <a:custGeom>
                <a:rect b="b" l="l" r="r" t="t"/>
                <a:pathLst>
                  <a:path extrusionOk="0" h="305" w="1273">
                    <a:moveTo>
                      <a:pt x="16" y="0"/>
                    </a:moveTo>
                    <a:lnTo>
                      <a:pt x="1" y="305"/>
                    </a:lnTo>
                    <a:lnTo>
                      <a:pt x="1" y="305"/>
                    </a:lnTo>
                    <a:lnTo>
                      <a:pt x="1272" y="218"/>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6"/>
              <p:cNvSpPr/>
              <p:nvPr/>
            </p:nvSpPr>
            <p:spPr>
              <a:xfrm>
                <a:off x="4945500" y="2988875"/>
                <a:ext cx="37250" cy="7650"/>
              </a:xfrm>
              <a:custGeom>
                <a:rect b="b" l="l" r="r" t="t"/>
                <a:pathLst>
                  <a:path extrusionOk="0" h="306" w="1490">
                    <a:moveTo>
                      <a:pt x="16" y="1"/>
                    </a:moveTo>
                    <a:lnTo>
                      <a:pt x="1" y="305"/>
                    </a:lnTo>
                    <a:lnTo>
                      <a:pt x="1" y="305"/>
                    </a:lnTo>
                    <a:lnTo>
                      <a:pt x="1489" y="230"/>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6"/>
              <p:cNvSpPr/>
              <p:nvPr/>
            </p:nvSpPr>
            <p:spPr>
              <a:xfrm>
                <a:off x="4926900" y="3001125"/>
                <a:ext cx="43525" cy="7650"/>
              </a:xfrm>
              <a:custGeom>
                <a:rect b="b" l="l" r="r" t="t"/>
                <a:pathLst>
                  <a:path extrusionOk="0" h="306" w="1741">
                    <a:moveTo>
                      <a:pt x="17" y="1"/>
                    </a:moveTo>
                    <a:lnTo>
                      <a:pt x="1" y="305"/>
                    </a:lnTo>
                    <a:lnTo>
                      <a:pt x="1740" y="243"/>
                    </a:lnTo>
                    <a:lnTo>
                      <a:pt x="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6"/>
              <p:cNvSpPr/>
              <p:nvPr/>
            </p:nvSpPr>
            <p:spPr>
              <a:xfrm>
                <a:off x="4910550" y="3012125"/>
                <a:ext cx="48750" cy="7625"/>
              </a:xfrm>
              <a:custGeom>
                <a:rect b="b" l="l" r="r" t="t"/>
                <a:pathLst>
                  <a:path extrusionOk="0" h="305" w="1950">
                    <a:moveTo>
                      <a:pt x="18" y="0"/>
                    </a:moveTo>
                    <a:lnTo>
                      <a:pt x="0" y="305"/>
                    </a:lnTo>
                    <a:lnTo>
                      <a:pt x="1949" y="254"/>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6"/>
              <p:cNvSpPr/>
              <p:nvPr/>
            </p:nvSpPr>
            <p:spPr>
              <a:xfrm>
                <a:off x="4480618" y="3300957"/>
                <a:ext cx="194156" cy="193785"/>
              </a:xfrm>
              <a:custGeom>
                <a:rect b="b" l="l" r="r" t="t"/>
                <a:pathLst>
                  <a:path extrusionOk="0" h="9585" w="9542">
                    <a:moveTo>
                      <a:pt x="9399" y="1"/>
                    </a:moveTo>
                    <a:lnTo>
                      <a:pt x="0" y="9440"/>
                    </a:lnTo>
                    <a:lnTo>
                      <a:pt x="143" y="9585"/>
                    </a:lnTo>
                    <a:lnTo>
                      <a:pt x="9542" y="145"/>
                    </a:lnTo>
                    <a:lnTo>
                      <a:pt x="9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6"/>
              <p:cNvSpPr/>
              <p:nvPr/>
            </p:nvSpPr>
            <p:spPr>
              <a:xfrm>
                <a:off x="4601625" y="3376425"/>
                <a:ext cx="48900" cy="7675"/>
              </a:xfrm>
              <a:custGeom>
                <a:rect b="b" l="l" r="r" t="t"/>
                <a:pathLst>
                  <a:path extrusionOk="0" h="307" w="1956">
                    <a:moveTo>
                      <a:pt x="1955" y="1"/>
                    </a:moveTo>
                    <a:lnTo>
                      <a:pt x="0" y="51"/>
                    </a:lnTo>
                    <a:lnTo>
                      <a:pt x="1939" y="306"/>
                    </a:lnTo>
                    <a:lnTo>
                      <a:pt x="19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6"/>
              <p:cNvSpPr/>
              <p:nvPr/>
            </p:nvSpPr>
            <p:spPr>
              <a:xfrm>
                <a:off x="4613525" y="3364675"/>
                <a:ext cx="56175" cy="7625"/>
              </a:xfrm>
              <a:custGeom>
                <a:rect b="b" l="l" r="r" t="t"/>
                <a:pathLst>
                  <a:path extrusionOk="0" h="305" w="2247">
                    <a:moveTo>
                      <a:pt x="2247" y="0"/>
                    </a:moveTo>
                    <a:lnTo>
                      <a:pt x="1" y="36"/>
                    </a:lnTo>
                    <a:lnTo>
                      <a:pt x="2231" y="305"/>
                    </a:lnTo>
                    <a:lnTo>
                      <a:pt x="22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6"/>
              <p:cNvSpPr/>
              <p:nvPr/>
            </p:nvSpPr>
            <p:spPr>
              <a:xfrm>
                <a:off x="4624300" y="3354150"/>
                <a:ext cx="63100" cy="7625"/>
              </a:xfrm>
              <a:custGeom>
                <a:rect b="b" l="l" r="r" t="t"/>
                <a:pathLst>
                  <a:path extrusionOk="0" h="305" w="2524">
                    <a:moveTo>
                      <a:pt x="2524" y="1"/>
                    </a:moveTo>
                    <a:lnTo>
                      <a:pt x="0" y="21"/>
                    </a:lnTo>
                    <a:lnTo>
                      <a:pt x="2507" y="305"/>
                    </a:lnTo>
                    <a:lnTo>
                      <a:pt x="25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6"/>
              <p:cNvSpPr/>
              <p:nvPr/>
            </p:nvSpPr>
            <p:spPr>
              <a:xfrm>
                <a:off x="4635370" y="3343056"/>
                <a:ext cx="63036" cy="7648"/>
              </a:xfrm>
              <a:custGeom>
                <a:rect b="b" l="l" r="r" t="t"/>
                <a:pathLst>
                  <a:path extrusionOk="0" h="306" w="2673">
                    <a:moveTo>
                      <a:pt x="2673" y="1"/>
                    </a:moveTo>
                    <a:lnTo>
                      <a:pt x="1" y="14"/>
                    </a:lnTo>
                    <a:lnTo>
                      <a:pt x="2657" y="305"/>
                    </a:lnTo>
                    <a:lnTo>
                      <a:pt x="26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6"/>
              <p:cNvSpPr/>
              <p:nvPr/>
            </p:nvSpPr>
            <p:spPr>
              <a:xfrm>
                <a:off x="4528475" y="3444850"/>
                <a:ext cx="20700" cy="7675"/>
              </a:xfrm>
              <a:custGeom>
                <a:rect b="b" l="l" r="r" t="t"/>
                <a:pathLst>
                  <a:path extrusionOk="0" h="307" w="828">
                    <a:moveTo>
                      <a:pt x="828" y="0"/>
                    </a:moveTo>
                    <a:lnTo>
                      <a:pt x="0" y="111"/>
                    </a:lnTo>
                    <a:lnTo>
                      <a:pt x="811" y="307"/>
                    </a:lnTo>
                    <a:lnTo>
                      <a:pt x="8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6"/>
              <p:cNvSpPr/>
              <p:nvPr/>
            </p:nvSpPr>
            <p:spPr>
              <a:xfrm>
                <a:off x="4516875" y="3456325"/>
                <a:ext cx="15050" cy="7625"/>
              </a:xfrm>
              <a:custGeom>
                <a:rect b="b" l="l" r="r" t="t"/>
                <a:pathLst>
                  <a:path extrusionOk="0" h="305" w="602">
                    <a:moveTo>
                      <a:pt x="601" y="0"/>
                    </a:moveTo>
                    <a:lnTo>
                      <a:pt x="1" y="122"/>
                    </a:lnTo>
                    <a:lnTo>
                      <a:pt x="586" y="305"/>
                    </a:lnTo>
                    <a:lnTo>
                      <a:pt x="6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6"/>
              <p:cNvSpPr/>
              <p:nvPr/>
            </p:nvSpPr>
            <p:spPr>
              <a:xfrm>
                <a:off x="4505300" y="3464675"/>
                <a:ext cx="15050" cy="7625"/>
              </a:xfrm>
              <a:custGeom>
                <a:rect b="b" l="l" r="r" t="t"/>
                <a:pathLst>
                  <a:path extrusionOk="0" h="305" w="602">
                    <a:moveTo>
                      <a:pt x="601" y="1"/>
                    </a:moveTo>
                    <a:lnTo>
                      <a:pt x="1" y="123"/>
                    </a:lnTo>
                    <a:lnTo>
                      <a:pt x="587" y="305"/>
                    </a:lnTo>
                    <a:lnTo>
                      <a:pt x="6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6"/>
              <p:cNvSpPr/>
              <p:nvPr/>
            </p:nvSpPr>
            <p:spPr>
              <a:xfrm>
                <a:off x="4540375" y="3433025"/>
                <a:ext cx="26575" cy="7625"/>
              </a:xfrm>
              <a:custGeom>
                <a:rect b="b" l="l" r="r" t="t"/>
                <a:pathLst>
                  <a:path extrusionOk="0" h="305" w="1063">
                    <a:moveTo>
                      <a:pt x="1062" y="1"/>
                    </a:moveTo>
                    <a:lnTo>
                      <a:pt x="1" y="99"/>
                    </a:lnTo>
                    <a:lnTo>
                      <a:pt x="1047" y="305"/>
                    </a:lnTo>
                    <a:lnTo>
                      <a:pt x="10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6"/>
              <p:cNvSpPr/>
              <p:nvPr/>
            </p:nvSpPr>
            <p:spPr>
              <a:xfrm>
                <a:off x="4551100" y="3422400"/>
                <a:ext cx="31850" cy="7625"/>
              </a:xfrm>
              <a:custGeom>
                <a:rect b="b" l="l" r="r" t="t"/>
                <a:pathLst>
                  <a:path extrusionOk="0" h="305" w="1274">
                    <a:moveTo>
                      <a:pt x="1273" y="1"/>
                    </a:moveTo>
                    <a:lnTo>
                      <a:pt x="1" y="87"/>
                    </a:lnTo>
                    <a:lnTo>
                      <a:pt x="1257" y="305"/>
                    </a:lnTo>
                    <a:lnTo>
                      <a:pt x="12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6"/>
              <p:cNvSpPr/>
              <p:nvPr/>
            </p:nvSpPr>
            <p:spPr>
              <a:xfrm>
                <a:off x="4562200" y="3411375"/>
                <a:ext cx="37275" cy="7650"/>
              </a:xfrm>
              <a:custGeom>
                <a:rect b="b" l="l" r="r" t="t"/>
                <a:pathLst>
                  <a:path extrusionOk="0" h="306" w="1491">
                    <a:moveTo>
                      <a:pt x="1490" y="1"/>
                    </a:moveTo>
                    <a:lnTo>
                      <a:pt x="1" y="76"/>
                    </a:lnTo>
                    <a:lnTo>
                      <a:pt x="1474" y="305"/>
                    </a:lnTo>
                    <a:lnTo>
                      <a:pt x="14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6"/>
              <p:cNvSpPr/>
              <p:nvPr/>
            </p:nvSpPr>
            <p:spPr>
              <a:xfrm>
                <a:off x="4574550" y="3399150"/>
                <a:ext cx="43500" cy="7650"/>
              </a:xfrm>
              <a:custGeom>
                <a:rect b="b" l="l" r="r" t="t"/>
                <a:pathLst>
                  <a:path extrusionOk="0" h="306" w="1740">
                    <a:moveTo>
                      <a:pt x="1739" y="1"/>
                    </a:moveTo>
                    <a:lnTo>
                      <a:pt x="1" y="63"/>
                    </a:lnTo>
                    <a:lnTo>
                      <a:pt x="1724" y="305"/>
                    </a:lnTo>
                    <a:lnTo>
                      <a:pt x="17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6"/>
              <p:cNvSpPr/>
              <p:nvPr/>
            </p:nvSpPr>
            <p:spPr>
              <a:xfrm>
                <a:off x="4585650" y="3388175"/>
                <a:ext cx="48750" cy="7625"/>
              </a:xfrm>
              <a:custGeom>
                <a:rect b="b" l="l" r="r" t="t"/>
                <a:pathLst>
                  <a:path extrusionOk="0" h="305" w="1950">
                    <a:moveTo>
                      <a:pt x="1949" y="0"/>
                    </a:moveTo>
                    <a:lnTo>
                      <a:pt x="0" y="50"/>
                    </a:lnTo>
                    <a:lnTo>
                      <a:pt x="1934" y="305"/>
                    </a:lnTo>
                    <a:lnTo>
                      <a:pt x="19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6"/>
              <p:cNvSpPr/>
              <p:nvPr/>
            </p:nvSpPr>
            <p:spPr>
              <a:xfrm>
                <a:off x="4770940" y="2628694"/>
                <a:ext cx="8085" cy="437997"/>
              </a:xfrm>
              <a:custGeom>
                <a:rect b="b" l="l" r="r" t="t"/>
                <a:pathLst>
                  <a:path extrusionOk="0" h="18664" w="323">
                    <a:moveTo>
                      <a:pt x="1" y="0"/>
                    </a:moveTo>
                    <a:lnTo>
                      <a:pt x="39" y="18664"/>
                    </a:lnTo>
                    <a:lnTo>
                      <a:pt x="323" y="1866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6"/>
              <p:cNvSpPr/>
              <p:nvPr/>
            </p:nvSpPr>
            <p:spPr>
              <a:xfrm>
                <a:off x="4686436" y="2975701"/>
                <a:ext cx="85025" cy="77375"/>
              </a:xfrm>
              <a:custGeom>
                <a:rect b="b" l="l" r="r" t="t"/>
                <a:pathLst>
                  <a:path extrusionOk="0" h="3095" w="3401">
                    <a:moveTo>
                      <a:pt x="3400" y="1"/>
                    </a:moveTo>
                    <a:lnTo>
                      <a:pt x="1" y="2776"/>
                    </a:lnTo>
                    <a:lnTo>
                      <a:pt x="287" y="3094"/>
                    </a:lnTo>
                    <a:lnTo>
                      <a:pt x="34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6"/>
              <p:cNvSpPr/>
              <p:nvPr/>
            </p:nvSpPr>
            <p:spPr>
              <a:xfrm>
                <a:off x="4679838" y="3002216"/>
                <a:ext cx="85050" cy="77350"/>
              </a:xfrm>
              <a:custGeom>
                <a:rect b="b" l="l" r="r" t="t"/>
                <a:pathLst>
                  <a:path extrusionOk="0" h="3094" w="3402">
                    <a:moveTo>
                      <a:pt x="3402" y="0"/>
                    </a:moveTo>
                    <a:lnTo>
                      <a:pt x="1" y="2776"/>
                    </a:lnTo>
                    <a:lnTo>
                      <a:pt x="287" y="3094"/>
                    </a:lnTo>
                    <a:lnTo>
                      <a:pt x="34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6"/>
              <p:cNvSpPr/>
              <p:nvPr/>
            </p:nvSpPr>
            <p:spPr>
              <a:xfrm>
                <a:off x="4686900" y="3020500"/>
                <a:ext cx="85000" cy="77350"/>
              </a:xfrm>
              <a:custGeom>
                <a:rect b="b" l="l" r="r" t="t"/>
                <a:pathLst>
                  <a:path extrusionOk="0" h="3094" w="3400">
                    <a:moveTo>
                      <a:pt x="3400" y="1"/>
                    </a:moveTo>
                    <a:lnTo>
                      <a:pt x="0" y="2776"/>
                    </a:lnTo>
                    <a:lnTo>
                      <a:pt x="287" y="3094"/>
                    </a:lnTo>
                    <a:lnTo>
                      <a:pt x="34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6"/>
              <p:cNvSpPr/>
              <p:nvPr/>
            </p:nvSpPr>
            <p:spPr>
              <a:xfrm>
                <a:off x="4716275" y="2860950"/>
                <a:ext cx="54300" cy="49700"/>
              </a:xfrm>
              <a:custGeom>
                <a:rect b="b" l="l" r="r" t="t"/>
                <a:pathLst>
                  <a:path extrusionOk="0" h="1988" w="2172">
                    <a:moveTo>
                      <a:pt x="2171" y="0"/>
                    </a:moveTo>
                    <a:lnTo>
                      <a:pt x="0" y="1671"/>
                    </a:lnTo>
                    <a:lnTo>
                      <a:pt x="285" y="1987"/>
                    </a:lnTo>
                    <a:lnTo>
                      <a:pt x="21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6"/>
              <p:cNvSpPr/>
              <p:nvPr/>
            </p:nvSpPr>
            <p:spPr>
              <a:xfrm>
                <a:off x="4708900" y="2884800"/>
                <a:ext cx="61875" cy="56525"/>
              </a:xfrm>
              <a:custGeom>
                <a:rect b="b" l="l" r="r" t="t"/>
                <a:pathLst>
                  <a:path extrusionOk="0" h="2261" w="2475">
                    <a:moveTo>
                      <a:pt x="2474" y="1"/>
                    </a:moveTo>
                    <a:lnTo>
                      <a:pt x="0" y="1942"/>
                    </a:lnTo>
                    <a:lnTo>
                      <a:pt x="285" y="2260"/>
                    </a:lnTo>
                    <a:lnTo>
                      <a:pt x="24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6"/>
              <p:cNvSpPr/>
              <p:nvPr/>
            </p:nvSpPr>
            <p:spPr>
              <a:xfrm>
                <a:off x="4701800" y="2906200"/>
                <a:ext cx="69150" cy="63075"/>
              </a:xfrm>
              <a:custGeom>
                <a:rect b="b" l="l" r="r" t="t"/>
                <a:pathLst>
                  <a:path extrusionOk="0" h="2523" w="2766">
                    <a:moveTo>
                      <a:pt x="2766" y="1"/>
                    </a:moveTo>
                    <a:lnTo>
                      <a:pt x="0" y="2205"/>
                    </a:lnTo>
                    <a:lnTo>
                      <a:pt x="286" y="2523"/>
                    </a:lnTo>
                    <a:lnTo>
                      <a:pt x="27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6"/>
              <p:cNvSpPr/>
              <p:nvPr/>
            </p:nvSpPr>
            <p:spPr>
              <a:xfrm>
                <a:off x="4698075" y="2928400"/>
                <a:ext cx="73050" cy="66550"/>
              </a:xfrm>
              <a:custGeom>
                <a:rect b="b" l="l" r="r" t="t"/>
                <a:pathLst>
                  <a:path extrusionOk="0" h="2662" w="2922">
                    <a:moveTo>
                      <a:pt x="2922" y="0"/>
                    </a:moveTo>
                    <a:lnTo>
                      <a:pt x="1" y="2343"/>
                    </a:lnTo>
                    <a:lnTo>
                      <a:pt x="287" y="2661"/>
                    </a:lnTo>
                    <a:lnTo>
                      <a:pt x="29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6"/>
              <p:cNvSpPr/>
              <p:nvPr/>
            </p:nvSpPr>
            <p:spPr>
              <a:xfrm>
                <a:off x="4692175" y="2953050"/>
                <a:ext cx="79175" cy="72100"/>
              </a:xfrm>
              <a:custGeom>
                <a:rect b="b" l="l" r="r" t="t"/>
                <a:pathLst>
                  <a:path extrusionOk="0" h="2884" w="3167">
                    <a:moveTo>
                      <a:pt x="3166" y="1"/>
                    </a:moveTo>
                    <a:lnTo>
                      <a:pt x="1" y="2566"/>
                    </a:lnTo>
                    <a:lnTo>
                      <a:pt x="287" y="2883"/>
                    </a:lnTo>
                    <a:lnTo>
                      <a:pt x="31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6"/>
              <p:cNvSpPr/>
              <p:nvPr/>
            </p:nvSpPr>
            <p:spPr>
              <a:xfrm>
                <a:off x="4748875" y="2719225"/>
                <a:ext cx="24950" cy="23250"/>
              </a:xfrm>
              <a:custGeom>
                <a:rect b="b" l="l" r="r" t="t"/>
                <a:pathLst>
                  <a:path extrusionOk="0" h="930" w="998">
                    <a:moveTo>
                      <a:pt x="997" y="1"/>
                    </a:moveTo>
                    <a:lnTo>
                      <a:pt x="0" y="613"/>
                    </a:lnTo>
                    <a:lnTo>
                      <a:pt x="286" y="929"/>
                    </a:lnTo>
                    <a:lnTo>
                      <a:pt x="9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6"/>
              <p:cNvSpPr/>
              <p:nvPr/>
            </p:nvSpPr>
            <p:spPr>
              <a:xfrm>
                <a:off x="4754575" y="2696150"/>
                <a:ext cx="19025" cy="17900"/>
              </a:xfrm>
              <a:custGeom>
                <a:rect b="b" l="l" r="r" t="t"/>
                <a:pathLst>
                  <a:path extrusionOk="0" h="716" w="761">
                    <a:moveTo>
                      <a:pt x="761" y="0"/>
                    </a:moveTo>
                    <a:lnTo>
                      <a:pt x="0" y="398"/>
                    </a:lnTo>
                    <a:lnTo>
                      <a:pt x="286" y="715"/>
                    </a:lnTo>
                    <a:lnTo>
                      <a:pt x="7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6"/>
              <p:cNvSpPr/>
              <p:nvPr/>
            </p:nvSpPr>
            <p:spPr>
              <a:xfrm>
                <a:off x="4757775" y="2676400"/>
                <a:ext cx="19025" cy="17875"/>
              </a:xfrm>
              <a:custGeom>
                <a:rect b="b" l="l" r="r" t="t"/>
                <a:pathLst>
                  <a:path extrusionOk="0" h="715" w="761">
                    <a:moveTo>
                      <a:pt x="761" y="0"/>
                    </a:moveTo>
                    <a:lnTo>
                      <a:pt x="0" y="397"/>
                    </a:lnTo>
                    <a:lnTo>
                      <a:pt x="285" y="714"/>
                    </a:lnTo>
                    <a:lnTo>
                      <a:pt x="7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6"/>
              <p:cNvSpPr/>
              <p:nvPr/>
            </p:nvSpPr>
            <p:spPr>
              <a:xfrm>
                <a:off x="4742975" y="2743100"/>
                <a:ext cx="31025" cy="28725"/>
              </a:xfrm>
              <a:custGeom>
                <a:rect b="b" l="l" r="r" t="t"/>
                <a:pathLst>
                  <a:path extrusionOk="0" h="1149" w="1241">
                    <a:moveTo>
                      <a:pt x="1240" y="0"/>
                    </a:moveTo>
                    <a:lnTo>
                      <a:pt x="0" y="831"/>
                    </a:lnTo>
                    <a:lnTo>
                      <a:pt x="285" y="1149"/>
                    </a:lnTo>
                    <a:lnTo>
                      <a:pt x="12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6"/>
              <p:cNvSpPr/>
              <p:nvPr/>
            </p:nvSpPr>
            <p:spPr>
              <a:xfrm>
                <a:off x="4737675" y="2764500"/>
                <a:ext cx="36525" cy="33650"/>
              </a:xfrm>
              <a:custGeom>
                <a:rect b="b" l="l" r="r" t="t"/>
                <a:pathLst>
                  <a:path extrusionOk="0" h="1346" w="1461">
                    <a:moveTo>
                      <a:pt x="1461" y="1"/>
                    </a:moveTo>
                    <a:lnTo>
                      <a:pt x="1" y="1028"/>
                    </a:lnTo>
                    <a:lnTo>
                      <a:pt x="285" y="1346"/>
                    </a:lnTo>
                    <a:lnTo>
                      <a:pt x="14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6"/>
              <p:cNvSpPr/>
              <p:nvPr/>
            </p:nvSpPr>
            <p:spPr>
              <a:xfrm>
                <a:off x="4732150" y="2786675"/>
                <a:ext cx="42200" cy="38750"/>
              </a:xfrm>
              <a:custGeom>
                <a:rect b="b" l="l" r="r" t="t"/>
                <a:pathLst>
                  <a:path extrusionOk="0" h="1550" w="1688">
                    <a:moveTo>
                      <a:pt x="1688" y="1"/>
                    </a:moveTo>
                    <a:lnTo>
                      <a:pt x="1" y="1233"/>
                    </a:lnTo>
                    <a:lnTo>
                      <a:pt x="288" y="1549"/>
                    </a:lnTo>
                    <a:lnTo>
                      <a:pt x="16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6"/>
              <p:cNvSpPr/>
              <p:nvPr/>
            </p:nvSpPr>
            <p:spPr>
              <a:xfrm>
                <a:off x="4725875" y="2811350"/>
                <a:ext cx="48725" cy="44625"/>
              </a:xfrm>
              <a:custGeom>
                <a:rect b="b" l="l" r="r" t="t"/>
                <a:pathLst>
                  <a:path extrusionOk="0" h="1785" w="1949">
                    <a:moveTo>
                      <a:pt x="1948" y="0"/>
                    </a:moveTo>
                    <a:lnTo>
                      <a:pt x="0" y="1467"/>
                    </a:lnTo>
                    <a:lnTo>
                      <a:pt x="287" y="1784"/>
                    </a:lnTo>
                    <a:lnTo>
                      <a:pt x="19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6"/>
              <p:cNvSpPr/>
              <p:nvPr/>
            </p:nvSpPr>
            <p:spPr>
              <a:xfrm>
                <a:off x="4720575" y="2833525"/>
                <a:ext cx="54200" cy="49550"/>
              </a:xfrm>
              <a:custGeom>
                <a:rect b="b" l="l" r="r" t="t"/>
                <a:pathLst>
                  <a:path extrusionOk="0" h="1982" w="2168">
                    <a:moveTo>
                      <a:pt x="2167" y="1"/>
                    </a:moveTo>
                    <a:lnTo>
                      <a:pt x="1" y="1665"/>
                    </a:lnTo>
                    <a:lnTo>
                      <a:pt x="287" y="1981"/>
                    </a:lnTo>
                    <a:lnTo>
                      <a:pt x="21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6"/>
              <p:cNvSpPr/>
              <p:nvPr/>
            </p:nvSpPr>
            <p:spPr>
              <a:xfrm>
                <a:off x="4772304" y="3347563"/>
                <a:ext cx="8085" cy="430672"/>
              </a:xfrm>
              <a:custGeom>
                <a:rect b="b" l="l" r="r" t="t"/>
                <a:pathLst>
                  <a:path extrusionOk="0" h="18664" w="324">
                    <a:moveTo>
                      <a:pt x="0" y="0"/>
                    </a:moveTo>
                    <a:lnTo>
                      <a:pt x="39" y="18664"/>
                    </a:lnTo>
                    <a:lnTo>
                      <a:pt x="323" y="1866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6"/>
              <p:cNvSpPr/>
              <p:nvPr/>
            </p:nvSpPr>
            <p:spPr>
              <a:xfrm>
                <a:off x="4779850" y="3354350"/>
                <a:ext cx="85025" cy="77325"/>
              </a:xfrm>
              <a:custGeom>
                <a:rect b="b" l="l" r="r" t="t"/>
                <a:pathLst>
                  <a:path extrusionOk="0" h="3093" w="3401">
                    <a:moveTo>
                      <a:pt x="3113" y="1"/>
                    </a:moveTo>
                    <a:lnTo>
                      <a:pt x="1" y="3093"/>
                    </a:lnTo>
                    <a:lnTo>
                      <a:pt x="3400" y="319"/>
                    </a:lnTo>
                    <a:lnTo>
                      <a:pt x="3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6"/>
              <p:cNvSpPr/>
              <p:nvPr/>
            </p:nvSpPr>
            <p:spPr>
              <a:xfrm>
                <a:off x="4781685" y="3326946"/>
                <a:ext cx="85025" cy="77300"/>
              </a:xfrm>
              <a:custGeom>
                <a:rect b="b" l="l" r="r" t="t"/>
                <a:pathLst>
                  <a:path extrusionOk="0" h="3092" w="3401">
                    <a:moveTo>
                      <a:pt x="3115" y="0"/>
                    </a:moveTo>
                    <a:lnTo>
                      <a:pt x="0" y="3092"/>
                    </a:lnTo>
                    <a:lnTo>
                      <a:pt x="3401" y="317"/>
                    </a:lnTo>
                    <a:lnTo>
                      <a:pt x="3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6"/>
              <p:cNvSpPr/>
              <p:nvPr/>
            </p:nvSpPr>
            <p:spPr>
              <a:xfrm>
                <a:off x="4780775" y="3496300"/>
                <a:ext cx="54350" cy="49675"/>
              </a:xfrm>
              <a:custGeom>
                <a:rect b="b" l="l" r="r" t="t"/>
                <a:pathLst>
                  <a:path extrusionOk="0" h="1987" w="2174">
                    <a:moveTo>
                      <a:pt x="1888" y="1"/>
                    </a:moveTo>
                    <a:lnTo>
                      <a:pt x="1" y="1987"/>
                    </a:lnTo>
                    <a:lnTo>
                      <a:pt x="2174" y="318"/>
                    </a:lnTo>
                    <a:lnTo>
                      <a:pt x="18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6"/>
              <p:cNvSpPr/>
              <p:nvPr/>
            </p:nvSpPr>
            <p:spPr>
              <a:xfrm>
                <a:off x="4780600" y="3465600"/>
                <a:ext cx="61875" cy="56525"/>
              </a:xfrm>
              <a:custGeom>
                <a:rect b="b" l="l" r="r" t="t"/>
                <a:pathLst>
                  <a:path extrusionOk="0" h="2261" w="2475">
                    <a:moveTo>
                      <a:pt x="2189" y="1"/>
                    </a:moveTo>
                    <a:lnTo>
                      <a:pt x="1" y="2260"/>
                    </a:lnTo>
                    <a:lnTo>
                      <a:pt x="2475" y="319"/>
                    </a:lnTo>
                    <a:lnTo>
                      <a:pt x="21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6"/>
              <p:cNvSpPr/>
              <p:nvPr/>
            </p:nvSpPr>
            <p:spPr>
              <a:xfrm>
                <a:off x="4780425" y="3437675"/>
                <a:ext cx="69150" cy="63025"/>
              </a:xfrm>
              <a:custGeom>
                <a:rect b="b" l="l" r="r" t="t"/>
                <a:pathLst>
                  <a:path extrusionOk="0" h="2521" w="2766">
                    <a:moveTo>
                      <a:pt x="2481" y="0"/>
                    </a:moveTo>
                    <a:lnTo>
                      <a:pt x="0" y="2521"/>
                    </a:lnTo>
                    <a:lnTo>
                      <a:pt x="0" y="2521"/>
                    </a:lnTo>
                    <a:lnTo>
                      <a:pt x="2765" y="317"/>
                    </a:lnTo>
                    <a:lnTo>
                      <a:pt x="24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6"/>
              <p:cNvSpPr/>
              <p:nvPr/>
            </p:nvSpPr>
            <p:spPr>
              <a:xfrm>
                <a:off x="4780250" y="3411975"/>
                <a:ext cx="73025" cy="66550"/>
              </a:xfrm>
              <a:custGeom>
                <a:rect b="b" l="l" r="r" t="t"/>
                <a:pathLst>
                  <a:path extrusionOk="0" h="2662" w="2921">
                    <a:moveTo>
                      <a:pt x="2635" y="1"/>
                    </a:moveTo>
                    <a:lnTo>
                      <a:pt x="0" y="2662"/>
                    </a:lnTo>
                    <a:lnTo>
                      <a:pt x="2921" y="318"/>
                    </a:lnTo>
                    <a:lnTo>
                      <a:pt x="2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6"/>
              <p:cNvSpPr/>
              <p:nvPr/>
            </p:nvSpPr>
            <p:spPr>
              <a:xfrm>
                <a:off x="4780000" y="3381825"/>
                <a:ext cx="79200" cy="72050"/>
              </a:xfrm>
              <a:custGeom>
                <a:rect b="b" l="l" r="r" t="t"/>
                <a:pathLst>
                  <a:path extrusionOk="0" h="2882" w="3168">
                    <a:moveTo>
                      <a:pt x="2882" y="1"/>
                    </a:moveTo>
                    <a:lnTo>
                      <a:pt x="1" y="2881"/>
                    </a:lnTo>
                    <a:lnTo>
                      <a:pt x="3167" y="317"/>
                    </a:lnTo>
                    <a:lnTo>
                      <a:pt x="28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6"/>
              <p:cNvSpPr/>
              <p:nvPr/>
            </p:nvSpPr>
            <p:spPr>
              <a:xfrm>
                <a:off x="4777550" y="3664450"/>
                <a:ext cx="25000" cy="23250"/>
              </a:xfrm>
              <a:custGeom>
                <a:rect b="b" l="l" r="r" t="t"/>
                <a:pathLst>
                  <a:path extrusionOk="0" h="930" w="1000">
                    <a:moveTo>
                      <a:pt x="713" y="1"/>
                    </a:moveTo>
                    <a:lnTo>
                      <a:pt x="1" y="929"/>
                    </a:lnTo>
                    <a:lnTo>
                      <a:pt x="999" y="319"/>
                    </a:lnTo>
                    <a:lnTo>
                      <a:pt x="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6"/>
              <p:cNvSpPr/>
              <p:nvPr/>
            </p:nvSpPr>
            <p:spPr>
              <a:xfrm>
                <a:off x="4777775" y="3692900"/>
                <a:ext cx="19025" cy="17900"/>
              </a:xfrm>
              <a:custGeom>
                <a:rect b="b" l="l" r="r" t="t"/>
                <a:pathLst>
                  <a:path extrusionOk="0" h="716" w="761">
                    <a:moveTo>
                      <a:pt x="476" y="1"/>
                    </a:moveTo>
                    <a:lnTo>
                      <a:pt x="0" y="716"/>
                    </a:lnTo>
                    <a:lnTo>
                      <a:pt x="0" y="716"/>
                    </a:lnTo>
                    <a:lnTo>
                      <a:pt x="760" y="317"/>
                    </a:lnTo>
                    <a:lnTo>
                      <a:pt x="4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6"/>
              <p:cNvSpPr/>
              <p:nvPr/>
            </p:nvSpPr>
            <p:spPr>
              <a:xfrm>
                <a:off x="4774600" y="3712650"/>
                <a:ext cx="19000" cy="17925"/>
              </a:xfrm>
              <a:custGeom>
                <a:rect b="b" l="l" r="r" t="t"/>
                <a:pathLst>
                  <a:path extrusionOk="0" h="717" w="760">
                    <a:moveTo>
                      <a:pt x="475" y="1"/>
                    </a:moveTo>
                    <a:lnTo>
                      <a:pt x="0" y="717"/>
                    </a:lnTo>
                    <a:lnTo>
                      <a:pt x="0" y="717"/>
                    </a:lnTo>
                    <a:lnTo>
                      <a:pt x="759" y="318"/>
                    </a:lnTo>
                    <a:lnTo>
                      <a:pt x="4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6"/>
              <p:cNvSpPr/>
              <p:nvPr/>
            </p:nvSpPr>
            <p:spPr>
              <a:xfrm>
                <a:off x="4777375" y="3635125"/>
                <a:ext cx="31025" cy="28700"/>
              </a:xfrm>
              <a:custGeom>
                <a:rect b="b" l="l" r="r" t="t"/>
                <a:pathLst>
                  <a:path extrusionOk="0" h="1148" w="1241">
                    <a:moveTo>
                      <a:pt x="955" y="0"/>
                    </a:moveTo>
                    <a:lnTo>
                      <a:pt x="1" y="1148"/>
                    </a:lnTo>
                    <a:lnTo>
                      <a:pt x="1241" y="317"/>
                    </a:lnTo>
                    <a:lnTo>
                      <a:pt x="9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6"/>
              <p:cNvSpPr/>
              <p:nvPr/>
            </p:nvSpPr>
            <p:spPr>
              <a:xfrm>
                <a:off x="4777175" y="3608825"/>
                <a:ext cx="36550" cy="33600"/>
              </a:xfrm>
              <a:custGeom>
                <a:rect b="b" l="l" r="r" t="t"/>
                <a:pathLst>
                  <a:path extrusionOk="0" h="1344" w="1462">
                    <a:moveTo>
                      <a:pt x="1175" y="0"/>
                    </a:moveTo>
                    <a:lnTo>
                      <a:pt x="0" y="1343"/>
                    </a:lnTo>
                    <a:lnTo>
                      <a:pt x="0" y="1343"/>
                    </a:lnTo>
                    <a:lnTo>
                      <a:pt x="1461" y="317"/>
                    </a:lnTo>
                    <a:lnTo>
                      <a:pt x="11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6"/>
              <p:cNvSpPr/>
              <p:nvPr/>
            </p:nvSpPr>
            <p:spPr>
              <a:xfrm>
                <a:off x="4777000" y="3581500"/>
                <a:ext cx="42200" cy="38750"/>
              </a:xfrm>
              <a:custGeom>
                <a:rect b="b" l="l" r="r" t="t"/>
                <a:pathLst>
                  <a:path extrusionOk="0" h="1550" w="1688">
                    <a:moveTo>
                      <a:pt x="1401" y="0"/>
                    </a:moveTo>
                    <a:lnTo>
                      <a:pt x="0" y="1549"/>
                    </a:lnTo>
                    <a:lnTo>
                      <a:pt x="1688" y="317"/>
                    </a:lnTo>
                    <a:lnTo>
                      <a:pt x="14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6"/>
              <p:cNvSpPr/>
              <p:nvPr/>
            </p:nvSpPr>
            <p:spPr>
              <a:xfrm>
                <a:off x="4776775" y="3550950"/>
                <a:ext cx="48725" cy="44625"/>
              </a:xfrm>
              <a:custGeom>
                <a:rect b="b" l="l" r="r" t="t"/>
                <a:pathLst>
                  <a:path extrusionOk="0" h="1785" w="1949">
                    <a:moveTo>
                      <a:pt x="1662" y="1"/>
                    </a:moveTo>
                    <a:lnTo>
                      <a:pt x="1" y="1785"/>
                    </a:lnTo>
                    <a:lnTo>
                      <a:pt x="1" y="1785"/>
                    </a:lnTo>
                    <a:lnTo>
                      <a:pt x="1949" y="319"/>
                    </a:lnTo>
                    <a:lnTo>
                      <a:pt x="16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6"/>
              <p:cNvSpPr/>
              <p:nvPr/>
            </p:nvSpPr>
            <p:spPr>
              <a:xfrm>
                <a:off x="4776600" y="3523850"/>
                <a:ext cx="54200" cy="49575"/>
              </a:xfrm>
              <a:custGeom>
                <a:rect b="b" l="l" r="r" t="t"/>
                <a:pathLst>
                  <a:path extrusionOk="0" h="1983" w="2168">
                    <a:moveTo>
                      <a:pt x="1880" y="0"/>
                    </a:moveTo>
                    <a:lnTo>
                      <a:pt x="1" y="1982"/>
                    </a:lnTo>
                    <a:lnTo>
                      <a:pt x="2167" y="317"/>
                    </a:lnTo>
                    <a:lnTo>
                      <a:pt x="18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6"/>
              <p:cNvSpPr/>
              <p:nvPr/>
            </p:nvSpPr>
            <p:spPr>
              <a:xfrm>
                <a:off x="4916862" y="3200251"/>
                <a:ext cx="432235" cy="8085"/>
              </a:xfrm>
              <a:custGeom>
                <a:rect b="b" l="l" r="r" t="t"/>
                <a:pathLst>
                  <a:path extrusionOk="0" h="323" w="18665">
                    <a:moveTo>
                      <a:pt x="18664" y="0"/>
                    </a:moveTo>
                    <a:lnTo>
                      <a:pt x="1" y="38"/>
                    </a:lnTo>
                    <a:lnTo>
                      <a:pt x="1" y="323"/>
                    </a:lnTo>
                    <a:lnTo>
                      <a:pt x="18664" y="285"/>
                    </a:lnTo>
                    <a:lnTo>
                      <a:pt x="186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6"/>
              <p:cNvSpPr/>
              <p:nvPr/>
            </p:nvSpPr>
            <p:spPr>
              <a:xfrm>
                <a:off x="4925225" y="3115800"/>
                <a:ext cx="77350" cy="85025"/>
              </a:xfrm>
              <a:custGeom>
                <a:rect b="b" l="l" r="r" t="t"/>
                <a:pathLst>
                  <a:path extrusionOk="0" h="3401" w="3094">
                    <a:moveTo>
                      <a:pt x="318" y="0"/>
                    </a:moveTo>
                    <a:lnTo>
                      <a:pt x="1" y="286"/>
                    </a:lnTo>
                    <a:lnTo>
                      <a:pt x="3094" y="3401"/>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6"/>
              <p:cNvSpPr/>
              <p:nvPr/>
            </p:nvSpPr>
            <p:spPr>
              <a:xfrm>
                <a:off x="4899083" y="3108057"/>
                <a:ext cx="77350" cy="85050"/>
              </a:xfrm>
              <a:custGeom>
                <a:rect b="b" l="l" r="r" t="t"/>
                <a:pathLst>
                  <a:path extrusionOk="0" h="3402" w="3094">
                    <a:moveTo>
                      <a:pt x="318" y="0"/>
                    </a:moveTo>
                    <a:lnTo>
                      <a:pt x="0" y="287"/>
                    </a:lnTo>
                    <a:lnTo>
                      <a:pt x="3093" y="3402"/>
                    </a:lnTo>
                    <a:lnTo>
                      <a:pt x="3093" y="3402"/>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6"/>
              <p:cNvSpPr/>
              <p:nvPr/>
            </p:nvSpPr>
            <p:spPr>
              <a:xfrm>
                <a:off x="5067175" y="3145500"/>
                <a:ext cx="49700" cy="54350"/>
              </a:xfrm>
              <a:custGeom>
                <a:rect b="b" l="l" r="r" t="t"/>
                <a:pathLst>
                  <a:path extrusionOk="0" h="2174" w="1988">
                    <a:moveTo>
                      <a:pt x="317" y="1"/>
                    </a:moveTo>
                    <a:lnTo>
                      <a:pt x="0" y="287"/>
                    </a:lnTo>
                    <a:lnTo>
                      <a:pt x="1987" y="2173"/>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6"/>
              <p:cNvSpPr/>
              <p:nvPr/>
            </p:nvSpPr>
            <p:spPr>
              <a:xfrm>
                <a:off x="5036500" y="3138150"/>
                <a:ext cx="56525" cy="61900"/>
              </a:xfrm>
              <a:custGeom>
                <a:rect b="b" l="l" r="r" t="t"/>
                <a:pathLst>
                  <a:path extrusionOk="0" h="2476" w="2261">
                    <a:moveTo>
                      <a:pt x="317" y="1"/>
                    </a:moveTo>
                    <a:lnTo>
                      <a:pt x="1" y="287"/>
                    </a:lnTo>
                    <a:lnTo>
                      <a:pt x="2260" y="2476"/>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6"/>
              <p:cNvSpPr/>
              <p:nvPr/>
            </p:nvSpPr>
            <p:spPr>
              <a:xfrm>
                <a:off x="5008550" y="3131050"/>
                <a:ext cx="63050" cy="69150"/>
              </a:xfrm>
              <a:custGeom>
                <a:rect b="b" l="l" r="r" t="t"/>
                <a:pathLst>
                  <a:path extrusionOk="0" h="2766" w="2522">
                    <a:moveTo>
                      <a:pt x="318" y="1"/>
                    </a:moveTo>
                    <a:lnTo>
                      <a:pt x="0" y="288"/>
                    </a:lnTo>
                    <a:lnTo>
                      <a:pt x="2522" y="2766"/>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6"/>
              <p:cNvSpPr/>
              <p:nvPr/>
            </p:nvSpPr>
            <p:spPr>
              <a:xfrm>
                <a:off x="4982875" y="3127400"/>
                <a:ext cx="66550" cy="73025"/>
              </a:xfrm>
              <a:custGeom>
                <a:rect b="b" l="l" r="r" t="t"/>
                <a:pathLst>
                  <a:path extrusionOk="0" h="2921" w="2662">
                    <a:moveTo>
                      <a:pt x="318" y="0"/>
                    </a:moveTo>
                    <a:lnTo>
                      <a:pt x="1" y="285"/>
                    </a:lnTo>
                    <a:lnTo>
                      <a:pt x="2661" y="2920"/>
                    </a:lnTo>
                    <a:lnTo>
                      <a:pt x="2661" y="2920"/>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6"/>
              <p:cNvSpPr/>
              <p:nvPr/>
            </p:nvSpPr>
            <p:spPr>
              <a:xfrm>
                <a:off x="4952675" y="3121475"/>
                <a:ext cx="72100" cy="79175"/>
              </a:xfrm>
              <a:custGeom>
                <a:rect b="b" l="l" r="r" t="t"/>
                <a:pathLst>
                  <a:path extrusionOk="0" h="3167" w="2884">
                    <a:moveTo>
                      <a:pt x="317" y="0"/>
                    </a:moveTo>
                    <a:lnTo>
                      <a:pt x="0" y="285"/>
                    </a:lnTo>
                    <a:lnTo>
                      <a:pt x="2883" y="3166"/>
                    </a:lnTo>
                    <a:lnTo>
                      <a:pt x="3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6"/>
              <p:cNvSpPr/>
              <p:nvPr/>
            </p:nvSpPr>
            <p:spPr>
              <a:xfrm>
                <a:off x="5235350" y="3178125"/>
                <a:ext cx="23225" cy="24950"/>
              </a:xfrm>
              <a:custGeom>
                <a:rect b="b" l="l" r="r" t="t"/>
                <a:pathLst>
                  <a:path extrusionOk="0" h="998" w="929">
                    <a:moveTo>
                      <a:pt x="317" y="1"/>
                    </a:moveTo>
                    <a:lnTo>
                      <a:pt x="0" y="287"/>
                    </a:lnTo>
                    <a:lnTo>
                      <a:pt x="929" y="997"/>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6"/>
              <p:cNvSpPr/>
              <p:nvPr/>
            </p:nvSpPr>
            <p:spPr>
              <a:xfrm>
                <a:off x="5263775" y="3183850"/>
                <a:ext cx="17900" cy="19050"/>
              </a:xfrm>
              <a:custGeom>
                <a:rect b="b" l="l" r="r" t="t"/>
                <a:pathLst>
                  <a:path extrusionOk="0" h="762" w="716">
                    <a:moveTo>
                      <a:pt x="318" y="1"/>
                    </a:moveTo>
                    <a:lnTo>
                      <a:pt x="0" y="286"/>
                    </a:lnTo>
                    <a:lnTo>
                      <a:pt x="715" y="761"/>
                    </a:lnTo>
                    <a:lnTo>
                      <a:pt x="715" y="761"/>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6"/>
              <p:cNvSpPr/>
              <p:nvPr/>
            </p:nvSpPr>
            <p:spPr>
              <a:xfrm>
                <a:off x="5283525" y="3187025"/>
                <a:ext cx="17900" cy="19075"/>
              </a:xfrm>
              <a:custGeom>
                <a:rect b="b" l="l" r="r" t="t"/>
                <a:pathLst>
                  <a:path extrusionOk="0" h="763" w="716">
                    <a:moveTo>
                      <a:pt x="318" y="1"/>
                    </a:moveTo>
                    <a:lnTo>
                      <a:pt x="1" y="287"/>
                    </a:lnTo>
                    <a:lnTo>
                      <a:pt x="716" y="762"/>
                    </a:lnTo>
                    <a:lnTo>
                      <a:pt x="716" y="762"/>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6"/>
              <p:cNvSpPr/>
              <p:nvPr/>
            </p:nvSpPr>
            <p:spPr>
              <a:xfrm>
                <a:off x="5206000" y="3172250"/>
                <a:ext cx="28725" cy="31025"/>
              </a:xfrm>
              <a:custGeom>
                <a:rect b="b" l="l" r="r" t="t"/>
                <a:pathLst>
                  <a:path extrusionOk="0" h="1241" w="1149">
                    <a:moveTo>
                      <a:pt x="318" y="1"/>
                    </a:moveTo>
                    <a:lnTo>
                      <a:pt x="0" y="286"/>
                    </a:lnTo>
                    <a:lnTo>
                      <a:pt x="1149" y="1241"/>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6"/>
              <p:cNvSpPr/>
              <p:nvPr/>
            </p:nvSpPr>
            <p:spPr>
              <a:xfrm>
                <a:off x="5179650" y="3166950"/>
                <a:ext cx="33675" cy="36525"/>
              </a:xfrm>
              <a:custGeom>
                <a:rect b="b" l="l" r="r" t="t"/>
                <a:pathLst>
                  <a:path extrusionOk="0" h="1461" w="1347">
                    <a:moveTo>
                      <a:pt x="318" y="0"/>
                    </a:moveTo>
                    <a:lnTo>
                      <a:pt x="1" y="286"/>
                    </a:lnTo>
                    <a:lnTo>
                      <a:pt x="1346" y="1461"/>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6"/>
              <p:cNvSpPr/>
              <p:nvPr/>
            </p:nvSpPr>
            <p:spPr>
              <a:xfrm>
                <a:off x="5152375" y="3161475"/>
                <a:ext cx="38750" cy="42200"/>
              </a:xfrm>
              <a:custGeom>
                <a:rect b="b" l="l" r="r" t="t"/>
                <a:pathLst>
                  <a:path extrusionOk="0" h="1688" w="1550">
                    <a:moveTo>
                      <a:pt x="318" y="0"/>
                    </a:moveTo>
                    <a:lnTo>
                      <a:pt x="0" y="285"/>
                    </a:lnTo>
                    <a:lnTo>
                      <a:pt x="1550" y="1687"/>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6"/>
              <p:cNvSpPr/>
              <p:nvPr/>
            </p:nvSpPr>
            <p:spPr>
              <a:xfrm>
                <a:off x="5121850" y="3155150"/>
                <a:ext cx="44600" cy="48725"/>
              </a:xfrm>
              <a:custGeom>
                <a:rect b="b" l="l" r="r" t="t"/>
                <a:pathLst>
                  <a:path extrusionOk="0" h="1949" w="1784">
                    <a:moveTo>
                      <a:pt x="317" y="0"/>
                    </a:moveTo>
                    <a:lnTo>
                      <a:pt x="1" y="287"/>
                    </a:lnTo>
                    <a:lnTo>
                      <a:pt x="1784" y="1948"/>
                    </a:lnTo>
                    <a:lnTo>
                      <a:pt x="3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6"/>
              <p:cNvSpPr/>
              <p:nvPr/>
            </p:nvSpPr>
            <p:spPr>
              <a:xfrm>
                <a:off x="5094725" y="3149850"/>
                <a:ext cx="49550" cy="54200"/>
              </a:xfrm>
              <a:custGeom>
                <a:rect b="b" l="l" r="r" t="t"/>
                <a:pathLst>
                  <a:path extrusionOk="0" h="2168" w="1982">
                    <a:moveTo>
                      <a:pt x="318" y="1"/>
                    </a:moveTo>
                    <a:lnTo>
                      <a:pt x="0" y="288"/>
                    </a:lnTo>
                    <a:lnTo>
                      <a:pt x="1981" y="2168"/>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6"/>
              <p:cNvSpPr/>
              <p:nvPr/>
            </p:nvSpPr>
            <p:spPr>
              <a:xfrm>
                <a:off x="4201726" y="3197083"/>
                <a:ext cx="435128" cy="8137"/>
              </a:xfrm>
              <a:custGeom>
                <a:rect b="b" l="l" r="r" t="t"/>
                <a:pathLst>
                  <a:path extrusionOk="0" h="326" w="18665">
                    <a:moveTo>
                      <a:pt x="18664" y="0"/>
                    </a:moveTo>
                    <a:lnTo>
                      <a:pt x="1" y="40"/>
                    </a:lnTo>
                    <a:lnTo>
                      <a:pt x="1" y="325"/>
                    </a:lnTo>
                    <a:lnTo>
                      <a:pt x="18664" y="287"/>
                    </a:lnTo>
                    <a:lnTo>
                      <a:pt x="186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6"/>
              <p:cNvSpPr/>
              <p:nvPr/>
            </p:nvSpPr>
            <p:spPr>
              <a:xfrm>
                <a:off x="4548325" y="3204625"/>
                <a:ext cx="77325" cy="85025"/>
              </a:xfrm>
              <a:custGeom>
                <a:rect b="b" l="l" r="r" t="t"/>
                <a:pathLst>
                  <a:path extrusionOk="0" h="3401" w="3093">
                    <a:moveTo>
                      <a:pt x="1" y="0"/>
                    </a:moveTo>
                    <a:lnTo>
                      <a:pt x="2774" y="3400"/>
                    </a:lnTo>
                    <a:lnTo>
                      <a:pt x="3093" y="311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6"/>
              <p:cNvSpPr/>
              <p:nvPr/>
            </p:nvSpPr>
            <p:spPr>
              <a:xfrm>
                <a:off x="4572125" y="3204425"/>
                <a:ext cx="77375" cy="85000"/>
              </a:xfrm>
              <a:custGeom>
                <a:rect b="b" l="l" r="r" t="t"/>
                <a:pathLst>
                  <a:path extrusionOk="0" h="3400" w="3095">
                    <a:moveTo>
                      <a:pt x="1" y="0"/>
                    </a:moveTo>
                    <a:lnTo>
                      <a:pt x="2776" y="3400"/>
                    </a:lnTo>
                    <a:lnTo>
                      <a:pt x="3094" y="311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6"/>
              <p:cNvSpPr/>
              <p:nvPr/>
            </p:nvSpPr>
            <p:spPr>
              <a:xfrm>
                <a:off x="4434000" y="3205575"/>
                <a:ext cx="49675" cy="54325"/>
              </a:xfrm>
              <a:custGeom>
                <a:rect b="b" l="l" r="r" t="t"/>
                <a:pathLst>
                  <a:path extrusionOk="0" h="2173" w="1987">
                    <a:moveTo>
                      <a:pt x="1" y="1"/>
                    </a:moveTo>
                    <a:lnTo>
                      <a:pt x="1670" y="2172"/>
                    </a:lnTo>
                    <a:lnTo>
                      <a:pt x="1987" y="188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6"/>
              <p:cNvSpPr/>
              <p:nvPr/>
            </p:nvSpPr>
            <p:spPr>
              <a:xfrm>
                <a:off x="4457875" y="3205400"/>
                <a:ext cx="56500" cy="61875"/>
              </a:xfrm>
              <a:custGeom>
                <a:rect b="b" l="l" r="r" t="t"/>
                <a:pathLst>
                  <a:path extrusionOk="0" h="2475" w="2260">
                    <a:moveTo>
                      <a:pt x="0" y="0"/>
                    </a:moveTo>
                    <a:lnTo>
                      <a:pt x="1943" y="2475"/>
                    </a:lnTo>
                    <a:lnTo>
                      <a:pt x="2260" y="218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6"/>
              <p:cNvSpPr/>
              <p:nvPr/>
            </p:nvSpPr>
            <p:spPr>
              <a:xfrm>
                <a:off x="4479275" y="3205200"/>
                <a:ext cx="63075" cy="69175"/>
              </a:xfrm>
              <a:custGeom>
                <a:rect b="b" l="l" r="r" t="t"/>
                <a:pathLst>
                  <a:path extrusionOk="0" h="2767" w="2523">
                    <a:moveTo>
                      <a:pt x="1" y="0"/>
                    </a:moveTo>
                    <a:lnTo>
                      <a:pt x="2205" y="2766"/>
                    </a:lnTo>
                    <a:lnTo>
                      <a:pt x="2522" y="248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6"/>
              <p:cNvSpPr/>
              <p:nvPr/>
            </p:nvSpPr>
            <p:spPr>
              <a:xfrm>
                <a:off x="4501450" y="3204975"/>
                <a:ext cx="66550" cy="73075"/>
              </a:xfrm>
              <a:custGeom>
                <a:rect b="b" l="l" r="r" t="t"/>
                <a:pathLst>
                  <a:path extrusionOk="0" h="2923" w="2662">
                    <a:moveTo>
                      <a:pt x="1" y="1"/>
                    </a:moveTo>
                    <a:lnTo>
                      <a:pt x="2345" y="2923"/>
                    </a:lnTo>
                    <a:lnTo>
                      <a:pt x="2662" y="263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6"/>
              <p:cNvSpPr/>
              <p:nvPr/>
            </p:nvSpPr>
            <p:spPr>
              <a:xfrm>
                <a:off x="4526125" y="3204800"/>
                <a:ext cx="72050" cy="79200"/>
              </a:xfrm>
              <a:custGeom>
                <a:rect b="b" l="l" r="r" t="t"/>
                <a:pathLst>
                  <a:path extrusionOk="0" h="3168" w="2882">
                    <a:moveTo>
                      <a:pt x="0" y="1"/>
                    </a:moveTo>
                    <a:lnTo>
                      <a:pt x="2565" y="3167"/>
                    </a:lnTo>
                    <a:lnTo>
                      <a:pt x="2882" y="2880"/>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6"/>
              <p:cNvSpPr/>
              <p:nvPr/>
            </p:nvSpPr>
            <p:spPr>
              <a:xfrm>
                <a:off x="4292325" y="3202325"/>
                <a:ext cx="23225" cy="24975"/>
              </a:xfrm>
              <a:custGeom>
                <a:rect b="b" l="l" r="r" t="t"/>
                <a:pathLst>
                  <a:path extrusionOk="0" h="999" w="929">
                    <a:moveTo>
                      <a:pt x="0" y="1"/>
                    </a:moveTo>
                    <a:lnTo>
                      <a:pt x="610" y="998"/>
                    </a:lnTo>
                    <a:lnTo>
                      <a:pt x="929" y="71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6"/>
              <p:cNvSpPr/>
              <p:nvPr/>
            </p:nvSpPr>
            <p:spPr>
              <a:xfrm>
                <a:off x="4269175" y="3202550"/>
                <a:ext cx="17925" cy="19050"/>
              </a:xfrm>
              <a:custGeom>
                <a:rect b="b" l="l" r="r" t="t"/>
                <a:pathLst>
                  <a:path extrusionOk="0" h="762" w="717">
                    <a:moveTo>
                      <a:pt x="1" y="1"/>
                    </a:moveTo>
                    <a:lnTo>
                      <a:pt x="399" y="761"/>
                    </a:lnTo>
                    <a:lnTo>
                      <a:pt x="717" y="47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6"/>
              <p:cNvSpPr/>
              <p:nvPr/>
            </p:nvSpPr>
            <p:spPr>
              <a:xfrm>
                <a:off x="4249425" y="3199350"/>
                <a:ext cx="17925" cy="19050"/>
              </a:xfrm>
              <a:custGeom>
                <a:rect b="b" l="l" r="r" t="t"/>
                <a:pathLst>
                  <a:path extrusionOk="0" h="762" w="717">
                    <a:moveTo>
                      <a:pt x="1" y="1"/>
                    </a:moveTo>
                    <a:lnTo>
                      <a:pt x="399" y="761"/>
                    </a:lnTo>
                    <a:lnTo>
                      <a:pt x="717" y="47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6"/>
              <p:cNvSpPr/>
              <p:nvPr/>
            </p:nvSpPr>
            <p:spPr>
              <a:xfrm>
                <a:off x="4316175" y="3202125"/>
                <a:ext cx="28725" cy="31075"/>
              </a:xfrm>
              <a:custGeom>
                <a:rect b="b" l="l" r="r" t="t"/>
                <a:pathLst>
                  <a:path extrusionOk="0" h="1243" w="1149">
                    <a:moveTo>
                      <a:pt x="1" y="0"/>
                    </a:moveTo>
                    <a:lnTo>
                      <a:pt x="831" y="1243"/>
                    </a:lnTo>
                    <a:lnTo>
                      <a:pt x="1148" y="95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6"/>
              <p:cNvSpPr/>
              <p:nvPr/>
            </p:nvSpPr>
            <p:spPr>
              <a:xfrm>
                <a:off x="4337600" y="3201975"/>
                <a:ext cx="33625" cy="36525"/>
              </a:xfrm>
              <a:custGeom>
                <a:rect b="b" l="l" r="r" t="t"/>
                <a:pathLst>
                  <a:path extrusionOk="0" h="1461" w="1345">
                    <a:moveTo>
                      <a:pt x="0" y="0"/>
                    </a:moveTo>
                    <a:lnTo>
                      <a:pt x="1028" y="1460"/>
                    </a:lnTo>
                    <a:lnTo>
                      <a:pt x="1344" y="117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6"/>
              <p:cNvSpPr/>
              <p:nvPr/>
            </p:nvSpPr>
            <p:spPr>
              <a:xfrm>
                <a:off x="4359750" y="3201750"/>
                <a:ext cx="38775" cy="42225"/>
              </a:xfrm>
              <a:custGeom>
                <a:rect b="b" l="l" r="r" t="t"/>
                <a:pathLst>
                  <a:path extrusionOk="0" h="1689" w="1551">
                    <a:moveTo>
                      <a:pt x="0" y="1"/>
                    </a:moveTo>
                    <a:lnTo>
                      <a:pt x="1232" y="1689"/>
                    </a:lnTo>
                    <a:lnTo>
                      <a:pt x="1550" y="140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6"/>
              <p:cNvSpPr/>
              <p:nvPr/>
            </p:nvSpPr>
            <p:spPr>
              <a:xfrm>
                <a:off x="4384425" y="3201550"/>
                <a:ext cx="44625" cy="48700"/>
              </a:xfrm>
              <a:custGeom>
                <a:rect b="b" l="l" r="r" t="t"/>
                <a:pathLst>
                  <a:path extrusionOk="0" h="1948" w="1785">
                    <a:moveTo>
                      <a:pt x="1" y="1"/>
                    </a:moveTo>
                    <a:lnTo>
                      <a:pt x="1467" y="1948"/>
                    </a:lnTo>
                    <a:lnTo>
                      <a:pt x="1785" y="1663"/>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6"/>
              <p:cNvSpPr/>
              <p:nvPr/>
            </p:nvSpPr>
            <p:spPr>
              <a:xfrm>
                <a:off x="4406600" y="3201400"/>
                <a:ext cx="49575" cy="54200"/>
              </a:xfrm>
              <a:custGeom>
                <a:rect b="b" l="l" r="r" t="t"/>
                <a:pathLst>
                  <a:path extrusionOk="0" h="2168" w="1983">
                    <a:moveTo>
                      <a:pt x="0" y="0"/>
                    </a:moveTo>
                    <a:lnTo>
                      <a:pt x="1664" y="2167"/>
                    </a:lnTo>
                    <a:lnTo>
                      <a:pt x="1982" y="188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6"/>
              <p:cNvSpPr/>
              <p:nvPr/>
            </p:nvSpPr>
            <p:spPr>
              <a:xfrm>
                <a:off x="4628075" y="3059500"/>
                <a:ext cx="295775" cy="294825"/>
              </a:xfrm>
              <a:custGeom>
                <a:rect b="b" l="l" r="r" t="t"/>
                <a:pathLst>
                  <a:path extrusionOk="0" h="11793" w="11831">
                    <a:moveTo>
                      <a:pt x="5922" y="429"/>
                    </a:moveTo>
                    <a:cubicBezTo>
                      <a:pt x="7365" y="429"/>
                      <a:pt x="8725" y="985"/>
                      <a:pt x="9757" y="1999"/>
                    </a:cubicBezTo>
                    <a:cubicBezTo>
                      <a:pt x="10798" y="3023"/>
                      <a:pt x="11377" y="4392"/>
                      <a:pt x="11389" y="5853"/>
                    </a:cubicBezTo>
                    <a:cubicBezTo>
                      <a:pt x="11402" y="7313"/>
                      <a:pt x="10844" y="8691"/>
                      <a:pt x="9821" y="9732"/>
                    </a:cubicBezTo>
                    <a:cubicBezTo>
                      <a:pt x="8796" y="10774"/>
                      <a:pt x="7429" y="11354"/>
                      <a:pt x="5968" y="11368"/>
                    </a:cubicBezTo>
                    <a:lnTo>
                      <a:pt x="5922" y="11368"/>
                    </a:lnTo>
                    <a:cubicBezTo>
                      <a:pt x="2929" y="11368"/>
                      <a:pt x="480" y="8945"/>
                      <a:pt x="455" y="5946"/>
                    </a:cubicBezTo>
                    <a:cubicBezTo>
                      <a:pt x="428" y="2930"/>
                      <a:pt x="2860" y="455"/>
                      <a:pt x="5876" y="429"/>
                    </a:cubicBezTo>
                    <a:close/>
                    <a:moveTo>
                      <a:pt x="5922" y="1"/>
                    </a:moveTo>
                    <a:cubicBezTo>
                      <a:pt x="5905" y="1"/>
                      <a:pt x="5890" y="1"/>
                      <a:pt x="5871" y="3"/>
                    </a:cubicBezTo>
                    <a:cubicBezTo>
                      <a:pt x="2621" y="31"/>
                      <a:pt x="1" y="2698"/>
                      <a:pt x="28" y="5948"/>
                    </a:cubicBezTo>
                    <a:cubicBezTo>
                      <a:pt x="56" y="9181"/>
                      <a:pt x="2695" y="11793"/>
                      <a:pt x="5922" y="11793"/>
                    </a:cubicBezTo>
                    <a:cubicBezTo>
                      <a:pt x="5938" y="11793"/>
                      <a:pt x="5954" y="11793"/>
                      <a:pt x="5973" y="11792"/>
                    </a:cubicBezTo>
                    <a:cubicBezTo>
                      <a:pt x="7546" y="11778"/>
                      <a:pt x="9021" y="11153"/>
                      <a:pt x="10126" y="10029"/>
                    </a:cubicBezTo>
                    <a:cubicBezTo>
                      <a:pt x="11230" y="8908"/>
                      <a:pt x="11831" y="7422"/>
                      <a:pt x="11817" y="5848"/>
                    </a:cubicBezTo>
                    <a:cubicBezTo>
                      <a:pt x="11803" y="4272"/>
                      <a:pt x="11178" y="2798"/>
                      <a:pt x="10056" y="1693"/>
                    </a:cubicBezTo>
                    <a:cubicBezTo>
                      <a:pt x="8945" y="601"/>
                      <a:pt x="7479" y="1"/>
                      <a:pt x="5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6"/>
              <p:cNvSpPr/>
              <p:nvPr/>
            </p:nvSpPr>
            <p:spPr>
              <a:xfrm>
                <a:off x="4738475" y="3338625"/>
                <a:ext cx="72225" cy="8950"/>
              </a:xfrm>
              <a:custGeom>
                <a:rect b="b" l="l" r="r" t="t"/>
                <a:pathLst>
                  <a:path extrusionOk="0" h="358" w="2889">
                    <a:moveTo>
                      <a:pt x="1" y="0"/>
                    </a:moveTo>
                    <a:lnTo>
                      <a:pt x="5" y="357"/>
                    </a:lnTo>
                    <a:lnTo>
                      <a:pt x="2889" y="15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6"/>
              <p:cNvSpPr/>
              <p:nvPr/>
            </p:nvSpPr>
            <p:spPr>
              <a:xfrm>
                <a:off x="4722575" y="3153675"/>
                <a:ext cx="107075" cy="106550"/>
              </a:xfrm>
              <a:custGeom>
                <a:rect b="b" l="l" r="r" t="t"/>
                <a:pathLst>
                  <a:path extrusionOk="0" h="4262" w="4283">
                    <a:moveTo>
                      <a:pt x="2143" y="1"/>
                    </a:moveTo>
                    <a:cubicBezTo>
                      <a:pt x="2136" y="1"/>
                      <a:pt x="2129" y="1"/>
                      <a:pt x="2122" y="1"/>
                    </a:cubicBezTo>
                    <a:cubicBezTo>
                      <a:pt x="946" y="11"/>
                      <a:pt x="0" y="973"/>
                      <a:pt x="10" y="2149"/>
                    </a:cubicBezTo>
                    <a:cubicBezTo>
                      <a:pt x="21" y="3319"/>
                      <a:pt x="973" y="4262"/>
                      <a:pt x="2141" y="4262"/>
                    </a:cubicBezTo>
                    <a:cubicBezTo>
                      <a:pt x="2147" y="4262"/>
                      <a:pt x="2153" y="4262"/>
                      <a:pt x="2158" y="4262"/>
                    </a:cubicBezTo>
                    <a:cubicBezTo>
                      <a:pt x="3336" y="4250"/>
                      <a:pt x="4283" y="3289"/>
                      <a:pt x="4273" y="2113"/>
                    </a:cubicBezTo>
                    <a:cubicBezTo>
                      <a:pt x="4263" y="943"/>
                      <a:pt x="3313" y="1"/>
                      <a:pt x="2143"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6"/>
              <p:cNvSpPr/>
              <p:nvPr/>
            </p:nvSpPr>
            <p:spPr>
              <a:xfrm>
                <a:off x="4717225" y="3148350"/>
                <a:ext cx="117650" cy="117225"/>
              </a:xfrm>
              <a:custGeom>
                <a:rect b="b" l="l" r="r" t="t"/>
                <a:pathLst>
                  <a:path extrusionOk="0" h="4689" w="4706">
                    <a:moveTo>
                      <a:pt x="2357" y="426"/>
                    </a:moveTo>
                    <a:cubicBezTo>
                      <a:pt x="2864" y="426"/>
                      <a:pt x="3341" y="622"/>
                      <a:pt x="3698" y="978"/>
                    </a:cubicBezTo>
                    <a:cubicBezTo>
                      <a:pt x="4064" y="1336"/>
                      <a:pt x="4267" y="1816"/>
                      <a:pt x="4271" y="2330"/>
                    </a:cubicBezTo>
                    <a:cubicBezTo>
                      <a:pt x="4275" y="2842"/>
                      <a:pt x="4081" y="3324"/>
                      <a:pt x="3722" y="3691"/>
                    </a:cubicBezTo>
                    <a:cubicBezTo>
                      <a:pt x="3363" y="4055"/>
                      <a:pt x="2883" y="4258"/>
                      <a:pt x="2370" y="4263"/>
                    </a:cubicBezTo>
                    <a:lnTo>
                      <a:pt x="2355" y="4263"/>
                    </a:lnTo>
                    <a:cubicBezTo>
                      <a:pt x="1305" y="4263"/>
                      <a:pt x="447" y="3413"/>
                      <a:pt x="437" y="2361"/>
                    </a:cubicBezTo>
                    <a:cubicBezTo>
                      <a:pt x="428" y="1302"/>
                      <a:pt x="1280" y="436"/>
                      <a:pt x="2339" y="426"/>
                    </a:cubicBezTo>
                    <a:close/>
                    <a:moveTo>
                      <a:pt x="2336" y="0"/>
                    </a:moveTo>
                    <a:cubicBezTo>
                      <a:pt x="1045" y="12"/>
                      <a:pt x="0" y="1071"/>
                      <a:pt x="11" y="2365"/>
                    </a:cubicBezTo>
                    <a:cubicBezTo>
                      <a:pt x="24" y="3650"/>
                      <a:pt x="1074" y="4688"/>
                      <a:pt x="2356" y="4688"/>
                    </a:cubicBezTo>
                    <a:cubicBezTo>
                      <a:pt x="2361" y="4688"/>
                      <a:pt x="2368" y="4688"/>
                      <a:pt x="2377" y="4686"/>
                    </a:cubicBezTo>
                    <a:cubicBezTo>
                      <a:pt x="3002" y="4681"/>
                      <a:pt x="3589" y="4432"/>
                      <a:pt x="4027" y="3986"/>
                    </a:cubicBezTo>
                    <a:cubicBezTo>
                      <a:pt x="4467" y="3541"/>
                      <a:pt x="4705" y="2950"/>
                      <a:pt x="4702" y="2324"/>
                    </a:cubicBezTo>
                    <a:cubicBezTo>
                      <a:pt x="4695" y="1696"/>
                      <a:pt x="4446" y="1109"/>
                      <a:pt x="4001" y="671"/>
                    </a:cubicBezTo>
                    <a:cubicBezTo>
                      <a:pt x="3559" y="239"/>
                      <a:pt x="2976" y="0"/>
                      <a:pt x="2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6"/>
              <p:cNvSpPr/>
              <p:nvPr/>
            </p:nvSpPr>
            <p:spPr>
              <a:xfrm>
                <a:off x="4746550" y="3159250"/>
                <a:ext cx="46100" cy="6725"/>
              </a:xfrm>
              <a:custGeom>
                <a:rect b="b" l="l" r="r" t="t"/>
                <a:pathLst>
                  <a:path extrusionOk="0" h="269" w="1844">
                    <a:moveTo>
                      <a:pt x="1" y="1"/>
                    </a:moveTo>
                    <a:lnTo>
                      <a:pt x="3" y="269"/>
                    </a:lnTo>
                    <a:lnTo>
                      <a:pt x="1843" y="1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6"/>
              <p:cNvSpPr/>
              <p:nvPr/>
            </p:nvSpPr>
            <p:spPr>
              <a:xfrm>
                <a:off x="4737200" y="3173750"/>
                <a:ext cx="46050" cy="6700"/>
              </a:xfrm>
              <a:custGeom>
                <a:rect b="b" l="l" r="r" t="t"/>
                <a:pathLst>
                  <a:path extrusionOk="0" h="268" w="1842">
                    <a:moveTo>
                      <a:pt x="0" y="0"/>
                    </a:moveTo>
                    <a:lnTo>
                      <a:pt x="3" y="268"/>
                    </a:lnTo>
                    <a:lnTo>
                      <a:pt x="1842" y="118"/>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6"/>
              <p:cNvSpPr/>
              <p:nvPr/>
            </p:nvSpPr>
            <p:spPr>
              <a:xfrm>
                <a:off x="4724925" y="3186250"/>
                <a:ext cx="46100" cy="6750"/>
              </a:xfrm>
              <a:custGeom>
                <a:rect b="b" l="l" r="r" t="t"/>
                <a:pathLst>
                  <a:path extrusionOk="0" h="270" w="1844">
                    <a:moveTo>
                      <a:pt x="1" y="1"/>
                    </a:moveTo>
                    <a:lnTo>
                      <a:pt x="4" y="269"/>
                    </a:lnTo>
                    <a:lnTo>
                      <a:pt x="1844" y="1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6"/>
              <p:cNvSpPr/>
              <p:nvPr/>
            </p:nvSpPr>
            <p:spPr>
              <a:xfrm>
                <a:off x="4725075" y="3198700"/>
                <a:ext cx="46050" cy="6725"/>
              </a:xfrm>
              <a:custGeom>
                <a:rect b="b" l="l" r="r" t="t"/>
                <a:pathLst>
                  <a:path extrusionOk="0" h="269" w="1842">
                    <a:moveTo>
                      <a:pt x="0" y="0"/>
                    </a:moveTo>
                    <a:lnTo>
                      <a:pt x="1" y="268"/>
                    </a:lnTo>
                    <a:lnTo>
                      <a:pt x="1842" y="12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6"/>
              <p:cNvSpPr/>
              <p:nvPr/>
            </p:nvSpPr>
            <p:spPr>
              <a:xfrm>
                <a:off x="4725200" y="3214650"/>
                <a:ext cx="46050" cy="6775"/>
              </a:xfrm>
              <a:custGeom>
                <a:rect b="b" l="l" r="r" t="t"/>
                <a:pathLst>
                  <a:path extrusionOk="0" h="271" w="1842">
                    <a:moveTo>
                      <a:pt x="0" y="1"/>
                    </a:moveTo>
                    <a:lnTo>
                      <a:pt x="3" y="270"/>
                    </a:lnTo>
                    <a:lnTo>
                      <a:pt x="1842" y="120"/>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6"/>
              <p:cNvSpPr/>
              <p:nvPr/>
            </p:nvSpPr>
            <p:spPr>
              <a:xfrm>
                <a:off x="4727625" y="3228850"/>
                <a:ext cx="46050" cy="6750"/>
              </a:xfrm>
              <a:custGeom>
                <a:rect b="b" l="l" r="r" t="t"/>
                <a:pathLst>
                  <a:path extrusionOk="0" h="270" w="1842">
                    <a:moveTo>
                      <a:pt x="0" y="0"/>
                    </a:moveTo>
                    <a:lnTo>
                      <a:pt x="2" y="270"/>
                    </a:lnTo>
                    <a:lnTo>
                      <a:pt x="1842" y="12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6"/>
              <p:cNvSpPr/>
              <p:nvPr/>
            </p:nvSpPr>
            <p:spPr>
              <a:xfrm>
                <a:off x="4737725" y="3241200"/>
                <a:ext cx="46125" cy="6725"/>
              </a:xfrm>
              <a:custGeom>
                <a:rect b="b" l="l" r="r" t="t"/>
                <a:pathLst>
                  <a:path extrusionOk="0" h="269" w="1845">
                    <a:moveTo>
                      <a:pt x="1" y="0"/>
                    </a:moveTo>
                    <a:lnTo>
                      <a:pt x="4" y="269"/>
                    </a:lnTo>
                    <a:lnTo>
                      <a:pt x="1844" y="11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6"/>
              <p:cNvSpPr/>
              <p:nvPr/>
            </p:nvSpPr>
            <p:spPr>
              <a:xfrm>
                <a:off x="4750800" y="3249975"/>
                <a:ext cx="46075" cy="6700"/>
              </a:xfrm>
              <a:custGeom>
                <a:rect b="b" l="l" r="r" t="t"/>
                <a:pathLst>
                  <a:path extrusionOk="0" h="268" w="1843">
                    <a:moveTo>
                      <a:pt x="1" y="0"/>
                    </a:moveTo>
                    <a:lnTo>
                      <a:pt x="3" y="267"/>
                    </a:lnTo>
                    <a:lnTo>
                      <a:pt x="1843" y="11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6"/>
              <p:cNvSpPr/>
              <p:nvPr/>
            </p:nvSpPr>
            <p:spPr>
              <a:xfrm>
                <a:off x="4870203" y="2913172"/>
                <a:ext cx="194149" cy="193792"/>
              </a:xfrm>
              <a:custGeom>
                <a:rect b="b" l="l" r="r" t="t"/>
                <a:pathLst>
                  <a:path extrusionOk="0" h="9583" w="9544">
                    <a:moveTo>
                      <a:pt x="9399" y="1"/>
                    </a:moveTo>
                    <a:lnTo>
                      <a:pt x="0" y="9440"/>
                    </a:lnTo>
                    <a:lnTo>
                      <a:pt x="145" y="9583"/>
                    </a:lnTo>
                    <a:lnTo>
                      <a:pt x="9544" y="145"/>
                    </a:lnTo>
                    <a:lnTo>
                      <a:pt x="9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6"/>
              <p:cNvSpPr/>
              <p:nvPr/>
            </p:nvSpPr>
            <p:spPr>
              <a:xfrm>
                <a:off x="4082250" y="2509500"/>
                <a:ext cx="1390625" cy="1390625"/>
              </a:xfrm>
              <a:custGeom>
                <a:rect b="b" l="l" r="r" t="t"/>
                <a:pathLst>
                  <a:path extrusionOk="0" h="55625" w="55625">
                    <a:moveTo>
                      <a:pt x="27813" y="3186"/>
                    </a:moveTo>
                    <a:cubicBezTo>
                      <a:pt x="41414" y="3186"/>
                      <a:pt x="52440" y="14212"/>
                      <a:pt x="52440" y="27813"/>
                    </a:cubicBezTo>
                    <a:cubicBezTo>
                      <a:pt x="52440" y="41414"/>
                      <a:pt x="41414" y="52440"/>
                      <a:pt x="27813" y="52440"/>
                    </a:cubicBezTo>
                    <a:cubicBezTo>
                      <a:pt x="14212" y="52440"/>
                      <a:pt x="3186" y="41414"/>
                      <a:pt x="3186" y="27813"/>
                    </a:cubicBezTo>
                    <a:cubicBezTo>
                      <a:pt x="3186" y="14212"/>
                      <a:pt x="14212" y="3186"/>
                      <a:pt x="27813" y="3186"/>
                    </a:cubicBezTo>
                    <a:close/>
                    <a:moveTo>
                      <a:pt x="27813" y="1"/>
                    </a:moveTo>
                    <a:cubicBezTo>
                      <a:pt x="12453" y="1"/>
                      <a:pt x="1" y="12453"/>
                      <a:pt x="1" y="27813"/>
                    </a:cubicBezTo>
                    <a:cubicBezTo>
                      <a:pt x="1" y="43173"/>
                      <a:pt x="12453" y="55625"/>
                      <a:pt x="27813" y="55625"/>
                    </a:cubicBezTo>
                    <a:cubicBezTo>
                      <a:pt x="43174" y="55625"/>
                      <a:pt x="55625" y="43173"/>
                      <a:pt x="55625" y="27813"/>
                    </a:cubicBezTo>
                    <a:cubicBezTo>
                      <a:pt x="55625" y="12453"/>
                      <a:pt x="43174" y="1"/>
                      <a:pt x="2781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6"/>
              <p:cNvSpPr/>
              <p:nvPr/>
            </p:nvSpPr>
            <p:spPr>
              <a:xfrm>
                <a:off x="4685300" y="3116475"/>
                <a:ext cx="181650" cy="180925"/>
              </a:xfrm>
              <a:custGeom>
                <a:rect b="b" l="l" r="r" t="t"/>
                <a:pathLst>
                  <a:path extrusionOk="0" h="7237" w="7266">
                    <a:moveTo>
                      <a:pt x="3633" y="215"/>
                    </a:moveTo>
                    <a:cubicBezTo>
                      <a:pt x="5495" y="215"/>
                      <a:pt x="7018" y="1724"/>
                      <a:pt x="7037" y="3591"/>
                    </a:cubicBezTo>
                    <a:cubicBezTo>
                      <a:pt x="7052" y="5468"/>
                      <a:pt x="5537" y="7009"/>
                      <a:pt x="3661" y="7024"/>
                    </a:cubicBezTo>
                    <a:lnTo>
                      <a:pt x="3630" y="7024"/>
                    </a:lnTo>
                    <a:cubicBezTo>
                      <a:pt x="1770" y="7024"/>
                      <a:pt x="246" y="5516"/>
                      <a:pt x="228" y="3648"/>
                    </a:cubicBezTo>
                    <a:cubicBezTo>
                      <a:pt x="213" y="1772"/>
                      <a:pt x="1728" y="231"/>
                      <a:pt x="3603" y="215"/>
                    </a:cubicBezTo>
                    <a:close/>
                    <a:moveTo>
                      <a:pt x="3603" y="1"/>
                    </a:moveTo>
                    <a:cubicBezTo>
                      <a:pt x="1608" y="19"/>
                      <a:pt x="0" y="1656"/>
                      <a:pt x="16" y="3649"/>
                    </a:cubicBezTo>
                    <a:cubicBezTo>
                      <a:pt x="32" y="5633"/>
                      <a:pt x="1652" y="7237"/>
                      <a:pt x="3630" y="7237"/>
                    </a:cubicBezTo>
                    <a:lnTo>
                      <a:pt x="3663" y="7237"/>
                    </a:lnTo>
                    <a:cubicBezTo>
                      <a:pt x="5657" y="7220"/>
                      <a:pt x="7266" y="5583"/>
                      <a:pt x="7250" y="3589"/>
                    </a:cubicBezTo>
                    <a:cubicBezTo>
                      <a:pt x="7233" y="1604"/>
                      <a:pt x="5613" y="1"/>
                      <a:pt x="36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5" name="Shape 1195"/>
        <p:cNvGrpSpPr/>
        <p:nvPr/>
      </p:nvGrpSpPr>
      <p:grpSpPr>
        <a:xfrm>
          <a:off x="0" y="0"/>
          <a:ext cx="0" cy="0"/>
          <a:chOff x="0" y="0"/>
          <a:chExt cx="0" cy="0"/>
        </a:xfrm>
      </p:grpSpPr>
      <p:sp>
        <p:nvSpPr>
          <p:cNvPr id="1196" name="Google Shape;1196;p37"/>
          <p:cNvSpPr txBox="1"/>
          <p:nvPr>
            <p:ph type="title"/>
          </p:nvPr>
        </p:nvSpPr>
        <p:spPr>
          <a:xfrm rot="2855">
            <a:off x="1606716" y="1309305"/>
            <a:ext cx="7224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97" name="Google Shape;1197;p37"/>
          <p:cNvSpPr txBox="1"/>
          <p:nvPr>
            <p:ph idx="2" type="title"/>
          </p:nvPr>
        </p:nvSpPr>
        <p:spPr>
          <a:xfrm>
            <a:off x="720816" y="1941040"/>
            <a:ext cx="2494200" cy="42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Ankündigungen</a:t>
            </a:r>
            <a:endParaRPr/>
          </a:p>
        </p:txBody>
      </p:sp>
      <p:sp>
        <p:nvSpPr>
          <p:cNvPr id="1198" name="Google Shape;1198;p37"/>
          <p:cNvSpPr txBox="1"/>
          <p:nvPr>
            <p:ph idx="1" type="subTitle"/>
          </p:nvPr>
        </p:nvSpPr>
        <p:spPr>
          <a:xfrm>
            <a:off x="720816" y="2343110"/>
            <a:ext cx="2494200" cy="60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Du kannst das Thema des Abschnitts hier beschreiben</a:t>
            </a:r>
            <a:endParaRPr/>
          </a:p>
        </p:txBody>
      </p:sp>
      <p:sp>
        <p:nvSpPr>
          <p:cNvPr id="1199" name="Google Shape;1199;p37"/>
          <p:cNvSpPr txBox="1"/>
          <p:nvPr>
            <p:ph idx="3"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Inhaltsverzeichnis</a:t>
            </a:r>
            <a:endParaRPr/>
          </a:p>
        </p:txBody>
      </p:sp>
      <p:sp>
        <p:nvSpPr>
          <p:cNvPr id="1200" name="Google Shape;1200;p37"/>
          <p:cNvSpPr/>
          <p:nvPr/>
        </p:nvSpPr>
        <p:spPr>
          <a:xfrm rot="-719069">
            <a:off x="1433889" y="1361346"/>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 name="Google Shape;1201;p37"/>
          <p:cNvGrpSpPr/>
          <p:nvPr/>
        </p:nvGrpSpPr>
        <p:grpSpPr>
          <a:xfrm rot="3064536">
            <a:off x="6939129" y="-1190743"/>
            <a:ext cx="2572618" cy="2336788"/>
            <a:chOff x="3167525" y="751950"/>
            <a:chExt cx="1309325" cy="1189300"/>
          </a:xfrm>
        </p:grpSpPr>
        <p:sp>
          <p:nvSpPr>
            <p:cNvPr id="1202" name="Google Shape;1202;p37"/>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7"/>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7"/>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7"/>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7"/>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7"/>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7"/>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7"/>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7"/>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 name="Google Shape;1211;p37"/>
          <p:cNvSpPr/>
          <p:nvPr/>
        </p:nvSpPr>
        <p:spPr>
          <a:xfrm>
            <a:off x="-1087850" y="-555575"/>
            <a:ext cx="3371850" cy="4845166"/>
          </a:xfrm>
          <a:custGeom>
            <a:rect b="b" l="l" r="r" t="t"/>
            <a:pathLst>
              <a:path extrusionOk="0" h="218694" w="134874">
                <a:moveTo>
                  <a:pt x="0" y="218694"/>
                </a:moveTo>
                <a:cubicBezTo>
                  <a:pt x="8398" y="213895"/>
                  <a:pt x="18019" y="211589"/>
                  <a:pt x="26670" y="207264"/>
                </a:cubicBezTo>
                <a:cubicBezTo>
                  <a:pt x="31811" y="204694"/>
                  <a:pt x="35017" y="199344"/>
                  <a:pt x="38862" y="195072"/>
                </a:cubicBezTo>
                <a:cubicBezTo>
                  <a:pt x="43348" y="190088"/>
                  <a:pt x="48647" y="185329"/>
                  <a:pt x="51054" y="179070"/>
                </a:cubicBezTo>
                <a:cubicBezTo>
                  <a:pt x="56857" y="163983"/>
                  <a:pt x="55776" y="147087"/>
                  <a:pt x="57912" y="131064"/>
                </a:cubicBezTo>
                <a:cubicBezTo>
                  <a:pt x="61112" y="107061"/>
                  <a:pt x="66814" y="82947"/>
                  <a:pt x="76962" y="60960"/>
                </a:cubicBezTo>
                <a:cubicBezTo>
                  <a:pt x="84711" y="44170"/>
                  <a:pt x="96807" y="29203"/>
                  <a:pt x="110490" y="16764"/>
                </a:cubicBezTo>
                <a:cubicBezTo>
                  <a:pt x="117788" y="10129"/>
                  <a:pt x="127899" y="6975"/>
                  <a:pt x="134874" y="0"/>
                </a:cubicBezTo>
              </a:path>
            </a:pathLst>
          </a:custGeom>
          <a:noFill/>
          <a:ln cap="flat" cmpd="sng" w="19050">
            <a:solidFill>
              <a:schemeClr val="lt1"/>
            </a:solidFill>
            <a:prstDash val="dash"/>
            <a:round/>
            <a:headEnd len="med" w="med" type="none"/>
            <a:tailEnd len="med" w="med" type="none"/>
          </a:ln>
        </p:spPr>
      </p:sp>
      <p:sp>
        <p:nvSpPr>
          <p:cNvPr id="1212" name="Google Shape;1212;p37"/>
          <p:cNvSpPr txBox="1"/>
          <p:nvPr>
            <p:ph idx="4" type="title"/>
          </p:nvPr>
        </p:nvSpPr>
        <p:spPr>
          <a:xfrm rot="2862">
            <a:off x="4211700" y="1309305"/>
            <a:ext cx="7206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213" name="Google Shape;1213;p37"/>
          <p:cNvSpPr txBox="1"/>
          <p:nvPr>
            <p:ph idx="5" type="title"/>
          </p:nvPr>
        </p:nvSpPr>
        <p:spPr>
          <a:xfrm>
            <a:off x="3324900" y="1943820"/>
            <a:ext cx="2496300" cy="43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Details</a:t>
            </a:r>
            <a:endParaRPr/>
          </a:p>
        </p:txBody>
      </p:sp>
      <p:sp>
        <p:nvSpPr>
          <p:cNvPr id="1214" name="Google Shape;1214;p37"/>
          <p:cNvSpPr txBox="1"/>
          <p:nvPr>
            <p:ph idx="6" type="subTitle"/>
          </p:nvPr>
        </p:nvSpPr>
        <p:spPr>
          <a:xfrm>
            <a:off x="3324900" y="2344010"/>
            <a:ext cx="2494200" cy="6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Du kannst das Thema des Abschnitts hier beschreiben</a:t>
            </a:r>
            <a:endParaRPr/>
          </a:p>
          <a:p>
            <a:pPr indent="0" lvl="0" marL="0" rtl="0" algn="ctr">
              <a:spcBef>
                <a:spcPts val="0"/>
              </a:spcBef>
              <a:spcAft>
                <a:spcPts val="1600"/>
              </a:spcAft>
              <a:buNone/>
            </a:pPr>
            <a:r>
              <a:t/>
            </a:r>
            <a:endParaRPr/>
          </a:p>
        </p:txBody>
      </p:sp>
      <p:sp>
        <p:nvSpPr>
          <p:cNvPr id="1215" name="Google Shape;1215;p37"/>
          <p:cNvSpPr txBox="1"/>
          <p:nvPr>
            <p:ph idx="7" type="title"/>
          </p:nvPr>
        </p:nvSpPr>
        <p:spPr>
          <a:xfrm rot="1431">
            <a:off x="6815784" y="1309155"/>
            <a:ext cx="720600" cy="57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216" name="Google Shape;1216;p37"/>
          <p:cNvSpPr txBox="1"/>
          <p:nvPr>
            <p:ph idx="8" type="title"/>
          </p:nvPr>
        </p:nvSpPr>
        <p:spPr>
          <a:xfrm>
            <a:off x="5928984" y="1943820"/>
            <a:ext cx="2496300" cy="43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 Kürze </a:t>
            </a:r>
            <a:endParaRPr/>
          </a:p>
        </p:txBody>
      </p:sp>
      <p:sp>
        <p:nvSpPr>
          <p:cNvPr id="1217" name="Google Shape;1217;p37"/>
          <p:cNvSpPr txBox="1"/>
          <p:nvPr>
            <p:ph idx="9" type="subTitle"/>
          </p:nvPr>
        </p:nvSpPr>
        <p:spPr>
          <a:xfrm>
            <a:off x="5928984" y="2344010"/>
            <a:ext cx="2494200" cy="6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Du kannst das Thema des Abschnitts hier beschreiben</a:t>
            </a:r>
            <a:endParaRPr/>
          </a:p>
          <a:p>
            <a:pPr indent="0" lvl="0" marL="0" rtl="0" algn="ctr">
              <a:spcBef>
                <a:spcPts val="0"/>
              </a:spcBef>
              <a:spcAft>
                <a:spcPts val="1600"/>
              </a:spcAft>
              <a:buNone/>
            </a:pPr>
            <a:r>
              <a:t/>
            </a:r>
            <a:endParaRPr/>
          </a:p>
        </p:txBody>
      </p:sp>
      <p:sp>
        <p:nvSpPr>
          <p:cNvPr id="1218" name="Google Shape;1218;p37"/>
          <p:cNvSpPr txBox="1"/>
          <p:nvPr>
            <p:ph idx="13" type="title"/>
          </p:nvPr>
        </p:nvSpPr>
        <p:spPr>
          <a:xfrm rot="1431">
            <a:off x="2887545" y="2987702"/>
            <a:ext cx="720600" cy="57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219" name="Google Shape;1219;p37"/>
          <p:cNvSpPr txBox="1"/>
          <p:nvPr>
            <p:ph idx="14" type="title"/>
          </p:nvPr>
        </p:nvSpPr>
        <p:spPr>
          <a:xfrm>
            <a:off x="2021808" y="3588957"/>
            <a:ext cx="2496300" cy="46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Willkommen!</a:t>
            </a:r>
            <a:endParaRPr/>
          </a:p>
        </p:txBody>
      </p:sp>
      <p:sp>
        <p:nvSpPr>
          <p:cNvPr id="1220" name="Google Shape;1220;p37"/>
          <p:cNvSpPr txBox="1"/>
          <p:nvPr>
            <p:ph idx="15" type="subTitle"/>
          </p:nvPr>
        </p:nvSpPr>
        <p:spPr>
          <a:xfrm>
            <a:off x="2021808" y="3993873"/>
            <a:ext cx="2494200" cy="6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Du kannst das Thema des Abschnitts hier beschreiben</a:t>
            </a:r>
            <a:endParaRPr/>
          </a:p>
          <a:p>
            <a:pPr indent="0" lvl="0" marL="0" rtl="0" algn="ctr">
              <a:spcBef>
                <a:spcPts val="0"/>
              </a:spcBef>
              <a:spcAft>
                <a:spcPts val="1600"/>
              </a:spcAft>
              <a:buNone/>
            </a:pPr>
            <a:r>
              <a:t/>
            </a:r>
            <a:endParaRPr/>
          </a:p>
        </p:txBody>
      </p:sp>
      <p:sp>
        <p:nvSpPr>
          <p:cNvPr id="1221" name="Google Shape;1221;p37"/>
          <p:cNvSpPr txBox="1"/>
          <p:nvPr>
            <p:ph idx="16" type="title"/>
          </p:nvPr>
        </p:nvSpPr>
        <p:spPr>
          <a:xfrm rot="1431">
            <a:off x="5513742" y="2987702"/>
            <a:ext cx="720600" cy="57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222" name="Google Shape;1222;p37"/>
          <p:cNvSpPr txBox="1"/>
          <p:nvPr>
            <p:ph idx="17" type="title"/>
          </p:nvPr>
        </p:nvSpPr>
        <p:spPr>
          <a:xfrm>
            <a:off x="4626942" y="3588893"/>
            <a:ext cx="2496300" cy="46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Veranstaltungen</a:t>
            </a:r>
            <a:endParaRPr/>
          </a:p>
        </p:txBody>
      </p:sp>
      <p:sp>
        <p:nvSpPr>
          <p:cNvPr id="1223" name="Google Shape;1223;p37"/>
          <p:cNvSpPr txBox="1"/>
          <p:nvPr>
            <p:ph idx="18" type="subTitle"/>
          </p:nvPr>
        </p:nvSpPr>
        <p:spPr>
          <a:xfrm>
            <a:off x="4626942" y="3993873"/>
            <a:ext cx="2494200" cy="6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Du kannst das Thema des Abschnitts hier beschreiben</a:t>
            </a:r>
            <a:endParaRPr/>
          </a:p>
        </p:txBody>
      </p:sp>
      <p:sp>
        <p:nvSpPr>
          <p:cNvPr id="1224" name="Google Shape;1224;p37"/>
          <p:cNvSpPr/>
          <p:nvPr/>
        </p:nvSpPr>
        <p:spPr>
          <a:xfrm rot="-719069">
            <a:off x="4037974" y="1361346"/>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7"/>
          <p:cNvSpPr/>
          <p:nvPr/>
        </p:nvSpPr>
        <p:spPr>
          <a:xfrm rot="-719069">
            <a:off x="6642058" y="1361346"/>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7"/>
          <p:cNvSpPr/>
          <p:nvPr/>
        </p:nvSpPr>
        <p:spPr>
          <a:xfrm rot="-719069">
            <a:off x="2735931" y="3043368"/>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7"/>
          <p:cNvSpPr/>
          <p:nvPr/>
        </p:nvSpPr>
        <p:spPr>
          <a:xfrm rot="-719069">
            <a:off x="5340016" y="3043368"/>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1" name="Shape 1231"/>
        <p:cNvGrpSpPr/>
        <p:nvPr/>
      </p:nvGrpSpPr>
      <p:grpSpPr>
        <a:xfrm>
          <a:off x="0" y="0"/>
          <a:ext cx="0" cy="0"/>
          <a:chOff x="0" y="0"/>
          <a:chExt cx="0" cy="0"/>
        </a:xfrm>
      </p:grpSpPr>
      <p:grpSp>
        <p:nvGrpSpPr>
          <p:cNvPr id="1232" name="Google Shape;1232;p38"/>
          <p:cNvGrpSpPr/>
          <p:nvPr/>
        </p:nvGrpSpPr>
        <p:grpSpPr>
          <a:xfrm flipH="1">
            <a:off x="6091318" y="2698786"/>
            <a:ext cx="4267352" cy="3819577"/>
            <a:chOff x="3732700" y="316125"/>
            <a:chExt cx="2435425" cy="2179875"/>
          </a:xfrm>
        </p:grpSpPr>
        <p:sp>
          <p:nvSpPr>
            <p:cNvPr id="1233" name="Google Shape;1233;p38"/>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8"/>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8"/>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8"/>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8"/>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8"/>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8"/>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8"/>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8"/>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8"/>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8"/>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8"/>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8"/>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8"/>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38"/>
          <p:cNvGrpSpPr/>
          <p:nvPr/>
        </p:nvGrpSpPr>
        <p:grpSpPr>
          <a:xfrm flipH="1" rot="10007805">
            <a:off x="-2499133" y="-2358894"/>
            <a:ext cx="9690259" cy="8673669"/>
            <a:chOff x="3732700" y="316125"/>
            <a:chExt cx="2435425" cy="2179875"/>
          </a:xfrm>
        </p:grpSpPr>
        <p:sp>
          <p:nvSpPr>
            <p:cNvPr id="1248" name="Google Shape;1248;p38"/>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8"/>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8"/>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8"/>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8"/>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8"/>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8"/>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8"/>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8"/>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8"/>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8"/>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8"/>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8"/>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8"/>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 name="Google Shape;1262;p38"/>
          <p:cNvSpPr txBox="1"/>
          <p:nvPr>
            <p:ph type="title"/>
          </p:nvPr>
        </p:nvSpPr>
        <p:spPr>
          <a:xfrm>
            <a:off x="720000" y="1294750"/>
            <a:ext cx="4162800" cy="116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Einführung</a:t>
            </a:r>
            <a:endParaRPr/>
          </a:p>
        </p:txBody>
      </p:sp>
      <p:sp>
        <p:nvSpPr>
          <p:cNvPr id="1263" name="Google Shape;1263;p38"/>
          <p:cNvSpPr txBox="1"/>
          <p:nvPr>
            <p:ph idx="1" type="subTitle"/>
          </p:nvPr>
        </p:nvSpPr>
        <p:spPr>
          <a:xfrm>
            <a:off x="720000" y="2282425"/>
            <a:ext cx="4162800" cy="147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Hier kannst du eine kurze Beschreibung des Themas geben, über das du sprechen möchtest. Wenn du zum Beispiel über den Merkur sprechen willst, könntest du sagen, dass er der kleinste Planet im gesamten Sonnensystem ist</a:t>
            </a:r>
            <a:endParaRPr/>
          </a:p>
          <a:p>
            <a:pPr indent="0" lvl="0" marL="0" rtl="0" algn="l">
              <a:spcBef>
                <a:spcPts val="0"/>
              </a:spcBef>
              <a:spcAft>
                <a:spcPts val="0"/>
              </a:spcAft>
              <a:buNone/>
            </a:pPr>
            <a:r>
              <a:t/>
            </a:r>
            <a:endParaRPr/>
          </a:p>
        </p:txBody>
      </p:sp>
      <p:grpSp>
        <p:nvGrpSpPr>
          <p:cNvPr id="1264" name="Google Shape;1264;p38"/>
          <p:cNvGrpSpPr/>
          <p:nvPr/>
        </p:nvGrpSpPr>
        <p:grpSpPr>
          <a:xfrm>
            <a:off x="-489859" y="-176921"/>
            <a:ext cx="2099482" cy="1433841"/>
            <a:chOff x="-512179" y="-394944"/>
            <a:chExt cx="2169783" cy="1481853"/>
          </a:xfrm>
        </p:grpSpPr>
        <p:grpSp>
          <p:nvGrpSpPr>
            <p:cNvPr id="1265" name="Google Shape;1265;p38"/>
            <p:cNvGrpSpPr/>
            <p:nvPr/>
          </p:nvGrpSpPr>
          <p:grpSpPr>
            <a:xfrm>
              <a:off x="-512179" y="-394944"/>
              <a:ext cx="1878017" cy="1225153"/>
              <a:chOff x="1705450" y="1644825"/>
              <a:chExt cx="1313850" cy="857050"/>
            </a:xfrm>
          </p:grpSpPr>
          <p:sp>
            <p:nvSpPr>
              <p:cNvPr id="1266" name="Google Shape;1266;p38"/>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8"/>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8"/>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8"/>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8"/>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8"/>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8"/>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8"/>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8"/>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8"/>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8"/>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8"/>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8"/>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8"/>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8"/>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8"/>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8"/>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8"/>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8"/>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8"/>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8"/>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8"/>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8"/>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8"/>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8"/>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8"/>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8"/>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8"/>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8"/>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8"/>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8"/>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8"/>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8"/>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8"/>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8"/>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8"/>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8"/>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8"/>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8"/>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8"/>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8"/>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8"/>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8"/>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8"/>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8"/>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8"/>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8"/>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8"/>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8"/>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8"/>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38"/>
            <p:cNvGrpSpPr/>
            <p:nvPr/>
          </p:nvGrpSpPr>
          <p:grpSpPr>
            <a:xfrm>
              <a:off x="380139" y="539997"/>
              <a:ext cx="1277466" cy="546912"/>
              <a:chOff x="2011750" y="3107325"/>
              <a:chExt cx="1510900" cy="646850"/>
            </a:xfrm>
          </p:grpSpPr>
          <p:sp>
            <p:nvSpPr>
              <p:cNvPr id="1317" name="Google Shape;1317;p38"/>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8"/>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8"/>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8"/>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8"/>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8"/>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3" name="Google Shape;1323;p38"/>
          <p:cNvGrpSpPr/>
          <p:nvPr/>
        </p:nvGrpSpPr>
        <p:grpSpPr>
          <a:xfrm rot="-5645294">
            <a:off x="7471625" y="-1261794"/>
            <a:ext cx="3684126" cy="3346404"/>
            <a:chOff x="3167525" y="751950"/>
            <a:chExt cx="1309325" cy="1189300"/>
          </a:xfrm>
        </p:grpSpPr>
        <p:sp>
          <p:nvSpPr>
            <p:cNvPr id="1324" name="Google Shape;1324;p38"/>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8"/>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8"/>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8"/>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8"/>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8"/>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8"/>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8"/>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8"/>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 name="Google Shape;1333;p38"/>
          <p:cNvSpPr/>
          <p:nvPr/>
        </p:nvSpPr>
        <p:spPr>
          <a:xfrm>
            <a:off x="5165550" y="2069350"/>
            <a:ext cx="4386102" cy="3331256"/>
          </a:xfrm>
          <a:custGeom>
            <a:rect b="b" l="l" r="r" t="t"/>
            <a:pathLst>
              <a:path extrusionOk="0" h="218694" w="134874">
                <a:moveTo>
                  <a:pt x="0" y="218694"/>
                </a:moveTo>
                <a:cubicBezTo>
                  <a:pt x="8398" y="213895"/>
                  <a:pt x="18019" y="211589"/>
                  <a:pt x="26670" y="207264"/>
                </a:cubicBezTo>
                <a:cubicBezTo>
                  <a:pt x="31811" y="204694"/>
                  <a:pt x="35017" y="199344"/>
                  <a:pt x="38862" y="195072"/>
                </a:cubicBezTo>
                <a:cubicBezTo>
                  <a:pt x="43348" y="190088"/>
                  <a:pt x="48647" y="185329"/>
                  <a:pt x="51054" y="179070"/>
                </a:cubicBezTo>
                <a:cubicBezTo>
                  <a:pt x="56857" y="163983"/>
                  <a:pt x="55776" y="147087"/>
                  <a:pt x="57912" y="131064"/>
                </a:cubicBezTo>
                <a:cubicBezTo>
                  <a:pt x="61112" y="107061"/>
                  <a:pt x="66814" y="82947"/>
                  <a:pt x="76962" y="60960"/>
                </a:cubicBezTo>
                <a:cubicBezTo>
                  <a:pt x="84711" y="44170"/>
                  <a:pt x="96807" y="29203"/>
                  <a:pt x="110490" y="16764"/>
                </a:cubicBezTo>
                <a:cubicBezTo>
                  <a:pt x="117788" y="10129"/>
                  <a:pt x="127899" y="6975"/>
                  <a:pt x="134874" y="0"/>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7" name="Shape 1337"/>
        <p:cNvGrpSpPr/>
        <p:nvPr/>
      </p:nvGrpSpPr>
      <p:grpSpPr>
        <a:xfrm>
          <a:off x="0" y="0"/>
          <a:ext cx="0" cy="0"/>
          <a:chOff x="0" y="0"/>
          <a:chExt cx="0" cy="0"/>
        </a:xfrm>
      </p:grpSpPr>
      <p:sp>
        <p:nvSpPr>
          <p:cNvPr id="1338" name="Google Shape;1338;p39"/>
          <p:cNvSpPr txBox="1"/>
          <p:nvPr>
            <p:ph type="title"/>
          </p:nvPr>
        </p:nvSpPr>
        <p:spPr>
          <a:xfrm>
            <a:off x="983625" y="2369689"/>
            <a:ext cx="7176600" cy="114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Ankündigungen</a:t>
            </a:r>
            <a:endParaRPr/>
          </a:p>
        </p:txBody>
      </p:sp>
      <p:sp>
        <p:nvSpPr>
          <p:cNvPr id="1339" name="Google Shape;1339;p39"/>
          <p:cNvSpPr txBox="1"/>
          <p:nvPr>
            <p:ph idx="2" type="title"/>
          </p:nvPr>
        </p:nvSpPr>
        <p:spPr>
          <a:xfrm>
            <a:off x="4061950" y="1310571"/>
            <a:ext cx="1020000" cy="96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340" name="Google Shape;1340;p39"/>
          <p:cNvSpPr txBox="1"/>
          <p:nvPr>
            <p:ph idx="1" type="subTitle"/>
          </p:nvPr>
        </p:nvSpPr>
        <p:spPr>
          <a:xfrm rot="370">
            <a:off x="1785750" y="3516450"/>
            <a:ext cx="5572500" cy="402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Gib hier einen Untertitel ein, wenn du es brauchst</a:t>
            </a:r>
            <a:endParaRPr/>
          </a:p>
        </p:txBody>
      </p:sp>
      <p:sp>
        <p:nvSpPr>
          <p:cNvPr id="1341" name="Google Shape;1341;p39"/>
          <p:cNvSpPr/>
          <p:nvPr/>
        </p:nvSpPr>
        <p:spPr>
          <a:xfrm rot="-719105">
            <a:off x="3645185" y="1326815"/>
            <a:ext cx="1869634" cy="1219599"/>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9"/>
          <p:cNvSpPr/>
          <p:nvPr/>
        </p:nvSpPr>
        <p:spPr>
          <a:xfrm>
            <a:off x="-917850" y="-622100"/>
            <a:ext cx="9473359" cy="2886132"/>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1343" name="Google Shape;1343;p39"/>
          <p:cNvSpPr/>
          <p:nvPr/>
        </p:nvSpPr>
        <p:spPr>
          <a:xfrm rot="10800000">
            <a:off x="1479911" y="3397434"/>
            <a:ext cx="7963739" cy="2018716"/>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7" name="Shape 1347"/>
        <p:cNvGrpSpPr/>
        <p:nvPr/>
      </p:nvGrpSpPr>
      <p:grpSpPr>
        <a:xfrm>
          <a:off x="0" y="0"/>
          <a:ext cx="0" cy="0"/>
          <a:chOff x="0" y="0"/>
          <a:chExt cx="0" cy="0"/>
        </a:xfrm>
      </p:grpSpPr>
      <p:sp>
        <p:nvSpPr>
          <p:cNvPr id="1348" name="Google Shape;1348;p40"/>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450850" lvl="0" marL="457200" rtl="0" algn="ctr">
              <a:spcBef>
                <a:spcPts val="0"/>
              </a:spcBef>
              <a:spcAft>
                <a:spcPts val="0"/>
              </a:spcAft>
              <a:buSzPts val="3500"/>
              <a:buAutoNum type="arabicPeriod"/>
            </a:pPr>
            <a:r>
              <a:rPr lang="en"/>
              <a:t>Ankündigung</a:t>
            </a:r>
            <a:endParaRPr/>
          </a:p>
        </p:txBody>
      </p:sp>
      <p:sp>
        <p:nvSpPr>
          <p:cNvPr id="1349" name="Google Shape;1349;p40"/>
          <p:cNvSpPr txBox="1"/>
          <p:nvPr>
            <p:ph idx="2" type="title"/>
          </p:nvPr>
        </p:nvSpPr>
        <p:spPr>
          <a:xfrm>
            <a:off x="734287" y="2456163"/>
            <a:ext cx="23976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Merkur</a:t>
            </a:r>
            <a:endParaRPr/>
          </a:p>
        </p:txBody>
      </p:sp>
      <p:sp>
        <p:nvSpPr>
          <p:cNvPr id="1350" name="Google Shape;1350;p40"/>
          <p:cNvSpPr txBox="1"/>
          <p:nvPr>
            <p:ph idx="1" type="subTitle"/>
          </p:nvPr>
        </p:nvSpPr>
        <p:spPr>
          <a:xfrm>
            <a:off x="734275" y="2947975"/>
            <a:ext cx="23976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Der Merkur ist der sonnennächste Planet und der kleinste</a:t>
            </a:r>
            <a:endParaRPr/>
          </a:p>
        </p:txBody>
      </p:sp>
      <p:sp>
        <p:nvSpPr>
          <p:cNvPr id="1351" name="Google Shape;1351;p40"/>
          <p:cNvSpPr txBox="1"/>
          <p:nvPr>
            <p:ph idx="3" type="title"/>
          </p:nvPr>
        </p:nvSpPr>
        <p:spPr>
          <a:xfrm>
            <a:off x="3375000" y="2456163"/>
            <a:ext cx="23958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52" name="Google Shape;1352;p40"/>
          <p:cNvSpPr txBox="1"/>
          <p:nvPr>
            <p:ph idx="4" type="subTitle"/>
          </p:nvPr>
        </p:nvSpPr>
        <p:spPr>
          <a:xfrm>
            <a:off x="3374096" y="2947983"/>
            <a:ext cx="23976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Die Venus ist der zweite Planet des Sonnensystems und der drittkleinste</a:t>
            </a:r>
            <a:endParaRPr/>
          </a:p>
        </p:txBody>
      </p:sp>
      <p:sp>
        <p:nvSpPr>
          <p:cNvPr id="1353" name="Google Shape;1353;p40"/>
          <p:cNvSpPr txBox="1"/>
          <p:nvPr>
            <p:ph idx="5" type="title"/>
          </p:nvPr>
        </p:nvSpPr>
        <p:spPr>
          <a:xfrm>
            <a:off x="6015713" y="2456163"/>
            <a:ext cx="23958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54" name="Google Shape;1354;p40"/>
          <p:cNvSpPr txBox="1"/>
          <p:nvPr>
            <p:ph idx="6" type="subTitle"/>
          </p:nvPr>
        </p:nvSpPr>
        <p:spPr>
          <a:xfrm>
            <a:off x="6015717" y="2947983"/>
            <a:ext cx="23958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Obwohl er rot ist, ist der Mars eigentlich sehr kalt. Er hat zwei Monde! </a:t>
            </a:r>
            <a:endParaRPr/>
          </a:p>
          <a:p>
            <a:pPr indent="0" lvl="0" marL="0" rtl="0" algn="ctr">
              <a:spcBef>
                <a:spcPts val="1600"/>
              </a:spcBef>
              <a:spcAft>
                <a:spcPts val="1600"/>
              </a:spcAft>
              <a:buNone/>
            </a:pPr>
            <a:r>
              <a:t/>
            </a:r>
            <a:endParaRPr/>
          </a:p>
        </p:txBody>
      </p:sp>
      <p:grpSp>
        <p:nvGrpSpPr>
          <p:cNvPr id="1355" name="Google Shape;1355;p40"/>
          <p:cNvGrpSpPr/>
          <p:nvPr/>
        </p:nvGrpSpPr>
        <p:grpSpPr>
          <a:xfrm>
            <a:off x="4308722" y="1695207"/>
            <a:ext cx="528356" cy="535216"/>
            <a:chOff x="4638916" y="3571243"/>
            <a:chExt cx="516376" cy="523081"/>
          </a:xfrm>
        </p:grpSpPr>
        <p:sp>
          <p:nvSpPr>
            <p:cNvPr id="1356" name="Google Shape;1356;p40"/>
            <p:cNvSpPr/>
            <p:nvPr/>
          </p:nvSpPr>
          <p:spPr>
            <a:xfrm>
              <a:off x="5057839" y="3890853"/>
              <a:ext cx="19716" cy="19683"/>
            </a:xfrm>
            <a:custGeom>
              <a:rect b="b" l="l" r="r" t="t"/>
              <a:pathLst>
                <a:path extrusionOk="0" h="593" w="594">
                  <a:moveTo>
                    <a:pt x="161" y="0"/>
                  </a:moveTo>
                  <a:lnTo>
                    <a:pt x="1" y="433"/>
                  </a:lnTo>
                  <a:lnTo>
                    <a:pt x="434" y="593"/>
                  </a:lnTo>
                  <a:lnTo>
                    <a:pt x="593" y="160"/>
                  </a:lnTo>
                  <a:lnTo>
                    <a:pt x="161"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0"/>
            <p:cNvSpPr/>
            <p:nvPr/>
          </p:nvSpPr>
          <p:spPr>
            <a:xfrm>
              <a:off x="5005129" y="3871436"/>
              <a:ext cx="43681" cy="28546"/>
            </a:xfrm>
            <a:custGeom>
              <a:rect b="b" l="l" r="r" t="t"/>
              <a:pathLst>
                <a:path extrusionOk="0" h="860" w="1316">
                  <a:moveTo>
                    <a:pt x="161" y="1"/>
                  </a:moveTo>
                  <a:lnTo>
                    <a:pt x="0" y="433"/>
                  </a:lnTo>
                  <a:lnTo>
                    <a:pt x="1157" y="859"/>
                  </a:lnTo>
                  <a:lnTo>
                    <a:pt x="1316" y="426"/>
                  </a:lnTo>
                  <a:lnTo>
                    <a:pt x="161"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0"/>
            <p:cNvSpPr/>
            <p:nvPr/>
          </p:nvSpPr>
          <p:spPr>
            <a:xfrm>
              <a:off x="5086683" y="3901475"/>
              <a:ext cx="36246" cy="25791"/>
            </a:xfrm>
            <a:custGeom>
              <a:rect b="b" l="l" r="r" t="t"/>
              <a:pathLst>
                <a:path extrusionOk="0" h="777" w="1092">
                  <a:moveTo>
                    <a:pt x="160" y="1"/>
                  </a:moveTo>
                  <a:lnTo>
                    <a:pt x="0" y="433"/>
                  </a:lnTo>
                  <a:lnTo>
                    <a:pt x="932" y="776"/>
                  </a:lnTo>
                  <a:lnTo>
                    <a:pt x="1092" y="343"/>
                  </a:lnTo>
                  <a:lnTo>
                    <a:pt x="160"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0"/>
            <p:cNvSpPr/>
            <p:nvPr/>
          </p:nvSpPr>
          <p:spPr>
            <a:xfrm>
              <a:off x="5057872" y="3933539"/>
              <a:ext cx="65024" cy="36379"/>
            </a:xfrm>
            <a:custGeom>
              <a:rect b="b" l="l" r="r" t="t"/>
              <a:pathLst>
                <a:path extrusionOk="0" h="1096" w="1959">
                  <a:moveTo>
                    <a:pt x="160" y="1"/>
                  </a:moveTo>
                  <a:lnTo>
                    <a:pt x="1" y="434"/>
                  </a:lnTo>
                  <a:lnTo>
                    <a:pt x="1799" y="1096"/>
                  </a:lnTo>
                  <a:lnTo>
                    <a:pt x="1958" y="662"/>
                  </a:lnTo>
                  <a:lnTo>
                    <a:pt x="160"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0"/>
            <p:cNvSpPr/>
            <p:nvPr/>
          </p:nvSpPr>
          <p:spPr>
            <a:xfrm>
              <a:off x="5005129" y="3914154"/>
              <a:ext cx="43681" cy="28512"/>
            </a:xfrm>
            <a:custGeom>
              <a:rect b="b" l="l" r="r" t="t"/>
              <a:pathLst>
                <a:path extrusionOk="0" h="859" w="1316">
                  <a:moveTo>
                    <a:pt x="160" y="0"/>
                  </a:moveTo>
                  <a:lnTo>
                    <a:pt x="0" y="434"/>
                  </a:lnTo>
                  <a:lnTo>
                    <a:pt x="1157" y="859"/>
                  </a:lnTo>
                  <a:lnTo>
                    <a:pt x="1316" y="425"/>
                  </a:lnTo>
                  <a:lnTo>
                    <a:pt x="160"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0"/>
            <p:cNvSpPr/>
            <p:nvPr/>
          </p:nvSpPr>
          <p:spPr>
            <a:xfrm>
              <a:off x="5103213" y="3993252"/>
              <a:ext cx="19683" cy="19683"/>
            </a:xfrm>
            <a:custGeom>
              <a:rect b="b" l="l" r="r" t="t"/>
              <a:pathLst>
                <a:path extrusionOk="0" h="593" w="593">
                  <a:moveTo>
                    <a:pt x="160" y="1"/>
                  </a:moveTo>
                  <a:lnTo>
                    <a:pt x="1" y="433"/>
                  </a:lnTo>
                  <a:lnTo>
                    <a:pt x="433" y="593"/>
                  </a:lnTo>
                  <a:lnTo>
                    <a:pt x="592" y="160"/>
                  </a:lnTo>
                  <a:lnTo>
                    <a:pt x="160"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0"/>
            <p:cNvSpPr/>
            <p:nvPr/>
          </p:nvSpPr>
          <p:spPr>
            <a:xfrm>
              <a:off x="5005129" y="3957039"/>
              <a:ext cx="60211" cy="34653"/>
            </a:xfrm>
            <a:custGeom>
              <a:rect b="b" l="l" r="r" t="t"/>
              <a:pathLst>
                <a:path extrusionOk="0" h="1044" w="1814">
                  <a:moveTo>
                    <a:pt x="160" y="1"/>
                  </a:moveTo>
                  <a:lnTo>
                    <a:pt x="0" y="434"/>
                  </a:lnTo>
                  <a:lnTo>
                    <a:pt x="1653" y="1043"/>
                  </a:lnTo>
                  <a:lnTo>
                    <a:pt x="1813" y="610"/>
                  </a:lnTo>
                  <a:lnTo>
                    <a:pt x="160"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0"/>
            <p:cNvSpPr/>
            <p:nvPr/>
          </p:nvSpPr>
          <p:spPr>
            <a:xfrm>
              <a:off x="5074435" y="3982664"/>
              <a:ext cx="19683" cy="19716"/>
            </a:xfrm>
            <a:custGeom>
              <a:rect b="b" l="l" r="r" t="t"/>
              <a:pathLst>
                <a:path extrusionOk="0" h="594" w="593">
                  <a:moveTo>
                    <a:pt x="160" y="0"/>
                  </a:moveTo>
                  <a:lnTo>
                    <a:pt x="0" y="433"/>
                  </a:lnTo>
                  <a:lnTo>
                    <a:pt x="434" y="593"/>
                  </a:lnTo>
                  <a:lnTo>
                    <a:pt x="593" y="160"/>
                  </a:lnTo>
                  <a:lnTo>
                    <a:pt x="160"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0"/>
            <p:cNvSpPr/>
            <p:nvPr/>
          </p:nvSpPr>
          <p:spPr>
            <a:xfrm>
              <a:off x="4673735" y="3681973"/>
              <a:ext cx="35815" cy="15335"/>
            </a:xfrm>
            <a:custGeom>
              <a:rect b="b" l="l" r="r" t="t"/>
              <a:pathLst>
                <a:path extrusionOk="0" h="462" w="1079">
                  <a:moveTo>
                    <a:pt x="1" y="0"/>
                  </a:moveTo>
                  <a:lnTo>
                    <a:pt x="1" y="461"/>
                  </a:lnTo>
                  <a:lnTo>
                    <a:pt x="1078" y="461"/>
                  </a:lnTo>
                  <a:lnTo>
                    <a:pt x="1078"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0"/>
            <p:cNvSpPr/>
            <p:nvPr/>
          </p:nvSpPr>
          <p:spPr>
            <a:xfrm>
              <a:off x="4724818" y="3681973"/>
              <a:ext cx="61406" cy="15335"/>
            </a:xfrm>
            <a:custGeom>
              <a:rect b="b" l="l" r="r" t="t"/>
              <a:pathLst>
                <a:path extrusionOk="0" h="462" w="1850">
                  <a:moveTo>
                    <a:pt x="0" y="0"/>
                  </a:moveTo>
                  <a:lnTo>
                    <a:pt x="0" y="461"/>
                  </a:lnTo>
                  <a:lnTo>
                    <a:pt x="1849" y="461"/>
                  </a:lnTo>
                  <a:lnTo>
                    <a:pt x="1849"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0"/>
            <p:cNvSpPr/>
            <p:nvPr/>
          </p:nvSpPr>
          <p:spPr>
            <a:xfrm>
              <a:off x="4770823" y="3712609"/>
              <a:ext cx="15368" cy="15368"/>
            </a:xfrm>
            <a:custGeom>
              <a:rect b="b" l="l" r="r" t="t"/>
              <a:pathLst>
                <a:path extrusionOk="0" h="463" w="463">
                  <a:moveTo>
                    <a:pt x="0" y="1"/>
                  </a:moveTo>
                  <a:lnTo>
                    <a:pt x="0" y="463"/>
                  </a:lnTo>
                  <a:lnTo>
                    <a:pt x="462" y="463"/>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0"/>
            <p:cNvSpPr/>
            <p:nvPr/>
          </p:nvSpPr>
          <p:spPr>
            <a:xfrm>
              <a:off x="4740153" y="3712609"/>
              <a:ext cx="15335" cy="15368"/>
            </a:xfrm>
            <a:custGeom>
              <a:rect b="b" l="l" r="r" t="t"/>
              <a:pathLst>
                <a:path extrusionOk="0" h="463" w="462">
                  <a:moveTo>
                    <a:pt x="1" y="1"/>
                  </a:moveTo>
                  <a:lnTo>
                    <a:pt x="1" y="463"/>
                  </a:lnTo>
                  <a:lnTo>
                    <a:pt x="462" y="463"/>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0"/>
            <p:cNvSpPr/>
            <p:nvPr/>
          </p:nvSpPr>
          <p:spPr>
            <a:xfrm>
              <a:off x="4673735" y="3712609"/>
              <a:ext cx="51116" cy="15368"/>
            </a:xfrm>
            <a:custGeom>
              <a:rect b="b" l="l" r="r" t="t"/>
              <a:pathLst>
                <a:path extrusionOk="0" h="463" w="1540">
                  <a:moveTo>
                    <a:pt x="1" y="1"/>
                  </a:moveTo>
                  <a:lnTo>
                    <a:pt x="1" y="463"/>
                  </a:lnTo>
                  <a:lnTo>
                    <a:pt x="1539" y="463"/>
                  </a:lnTo>
                  <a:lnTo>
                    <a:pt x="1539"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0"/>
            <p:cNvSpPr/>
            <p:nvPr/>
          </p:nvSpPr>
          <p:spPr>
            <a:xfrm>
              <a:off x="4638949" y="3745337"/>
              <a:ext cx="311910" cy="345667"/>
            </a:xfrm>
            <a:custGeom>
              <a:rect b="b" l="l" r="r" t="t"/>
              <a:pathLst>
                <a:path extrusionOk="0" h="10414" w="9397">
                  <a:moveTo>
                    <a:pt x="5237" y="462"/>
                  </a:moveTo>
                  <a:lnTo>
                    <a:pt x="5237" y="1048"/>
                  </a:lnTo>
                  <a:cubicBezTo>
                    <a:pt x="5059" y="1027"/>
                    <a:pt x="4879" y="1017"/>
                    <a:pt x="4697" y="1017"/>
                  </a:cubicBezTo>
                  <a:cubicBezTo>
                    <a:pt x="4515" y="1017"/>
                    <a:pt x="4335" y="1027"/>
                    <a:pt x="4158" y="1048"/>
                  </a:cubicBezTo>
                  <a:lnTo>
                    <a:pt x="4158" y="462"/>
                  </a:lnTo>
                  <a:close/>
                  <a:moveTo>
                    <a:pt x="4697" y="1477"/>
                  </a:moveTo>
                  <a:cubicBezTo>
                    <a:pt x="7033" y="1477"/>
                    <a:pt x="8934" y="3378"/>
                    <a:pt x="8934" y="5714"/>
                  </a:cubicBezTo>
                  <a:cubicBezTo>
                    <a:pt x="8934" y="8049"/>
                    <a:pt x="7033" y="9950"/>
                    <a:pt x="4697" y="9950"/>
                  </a:cubicBezTo>
                  <a:cubicBezTo>
                    <a:pt x="2362" y="9950"/>
                    <a:pt x="461" y="8049"/>
                    <a:pt x="461" y="5714"/>
                  </a:cubicBezTo>
                  <a:cubicBezTo>
                    <a:pt x="461" y="3378"/>
                    <a:pt x="2362" y="1477"/>
                    <a:pt x="4697" y="1477"/>
                  </a:cubicBezTo>
                  <a:close/>
                  <a:moveTo>
                    <a:pt x="3697" y="0"/>
                  </a:moveTo>
                  <a:lnTo>
                    <a:pt x="3697" y="1124"/>
                  </a:lnTo>
                  <a:cubicBezTo>
                    <a:pt x="1586" y="1585"/>
                    <a:pt x="1" y="3469"/>
                    <a:pt x="1" y="5715"/>
                  </a:cubicBezTo>
                  <a:cubicBezTo>
                    <a:pt x="1" y="8306"/>
                    <a:pt x="2109" y="10413"/>
                    <a:pt x="4699" y="10413"/>
                  </a:cubicBezTo>
                  <a:cubicBezTo>
                    <a:pt x="7290" y="10413"/>
                    <a:pt x="9396" y="8306"/>
                    <a:pt x="9396" y="5715"/>
                  </a:cubicBezTo>
                  <a:cubicBezTo>
                    <a:pt x="9395" y="3467"/>
                    <a:pt x="7810" y="1585"/>
                    <a:pt x="5699" y="1124"/>
                  </a:cubicBezTo>
                  <a:lnTo>
                    <a:pt x="5699"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0"/>
            <p:cNvSpPr/>
            <p:nvPr/>
          </p:nvSpPr>
          <p:spPr>
            <a:xfrm>
              <a:off x="4669619" y="3809731"/>
              <a:ext cx="250504" cy="250537"/>
            </a:xfrm>
            <a:custGeom>
              <a:rect b="b" l="l" r="r" t="t"/>
              <a:pathLst>
                <a:path extrusionOk="0" h="7548" w="7547">
                  <a:moveTo>
                    <a:pt x="3773" y="462"/>
                  </a:moveTo>
                  <a:cubicBezTo>
                    <a:pt x="5600" y="462"/>
                    <a:pt x="7085" y="1947"/>
                    <a:pt x="7085" y="3774"/>
                  </a:cubicBezTo>
                  <a:cubicBezTo>
                    <a:pt x="7085" y="5600"/>
                    <a:pt x="5600" y="7085"/>
                    <a:pt x="3773" y="7085"/>
                  </a:cubicBezTo>
                  <a:cubicBezTo>
                    <a:pt x="1947" y="7085"/>
                    <a:pt x="462" y="5600"/>
                    <a:pt x="462" y="3774"/>
                  </a:cubicBezTo>
                  <a:cubicBezTo>
                    <a:pt x="462" y="1947"/>
                    <a:pt x="1947" y="462"/>
                    <a:pt x="3773" y="462"/>
                  </a:cubicBezTo>
                  <a:close/>
                  <a:moveTo>
                    <a:pt x="3773" y="0"/>
                  </a:moveTo>
                  <a:cubicBezTo>
                    <a:pt x="1692" y="0"/>
                    <a:pt x="0" y="1692"/>
                    <a:pt x="0" y="3774"/>
                  </a:cubicBezTo>
                  <a:cubicBezTo>
                    <a:pt x="0" y="5855"/>
                    <a:pt x="1692" y="7548"/>
                    <a:pt x="3773" y="7548"/>
                  </a:cubicBezTo>
                  <a:cubicBezTo>
                    <a:pt x="5855" y="7548"/>
                    <a:pt x="7547" y="5855"/>
                    <a:pt x="7547" y="3774"/>
                  </a:cubicBezTo>
                  <a:cubicBezTo>
                    <a:pt x="7547" y="1692"/>
                    <a:pt x="5855" y="0"/>
                    <a:pt x="3773" y="0"/>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0"/>
            <p:cNvSpPr/>
            <p:nvPr/>
          </p:nvSpPr>
          <p:spPr>
            <a:xfrm>
              <a:off x="4728138" y="3868249"/>
              <a:ext cx="133500" cy="133533"/>
            </a:xfrm>
            <a:custGeom>
              <a:rect b="b" l="l" r="r" t="t"/>
              <a:pathLst>
                <a:path extrusionOk="0" h="4023" w="4022">
                  <a:moveTo>
                    <a:pt x="3049" y="973"/>
                  </a:moveTo>
                  <a:lnTo>
                    <a:pt x="2381" y="2383"/>
                  </a:lnTo>
                  <a:lnTo>
                    <a:pt x="971" y="3051"/>
                  </a:lnTo>
                  <a:lnTo>
                    <a:pt x="1640" y="1641"/>
                  </a:lnTo>
                  <a:lnTo>
                    <a:pt x="3049" y="973"/>
                  </a:lnTo>
                  <a:close/>
                  <a:moveTo>
                    <a:pt x="4021" y="1"/>
                  </a:moveTo>
                  <a:lnTo>
                    <a:pt x="1293" y="1293"/>
                  </a:lnTo>
                  <a:lnTo>
                    <a:pt x="1" y="4022"/>
                  </a:lnTo>
                  <a:lnTo>
                    <a:pt x="2729" y="2730"/>
                  </a:lnTo>
                  <a:lnTo>
                    <a:pt x="4021"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0"/>
            <p:cNvSpPr/>
            <p:nvPr/>
          </p:nvSpPr>
          <p:spPr>
            <a:xfrm>
              <a:off x="4787220" y="3840932"/>
              <a:ext cx="15335" cy="25591"/>
            </a:xfrm>
            <a:custGeom>
              <a:rect b="b" l="l" r="r" t="t"/>
              <a:pathLst>
                <a:path extrusionOk="0" h="771" w="462">
                  <a:moveTo>
                    <a:pt x="0" y="0"/>
                  </a:moveTo>
                  <a:lnTo>
                    <a:pt x="0" y="771"/>
                  </a:lnTo>
                  <a:lnTo>
                    <a:pt x="462" y="771"/>
                  </a:lnTo>
                  <a:lnTo>
                    <a:pt x="462"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0"/>
            <p:cNvSpPr/>
            <p:nvPr/>
          </p:nvSpPr>
          <p:spPr>
            <a:xfrm>
              <a:off x="4787220" y="4003508"/>
              <a:ext cx="15335" cy="25591"/>
            </a:xfrm>
            <a:custGeom>
              <a:rect b="b" l="l" r="r" t="t"/>
              <a:pathLst>
                <a:path extrusionOk="0" h="771" w="462">
                  <a:moveTo>
                    <a:pt x="0" y="0"/>
                  </a:moveTo>
                  <a:lnTo>
                    <a:pt x="0" y="771"/>
                  </a:lnTo>
                  <a:lnTo>
                    <a:pt x="462" y="771"/>
                  </a:lnTo>
                  <a:lnTo>
                    <a:pt x="462"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0"/>
            <p:cNvSpPr/>
            <p:nvPr/>
          </p:nvSpPr>
          <p:spPr>
            <a:xfrm>
              <a:off x="4700787" y="3927332"/>
              <a:ext cx="25591" cy="15335"/>
            </a:xfrm>
            <a:custGeom>
              <a:rect b="b" l="l" r="r" t="t"/>
              <a:pathLst>
                <a:path extrusionOk="0" h="462" w="771">
                  <a:moveTo>
                    <a:pt x="0" y="0"/>
                  </a:moveTo>
                  <a:lnTo>
                    <a:pt x="0" y="462"/>
                  </a:lnTo>
                  <a:lnTo>
                    <a:pt x="771" y="462"/>
                  </a:lnTo>
                  <a:lnTo>
                    <a:pt x="771"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0"/>
            <p:cNvSpPr/>
            <p:nvPr/>
          </p:nvSpPr>
          <p:spPr>
            <a:xfrm>
              <a:off x="4863397" y="3927332"/>
              <a:ext cx="25591" cy="15335"/>
            </a:xfrm>
            <a:custGeom>
              <a:rect b="b" l="l" r="r" t="t"/>
              <a:pathLst>
                <a:path extrusionOk="0" h="462" w="771">
                  <a:moveTo>
                    <a:pt x="0" y="0"/>
                  </a:moveTo>
                  <a:lnTo>
                    <a:pt x="0" y="462"/>
                  </a:lnTo>
                  <a:lnTo>
                    <a:pt x="771" y="462"/>
                  </a:lnTo>
                  <a:lnTo>
                    <a:pt x="771"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0"/>
            <p:cNvSpPr/>
            <p:nvPr/>
          </p:nvSpPr>
          <p:spPr>
            <a:xfrm>
              <a:off x="4638916" y="3571243"/>
              <a:ext cx="516376" cy="523081"/>
            </a:xfrm>
            <a:custGeom>
              <a:rect b="b" l="l" r="r" t="t"/>
              <a:pathLst>
                <a:path extrusionOk="0" h="15759" w="15557">
                  <a:moveTo>
                    <a:pt x="10536" y="664"/>
                  </a:moveTo>
                  <a:lnTo>
                    <a:pt x="15096" y="2341"/>
                  </a:lnTo>
                  <a:lnTo>
                    <a:pt x="15096" y="3698"/>
                  </a:lnTo>
                  <a:lnTo>
                    <a:pt x="10536" y="2020"/>
                  </a:lnTo>
                  <a:lnTo>
                    <a:pt x="10536" y="664"/>
                  </a:lnTo>
                  <a:close/>
                  <a:moveTo>
                    <a:pt x="10537" y="2511"/>
                  </a:moveTo>
                  <a:lnTo>
                    <a:pt x="12007" y="3053"/>
                  </a:lnTo>
                  <a:lnTo>
                    <a:pt x="12683" y="4198"/>
                  </a:lnTo>
                  <a:lnTo>
                    <a:pt x="12530" y="5201"/>
                  </a:lnTo>
                  <a:lnTo>
                    <a:pt x="11266" y="5850"/>
                  </a:lnTo>
                  <a:lnTo>
                    <a:pt x="11954" y="6899"/>
                  </a:lnTo>
                  <a:lnTo>
                    <a:pt x="11344" y="7552"/>
                  </a:lnTo>
                  <a:lnTo>
                    <a:pt x="10537" y="7256"/>
                  </a:lnTo>
                  <a:lnTo>
                    <a:pt x="10537" y="2511"/>
                  </a:lnTo>
                  <a:close/>
                  <a:moveTo>
                    <a:pt x="15096" y="5170"/>
                  </a:moveTo>
                  <a:lnTo>
                    <a:pt x="15096" y="7683"/>
                  </a:lnTo>
                  <a:lnTo>
                    <a:pt x="14411" y="7401"/>
                  </a:lnTo>
                  <a:lnTo>
                    <a:pt x="14092" y="6263"/>
                  </a:lnTo>
                  <a:lnTo>
                    <a:pt x="14425" y="5467"/>
                  </a:lnTo>
                  <a:lnTo>
                    <a:pt x="15096" y="5170"/>
                  </a:lnTo>
                  <a:close/>
                  <a:moveTo>
                    <a:pt x="12694" y="3307"/>
                  </a:moveTo>
                  <a:lnTo>
                    <a:pt x="15097" y="4191"/>
                  </a:lnTo>
                  <a:lnTo>
                    <a:pt x="15097" y="4665"/>
                  </a:lnTo>
                  <a:lnTo>
                    <a:pt x="15096" y="4665"/>
                  </a:lnTo>
                  <a:lnTo>
                    <a:pt x="14071" y="5118"/>
                  </a:lnTo>
                  <a:lnTo>
                    <a:pt x="13604" y="6233"/>
                  </a:lnTo>
                  <a:lnTo>
                    <a:pt x="14025" y="7744"/>
                  </a:lnTo>
                  <a:lnTo>
                    <a:pt x="15096" y="8184"/>
                  </a:lnTo>
                  <a:lnTo>
                    <a:pt x="15096" y="8937"/>
                  </a:lnTo>
                  <a:lnTo>
                    <a:pt x="11813" y="7729"/>
                  </a:lnTo>
                  <a:lnTo>
                    <a:pt x="12539" y="6953"/>
                  </a:lnTo>
                  <a:lnTo>
                    <a:pt x="11934" y="6030"/>
                  </a:lnTo>
                  <a:lnTo>
                    <a:pt x="12950" y="5508"/>
                  </a:lnTo>
                  <a:lnTo>
                    <a:pt x="13166" y="4108"/>
                  </a:lnTo>
                  <a:lnTo>
                    <a:pt x="12694" y="3307"/>
                  </a:lnTo>
                  <a:close/>
                  <a:moveTo>
                    <a:pt x="10536" y="7748"/>
                  </a:moveTo>
                  <a:lnTo>
                    <a:pt x="15096" y="9425"/>
                  </a:lnTo>
                  <a:lnTo>
                    <a:pt x="15096" y="15095"/>
                  </a:lnTo>
                  <a:lnTo>
                    <a:pt x="10536" y="13416"/>
                  </a:lnTo>
                  <a:lnTo>
                    <a:pt x="10536" y="7748"/>
                  </a:lnTo>
                  <a:close/>
                  <a:moveTo>
                    <a:pt x="1" y="1"/>
                  </a:moveTo>
                  <a:lnTo>
                    <a:pt x="1" y="8033"/>
                  </a:lnTo>
                  <a:lnTo>
                    <a:pt x="462" y="8033"/>
                  </a:lnTo>
                  <a:lnTo>
                    <a:pt x="462" y="664"/>
                  </a:lnTo>
                  <a:lnTo>
                    <a:pt x="5022" y="2341"/>
                  </a:lnTo>
                  <a:lnTo>
                    <a:pt x="5022" y="4705"/>
                  </a:lnTo>
                  <a:lnTo>
                    <a:pt x="5483" y="4705"/>
                  </a:lnTo>
                  <a:lnTo>
                    <a:pt x="5483" y="2341"/>
                  </a:lnTo>
                  <a:lnTo>
                    <a:pt x="10074" y="662"/>
                  </a:lnTo>
                  <a:lnTo>
                    <a:pt x="10074" y="13416"/>
                  </a:lnTo>
                  <a:lnTo>
                    <a:pt x="8811" y="13878"/>
                  </a:lnTo>
                  <a:lnTo>
                    <a:pt x="8969" y="14313"/>
                  </a:lnTo>
                  <a:lnTo>
                    <a:pt x="10305" y="13825"/>
                  </a:lnTo>
                  <a:lnTo>
                    <a:pt x="15557" y="15759"/>
                  </a:lnTo>
                  <a:lnTo>
                    <a:pt x="15557" y="2019"/>
                  </a:lnTo>
                  <a:lnTo>
                    <a:pt x="10305" y="86"/>
                  </a:lnTo>
                  <a:lnTo>
                    <a:pt x="5253" y="1935"/>
                  </a:lnTo>
                  <a:lnTo>
                    <a:pt x="1"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0"/>
            <p:cNvSpPr/>
            <p:nvPr/>
          </p:nvSpPr>
          <p:spPr>
            <a:xfrm>
              <a:off x="4941598" y="3803092"/>
              <a:ext cx="15368" cy="15368"/>
            </a:xfrm>
            <a:custGeom>
              <a:rect b="b" l="l" r="r" t="t"/>
              <a:pathLst>
                <a:path extrusionOk="0" h="463" w="463">
                  <a:moveTo>
                    <a:pt x="0" y="1"/>
                  </a:moveTo>
                  <a:lnTo>
                    <a:pt x="0" y="463"/>
                  </a:lnTo>
                  <a:lnTo>
                    <a:pt x="462" y="463"/>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0"/>
            <p:cNvSpPr/>
            <p:nvPr/>
          </p:nvSpPr>
          <p:spPr>
            <a:xfrm>
              <a:off x="4941598" y="3746864"/>
              <a:ext cx="15368" cy="40926"/>
            </a:xfrm>
            <a:custGeom>
              <a:rect b="b" l="l" r="r" t="t"/>
              <a:pathLst>
                <a:path extrusionOk="0" h="1233" w="463">
                  <a:moveTo>
                    <a:pt x="0" y="1"/>
                  </a:moveTo>
                  <a:lnTo>
                    <a:pt x="0" y="1232"/>
                  </a:lnTo>
                  <a:lnTo>
                    <a:pt x="462" y="1232"/>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0"/>
            <p:cNvSpPr/>
            <p:nvPr/>
          </p:nvSpPr>
          <p:spPr>
            <a:xfrm>
              <a:off x="5009610" y="3678023"/>
              <a:ext cx="34354" cy="59979"/>
            </a:xfrm>
            <a:custGeom>
              <a:rect b="b" l="l" r="r" t="t"/>
              <a:pathLst>
                <a:path extrusionOk="0" h="1807" w="1035">
                  <a:moveTo>
                    <a:pt x="399" y="0"/>
                  </a:moveTo>
                  <a:lnTo>
                    <a:pt x="1" y="235"/>
                  </a:lnTo>
                  <a:lnTo>
                    <a:pt x="550" y="1165"/>
                  </a:lnTo>
                  <a:lnTo>
                    <a:pt x="451" y="1725"/>
                  </a:lnTo>
                  <a:lnTo>
                    <a:pt x="906" y="1807"/>
                  </a:lnTo>
                  <a:lnTo>
                    <a:pt x="1035" y="1077"/>
                  </a:lnTo>
                  <a:lnTo>
                    <a:pt x="399"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0"/>
            <p:cNvSpPr/>
            <p:nvPr/>
          </p:nvSpPr>
          <p:spPr>
            <a:xfrm>
              <a:off x="4850618" y="3758481"/>
              <a:ext cx="19915" cy="19982"/>
            </a:xfrm>
            <a:custGeom>
              <a:rect b="b" l="l" r="r" t="t"/>
              <a:pathLst>
                <a:path extrusionOk="0" h="602" w="600">
                  <a:moveTo>
                    <a:pt x="151" y="0"/>
                  </a:moveTo>
                  <a:lnTo>
                    <a:pt x="1" y="439"/>
                  </a:lnTo>
                  <a:cubicBezTo>
                    <a:pt x="139" y="487"/>
                    <a:pt x="278" y="541"/>
                    <a:pt x="412" y="601"/>
                  </a:cubicBezTo>
                  <a:lnTo>
                    <a:pt x="599" y="178"/>
                  </a:lnTo>
                  <a:cubicBezTo>
                    <a:pt x="454" y="113"/>
                    <a:pt x="303" y="54"/>
                    <a:pt x="151" y="0"/>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0"/>
            <p:cNvSpPr/>
            <p:nvPr/>
          </p:nvSpPr>
          <p:spPr>
            <a:xfrm>
              <a:off x="4877404" y="3771559"/>
              <a:ext cx="44378" cy="38005"/>
            </a:xfrm>
            <a:custGeom>
              <a:rect b="b" l="l" r="r" t="t"/>
              <a:pathLst>
                <a:path extrusionOk="0" h="1145" w="1337">
                  <a:moveTo>
                    <a:pt x="225" y="0"/>
                  </a:moveTo>
                  <a:lnTo>
                    <a:pt x="0" y="405"/>
                  </a:lnTo>
                  <a:cubicBezTo>
                    <a:pt x="369" y="607"/>
                    <a:pt x="713" y="857"/>
                    <a:pt x="1022" y="1144"/>
                  </a:cubicBezTo>
                  <a:lnTo>
                    <a:pt x="1336" y="805"/>
                  </a:lnTo>
                  <a:cubicBezTo>
                    <a:pt x="1000" y="494"/>
                    <a:pt x="626" y="223"/>
                    <a:pt x="225" y="0"/>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0"/>
            <p:cNvSpPr/>
            <p:nvPr/>
          </p:nvSpPr>
          <p:spPr>
            <a:xfrm>
              <a:off x="4678614" y="3779691"/>
              <a:ext cx="21442" cy="21442"/>
            </a:xfrm>
            <a:custGeom>
              <a:rect b="b" l="l" r="r" t="t"/>
              <a:pathLst>
                <a:path extrusionOk="0" h="646" w="646">
                  <a:moveTo>
                    <a:pt x="389" y="0"/>
                  </a:moveTo>
                  <a:cubicBezTo>
                    <a:pt x="257" y="88"/>
                    <a:pt x="125" y="184"/>
                    <a:pt x="0" y="285"/>
                  </a:cubicBezTo>
                  <a:lnTo>
                    <a:pt x="289" y="646"/>
                  </a:lnTo>
                  <a:cubicBezTo>
                    <a:pt x="404" y="554"/>
                    <a:pt x="524" y="466"/>
                    <a:pt x="646" y="384"/>
                  </a:cubicBezTo>
                  <a:lnTo>
                    <a:pt x="389"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0"/>
            <p:cNvSpPr/>
            <p:nvPr/>
          </p:nvSpPr>
          <p:spPr>
            <a:xfrm>
              <a:off x="4705202" y="3761768"/>
              <a:ext cx="26089" cy="23102"/>
            </a:xfrm>
            <a:custGeom>
              <a:rect b="b" l="l" r="r" t="t"/>
              <a:pathLst>
                <a:path extrusionOk="0" h="696" w="786">
                  <a:moveTo>
                    <a:pt x="614" y="1"/>
                  </a:moveTo>
                  <a:cubicBezTo>
                    <a:pt x="404" y="84"/>
                    <a:pt x="198" y="182"/>
                    <a:pt x="1" y="291"/>
                  </a:cubicBezTo>
                  <a:lnTo>
                    <a:pt x="223" y="696"/>
                  </a:lnTo>
                  <a:cubicBezTo>
                    <a:pt x="404" y="596"/>
                    <a:pt x="594" y="505"/>
                    <a:pt x="786" y="429"/>
                  </a:cubicBezTo>
                  <a:lnTo>
                    <a:pt x="614"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0"/>
            <p:cNvSpPr/>
            <p:nvPr/>
          </p:nvSpPr>
          <p:spPr>
            <a:xfrm>
              <a:off x="4825690" y="3989103"/>
              <a:ext cx="38205" cy="33060"/>
            </a:xfrm>
            <a:custGeom>
              <a:rect b="b" l="l" r="r" t="t"/>
              <a:pathLst>
                <a:path extrusionOk="0" h="996" w="1151">
                  <a:moveTo>
                    <a:pt x="814" y="1"/>
                  </a:moveTo>
                  <a:cubicBezTo>
                    <a:pt x="796" y="21"/>
                    <a:pt x="777" y="39"/>
                    <a:pt x="760" y="58"/>
                  </a:cubicBezTo>
                  <a:cubicBezTo>
                    <a:pt x="540" y="278"/>
                    <a:pt x="285" y="450"/>
                    <a:pt x="1" y="570"/>
                  </a:cubicBezTo>
                  <a:lnTo>
                    <a:pt x="181" y="996"/>
                  </a:lnTo>
                  <a:cubicBezTo>
                    <a:pt x="519" y="852"/>
                    <a:pt x="824" y="646"/>
                    <a:pt x="1087" y="383"/>
                  </a:cubicBezTo>
                  <a:cubicBezTo>
                    <a:pt x="1108" y="362"/>
                    <a:pt x="1130" y="340"/>
                    <a:pt x="1151" y="316"/>
                  </a:cubicBezTo>
                  <a:lnTo>
                    <a:pt x="814"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0"/>
            <p:cNvSpPr/>
            <p:nvPr/>
          </p:nvSpPr>
          <p:spPr>
            <a:xfrm>
              <a:off x="4861339" y="3965769"/>
              <a:ext cx="20679" cy="20745"/>
            </a:xfrm>
            <a:custGeom>
              <a:rect b="b" l="l" r="r" t="t"/>
              <a:pathLst>
                <a:path extrusionOk="0" h="625" w="623">
                  <a:moveTo>
                    <a:pt x="198" y="1"/>
                  </a:moveTo>
                  <a:cubicBezTo>
                    <a:pt x="143" y="130"/>
                    <a:pt x="76" y="254"/>
                    <a:pt x="0" y="372"/>
                  </a:cubicBezTo>
                  <a:lnTo>
                    <a:pt x="386" y="624"/>
                  </a:lnTo>
                  <a:cubicBezTo>
                    <a:pt x="478" y="484"/>
                    <a:pt x="557" y="335"/>
                    <a:pt x="623" y="181"/>
                  </a:cubicBezTo>
                  <a:lnTo>
                    <a:pt x="198"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0"/>
            <p:cNvSpPr/>
            <p:nvPr/>
          </p:nvSpPr>
          <p:spPr>
            <a:xfrm>
              <a:off x="4707757" y="3883484"/>
              <a:ext cx="20679" cy="20712"/>
            </a:xfrm>
            <a:custGeom>
              <a:rect b="b" l="l" r="r" t="t"/>
              <a:pathLst>
                <a:path extrusionOk="0" h="624" w="623">
                  <a:moveTo>
                    <a:pt x="237" y="1"/>
                  </a:moveTo>
                  <a:cubicBezTo>
                    <a:pt x="145" y="141"/>
                    <a:pt x="64" y="290"/>
                    <a:pt x="0" y="444"/>
                  </a:cubicBezTo>
                  <a:lnTo>
                    <a:pt x="425" y="623"/>
                  </a:lnTo>
                  <a:cubicBezTo>
                    <a:pt x="480" y="494"/>
                    <a:pt x="547" y="370"/>
                    <a:pt x="623" y="252"/>
                  </a:cubicBezTo>
                  <a:lnTo>
                    <a:pt x="237"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0"/>
            <p:cNvSpPr/>
            <p:nvPr/>
          </p:nvSpPr>
          <p:spPr>
            <a:xfrm>
              <a:off x="4725847" y="3847869"/>
              <a:ext cx="38238" cy="33060"/>
            </a:xfrm>
            <a:custGeom>
              <a:rect b="b" l="l" r="r" t="t"/>
              <a:pathLst>
                <a:path extrusionOk="0" h="996" w="1152">
                  <a:moveTo>
                    <a:pt x="971" y="0"/>
                  </a:moveTo>
                  <a:cubicBezTo>
                    <a:pt x="632" y="144"/>
                    <a:pt x="328" y="350"/>
                    <a:pt x="66" y="612"/>
                  </a:cubicBezTo>
                  <a:cubicBezTo>
                    <a:pt x="43" y="634"/>
                    <a:pt x="21" y="656"/>
                    <a:pt x="0" y="680"/>
                  </a:cubicBezTo>
                  <a:lnTo>
                    <a:pt x="339" y="995"/>
                  </a:lnTo>
                  <a:cubicBezTo>
                    <a:pt x="356" y="975"/>
                    <a:pt x="374" y="957"/>
                    <a:pt x="392" y="938"/>
                  </a:cubicBezTo>
                  <a:cubicBezTo>
                    <a:pt x="613" y="718"/>
                    <a:pt x="867" y="546"/>
                    <a:pt x="1151" y="426"/>
                  </a:cubicBezTo>
                  <a:lnTo>
                    <a:pt x="971"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0"/>
            <p:cNvSpPr/>
            <p:nvPr/>
          </p:nvSpPr>
          <p:spPr>
            <a:xfrm>
              <a:off x="4674399" y="3619139"/>
              <a:ext cx="59879" cy="34487"/>
            </a:xfrm>
            <a:custGeom>
              <a:rect b="b" l="l" r="r" t="t"/>
              <a:pathLst>
                <a:path extrusionOk="0" h="1039" w="1804">
                  <a:moveTo>
                    <a:pt x="159" y="1"/>
                  </a:moveTo>
                  <a:lnTo>
                    <a:pt x="0" y="434"/>
                  </a:lnTo>
                  <a:lnTo>
                    <a:pt x="1644" y="1039"/>
                  </a:lnTo>
                  <a:lnTo>
                    <a:pt x="1804" y="606"/>
                  </a:lnTo>
                  <a:lnTo>
                    <a:pt x="159"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0"/>
            <p:cNvSpPr/>
            <p:nvPr/>
          </p:nvSpPr>
          <p:spPr>
            <a:xfrm>
              <a:off x="4743472" y="3644432"/>
              <a:ext cx="19716" cy="19716"/>
            </a:xfrm>
            <a:custGeom>
              <a:rect b="b" l="l" r="r" t="t"/>
              <a:pathLst>
                <a:path extrusionOk="0" h="594" w="594">
                  <a:moveTo>
                    <a:pt x="160" y="1"/>
                  </a:moveTo>
                  <a:lnTo>
                    <a:pt x="1" y="434"/>
                  </a:lnTo>
                  <a:lnTo>
                    <a:pt x="434" y="593"/>
                  </a:lnTo>
                  <a:lnTo>
                    <a:pt x="594" y="160"/>
                  </a:lnTo>
                  <a:lnTo>
                    <a:pt x="160"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0"/>
            <p:cNvSpPr/>
            <p:nvPr/>
          </p:nvSpPr>
          <p:spPr>
            <a:xfrm>
              <a:off x="4888590" y="3628433"/>
              <a:ext cx="37839" cy="26355"/>
            </a:xfrm>
            <a:custGeom>
              <a:rect b="b" l="l" r="r" t="t"/>
              <a:pathLst>
                <a:path extrusionOk="0" h="794" w="1140">
                  <a:moveTo>
                    <a:pt x="981" y="1"/>
                  </a:moveTo>
                  <a:lnTo>
                    <a:pt x="0" y="359"/>
                  </a:lnTo>
                  <a:lnTo>
                    <a:pt x="159" y="793"/>
                  </a:lnTo>
                  <a:lnTo>
                    <a:pt x="1140" y="434"/>
                  </a:lnTo>
                  <a:lnTo>
                    <a:pt x="981"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0"/>
            <p:cNvSpPr/>
            <p:nvPr/>
          </p:nvSpPr>
          <p:spPr>
            <a:xfrm>
              <a:off x="4935723" y="3617978"/>
              <a:ext cx="19650" cy="19650"/>
            </a:xfrm>
            <a:custGeom>
              <a:rect b="b" l="l" r="r" t="t"/>
              <a:pathLst>
                <a:path extrusionOk="0" h="592" w="592">
                  <a:moveTo>
                    <a:pt x="434" y="0"/>
                  </a:moveTo>
                  <a:lnTo>
                    <a:pt x="0" y="159"/>
                  </a:lnTo>
                  <a:lnTo>
                    <a:pt x="158" y="592"/>
                  </a:lnTo>
                  <a:lnTo>
                    <a:pt x="592" y="434"/>
                  </a:lnTo>
                  <a:lnTo>
                    <a:pt x="434"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0"/>
            <p:cNvSpPr/>
            <p:nvPr/>
          </p:nvSpPr>
          <p:spPr>
            <a:xfrm>
              <a:off x="5025775" y="3999559"/>
              <a:ext cx="19716" cy="19683"/>
            </a:xfrm>
            <a:custGeom>
              <a:rect b="b" l="l" r="r" t="t"/>
              <a:pathLst>
                <a:path extrusionOk="0" h="593" w="594">
                  <a:moveTo>
                    <a:pt x="160" y="0"/>
                  </a:moveTo>
                  <a:lnTo>
                    <a:pt x="1" y="434"/>
                  </a:lnTo>
                  <a:lnTo>
                    <a:pt x="434" y="593"/>
                  </a:lnTo>
                  <a:lnTo>
                    <a:pt x="593" y="160"/>
                  </a:lnTo>
                  <a:lnTo>
                    <a:pt x="160"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0"/>
            <p:cNvSpPr/>
            <p:nvPr/>
          </p:nvSpPr>
          <p:spPr>
            <a:xfrm>
              <a:off x="5054519" y="4010180"/>
              <a:ext cx="48129" cy="30139"/>
            </a:xfrm>
            <a:custGeom>
              <a:rect b="b" l="l" r="r" t="t"/>
              <a:pathLst>
                <a:path extrusionOk="0" h="908" w="1450">
                  <a:moveTo>
                    <a:pt x="161" y="1"/>
                  </a:moveTo>
                  <a:lnTo>
                    <a:pt x="0" y="433"/>
                  </a:lnTo>
                  <a:lnTo>
                    <a:pt x="1290" y="908"/>
                  </a:lnTo>
                  <a:lnTo>
                    <a:pt x="1449" y="476"/>
                  </a:lnTo>
                  <a:lnTo>
                    <a:pt x="161"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40"/>
          <p:cNvGrpSpPr/>
          <p:nvPr/>
        </p:nvGrpSpPr>
        <p:grpSpPr>
          <a:xfrm>
            <a:off x="6949448" y="1697451"/>
            <a:ext cx="528330" cy="530721"/>
            <a:chOff x="5883635" y="1677544"/>
            <a:chExt cx="520624" cy="522981"/>
          </a:xfrm>
        </p:grpSpPr>
        <p:sp>
          <p:nvSpPr>
            <p:cNvPr id="1395" name="Google Shape;1395;p40"/>
            <p:cNvSpPr/>
            <p:nvPr/>
          </p:nvSpPr>
          <p:spPr>
            <a:xfrm>
              <a:off x="6253731" y="1751663"/>
              <a:ext cx="15401" cy="15368"/>
            </a:xfrm>
            <a:custGeom>
              <a:rect b="b" l="l" r="r" t="t"/>
              <a:pathLst>
                <a:path extrusionOk="0" h="463" w="464">
                  <a:moveTo>
                    <a:pt x="1" y="1"/>
                  </a:moveTo>
                  <a:lnTo>
                    <a:pt x="1" y="462"/>
                  </a:lnTo>
                  <a:lnTo>
                    <a:pt x="463" y="462"/>
                  </a:lnTo>
                  <a:lnTo>
                    <a:pt x="463"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0"/>
            <p:cNvSpPr/>
            <p:nvPr/>
          </p:nvSpPr>
          <p:spPr>
            <a:xfrm>
              <a:off x="6210282" y="1708214"/>
              <a:ext cx="58850" cy="28180"/>
            </a:xfrm>
            <a:custGeom>
              <a:rect b="b" l="l" r="r" t="t"/>
              <a:pathLst>
                <a:path extrusionOk="0" h="849" w="1773">
                  <a:moveTo>
                    <a:pt x="1" y="1"/>
                  </a:moveTo>
                  <a:lnTo>
                    <a:pt x="1" y="463"/>
                  </a:lnTo>
                  <a:lnTo>
                    <a:pt x="1309" y="463"/>
                  </a:lnTo>
                  <a:lnTo>
                    <a:pt x="1309" y="849"/>
                  </a:lnTo>
                  <a:lnTo>
                    <a:pt x="1772" y="849"/>
                  </a:lnTo>
                  <a:lnTo>
                    <a:pt x="177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0"/>
            <p:cNvSpPr/>
            <p:nvPr/>
          </p:nvSpPr>
          <p:spPr>
            <a:xfrm>
              <a:off x="6121094" y="2041832"/>
              <a:ext cx="16098" cy="16065"/>
            </a:xfrm>
            <a:custGeom>
              <a:rect b="b" l="l" r="r" t="t"/>
              <a:pathLst>
                <a:path extrusionOk="0" h="484" w="485">
                  <a:moveTo>
                    <a:pt x="440" y="1"/>
                  </a:moveTo>
                  <a:cubicBezTo>
                    <a:pt x="296" y="14"/>
                    <a:pt x="147" y="22"/>
                    <a:pt x="1" y="22"/>
                  </a:cubicBezTo>
                  <a:lnTo>
                    <a:pt x="3" y="484"/>
                  </a:lnTo>
                  <a:cubicBezTo>
                    <a:pt x="163" y="483"/>
                    <a:pt x="327" y="474"/>
                    <a:pt x="485" y="459"/>
                  </a:cubicBezTo>
                  <a:lnTo>
                    <a:pt x="440"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0"/>
            <p:cNvSpPr/>
            <p:nvPr/>
          </p:nvSpPr>
          <p:spPr>
            <a:xfrm>
              <a:off x="6178119" y="1996756"/>
              <a:ext cx="63364" cy="48992"/>
            </a:xfrm>
            <a:custGeom>
              <a:rect b="b" l="l" r="r" t="t"/>
              <a:pathLst>
                <a:path extrusionOk="0" h="1476" w="1909">
                  <a:moveTo>
                    <a:pt x="1582" y="1"/>
                  </a:moveTo>
                  <a:cubicBezTo>
                    <a:pt x="1126" y="456"/>
                    <a:pt x="595" y="808"/>
                    <a:pt x="1" y="1046"/>
                  </a:cubicBezTo>
                  <a:lnTo>
                    <a:pt x="172" y="1476"/>
                  </a:lnTo>
                  <a:cubicBezTo>
                    <a:pt x="825" y="1215"/>
                    <a:pt x="1409" y="828"/>
                    <a:pt x="1909" y="328"/>
                  </a:cubicBezTo>
                  <a:lnTo>
                    <a:pt x="158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0"/>
            <p:cNvSpPr/>
            <p:nvPr/>
          </p:nvSpPr>
          <p:spPr>
            <a:xfrm>
              <a:off x="6150104" y="2036255"/>
              <a:ext cx="18521" cy="18555"/>
            </a:xfrm>
            <a:custGeom>
              <a:rect b="b" l="l" r="r" t="t"/>
              <a:pathLst>
                <a:path extrusionOk="0" h="559" w="558">
                  <a:moveTo>
                    <a:pt x="428" y="0"/>
                  </a:moveTo>
                  <a:cubicBezTo>
                    <a:pt x="288" y="41"/>
                    <a:pt x="144" y="77"/>
                    <a:pt x="1" y="105"/>
                  </a:cubicBezTo>
                  <a:lnTo>
                    <a:pt x="88" y="559"/>
                  </a:lnTo>
                  <a:cubicBezTo>
                    <a:pt x="246" y="528"/>
                    <a:pt x="403" y="489"/>
                    <a:pt x="557" y="444"/>
                  </a:cubicBezTo>
                  <a:lnTo>
                    <a:pt x="428"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0"/>
            <p:cNvSpPr/>
            <p:nvPr/>
          </p:nvSpPr>
          <p:spPr>
            <a:xfrm>
              <a:off x="6072401" y="1718404"/>
              <a:ext cx="18521" cy="18555"/>
            </a:xfrm>
            <a:custGeom>
              <a:rect b="b" l="l" r="r" t="t"/>
              <a:pathLst>
                <a:path extrusionOk="0" h="559" w="558">
                  <a:moveTo>
                    <a:pt x="471" y="1"/>
                  </a:moveTo>
                  <a:cubicBezTo>
                    <a:pt x="313" y="31"/>
                    <a:pt x="156" y="70"/>
                    <a:pt x="0" y="115"/>
                  </a:cubicBezTo>
                  <a:lnTo>
                    <a:pt x="130" y="558"/>
                  </a:lnTo>
                  <a:cubicBezTo>
                    <a:pt x="269" y="517"/>
                    <a:pt x="414" y="484"/>
                    <a:pt x="558" y="455"/>
                  </a:cubicBezTo>
                  <a:lnTo>
                    <a:pt x="471"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0"/>
            <p:cNvSpPr/>
            <p:nvPr/>
          </p:nvSpPr>
          <p:spPr>
            <a:xfrm>
              <a:off x="6103867" y="1715384"/>
              <a:ext cx="16098" cy="16065"/>
            </a:xfrm>
            <a:custGeom>
              <a:rect b="b" l="l" r="r" t="t"/>
              <a:pathLst>
                <a:path extrusionOk="0" h="484" w="485">
                  <a:moveTo>
                    <a:pt x="484" y="1"/>
                  </a:moveTo>
                  <a:cubicBezTo>
                    <a:pt x="323" y="1"/>
                    <a:pt x="160" y="8"/>
                    <a:pt x="1" y="24"/>
                  </a:cubicBezTo>
                  <a:lnTo>
                    <a:pt x="45" y="484"/>
                  </a:lnTo>
                  <a:cubicBezTo>
                    <a:pt x="190" y="469"/>
                    <a:pt x="339" y="463"/>
                    <a:pt x="485" y="462"/>
                  </a:cubicBezTo>
                  <a:lnTo>
                    <a:pt x="484"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0"/>
            <p:cNvSpPr/>
            <p:nvPr/>
          </p:nvSpPr>
          <p:spPr>
            <a:xfrm>
              <a:off x="5989320" y="1727432"/>
              <a:ext cx="73555" cy="58883"/>
            </a:xfrm>
            <a:custGeom>
              <a:rect b="b" l="l" r="r" t="t"/>
              <a:pathLst>
                <a:path extrusionOk="0" h="1774" w="2216">
                  <a:moveTo>
                    <a:pt x="2045" y="1"/>
                  </a:moveTo>
                  <a:cubicBezTo>
                    <a:pt x="1257" y="313"/>
                    <a:pt x="550" y="824"/>
                    <a:pt x="1" y="1475"/>
                  </a:cubicBezTo>
                  <a:lnTo>
                    <a:pt x="353" y="1773"/>
                  </a:lnTo>
                  <a:cubicBezTo>
                    <a:pt x="854" y="1180"/>
                    <a:pt x="1497" y="714"/>
                    <a:pt x="2216" y="430"/>
                  </a:cubicBezTo>
                  <a:lnTo>
                    <a:pt x="2045"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0"/>
            <p:cNvSpPr/>
            <p:nvPr/>
          </p:nvSpPr>
          <p:spPr>
            <a:xfrm>
              <a:off x="6219477" y="2117046"/>
              <a:ext cx="15368" cy="15335"/>
            </a:xfrm>
            <a:custGeom>
              <a:rect b="b" l="l" r="r" t="t"/>
              <a:pathLst>
                <a:path extrusionOk="0" h="462" w="463">
                  <a:moveTo>
                    <a:pt x="1" y="1"/>
                  </a:moveTo>
                  <a:lnTo>
                    <a:pt x="1" y="462"/>
                  </a:lnTo>
                  <a:lnTo>
                    <a:pt x="462" y="462"/>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0"/>
            <p:cNvSpPr/>
            <p:nvPr/>
          </p:nvSpPr>
          <p:spPr>
            <a:xfrm>
              <a:off x="6188807" y="2117046"/>
              <a:ext cx="15335" cy="15335"/>
            </a:xfrm>
            <a:custGeom>
              <a:rect b="b" l="l" r="r" t="t"/>
              <a:pathLst>
                <a:path extrusionOk="0" h="462" w="462">
                  <a:moveTo>
                    <a:pt x="0" y="1"/>
                  </a:moveTo>
                  <a:lnTo>
                    <a:pt x="0" y="462"/>
                  </a:lnTo>
                  <a:lnTo>
                    <a:pt x="462" y="462"/>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0"/>
            <p:cNvSpPr/>
            <p:nvPr/>
          </p:nvSpPr>
          <p:spPr>
            <a:xfrm>
              <a:off x="5938303" y="2117046"/>
              <a:ext cx="235235" cy="15335"/>
            </a:xfrm>
            <a:custGeom>
              <a:rect b="b" l="l" r="r" t="t"/>
              <a:pathLst>
                <a:path extrusionOk="0" h="462" w="7087">
                  <a:moveTo>
                    <a:pt x="0" y="1"/>
                  </a:moveTo>
                  <a:lnTo>
                    <a:pt x="0" y="462"/>
                  </a:lnTo>
                  <a:lnTo>
                    <a:pt x="7086" y="462"/>
                  </a:lnTo>
                  <a:lnTo>
                    <a:pt x="7086"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0"/>
            <p:cNvSpPr/>
            <p:nvPr/>
          </p:nvSpPr>
          <p:spPr>
            <a:xfrm>
              <a:off x="5938303" y="2151135"/>
              <a:ext cx="235235" cy="15368"/>
            </a:xfrm>
            <a:custGeom>
              <a:rect b="b" l="l" r="r" t="t"/>
              <a:pathLst>
                <a:path extrusionOk="0" h="463" w="7087">
                  <a:moveTo>
                    <a:pt x="0" y="0"/>
                  </a:moveTo>
                  <a:lnTo>
                    <a:pt x="0" y="463"/>
                  </a:lnTo>
                  <a:lnTo>
                    <a:pt x="7086" y="463"/>
                  </a:lnTo>
                  <a:lnTo>
                    <a:pt x="7086"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0"/>
            <p:cNvSpPr/>
            <p:nvPr/>
          </p:nvSpPr>
          <p:spPr>
            <a:xfrm>
              <a:off x="6188807" y="2151135"/>
              <a:ext cx="15335" cy="15368"/>
            </a:xfrm>
            <a:custGeom>
              <a:rect b="b" l="l" r="r" t="t"/>
              <a:pathLst>
                <a:path extrusionOk="0" h="463" w="462">
                  <a:moveTo>
                    <a:pt x="0" y="0"/>
                  </a:moveTo>
                  <a:lnTo>
                    <a:pt x="0" y="463"/>
                  </a:lnTo>
                  <a:lnTo>
                    <a:pt x="462" y="463"/>
                  </a:lnTo>
                  <a:lnTo>
                    <a:pt x="462"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0"/>
            <p:cNvSpPr/>
            <p:nvPr/>
          </p:nvSpPr>
          <p:spPr>
            <a:xfrm>
              <a:off x="6219477" y="2151135"/>
              <a:ext cx="15368" cy="15368"/>
            </a:xfrm>
            <a:custGeom>
              <a:rect b="b" l="l" r="r" t="t"/>
              <a:pathLst>
                <a:path extrusionOk="0" h="463" w="463">
                  <a:moveTo>
                    <a:pt x="1" y="0"/>
                  </a:moveTo>
                  <a:lnTo>
                    <a:pt x="1" y="463"/>
                  </a:lnTo>
                  <a:lnTo>
                    <a:pt x="462" y="463"/>
                  </a:lnTo>
                  <a:lnTo>
                    <a:pt x="462"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0"/>
            <p:cNvSpPr/>
            <p:nvPr/>
          </p:nvSpPr>
          <p:spPr>
            <a:xfrm>
              <a:off x="6112032" y="1863953"/>
              <a:ext cx="15368" cy="44677"/>
            </a:xfrm>
            <a:custGeom>
              <a:rect b="b" l="l" r="r" t="t"/>
              <a:pathLst>
                <a:path extrusionOk="0" h="1346" w="463">
                  <a:moveTo>
                    <a:pt x="1" y="1"/>
                  </a:moveTo>
                  <a:lnTo>
                    <a:pt x="1" y="1345"/>
                  </a:lnTo>
                  <a:lnTo>
                    <a:pt x="462" y="1345"/>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0"/>
            <p:cNvSpPr/>
            <p:nvPr/>
          </p:nvSpPr>
          <p:spPr>
            <a:xfrm>
              <a:off x="6112597" y="1834578"/>
              <a:ext cx="14273" cy="15335"/>
            </a:xfrm>
            <a:custGeom>
              <a:rect b="b" l="l" r="r" t="t"/>
              <a:pathLst>
                <a:path extrusionOk="0" h="462" w="430">
                  <a:moveTo>
                    <a:pt x="0" y="0"/>
                  </a:moveTo>
                  <a:lnTo>
                    <a:pt x="0" y="462"/>
                  </a:lnTo>
                  <a:lnTo>
                    <a:pt x="430" y="462"/>
                  </a:lnTo>
                  <a:lnTo>
                    <a:pt x="430"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0"/>
            <p:cNvSpPr/>
            <p:nvPr/>
          </p:nvSpPr>
          <p:spPr>
            <a:xfrm>
              <a:off x="6112597" y="1922571"/>
              <a:ext cx="14273" cy="15368"/>
            </a:xfrm>
            <a:custGeom>
              <a:rect b="b" l="l" r="r" t="t"/>
              <a:pathLst>
                <a:path extrusionOk="0" h="463" w="430">
                  <a:moveTo>
                    <a:pt x="0" y="1"/>
                  </a:moveTo>
                  <a:lnTo>
                    <a:pt x="0" y="462"/>
                  </a:lnTo>
                  <a:lnTo>
                    <a:pt x="430" y="462"/>
                  </a:lnTo>
                  <a:lnTo>
                    <a:pt x="430"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0"/>
            <p:cNvSpPr/>
            <p:nvPr/>
          </p:nvSpPr>
          <p:spPr>
            <a:xfrm>
              <a:off x="6082325" y="1834578"/>
              <a:ext cx="15335" cy="15335"/>
            </a:xfrm>
            <a:custGeom>
              <a:rect b="b" l="l" r="r" t="t"/>
              <a:pathLst>
                <a:path extrusionOk="0" h="462" w="462">
                  <a:moveTo>
                    <a:pt x="0" y="0"/>
                  </a:moveTo>
                  <a:lnTo>
                    <a:pt x="0" y="462"/>
                  </a:lnTo>
                  <a:lnTo>
                    <a:pt x="462" y="462"/>
                  </a:lnTo>
                  <a:lnTo>
                    <a:pt x="462"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0"/>
            <p:cNvSpPr/>
            <p:nvPr/>
          </p:nvSpPr>
          <p:spPr>
            <a:xfrm>
              <a:off x="6141773" y="1834578"/>
              <a:ext cx="15335" cy="15335"/>
            </a:xfrm>
            <a:custGeom>
              <a:rect b="b" l="l" r="r" t="t"/>
              <a:pathLst>
                <a:path extrusionOk="0" h="462" w="462">
                  <a:moveTo>
                    <a:pt x="1" y="0"/>
                  </a:moveTo>
                  <a:lnTo>
                    <a:pt x="1" y="462"/>
                  </a:lnTo>
                  <a:lnTo>
                    <a:pt x="462" y="462"/>
                  </a:lnTo>
                  <a:lnTo>
                    <a:pt x="462"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0"/>
            <p:cNvSpPr/>
            <p:nvPr/>
          </p:nvSpPr>
          <p:spPr>
            <a:xfrm>
              <a:off x="6082325" y="1922571"/>
              <a:ext cx="15335" cy="15368"/>
            </a:xfrm>
            <a:custGeom>
              <a:rect b="b" l="l" r="r" t="t"/>
              <a:pathLst>
                <a:path extrusionOk="0" h="463" w="462">
                  <a:moveTo>
                    <a:pt x="0" y="1"/>
                  </a:moveTo>
                  <a:lnTo>
                    <a:pt x="0" y="462"/>
                  </a:lnTo>
                  <a:lnTo>
                    <a:pt x="462" y="462"/>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0"/>
            <p:cNvSpPr/>
            <p:nvPr/>
          </p:nvSpPr>
          <p:spPr>
            <a:xfrm>
              <a:off x="6141773" y="1922571"/>
              <a:ext cx="15335" cy="15368"/>
            </a:xfrm>
            <a:custGeom>
              <a:rect b="b" l="l" r="r" t="t"/>
              <a:pathLst>
                <a:path extrusionOk="0" h="463" w="462">
                  <a:moveTo>
                    <a:pt x="1" y="1"/>
                  </a:moveTo>
                  <a:lnTo>
                    <a:pt x="1" y="462"/>
                  </a:lnTo>
                  <a:lnTo>
                    <a:pt x="462" y="462"/>
                  </a:lnTo>
                  <a:lnTo>
                    <a:pt x="46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0"/>
            <p:cNvSpPr/>
            <p:nvPr/>
          </p:nvSpPr>
          <p:spPr>
            <a:xfrm>
              <a:off x="5979727" y="1745987"/>
              <a:ext cx="281240" cy="281306"/>
            </a:xfrm>
            <a:custGeom>
              <a:rect b="b" l="l" r="r" t="t"/>
              <a:pathLst>
                <a:path extrusionOk="0" h="8475" w="8473">
                  <a:moveTo>
                    <a:pt x="2437" y="922"/>
                  </a:moveTo>
                  <a:cubicBezTo>
                    <a:pt x="2345" y="1031"/>
                    <a:pt x="2257" y="1150"/>
                    <a:pt x="2173" y="1278"/>
                  </a:cubicBezTo>
                  <a:cubicBezTo>
                    <a:pt x="1908" y="1685"/>
                    <a:pt x="1704" y="2156"/>
                    <a:pt x="1568" y="2670"/>
                  </a:cubicBezTo>
                  <a:lnTo>
                    <a:pt x="804" y="2670"/>
                  </a:lnTo>
                  <a:cubicBezTo>
                    <a:pt x="1145" y="1926"/>
                    <a:pt x="1722" y="1310"/>
                    <a:pt x="2437" y="922"/>
                  </a:cubicBezTo>
                  <a:close/>
                  <a:moveTo>
                    <a:pt x="5971" y="889"/>
                  </a:moveTo>
                  <a:cubicBezTo>
                    <a:pt x="6716" y="1274"/>
                    <a:pt x="7317" y="1904"/>
                    <a:pt x="7669" y="2670"/>
                  </a:cubicBezTo>
                  <a:lnTo>
                    <a:pt x="6868" y="2670"/>
                  </a:lnTo>
                  <a:cubicBezTo>
                    <a:pt x="6733" y="2157"/>
                    <a:pt x="6528" y="1685"/>
                    <a:pt x="6263" y="1278"/>
                  </a:cubicBezTo>
                  <a:cubicBezTo>
                    <a:pt x="6171" y="1138"/>
                    <a:pt x="6073" y="1007"/>
                    <a:pt x="5971" y="889"/>
                  </a:cubicBezTo>
                  <a:close/>
                  <a:moveTo>
                    <a:pt x="1467" y="3133"/>
                  </a:moveTo>
                  <a:cubicBezTo>
                    <a:pt x="1404" y="3487"/>
                    <a:pt x="1371" y="3859"/>
                    <a:pt x="1371" y="4236"/>
                  </a:cubicBezTo>
                  <a:cubicBezTo>
                    <a:pt x="1371" y="4607"/>
                    <a:pt x="1403" y="4970"/>
                    <a:pt x="1465" y="5321"/>
                  </a:cubicBezTo>
                  <a:lnTo>
                    <a:pt x="622" y="5321"/>
                  </a:lnTo>
                  <a:cubicBezTo>
                    <a:pt x="517" y="4979"/>
                    <a:pt x="463" y="4615"/>
                    <a:pt x="463" y="4238"/>
                  </a:cubicBezTo>
                  <a:cubicBezTo>
                    <a:pt x="463" y="3853"/>
                    <a:pt x="521" y="3482"/>
                    <a:pt x="628" y="3133"/>
                  </a:cubicBezTo>
                  <a:close/>
                  <a:moveTo>
                    <a:pt x="7845" y="3133"/>
                  </a:moveTo>
                  <a:cubicBezTo>
                    <a:pt x="7953" y="3482"/>
                    <a:pt x="8011" y="3853"/>
                    <a:pt x="8011" y="4239"/>
                  </a:cubicBezTo>
                  <a:cubicBezTo>
                    <a:pt x="8011" y="4615"/>
                    <a:pt x="7955" y="4979"/>
                    <a:pt x="7853" y="5321"/>
                  </a:cubicBezTo>
                  <a:lnTo>
                    <a:pt x="6975" y="5321"/>
                  </a:lnTo>
                  <a:cubicBezTo>
                    <a:pt x="7037" y="4970"/>
                    <a:pt x="7069" y="4607"/>
                    <a:pt x="7069" y="4236"/>
                  </a:cubicBezTo>
                  <a:cubicBezTo>
                    <a:pt x="7069" y="3859"/>
                    <a:pt x="7035" y="3487"/>
                    <a:pt x="6972" y="3133"/>
                  </a:cubicBezTo>
                  <a:close/>
                  <a:moveTo>
                    <a:pt x="1563" y="5783"/>
                  </a:moveTo>
                  <a:cubicBezTo>
                    <a:pt x="1698" y="6304"/>
                    <a:pt x="1904" y="6784"/>
                    <a:pt x="2173" y="7195"/>
                  </a:cubicBezTo>
                  <a:cubicBezTo>
                    <a:pt x="2259" y="7326"/>
                    <a:pt x="2349" y="7447"/>
                    <a:pt x="2443" y="7560"/>
                  </a:cubicBezTo>
                  <a:cubicBezTo>
                    <a:pt x="1718" y="7166"/>
                    <a:pt x="1134" y="6539"/>
                    <a:pt x="792" y="5783"/>
                  </a:cubicBezTo>
                  <a:close/>
                  <a:moveTo>
                    <a:pt x="7679" y="5782"/>
                  </a:moveTo>
                  <a:cubicBezTo>
                    <a:pt x="7327" y="6562"/>
                    <a:pt x="6719" y="7202"/>
                    <a:pt x="5963" y="7592"/>
                  </a:cubicBezTo>
                  <a:cubicBezTo>
                    <a:pt x="6068" y="7471"/>
                    <a:pt x="6169" y="7338"/>
                    <a:pt x="6263" y="7194"/>
                  </a:cubicBezTo>
                  <a:cubicBezTo>
                    <a:pt x="6532" y="6783"/>
                    <a:pt x="6737" y="6303"/>
                    <a:pt x="6873" y="5782"/>
                  </a:cubicBezTo>
                  <a:close/>
                  <a:moveTo>
                    <a:pt x="4448" y="481"/>
                  </a:moveTo>
                  <a:cubicBezTo>
                    <a:pt x="4981" y="564"/>
                    <a:pt x="5481" y="929"/>
                    <a:pt x="5875" y="1532"/>
                  </a:cubicBezTo>
                  <a:cubicBezTo>
                    <a:pt x="6094" y="1866"/>
                    <a:pt x="6266" y="2252"/>
                    <a:pt x="6387" y="2670"/>
                  </a:cubicBezTo>
                  <a:lnTo>
                    <a:pt x="5806" y="2670"/>
                  </a:lnTo>
                  <a:lnTo>
                    <a:pt x="5806" y="3133"/>
                  </a:lnTo>
                  <a:lnTo>
                    <a:pt x="6500" y="3133"/>
                  </a:lnTo>
                  <a:cubicBezTo>
                    <a:pt x="6568" y="3485"/>
                    <a:pt x="6604" y="3856"/>
                    <a:pt x="6604" y="4236"/>
                  </a:cubicBezTo>
                  <a:cubicBezTo>
                    <a:pt x="6604" y="4609"/>
                    <a:pt x="6569" y="4973"/>
                    <a:pt x="6504" y="5321"/>
                  </a:cubicBezTo>
                  <a:lnTo>
                    <a:pt x="5806" y="5321"/>
                  </a:lnTo>
                  <a:lnTo>
                    <a:pt x="5806" y="5782"/>
                  </a:lnTo>
                  <a:lnTo>
                    <a:pt x="6392" y="5782"/>
                  </a:lnTo>
                  <a:cubicBezTo>
                    <a:pt x="6269" y="6208"/>
                    <a:pt x="6097" y="6601"/>
                    <a:pt x="5874" y="6940"/>
                  </a:cubicBezTo>
                  <a:cubicBezTo>
                    <a:pt x="5482" y="7544"/>
                    <a:pt x="4982" y="7909"/>
                    <a:pt x="4449" y="7991"/>
                  </a:cubicBezTo>
                  <a:lnTo>
                    <a:pt x="4449" y="6151"/>
                  </a:lnTo>
                  <a:lnTo>
                    <a:pt x="3988" y="6151"/>
                  </a:lnTo>
                  <a:lnTo>
                    <a:pt x="3988" y="7991"/>
                  </a:lnTo>
                  <a:cubicBezTo>
                    <a:pt x="3455" y="7908"/>
                    <a:pt x="2955" y="7543"/>
                    <a:pt x="2561" y="6940"/>
                  </a:cubicBezTo>
                  <a:cubicBezTo>
                    <a:pt x="2340" y="6602"/>
                    <a:pt x="2165" y="6208"/>
                    <a:pt x="2043" y="5782"/>
                  </a:cubicBezTo>
                  <a:lnTo>
                    <a:pt x="2629" y="5782"/>
                  </a:lnTo>
                  <a:lnTo>
                    <a:pt x="2629" y="5321"/>
                  </a:lnTo>
                  <a:lnTo>
                    <a:pt x="1931" y="5321"/>
                  </a:lnTo>
                  <a:cubicBezTo>
                    <a:pt x="1865" y="4973"/>
                    <a:pt x="1831" y="4608"/>
                    <a:pt x="1831" y="4236"/>
                  </a:cubicBezTo>
                  <a:cubicBezTo>
                    <a:pt x="1831" y="3857"/>
                    <a:pt x="1867" y="3485"/>
                    <a:pt x="1935" y="3133"/>
                  </a:cubicBezTo>
                  <a:lnTo>
                    <a:pt x="2629" y="3133"/>
                  </a:lnTo>
                  <a:lnTo>
                    <a:pt x="2629" y="2670"/>
                  </a:lnTo>
                  <a:lnTo>
                    <a:pt x="2048" y="2670"/>
                  </a:lnTo>
                  <a:cubicBezTo>
                    <a:pt x="2171" y="2251"/>
                    <a:pt x="2343" y="1866"/>
                    <a:pt x="2560" y="1532"/>
                  </a:cubicBezTo>
                  <a:cubicBezTo>
                    <a:pt x="2954" y="930"/>
                    <a:pt x="3453" y="564"/>
                    <a:pt x="3987" y="481"/>
                  </a:cubicBezTo>
                  <a:lnTo>
                    <a:pt x="3987" y="2264"/>
                  </a:lnTo>
                  <a:lnTo>
                    <a:pt x="4448" y="2264"/>
                  </a:lnTo>
                  <a:lnTo>
                    <a:pt x="4448" y="481"/>
                  </a:lnTo>
                  <a:close/>
                  <a:moveTo>
                    <a:pt x="4219" y="0"/>
                  </a:moveTo>
                  <a:cubicBezTo>
                    <a:pt x="4169" y="0"/>
                    <a:pt x="4121" y="1"/>
                    <a:pt x="4072" y="5"/>
                  </a:cubicBezTo>
                  <a:cubicBezTo>
                    <a:pt x="1812" y="92"/>
                    <a:pt x="0" y="1957"/>
                    <a:pt x="0" y="4237"/>
                  </a:cubicBezTo>
                  <a:cubicBezTo>
                    <a:pt x="0" y="6573"/>
                    <a:pt x="1900" y="8474"/>
                    <a:pt x="4236" y="8474"/>
                  </a:cubicBezTo>
                  <a:cubicBezTo>
                    <a:pt x="6572" y="8474"/>
                    <a:pt x="8472" y="6573"/>
                    <a:pt x="8472" y="4237"/>
                  </a:cubicBezTo>
                  <a:cubicBezTo>
                    <a:pt x="8471" y="1935"/>
                    <a:pt x="6624" y="56"/>
                    <a:pt x="4333" y="4"/>
                  </a:cubicBezTo>
                  <a:cubicBezTo>
                    <a:pt x="4294" y="1"/>
                    <a:pt x="4257" y="0"/>
                    <a:pt x="4219" y="0"/>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0"/>
            <p:cNvSpPr/>
            <p:nvPr/>
          </p:nvSpPr>
          <p:spPr>
            <a:xfrm>
              <a:off x="5883635" y="1677544"/>
              <a:ext cx="520624" cy="522981"/>
            </a:xfrm>
            <a:custGeom>
              <a:rect b="b" l="l" r="r" t="t"/>
              <a:pathLst>
                <a:path extrusionOk="0" h="15756" w="15685">
                  <a:moveTo>
                    <a:pt x="14903" y="3359"/>
                  </a:moveTo>
                  <a:lnTo>
                    <a:pt x="14353" y="4359"/>
                  </a:lnTo>
                  <a:lnTo>
                    <a:pt x="14903" y="5360"/>
                  </a:lnTo>
                  <a:lnTo>
                    <a:pt x="12538" y="5360"/>
                  </a:lnTo>
                  <a:lnTo>
                    <a:pt x="12538" y="3359"/>
                  </a:lnTo>
                  <a:close/>
                  <a:moveTo>
                    <a:pt x="12074" y="463"/>
                  </a:moveTo>
                  <a:lnTo>
                    <a:pt x="12074" y="12215"/>
                  </a:lnTo>
                  <a:lnTo>
                    <a:pt x="2187" y="12215"/>
                  </a:lnTo>
                  <a:lnTo>
                    <a:pt x="2187" y="463"/>
                  </a:lnTo>
                  <a:close/>
                  <a:moveTo>
                    <a:pt x="1724" y="464"/>
                  </a:moveTo>
                  <a:lnTo>
                    <a:pt x="1724" y="12217"/>
                  </a:lnTo>
                  <a:lnTo>
                    <a:pt x="1591" y="12217"/>
                  </a:lnTo>
                  <a:cubicBezTo>
                    <a:pt x="1588" y="12217"/>
                    <a:pt x="1587" y="12217"/>
                    <a:pt x="1584" y="12218"/>
                  </a:cubicBezTo>
                  <a:lnTo>
                    <a:pt x="1576" y="12218"/>
                  </a:lnTo>
                  <a:cubicBezTo>
                    <a:pt x="1570" y="12218"/>
                    <a:pt x="1565" y="12219"/>
                    <a:pt x="1558" y="12219"/>
                  </a:cubicBezTo>
                  <a:lnTo>
                    <a:pt x="1557" y="12219"/>
                  </a:lnTo>
                  <a:cubicBezTo>
                    <a:pt x="1555" y="12219"/>
                    <a:pt x="1552" y="12219"/>
                    <a:pt x="1550" y="12220"/>
                  </a:cubicBezTo>
                  <a:lnTo>
                    <a:pt x="1546" y="12220"/>
                  </a:lnTo>
                  <a:cubicBezTo>
                    <a:pt x="1543" y="12220"/>
                    <a:pt x="1540" y="12220"/>
                    <a:pt x="1539" y="12222"/>
                  </a:cubicBezTo>
                  <a:lnTo>
                    <a:pt x="1535" y="12222"/>
                  </a:lnTo>
                  <a:cubicBezTo>
                    <a:pt x="1532" y="12222"/>
                    <a:pt x="1531" y="12222"/>
                    <a:pt x="1529" y="12223"/>
                  </a:cubicBezTo>
                  <a:cubicBezTo>
                    <a:pt x="1527" y="12223"/>
                    <a:pt x="1525" y="12223"/>
                    <a:pt x="1524" y="12224"/>
                  </a:cubicBezTo>
                  <a:cubicBezTo>
                    <a:pt x="1521" y="12224"/>
                    <a:pt x="1520" y="12224"/>
                    <a:pt x="1517" y="12225"/>
                  </a:cubicBezTo>
                  <a:cubicBezTo>
                    <a:pt x="1516" y="12225"/>
                    <a:pt x="1514" y="12225"/>
                    <a:pt x="1512" y="12227"/>
                  </a:cubicBezTo>
                  <a:cubicBezTo>
                    <a:pt x="1509" y="12227"/>
                    <a:pt x="1508" y="12228"/>
                    <a:pt x="1505" y="12228"/>
                  </a:cubicBezTo>
                  <a:cubicBezTo>
                    <a:pt x="1504" y="12228"/>
                    <a:pt x="1503" y="12228"/>
                    <a:pt x="1500" y="12229"/>
                  </a:cubicBezTo>
                  <a:cubicBezTo>
                    <a:pt x="1498" y="12229"/>
                    <a:pt x="1496" y="12230"/>
                    <a:pt x="1494" y="12230"/>
                  </a:cubicBezTo>
                  <a:cubicBezTo>
                    <a:pt x="1493" y="12230"/>
                    <a:pt x="1491" y="12230"/>
                    <a:pt x="1489" y="12232"/>
                  </a:cubicBezTo>
                  <a:cubicBezTo>
                    <a:pt x="1486" y="12232"/>
                    <a:pt x="1485" y="12233"/>
                    <a:pt x="1483" y="12233"/>
                  </a:cubicBezTo>
                  <a:cubicBezTo>
                    <a:pt x="1481" y="12233"/>
                    <a:pt x="1478" y="12233"/>
                    <a:pt x="1477" y="12234"/>
                  </a:cubicBezTo>
                  <a:cubicBezTo>
                    <a:pt x="1474" y="12234"/>
                    <a:pt x="1473" y="12235"/>
                    <a:pt x="1470" y="12235"/>
                  </a:cubicBezTo>
                  <a:cubicBezTo>
                    <a:pt x="1469" y="12235"/>
                    <a:pt x="1468" y="12235"/>
                    <a:pt x="1467" y="12237"/>
                  </a:cubicBezTo>
                  <a:cubicBezTo>
                    <a:pt x="1464" y="12237"/>
                    <a:pt x="1462" y="12238"/>
                    <a:pt x="1459" y="12238"/>
                  </a:cubicBezTo>
                  <a:cubicBezTo>
                    <a:pt x="1458" y="12238"/>
                    <a:pt x="1457" y="12238"/>
                    <a:pt x="1455" y="12239"/>
                  </a:cubicBezTo>
                  <a:cubicBezTo>
                    <a:pt x="1453" y="12239"/>
                    <a:pt x="1452" y="12240"/>
                    <a:pt x="1448" y="12240"/>
                  </a:cubicBezTo>
                  <a:cubicBezTo>
                    <a:pt x="1447" y="12240"/>
                    <a:pt x="1446" y="12240"/>
                    <a:pt x="1443" y="12243"/>
                  </a:cubicBezTo>
                  <a:cubicBezTo>
                    <a:pt x="1441" y="12243"/>
                    <a:pt x="1439" y="12244"/>
                    <a:pt x="1437" y="12244"/>
                  </a:cubicBezTo>
                  <a:cubicBezTo>
                    <a:pt x="1436" y="12244"/>
                    <a:pt x="1434" y="12244"/>
                    <a:pt x="1433" y="12245"/>
                  </a:cubicBezTo>
                  <a:cubicBezTo>
                    <a:pt x="1431" y="12245"/>
                    <a:pt x="1428" y="12246"/>
                    <a:pt x="1427" y="12246"/>
                  </a:cubicBezTo>
                  <a:cubicBezTo>
                    <a:pt x="1426" y="12246"/>
                    <a:pt x="1424" y="12246"/>
                    <a:pt x="1423" y="12248"/>
                  </a:cubicBezTo>
                  <a:cubicBezTo>
                    <a:pt x="1421" y="12248"/>
                    <a:pt x="1417" y="12249"/>
                    <a:pt x="1415" y="12249"/>
                  </a:cubicBezTo>
                  <a:lnTo>
                    <a:pt x="1412" y="12249"/>
                  </a:lnTo>
                  <a:cubicBezTo>
                    <a:pt x="1410" y="12249"/>
                    <a:pt x="1407" y="12250"/>
                    <a:pt x="1405" y="12250"/>
                  </a:cubicBezTo>
                  <a:cubicBezTo>
                    <a:pt x="1403" y="12250"/>
                    <a:pt x="1402" y="12250"/>
                    <a:pt x="1401" y="12251"/>
                  </a:cubicBezTo>
                  <a:cubicBezTo>
                    <a:pt x="1387" y="12254"/>
                    <a:pt x="1375" y="12256"/>
                    <a:pt x="1364" y="12260"/>
                  </a:cubicBezTo>
                  <a:lnTo>
                    <a:pt x="1362" y="12260"/>
                  </a:lnTo>
                  <a:cubicBezTo>
                    <a:pt x="1360" y="12260"/>
                    <a:pt x="1356" y="12261"/>
                    <a:pt x="1354" y="12261"/>
                  </a:cubicBezTo>
                  <a:cubicBezTo>
                    <a:pt x="1353" y="12261"/>
                    <a:pt x="1351" y="12261"/>
                    <a:pt x="1350" y="12263"/>
                  </a:cubicBezTo>
                  <a:cubicBezTo>
                    <a:pt x="1348" y="12263"/>
                    <a:pt x="1345" y="12264"/>
                    <a:pt x="1343" y="12264"/>
                  </a:cubicBezTo>
                  <a:cubicBezTo>
                    <a:pt x="1341" y="12264"/>
                    <a:pt x="1340" y="12264"/>
                    <a:pt x="1340" y="12265"/>
                  </a:cubicBezTo>
                  <a:cubicBezTo>
                    <a:pt x="1338" y="12265"/>
                    <a:pt x="1335" y="12266"/>
                    <a:pt x="1333" y="12266"/>
                  </a:cubicBezTo>
                  <a:cubicBezTo>
                    <a:pt x="1331" y="12266"/>
                    <a:pt x="1330" y="12266"/>
                    <a:pt x="1328" y="12268"/>
                  </a:cubicBezTo>
                  <a:cubicBezTo>
                    <a:pt x="1325" y="12269"/>
                    <a:pt x="1323" y="12269"/>
                    <a:pt x="1320" y="12270"/>
                  </a:cubicBezTo>
                  <a:cubicBezTo>
                    <a:pt x="1319" y="12270"/>
                    <a:pt x="1319" y="12270"/>
                    <a:pt x="1318" y="12271"/>
                  </a:cubicBezTo>
                  <a:cubicBezTo>
                    <a:pt x="1315" y="12274"/>
                    <a:pt x="1313" y="12274"/>
                    <a:pt x="1310" y="12275"/>
                  </a:cubicBezTo>
                  <a:cubicBezTo>
                    <a:pt x="1309" y="12275"/>
                    <a:pt x="1308" y="12275"/>
                    <a:pt x="1307" y="12276"/>
                  </a:cubicBezTo>
                  <a:cubicBezTo>
                    <a:pt x="1304" y="12276"/>
                    <a:pt x="1302" y="12277"/>
                    <a:pt x="1298" y="12279"/>
                  </a:cubicBezTo>
                  <a:cubicBezTo>
                    <a:pt x="1297" y="12279"/>
                    <a:pt x="1296" y="12280"/>
                    <a:pt x="1294" y="12280"/>
                  </a:cubicBezTo>
                  <a:cubicBezTo>
                    <a:pt x="1292" y="12280"/>
                    <a:pt x="1289" y="12281"/>
                    <a:pt x="1287" y="12282"/>
                  </a:cubicBezTo>
                  <a:cubicBezTo>
                    <a:pt x="1286" y="12282"/>
                    <a:pt x="1284" y="12282"/>
                    <a:pt x="1283" y="12284"/>
                  </a:cubicBezTo>
                  <a:cubicBezTo>
                    <a:pt x="1281" y="12285"/>
                    <a:pt x="1278" y="12285"/>
                    <a:pt x="1276" y="12286"/>
                  </a:cubicBezTo>
                  <a:cubicBezTo>
                    <a:pt x="1274" y="12286"/>
                    <a:pt x="1273" y="12286"/>
                    <a:pt x="1272" y="12287"/>
                  </a:cubicBezTo>
                  <a:cubicBezTo>
                    <a:pt x="1269" y="12289"/>
                    <a:pt x="1266" y="12289"/>
                    <a:pt x="1263" y="12290"/>
                  </a:cubicBezTo>
                  <a:cubicBezTo>
                    <a:pt x="1262" y="12290"/>
                    <a:pt x="1261" y="12291"/>
                    <a:pt x="1260" y="12291"/>
                  </a:cubicBezTo>
                  <a:cubicBezTo>
                    <a:pt x="1257" y="12292"/>
                    <a:pt x="1255" y="12292"/>
                    <a:pt x="1252" y="12294"/>
                  </a:cubicBezTo>
                  <a:cubicBezTo>
                    <a:pt x="1251" y="12294"/>
                    <a:pt x="1250" y="12294"/>
                    <a:pt x="1250" y="12295"/>
                  </a:cubicBezTo>
                  <a:cubicBezTo>
                    <a:pt x="1247" y="12296"/>
                    <a:pt x="1245" y="12296"/>
                    <a:pt x="1242" y="12297"/>
                  </a:cubicBezTo>
                  <a:cubicBezTo>
                    <a:pt x="1241" y="12297"/>
                    <a:pt x="1241" y="12297"/>
                    <a:pt x="1240" y="12299"/>
                  </a:cubicBezTo>
                  <a:cubicBezTo>
                    <a:pt x="1236" y="12300"/>
                    <a:pt x="1234" y="12300"/>
                    <a:pt x="1230" y="12301"/>
                  </a:cubicBezTo>
                  <a:lnTo>
                    <a:pt x="1227" y="12301"/>
                  </a:lnTo>
                  <a:cubicBezTo>
                    <a:pt x="1200" y="12311"/>
                    <a:pt x="1174" y="12320"/>
                    <a:pt x="1149" y="12328"/>
                  </a:cubicBezTo>
                  <a:lnTo>
                    <a:pt x="1148" y="12328"/>
                  </a:lnTo>
                  <a:cubicBezTo>
                    <a:pt x="1144" y="12330"/>
                    <a:pt x="1142" y="12331"/>
                    <a:pt x="1138" y="12332"/>
                  </a:cubicBezTo>
                  <a:cubicBezTo>
                    <a:pt x="1138" y="12332"/>
                    <a:pt x="1137" y="12332"/>
                    <a:pt x="1137" y="12334"/>
                  </a:cubicBezTo>
                  <a:cubicBezTo>
                    <a:pt x="1134" y="12336"/>
                    <a:pt x="1132" y="12337"/>
                    <a:pt x="1129" y="12337"/>
                  </a:cubicBezTo>
                  <a:cubicBezTo>
                    <a:pt x="1129" y="12337"/>
                    <a:pt x="1128" y="12337"/>
                    <a:pt x="1128" y="12338"/>
                  </a:cubicBezTo>
                  <a:lnTo>
                    <a:pt x="1121" y="12342"/>
                  </a:lnTo>
                  <a:cubicBezTo>
                    <a:pt x="1119" y="12342"/>
                    <a:pt x="1119" y="12342"/>
                    <a:pt x="1118" y="12343"/>
                  </a:cubicBezTo>
                  <a:cubicBezTo>
                    <a:pt x="1115" y="12344"/>
                    <a:pt x="1112" y="12346"/>
                    <a:pt x="1110" y="12346"/>
                  </a:cubicBezTo>
                  <a:cubicBezTo>
                    <a:pt x="1108" y="12346"/>
                    <a:pt x="1108" y="12347"/>
                    <a:pt x="1107" y="12347"/>
                  </a:cubicBezTo>
                  <a:cubicBezTo>
                    <a:pt x="1105" y="12348"/>
                    <a:pt x="1102" y="12349"/>
                    <a:pt x="1100" y="12349"/>
                  </a:cubicBezTo>
                  <a:lnTo>
                    <a:pt x="1098" y="12351"/>
                  </a:lnTo>
                  <a:lnTo>
                    <a:pt x="1091" y="12354"/>
                  </a:lnTo>
                  <a:cubicBezTo>
                    <a:pt x="1091" y="12354"/>
                    <a:pt x="1090" y="12354"/>
                    <a:pt x="1090" y="12356"/>
                  </a:cubicBezTo>
                  <a:lnTo>
                    <a:pt x="1081" y="12359"/>
                  </a:lnTo>
                  <a:cubicBezTo>
                    <a:pt x="1081" y="12359"/>
                    <a:pt x="1080" y="12359"/>
                    <a:pt x="1080" y="12361"/>
                  </a:cubicBezTo>
                  <a:lnTo>
                    <a:pt x="1072" y="12365"/>
                  </a:lnTo>
                  <a:cubicBezTo>
                    <a:pt x="1072" y="12365"/>
                    <a:pt x="1071" y="12365"/>
                    <a:pt x="1071" y="12367"/>
                  </a:cubicBezTo>
                  <a:cubicBezTo>
                    <a:pt x="1041" y="12379"/>
                    <a:pt x="1013" y="12392"/>
                    <a:pt x="984" y="12406"/>
                  </a:cubicBezTo>
                  <a:lnTo>
                    <a:pt x="983" y="12406"/>
                  </a:lnTo>
                  <a:lnTo>
                    <a:pt x="975" y="12410"/>
                  </a:lnTo>
                  <a:cubicBezTo>
                    <a:pt x="975" y="12410"/>
                    <a:pt x="974" y="12410"/>
                    <a:pt x="974" y="12411"/>
                  </a:cubicBezTo>
                  <a:lnTo>
                    <a:pt x="967" y="12415"/>
                  </a:lnTo>
                  <a:cubicBezTo>
                    <a:pt x="964" y="12415"/>
                    <a:pt x="964" y="12416"/>
                    <a:pt x="963" y="12416"/>
                  </a:cubicBezTo>
                  <a:cubicBezTo>
                    <a:pt x="961" y="12418"/>
                    <a:pt x="958" y="12419"/>
                    <a:pt x="957" y="12420"/>
                  </a:cubicBezTo>
                  <a:cubicBezTo>
                    <a:pt x="956" y="12420"/>
                    <a:pt x="956" y="12421"/>
                    <a:pt x="954" y="12421"/>
                  </a:cubicBezTo>
                  <a:cubicBezTo>
                    <a:pt x="952" y="12424"/>
                    <a:pt x="949" y="12425"/>
                    <a:pt x="948" y="12426"/>
                  </a:cubicBezTo>
                  <a:cubicBezTo>
                    <a:pt x="947" y="12426"/>
                    <a:pt x="947" y="12427"/>
                    <a:pt x="946" y="12427"/>
                  </a:cubicBezTo>
                  <a:cubicBezTo>
                    <a:pt x="943" y="12429"/>
                    <a:pt x="941" y="12430"/>
                    <a:pt x="939" y="12431"/>
                  </a:cubicBezTo>
                  <a:cubicBezTo>
                    <a:pt x="938" y="12431"/>
                    <a:pt x="938" y="12432"/>
                    <a:pt x="937" y="12432"/>
                  </a:cubicBezTo>
                  <a:lnTo>
                    <a:pt x="928" y="12436"/>
                  </a:lnTo>
                  <a:cubicBezTo>
                    <a:pt x="927" y="12436"/>
                    <a:pt x="927" y="12437"/>
                    <a:pt x="926" y="12437"/>
                  </a:cubicBezTo>
                  <a:cubicBezTo>
                    <a:pt x="923" y="12439"/>
                    <a:pt x="921" y="12440"/>
                    <a:pt x="920" y="12441"/>
                  </a:cubicBezTo>
                  <a:cubicBezTo>
                    <a:pt x="918" y="12441"/>
                    <a:pt x="917" y="12442"/>
                    <a:pt x="917" y="12442"/>
                  </a:cubicBezTo>
                  <a:cubicBezTo>
                    <a:pt x="915" y="12444"/>
                    <a:pt x="913" y="12445"/>
                    <a:pt x="911" y="12446"/>
                  </a:cubicBezTo>
                  <a:lnTo>
                    <a:pt x="908" y="12447"/>
                  </a:lnTo>
                  <a:lnTo>
                    <a:pt x="900" y="12451"/>
                  </a:lnTo>
                  <a:cubicBezTo>
                    <a:pt x="900" y="12451"/>
                    <a:pt x="899" y="12451"/>
                    <a:pt x="899" y="12452"/>
                  </a:cubicBezTo>
                  <a:cubicBezTo>
                    <a:pt x="896" y="12455"/>
                    <a:pt x="894" y="12456"/>
                    <a:pt x="891" y="12458"/>
                  </a:cubicBezTo>
                  <a:lnTo>
                    <a:pt x="890" y="12458"/>
                  </a:lnTo>
                  <a:cubicBezTo>
                    <a:pt x="887" y="12460"/>
                    <a:pt x="885" y="12461"/>
                    <a:pt x="882" y="12463"/>
                  </a:cubicBezTo>
                  <a:cubicBezTo>
                    <a:pt x="868" y="12472"/>
                    <a:pt x="853" y="12481"/>
                    <a:pt x="838" y="12491"/>
                  </a:cubicBezTo>
                  <a:lnTo>
                    <a:pt x="837" y="12492"/>
                  </a:lnTo>
                  <a:cubicBezTo>
                    <a:pt x="834" y="12493"/>
                    <a:pt x="832" y="12494"/>
                    <a:pt x="829" y="12497"/>
                  </a:cubicBezTo>
                  <a:cubicBezTo>
                    <a:pt x="829" y="12497"/>
                    <a:pt x="828" y="12497"/>
                    <a:pt x="828" y="12498"/>
                  </a:cubicBezTo>
                  <a:cubicBezTo>
                    <a:pt x="825" y="12499"/>
                    <a:pt x="823" y="12501"/>
                    <a:pt x="820" y="12503"/>
                  </a:cubicBezTo>
                  <a:lnTo>
                    <a:pt x="819" y="12504"/>
                  </a:lnTo>
                  <a:cubicBezTo>
                    <a:pt x="817" y="12506"/>
                    <a:pt x="813" y="12507"/>
                    <a:pt x="812" y="12508"/>
                  </a:cubicBezTo>
                  <a:cubicBezTo>
                    <a:pt x="811" y="12508"/>
                    <a:pt x="811" y="12509"/>
                    <a:pt x="809" y="12509"/>
                  </a:cubicBezTo>
                  <a:cubicBezTo>
                    <a:pt x="807" y="12511"/>
                    <a:pt x="806" y="12512"/>
                    <a:pt x="803" y="12513"/>
                  </a:cubicBezTo>
                  <a:cubicBezTo>
                    <a:pt x="802" y="12515"/>
                    <a:pt x="801" y="12515"/>
                    <a:pt x="801" y="12517"/>
                  </a:cubicBezTo>
                  <a:cubicBezTo>
                    <a:pt x="799" y="12518"/>
                    <a:pt x="797" y="12519"/>
                    <a:pt x="796" y="12520"/>
                  </a:cubicBezTo>
                  <a:cubicBezTo>
                    <a:pt x="794" y="12522"/>
                    <a:pt x="793" y="12522"/>
                    <a:pt x="792" y="12523"/>
                  </a:cubicBezTo>
                  <a:cubicBezTo>
                    <a:pt x="791" y="12524"/>
                    <a:pt x="788" y="12525"/>
                    <a:pt x="787" y="12527"/>
                  </a:cubicBezTo>
                  <a:cubicBezTo>
                    <a:pt x="786" y="12528"/>
                    <a:pt x="783" y="12528"/>
                    <a:pt x="782" y="12529"/>
                  </a:cubicBezTo>
                  <a:cubicBezTo>
                    <a:pt x="781" y="12530"/>
                    <a:pt x="778" y="12532"/>
                    <a:pt x="777" y="12533"/>
                  </a:cubicBezTo>
                  <a:cubicBezTo>
                    <a:pt x="776" y="12534"/>
                    <a:pt x="775" y="12534"/>
                    <a:pt x="773" y="12535"/>
                  </a:cubicBezTo>
                  <a:cubicBezTo>
                    <a:pt x="772" y="12537"/>
                    <a:pt x="770" y="12538"/>
                    <a:pt x="768" y="12539"/>
                  </a:cubicBezTo>
                  <a:cubicBezTo>
                    <a:pt x="767" y="12540"/>
                    <a:pt x="766" y="12540"/>
                    <a:pt x="765" y="12542"/>
                  </a:cubicBezTo>
                  <a:cubicBezTo>
                    <a:pt x="763" y="12543"/>
                    <a:pt x="761" y="12545"/>
                    <a:pt x="760" y="12546"/>
                  </a:cubicBezTo>
                  <a:cubicBezTo>
                    <a:pt x="758" y="12548"/>
                    <a:pt x="757" y="12548"/>
                    <a:pt x="756" y="12549"/>
                  </a:cubicBezTo>
                  <a:cubicBezTo>
                    <a:pt x="755" y="12550"/>
                    <a:pt x="751" y="12551"/>
                    <a:pt x="750" y="12553"/>
                  </a:cubicBezTo>
                  <a:cubicBezTo>
                    <a:pt x="749" y="12554"/>
                    <a:pt x="747" y="12554"/>
                    <a:pt x="747" y="12555"/>
                  </a:cubicBezTo>
                  <a:cubicBezTo>
                    <a:pt x="745" y="12556"/>
                    <a:pt x="744" y="12558"/>
                    <a:pt x="741" y="12559"/>
                  </a:cubicBezTo>
                  <a:cubicBezTo>
                    <a:pt x="740" y="12559"/>
                    <a:pt x="740" y="12560"/>
                    <a:pt x="739" y="12560"/>
                  </a:cubicBezTo>
                  <a:cubicBezTo>
                    <a:pt x="736" y="12561"/>
                    <a:pt x="735" y="12563"/>
                    <a:pt x="732" y="12565"/>
                  </a:cubicBezTo>
                  <a:cubicBezTo>
                    <a:pt x="731" y="12565"/>
                    <a:pt x="731" y="12566"/>
                    <a:pt x="730" y="12566"/>
                  </a:cubicBezTo>
                  <a:cubicBezTo>
                    <a:pt x="727" y="12568"/>
                    <a:pt x="726" y="12569"/>
                    <a:pt x="723" y="12571"/>
                  </a:cubicBezTo>
                  <a:cubicBezTo>
                    <a:pt x="721" y="12573"/>
                    <a:pt x="719" y="12574"/>
                    <a:pt x="718" y="12576"/>
                  </a:cubicBezTo>
                  <a:cubicBezTo>
                    <a:pt x="716" y="12577"/>
                    <a:pt x="715" y="12577"/>
                    <a:pt x="714" y="12579"/>
                  </a:cubicBezTo>
                  <a:cubicBezTo>
                    <a:pt x="711" y="12581"/>
                    <a:pt x="709" y="12582"/>
                    <a:pt x="705" y="12585"/>
                  </a:cubicBezTo>
                  <a:cubicBezTo>
                    <a:pt x="704" y="12586"/>
                    <a:pt x="703" y="12586"/>
                    <a:pt x="701" y="12587"/>
                  </a:cubicBezTo>
                  <a:cubicBezTo>
                    <a:pt x="700" y="12589"/>
                    <a:pt x="698" y="12590"/>
                    <a:pt x="696" y="12591"/>
                  </a:cubicBezTo>
                  <a:cubicBezTo>
                    <a:pt x="695" y="12592"/>
                    <a:pt x="694" y="12592"/>
                    <a:pt x="692" y="12594"/>
                  </a:cubicBezTo>
                  <a:cubicBezTo>
                    <a:pt x="690" y="12595"/>
                    <a:pt x="688" y="12596"/>
                    <a:pt x="687" y="12597"/>
                  </a:cubicBezTo>
                  <a:cubicBezTo>
                    <a:pt x="685" y="12599"/>
                    <a:pt x="684" y="12599"/>
                    <a:pt x="683" y="12600"/>
                  </a:cubicBezTo>
                  <a:cubicBezTo>
                    <a:pt x="682" y="12601"/>
                    <a:pt x="679" y="12602"/>
                    <a:pt x="678" y="12604"/>
                  </a:cubicBezTo>
                  <a:lnTo>
                    <a:pt x="675" y="12607"/>
                  </a:lnTo>
                  <a:cubicBezTo>
                    <a:pt x="673" y="12608"/>
                    <a:pt x="672" y="12610"/>
                    <a:pt x="670" y="12612"/>
                  </a:cubicBezTo>
                  <a:cubicBezTo>
                    <a:pt x="669" y="12613"/>
                    <a:pt x="668" y="12613"/>
                    <a:pt x="667" y="12615"/>
                  </a:cubicBezTo>
                  <a:cubicBezTo>
                    <a:pt x="665" y="12616"/>
                    <a:pt x="662" y="12617"/>
                    <a:pt x="661" y="12618"/>
                  </a:cubicBezTo>
                  <a:cubicBezTo>
                    <a:pt x="659" y="12620"/>
                    <a:pt x="658" y="12620"/>
                    <a:pt x="657" y="12621"/>
                  </a:cubicBezTo>
                  <a:cubicBezTo>
                    <a:pt x="656" y="12622"/>
                    <a:pt x="653" y="12623"/>
                    <a:pt x="652" y="12625"/>
                  </a:cubicBezTo>
                  <a:cubicBezTo>
                    <a:pt x="651" y="12626"/>
                    <a:pt x="649" y="12626"/>
                    <a:pt x="648" y="12627"/>
                  </a:cubicBezTo>
                  <a:cubicBezTo>
                    <a:pt x="647" y="12628"/>
                    <a:pt x="644" y="12630"/>
                    <a:pt x="643" y="12631"/>
                  </a:cubicBezTo>
                  <a:cubicBezTo>
                    <a:pt x="642" y="12632"/>
                    <a:pt x="641" y="12632"/>
                    <a:pt x="641" y="12633"/>
                  </a:cubicBezTo>
                  <a:cubicBezTo>
                    <a:pt x="639" y="12636"/>
                    <a:pt x="637" y="12637"/>
                    <a:pt x="636" y="12638"/>
                  </a:cubicBezTo>
                  <a:cubicBezTo>
                    <a:pt x="634" y="12639"/>
                    <a:pt x="632" y="12639"/>
                    <a:pt x="631" y="12641"/>
                  </a:cubicBezTo>
                  <a:cubicBezTo>
                    <a:pt x="630" y="12642"/>
                    <a:pt x="627" y="12643"/>
                    <a:pt x="626" y="12644"/>
                  </a:cubicBezTo>
                  <a:cubicBezTo>
                    <a:pt x="625" y="12646"/>
                    <a:pt x="623" y="12646"/>
                    <a:pt x="623" y="12647"/>
                  </a:cubicBezTo>
                  <a:cubicBezTo>
                    <a:pt x="621" y="12648"/>
                    <a:pt x="620" y="12651"/>
                    <a:pt x="617" y="12652"/>
                  </a:cubicBezTo>
                  <a:cubicBezTo>
                    <a:pt x="616" y="12652"/>
                    <a:pt x="616" y="12653"/>
                    <a:pt x="615" y="12653"/>
                  </a:cubicBezTo>
                  <a:cubicBezTo>
                    <a:pt x="612" y="12654"/>
                    <a:pt x="611" y="12657"/>
                    <a:pt x="608" y="12658"/>
                  </a:cubicBezTo>
                  <a:lnTo>
                    <a:pt x="607" y="12659"/>
                  </a:lnTo>
                  <a:cubicBezTo>
                    <a:pt x="605" y="12662"/>
                    <a:pt x="601" y="12663"/>
                    <a:pt x="600" y="12667"/>
                  </a:cubicBezTo>
                  <a:cubicBezTo>
                    <a:pt x="600" y="12667"/>
                    <a:pt x="599" y="12667"/>
                    <a:pt x="599" y="12668"/>
                  </a:cubicBezTo>
                  <a:cubicBezTo>
                    <a:pt x="596" y="12670"/>
                    <a:pt x="594" y="12672"/>
                    <a:pt x="591" y="12674"/>
                  </a:cubicBezTo>
                  <a:lnTo>
                    <a:pt x="590" y="12675"/>
                  </a:lnTo>
                  <a:cubicBezTo>
                    <a:pt x="570" y="12693"/>
                    <a:pt x="551" y="12710"/>
                    <a:pt x="533" y="12730"/>
                  </a:cubicBezTo>
                  <a:lnTo>
                    <a:pt x="525" y="12737"/>
                  </a:lnTo>
                  <a:lnTo>
                    <a:pt x="518" y="12745"/>
                  </a:lnTo>
                  <a:lnTo>
                    <a:pt x="517" y="12746"/>
                  </a:lnTo>
                  <a:lnTo>
                    <a:pt x="508" y="12754"/>
                  </a:lnTo>
                  <a:lnTo>
                    <a:pt x="501" y="12762"/>
                  </a:lnTo>
                  <a:cubicBezTo>
                    <a:pt x="488" y="12775"/>
                    <a:pt x="475" y="12789"/>
                    <a:pt x="462" y="12803"/>
                  </a:cubicBezTo>
                  <a:lnTo>
                    <a:pt x="461" y="1773"/>
                  </a:lnTo>
                  <a:cubicBezTo>
                    <a:pt x="461" y="1066"/>
                    <a:pt x="1023" y="489"/>
                    <a:pt x="1724" y="464"/>
                  </a:cubicBezTo>
                  <a:close/>
                  <a:moveTo>
                    <a:pt x="12074" y="12675"/>
                  </a:moveTo>
                  <a:lnTo>
                    <a:pt x="12074" y="13242"/>
                  </a:lnTo>
                  <a:lnTo>
                    <a:pt x="11043" y="13242"/>
                  </a:lnTo>
                  <a:lnTo>
                    <a:pt x="11043" y="13703"/>
                  </a:lnTo>
                  <a:lnTo>
                    <a:pt x="12074" y="13703"/>
                  </a:lnTo>
                  <a:lnTo>
                    <a:pt x="12074" y="14267"/>
                  </a:lnTo>
                  <a:lnTo>
                    <a:pt x="11043" y="14267"/>
                  </a:lnTo>
                  <a:lnTo>
                    <a:pt x="11043" y="14729"/>
                  </a:lnTo>
                  <a:lnTo>
                    <a:pt x="12074" y="14729"/>
                  </a:lnTo>
                  <a:lnTo>
                    <a:pt x="12074" y="15294"/>
                  </a:lnTo>
                  <a:lnTo>
                    <a:pt x="1770" y="15294"/>
                  </a:lnTo>
                  <a:cubicBezTo>
                    <a:pt x="1049" y="15294"/>
                    <a:pt x="461" y="14707"/>
                    <a:pt x="461" y="13984"/>
                  </a:cubicBezTo>
                  <a:cubicBezTo>
                    <a:pt x="461" y="13263"/>
                    <a:pt x="1048" y="12675"/>
                    <a:pt x="1770" y="12675"/>
                  </a:cubicBezTo>
                  <a:close/>
                  <a:moveTo>
                    <a:pt x="1772" y="0"/>
                  </a:moveTo>
                  <a:cubicBezTo>
                    <a:pt x="795" y="0"/>
                    <a:pt x="1" y="795"/>
                    <a:pt x="1" y="1772"/>
                  </a:cubicBezTo>
                  <a:lnTo>
                    <a:pt x="1" y="13985"/>
                  </a:lnTo>
                  <a:cubicBezTo>
                    <a:pt x="1" y="14962"/>
                    <a:pt x="796" y="15756"/>
                    <a:pt x="1772" y="15756"/>
                  </a:cubicBezTo>
                  <a:lnTo>
                    <a:pt x="12538" y="15756"/>
                  </a:lnTo>
                  <a:lnTo>
                    <a:pt x="12538" y="5821"/>
                  </a:lnTo>
                  <a:lnTo>
                    <a:pt x="15685" y="5821"/>
                  </a:lnTo>
                  <a:lnTo>
                    <a:pt x="14880" y="4359"/>
                  </a:lnTo>
                  <a:lnTo>
                    <a:pt x="15685" y="2896"/>
                  </a:lnTo>
                  <a:lnTo>
                    <a:pt x="12538" y="2896"/>
                  </a:lnTo>
                  <a:lnTo>
                    <a:pt x="12538"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40"/>
          <p:cNvGrpSpPr/>
          <p:nvPr/>
        </p:nvGrpSpPr>
        <p:grpSpPr>
          <a:xfrm>
            <a:off x="1668903" y="1698953"/>
            <a:ext cx="528368" cy="527697"/>
            <a:chOff x="2728687" y="2053854"/>
            <a:chExt cx="522981" cy="522317"/>
          </a:xfrm>
        </p:grpSpPr>
        <p:sp>
          <p:nvSpPr>
            <p:cNvPr id="1419" name="Google Shape;1419;p40"/>
            <p:cNvSpPr/>
            <p:nvPr/>
          </p:nvSpPr>
          <p:spPr>
            <a:xfrm>
              <a:off x="2754644" y="2362577"/>
              <a:ext cx="21476" cy="21476"/>
            </a:xfrm>
            <a:custGeom>
              <a:rect b="b" l="l" r="r" t="t"/>
              <a:pathLst>
                <a:path extrusionOk="0" h="647" w="647">
                  <a:moveTo>
                    <a:pt x="320" y="1"/>
                  </a:moveTo>
                  <a:cubicBezTo>
                    <a:pt x="206" y="114"/>
                    <a:pt x="99" y="238"/>
                    <a:pt x="1" y="364"/>
                  </a:cubicBezTo>
                  <a:lnTo>
                    <a:pt x="367" y="646"/>
                  </a:lnTo>
                  <a:cubicBezTo>
                    <a:pt x="454" y="534"/>
                    <a:pt x="548" y="427"/>
                    <a:pt x="647" y="326"/>
                  </a:cubicBezTo>
                  <a:lnTo>
                    <a:pt x="320"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0"/>
            <p:cNvSpPr/>
            <p:nvPr/>
          </p:nvSpPr>
          <p:spPr>
            <a:xfrm>
              <a:off x="2749233" y="2511479"/>
              <a:ext cx="21476" cy="21509"/>
            </a:xfrm>
            <a:custGeom>
              <a:rect b="b" l="l" r="r" t="t"/>
              <a:pathLst>
                <a:path extrusionOk="0" h="648" w="647">
                  <a:moveTo>
                    <a:pt x="385" y="1"/>
                  </a:moveTo>
                  <a:lnTo>
                    <a:pt x="0" y="256"/>
                  </a:lnTo>
                  <a:cubicBezTo>
                    <a:pt x="89" y="392"/>
                    <a:pt x="189" y="525"/>
                    <a:pt x="297" y="647"/>
                  </a:cubicBezTo>
                  <a:lnTo>
                    <a:pt x="647" y="345"/>
                  </a:lnTo>
                  <a:cubicBezTo>
                    <a:pt x="551" y="237"/>
                    <a:pt x="464" y="122"/>
                    <a:pt x="385"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0"/>
            <p:cNvSpPr/>
            <p:nvPr/>
          </p:nvSpPr>
          <p:spPr>
            <a:xfrm>
              <a:off x="2771738" y="2534116"/>
              <a:ext cx="21476" cy="21476"/>
            </a:xfrm>
            <a:custGeom>
              <a:rect b="b" l="l" r="r" t="t"/>
              <a:pathLst>
                <a:path extrusionOk="0" h="647" w="647">
                  <a:moveTo>
                    <a:pt x="303" y="0"/>
                  </a:moveTo>
                  <a:lnTo>
                    <a:pt x="1" y="350"/>
                  </a:lnTo>
                  <a:cubicBezTo>
                    <a:pt x="125" y="458"/>
                    <a:pt x="255" y="558"/>
                    <a:pt x="393" y="647"/>
                  </a:cubicBezTo>
                  <a:lnTo>
                    <a:pt x="647" y="262"/>
                  </a:lnTo>
                  <a:cubicBezTo>
                    <a:pt x="527" y="181"/>
                    <a:pt x="411" y="94"/>
                    <a:pt x="303" y="0"/>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0"/>
            <p:cNvSpPr/>
            <p:nvPr/>
          </p:nvSpPr>
          <p:spPr>
            <a:xfrm>
              <a:off x="2734496" y="2484427"/>
              <a:ext cx="19849" cy="19849"/>
            </a:xfrm>
            <a:custGeom>
              <a:rect b="b" l="l" r="r" t="t"/>
              <a:pathLst>
                <a:path extrusionOk="0" h="598" w="598">
                  <a:moveTo>
                    <a:pt x="441" y="1"/>
                  </a:moveTo>
                  <a:lnTo>
                    <a:pt x="1" y="141"/>
                  </a:lnTo>
                  <a:cubicBezTo>
                    <a:pt x="49" y="297"/>
                    <a:pt x="110" y="451"/>
                    <a:pt x="178" y="598"/>
                  </a:cubicBezTo>
                  <a:lnTo>
                    <a:pt x="597" y="402"/>
                  </a:lnTo>
                  <a:cubicBezTo>
                    <a:pt x="537" y="273"/>
                    <a:pt x="484" y="137"/>
                    <a:pt x="441"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0"/>
            <p:cNvSpPr/>
            <p:nvPr/>
          </p:nvSpPr>
          <p:spPr>
            <a:xfrm>
              <a:off x="2737649" y="2389563"/>
              <a:ext cx="20480" cy="20447"/>
            </a:xfrm>
            <a:custGeom>
              <a:rect b="b" l="l" r="r" t="t"/>
              <a:pathLst>
                <a:path extrusionOk="0" h="616" w="617">
                  <a:moveTo>
                    <a:pt x="215" y="1"/>
                  </a:moveTo>
                  <a:cubicBezTo>
                    <a:pt x="134" y="143"/>
                    <a:pt x="63" y="293"/>
                    <a:pt x="1" y="444"/>
                  </a:cubicBezTo>
                  <a:lnTo>
                    <a:pt x="430" y="616"/>
                  </a:lnTo>
                  <a:cubicBezTo>
                    <a:pt x="484" y="482"/>
                    <a:pt x="547" y="352"/>
                    <a:pt x="616" y="227"/>
                  </a:cubicBezTo>
                  <a:lnTo>
                    <a:pt x="215"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0"/>
            <p:cNvSpPr/>
            <p:nvPr/>
          </p:nvSpPr>
          <p:spPr>
            <a:xfrm>
              <a:off x="2729351" y="2421394"/>
              <a:ext cx="17758" cy="17791"/>
            </a:xfrm>
            <a:custGeom>
              <a:rect b="b" l="l" r="r" t="t"/>
              <a:pathLst>
                <a:path extrusionOk="0" h="536" w="535">
                  <a:moveTo>
                    <a:pt x="85" y="0"/>
                  </a:moveTo>
                  <a:cubicBezTo>
                    <a:pt x="47" y="159"/>
                    <a:pt x="18" y="323"/>
                    <a:pt x="0" y="485"/>
                  </a:cubicBezTo>
                  <a:lnTo>
                    <a:pt x="460" y="536"/>
                  </a:lnTo>
                  <a:cubicBezTo>
                    <a:pt x="475" y="393"/>
                    <a:pt x="499" y="250"/>
                    <a:pt x="534" y="111"/>
                  </a:cubicBezTo>
                  <a:lnTo>
                    <a:pt x="85"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0"/>
            <p:cNvSpPr/>
            <p:nvPr/>
          </p:nvSpPr>
          <p:spPr>
            <a:xfrm>
              <a:off x="2728687" y="2454852"/>
              <a:ext cx="16795" cy="16795"/>
            </a:xfrm>
            <a:custGeom>
              <a:rect b="b" l="l" r="r" t="t"/>
              <a:pathLst>
                <a:path extrusionOk="0" h="506" w="506">
                  <a:moveTo>
                    <a:pt x="462" y="1"/>
                  </a:moveTo>
                  <a:lnTo>
                    <a:pt x="1" y="16"/>
                  </a:lnTo>
                  <a:cubicBezTo>
                    <a:pt x="6" y="179"/>
                    <a:pt x="23" y="345"/>
                    <a:pt x="48" y="505"/>
                  </a:cubicBezTo>
                  <a:lnTo>
                    <a:pt x="505" y="430"/>
                  </a:lnTo>
                  <a:cubicBezTo>
                    <a:pt x="482" y="289"/>
                    <a:pt x="467" y="144"/>
                    <a:pt x="462"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0"/>
            <p:cNvSpPr/>
            <p:nvPr/>
          </p:nvSpPr>
          <p:spPr>
            <a:xfrm>
              <a:off x="2800383" y="2550480"/>
              <a:ext cx="19849" cy="19849"/>
            </a:xfrm>
            <a:custGeom>
              <a:rect b="b" l="l" r="r" t="t"/>
              <a:pathLst>
                <a:path extrusionOk="0" h="598" w="598">
                  <a:moveTo>
                    <a:pt x="197" y="1"/>
                  </a:moveTo>
                  <a:lnTo>
                    <a:pt x="0" y="417"/>
                  </a:lnTo>
                  <a:cubicBezTo>
                    <a:pt x="147" y="488"/>
                    <a:pt x="301" y="549"/>
                    <a:pt x="457" y="597"/>
                  </a:cubicBezTo>
                  <a:lnTo>
                    <a:pt x="598" y="158"/>
                  </a:lnTo>
                  <a:cubicBezTo>
                    <a:pt x="461" y="114"/>
                    <a:pt x="327" y="61"/>
                    <a:pt x="197"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0"/>
            <p:cNvSpPr/>
            <p:nvPr/>
          </p:nvSpPr>
          <p:spPr>
            <a:xfrm>
              <a:off x="2920706" y="2528805"/>
              <a:ext cx="21675" cy="21608"/>
            </a:xfrm>
            <a:custGeom>
              <a:rect b="b" l="l" r="r" t="t"/>
              <a:pathLst>
                <a:path extrusionOk="0" h="651" w="653">
                  <a:moveTo>
                    <a:pt x="326" y="0"/>
                  </a:moveTo>
                  <a:cubicBezTo>
                    <a:pt x="223" y="103"/>
                    <a:pt x="115" y="199"/>
                    <a:pt x="1" y="285"/>
                  </a:cubicBezTo>
                  <a:lnTo>
                    <a:pt x="282" y="651"/>
                  </a:lnTo>
                  <a:cubicBezTo>
                    <a:pt x="411" y="551"/>
                    <a:pt x="536" y="443"/>
                    <a:pt x="652" y="326"/>
                  </a:cubicBezTo>
                  <a:lnTo>
                    <a:pt x="326"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0"/>
            <p:cNvSpPr/>
            <p:nvPr/>
          </p:nvSpPr>
          <p:spPr>
            <a:xfrm>
              <a:off x="2865507" y="2557849"/>
              <a:ext cx="17791" cy="17692"/>
            </a:xfrm>
            <a:custGeom>
              <a:rect b="b" l="l" r="r" t="t"/>
              <a:pathLst>
                <a:path extrusionOk="0" h="533" w="536">
                  <a:moveTo>
                    <a:pt x="427" y="0"/>
                  </a:moveTo>
                  <a:cubicBezTo>
                    <a:pt x="286" y="34"/>
                    <a:pt x="144" y="59"/>
                    <a:pt x="1" y="74"/>
                  </a:cubicBezTo>
                  <a:lnTo>
                    <a:pt x="51" y="533"/>
                  </a:lnTo>
                  <a:cubicBezTo>
                    <a:pt x="213" y="516"/>
                    <a:pt x="376" y="488"/>
                    <a:pt x="536" y="449"/>
                  </a:cubicBezTo>
                  <a:lnTo>
                    <a:pt x="427"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0"/>
            <p:cNvSpPr/>
            <p:nvPr/>
          </p:nvSpPr>
          <p:spPr>
            <a:xfrm>
              <a:off x="2894650" y="2546961"/>
              <a:ext cx="20447" cy="20447"/>
            </a:xfrm>
            <a:custGeom>
              <a:rect b="b" l="l" r="r" t="t"/>
              <a:pathLst>
                <a:path extrusionOk="0" h="616" w="616">
                  <a:moveTo>
                    <a:pt x="390" y="0"/>
                  </a:moveTo>
                  <a:cubicBezTo>
                    <a:pt x="265" y="69"/>
                    <a:pt x="134" y="134"/>
                    <a:pt x="1" y="186"/>
                  </a:cubicBezTo>
                  <a:lnTo>
                    <a:pt x="172" y="616"/>
                  </a:lnTo>
                  <a:cubicBezTo>
                    <a:pt x="325" y="555"/>
                    <a:pt x="473" y="483"/>
                    <a:pt x="615" y="404"/>
                  </a:cubicBezTo>
                  <a:lnTo>
                    <a:pt x="390"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0"/>
            <p:cNvSpPr/>
            <p:nvPr/>
          </p:nvSpPr>
          <p:spPr>
            <a:xfrm>
              <a:off x="2833011" y="2559409"/>
              <a:ext cx="16829" cy="16762"/>
            </a:xfrm>
            <a:custGeom>
              <a:rect b="b" l="l" r="r" t="t"/>
              <a:pathLst>
                <a:path extrusionOk="0" h="505" w="507">
                  <a:moveTo>
                    <a:pt x="77" y="1"/>
                  </a:moveTo>
                  <a:lnTo>
                    <a:pt x="1" y="456"/>
                  </a:lnTo>
                  <a:cubicBezTo>
                    <a:pt x="162" y="483"/>
                    <a:pt x="326" y="499"/>
                    <a:pt x="489" y="504"/>
                  </a:cubicBezTo>
                  <a:lnTo>
                    <a:pt x="506" y="43"/>
                  </a:lnTo>
                  <a:cubicBezTo>
                    <a:pt x="363" y="39"/>
                    <a:pt x="218" y="24"/>
                    <a:pt x="77"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0"/>
            <p:cNvSpPr/>
            <p:nvPr/>
          </p:nvSpPr>
          <p:spPr>
            <a:xfrm>
              <a:off x="2793047" y="2511877"/>
              <a:ext cx="21376" cy="21276"/>
            </a:xfrm>
            <a:custGeom>
              <a:rect b="b" l="l" r="r" t="t"/>
              <a:pathLst>
                <a:path extrusionOk="0" h="641" w="644">
                  <a:moveTo>
                    <a:pt x="299" y="0"/>
                  </a:moveTo>
                  <a:lnTo>
                    <a:pt x="1" y="354"/>
                  </a:lnTo>
                  <a:cubicBezTo>
                    <a:pt x="129" y="462"/>
                    <a:pt x="268" y="558"/>
                    <a:pt x="413" y="640"/>
                  </a:cubicBezTo>
                  <a:lnTo>
                    <a:pt x="643" y="240"/>
                  </a:lnTo>
                  <a:cubicBezTo>
                    <a:pt x="522" y="170"/>
                    <a:pt x="407" y="90"/>
                    <a:pt x="299" y="0"/>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0"/>
            <p:cNvSpPr/>
            <p:nvPr/>
          </p:nvSpPr>
          <p:spPr>
            <a:xfrm>
              <a:off x="2759257" y="2411503"/>
              <a:ext cx="22637" cy="71563"/>
            </a:xfrm>
            <a:custGeom>
              <a:rect b="b" l="l" r="r" t="t"/>
              <a:pathLst>
                <a:path extrusionOk="0" h="2156" w="682">
                  <a:moveTo>
                    <a:pt x="262" y="0"/>
                  </a:moveTo>
                  <a:cubicBezTo>
                    <a:pt x="91" y="372"/>
                    <a:pt x="0" y="783"/>
                    <a:pt x="0" y="1194"/>
                  </a:cubicBezTo>
                  <a:cubicBezTo>
                    <a:pt x="0" y="1523"/>
                    <a:pt x="56" y="1846"/>
                    <a:pt x="166" y="2156"/>
                  </a:cubicBezTo>
                  <a:lnTo>
                    <a:pt x="601" y="2000"/>
                  </a:lnTo>
                  <a:cubicBezTo>
                    <a:pt x="510" y="1742"/>
                    <a:pt x="461" y="1470"/>
                    <a:pt x="461" y="1195"/>
                  </a:cubicBezTo>
                  <a:cubicBezTo>
                    <a:pt x="464" y="849"/>
                    <a:pt x="539" y="504"/>
                    <a:pt x="682" y="193"/>
                  </a:cubicBezTo>
                  <a:lnTo>
                    <a:pt x="262"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0"/>
            <p:cNvSpPr/>
            <p:nvPr/>
          </p:nvSpPr>
          <p:spPr>
            <a:xfrm>
              <a:off x="2776252" y="2384252"/>
              <a:ext cx="21575" cy="21575"/>
            </a:xfrm>
            <a:custGeom>
              <a:rect b="b" l="l" r="r" t="t"/>
              <a:pathLst>
                <a:path extrusionOk="0" h="650" w="650">
                  <a:moveTo>
                    <a:pt x="322" y="0"/>
                  </a:moveTo>
                  <a:cubicBezTo>
                    <a:pt x="203" y="119"/>
                    <a:pt x="94" y="248"/>
                    <a:pt x="0" y="386"/>
                  </a:cubicBezTo>
                  <a:lnTo>
                    <a:pt x="379" y="650"/>
                  </a:lnTo>
                  <a:cubicBezTo>
                    <a:pt x="459" y="534"/>
                    <a:pt x="549" y="427"/>
                    <a:pt x="650" y="327"/>
                  </a:cubicBezTo>
                  <a:lnTo>
                    <a:pt x="322"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0"/>
            <p:cNvSpPr/>
            <p:nvPr/>
          </p:nvSpPr>
          <p:spPr>
            <a:xfrm>
              <a:off x="2771771" y="2490534"/>
              <a:ext cx="21310" cy="21376"/>
            </a:xfrm>
            <a:custGeom>
              <a:rect b="b" l="l" r="r" t="t"/>
              <a:pathLst>
                <a:path extrusionOk="0" h="644" w="642">
                  <a:moveTo>
                    <a:pt x="402" y="0"/>
                  </a:moveTo>
                  <a:lnTo>
                    <a:pt x="1" y="231"/>
                  </a:lnTo>
                  <a:cubicBezTo>
                    <a:pt x="83" y="375"/>
                    <a:pt x="181" y="514"/>
                    <a:pt x="288" y="643"/>
                  </a:cubicBezTo>
                  <a:lnTo>
                    <a:pt x="642" y="345"/>
                  </a:lnTo>
                  <a:cubicBezTo>
                    <a:pt x="552" y="237"/>
                    <a:pt x="471" y="122"/>
                    <a:pt x="402" y="0"/>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0"/>
            <p:cNvSpPr/>
            <p:nvPr/>
          </p:nvSpPr>
          <p:spPr>
            <a:xfrm>
              <a:off x="2899131" y="2507130"/>
              <a:ext cx="21575" cy="21542"/>
            </a:xfrm>
            <a:custGeom>
              <a:rect b="b" l="l" r="r" t="t"/>
              <a:pathLst>
                <a:path extrusionOk="0" h="649" w="650">
                  <a:moveTo>
                    <a:pt x="322" y="1"/>
                  </a:moveTo>
                  <a:cubicBezTo>
                    <a:pt x="223" y="100"/>
                    <a:pt x="114" y="191"/>
                    <a:pt x="0" y="270"/>
                  </a:cubicBezTo>
                  <a:lnTo>
                    <a:pt x="264" y="649"/>
                  </a:lnTo>
                  <a:cubicBezTo>
                    <a:pt x="402" y="554"/>
                    <a:pt x="531" y="445"/>
                    <a:pt x="650" y="327"/>
                  </a:cubicBezTo>
                  <a:lnTo>
                    <a:pt x="322"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0"/>
            <p:cNvSpPr/>
            <p:nvPr/>
          </p:nvSpPr>
          <p:spPr>
            <a:xfrm>
              <a:off x="2821892" y="2523030"/>
              <a:ext cx="71530" cy="22571"/>
            </a:xfrm>
            <a:custGeom>
              <a:rect b="b" l="l" r="r" t="t"/>
              <a:pathLst>
                <a:path extrusionOk="0" h="680" w="2155">
                  <a:moveTo>
                    <a:pt x="1961" y="0"/>
                  </a:moveTo>
                  <a:cubicBezTo>
                    <a:pt x="1651" y="143"/>
                    <a:pt x="1305" y="219"/>
                    <a:pt x="961" y="219"/>
                  </a:cubicBezTo>
                  <a:cubicBezTo>
                    <a:pt x="686" y="219"/>
                    <a:pt x="414" y="172"/>
                    <a:pt x="156" y="79"/>
                  </a:cubicBezTo>
                  <a:lnTo>
                    <a:pt x="1" y="514"/>
                  </a:lnTo>
                  <a:cubicBezTo>
                    <a:pt x="310" y="624"/>
                    <a:pt x="632" y="680"/>
                    <a:pt x="961" y="680"/>
                  </a:cubicBezTo>
                  <a:cubicBezTo>
                    <a:pt x="1371" y="680"/>
                    <a:pt x="1784" y="589"/>
                    <a:pt x="2155" y="418"/>
                  </a:cubicBezTo>
                  <a:lnTo>
                    <a:pt x="1961"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0"/>
            <p:cNvSpPr/>
            <p:nvPr/>
          </p:nvSpPr>
          <p:spPr>
            <a:xfrm>
              <a:off x="2789927" y="2451102"/>
              <a:ext cx="63929" cy="63929"/>
            </a:xfrm>
            <a:custGeom>
              <a:rect b="b" l="l" r="r" t="t"/>
              <a:pathLst>
                <a:path extrusionOk="0" h="1926" w="1926">
                  <a:moveTo>
                    <a:pt x="1" y="1"/>
                  </a:moveTo>
                  <a:cubicBezTo>
                    <a:pt x="1" y="1062"/>
                    <a:pt x="864" y="1925"/>
                    <a:pt x="1925" y="1925"/>
                  </a:cubicBezTo>
                  <a:lnTo>
                    <a:pt x="1925" y="1464"/>
                  </a:lnTo>
                  <a:cubicBezTo>
                    <a:pt x="1119" y="1464"/>
                    <a:pt x="462" y="807"/>
                    <a:pt x="462"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0"/>
            <p:cNvSpPr/>
            <p:nvPr/>
          </p:nvSpPr>
          <p:spPr>
            <a:xfrm>
              <a:off x="2782592" y="2053854"/>
              <a:ext cx="469076" cy="476644"/>
            </a:xfrm>
            <a:custGeom>
              <a:rect b="b" l="l" r="r" t="t"/>
              <a:pathLst>
                <a:path extrusionOk="0" h="14360" w="14132">
                  <a:moveTo>
                    <a:pt x="5382" y="655"/>
                  </a:moveTo>
                  <a:lnTo>
                    <a:pt x="5817" y="1089"/>
                  </a:lnTo>
                  <a:lnTo>
                    <a:pt x="3530" y="3375"/>
                  </a:lnTo>
                  <a:lnTo>
                    <a:pt x="3096" y="2942"/>
                  </a:lnTo>
                  <a:lnTo>
                    <a:pt x="5382" y="655"/>
                  </a:lnTo>
                  <a:close/>
                  <a:moveTo>
                    <a:pt x="6142" y="1416"/>
                  </a:moveTo>
                  <a:lnTo>
                    <a:pt x="7415" y="2688"/>
                  </a:lnTo>
                  <a:lnTo>
                    <a:pt x="7486" y="3856"/>
                  </a:lnTo>
                  <a:lnTo>
                    <a:pt x="7486" y="3856"/>
                  </a:lnTo>
                  <a:lnTo>
                    <a:pt x="5594" y="1964"/>
                  </a:lnTo>
                  <a:lnTo>
                    <a:pt x="6142" y="1416"/>
                  </a:lnTo>
                  <a:close/>
                  <a:moveTo>
                    <a:pt x="10849" y="2604"/>
                  </a:moveTo>
                  <a:lnTo>
                    <a:pt x="11790" y="3546"/>
                  </a:lnTo>
                  <a:lnTo>
                    <a:pt x="10777" y="4557"/>
                  </a:lnTo>
                  <a:lnTo>
                    <a:pt x="9836" y="3616"/>
                  </a:lnTo>
                  <a:lnTo>
                    <a:pt x="10849" y="2604"/>
                  </a:lnTo>
                  <a:close/>
                  <a:moveTo>
                    <a:pt x="5266" y="2291"/>
                  </a:moveTo>
                  <a:lnTo>
                    <a:pt x="7441" y="4466"/>
                  </a:lnTo>
                  <a:lnTo>
                    <a:pt x="6898" y="5009"/>
                  </a:lnTo>
                  <a:lnTo>
                    <a:pt x="4723" y="2834"/>
                  </a:lnTo>
                  <a:lnTo>
                    <a:pt x="5266" y="2291"/>
                  </a:lnTo>
                  <a:close/>
                  <a:moveTo>
                    <a:pt x="4397" y="3160"/>
                  </a:moveTo>
                  <a:lnTo>
                    <a:pt x="6279" y="5042"/>
                  </a:lnTo>
                  <a:lnTo>
                    <a:pt x="5129" y="4975"/>
                  </a:lnTo>
                  <a:lnTo>
                    <a:pt x="3856" y="3702"/>
                  </a:lnTo>
                  <a:lnTo>
                    <a:pt x="4397" y="3160"/>
                  </a:lnTo>
                  <a:close/>
                  <a:moveTo>
                    <a:pt x="9062" y="3499"/>
                  </a:moveTo>
                  <a:lnTo>
                    <a:pt x="10896" y="5333"/>
                  </a:lnTo>
                  <a:lnTo>
                    <a:pt x="7671" y="8558"/>
                  </a:lnTo>
                  <a:cubicBezTo>
                    <a:pt x="7458" y="8173"/>
                    <a:pt x="7189" y="7815"/>
                    <a:pt x="6869" y="7494"/>
                  </a:cubicBezTo>
                  <a:cubicBezTo>
                    <a:pt x="6557" y="7182"/>
                    <a:pt x="6212" y="6923"/>
                    <a:pt x="5844" y="6716"/>
                  </a:cubicBezTo>
                  <a:lnTo>
                    <a:pt x="9062" y="3499"/>
                  </a:lnTo>
                  <a:close/>
                  <a:moveTo>
                    <a:pt x="10293" y="7169"/>
                  </a:moveTo>
                  <a:lnTo>
                    <a:pt x="11448" y="7239"/>
                  </a:lnTo>
                  <a:lnTo>
                    <a:pt x="12725" y="8516"/>
                  </a:lnTo>
                  <a:lnTo>
                    <a:pt x="12182" y="9059"/>
                  </a:lnTo>
                  <a:lnTo>
                    <a:pt x="10293" y="7169"/>
                  </a:lnTo>
                  <a:close/>
                  <a:moveTo>
                    <a:pt x="9676" y="7208"/>
                  </a:moveTo>
                  <a:lnTo>
                    <a:pt x="11855" y="9385"/>
                  </a:lnTo>
                  <a:lnTo>
                    <a:pt x="11312" y="9928"/>
                  </a:lnTo>
                  <a:lnTo>
                    <a:pt x="9133" y="7750"/>
                  </a:lnTo>
                  <a:lnTo>
                    <a:pt x="9676" y="7208"/>
                  </a:lnTo>
                  <a:close/>
                  <a:moveTo>
                    <a:pt x="9092" y="8363"/>
                  </a:moveTo>
                  <a:lnTo>
                    <a:pt x="10984" y="10255"/>
                  </a:lnTo>
                  <a:lnTo>
                    <a:pt x="10437" y="10802"/>
                  </a:lnTo>
                  <a:lnTo>
                    <a:pt x="9161" y="9525"/>
                  </a:lnTo>
                  <a:lnTo>
                    <a:pt x="9092" y="8363"/>
                  </a:lnTo>
                  <a:close/>
                  <a:moveTo>
                    <a:pt x="13052" y="8843"/>
                  </a:moveTo>
                  <a:lnTo>
                    <a:pt x="13481" y="9272"/>
                  </a:lnTo>
                  <a:lnTo>
                    <a:pt x="11194" y="11558"/>
                  </a:lnTo>
                  <a:lnTo>
                    <a:pt x="10765" y="11129"/>
                  </a:lnTo>
                  <a:lnTo>
                    <a:pt x="13052" y="8843"/>
                  </a:lnTo>
                  <a:close/>
                  <a:moveTo>
                    <a:pt x="3129" y="10783"/>
                  </a:moveTo>
                  <a:lnTo>
                    <a:pt x="3673" y="11328"/>
                  </a:lnTo>
                  <a:lnTo>
                    <a:pt x="3037" y="11964"/>
                  </a:lnTo>
                  <a:lnTo>
                    <a:pt x="2493" y="11419"/>
                  </a:lnTo>
                  <a:lnTo>
                    <a:pt x="3129" y="10783"/>
                  </a:lnTo>
                  <a:close/>
                  <a:moveTo>
                    <a:pt x="3517" y="6569"/>
                  </a:moveTo>
                  <a:cubicBezTo>
                    <a:pt x="4613" y="6569"/>
                    <a:pt x="5708" y="6986"/>
                    <a:pt x="6543" y="7820"/>
                  </a:cubicBezTo>
                  <a:cubicBezTo>
                    <a:pt x="7351" y="8628"/>
                    <a:pt x="7796" y="9702"/>
                    <a:pt x="7796" y="10847"/>
                  </a:cubicBezTo>
                  <a:cubicBezTo>
                    <a:pt x="7797" y="11912"/>
                    <a:pt x="7410" y="12917"/>
                    <a:pt x="6702" y="13704"/>
                  </a:cubicBezTo>
                  <a:lnTo>
                    <a:pt x="660" y="7660"/>
                  </a:lnTo>
                  <a:cubicBezTo>
                    <a:pt x="1470" y="6933"/>
                    <a:pt x="2494" y="6569"/>
                    <a:pt x="3517" y="6569"/>
                  </a:cubicBezTo>
                  <a:close/>
                  <a:moveTo>
                    <a:pt x="5380" y="0"/>
                  </a:moveTo>
                  <a:lnTo>
                    <a:pt x="2441" y="2941"/>
                  </a:lnTo>
                  <a:lnTo>
                    <a:pt x="4925" y="5425"/>
                  </a:lnTo>
                  <a:lnTo>
                    <a:pt x="6393" y="5511"/>
                  </a:lnTo>
                  <a:lnTo>
                    <a:pt x="5406" y="6498"/>
                  </a:lnTo>
                  <a:cubicBezTo>
                    <a:pt x="4805" y="6237"/>
                    <a:pt x="4161" y="6107"/>
                    <a:pt x="3516" y="6107"/>
                  </a:cubicBezTo>
                  <a:cubicBezTo>
                    <a:pt x="2302" y="6107"/>
                    <a:pt x="1088" y="6569"/>
                    <a:pt x="163" y="7493"/>
                  </a:cubicBezTo>
                  <a:lnTo>
                    <a:pt x="0" y="7656"/>
                  </a:lnTo>
                  <a:lnTo>
                    <a:pt x="2800" y="10456"/>
                  </a:lnTo>
                  <a:lnTo>
                    <a:pt x="1838" y="11418"/>
                  </a:lnTo>
                  <a:lnTo>
                    <a:pt x="3036" y="12615"/>
                  </a:lnTo>
                  <a:lnTo>
                    <a:pt x="3997" y="11653"/>
                  </a:lnTo>
                  <a:lnTo>
                    <a:pt x="6704" y="14360"/>
                  </a:lnTo>
                  <a:lnTo>
                    <a:pt x="6867" y="14197"/>
                  </a:lnTo>
                  <a:cubicBezTo>
                    <a:pt x="7763" y="13301"/>
                    <a:pt x="8255" y="12110"/>
                    <a:pt x="8255" y="10845"/>
                  </a:cubicBezTo>
                  <a:cubicBezTo>
                    <a:pt x="8255" y="10198"/>
                    <a:pt x="8128" y="9573"/>
                    <a:pt x="7883" y="8997"/>
                  </a:cubicBezTo>
                  <a:lnTo>
                    <a:pt x="8620" y="8259"/>
                  </a:lnTo>
                  <a:lnTo>
                    <a:pt x="8707" y="9727"/>
                  </a:lnTo>
                  <a:lnTo>
                    <a:pt x="11191" y="12212"/>
                  </a:lnTo>
                  <a:lnTo>
                    <a:pt x="14131" y="9272"/>
                  </a:lnTo>
                  <a:lnTo>
                    <a:pt x="11649" y="6789"/>
                  </a:lnTo>
                  <a:lnTo>
                    <a:pt x="10182" y="6702"/>
                  </a:lnTo>
                  <a:lnTo>
                    <a:pt x="11551" y="5333"/>
                  </a:lnTo>
                  <a:lnTo>
                    <a:pt x="11103" y="4886"/>
                  </a:lnTo>
                  <a:lnTo>
                    <a:pt x="12442" y="3547"/>
                  </a:lnTo>
                  <a:lnTo>
                    <a:pt x="11822" y="2926"/>
                  </a:lnTo>
                  <a:lnTo>
                    <a:pt x="12572" y="2176"/>
                  </a:lnTo>
                  <a:lnTo>
                    <a:pt x="12245" y="1849"/>
                  </a:lnTo>
                  <a:lnTo>
                    <a:pt x="11495" y="2599"/>
                  </a:lnTo>
                  <a:lnTo>
                    <a:pt x="10848" y="1951"/>
                  </a:lnTo>
                  <a:lnTo>
                    <a:pt x="9509" y="3290"/>
                  </a:lnTo>
                  <a:lnTo>
                    <a:pt x="9061" y="2843"/>
                  </a:lnTo>
                  <a:lnTo>
                    <a:pt x="7952" y="3952"/>
                  </a:lnTo>
                  <a:lnTo>
                    <a:pt x="7865" y="2486"/>
                  </a:lnTo>
                  <a:lnTo>
                    <a:pt x="5380"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0"/>
            <p:cNvSpPr/>
            <p:nvPr/>
          </p:nvSpPr>
          <p:spPr>
            <a:xfrm>
              <a:off x="3199855" y="2093054"/>
              <a:ext cx="22206" cy="22206"/>
            </a:xfrm>
            <a:custGeom>
              <a:rect b="b" l="l" r="r" t="t"/>
              <a:pathLst>
                <a:path extrusionOk="0" h="669" w="669">
                  <a:moveTo>
                    <a:pt x="343" y="0"/>
                  </a:moveTo>
                  <a:lnTo>
                    <a:pt x="1" y="342"/>
                  </a:lnTo>
                  <a:lnTo>
                    <a:pt x="327" y="668"/>
                  </a:lnTo>
                  <a:lnTo>
                    <a:pt x="669" y="326"/>
                  </a:lnTo>
                  <a:lnTo>
                    <a:pt x="343"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0"/>
            <p:cNvSpPr/>
            <p:nvPr/>
          </p:nvSpPr>
          <p:spPr>
            <a:xfrm>
              <a:off x="3072196" y="2248694"/>
              <a:ext cx="21708" cy="21675"/>
            </a:xfrm>
            <a:custGeom>
              <a:rect b="b" l="l" r="r" t="t"/>
              <a:pathLst>
                <a:path extrusionOk="0" h="653" w="654">
                  <a:moveTo>
                    <a:pt x="326" y="0"/>
                  </a:moveTo>
                  <a:lnTo>
                    <a:pt x="1" y="326"/>
                  </a:lnTo>
                  <a:lnTo>
                    <a:pt x="326" y="653"/>
                  </a:lnTo>
                  <a:lnTo>
                    <a:pt x="653" y="326"/>
                  </a:lnTo>
                  <a:lnTo>
                    <a:pt x="326"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0"/>
            <p:cNvSpPr/>
            <p:nvPr/>
          </p:nvSpPr>
          <p:spPr>
            <a:xfrm>
              <a:off x="3077972" y="2196980"/>
              <a:ext cx="44644" cy="51714"/>
            </a:xfrm>
            <a:custGeom>
              <a:rect b="b" l="l" r="r" t="t"/>
              <a:pathLst>
                <a:path extrusionOk="0" h="1558" w="1345">
                  <a:moveTo>
                    <a:pt x="327" y="1"/>
                  </a:moveTo>
                  <a:lnTo>
                    <a:pt x="0" y="328"/>
                  </a:lnTo>
                  <a:lnTo>
                    <a:pt x="692" y="1020"/>
                  </a:lnTo>
                  <a:lnTo>
                    <a:pt x="481" y="1232"/>
                  </a:lnTo>
                  <a:lnTo>
                    <a:pt x="807" y="1557"/>
                  </a:lnTo>
                  <a:lnTo>
                    <a:pt x="1345" y="1020"/>
                  </a:lnTo>
                  <a:lnTo>
                    <a:pt x="327"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0"/>
            <p:cNvSpPr/>
            <p:nvPr/>
          </p:nvSpPr>
          <p:spPr>
            <a:xfrm>
              <a:off x="3007637" y="2267348"/>
              <a:ext cx="39167" cy="39234"/>
            </a:xfrm>
            <a:custGeom>
              <a:rect b="b" l="l" r="r" t="t"/>
              <a:pathLst>
                <a:path extrusionOk="0" h="1182" w="1180">
                  <a:moveTo>
                    <a:pt x="290" y="1"/>
                  </a:moveTo>
                  <a:lnTo>
                    <a:pt x="0" y="361"/>
                  </a:lnTo>
                  <a:cubicBezTo>
                    <a:pt x="144" y="477"/>
                    <a:pt x="285" y="602"/>
                    <a:pt x="417" y="734"/>
                  </a:cubicBezTo>
                  <a:cubicBezTo>
                    <a:pt x="559" y="876"/>
                    <a:pt x="693" y="1027"/>
                    <a:pt x="817" y="1182"/>
                  </a:cubicBezTo>
                  <a:lnTo>
                    <a:pt x="1179" y="895"/>
                  </a:lnTo>
                  <a:cubicBezTo>
                    <a:pt x="1044" y="728"/>
                    <a:pt x="898" y="564"/>
                    <a:pt x="743" y="408"/>
                  </a:cubicBezTo>
                  <a:cubicBezTo>
                    <a:pt x="599" y="265"/>
                    <a:pt x="447" y="128"/>
                    <a:pt x="290"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0"/>
            <p:cNvSpPr/>
            <p:nvPr/>
          </p:nvSpPr>
          <p:spPr>
            <a:xfrm>
              <a:off x="2856014" y="2327161"/>
              <a:ext cx="21741" cy="21675"/>
            </a:xfrm>
            <a:custGeom>
              <a:rect b="b" l="l" r="r" t="t"/>
              <a:pathLst>
                <a:path extrusionOk="0" h="653" w="655">
                  <a:moveTo>
                    <a:pt x="327" y="0"/>
                  </a:moveTo>
                  <a:lnTo>
                    <a:pt x="0" y="327"/>
                  </a:lnTo>
                  <a:lnTo>
                    <a:pt x="327" y="653"/>
                  </a:lnTo>
                  <a:lnTo>
                    <a:pt x="654" y="327"/>
                  </a:lnTo>
                  <a:lnTo>
                    <a:pt x="327"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0"/>
            <p:cNvSpPr/>
            <p:nvPr/>
          </p:nvSpPr>
          <p:spPr>
            <a:xfrm>
              <a:off x="2899363" y="2370510"/>
              <a:ext cx="21708" cy="21708"/>
            </a:xfrm>
            <a:custGeom>
              <a:rect b="b" l="l" r="r" t="t"/>
              <a:pathLst>
                <a:path extrusionOk="0" h="654" w="654">
                  <a:moveTo>
                    <a:pt x="326" y="1"/>
                  </a:moveTo>
                  <a:lnTo>
                    <a:pt x="1" y="327"/>
                  </a:lnTo>
                  <a:lnTo>
                    <a:pt x="326" y="653"/>
                  </a:lnTo>
                  <a:lnTo>
                    <a:pt x="653" y="327"/>
                  </a:lnTo>
                  <a:lnTo>
                    <a:pt x="326"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0"/>
            <p:cNvSpPr/>
            <p:nvPr/>
          </p:nvSpPr>
          <p:spPr>
            <a:xfrm>
              <a:off x="2877655" y="2348869"/>
              <a:ext cx="21675" cy="21708"/>
            </a:xfrm>
            <a:custGeom>
              <a:rect b="b" l="l" r="r" t="t"/>
              <a:pathLst>
                <a:path extrusionOk="0" h="654" w="653">
                  <a:moveTo>
                    <a:pt x="327" y="0"/>
                  </a:moveTo>
                  <a:lnTo>
                    <a:pt x="0" y="327"/>
                  </a:lnTo>
                  <a:lnTo>
                    <a:pt x="327" y="654"/>
                  </a:lnTo>
                  <a:lnTo>
                    <a:pt x="653" y="327"/>
                  </a:lnTo>
                  <a:lnTo>
                    <a:pt x="327"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0"/>
            <p:cNvSpPr/>
            <p:nvPr/>
          </p:nvSpPr>
          <p:spPr>
            <a:xfrm>
              <a:off x="2834273" y="2305453"/>
              <a:ext cx="21708" cy="21708"/>
            </a:xfrm>
            <a:custGeom>
              <a:rect b="b" l="l" r="r" t="t"/>
              <a:pathLst>
                <a:path extrusionOk="0" h="654" w="654">
                  <a:moveTo>
                    <a:pt x="328" y="1"/>
                  </a:moveTo>
                  <a:lnTo>
                    <a:pt x="1" y="328"/>
                  </a:lnTo>
                  <a:lnTo>
                    <a:pt x="328" y="653"/>
                  </a:lnTo>
                  <a:lnTo>
                    <a:pt x="653" y="328"/>
                  </a:lnTo>
                  <a:lnTo>
                    <a:pt x="328"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0"/>
            <p:cNvSpPr/>
            <p:nvPr/>
          </p:nvSpPr>
          <p:spPr>
            <a:xfrm>
              <a:off x="2964420" y="2435601"/>
              <a:ext cx="21675" cy="21675"/>
            </a:xfrm>
            <a:custGeom>
              <a:rect b="b" l="l" r="r" t="t"/>
              <a:pathLst>
                <a:path extrusionOk="0" h="653" w="653">
                  <a:moveTo>
                    <a:pt x="327" y="0"/>
                  </a:moveTo>
                  <a:lnTo>
                    <a:pt x="0" y="327"/>
                  </a:lnTo>
                  <a:lnTo>
                    <a:pt x="326" y="653"/>
                  </a:lnTo>
                  <a:lnTo>
                    <a:pt x="653" y="327"/>
                  </a:lnTo>
                  <a:lnTo>
                    <a:pt x="327"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0"/>
            <p:cNvSpPr/>
            <p:nvPr/>
          </p:nvSpPr>
          <p:spPr>
            <a:xfrm>
              <a:off x="2921038" y="2392251"/>
              <a:ext cx="21708" cy="21675"/>
            </a:xfrm>
            <a:custGeom>
              <a:rect b="b" l="l" r="r" t="t"/>
              <a:pathLst>
                <a:path extrusionOk="0" h="653" w="654">
                  <a:moveTo>
                    <a:pt x="327" y="0"/>
                  </a:moveTo>
                  <a:lnTo>
                    <a:pt x="0" y="326"/>
                  </a:lnTo>
                  <a:lnTo>
                    <a:pt x="327" y="653"/>
                  </a:lnTo>
                  <a:lnTo>
                    <a:pt x="654" y="326"/>
                  </a:lnTo>
                  <a:lnTo>
                    <a:pt x="327" y="0"/>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0"/>
            <p:cNvSpPr/>
            <p:nvPr/>
          </p:nvSpPr>
          <p:spPr>
            <a:xfrm>
              <a:off x="2986095" y="2457275"/>
              <a:ext cx="21708" cy="21708"/>
            </a:xfrm>
            <a:custGeom>
              <a:rect b="b" l="l" r="r" t="t"/>
              <a:pathLst>
                <a:path extrusionOk="0" h="654" w="654">
                  <a:moveTo>
                    <a:pt x="327" y="1"/>
                  </a:moveTo>
                  <a:lnTo>
                    <a:pt x="1" y="327"/>
                  </a:lnTo>
                  <a:lnTo>
                    <a:pt x="327" y="654"/>
                  </a:lnTo>
                  <a:lnTo>
                    <a:pt x="654" y="327"/>
                  </a:lnTo>
                  <a:lnTo>
                    <a:pt x="327"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0"/>
            <p:cNvSpPr/>
            <p:nvPr/>
          </p:nvSpPr>
          <p:spPr>
            <a:xfrm>
              <a:off x="2942712" y="2413893"/>
              <a:ext cx="21741" cy="21708"/>
            </a:xfrm>
            <a:custGeom>
              <a:rect b="b" l="l" r="r" t="t"/>
              <a:pathLst>
                <a:path extrusionOk="0" h="654" w="655">
                  <a:moveTo>
                    <a:pt x="328" y="1"/>
                  </a:moveTo>
                  <a:lnTo>
                    <a:pt x="1" y="327"/>
                  </a:lnTo>
                  <a:lnTo>
                    <a:pt x="328" y="653"/>
                  </a:lnTo>
                  <a:lnTo>
                    <a:pt x="654" y="327"/>
                  </a:lnTo>
                  <a:lnTo>
                    <a:pt x="328" y="1"/>
                  </a:ln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0"/>
            <p:cNvSpPr/>
            <p:nvPr/>
          </p:nvSpPr>
          <p:spPr>
            <a:xfrm>
              <a:off x="2899330" y="2287097"/>
              <a:ext cx="62468" cy="29774"/>
            </a:xfrm>
            <a:custGeom>
              <a:rect b="b" l="l" r="r" t="t"/>
              <a:pathLst>
                <a:path extrusionOk="0" h="897" w="1882">
                  <a:moveTo>
                    <a:pt x="1" y="1"/>
                  </a:moveTo>
                  <a:lnTo>
                    <a:pt x="1" y="464"/>
                  </a:lnTo>
                  <a:cubicBezTo>
                    <a:pt x="583" y="464"/>
                    <a:pt x="1154" y="614"/>
                    <a:pt x="1654" y="896"/>
                  </a:cubicBezTo>
                  <a:lnTo>
                    <a:pt x="1882" y="494"/>
                  </a:lnTo>
                  <a:cubicBezTo>
                    <a:pt x="1313" y="171"/>
                    <a:pt x="662" y="1"/>
                    <a:pt x="1"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0"/>
            <p:cNvSpPr/>
            <p:nvPr/>
          </p:nvSpPr>
          <p:spPr>
            <a:xfrm>
              <a:off x="2966213" y="2312490"/>
              <a:ext cx="22737" cy="22637"/>
            </a:xfrm>
            <a:custGeom>
              <a:rect b="b" l="l" r="r" t="t"/>
              <a:pathLst>
                <a:path extrusionOk="0" h="682" w="685">
                  <a:moveTo>
                    <a:pt x="277" y="1"/>
                  </a:moveTo>
                  <a:lnTo>
                    <a:pt x="0" y="369"/>
                  </a:lnTo>
                  <a:cubicBezTo>
                    <a:pt x="125" y="464"/>
                    <a:pt x="247" y="569"/>
                    <a:pt x="358" y="681"/>
                  </a:cubicBezTo>
                  <a:lnTo>
                    <a:pt x="685" y="353"/>
                  </a:lnTo>
                  <a:cubicBezTo>
                    <a:pt x="558" y="227"/>
                    <a:pt x="420" y="108"/>
                    <a:pt x="277" y="1"/>
                  </a:cubicBezTo>
                  <a:close/>
                </a:path>
              </a:pathLst>
            </a:custGeom>
            <a:solidFill>
              <a:srgbClr val="7C4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41"/>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 Ankündigung</a:t>
            </a:r>
            <a:endParaRPr/>
          </a:p>
        </p:txBody>
      </p:sp>
      <p:sp>
        <p:nvSpPr>
          <p:cNvPr id="1458" name="Google Shape;1458;p41"/>
          <p:cNvSpPr txBox="1"/>
          <p:nvPr>
            <p:ph idx="1" type="subTitle"/>
          </p:nvPr>
        </p:nvSpPr>
        <p:spPr>
          <a:xfrm rot="-246">
            <a:off x="720000" y="1550825"/>
            <a:ext cx="4189800" cy="23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Weißt du, was dir hilft, deinen Standpunkt klar zu machen?</a:t>
            </a:r>
            <a:endParaRPr/>
          </a:p>
          <a:p>
            <a:pPr indent="0" lvl="0" marL="0" rtl="0" algn="l">
              <a:spcBef>
                <a:spcPts val="0"/>
              </a:spcBef>
              <a:spcAft>
                <a:spcPts val="0"/>
              </a:spcAft>
              <a:buNone/>
            </a:pPr>
            <a:r>
              <a:rPr lang="en"/>
              <a:t>Listen wie diese hier:</a:t>
            </a:r>
            <a:endParaRPr/>
          </a:p>
          <a:p>
            <a:pPr indent="0" lvl="0" marL="0" rtl="0" algn="l">
              <a:spcBef>
                <a:spcPts val="0"/>
              </a:spcBef>
              <a:spcAft>
                <a:spcPts val="0"/>
              </a:spcAft>
              <a:buNone/>
            </a:pPr>
            <a:r>
              <a:t/>
            </a:r>
            <a:endParaRPr/>
          </a:p>
          <a:p>
            <a:pPr indent="-317500" lvl="0" marL="457200" rtl="0" algn="l">
              <a:spcBef>
                <a:spcPts val="0"/>
              </a:spcBef>
              <a:spcAft>
                <a:spcPts val="0"/>
              </a:spcAft>
              <a:buSzPts val="1400"/>
              <a:buChar char="●"/>
            </a:pPr>
            <a:r>
              <a:rPr lang="en"/>
              <a:t>Sie sind einfach </a:t>
            </a:r>
            <a:endParaRPr/>
          </a:p>
          <a:p>
            <a:pPr indent="-317500" lvl="0" marL="457200" rtl="0" algn="l">
              <a:spcBef>
                <a:spcPts val="0"/>
              </a:spcBef>
              <a:spcAft>
                <a:spcPts val="0"/>
              </a:spcAft>
              <a:buSzPts val="1400"/>
              <a:buChar char="●"/>
            </a:pPr>
            <a:r>
              <a:rPr lang="en"/>
              <a:t>Du kannst deine Ideen klar organisieren</a:t>
            </a:r>
            <a:endParaRPr/>
          </a:p>
          <a:p>
            <a:pPr indent="-317500" lvl="0" marL="457200" rtl="0" algn="l">
              <a:spcBef>
                <a:spcPts val="0"/>
              </a:spcBef>
              <a:spcAft>
                <a:spcPts val="0"/>
              </a:spcAft>
              <a:buSzPts val="1400"/>
              <a:buChar char="●"/>
            </a:pPr>
            <a:r>
              <a:rPr lang="en"/>
              <a:t>Du wirst nie vergessen, Milch zu kaufen!</a:t>
            </a:r>
            <a:endParaRPr/>
          </a:p>
          <a:p>
            <a:pPr indent="0" lvl="0" marL="457200" rtl="0" algn="l">
              <a:spcBef>
                <a:spcPts val="0"/>
              </a:spcBef>
              <a:spcAft>
                <a:spcPts val="0"/>
              </a:spcAft>
              <a:buNone/>
            </a:pPr>
            <a:r>
              <a:t/>
            </a:r>
            <a:endParaRPr/>
          </a:p>
          <a:p>
            <a:pPr indent="0" lvl="0" marL="0" rtl="0" algn="l">
              <a:spcBef>
                <a:spcPts val="0"/>
              </a:spcBef>
              <a:spcAft>
                <a:spcPts val="0"/>
              </a:spcAft>
              <a:buNone/>
            </a:pPr>
            <a:r>
              <a:rPr lang="en"/>
              <a:t>Und das Wichtigste: Das Publikum wird den Sinn deiner Präsentation nicht verfehlen</a:t>
            </a:r>
            <a:endParaRPr/>
          </a:p>
          <a:p>
            <a:pPr indent="0" lvl="0" marL="0" rtl="0" algn="l">
              <a:spcBef>
                <a:spcPts val="0"/>
              </a:spcBef>
              <a:spcAft>
                <a:spcPts val="0"/>
              </a:spcAft>
              <a:buNone/>
            </a:pPr>
            <a:r>
              <a:rPr lang="en"/>
              <a:t> </a:t>
            </a:r>
            <a:endParaRPr/>
          </a:p>
        </p:txBody>
      </p:sp>
      <p:sp>
        <p:nvSpPr>
          <p:cNvPr id="1459" name="Google Shape;1459;p41"/>
          <p:cNvSpPr/>
          <p:nvPr/>
        </p:nvSpPr>
        <p:spPr>
          <a:xfrm rot="-946508">
            <a:off x="5710543" y="-1232853"/>
            <a:ext cx="4494324" cy="5330830"/>
          </a:xfrm>
          <a:custGeom>
            <a:rect b="b" l="l" r="r" t="t"/>
            <a:pathLst>
              <a:path extrusionOk="0" h="50510" w="53274">
                <a:moveTo>
                  <a:pt x="48752" y="17523"/>
                </a:moveTo>
                <a:cubicBezTo>
                  <a:pt x="49150" y="18416"/>
                  <a:pt x="49699" y="19525"/>
                  <a:pt x="50035" y="20266"/>
                </a:cubicBezTo>
                <a:cubicBezTo>
                  <a:pt x="50372" y="21006"/>
                  <a:pt x="50890" y="22053"/>
                  <a:pt x="51318" y="22239"/>
                </a:cubicBezTo>
                <a:cubicBezTo>
                  <a:pt x="51747" y="22424"/>
                  <a:pt x="51747" y="22763"/>
                  <a:pt x="52082" y="23011"/>
                </a:cubicBezTo>
                <a:cubicBezTo>
                  <a:pt x="52418" y="23257"/>
                  <a:pt x="53274" y="23811"/>
                  <a:pt x="52845" y="24337"/>
                </a:cubicBezTo>
                <a:cubicBezTo>
                  <a:pt x="52417" y="24862"/>
                  <a:pt x="51410" y="25908"/>
                  <a:pt x="50737" y="25940"/>
                </a:cubicBezTo>
                <a:cubicBezTo>
                  <a:pt x="50065" y="25971"/>
                  <a:pt x="48659" y="25662"/>
                  <a:pt x="48048" y="26095"/>
                </a:cubicBezTo>
                <a:cubicBezTo>
                  <a:pt x="47437" y="26526"/>
                  <a:pt x="46276" y="27297"/>
                  <a:pt x="46367" y="27390"/>
                </a:cubicBezTo>
                <a:cubicBezTo>
                  <a:pt x="46459" y="27481"/>
                  <a:pt x="46795" y="27419"/>
                  <a:pt x="47131" y="27174"/>
                </a:cubicBezTo>
                <a:cubicBezTo>
                  <a:pt x="47468" y="26927"/>
                  <a:pt x="48658" y="26526"/>
                  <a:pt x="48658" y="26711"/>
                </a:cubicBezTo>
                <a:cubicBezTo>
                  <a:pt x="48658" y="26895"/>
                  <a:pt x="48627" y="27328"/>
                  <a:pt x="48597" y="27728"/>
                </a:cubicBezTo>
                <a:cubicBezTo>
                  <a:pt x="48566" y="28129"/>
                  <a:pt x="48445" y="28345"/>
                  <a:pt x="48780" y="28438"/>
                </a:cubicBezTo>
                <a:cubicBezTo>
                  <a:pt x="49117" y="28531"/>
                  <a:pt x="49300" y="28808"/>
                  <a:pt x="49544" y="28839"/>
                </a:cubicBezTo>
                <a:cubicBezTo>
                  <a:pt x="49788" y="28870"/>
                  <a:pt x="50307" y="28222"/>
                  <a:pt x="50490" y="28346"/>
                </a:cubicBezTo>
                <a:cubicBezTo>
                  <a:pt x="50674" y="28470"/>
                  <a:pt x="51315" y="28808"/>
                  <a:pt x="50582" y="29209"/>
                </a:cubicBezTo>
                <a:cubicBezTo>
                  <a:pt x="49848" y="29610"/>
                  <a:pt x="49238" y="30010"/>
                  <a:pt x="49024" y="30134"/>
                </a:cubicBezTo>
                <a:cubicBezTo>
                  <a:pt x="48810" y="30258"/>
                  <a:pt x="48078" y="30935"/>
                  <a:pt x="48016" y="30595"/>
                </a:cubicBezTo>
                <a:cubicBezTo>
                  <a:pt x="47955" y="30256"/>
                  <a:pt x="48047" y="29826"/>
                  <a:pt x="48321" y="29702"/>
                </a:cubicBezTo>
                <a:cubicBezTo>
                  <a:pt x="48596" y="29578"/>
                  <a:pt x="48901" y="29054"/>
                  <a:pt x="48444" y="29331"/>
                </a:cubicBezTo>
                <a:cubicBezTo>
                  <a:pt x="47986" y="29609"/>
                  <a:pt x="46092" y="30163"/>
                  <a:pt x="46031" y="30440"/>
                </a:cubicBezTo>
                <a:cubicBezTo>
                  <a:pt x="45970" y="30718"/>
                  <a:pt x="45725" y="30934"/>
                  <a:pt x="45908" y="31212"/>
                </a:cubicBezTo>
                <a:cubicBezTo>
                  <a:pt x="46092" y="31489"/>
                  <a:pt x="46305" y="31766"/>
                  <a:pt x="45572" y="32013"/>
                </a:cubicBezTo>
                <a:cubicBezTo>
                  <a:pt x="44838" y="32259"/>
                  <a:pt x="44534" y="32228"/>
                  <a:pt x="44319" y="32691"/>
                </a:cubicBezTo>
                <a:cubicBezTo>
                  <a:pt x="44319" y="32691"/>
                  <a:pt x="44021" y="33654"/>
                  <a:pt x="43815" y="33955"/>
                </a:cubicBezTo>
                <a:cubicBezTo>
                  <a:pt x="43608" y="34256"/>
                  <a:pt x="43540" y="34325"/>
                  <a:pt x="43402" y="34232"/>
                </a:cubicBezTo>
                <a:cubicBezTo>
                  <a:pt x="43265" y="34139"/>
                  <a:pt x="43105" y="33862"/>
                  <a:pt x="43265" y="34417"/>
                </a:cubicBezTo>
                <a:cubicBezTo>
                  <a:pt x="43425" y="34971"/>
                  <a:pt x="43837" y="35458"/>
                  <a:pt x="43013" y="36036"/>
                </a:cubicBezTo>
                <a:cubicBezTo>
                  <a:pt x="42187" y="36613"/>
                  <a:pt x="41042" y="37331"/>
                  <a:pt x="41018" y="37561"/>
                </a:cubicBezTo>
                <a:cubicBezTo>
                  <a:pt x="40996" y="37792"/>
                  <a:pt x="40721" y="38069"/>
                  <a:pt x="40972" y="38902"/>
                </a:cubicBezTo>
                <a:cubicBezTo>
                  <a:pt x="41224" y="39735"/>
                  <a:pt x="41636" y="41352"/>
                  <a:pt x="41202" y="41330"/>
                </a:cubicBezTo>
                <a:cubicBezTo>
                  <a:pt x="40766" y="41306"/>
                  <a:pt x="40399" y="40312"/>
                  <a:pt x="40285" y="39988"/>
                </a:cubicBezTo>
                <a:cubicBezTo>
                  <a:pt x="40170" y="39664"/>
                  <a:pt x="40102" y="38716"/>
                  <a:pt x="39506" y="38740"/>
                </a:cubicBezTo>
                <a:cubicBezTo>
                  <a:pt x="38911" y="38763"/>
                  <a:pt x="37513" y="38486"/>
                  <a:pt x="37169" y="38647"/>
                </a:cubicBezTo>
                <a:cubicBezTo>
                  <a:pt x="36826" y="38808"/>
                  <a:pt x="36895" y="39040"/>
                  <a:pt x="36092" y="38925"/>
                </a:cubicBezTo>
                <a:cubicBezTo>
                  <a:pt x="35290" y="38808"/>
                  <a:pt x="34328" y="38878"/>
                  <a:pt x="33686" y="39618"/>
                </a:cubicBezTo>
                <a:cubicBezTo>
                  <a:pt x="33045" y="40359"/>
                  <a:pt x="33456" y="40751"/>
                  <a:pt x="33341" y="40937"/>
                </a:cubicBezTo>
                <a:cubicBezTo>
                  <a:pt x="33227" y="41120"/>
                  <a:pt x="32999" y="42369"/>
                  <a:pt x="33159" y="42809"/>
                </a:cubicBezTo>
                <a:cubicBezTo>
                  <a:pt x="33318" y="43249"/>
                  <a:pt x="33571" y="44265"/>
                  <a:pt x="33984" y="44497"/>
                </a:cubicBezTo>
                <a:cubicBezTo>
                  <a:pt x="34397" y="44728"/>
                  <a:pt x="35358" y="44890"/>
                  <a:pt x="35748" y="44636"/>
                </a:cubicBezTo>
                <a:cubicBezTo>
                  <a:pt x="36137" y="44383"/>
                  <a:pt x="36595" y="44151"/>
                  <a:pt x="36595" y="43805"/>
                </a:cubicBezTo>
                <a:cubicBezTo>
                  <a:pt x="36595" y="43457"/>
                  <a:pt x="36503" y="43181"/>
                  <a:pt x="36984" y="43181"/>
                </a:cubicBezTo>
                <a:cubicBezTo>
                  <a:pt x="37466" y="43181"/>
                  <a:pt x="38451" y="42903"/>
                  <a:pt x="38292" y="43320"/>
                </a:cubicBezTo>
                <a:cubicBezTo>
                  <a:pt x="38132" y="43736"/>
                  <a:pt x="37627" y="44615"/>
                  <a:pt x="37581" y="45100"/>
                </a:cubicBezTo>
                <a:cubicBezTo>
                  <a:pt x="37534" y="45585"/>
                  <a:pt x="37421" y="45931"/>
                  <a:pt x="37763" y="45931"/>
                </a:cubicBezTo>
                <a:cubicBezTo>
                  <a:pt x="38107" y="45931"/>
                  <a:pt x="39000" y="45700"/>
                  <a:pt x="39345" y="45885"/>
                </a:cubicBezTo>
                <a:cubicBezTo>
                  <a:pt x="39690" y="46070"/>
                  <a:pt x="39986" y="46209"/>
                  <a:pt x="39849" y="47180"/>
                </a:cubicBezTo>
                <a:cubicBezTo>
                  <a:pt x="39711" y="48151"/>
                  <a:pt x="39619" y="48682"/>
                  <a:pt x="40100" y="48959"/>
                </a:cubicBezTo>
                <a:cubicBezTo>
                  <a:pt x="40582" y="49237"/>
                  <a:pt x="40971" y="49237"/>
                  <a:pt x="41614" y="49075"/>
                </a:cubicBezTo>
                <a:cubicBezTo>
                  <a:pt x="42254" y="48914"/>
                  <a:pt x="42896" y="49538"/>
                  <a:pt x="42896" y="49538"/>
                </a:cubicBezTo>
                <a:lnTo>
                  <a:pt x="42461" y="50279"/>
                </a:lnTo>
                <a:cubicBezTo>
                  <a:pt x="42231" y="49909"/>
                  <a:pt x="42414" y="49470"/>
                  <a:pt x="42003" y="49446"/>
                </a:cubicBezTo>
                <a:cubicBezTo>
                  <a:pt x="41590" y="49424"/>
                  <a:pt x="41384" y="49655"/>
                  <a:pt x="41384" y="49655"/>
                </a:cubicBezTo>
                <a:cubicBezTo>
                  <a:pt x="41384" y="49655"/>
                  <a:pt x="41476" y="50509"/>
                  <a:pt x="40879" y="50048"/>
                </a:cubicBezTo>
                <a:cubicBezTo>
                  <a:pt x="40284" y="49586"/>
                  <a:pt x="39734" y="49354"/>
                  <a:pt x="39413" y="49170"/>
                </a:cubicBezTo>
                <a:cubicBezTo>
                  <a:pt x="39092" y="48985"/>
                  <a:pt x="38634" y="49008"/>
                  <a:pt x="38634" y="48753"/>
                </a:cubicBezTo>
                <a:cubicBezTo>
                  <a:pt x="38634" y="48499"/>
                  <a:pt x="38451" y="48082"/>
                  <a:pt x="38221" y="47968"/>
                </a:cubicBezTo>
                <a:cubicBezTo>
                  <a:pt x="37992" y="47851"/>
                  <a:pt x="38107" y="47483"/>
                  <a:pt x="37877" y="47344"/>
                </a:cubicBezTo>
                <a:cubicBezTo>
                  <a:pt x="37648" y="47204"/>
                  <a:pt x="36502" y="47159"/>
                  <a:pt x="35975" y="46835"/>
                </a:cubicBezTo>
                <a:cubicBezTo>
                  <a:pt x="35447" y="46511"/>
                  <a:pt x="34898" y="45610"/>
                  <a:pt x="34394" y="45771"/>
                </a:cubicBezTo>
                <a:cubicBezTo>
                  <a:pt x="33889" y="45933"/>
                  <a:pt x="30750" y="45587"/>
                  <a:pt x="29857" y="44499"/>
                </a:cubicBezTo>
                <a:cubicBezTo>
                  <a:pt x="28962" y="43414"/>
                  <a:pt x="29741" y="43414"/>
                  <a:pt x="29399" y="42881"/>
                </a:cubicBezTo>
                <a:cubicBezTo>
                  <a:pt x="29054" y="42350"/>
                  <a:pt x="26259" y="38835"/>
                  <a:pt x="25870" y="38164"/>
                </a:cubicBezTo>
                <a:cubicBezTo>
                  <a:pt x="25480" y="37494"/>
                  <a:pt x="24817" y="37586"/>
                  <a:pt x="25343" y="38512"/>
                </a:cubicBezTo>
                <a:cubicBezTo>
                  <a:pt x="25870" y="39436"/>
                  <a:pt x="27244" y="41726"/>
                  <a:pt x="27428" y="41909"/>
                </a:cubicBezTo>
                <a:cubicBezTo>
                  <a:pt x="27611" y="42094"/>
                  <a:pt x="27794" y="42789"/>
                  <a:pt x="27085" y="42094"/>
                </a:cubicBezTo>
                <a:cubicBezTo>
                  <a:pt x="26375" y="41401"/>
                  <a:pt x="26283" y="40545"/>
                  <a:pt x="25893" y="40499"/>
                </a:cubicBezTo>
                <a:cubicBezTo>
                  <a:pt x="25504" y="40453"/>
                  <a:pt x="24839" y="39921"/>
                  <a:pt x="24885" y="39782"/>
                </a:cubicBezTo>
                <a:cubicBezTo>
                  <a:pt x="24931" y="39643"/>
                  <a:pt x="25366" y="39621"/>
                  <a:pt x="25298" y="39482"/>
                </a:cubicBezTo>
                <a:cubicBezTo>
                  <a:pt x="25229" y="39342"/>
                  <a:pt x="24289" y="37539"/>
                  <a:pt x="23831" y="37100"/>
                </a:cubicBezTo>
                <a:cubicBezTo>
                  <a:pt x="23373" y="36661"/>
                  <a:pt x="22548" y="36269"/>
                  <a:pt x="22342" y="35991"/>
                </a:cubicBezTo>
                <a:cubicBezTo>
                  <a:pt x="22135" y="35714"/>
                  <a:pt x="21126" y="34303"/>
                  <a:pt x="20737" y="32894"/>
                </a:cubicBezTo>
                <a:cubicBezTo>
                  <a:pt x="20347" y="31484"/>
                  <a:pt x="20829" y="28847"/>
                  <a:pt x="20737" y="28409"/>
                </a:cubicBezTo>
                <a:cubicBezTo>
                  <a:pt x="20645" y="27969"/>
                  <a:pt x="20599" y="27207"/>
                  <a:pt x="20026" y="26767"/>
                </a:cubicBezTo>
                <a:cubicBezTo>
                  <a:pt x="19454" y="26328"/>
                  <a:pt x="18377" y="25788"/>
                  <a:pt x="18529" y="25605"/>
                </a:cubicBezTo>
                <a:cubicBezTo>
                  <a:pt x="18681" y="25420"/>
                  <a:pt x="19201" y="25666"/>
                  <a:pt x="18896" y="25080"/>
                </a:cubicBezTo>
                <a:cubicBezTo>
                  <a:pt x="18590" y="24495"/>
                  <a:pt x="18070" y="23693"/>
                  <a:pt x="17643" y="23016"/>
                </a:cubicBezTo>
                <a:cubicBezTo>
                  <a:pt x="17215" y="22337"/>
                  <a:pt x="15534" y="20272"/>
                  <a:pt x="14924" y="19655"/>
                </a:cubicBezTo>
                <a:cubicBezTo>
                  <a:pt x="14313" y="19040"/>
                  <a:pt x="12418" y="17776"/>
                  <a:pt x="11777" y="17653"/>
                </a:cubicBezTo>
                <a:cubicBezTo>
                  <a:pt x="11137" y="17529"/>
                  <a:pt x="10219" y="16944"/>
                  <a:pt x="9914" y="17037"/>
                </a:cubicBezTo>
                <a:cubicBezTo>
                  <a:pt x="9609" y="17130"/>
                  <a:pt x="9456" y="17653"/>
                  <a:pt x="9456" y="17746"/>
                </a:cubicBezTo>
                <a:cubicBezTo>
                  <a:pt x="9456" y="17839"/>
                  <a:pt x="8479" y="18332"/>
                  <a:pt x="8203" y="18425"/>
                </a:cubicBezTo>
                <a:cubicBezTo>
                  <a:pt x="7929" y="18517"/>
                  <a:pt x="7837" y="18301"/>
                  <a:pt x="7806" y="17992"/>
                </a:cubicBezTo>
                <a:cubicBezTo>
                  <a:pt x="7775" y="17684"/>
                  <a:pt x="7318" y="17560"/>
                  <a:pt x="7043" y="18085"/>
                </a:cubicBezTo>
                <a:cubicBezTo>
                  <a:pt x="6768" y="18608"/>
                  <a:pt x="7532" y="18085"/>
                  <a:pt x="7043" y="18856"/>
                </a:cubicBezTo>
                <a:cubicBezTo>
                  <a:pt x="6555" y="19628"/>
                  <a:pt x="5608" y="20737"/>
                  <a:pt x="4202" y="21506"/>
                </a:cubicBezTo>
                <a:cubicBezTo>
                  <a:pt x="2796" y="22278"/>
                  <a:pt x="2093" y="22924"/>
                  <a:pt x="1758" y="22863"/>
                </a:cubicBezTo>
                <a:cubicBezTo>
                  <a:pt x="1422" y="22801"/>
                  <a:pt x="1208" y="22617"/>
                  <a:pt x="1850" y="22216"/>
                </a:cubicBezTo>
                <a:cubicBezTo>
                  <a:pt x="2491" y="21815"/>
                  <a:pt x="3590" y="21384"/>
                  <a:pt x="4079" y="20952"/>
                </a:cubicBezTo>
                <a:cubicBezTo>
                  <a:pt x="4569" y="20520"/>
                  <a:pt x="4966" y="19874"/>
                  <a:pt x="4966" y="19566"/>
                </a:cubicBezTo>
                <a:cubicBezTo>
                  <a:pt x="4966" y="19257"/>
                  <a:pt x="4935" y="19164"/>
                  <a:pt x="4416" y="19133"/>
                </a:cubicBezTo>
                <a:cubicBezTo>
                  <a:pt x="3896" y="19102"/>
                  <a:pt x="3621" y="18981"/>
                  <a:pt x="3316" y="19102"/>
                </a:cubicBezTo>
                <a:cubicBezTo>
                  <a:pt x="3011" y="19226"/>
                  <a:pt x="3042" y="18701"/>
                  <a:pt x="2888" y="18302"/>
                </a:cubicBezTo>
                <a:cubicBezTo>
                  <a:pt x="2735" y="17900"/>
                  <a:pt x="2062" y="18055"/>
                  <a:pt x="1910" y="18055"/>
                </a:cubicBezTo>
                <a:cubicBezTo>
                  <a:pt x="1758" y="18055"/>
                  <a:pt x="627" y="16791"/>
                  <a:pt x="1055" y="15960"/>
                </a:cubicBezTo>
                <a:cubicBezTo>
                  <a:pt x="1484" y="15128"/>
                  <a:pt x="1819" y="14449"/>
                  <a:pt x="2338" y="14449"/>
                </a:cubicBezTo>
                <a:cubicBezTo>
                  <a:pt x="2858" y="14449"/>
                  <a:pt x="3468" y="14295"/>
                  <a:pt x="3347" y="13587"/>
                </a:cubicBezTo>
                <a:cubicBezTo>
                  <a:pt x="3224" y="12877"/>
                  <a:pt x="1912" y="13278"/>
                  <a:pt x="1515" y="13278"/>
                </a:cubicBezTo>
                <a:cubicBezTo>
                  <a:pt x="1515" y="13278"/>
                  <a:pt x="887" y="13340"/>
                  <a:pt x="826" y="12892"/>
                </a:cubicBezTo>
                <a:cubicBezTo>
                  <a:pt x="767" y="12446"/>
                  <a:pt x="536" y="12307"/>
                  <a:pt x="338" y="12214"/>
                </a:cubicBezTo>
                <a:cubicBezTo>
                  <a:pt x="139" y="12122"/>
                  <a:pt x="1" y="11937"/>
                  <a:pt x="505" y="11659"/>
                </a:cubicBezTo>
                <a:cubicBezTo>
                  <a:pt x="1010" y="11383"/>
                  <a:pt x="1651" y="10859"/>
                  <a:pt x="1850" y="10812"/>
                </a:cubicBezTo>
                <a:cubicBezTo>
                  <a:pt x="2048" y="10766"/>
                  <a:pt x="2291" y="10797"/>
                  <a:pt x="2338" y="10952"/>
                </a:cubicBezTo>
                <a:cubicBezTo>
                  <a:pt x="2384" y="11105"/>
                  <a:pt x="2093" y="11491"/>
                  <a:pt x="2338" y="11491"/>
                </a:cubicBezTo>
                <a:cubicBezTo>
                  <a:pt x="2583" y="11491"/>
                  <a:pt x="3392" y="11398"/>
                  <a:pt x="3224" y="11074"/>
                </a:cubicBezTo>
                <a:cubicBezTo>
                  <a:pt x="3057" y="10750"/>
                  <a:pt x="2476" y="10319"/>
                  <a:pt x="2338" y="10243"/>
                </a:cubicBezTo>
                <a:cubicBezTo>
                  <a:pt x="2201" y="10165"/>
                  <a:pt x="2032" y="9810"/>
                  <a:pt x="1881" y="9595"/>
                </a:cubicBezTo>
                <a:cubicBezTo>
                  <a:pt x="1728" y="9380"/>
                  <a:pt x="1055" y="8994"/>
                  <a:pt x="979" y="8824"/>
                </a:cubicBezTo>
                <a:cubicBezTo>
                  <a:pt x="903" y="8655"/>
                  <a:pt x="979" y="8083"/>
                  <a:pt x="979" y="8083"/>
                </a:cubicBezTo>
                <a:cubicBezTo>
                  <a:pt x="1032" y="7952"/>
                  <a:pt x="986" y="8021"/>
                  <a:pt x="1399" y="7999"/>
                </a:cubicBezTo>
                <a:cubicBezTo>
                  <a:pt x="1812" y="7975"/>
                  <a:pt x="2087" y="7791"/>
                  <a:pt x="2338" y="7282"/>
                </a:cubicBezTo>
                <a:cubicBezTo>
                  <a:pt x="2590" y="6773"/>
                  <a:pt x="2774" y="6241"/>
                  <a:pt x="3209" y="6033"/>
                </a:cubicBezTo>
                <a:cubicBezTo>
                  <a:pt x="3645" y="5826"/>
                  <a:pt x="4607" y="5247"/>
                  <a:pt x="5179" y="5039"/>
                </a:cubicBezTo>
                <a:cubicBezTo>
                  <a:pt x="5752" y="4831"/>
                  <a:pt x="6050" y="5085"/>
                  <a:pt x="6645" y="5246"/>
                </a:cubicBezTo>
                <a:cubicBezTo>
                  <a:pt x="7242" y="5408"/>
                  <a:pt x="7791" y="5987"/>
                  <a:pt x="8456" y="5894"/>
                </a:cubicBezTo>
                <a:cubicBezTo>
                  <a:pt x="9121" y="5801"/>
                  <a:pt x="9785" y="6194"/>
                  <a:pt x="10451" y="6241"/>
                </a:cubicBezTo>
                <a:cubicBezTo>
                  <a:pt x="11115" y="6287"/>
                  <a:pt x="11138" y="6472"/>
                  <a:pt x="11778" y="6311"/>
                </a:cubicBezTo>
                <a:cubicBezTo>
                  <a:pt x="12420" y="6149"/>
                  <a:pt x="12420" y="6889"/>
                  <a:pt x="13130" y="6981"/>
                </a:cubicBezTo>
                <a:cubicBezTo>
                  <a:pt x="13841" y="7073"/>
                  <a:pt x="14644" y="8045"/>
                  <a:pt x="15399" y="7652"/>
                </a:cubicBezTo>
                <a:cubicBezTo>
                  <a:pt x="16155" y="7258"/>
                  <a:pt x="16682" y="6727"/>
                  <a:pt x="17393" y="6519"/>
                </a:cubicBezTo>
                <a:cubicBezTo>
                  <a:pt x="18103" y="6312"/>
                  <a:pt x="18127" y="6242"/>
                  <a:pt x="18309" y="6356"/>
                </a:cubicBezTo>
                <a:cubicBezTo>
                  <a:pt x="18493" y="6473"/>
                  <a:pt x="18791" y="6449"/>
                  <a:pt x="18838" y="6195"/>
                </a:cubicBezTo>
                <a:cubicBezTo>
                  <a:pt x="18884" y="5941"/>
                  <a:pt x="18998" y="5502"/>
                  <a:pt x="19250" y="6056"/>
                </a:cubicBezTo>
                <a:cubicBezTo>
                  <a:pt x="19501" y="6611"/>
                  <a:pt x="19686" y="7605"/>
                  <a:pt x="19984" y="7073"/>
                </a:cubicBezTo>
                <a:cubicBezTo>
                  <a:pt x="20282" y="6543"/>
                  <a:pt x="20489" y="5918"/>
                  <a:pt x="20695" y="6543"/>
                </a:cubicBezTo>
                <a:cubicBezTo>
                  <a:pt x="20901" y="7167"/>
                  <a:pt x="21037" y="7190"/>
                  <a:pt x="21198" y="6866"/>
                </a:cubicBezTo>
                <a:cubicBezTo>
                  <a:pt x="21358" y="6543"/>
                  <a:pt x="21955" y="6819"/>
                  <a:pt x="22276" y="7027"/>
                </a:cubicBezTo>
                <a:cubicBezTo>
                  <a:pt x="22596" y="7235"/>
                  <a:pt x="22986" y="7490"/>
                  <a:pt x="23559" y="7744"/>
                </a:cubicBezTo>
                <a:cubicBezTo>
                  <a:pt x="24132" y="7999"/>
                  <a:pt x="24567" y="7884"/>
                  <a:pt x="24980" y="8138"/>
                </a:cubicBezTo>
                <a:cubicBezTo>
                  <a:pt x="25392" y="8392"/>
                  <a:pt x="25782" y="8600"/>
                  <a:pt x="25392" y="8831"/>
                </a:cubicBezTo>
                <a:cubicBezTo>
                  <a:pt x="25004" y="9062"/>
                  <a:pt x="24545" y="9456"/>
                  <a:pt x="25255" y="9456"/>
                </a:cubicBezTo>
                <a:cubicBezTo>
                  <a:pt x="25965" y="9456"/>
                  <a:pt x="27202" y="8948"/>
                  <a:pt x="27455" y="9225"/>
                </a:cubicBezTo>
                <a:cubicBezTo>
                  <a:pt x="27707" y="9502"/>
                  <a:pt x="28234" y="10150"/>
                  <a:pt x="28348" y="9572"/>
                </a:cubicBezTo>
                <a:cubicBezTo>
                  <a:pt x="28464" y="8994"/>
                  <a:pt x="28005" y="8878"/>
                  <a:pt x="28211" y="8694"/>
                </a:cubicBezTo>
                <a:cubicBezTo>
                  <a:pt x="28418" y="8509"/>
                  <a:pt x="29173" y="7885"/>
                  <a:pt x="29403" y="8209"/>
                </a:cubicBezTo>
                <a:cubicBezTo>
                  <a:pt x="29632" y="8532"/>
                  <a:pt x="29700" y="9017"/>
                  <a:pt x="30709" y="9203"/>
                </a:cubicBezTo>
                <a:cubicBezTo>
                  <a:pt x="31718" y="9388"/>
                  <a:pt x="32199" y="9504"/>
                  <a:pt x="32473" y="9365"/>
                </a:cubicBezTo>
                <a:cubicBezTo>
                  <a:pt x="32748" y="9225"/>
                  <a:pt x="32588" y="8556"/>
                  <a:pt x="32932" y="8579"/>
                </a:cubicBezTo>
                <a:cubicBezTo>
                  <a:pt x="33274" y="8602"/>
                  <a:pt x="33893" y="8486"/>
                  <a:pt x="33917" y="8926"/>
                </a:cubicBezTo>
                <a:cubicBezTo>
                  <a:pt x="33940" y="9366"/>
                  <a:pt x="34272" y="10402"/>
                  <a:pt x="34259" y="9920"/>
                </a:cubicBezTo>
                <a:cubicBezTo>
                  <a:pt x="34243" y="9202"/>
                  <a:pt x="34181" y="9114"/>
                  <a:pt x="34878" y="8788"/>
                </a:cubicBezTo>
                <a:cubicBezTo>
                  <a:pt x="35130" y="8670"/>
                  <a:pt x="35383" y="7886"/>
                  <a:pt x="34970" y="7493"/>
                </a:cubicBezTo>
                <a:cubicBezTo>
                  <a:pt x="34558" y="7099"/>
                  <a:pt x="33825" y="7239"/>
                  <a:pt x="33825" y="6245"/>
                </a:cubicBezTo>
                <a:cubicBezTo>
                  <a:pt x="33825" y="5250"/>
                  <a:pt x="33985" y="4812"/>
                  <a:pt x="34123" y="3978"/>
                </a:cubicBezTo>
                <a:cubicBezTo>
                  <a:pt x="34260" y="3146"/>
                  <a:pt x="33985" y="3007"/>
                  <a:pt x="34123" y="2059"/>
                </a:cubicBezTo>
                <a:cubicBezTo>
                  <a:pt x="34260" y="1112"/>
                  <a:pt x="34170" y="117"/>
                  <a:pt x="34878" y="117"/>
                </a:cubicBezTo>
                <a:cubicBezTo>
                  <a:pt x="35589" y="117"/>
                  <a:pt x="35681" y="278"/>
                  <a:pt x="36024" y="324"/>
                </a:cubicBezTo>
                <a:cubicBezTo>
                  <a:pt x="36368" y="371"/>
                  <a:pt x="36712" y="0"/>
                  <a:pt x="36322" y="1156"/>
                </a:cubicBezTo>
                <a:cubicBezTo>
                  <a:pt x="35933" y="2312"/>
                  <a:pt x="36116" y="2428"/>
                  <a:pt x="35520" y="2451"/>
                </a:cubicBezTo>
                <a:cubicBezTo>
                  <a:pt x="34924" y="2475"/>
                  <a:pt x="34695" y="2221"/>
                  <a:pt x="34809" y="2544"/>
                </a:cubicBezTo>
                <a:cubicBezTo>
                  <a:pt x="34924" y="2868"/>
                  <a:pt x="34948" y="3075"/>
                  <a:pt x="34763" y="3469"/>
                </a:cubicBezTo>
                <a:cubicBezTo>
                  <a:pt x="34579" y="3862"/>
                  <a:pt x="34258" y="3630"/>
                  <a:pt x="34786" y="4093"/>
                </a:cubicBezTo>
                <a:cubicBezTo>
                  <a:pt x="35314" y="4555"/>
                  <a:pt x="35931" y="5596"/>
                  <a:pt x="35817" y="6103"/>
                </a:cubicBezTo>
                <a:cubicBezTo>
                  <a:pt x="35703" y="6612"/>
                  <a:pt x="35543" y="7212"/>
                  <a:pt x="35909" y="7305"/>
                </a:cubicBezTo>
                <a:cubicBezTo>
                  <a:pt x="36275" y="7398"/>
                  <a:pt x="36436" y="7352"/>
                  <a:pt x="36436" y="7814"/>
                </a:cubicBezTo>
                <a:cubicBezTo>
                  <a:pt x="36436" y="8275"/>
                  <a:pt x="36506" y="9085"/>
                  <a:pt x="36688" y="8646"/>
                </a:cubicBezTo>
                <a:cubicBezTo>
                  <a:pt x="36872" y="8206"/>
                  <a:pt x="36826" y="7259"/>
                  <a:pt x="37238" y="7675"/>
                </a:cubicBezTo>
                <a:cubicBezTo>
                  <a:pt x="37651" y="8092"/>
                  <a:pt x="37673" y="8206"/>
                  <a:pt x="37627" y="8784"/>
                </a:cubicBezTo>
                <a:cubicBezTo>
                  <a:pt x="37581" y="9362"/>
                  <a:pt x="37925" y="10333"/>
                  <a:pt x="38314" y="9708"/>
                </a:cubicBezTo>
                <a:cubicBezTo>
                  <a:pt x="38704" y="9084"/>
                  <a:pt x="38819" y="8182"/>
                  <a:pt x="38979" y="8136"/>
                </a:cubicBezTo>
                <a:cubicBezTo>
                  <a:pt x="39139" y="8089"/>
                  <a:pt x="38634" y="7443"/>
                  <a:pt x="38772" y="7211"/>
                </a:cubicBezTo>
                <a:cubicBezTo>
                  <a:pt x="38911" y="6980"/>
                  <a:pt x="39711" y="6380"/>
                  <a:pt x="40262" y="7096"/>
                </a:cubicBezTo>
                <a:cubicBezTo>
                  <a:pt x="40811" y="7813"/>
                  <a:pt x="40514" y="8205"/>
                  <a:pt x="40445" y="8552"/>
                </a:cubicBezTo>
                <a:cubicBezTo>
                  <a:pt x="40377" y="8898"/>
                  <a:pt x="41156" y="9523"/>
                  <a:pt x="40788" y="10054"/>
                </a:cubicBezTo>
                <a:cubicBezTo>
                  <a:pt x="40422" y="10585"/>
                  <a:pt x="40124" y="10863"/>
                  <a:pt x="39735" y="11049"/>
                </a:cubicBezTo>
                <a:cubicBezTo>
                  <a:pt x="39345" y="11233"/>
                  <a:pt x="39139" y="11164"/>
                  <a:pt x="38772" y="11049"/>
                </a:cubicBezTo>
                <a:cubicBezTo>
                  <a:pt x="38406" y="10932"/>
                  <a:pt x="38451" y="10888"/>
                  <a:pt x="38521" y="11302"/>
                </a:cubicBezTo>
                <a:cubicBezTo>
                  <a:pt x="38590" y="11719"/>
                  <a:pt x="38361" y="12180"/>
                  <a:pt x="38132" y="12251"/>
                </a:cubicBezTo>
                <a:cubicBezTo>
                  <a:pt x="37902" y="12320"/>
                  <a:pt x="37811" y="12390"/>
                  <a:pt x="37353" y="12134"/>
                </a:cubicBezTo>
                <a:cubicBezTo>
                  <a:pt x="36895" y="11880"/>
                  <a:pt x="36596" y="11880"/>
                  <a:pt x="37009" y="12088"/>
                </a:cubicBezTo>
                <a:cubicBezTo>
                  <a:pt x="37422" y="12296"/>
                  <a:pt x="37744" y="12504"/>
                  <a:pt x="37904" y="12504"/>
                </a:cubicBezTo>
                <a:cubicBezTo>
                  <a:pt x="38063" y="12504"/>
                  <a:pt x="38246" y="12435"/>
                  <a:pt x="38063" y="12782"/>
                </a:cubicBezTo>
                <a:cubicBezTo>
                  <a:pt x="37880" y="13129"/>
                  <a:pt x="37765" y="13823"/>
                  <a:pt x="37261" y="13823"/>
                </a:cubicBezTo>
                <a:cubicBezTo>
                  <a:pt x="36756" y="13823"/>
                  <a:pt x="36872" y="14077"/>
                  <a:pt x="36620" y="14170"/>
                </a:cubicBezTo>
                <a:cubicBezTo>
                  <a:pt x="36368" y="14262"/>
                  <a:pt x="36070" y="14123"/>
                  <a:pt x="36184" y="14262"/>
                </a:cubicBezTo>
                <a:cubicBezTo>
                  <a:pt x="36299" y="14402"/>
                  <a:pt x="36620" y="14586"/>
                  <a:pt x="36344" y="14863"/>
                </a:cubicBezTo>
                <a:cubicBezTo>
                  <a:pt x="36344" y="14863"/>
                  <a:pt x="35863" y="15094"/>
                  <a:pt x="35634" y="15348"/>
                </a:cubicBezTo>
                <a:cubicBezTo>
                  <a:pt x="35404" y="15603"/>
                  <a:pt x="34808" y="16620"/>
                  <a:pt x="34695" y="17198"/>
                </a:cubicBezTo>
                <a:cubicBezTo>
                  <a:pt x="34579" y="17776"/>
                  <a:pt x="34373" y="18146"/>
                  <a:pt x="34877" y="18839"/>
                </a:cubicBezTo>
                <a:cubicBezTo>
                  <a:pt x="35382" y="19534"/>
                  <a:pt x="36825" y="20829"/>
                  <a:pt x="37695" y="21150"/>
                </a:cubicBezTo>
                <a:cubicBezTo>
                  <a:pt x="38566" y="21474"/>
                  <a:pt x="40170" y="21590"/>
                  <a:pt x="40308" y="22306"/>
                </a:cubicBezTo>
                <a:cubicBezTo>
                  <a:pt x="40445" y="23023"/>
                  <a:pt x="40948" y="25127"/>
                  <a:pt x="41453" y="25103"/>
                </a:cubicBezTo>
                <a:cubicBezTo>
                  <a:pt x="41956" y="25080"/>
                  <a:pt x="42300" y="23739"/>
                  <a:pt x="41888" y="23115"/>
                </a:cubicBezTo>
                <a:cubicBezTo>
                  <a:pt x="41476" y="22491"/>
                  <a:pt x="41546" y="22444"/>
                  <a:pt x="42209" y="22051"/>
                </a:cubicBezTo>
                <a:cubicBezTo>
                  <a:pt x="42874" y="21657"/>
                  <a:pt x="43286" y="20502"/>
                  <a:pt x="42646" y="19694"/>
                </a:cubicBezTo>
                <a:cubicBezTo>
                  <a:pt x="42005" y="18885"/>
                  <a:pt x="42486" y="18838"/>
                  <a:pt x="42577" y="18005"/>
                </a:cubicBezTo>
                <a:cubicBezTo>
                  <a:pt x="42668" y="17173"/>
                  <a:pt x="42371" y="17034"/>
                  <a:pt x="42394" y="16480"/>
                </a:cubicBezTo>
                <a:cubicBezTo>
                  <a:pt x="42418" y="15925"/>
                  <a:pt x="42326" y="14976"/>
                  <a:pt x="43058" y="15278"/>
                </a:cubicBezTo>
                <a:cubicBezTo>
                  <a:pt x="43792" y="15578"/>
                  <a:pt x="44112" y="15093"/>
                  <a:pt x="44663" y="15532"/>
                </a:cubicBezTo>
                <a:cubicBezTo>
                  <a:pt x="45212" y="15971"/>
                  <a:pt x="45510" y="16687"/>
                  <a:pt x="45990" y="16873"/>
                </a:cubicBezTo>
                <a:cubicBezTo>
                  <a:pt x="46472" y="17058"/>
                  <a:pt x="46289" y="17150"/>
                  <a:pt x="46334" y="17775"/>
                </a:cubicBezTo>
                <a:cubicBezTo>
                  <a:pt x="46380" y="18399"/>
                  <a:pt x="46540" y="19230"/>
                  <a:pt x="47205" y="19092"/>
                </a:cubicBezTo>
                <a:cubicBezTo>
                  <a:pt x="47868" y="18953"/>
                  <a:pt x="48305" y="17797"/>
                  <a:pt x="48487" y="17590"/>
                </a:cubicBezTo>
                <a:cubicBezTo>
                  <a:pt x="48676" y="17377"/>
                  <a:pt x="48752" y="17523"/>
                  <a:pt x="48752" y="1752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1"/>
          <p:cNvSpPr/>
          <p:nvPr/>
        </p:nvSpPr>
        <p:spPr>
          <a:xfrm>
            <a:off x="1091825" y="1757350"/>
            <a:ext cx="8799088" cy="4043309"/>
          </a:xfrm>
          <a:custGeom>
            <a:rect b="b" l="l" r="r" t="t"/>
            <a:pathLst>
              <a:path extrusionOk="0" h="135636" w="370332">
                <a:moveTo>
                  <a:pt x="0" y="135636"/>
                </a:moveTo>
                <a:cubicBezTo>
                  <a:pt x="13948" y="132149"/>
                  <a:pt x="24045" y="119825"/>
                  <a:pt x="36576" y="112776"/>
                </a:cubicBezTo>
                <a:cubicBezTo>
                  <a:pt x="54898" y="102470"/>
                  <a:pt x="74639" y="94916"/>
                  <a:pt x="93726" y="86106"/>
                </a:cubicBezTo>
                <a:cubicBezTo>
                  <a:pt x="96273" y="84930"/>
                  <a:pt x="99327" y="85715"/>
                  <a:pt x="102108" y="85344"/>
                </a:cubicBezTo>
                <a:cubicBezTo>
                  <a:pt x="127317" y="81983"/>
                  <a:pt x="153636" y="87702"/>
                  <a:pt x="178308" y="81534"/>
                </a:cubicBezTo>
                <a:cubicBezTo>
                  <a:pt x="209502" y="73736"/>
                  <a:pt x="235281" y="51707"/>
                  <a:pt x="263652" y="36576"/>
                </a:cubicBezTo>
                <a:cubicBezTo>
                  <a:pt x="284340" y="25542"/>
                  <a:pt x="306435" y="17287"/>
                  <a:pt x="328422" y="9144"/>
                </a:cubicBezTo>
                <a:cubicBezTo>
                  <a:pt x="335760" y="6426"/>
                  <a:pt x="343564" y="5096"/>
                  <a:pt x="351282" y="3810"/>
                </a:cubicBezTo>
                <a:cubicBezTo>
                  <a:pt x="357670" y="2745"/>
                  <a:pt x="365753" y="4579"/>
                  <a:pt x="370332" y="0"/>
                </a:cubicBezTo>
              </a:path>
            </a:pathLst>
          </a:custGeom>
          <a:noFill/>
          <a:ln cap="flat" cmpd="sng" w="19050">
            <a:solidFill>
              <a:schemeClr val="lt1"/>
            </a:solidFill>
            <a:prstDash val="dash"/>
            <a:round/>
            <a:headEnd len="med" w="med" type="none"/>
            <a:tailEnd len="med" w="med" type="none"/>
          </a:ln>
        </p:spPr>
      </p:sp>
      <p:cxnSp>
        <p:nvCxnSpPr>
          <p:cNvPr id="1461" name="Google Shape;1461;p41"/>
          <p:cNvCxnSpPr/>
          <p:nvPr/>
        </p:nvCxnSpPr>
        <p:spPr>
          <a:xfrm>
            <a:off x="4404125" y="-160725"/>
            <a:ext cx="4907700" cy="1575300"/>
          </a:xfrm>
          <a:prstGeom prst="curvedConnector3">
            <a:avLst>
              <a:gd fmla="val 50000" name="adj1"/>
            </a:avLst>
          </a:prstGeom>
          <a:noFill/>
          <a:ln cap="flat" cmpd="sng" w="19050">
            <a:solidFill>
              <a:schemeClr val="lt1"/>
            </a:solidFill>
            <a:prstDash val="dash"/>
            <a:round/>
            <a:headEnd len="med" w="med" type="none"/>
            <a:tailEnd len="med" w="med" type="none"/>
          </a:ln>
        </p:spPr>
      </p:cxnSp>
      <p:grpSp>
        <p:nvGrpSpPr>
          <p:cNvPr id="1462" name="Google Shape;1462;p41"/>
          <p:cNvGrpSpPr/>
          <p:nvPr/>
        </p:nvGrpSpPr>
        <p:grpSpPr>
          <a:xfrm>
            <a:off x="-1972324" y="-367331"/>
            <a:ext cx="2531580" cy="2124684"/>
            <a:chOff x="3167525" y="751950"/>
            <a:chExt cx="1309325" cy="1189300"/>
          </a:xfrm>
        </p:grpSpPr>
        <p:sp>
          <p:nvSpPr>
            <p:cNvPr id="1463" name="Google Shape;1463;p41"/>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1"/>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1"/>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1"/>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1"/>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1"/>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1"/>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1"/>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1"/>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41"/>
          <p:cNvGrpSpPr/>
          <p:nvPr/>
        </p:nvGrpSpPr>
        <p:grpSpPr>
          <a:xfrm>
            <a:off x="5488947" y="2483956"/>
            <a:ext cx="2373480" cy="2400336"/>
            <a:chOff x="3636950" y="4013525"/>
            <a:chExt cx="746800" cy="755250"/>
          </a:xfrm>
        </p:grpSpPr>
        <p:sp>
          <p:nvSpPr>
            <p:cNvPr id="1473" name="Google Shape;1473;p41"/>
            <p:cNvSpPr/>
            <p:nvPr/>
          </p:nvSpPr>
          <p:spPr>
            <a:xfrm>
              <a:off x="3694900" y="4067825"/>
              <a:ext cx="645075" cy="645025"/>
            </a:xfrm>
            <a:custGeom>
              <a:rect b="b" l="l" r="r" t="t"/>
              <a:pathLst>
                <a:path extrusionOk="0" h="25801" w="25803">
                  <a:moveTo>
                    <a:pt x="12673" y="1895"/>
                  </a:moveTo>
                  <a:lnTo>
                    <a:pt x="12526" y="3078"/>
                  </a:lnTo>
                  <a:cubicBezTo>
                    <a:pt x="11793" y="3106"/>
                    <a:pt x="11080" y="3215"/>
                    <a:pt x="10396" y="3395"/>
                  </a:cubicBezTo>
                  <a:lnTo>
                    <a:pt x="10090" y="2256"/>
                  </a:lnTo>
                  <a:cubicBezTo>
                    <a:pt x="10917" y="2037"/>
                    <a:pt x="11781" y="1914"/>
                    <a:pt x="12673" y="1895"/>
                  </a:cubicBezTo>
                  <a:close/>
                  <a:moveTo>
                    <a:pt x="13137" y="1895"/>
                  </a:moveTo>
                  <a:cubicBezTo>
                    <a:pt x="14026" y="1914"/>
                    <a:pt x="14892" y="2037"/>
                    <a:pt x="15718" y="2256"/>
                  </a:cubicBezTo>
                  <a:lnTo>
                    <a:pt x="15413" y="3395"/>
                  </a:lnTo>
                  <a:cubicBezTo>
                    <a:pt x="14728" y="3215"/>
                    <a:pt x="14015" y="3106"/>
                    <a:pt x="13282" y="3078"/>
                  </a:cubicBezTo>
                  <a:lnTo>
                    <a:pt x="13137" y="1895"/>
                  </a:lnTo>
                  <a:close/>
                  <a:moveTo>
                    <a:pt x="10019" y="2276"/>
                  </a:moveTo>
                  <a:lnTo>
                    <a:pt x="10325" y="3415"/>
                  </a:lnTo>
                  <a:cubicBezTo>
                    <a:pt x="9511" y="3637"/>
                    <a:pt x="8739" y="3959"/>
                    <a:pt x="8022" y="4370"/>
                  </a:cubicBezTo>
                  <a:lnTo>
                    <a:pt x="7433" y="3349"/>
                  </a:lnTo>
                  <a:cubicBezTo>
                    <a:pt x="8237" y="2888"/>
                    <a:pt x="9105" y="2524"/>
                    <a:pt x="10019" y="2276"/>
                  </a:cubicBezTo>
                  <a:close/>
                  <a:moveTo>
                    <a:pt x="15790" y="2276"/>
                  </a:moveTo>
                  <a:cubicBezTo>
                    <a:pt x="16704" y="2524"/>
                    <a:pt x="17571" y="2888"/>
                    <a:pt x="18376" y="3350"/>
                  </a:cubicBezTo>
                  <a:lnTo>
                    <a:pt x="17787" y="4371"/>
                  </a:lnTo>
                  <a:cubicBezTo>
                    <a:pt x="17071" y="3961"/>
                    <a:pt x="16299" y="3637"/>
                    <a:pt x="15485" y="3416"/>
                  </a:cubicBezTo>
                  <a:lnTo>
                    <a:pt x="15790" y="2276"/>
                  </a:lnTo>
                  <a:close/>
                  <a:moveTo>
                    <a:pt x="18440" y="3388"/>
                  </a:moveTo>
                  <a:cubicBezTo>
                    <a:pt x="19251" y="3861"/>
                    <a:pt x="19996" y="4436"/>
                    <a:pt x="20659" y="5094"/>
                  </a:cubicBezTo>
                  <a:cubicBezTo>
                    <a:pt x="20677" y="5111"/>
                    <a:pt x="20695" y="5129"/>
                    <a:pt x="20711" y="5145"/>
                  </a:cubicBezTo>
                  <a:cubicBezTo>
                    <a:pt x="21368" y="5809"/>
                    <a:pt x="21944" y="6553"/>
                    <a:pt x="22417" y="7365"/>
                  </a:cubicBezTo>
                  <a:lnTo>
                    <a:pt x="21395" y="7955"/>
                  </a:lnTo>
                  <a:cubicBezTo>
                    <a:pt x="20974" y="7232"/>
                    <a:pt x="20461" y="6569"/>
                    <a:pt x="19876" y="5979"/>
                  </a:cubicBezTo>
                  <a:cubicBezTo>
                    <a:pt x="19860" y="5960"/>
                    <a:pt x="19841" y="5944"/>
                    <a:pt x="19825" y="5927"/>
                  </a:cubicBezTo>
                  <a:cubicBezTo>
                    <a:pt x="19236" y="5341"/>
                    <a:pt x="18571" y="4829"/>
                    <a:pt x="17849" y="4407"/>
                  </a:cubicBezTo>
                  <a:lnTo>
                    <a:pt x="18440" y="3388"/>
                  </a:lnTo>
                  <a:close/>
                  <a:moveTo>
                    <a:pt x="7369" y="3388"/>
                  </a:moveTo>
                  <a:lnTo>
                    <a:pt x="7958" y="4409"/>
                  </a:lnTo>
                  <a:cubicBezTo>
                    <a:pt x="7236" y="4830"/>
                    <a:pt x="6573" y="5343"/>
                    <a:pt x="5983" y="5928"/>
                  </a:cubicBezTo>
                  <a:cubicBezTo>
                    <a:pt x="5964" y="5945"/>
                    <a:pt x="5948" y="5963"/>
                    <a:pt x="5931" y="5980"/>
                  </a:cubicBezTo>
                  <a:cubicBezTo>
                    <a:pt x="5345" y="6569"/>
                    <a:pt x="4833" y="7233"/>
                    <a:pt x="4411" y="7956"/>
                  </a:cubicBezTo>
                  <a:lnTo>
                    <a:pt x="3390" y="7366"/>
                  </a:lnTo>
                  <a:cubicBezTo>
                    <a:pt x="3864" y="6553"/>
                    <a:pt x="4439" y="5809"/>
                    <a:pt x="5097" y="5145"/>
                  </a:cubicBezTo>
                  <a:cubicBezTo>
                    <a:pt x="5115" y="5128"/>
                    <a:pt x="5133" y="5111"/>
                    <a:pt x="5149" y="5094"/>
                  </a:cubicBezTo>
                  <a:cubicBezTo>
                    <a:pt x="5812" y="4436"/>
                    <a:pt x="6557" y="3861"/>
                    <a:pt x="7369" y="3388"/>
                  </a:cubicBezTo>
                  <a:close/>
                  <a:moveTo>
                    <a:pt x="12108" y="6481"/>
                  </a:moveTo>
                  <a:lnTo>
                    <a:pt x="11932" y="7915"/>
                  </a:lnTo>
                  <a:cubicBezTo>
                    <a:pt x="11713" y="7959"/>
                    <a:pt x="11498" y="8015"/>
                    <a:pt x="11290" y="8086"/>
                  </a:cubicBezTo>
                  <a:cubicBezTo>
                    <a:pt x="11066" y="8161"/>
                    <a:pt x="10848" y="8251"/>
                    <a:pt x="10641" y="8356"/>
                  </a:cubicBezTo>
                  <a:cubicBezTo>
                    <a:pt x="10481" y="8435"/>
                    <a:pt x="10325" y="8524"/>
                    <a:pt x="10175" y="8620"/>
                  </a:cubicBezTo>
                  <a:lnTo>
                    <a:pt x="8857" y="7858"/>
                  </a:lnTo>
                  <a:cubicBezTo>
                    <a:pt x="9285" y="7513"/>
                    <a:pt x="9758" y="7223"/>
                    <a:pt x="10264" y="6996"/>
                  </a:cubicBezTo>
                  <a:cubicBezTo>
                    <a:pt x="10373" y="6948"/>
                    <a:pt x="10483" y="6901"/>
                    <a:pt x="10596" y="6858"/>
                  </a:cubicBezTo>
                  <a:cubicBezTo>
                    <a:pt x="11075" y="6674"/>
                    <a:pt x="11582" y="6546"/>
                    <a:pt x="12108" y="6481"/>
                  </a:cubicBezTo>
                  <a:close/>
                  <a:moveTo>
                    <a:pt x="13700" y="6481"/>
                  </a:moveTo>
                  <a:lnTo>
                    <a:pt x="13700" y="6481"/>
                  </a:lnTo>
                  <a:cubicBezTo>
                    <a:pt x="14226" y="6546"/>
                    <a:pt x="14733" y="6673"/>
                    <a:pt x="15213" y="6858"/>
                  </a:cubicBezTo>
                  <a:cubicBezTo>
                    <a:pt x="15325" y="6900"/>
                    <a:pt x="15435" y="6948"/>
                    <a:pt x="15544" y="6996"/>
                  </a:cubicBezTo>
                  <a:cubicBezTo>
                    <a:pt x="16052" y="7223"/>
                    <a:pt x="16523" y="7513"/>
                    <a:pt x="16951" y="7858"/>
                  </a:cubicBezTo>
                  <a:lnTo>
                    <a:pt x="15634" y="8620"/>
                  </a:lnTo>
                  <a:cubicBezTo>
                    <a:pt x="15484" y="8523"/>
                    <a:pt x="15327" y="8435"/>
                    <a:pt x="15167" y="8356"/>
                  </a:cubicBezTo>
                  <a:cubicBezTo>
                    <a:pt x="14959" y="8251"/>
                    <a:pt x="14742" y="8161"/>
                    <a:pt x="14519" y="8086"/>
                  </a:cubicBezTo>
                  <a:cubicBezTo>
                    <a:pt x="14310" y="8015"/>
                    <a:pt x="14096" y="7959"/>
                    <a:pt x="13877" y="7915"/>
                  </a:cubicBezTo>
                  <a:lnTo>
                    <a:pt x="13700" y="6481"/>
                  </a:lnTo>
                  <a:close/>
                  <a:moveTo>
                    <a:pt x="11923" y="8000"/>
                  </a:moveTo>
                  <a:lnTo>
                    <a:pt x="11874" y="8399"/>
                  </a:lnTo>
                  <a:cubicBezTo>
                    <a:pt x="11754" y="8426"/>
                    <a:pt x="11637" y="8457"/>
                    <a:pt x="11520" y="8493"/>
                  </a:cubicBezTo>
                  <a:cubicBezTo>
                    <a:pt x="11259" y="8576"/>
                    <a:pt x="11006" y="8682"/>
                    <a:pt x="10766" y="8808"/>
                  </a:cubicBezTo>
                  <a:cubicBezTo>
                    <a:pt x="10719" y="8833"/>
                    <a:pt x="10674" y="8857"/>
                    <a:pt x="10630" y="8883"/>
                  </a:cubicBezTo>
                  <a:lnTo>
                    <a:pt x="10253" y="8665"/>
                  </a:lnTo>
                  <a:cubicBezTo>
                    <a:pt x="10385" y="8581"/>
                    <a:pt x="10522" y="8506"/>
                    <a:pt x="10663" y="8434"/>
                  </a:cubicBezTo>
                  <a:cubicBezTo>
                    <a:pt x="10877" y="8326"/>
                    <a:pt x="11100" y="8233"/>
                    <a:pt x="11331" y="8157"/>
                  </a:cubicBezTo>
                  <a:cubicBezTo>
                    <a:pt x="11523" y="8093"/>
                    <a:pt x="11720" y="8039"/>
                    <a:pt x="11923" y="8000"/>
                  </a:cubicBezTo>
                  <a:close/>
                  <a:moveTo>
                    <a:pt x="13887" y="8000"/>
                  </a:moveTo>
                  <a:lnTo>
                    <a:pt x="13887" y="8000"/>
                  </a:lnTo>
                  <a:cubicBezTo>
                    <a:pt x="14088" y="8039"/>
                    <a:pt x="14285" y="8093"/>
                    <a:pt x="14478" y="8157"/>
                  </a:cubicBezTo>
                  <a:cubicBezTo>
                    <a:pt x="14708" y="8233"/>
                    <a:pt x="14932" y="8326"/>
                    <a:pt x="15146" y="8434"/>
                  </a:cubicBezTo>
                  <a:cubicBezTo>
                    <a:pt x="15286" y="8506"/>
                    <a:pt x="15423" y="8583"/>
                    <a:pt x="15556" y="8665"/>
                  </a:cubicBezTo>
                  <a:lnTo>
                    <a:pt x="15180" y="8883"/>
                  </a:lnTo>
                  <a:cubicBezTo>
                    <a:pt x="15134" y="8857"/>
                    <a:pt x="15089" y="8833"/>
                    <a:pt x="15043" y="8808"/>
                  </a:cubicBezTo>
                  <a:cubicBezTo>
                    <a:pt x="14803" y="8682"/>
                    <a:pt x="14551" y="8576"/>
                    <a:pt x="14288" y="8493"/>
                  </a:cubicBezTo>
                  <a:cubicBezTo>
                    <a:pt x="14174" y="8457"/>
                    <a:pt x="14055" y="8426"/>
                    <a:pt x="13936" y="8399"/>
                  </a:cubicBezTo>
                  <a:lnTo>
                    <a:pt x="13887" y="8000"/>
                  </a:lnTo>
                  <a:close/>
                  <a:moveTo>
                    <a:pt x="13966" y="8652"/>
                  </a:moveTo>
                  <a:cubicBezTo>
                    <a:pt x="14035" y="8671"/>
                    <a:pt x="14100" y="8688"/>
                    <a:pt x="14166" y="8708"/>
                  </a:cubicBezTo>
                  <a:cubicBezTo>
                    <a:pt x="14434" y="8789"/>
                    <a:pt x="14691" y="8895"/>
                    <a:pt x="14935" y="9022"/>
                  </a:cubicBezTo>
                  <a:lnTo>
                    <a:pt x="14074" y="9520"/>
                  </a:lnTo>
                  <a:lnTo>
                    <a:pt x="14008" y="8986"/>
                  </a:lnTo>
                  <a:lnTo>
                    <a:pt x="13966" y="8652"/>
                  </a:lnTo>
                  <a:close/>
                  <a:moveTo>
                    <a:pt x="11842" y="8653"/>
                  </a:moveTo>
                  <a:lnTo>
                    <a:pt x="11801" y="8987"/>
                  </a:lnTo>
                  <a:lnTo>
                    <a:pt x="11735" y="9522"/>
                  </a:lnTo>
                  <a:lnTo>
                    <a:pt x="10873" y="9023"/>
                  </a:lnTo>
                  <a:cubicBezTo>
                    <a:pt x="11117" y="8895"/>
                    <a:pt x="11375" y="8788"/>
                    <a:pt x="11643" y="8708"/>
                  </a:cubicBezTo>
                  <a:cubicBezTo>
                    <a:pt x="11708" y="8688"/>
                    <a:pt x="11775" y="8671"/>
                    <a:pt x="11842" y="8653"/>
                  </a:cubicBezTo>
                  <a:close/>
                  <a:moveTo>
                    <a:pt x="12984" y="1317"/>
                  </a:moveTo>
                  <a:lnTo>
                    <a:pt x="13046" y="1823"/>
                  </a:lnTo>
                  <a:lnTo>
                    <a:pt x="13055" y="1898"/>
                  </a:lnTo>
                  <a:lnTo>
                    <a:pt x="13201" y="3081"/>
                  </a:lnTo>
                  <a:lnTo>
                    <a:pt x="13210" y="3154"/>
                  </a:lnTo>
                  <a:lnTo>
                    <a:pt x="13598" y="6310"/>
                  </a:lnTo>
                  <a:lnTo>
                    <a:pt x="13608" y="6393"/>
                  </a:lnTo>
                  <a:lnTo>
                    <a:pt x="13619" y="6475"/>
                  </a:lnTo>
                  <a:lnTo>
                    <a:pt x="13794" y="7905"/>
                  </a:lnTo>
                  <a:lnTo>
                    <a:pt x="13804" y="7989"/>
                  </a:lnTo>
                  <a:lnTo>
                    <a:pt x="13854" y="8385"/>
                  </a:lnTo>
                  <a:lnTo>
                    <a:pt x="13885" y="8640"/>
                  </a:lnTo>
                  <a:lnTo>
                    <a:pt x="13943" y="9110"/>
                  </a:lnTo>
                  <a:lnTo>
                    <a:pt x="13999" y="9570"/>
                  </a:lnTo>
                  <a:lnTo>
                    <a:pt x="13527" y="9843"/>
                  </a:lnTo>
                  <a:lnTo>
                    <a:pt x="13029" y="10132"/>
                  </a:lnTo>
                  <a:cubicBezTo>
                    <a:pt x="13014" y="10132"/>
                    <a:pt x="13000" y="10131"/>
                    <a:pt x="12985" y="10131"/>
                  </a:cubicBezTo>
                  <a:lnTo>
                    <a:pt x="12985" y="8524"/>
                  </a:lnTo>
                  <a:lnTo>
                    <a:pt x="12984" y="8524"/>
                  </a:lnTo>
                  <a:lnTo>
                    <a:pt x="12984" y="8284"/>
                  </a:lnTo>
                  <a:lnTo>
                    <a:pt x="12984" y="7904"/>
                  </a:lnTo>
                  <a:lnTo>
                    <a:pt x="12984" y="7825"/>
                  </a:lnTo>
                  <a:lnTo>
                    <a:pt x="12984" y="6434"/>
                  </a:lnTo>
                  <a:lnTo>
                    <a:pt x="12984" y="6354"/>
                  </a:lnTo>
                  <a:lnTo>
                    <a:pt x="12984" y="6274"/>
                  </a:lnTo>
                  <a:lnTo>
                    <a:pt x="12984" y="3148"/>
                  </a:lnTo>
                  <a:lnTo>
                    <a:pt x="12984" y="3074"/>
                  </a:lnTo>
                  <a:lnTo>
                    <a:pt x="12984" y="1895"/>
                  </a:lnTo>
                  <a:lnTo>
                    <a:pt x="12984" y="1822"/>
                  </a:lnTo>
                  <a:lnTo>
                    <a:pt x="12984" y="1317"/>
                  </a:lnTo>
                  <a:close/>
                  <a:moveTo>
                    <a:pt x="3353" y="7429"/>
                  </a:moveTo>
                  <a:lnTo>
                    <a:pt x="4374" y="8019"/>
                  </a:lnTo>
                  <a:cubicBezTo>
                    <a:pt x="3963" y="8735"/>
                    <a:pt x="3640" y="9507"/>
                    <a:pt x="3419" y="10321"/>
                  </a:cubicBezTo>
                  <a:lnTo>
                    <a:pt x="2280" y="10015"/>
                  </a:lnTo>
                  <a:cubicBezTo>
                    <a:pt x="2527" y="9101"/>
                    <a:pt x="2892" y="8233"/>
                    <a:pt x="3353" y="7429"/>
                  </a:cubicBezTo>
                  <a:close/>
                  <a:moveTo>
                    <a:pt x="22456" y="7429"/>
                  </a:moveTo>
                  <a:cubicBezTo>
                    <a:pt x="22918" y="8233"/>
                    <a:pt x="23281" y="9101"/>
                    <a:pt x="23529" y="10015"/>
                  </a:cubicBezTo>
                  <a:lnTo>
                    <a:pt x="22390" y="10321"/>
                  </a:lnTo>
                  <a:cubicBezTo>
                    <a:pt x="22168" y="9507"/>
                    <a:pt x="21846" y="8735"/>
                    <a:pt x="21434" y="8019"/>
                  </a:cubicBezTo>
                  <a:lnTo>
                    <a:pt x="22456" y="7429"/>
                  </a:lnTo>
                  <a:close/>
                  <a:moveTo>
                    <a:pt x="6985" y="6868"/>
                  </a:moveTo>
                  <a:lnTo>
                    <a:pt x="8642" y="7827"/>
                  </a:lnTo>
                  <a:lnTo>
                    <a:pt x="8713" y="7868"/>
                  </a:lnTo>
                  <a:lnTo>
                    <a:pt x="8789" y="7911"/>
                  </a:lnTo>
                  <a:lnTo>
                    <a:pt x="10099" y="8669"/>
                  </a:lnTo>
                  <a:lnTo>
                    <a:pt x="10178" y="8714"/>
                  </a:lnTo>
                  <a:lnTo>
                    <a:pt x="10549" y="8930"/>
                  </a:lnTo>
                  <a:lnTo>
                    <a:pt x="10791" y="9069"/>
                  </a:lnTo>
                  <a:lnTo>
                    <a:pt x="10848" y="9102"/>
                  </a:lnTo>
                  <a:lnTo>
                    <a:pt x="11724" y="9608"/>
                  </a:lnTo>
                  <a:lnTo>
                    <a:pt x="11762" y="9631"/>
                  </a:lnTo>
                  <a:lnTo>
                    <a:pt x="11799" y="9653"/>
                  </a:lnTo>
                  <a:lnTo>
                    <a:pt x="12359" y="9977"/>
                  </a:lnTo>
                  <a:lnTo>
                    <a:pt x="12638" y="10138"/>
                  </a:lnTo>
                  <a:cubicBezTo>
                    <a:pt x="12578" y="10143"/>
                    <a:pt x="12520" y="10151"/>
                    <a:pt x="12463" y="10159"/>
                  </a:cubicBezTo>
                  <a:cubicBezTo>
                    <a:pt x="12197" y="10203"/>
                    <a:pt x="11943" y="10282"/>
                    <a:pt x="11709" y="10396"/>
                  </a:cubicBezTo>
                  <a:cubicBezTo>
                    <a:pt x="11694" y="10402"/>
                    <a:pt x="11680" y="10410"/>
                    <a:pt x="11667" y="10417"/>
                  </a:cubicBezTo>
                  <a:cubicBezTo>
                    <a:pt x="11652" y="10426"/>
                    <a:pt x="11638" y="10432"/>
                    <a:pt x="11623" y="10440"/>
                  </a:cubicBezTo>
                  <a:cubicBezTo>
                    <a:pt x="11504" y="10503"/>
                    <a:pt x="11389" y="10574"/>
                    <a:pt x="11280" y="10653"/>
                  </a:cubicBezTo>
                  <a:cubicBezTo>
                    <a:pt x="11181" y="10724"/>
                    <a:pt x="11088" y="10801"/>
                    <a:pt x="11000" y="10884"/>
                  </a:cubicBezTo>
                  <a:lnTo>
                    <a:pt x="9867" y="9751"/>
                  </a:lnTo>
                  <a:lnTo>
                    <a:pt x="9697" y="9581"/>
                  </a:lnTo>
                  <a:lnTo>
                    <a:pt x="9429" y="9312"/>
                  </a:lnTo>
                  <a:lnTo>
                    <a:pt x="9372" y="9256"/>
                  </a:lnTo>
                  <a:lnTo>
                    <a:pt x="8389" y="8273"/>
                  </a:lnTo>
                  <a:lnTo>
                    <a:pt x="8330" y="8214"/>
                  </a:lnTo>
                  <a:lnTo>
                    <a:pt x="8275" y="8160"/>
                  </a:lnTo>
                  <a:lnTo>
                    <a:pt x="6985" y="6868"/>
                  </a:lnTo>
                  <a:close/>
                  <a:moveTo>
                    <a:pt x="9027" y="10869"/>
                  </a:moveTo>
                  <a:lnTo>
                    <a:pt x="9526" y="11731"/>
                  </a:lnTo>
                  <a:lnTo>
                    <a:pt x="8991" y="11797"/>
                  </a:lnTo>
                  <a:lnTo>
                    <a:pt x="8657" y="11838"/>
                  </a:lnTo>
                  <a:cubicBezTo>
                    <a:pt x="8672" y="11771"/>
                    <a:pt x="8692" y="11705"/>
                    <a:pt x="8712" y="11639"/>
                  </a:cubicBezTo>
                  <a:cubicBezTo>
                    <a:pt x="8793" y="11371"/>
                    <a:pt x="8898" y="11114"/>
                    <a:pt x="9027" y="10869"/>
                  </a:cubicBezTo>
                  <a:close/>
                  <a:moveTo>
                    <a:pt x="16781" y="10869"/>
                  </a:moveTo>
                  <a:cubicBezTo>
                    <a:pt x="16909" y="11113"/>
                    <a:pt x="17016" y="11371"/>
                    <a:pt x="17096" y="11639"/>
                  </a:cubicBezTo>
                  <a:cubicBezTo>
                    <a:pt x="17115" y="11705"/>
                    <a:pt x="17135" y="11771"/>
                    <a:pt x="17151" y="11838"/>
                  </a:cubicBezTo>
                  <a:lnTo>
                    <a:pt x="16817" y="11797"/>
                  </a:lnTo>
                  <a:lnTo>
                    <a:pt x="16284" y="11731"/>
                  </a:lnTo>
                  <a:lnTo>
                    <a:pt x="16781" y="10869"/>
                  </a:lnTo>
                  <a:close/>
                  <a:moveTo>
                    <a:pt x="8667" y="10249"/>
                  </a:moveTo>
                  <a:lnTo>
                    <a:pt x="8885" y="10626"/>
                  </a:lnTo>
                  <a:cubicBezTo>
                    <a:pt x="8859" y="10670"/>
                    <a:pt x="8835" y="10716"/>
                    <a:pt x="8811" y="10762"/>
                  </a:cubicBezTo>
                  <a:cubicBezTo>
                    <a:pt x="8684" y="11002"/>
                    <a:pt x="8579" y="11253"/>
                    <a:pt x="8496" y="11516"/>
                  </a:cubicBezTo>
                  <a:cubicBezTo>
                    <a:pt x="8460" y="11632"/>
                    <a:pt x="8429" y="11750"/>
                    <a:pt x="8402" y="11869"/>
                  </a:cubicBezTo>
                  <a:lnTo>
                    <a:pt x="8002" y="11918"/>
                  </a:lnTo>
                  <a:cubicBezTo>
                    <a:pt x="8042" y="11716"/>
                    <a:pt x="8097" y="11519"/>
                    <a:pt x="8160" y="11327"/>
                  </a:cubicBezTo>
                  <a:cubicBezTo>
                    <a:pt x="8236" y="11096"/>
                    <a:pt x="8329" y="10872"/>
                    <a:pt x="8437" y="10659"/>
                  </a:cubicBezTo>
                  <a:cubicBezTo>
                    <a:pt x="8507" y="10519"/>
                    <a:pt x="8585" y="10381"/>
                    <a:pt x="8667" y="10249"/>
                  </a:cubicBezTo>
                  <a:close/>
                  <a:moveTo>
                    <a:pt x="17141" y="10250"/>
                  </a:moveTo>
                  <a:cubicBezTo>
                    <a:pt x="17225" y="10382"/>
                    <a:pt x="17301" y="10520"/>
                    <a:pt x="17371" y="10660"/>
                  </a:cubicBezTo>
                  <a:cubicBezTo>
                    <a:pt x="17480" y="10874"/>
                    <a:pt x="17573" y="11097"/>
                    <a:pt x="17649" y="11328"/>
                  </a:cubicBezTo>
                  <a:cubicBezTo>
                    <a:pt x="17714" y="11520"/>
                    <a:pt x="17766" y="11717"/>
                    <a:pt x="17807" y="11920"/>
                  </a:cubicBezTo>
                  <a:lnTo>
                    <a:pt x="17406" y="11871"/>
                  </a:lnTo>
                  <a:cubicBezTo>
                    <a:pt x="17379" y="11752"/>
                    <a:pt x="17349" y="11634"/>
                    <a:pt x="17312" y="11519"/>
                  </a:cubicBezTo>
                  <a:cubicBezTo>
                    <a:pt x="17230" y="11255"/>
                    <a:pt x="17123" y="11003"/>
                    <a:pt x="16998" y="10763"/>
                  </a:cubicBezTo>
                  <a:cubicBezTo>
                    <a:pt x="16973" y="10717"/>
                    <a:pt x="16949" y="10672"/>
                    <a:pt x="16923" y="10627"/>
                  </a:cubicBezTo>
                  <a:lnTo>
                    <a:pt x="17141" y="10250"/>
                  </a:lnTo>
                  <a:close/>
                  <a:moveTo>
                    <a:pt x="7860" y="8853"/>
                  </a:moveTo>
                  <a:lnTo>
                    <a:pt x="8623" y="10172"/>
                  </a:lnTo>
                  <a:cubicBezTo>
                    <a:pt x="8527" y="10321"/>
                    <a:pt x="8438" y="10477"/>
                    <a:pt x="8358" y="10637"/>
                  </a:cubicBezTo>
                  <a:cubicBezTo>
                    <a:pt x="8254" y="10846"/>
                    <a:pt x="8164" y="11062"/>
                    <a:pt x="8088" y="11285"/>
                  </a:cubicBezTo>
                  <a:cubicBezTo>
                    <a:pt x="8019" y="11495"/>
                    <a:pt x="7961" y="11708"/>
                    <a:pt x="7918" y="11928"/>
                  </a:cubicBezTo>
                  <a:lnTo>
                    <a:pt x="6484" y="12104"/>
                  </a:lnTo>
                  <a:cubicBezTo>
                    <a:pt x="6550" y="11578"/>
                    <a:pt x="6678" y="11072"/>
                    <a:pt x="6861" y="10592"/>
                  </a:cubicBezTo>
                  <a:cubicBezTo>
                    <a:pt x="6903" y="10479"/>
                    <a:pt x="6949" y="10370"/>
                    <a:pt x="6999" y="10261"/>
                  </a:cubicBezTo>
                  <a:cubicBezTo>
                    <a:pt x="7226" y="9754"/>
                    <a:pt x="7516" y="9281"/>
                    <a:pt x="7860" y="8853"/>
                  </a:cubicBezTo>
                  <a:close/>
                  <a:moveTo>
                    <a:pt x="17948" y="8854"/>
                  </a:moveTo>
                  <a:cubicBezTo>
                    <a:pt x="18293" y="9282"/>
                    <a:pt x="18582" y="9755"/>
                    <a:pt x="18809" y="10262"/>
                  </a:cubicBezTo>
                  <a:cubicBezTo>
                    <a:pt x="18859" y="10370"/>
                    <a:pt x="18905" y="10481"/>
                    <a:pt x="18948" y="10593"/>
                  </a:cubicBezTo>
                  <a:cubicBezTo>
                    <a:pt x="19132" y="11073"/>
                    <a:pt x="19260" y="11580"/>
                    <a:pt x="19324" y="12106"/>
                  </a:cubicBezTo>
                  <a:lnTo>
                    <a:pt x="17890" y="11929"/>
                  </a:lnTo>
                  <a:cubicBezTo>
                    <a:pt x="17847" y="11709"/>
                    <a:pt x="17790" y="11495"/>
                    <a:pt x="17720" y="11287"/>
                  </a:cubicBezTo>
                  <a:cubicBezTo>
                    <a:pt x="17646" y="11064"/>
                    <a:pt x="17555" y="10846"/>
                    <a:pt x="17451" y="10638"/>
                  </a:cubicBezTo>
                  <a:cubicBezTo>
                    <a:pt x="17370" y="10478"/>
                    <a:pt x="17281" y="10322"/>
                    <a:pt x="17187" y="10173"/>
                  </a:cubicBezTo>
                  <a:lnTo>
                    <a:pt x="17948" y="8854"/>
                  </a:lnTo>
                  <a:close/>
                  <a:moveTo>
                    <a:pt x="13292" y="3152"/>
                  </a:moveTo>
                  <a:cubicBezTo>
                    <a:pt x="14015" y="3180"/>
                    <a:pt x="14719" y="3287"/>
                    <a:pt x="15393" y="3465"/>
                  </a:cubicBezTo>
                  <a:cubicBezTo>
                    <a:pt x="15417" y="3472"/>
                    <a:pt x="15441" y="3478"/>
                    <a:pt x="15465" y="3484"/>
                  </a:cubicBezTo>
                  <a:cubicBezTo>
                    <a:pt x="16271" y="3705"/>
                    <a:pt x="17039" y="4025"/>
                    <a:pt x="17749" y="4433"/>
                  </a:cubicBezTo>
                  <a:cubicBezTo>
                    <a:pt x="17771" y="4446"/>
                    <a:pt x="17791" y="4458"/>
                    <a:pt x="17812" y="4471"/>
                  </a:cubicBezTo>
                  <a:cubicBezTo>
                    <a:pt x="18529" y="4890"/>
                    <a:pt x="19186" y="5397"/>
                    <a:pt x="19772" y="5979"/>
                  </a:cubicBezTo>
                  <a:cubicBezTo>
                    <a:pt x="19790" y="5995"/>
                    <a:pt x="19806" y="6014"/>
                    <a:pt x="19824" y="6030"/>
                  </a:cubicBezTo>
                  <a:cubicBezTo>
                    <a:pt x="20405" y="6615"/>
                    <a:pt x="20912" y="7275"/>
                    <a:pt x="21331" y="7991"/>
                  </a:cubicBezTo>
                  <a:cubicBezTo>
                    <a:pt x="21343" y="8011"/>
                    <a:pt x="21356" y="8033"/>
                    <a:pt x="21368" y="8054"/>
                  </a:cubicBezTo>
                  <a:cubicBezTo>
                    <a:pt x="21776" y="8765"/>
                    <a:pt x="22097" y="9530"/>
                    <a:pt x="22317" y="10338"/>
                  </a:cubicBezTo>
                  <a:cubicBezTo>
                    <a:pt x="22324" y="10361"/>
                    <a:pt x="22331" y="10385"/>
                    <a:pt x="22337" y="10409"/>
                  </a:cubicBezTo>
                  <a:cubicBezTo>
                    <a:pt x="22515" y="11085"/>
                    <a:pt x="22622" y="11788"/>
                    <a:pt x="22651" y="12511"/>
                  </a:cubicBezTo>
                  <a:lnTo>
                    <a:pt x="19486" y="12123"/>
                  </a:lnTo>
                  <a:cubicBezTo>
                    <a:pt x="19422" y="11563"/>
                    <a:pt x="19286" y="11023"/>
                    <a:pt x="19088" y="10512"/>
                  </a:cubicBezTo>
                  <a:lnTo>
                    <a:pt x="20228" y="9867"/>
                  </a:lnTo>
                  <a:lnTo>
                    <a:pt x="18966" y="10216"/>
                  </a:lnTo>
                  <a:cubicBezTo>
                    <a:pt x="18722" y="9669"/>
                    <a:pt x="18409" y="9161"/>
                    <a:pt x="18034" y="8704"/>
                  </a:cubicBezTo>
                  <a:lnTo>
                    <a:pt x="19313" y="6492"/>
                  </a:lnTo>
                  <a:lnTo>
                    <a:pt x="17101" y="7771"/>
                  </a:lnTo>
                  <a:cubicBezTo>
                    <a:pt x="16643" y="7396"/>
                    <a:pt x="16135" y="7083"/>
                    <a:pt x="15588" y="6839"/>
                  </a:cubicBezTo>
                  <a:lnTo>
                    <a:pt x="15938" y="5576"/>
                  </a:lnTo>
                  <a:lnTo>
                    <a:pt x="15293" y="6716"/>
                  </a:lnTo>
                  <a:cubicBezTo>
                    <a:pt x="14783" y="6519"/>
                    <a:pt x="14242" y="6382"/>
                    <a:pt x="13680" y="6316"/>
                  </a:cubicBezTo>
                  <a:lnTo>
                    <a:pt x="13292" y="3152"/>
                  </a:lnTo>
                  <a:close/>
                  <a:moveTo>
                    <a:pt x="12515" y="3154"/>
                  </a:moveTo>
                  <a:lnTo>
                    <a:pt x="12127" y="6319"/>
                  </a:lnTo>
                  <a:cubicBezTo>
                    <a:pt x="11567" y="6382"/>
                    <a:pt x="11027" y="6519"/>
                    <a:pt x="10516" y="6716"/>
                  </a:cubicBezTo>
                  <a:lnTo>
                    <a:pt x="9871" y="5576"/>
                  </a:lnTo>
                  <a:lnTo>
                    <a:pt x="10220" y="6839"/>
                  </a:lnTo>
                  <a:cubicBezTo>
                    <a:pt x="9673" y="7083"/>
                    <a:pt x="9165" y="7396"/>
                    <a:pt x="8708" y="7771"/>
                  </a:cubicBezTo>
                  <a:lnTo>
                    <a:pt x="6495" y="6492"/>
                  </a:lnTo>
                  <a:lnTo>
                    <a:pt x="6495" y="6492"/>
                  </a:lnTo>
                  <a:lnTo>
                    <a:pt x="7775" y="8704"/>
                  </a:lnTo>
                  <a:cubicBezTo>
                    <a:pt x="7399" y="9162"/>
                    <a:pt x="7087" y="9669"/>
                    <a:pt x="6843" y="10216"/>
                  </a:cubicBezTo>
                  <a:lnTo>
                    <a:pt x="5580" y="9866"/>
                  </a:lnTo>
                  <a:lnTo>
                    <a:pt x="6720" y="10511"/>
                  </a:lnTo>
                  <a:cubicBezTo>
                    <a:pt x="6522" y="11022"/>
                    <a:pt x="6386" y="11563"/>
                    <a:pt x="6320" y="12125"/>
                  </a:cubicBezTo>
                  <a:lnTo>
                    <a:pt x="3156" y="12513"/>
                  </a:lnTo>
                  <a:cubicBezTo>
                    <a:pt x="3184" y="11790"/>
                    <a:pt x="3291" y="11086"/>
                    <a:pt x="3469" y="10411"/>
                  </a:cubicBezTo>
                  <a:cubicBezTo>
                    <a:pt x="3476" y="10387"/>
                    <a:pt x="3482" y="10364"/>
                    <a:pt x="3488" y="10340"/>
                  </a:cubicBezTo>
                  <a:cubicBezTo>
                    <a:pt x="3709" y="9533"/>
                    <a:pt x="4029" y="8766"/>
                    <a:pt x="4437" y="8056"/>
                  </a:cubicBezTo>
                  <a:cubicBezTo>
                    <a:pt x="4449" y="8034"/>
                    <a:pt x="4462" y="8013"/>
                    <a:pt x="4475" y="7993"/>
                  </a:cubicBezTo>
                  <a:cubicBezTo>
                    <a:pt x="4894" y="7277"/>
                    <a:pt x="5401" y="6618"/>
                    <a:pt x="5983" y="6032"/>
                  </a:cubicBezTo>
                  <a:cubicBezTo>
                    <a:pt x="5999" y="6015"/>
                    <a:pt x="6018" y="5997"/>
                    <a:pt x="6034" y="5981"/>
                  </a:cubicBezTo>
                  <a:cubicBezTo>
                    <a:pt x="6619" y="5399"/>
                    <a:pt x="7279" y="4892"/>
                    <a:pt x="7995" y="4473"/>
                  </a:cubicBezTo>
                  <a:cubicBezTo>
                    <a:pt x="8015" y="4460"/>
                    <a:pt x="8037" y="4449"/>
                    <a:pt x="8058" y="4436"/>
                  </a:cubicBezTo>
                  <a:cubicBezTo>
                    <a:pt x="8768" y="4029"/>
                    <a:pt x="9534" y="3707"/>
                    <a:pt x="10342" y="3487"/>
                  </a:cubicBezTo>
                  <a:cubicBezTo>
                    <a:pt x="10365" y="3480"/>
                    <a:pt x="10389" y="3474"/>
                    <a:pt x="10413" y="3467"/>
                  </a:cubicBezTo>
                  <a:cubicBezTo>
                    <a:pt x="11088" y="3289"/>
                    <a:pt x="11791" y="3183"/>
                    <a:pt x="12515" y="3154"/>
                  </a:cubicBezTo>
                  <a:close/>
                  <a:moveTo>
                    <a:pt x="18937" y="6984"/>
                  </a:moveTo>
                  <a:lnTo>
                    <a:pt x="17979" y="8641"/>
                  </a:lnTo>
                  <a:lnTo>
                    <a:pt x="17938" y="8712"/>
                  </a:lnTo>
                  <a:lnTo>
                    <a:pt x="17894" y="8787"/>
                  </a:lnTo>
                  <a:lnTo>
                    <a:pt x="17137" y="10098"/>
                  </a:lnTo>
                  <a:lnTo>
                    <a:pt x="17092" y="10177"/>
                  </a:lnTo>
                  <a:lnTo>
                    <a:pt x="16877" y="10548"/>
                  </a:lnTo>
                  <a:lnTo>
                    <a:pt x="16738" y="10789"/>
                  </a:lnTo>
                  <a:lnTo>
                    <a:pt x="16704" y="10848"/>
                  </a:lnTo>
                  <a:lnTo>
                    <a:pt x="16197" y="11723"/>
                  </a:lnTo>
                  <a:lnTo>
                    <a:pt x="16175" y="11761"/>
                  </a:lnTo>
                  <a:lnTo>
                    <a:pt x="16153" y="11798"/>
                  </a:lnTo>
                  <a:lnTo>
                    <a:pt x="15830" y="12357"/>
                  </a:lnTo>
                  <a:lnTo>
                    <a:pt x="15668" y="12636"/>
                  </a:lnTo>
                  <a:cubicBezTo>
                    <a:pt x="15663" y="12576"/>
                    <a:pt x="15655" y="12517"/>
                    <a:pt x="15646" y="12460"/>
                  </a:cubicBezTo>
                  <a:cubicBezTo>
                    <a:pt x="15604" y="12195"/>
                    <a:pt x="15523" y="11941"/>
                    <a:pt x="15410" y="11706"/>
                  </a:cubicBezTo>
                  <a:cubicBezTo>
                    <a:pt x="15404" y="11692"/>
                    <a:pt x="15395" y="11678"/>
                    <a:pt x="15388" y="11664"/>
                  </a:cubicBezTo>
                  <a:cubicBezTo>
                    <a:pt x="15381" y="11649"/>
                    <a:pt x="15374" y="11635"/>
                    <a:pt x="15367" y="11621"/>
                  </a:cubicBezTo>
                  <a:cubicBezTo>
                    <a:pt x="15304" y="11501"/>
                    <a:pt x="15232" y="11386"/>
                    <a:pt x="15154" y="11277"/>
                  </a:cubicBezTo>
                  <a:cubicBezTo>
                    <a:pt x="15083" y="11179"/>
                    <a:pt x="15005" y="11086"/>
                    <a:pt x="14923" y="10998"/>
                  </a:cubicBezTo>
                  <a:lnTo>
                    <a:pt x="16055" y="9865"/>
                  </a:lnTo>
                  <a:lnTo>
                    <a:pt x="16225" y="9695"/>
                  </a:lnTo>
                  <a:lnTo>
                    <a:pt x="16493" y="9427"/>
                  </a:lnTo>
                  <a:lnTo>
                    <a:pt x="16550" y="9370"/>
                  </a:lnTo>
                  <a:lnTo>
                    <a:pt x="17533" y="8388"/>
                  </a:lnTo>
                  <a:lnTo>
                    <a:pt x="17592" y="8328"/>
                  </a:lnTo>
                  <a:lnTo>
                    <a:pt x="17647" y="8274"/>
                  </a:lnTo>
                  <a:lnTo>
                    <a:pt x="18937" y="6984"/>
                  </a:lnTo>
                  <a:close/>
                  <a:moveTo>
                    <a:pt x="2259" y="10086"/>
                  </a:moveTo>
                  <a:lnTo>
                    <a:pt x="3398" y="10392"/>
                  </a:lnTo>
                  <a:cubicBezTo>
                    <a:pt x="3218" y="11077"/>
                    <a:pt x="3109" y="11790"/>
                    <a:pt x="3080" y="12522"/>
                  </a:cubicBezTo>
                  <a:lnTo>
                    <a:pt x="1898" y="12669"/>
                  </a:lnTo>
                  <a:cubicBezTo>
                    <a:pt x="1918" y="11778"/>
                    <a:pt x="2041" y="10913"/>
                    <a:pt x="2259" y="10086"/>
                  </a:cubicBezTo>
                  <a:close/>
                  <a:moveTo>
                    <a:pt x="23548" y="10086"/>
                  </a:moveTo>
                  <a:cubicBezTo>
                    <a:pt x="23767" y="10913"/>
                    <a:pt x="23891" y="11778"/>
                    <a:pt x="23909" y="12669"/>
                  </a:cubicBezTo>
                  <a:lnTo>
                    <a:pt x="22726" y="12522"/>
                  </a:lnTo>
                  <a:cubicBezTo>
                    <a:pt x="22698" y="11789"/>
                    <a:pt x="22590" y="11076"/>
                    <a:pt x="22409" y="10392"/>
                  </a:cubicBezTo>
                  <a:lnTo>
                    <a:pt x="23548" y="10086"/>
                  </a:lnTo>
                  <a:close/>
                  <a:moveTo>
                    <a:pt x="9570" y="11805"/>
                  </a:moveTo>
                  <a:lnTo>
                    <a:pt x="9842" y="12278"/>
                  </a:lnTo>
                  <a:lnTo>
                    <a:pt x="10131" y="12777"/>
                  </a:lnTo>
                  <a:cubicBezTo>
                    <a:pt x="10131" y="12790"/>
                    <a:pt x="10130" y="12805"/>
                    <a:pt x="10130" y="12819"/>
                  </a:cubicBezTo>
                  <a:lnTo>
                    <a:pt x="1822" y="12819"/>
                  </a:lnTo>
                  <a:lnTo>
                    <a:pt x="1822" y="12820"/>
                  </a:lnTo>
                  <a:lnTo>
                    <a:pt x="1318" y="12820"/>
                  </a:lnTo>
                  <a:lnTo>
                    <a:pt x="1824" y="12758"/>
                  </a:lnTo>
                  <a:lnTo>
                    <a:pt x="1898" y="12749"/>
                  </a:lnTo>
                  <a:lnTo>
                    <a:pt x="3080" y="12604"/>
                  </a:lnTo>
                  <a:lnTo>
                    <a:pt x="3155" y="12594"/>
                  </a:lnTo>
                  <a:lnTo>
                    <a:pt x="6310" y="12206"/>
                  </a:lnTo>
                  <a:lnTo>
                    <a:pt x="6392" y="12196"/>
                  </a:lnTo>
                  <a:lnTo>
                    <a:pt x="6475" y="12186"/>
                  </a:lnTo>
                  <a:lnTo>
                    <a:pt x="7905" y="12010"/>
                  </a:lnTo>
                  <a:lnTo>
                    <a:pt x="7989" y="12000"/>
                  </a:lnTo>
                  <a:lnTo>
                    <a:pt x="8385" y="11952"/>
                  </a:lnTo>
                  <a:lnTo>
                    <a:pt x="8639" y="11921"/>
                  </a:lnTo>
                  <a:lnTo>
                    <a:pt x="9110" y="11862"/>
                  </a:lnTo>
                  <a:lnTo>
                    <a:pt x="9570" y="11805"/>
                  </a:lnTo>
                  <a:close/>
                  <a:moveTo>
                    <a:pt x="24489" y="12982"/>
                  </a:moveTo>
                  <a:lnTo>
                    <a:pt x="23984" y="13044"/>
                  </a:lnTo>
                  <a:lnTo>
                    <a:pt x="23910" y="13052"/>
                  </a:lnTo>
                  <a:lnTo>
                    <a:pt x="22728" y="13198"/>
                  </a:lnTo>
                  <a:lnTo>
                    <a:pt x="22654" y="13207"/>
                  </a:lnTo>
                  <a:lnTo>
                    <a:pt x="19499" y="13595"/>
                  </a:lnTo>
                  <a:lnTo>
                    <a:pt x="19416" y="13606"/>
                  </a:lnTo>
                  <a:lnTo>
                    <a:pt x="19334" y="13616"/>
                  </a:lnTo>
                  <a:lnTo>
                    <a:pt x="17904" y="13791"/>
                  </a:lnTo>
                  <a:lnTo>
                    <a:pt x="17819" y="13802"/>
                  </a:lnTo>
                  <a:lnTo>
                    <a:pt x="17424" y="13851"/>
                  </a:lnTo>
                  <a:lnTo>
                    <a:pt x="17169" y="13882"/>
                  </a:lnTo>
                  <a:lnTo>
                    <a:pt x="16699" y="13940"/>
                  </a:lnTo>
                  <a:lnTo>
                    <a:pt x="16238" y="13997"/>
                  </a:lnTo>
                  <a:lnTo>
                    <a:pt x="15966" y="13524"/>
                  </a:lnTo>
                  <a:lnTo>
                    <a:pt x="15677" y="13026"/>
                  </a:lnTo>
                  <a:cubicBezTo>
                    <a:pt x="15677" y="13011"/>
                    <a:pt x="15678" y="12997"/>
                    <a:pt x="15678" y="12982"/>
                  </a:cubicBezTo>
                  <a:close/>
                  <a:moveTo>
                    <a:pt x="8656" y="13964"/>
                  </a:moveTo>
                  <a:lnTo>
                    <a:pt x="8990" y="14005"/>
                  </a:lnTo>
                  <a:lnTo>
                    <a:pt x="9524" y="14070"/>
                  </a:lnTo>
                  <a:lnTo>
                    <a:pt x="9026" y="14931"/>
                  </a:lnTo>
                  <a:cubicBezTo>
                    <a:pt x="8898" y="14688"/>
                    <a:pt x="8791" y="14430"/>
                    <a:pt x="8712" y="14162"/>
                  </a:cubicBezTo>
                  <a:cubicBezTo>
                    <a:pt x="8692" y="14098"/>
                    <a:pt x="8672" y="14031"/>
                    <a:pt x="8656" y="13964"/>
                  </a:cubicBezTo>
                  <a:close/>
                  <a:moveTo>
                    <a:pt x="17152" y="13965"/>
                  </a:moveTo>
                  <a:cubicBezTo>
                    <a:pt x="17135" y="14031"/>
                    <a:pt x="17116" y="14098"/>
                    <a:pt x="17097" y="14163"/>
                  </a:cubicBezTo>
                  <a:cubicBezTo>
                    <a:pt x="17016" y="14431"/>
                    <a:pt x="16910" y="14688"/>
                    <a:pt x="16782" y="14933"/>
                  </a:cubicBezTo>
                  <a:lnTo>
                    <a:pt x="16285" y="14072"/>
                  </a:lnTo>
                  <a:lnTo>
                    <a:pt x="16818" y="14006"/>
                  </a:lnTo>
                  <a:lnTo>
                    <a:pt x="17152" y="13965"/>
                  </a:lnTo>
                  <a:close/>
                  <a:moveTo>
                    <a:pt x="12905" y="10443"/>
                  </a:moveTo>
                  <a:cubicBezTo>
                    <a:pt x="12917" y="10443"/>
                    <a:pt x="12932" y="10444"/>
                    <a:pt x="12944" y="10444"/>
                  </a:cubicBezTo>
                  <a:cubicBezTo>
                    <a:pt x="12957" y="10444"/>
                    <a:pt x="12972" y="10444"/>
                    <a:pt x="12984" y="10446"/>
                  </a:cubicBezTo>
                  <a:cubicBezTo>
                    <a:pt x="13049" y="10448"/>
                    <a:pt x="13112" y="10452"/>
                    <a:pt x="13174" y="10459"/>
                  </a:cubicBezTo>
                  <a:cubicBezTo>
                    <a:pt x="13183" y="10460"/>
                    <a:pt x="13194" y="10462"/>
                    <a:pt x="13202" y="10463"/>
                  </a:cubicBezTo>
                  <a:cubicBezTo>
                    <a:pt x="13238" y="10467"/>
                    <a:pt x="13273" y="10472"/>
                    <a:pt x="13309" y="10478"/>
                  </a:cubicBezTo>
                  <a:cubicBezTo>
                    <a:pt x="13349" y="10484"/>
                    <a:pt x="13390" y="10493"/>
                    <a:pt x="13429" y="10501"/>
                  </a:cubicBezTo>
                  <a:cubicBezTo>
                    <a:pt x="13686" y="10558"/>
                    <a:pt x="13927" y="10654"/>
                    <a:pt x="14148" y="10784"/>
                  </a:cubicBezTo>
                  <a:cubicBezTo>
                    <a:pt x="14161" y="10793"/>
                    <a:pt x="14177" y="10800"/>
                    <a:pt x="14191" y="10809"/>
                  </a:cubicBezTo>
                  <a:cubicBezTo>
                    <a:pt x="14206" y="10819"/>
                    <a:pt x="14221" y="10829"/>
                    <a:pt x="14235" y="10838"/>
                  </a:cubicBezTo>
                  <a:cubicBezTo>
                    <a:pt x="14305" y="10883"/>
                    <a:pt x="14373" y="10932"/>
                    <a:pt x="14438" y="10985"/>
                  </a:cubicBezTo>
                  <a:cubicBezTo>
                    <a:pt x="14486" y="11025"/>
                    <a:pt x="14534" y="11066"/>
                    <a:pt x="14581" y="11110"/>
                  </a:cubicBezTo>
                  <a:cubicBezTo>
                    <a:pt x="14592" y="11119"/>
                    <a:pt x="14600" y="11128"/>
                    <a:pt x="14610" y="11138"/>
                  </a:cubicBezTo>
                  <a:cubicBezTo>
                    <a:pt x="14620" y="11147"/>
                    <a:pt x="14630" y="11155"/>
                    <a:pt x="14640" y="11164"/>
                  </a:cubicBezTo>
                  <a:cubicBezTo>
                    <a:pt x="14649" y="11174"/>
                    <a:pt x="14659" y="11184"/>
                    <a:pt x="14667" y="11194"/>
                  </a:cubicBezTo>
                  <a:cubicBezTo>
                    <a:pt x="14676" y="11205"/>
                    <a:pt x="14686" y="11213"/>
                    <a:pt x="14695" y="11223"/>
                  </a:cubicBezTo>
                  <a:cubicBezTo>
                    <a:pt x="14738" y="11270"/>
                    <a:pt x="14779" y="11318"/>
                    <a:pt x="14820" y="11367"/>
                  </a:cubicBezTo>
                  <a:cubicBezTo>
                    <a:pt x="14871" y="11432"/>
                    <a:pt x="14920" y="11500"/>
                    <a:pt x="14966" y="11569"/>
                  </a:cubicBezTo>
                  <a:cubicBezTo>
                    <a:pt x="14975" y="11583"/>
                    <a:pt x="14986" y="11599"/>
                    <a:pt x="14995" y="11613"/>
                  </a:cubicBezTo>
                  <a:cubicBezTo>
                    <a:pt x="15004" y="11628"/>
                    <a:pt x="15013" y="11643"/>
                    <a:pt x="15021" y="11657"/>
                  </a:cubicBezTo>
                  <a:cubicBezTo>
                    <a:pt x="15151" y="11876"/>
                    <a:pt x="15247" y="12119"/>
                    <a:pt x="15304" y="12376"/>
                  </a:cubicBezTo>
                  <a:cubicBezTo>
                    <a:pt x="15312" y="12416"/>
                    <a:pt x="15320" y="12455"/>
                    <a:pt x="15326" y="12495"/>
                  </a:cubicBezTo>
                  <a:cubicBezTo>
                    <a:pt x="15332" y="12530"/>
                    <a:pt x="15337" y="12567"/>
                    <a:pt x="15342" y="12603"/>
                  </a:cubicBezTo>
                  <a:cubicBezTo>
                    <a:pt x="15343" y="12611"/>
                    <a:pt x="15344" y="12621"/>
                    <a:pt x="15346" y="12631"/>
                  </a:cubicBezTo>
                  <a:cubicBezTo>
                    <a:pt x="15352" y="12693"/>
                    <a:pt x="15357" y="12757"/>
                    <a:pt x="15358" y="12820"/>
                  </a:cubicBezTo>
                  <a:cubicBezTo>
                    <a:pt x="15358" y="12833"/>
                    <a:pt x="15360" y="12847"/>
                    <a:pt x="15360" y="12861"/>
                  </a:cubicBezTo>
                  <a:cubicBezTo>
                    <a:pt x="15360" y="12873"/>
                    <a:pt x="15361" y="12887"/>
                    <a:pt x="15361" y="12901"/>
                  </a:cubicBezTo>
                  <a:cubicBezTo>
                    <a:pt x="15361" y="12913"/>
                    <a:pt x="15360" y="12928"/>
                    <a:pt x="15360" y="12940"/>
                  </a:cubicBezTo>
                  <a:cubicBezTo>
                    <a:pt x="15360" y="12953"/>
                    <a:pt x="15360" y="12968"/>
                    <a:pt x="15358" y="12980"/>
                  </a:cubicBezTo>
                  <a:cubicBezTo>
                    <a:pt x="15356" y="13045"/>
                    <a:pt x="15352" y="13108"/>
                    <a:pt x="15346" y="13170"/>
                  </a:cubicBezTo>
                  <a:cubicBezTo>
                    <a:pt x="15344" y="13179"/>
                    <a:pt x="15343" y="13190"/>
                    <a:pt x="15342" y="13198"/>
                  </a:cubicBezTo>
                  <a:cubicBezTo>
                    <a:pt x="15338" y="13234"/>
                    <a:pt x="15332" y="13269"/>
                    <a:pt x="15326" y="13305"/>
                  </a:cubicBezTo>
                  <a:cubicBezTo>
                    <a:pt x="15320" y="13346"/>
                    <a:pt x="15312" y="13386"/>
                    <a:pt x="15304" y="13425"/>
                  </a:cubicBezTo>
                  <a:cubicBezTo>
                    <a:pt x="15247" y="13682"/>
                    <a:pt x="15151" y="13923"/>
                    <a:pt x="15021" y="14144"/>
                  </a:cubicBezTo>
                  <a:cubicBezTo>
                    <a:pt x="15012" y="14158"/>
                    <a:pt x="15004" y="14173"/>
                    <a:pt x="14995" y="14187"/>
                  </a:cubicBezTo>
                  <a:cubicBezTo>
                    <a:pt x="14986" y="14202"/>
                    <a:pt x="14975" y="14217"/>
                    <a:pt x="14966" y="14232"/>
                  </a:cubicBezTo>
                  <a:cubicBezTo>
                    <a:pt x="14922" y="14301"/>
                    <a:pt x="14872" y="14369"/>
                    <a:pt x="14820" y="14434"/>
                  </a:cubicBezTo>
                  <a:cubicBezTo>
                    <a:pt x="14779" y="14483"/>
                    <a:pt x="14738" y="14531"/>
                    <a:pt x="14695" y="14577"/>
                  </a:cubicBezTo>
                  <a:cubicBezTo>
                    <a:pt x="14686" y="14588"/>
                    <a:pt x="14676" y="14596"/>
                    <a:pt x="14667" y="14606"/>
                  </a:cubicBezTo>
                  <a:cubicBezTo>
                    <a:pt x="14659" y="14616"/>
                    <a:pt x="14649" y="14626"/>
                    <a:pt x="14640" y="14636"/>
                  </a:cubicBezTo>
                  <a:cubicBezTo>
                    <a:pt x="14631" y="14646"/>
                    <a:pt x="14621" y="14655"/>
                    <a:pt x="14610" y="14663"/>
                  </a:cubicBezTo>
                  <a:cubicBezTo>
                    <a:pt x="14602" y="14672"/>
                    <a:pt x="14592" y="14682"/>
                    <a:pt x="14581" y="14691"/>
                  </a:cubicBezTo>
                  <a:cubicBezTo>
                    <a:pt x="14534" y="14734"/>
                    <a:pt x="14486" y="14776"/>
                    <a:pt x="14438" y="14816"/>
                  </a:cubicBezTo>
                  <a:cubicBezTo>
                    <a:pt x="14373" y="14867"/>
                    <a:pt x="14305" y="14916"/>
                    <a:pt x="14235" y="14962"/>
                  </a:cubicBezTo>
                  <a:cubicBezTo>
                    <a:pt x="14221" y="14972"/>
                    <a:pt x="14206" y="14982"/>
                    <a:pt x="14191" y="14991"/>
                  </a:cubicBezTo>
                  <a:cubicBezTo>
                    <a:pt x="14177" y="15000"/>
                    <a:pt x="14161" y="15009"/>
                    <a:pt x="14148" y="15017"/>
                  </a:cubicBezTo>
                  <a:cubicBezTo>
                    <a:pt x="13928" y="15147"/>
                    <a:pt x="13686" y="15243"/>
                    <a:pt x="13429" y="15300"/>
                  </a:cubicBezTo>
                  <a:cubicBezTo>
                    <a:pt x="13390" y="15308"/>
                    <a:pt x="13349" y="15316"/>
                    <a:pt x="13309" y="15322"/>
                  </a:cubicBezTo>
                  <a:cubicBezTo>
                    <a:pt x="13274" y="15329"/>
                    <a:pt x="13238" y="15333"/>
                    <a:pt x="13202" y="15338"/>
                  </a:cubicBezTo>
                  <a:cubicBezTo>
                    <a:pt x="13194" y="15339"/>
                    <a:pt x="13183" y="15341"/>
                    <a:pt x="13174" y="15342"/>
                  </a:cubicBezTo>
                  <a:cubicBezTo>
                    <a:pt x="13112" y="15348"/>
                    <a:pt x="13049" y="15352"/>
                    <a:pt x="12984" y="15354"/>
                  </a:cubicBezTo>
                  <a:cubicBezTo>
                    <a:pt x="12972" y="15354"/>
                    <a:pt x="12957" y="15356"/>
                    <a:pt x="12944" y="15356"/>
                  </a:cubicBezTo>
                  <a:cubicBezTo>
                    <a:pt x="12932" y="15356"/>
                    <a:pt x="12917" y="15357"/>
                    <a:pt x="12905" y="15357"/>
                  </a:cubicBezTo>
                  <a:cubicBezTo>
                    <a:pt x="12891" y="15357"/>
                    <a:pt x="12877" y="15356"/>
                    <a:pt x="12864" y="15356"/>
                  </a:cubicBezTo>
                  <a:cubicBezTo>
                    <a:pt x="12851" y="15356"/>
                    <a:pt x="12837" y="15356"/>
                    <a:pt x="12824" y="15354"/>
                  </a:cubicBezTo>
                  <a:cubicBezTo>
                    <a:pt x="12759" y="15352"/>
                    <a:pt x="12696" y="15348"/>
                    <a:pt x="12634" y="15342"/>
                  </a:cubicBezTo>
                  <a:cubicBezTo>
                    <a:pt x="12625" y="15341"/>
                    <a:pt x="12615" y="15339"/>
                    <a:pt x="12607" y="15338"/>
                  </a:cubicBezTo>
                  <a:cubicBezTo>
                    <a:pt x="12570" y="15334"/>
                    <a:pt x="12535" y="15329"/>
                    <a:pt x="12499" y="15322"/>
                  </a:cubicBezTo>
                  <a:cubicBezTo>
                    <a:pt x="12459" y="15316"/>
                    <a:pt x="12419" y="15308"/>
                    <a:pt x="12380" y="15300"/>
                  </a:cubicBezTo>
                  <a:cubicBezTo>
                    <a:pt x="12123" y="15243"/>
                    <a:pt x="11881" y="15147"/>
                    <a:pt x="11660" y="15017"/>
                  </a:cubicBezTo>
                  <a:cubicBezTo>
                    <a:pt x="11647" y="15008"/>
                    <a:pt x="11632" y="15000"/>
                    <a:pt x="11617" y="14991"/>
                  </a:cubicBezTo>
                  <a:cubicBezTo>
                    <a:pt x="11603" y="14982"/>
                    <a:pt x="11587" y="14972"/>
                    <a:pt x="11574" y="14962"/>
                  </a:cubicBezTo>
                  <a:cubicBezTo>
                    <a:pt x="11504" y="14918"/>
                    <a:pt x="11436" y="14868"/>
                    <a:pt x="11371" y="14816"/>
                  </a:cubicBezTo>
                  <a:cubicBezTo>
                    <a:pt x="11322" y="14776"/>
                    <a:pt x="11275" y="14734"/>
                    <a:pt x="11228" y="14691"/>
                  </a:cubicBezTo>
                  <a:cubicBezTo>
                    <a:pt x="11217" y="14682"/>
                    <a:pt x="11209" y="14672"/>
                    <a:pt x="11198" y="14663"/>
                  </a:cubicBezTo>
                  <a:cubicBezTo>
                    <a:pt x="11189" y="14655"/>
                    <a:pt x="11179" y="14646"/>
                    <a:pt x="11168" y="14636"/>
                  </a:cubicBezTo>
                  <a:cubicBezTo>
                    <a:pt x="11159" y="14627"/>
                    <a:pt x="11151" y="14617"/>
                    <a:pt x="11141" y="14606"/>
                  </a:cubicBezTo>
                  <a:cubicBezTo>
                    <a:pt x="11132" y="14598"/>
                    <a:pt x="11123" y="14588"/>
                    <a:pt x="11114" y="14577"/>
                  </a:cubicBezTo>
                  <a:cubicBezTo>
                    <a:pt x="11070" y="14531"/>
                    <a:pt x="11029" y="14483"/>
                    <a:pt x="10989" y="14434"/>
                  </a:cubicBezTo>
                  <a:cubicBezTo>
                    <a:pt x="10937" y="14369"/>
                    <a:pt x="10889" y="14301"/>
                    <a:pt x="10842" y="14232"/>
                  </a:cubicBezTo>
                  <a:cubicBezTo>
                    <a:pt x="10833" y="14217"/>
                    <a:pt x="10823" y="14202"/>
                    <a:pt x="10813" y="14187"/>
                  </a:cubicBezTo>
                  <a:cubicBezTo>
                    <a:pt x="10804" y="14173"/>
                    <a:pt x="10796" y="14158"/>
                    <a:pt x="10788" y="14144"/>
                  </a:cubicBezTo>
                  <a:cubicBezTo>
                    <a:pt x="10658" y="13924"/>
                    <a:pt x="10562" y="13682"/>
                    <a:pt x="10506" y="13425"/>
                  </a:cubicBezTo>
                  <a:cubicBezTo>
                    <a:pt x="10497" y="13386"/>
                    <a:pt x="10488" y="13346"/>
                    <a:pt x="10482" y="13305"/>
                  </a:cubicBezTo>
                  <a:cubicBezTo>
                    <a:pt x="10476" y="13270"/>
                    <a:pt x="10472" y="13234"/>
                    <a:pt x="10467" y="13198"/>
                  </a:cubicBezTo>
                  <a:cubicBezTo>
                    <a:pt x="10466" y="13190"/>
                    <a:pt x="10465" y="13179"/>
                    <a:pt x="10463" y="13170"/>
                  </a:cubicBezTo>
                  <a:cubicBezTo>
                    <a:pt x="10456" y="13107"/>
                    <a:pt x="10451" y="13043"/>
                    <a:pt x="10450" y="12980"/>
                  </a:cubicBezTo>
                  <a:cubicBezTo>
                    <a:pt x="10450" y="12968"/>
                    <a:pt x="10448" y="12953"/>
                    <a:pt x="10448" y="12940"/>
                  </a:cubicBezTo>
                  <a:cubicBezTo>
                    <a:pt x="10448" y="12928"/>
                    <a:pt x="10447" y="12913"/>
                    <a:pt x="10447" y="12901"/>
                  </a:cubicBezTo>
                  <a:cubicBezTo>
                    <a:pt x="10447" y="12887"/>
                    <a:pt x="10448" y="12873"/>
                    <a:pt x="10448" y="12861"/>
                  </a:cubicBezTo>
                  <a:cubicBezTo>
                    <a:pt x="10448" y="12847"/>
                    <a:pt x="10448" y="12833"/>
                    <a:pt x="10450" y="12820"/>
                  </a:cubicBezTo>
                  <a:cubicBezTo>
                    <a:pt x="10452" y="12755"/>
                    <a:pt x="10456" y="12692"/>
                    <a:pt x="10463" y="12631"/>
                  </a:cubicBezTo>
                  <a:cubicBezTo>
                    <a:pt x="10465" y="12621"/>
                    <a:pt x="10466" y="12611"/>
                    <a:pt x="10467" y="12603"/>
                  </a:cubicBezTo>
                  <a:cubicBezTo>
                    <a:pt x="10471" y="12567"/>
                    <a:pt x="10476" y="12531"/>
                    <a:pt x="10482" y="12495"/>
                  </a:cubicBezTo>
                  <a:cubicBezTo>
                    <a:pt x="10488" y="12455"/>
                    <a:pt x="10497" y="12415"/>
                    <a:pt x="10506" y="12376"/>
                  </a:cubicBezTo>
                  <a:cubicBezTo>
                    <a:pt x="10562" y="12119"/>
                    <a:pt x="10658" y="11877"/>
                    <a:pt x="10788" y="11657"/>
                  </a:cubicBezTo>
                  <a:cubicBezTo>
                    <a:pt x="10797" y="11643"/>
                    <a:pt x="10804" y="11628"/>
                    <a:pt x="10813" y="11613"/>
                  </a:cubicBezTo>
                  <a:cubicBezTo>
                    <a:pt x="10823" y="11599"/>
                    <a:pt x="10833" y="11583"/>
                    <a:pt x="10842" y="11569"/>
                  </a:cubicBezTo>
                  <a:cubicBezTo>
                    <a:pt x="10887" y="11500"/>
                    <a:pt x="10936" y="11432"/>
                    <a:pt x="10989" y="11367"/>
                  </a:cubicBezTo>
                  <a:cubicBezTo>
                    <a:pt x="11029" y="11318"/>
                    <a:pt x="11070" y="11270"/>
                    <a:pt x="11114" y="11223"/>
                  </a:cubicBezTo>
                  <a:cubicBezTo>
                    <a:pt x="11123" y="11213"/>
                    <a:pt x="11132" y="11205"/>
                    <a:pt x="11141" y="11194"/>
                  </a:cubicBezTo>
                  <a:cubicBezTo>
                    <a:pt x="11150" y="11185"/>
                    <a:pt x="11159" y="11175"/>
                    <a:pt x="11168" y="11164"/>
                  </a:cubicBezTo>
                  <a:cubicBezTo>
                    <a:pt x="11178" y="11155"/>
                    <a:pt x="11188" y="11147"/>
                    <a:pt x="11198" y="11138"/>
                  </a:cubicBezTo>
                  <a:cubicBezTo>
                    <a:pt x="11206" y="11128"/>
                    <a:pt x="11217" y="11119"/>
                    <a:pt x="11228" y="11110"/>
                  </a:cubicBezTo>
                  <a:cubicBezTo>
                    <a:pt x="11275" y="11066"/>
                    <a:pt x="11322" y="11025"/>
                    <a:pt x="11371" y="10985"/>
                  </a:cubicBezTo>
                  <a:cubicBezTo>
                    <a:pt x="11436" y="10933"/>
                    <a:pt x="11504" y="10885"/>
                    <a:pt x="11574" y="10838"/>
                  </a:cubicBezTo>
                  <a:cubicBezTo>
                    <a:pt x="11587" y="10829"/>
                    <a:pt x="11603" y="10819"/>
                    <a:pt x="11617" y="10809"/>
                  </a:cubicBezTo>
                  <a:cubicBezTo>
                    <a:pt x="11632" y="10800"/>
                    <a:pt x="11647" y="10792"/>
                    <a:pt x="11660" y="10784"/>
                  </a:cubicBezTo>
                  <a:cubicBezTo>
                    <a:pt x="11880" y="10654"/>
                    <a:pt x="12123" y="10558"/>
                    <a:pt x="12380" y="10501"/>
                  </a:cubicBezTo>
                  <a:cubicBezTo>
                    <a:pt x="12419" y="10493"/>
                    <a:pt x="12459" y="10484"/>
                    <a:pt x="12499" y="10478"/>
                  </a:cubicBezTo>
                  <a:cubicBezTo>
                    <a:pt x="12534" y="10472"/>
                    <a:pt x="12570" y="10468"/>
                    <a:pt x="12607" y="10463"/>
                  </a:cubicBezTo>
                  <a:cubicBezTo>
                    <a:pt x="12615" y="10462"/>
                    <a:pt x="12625" y="10460"/>
                    <a:pt x="12634" y="10459"/>
                  </a:cubicBezTo>
                  <a:cubicBezTo>
                    <a:pt x="12697" y="10452"/>
                    <a:pt x="12761" y="10447"/>
                    <a:pt x="12824" y="10446"/>
                  </a:cubicBezTo>
                  <a:cubicBezTo>
                    <a:pt x="12837" y="10446"/>
                    <a:pt x="12851" y="10444"/>
                    <a:pt x="12864" y="10444"/>
                  </a:cubicBezTo>
                  <a:cubicBezTo>
                    <a:pt x="12877" y="10444"/>
                    <a:pt x="12891" y="10443"/>
                    <a:pt x="12905" y="10443"/>
                  </a:cubicBezTo>
                  <a:close/>
                  <a:moveTo>
                    <a:pt x="8002" y="13882"/>
                  </a:moveTo>
                  <a:lnTo>
                    <a:pt x="8402" y="13931"/>
                  </a:lnTo>
                  <a:cubicBezTo>
                    <a:pt x="8429" y="14049"/>
                    <a:pt x="8460" y="14168"/>
                    <a:pt x="8496" y="14283"/>
                  </a:cubicBezTo>
                  <a:cubicBezTo>
                    <a:pt x="8579" y="14548"/>
                    <a:pt x="8686" y="14799"/>
                    <a:pt x="8811" y="15039"/>
                  </a:cubicBezTo>
                  <a:cubicBezTo>
                    <a:pt x="8835" y="15085"/>
                    <a:pt x="8860" y="15130"/>
                    <a:pt x="8886" y="15176"/>
                  </a:cubicBezTo>
                  <a:lnTo>
                    <a:pt x="8667" y="15552"/>
                  </a:lnTo>
                  <a:cubicBezTo>
                    <a:pt x="8584" y="15419"/>
                    <a:pt x="8507" y="15282"/>
                    <a:pt x="8437" y="15142"/>
                  </a:cubicBezTo>
                  <a:cubicBezTo>
                    <a:pt x="8329" y="14928"/>
                    <a:pt x="8236" y="14704"/>
                    <a:pt x="8160" y="14474"/>
                  </a:cubicBezTo>
                  <a:cubicBezTo>
                    <a:pt x="8095" y="14281"/>
                    <a:pt x="8042" y="14084"/>
                    <a:pt x="8002" y="13882"/>
                  </a:cubicBezTo>
                  <a:close/>
                  <a:moveTo>
                    <a:pt x="17806" y="13884"/>
                  </a:moveTo>
                  <a:lnTo>
                    <a:pt x="17806" y="13884"/>
                  </a:lnTo>
                  <a:cubicBezTo>
                    <a:pt x="17765" y="14085"/>
                    <a:pt x="17713" y="14281"/>
                    <a:pt x="17648" y="14475"/>
                  </a:cubicBezTo>
                  <a:cubicBezTo>
                    <a:pt x="17571" y="14706"/>
                    <a:pt x="17479" y="14929"/>
                    <a:pt x="17370" y="15143"/>
                  </a:cubicBezTo>
                  <a:cubicBezTo>
                    <a:pt x="17300" y="15283"/>
                    <a:pt x="17223" y="15420"/>
                    <a:pt x="17140" y="15553"/>
                  </a:cubicBezTo>
                  <a:lnTo>
                    <a:pt x="16921" y="15177"/>
                  </a:lnTo>
                  <a:cubicBezTo>
                    <a:pt x="16947" y="15131"/>
                    <a:pt x="16972" y="15086"/>
                    <a:pt x="16997" y="15040"/>
                  </a:cubicBezTo>
                  <a:cubicBezTo>
                    <a:pt x="17123" y="14800"/>
                    <a:pt x="17229" y="14549"/>
                    <a:pt x="17311" y="14285"/>
                  </a:cubicBezTo>
                  <a:cubicBezTo>
                    <a:pt x="17347" y="14171"/>
                    <a:pt x="17378" y="14052"/>
                    <a:pt x="17405" y="13934"/>
                  </a:cubicBezTo>
                  <a:lnTo>
                    <a:pt x="17806" y="13884"/>
                  </a:lnTo>
                  <a:close/>
                  <a:moveTo>
                    <a:pt x="23909" y="13133"/>
                  </a:moveTo>
                  <a:cubicBezTo>
                    <a:pt x="23891" y="14023"/>
                    <a:pt x="23767" y="14888"/>
                    <a:pt x="23548" y="15714"/>
                  </a:cubicBezTo>
                  <a:lnTo>
                    <a:pt x="22409" y="15409"/>
                  </a:lnTo>
                  <a:cubicBezTo>
                    <a:pt x="22590" y="14724"/>
                    <a:pt x="22698" y="14012"/>
                    <a:pt x="22727" y="13278"/>
                  </a:cubicBezTo>
                  <a:lnTo>
                    <a:pt x="23909" y="13133"/>
                  </a:lnTo>
                  <a:close/>
                  <a:moveTo>
                    <a:pt x="1899" y="13134"/>
                  </a:moveTo>
                  <a:lnTo>
                    <a:pt x="3082" y="13279"/>
                  </a:lnTo>
                  <a:cubicBezTo>
                    <a:pt x="3110" y="14013"/>
                    <a:pt x="3219" y="14727"/>
                    <a:pt x="3399" y="15410"/>
                  </a:cubicBezTo>
                  <a:lnTo>
                    <a:pt x="2260" y="15715"/>
                  </a:lnTo>
                  <a:cubicBezTo>
                    <a:pt x="2041" y="14888"/>
                    <a:pt x="1918" y="14023"/>
                    <a:pt x="1899" y="13134"/>
                  </a:cubicBezTo>
                  <a:close/>
                  <a:moveTo>
                    <a:pt x="6484" y="13696"/>
                  </a:moveTo>
                  <a:lnTo>
                    <a:pt x="7918" y="13873"/>
                  </a:lnTo>
                  <a:cubicBezTo>
                    <a:pt x="7963" y="14093"/>
                    <a:pt x="8019" y="14306"/>
                    <a:pt x="8088" y="14516"/>
                  </a:cubicBezTo>
                  <a:cubicBezTo>
                    <a:pt x="8164" y="14738"/>
                    <a:pt x="8254" y="14956"/>
                    <a:pt x="8358" y="15163"/>
                  </a:cubicBezTo>
                  <a:cubicBezTo>
                    <a:pt x="8438" y="15323"/>
                    <a:pt x="8527" y="15480"/>
                    <a:pt x="8623" y="15630"/>
                  </a:cubicBezTo>
                  <a:lnTo>
                    <a:pt x="7860" y="16947"/>
                  </a:lnTo>
                  <a:cubicBezTo>
                    <a:pt x="7516" y="16519"/>
                    <a:pt x="7226" y="16048"/>
                    <a:pt x="6999" y="15540"/>
                  </a:cubicBezTo>
                  <a:cubicBezTo>
                    <a:pt x="6949" y="15432"/>
                    <a:pt x="6903" y="15321"/>
                    <a:pt x="6861" y="15209"/>
                  </a:cubicBezTo>
                  <a:cubicBezTo>
                    <a:pt x="6676" y="14729"/>
                    <a:pt x="6548" y="14223"/>
                    <a:pt x="6484" y="13696"/>
                  </a:cubicBezTo>
                  <a:close/>
                  <a:moveTo>
                    <a:pt x="19323" y="13696"/>
                  </a:moveTo>
                  <a:cubicBezTo>
                    <a:pt x="19258" y="14224"/>
                    <a:pt x="19131" y="14730"/>
                    <a:pt x="18947" y="15209"/>
                  </a:cubicBezTo>
                  <a:cubicBezTo>
                    <a:pt x="18904" y="15321"/>
                    <a:pt x="18858" y="15431"/>
                    <a:pt x="18808" y="15540"/>
                  </a:cubicBezTo>
                  <a:cubicBezTo>
                    <a:pt x="18581" y="16048"/>
                    <a:pt x="18292" y="16519"/>
                    <a:pt x="17947" y="16947"/>
                  </a:cubicBezTo>
                  <a:lnTo>
                    <a:pt x="17184" y="15630"/>
                  </a:lnTo>
                  <a:cubicBezTo>
                    <a:pt x="17280" y="15480"/>
                    <a:pt x="17369" y="15323"/>
                    <a:pt x="17450" y="15163"/>
                  </a:cubicBezTo>
                  <a:cubicBezTo>
                    <a:pt x="17554" y="14955"/>
                    <a:pt x="17644" y="14738"/>
                    <a:pt x="17719" y="14516"/>
                  </a:cubicBezTo>
                  <a:cubicBezTo>
                    <a:pt x="17788" y="14306"/>
                    <a:pt x="17846" y="14093"/>
                    <a:pt x="17889" y="13873"/>
                  </a:cubicBezTo>
                  <a:lnTo>
                    <a:pt x="19323" y="13696"/>
                  </a:lnTo>
                  <a:close/>
                  <a:moveTo>
                    <a:pt x="11735" y="16280"/>
                  </a:moveTo>
                  <a:lnTo>
                    <a:pt x="11801" y="16813"/>
                  </a:lnTo>
                  <a:lnTo>
                    <a:pt x="11842" y="17148"/>
                  </a:lnTo>
                  <a:cubicBezTo>
                    <a:pt x="11775" y="17132"/>
                    <a:pt x="11708" y="17113"/>
                    <a:pt x="11643" y="17093"/>
                  </a:cubicBezTo>
                  <a:cubicBezTo>
                    <a:pt x="11375" y="17012"/>
                    <a:pt x="11118" y="16906"/>
                    <a:pt x="10873" y="16777"/>
                  </a:cubicBezTo>
                  <a:lnTo>
                    <a:pt x="11735" y="16280"/>
                  </a:lnTo>
                  <a:close/>
                  <a:moveTo>
                    <a:pt x="14074" y="16281"/>
                  </a:moveTo>
                  <a:lnTo>
                    <a:pt x="14935" y="16778"/>
                  </a:lnTo>
                  <a:cubicBezTo>
                    <a:pt x="14692" y="16906"/>
                    <a:pt x="14434" y="17013"/>
                    <a:pt x="14166" y="17095"/>
                  </a:cubicBezTo>
                  <a:cubicBezTo>
                    <a:pt x="14100" y="17113"/>
                    <a:pt x="14035" y="17132"/>
                    <a:pt x="13967" y="17149"/>
                  </a:cubicBezTo>
                  <a:lnTo>
                    <a:pt x="14009" y="16814"/>
                  </a:lnTo>
                  <a:lnTo>
                    <a:pt x="14074" y="16281"/>
                  </a:lnTo>
                  <a:close/>
                  <a:moveTo>
                    <a:pt x="10630" y="16920"/>
                  </a:moveTo>
                  <a:cubicBezTo>
                    <a:pt x="10674" y="16945"/>
                    <a:pt x="10719" y="16969"/>
                    <a:pt x="10766" y="16994"/>
                  </a:cubicBezTo>
                  <a:cubicBezTo>
                    <a:pt x="11006" y="17121"/>
                    <a:pt x="11257" y="17226"/>
                    <a:pt x="11520" y="17309"/>
                  </a:cubicBezTo>
                  <a:cubicBezTo>
                    <a:pt x="11636" y="17345"/>
                    <a:pt x="11754" y="17376"/>
                    <a:pt x="11873" y="17402"/>
                  </a:cubicBezTo>
                  <a:lnTo>
                    <a:pt x="11921" y="17803"/>
                  </a:lnTo>
                  <a:cubicBezTo>
                    <a:pt x="11720" y="17762"/>
                    <a:pt x="11523" y="17709"/>
                    <a:pt x="11331" y="17645"/>
                  </a:cubicBezTo>
                  <a:cubicBezTo>
                    <a:pt x="11100" y="17570"/>
                    <a:pt x="10877" y="17477"/>
                    <a:pt x="10663" y="17368"/>
                  </a:cubicBezTo>
                  <a:cubicBezTo>
                    <a:pt x="10522" y="17297"/>
                    <a:pt x="10385" y="17220"/>
                    <a:pt x="10253" y="17137"/>
                  </a:cubicBezTo>
                  <a:lnTo>
                    <a:pt x="10630" y="16920"/>
                  </a:lnTo>
                  <a:close/>
                  <a:moveTo>
                    <a:pt x="15180" y="16920"/>
                  </a:moveTo>
                  <a:lnTo>
                    <a:pt x="15556" y="17137"/>
                  </a:lnTo>
                  <a:cubicBezTo>
                    <a:pt x="15423" y="17221"/>
                    <a:pt x="15286" y="17297"/>
                    <a:pt x="15146" y="17368"/>
                  </a:cubicBezTo>
                  <a:cubicBezTo>
                    <a:pt x="14931" y="17477"/>
                    <a:pt x="14708" y="17570"/>
                    <a:pt x="14478" y="17645"/>
                  </a:cubicBezTo>
                  <a:cubicBezTo>
                    <a:pt x="14285" y="17710"/>
                    <a:pt x="14088" y="17762"/>
                    <a:pt x="13886" y="17803"/>
                  </a:cubicBezTo>
                  <a:lnTo>
                    <a:pt x="13934" y="17402"/>
                  </a:lnTo>
                  <a:cubicBezTo>
                    <a:pt x="14055" y="17376"/>
                    <a:pt x="14172" y="17345"/>
                    <a:pt x="14288" y="17309"/>
                  </a:cubicBezTo>
                  <a:cubicBezTo>
                    <a:pt x="14550" y="17226"/>
                    <a:pt x="14802" y="17121"/>
                    <a:pt x="15043" y="16994"/>
                  </a:cubicBezTo>
                  <a:cubicBezTo>
                    <a:pt x="15089" y="16969"/>
                    <a:pt x="15134" y="16945"/>
                    <a:pt x="15180" y="16920"/>
                  </a:cubicBezTo>
                  <a:close/>
                  <a:moveTo>
                    <a:pt x="3418" y="15480"/>
                  </a:moveTo>
                  <a:cubicBezTo>
                    <a:pt x="3640" y="16293"/>
                    <a:pt x="3961" y="17066"/>
                    <a:pt x="4373" y="17782"/>
                  </a:cubicBezTo>
                  <a:lnTo>
                    <a:pt x="3352" y="18371"/>
                  </a:lnTo>
                  <a:cubicBezTo>
                    <a:pt x="2892" y="17570"/>
                    <a:pt x="2527" y="16701"/>
                    <a:pt x="2279" y="15786"/>
                  </a:cubicBezTo>
                  <a:lnTo>
                    <a:pt x="3418" y="15480"/>
                  </a:lnTo>
                  <a:close/>
                  <a:moveTo>
                    <a:pt x="22390" y="15481"/>
                  </a:moveTo>
                  <a:lnTo>
                    <a:pt x="23529" y="15787"/>
                  </a:lnTo>
                  <a:cubicBezTo>
                    <a:pt x="23281" y="16701"/>
                    <a:pt x="22918" y="17570"/>
                    <a:pt x="22456" y="18372"/>
                  </a:cubicBezTo>
                  <a:lnTo>
                    <a:pt x="21434" y="17783"/>
                  </a:lnTo>
                  <a:cubicBezTo>
                    <a:pt x="21846" y="17067"/>
                    <a:pt x="22170" y="16295"/>
                    <a:pt x="22390" y="15481"/>
                  </a:cubicBezTo>
                  <a:close/>
                  <a:moveTo>
                    <a:pt x="10141" y="13167"/>
                  </a:moveTo>
                  <a:cubicBezTo>
                    <a:pt x="10146" y="13227"/>
                    <a:pt x="10153" y="13285"/>
                    <a:pt x="10162" y="13341"/>
                  </a:cubicBezTo>
                  <a:cubicBezTo>
                    <a:pt x="10205" y="13608"/>
                    <a:pt x="10285" y="13861"/>
                    <a:pt x="10399" y="14096"/>
                  </a:cubicBezTo>
                  <a:cubicBezTo>
                    <a:pt x="10405" y="14110"/>
                    <a:pt x="10413" y="14124"/>
                    <a:pt x="10420" y="14139"/>
                  </a:cubicBezTo>
                  <a:cubicBezTo>
                    <a:pt x="10429" y="14152"/>
                    <a:pt x="10435" y="14167"/>
                    <a:pt x="10442" y="14182"/>
                  </a:cubicBezTo>
                  <a:cubicBezTo>
                    <a:pt x="10506" y="14302"/>
                    <a:pt x="10576" y="14418"/>
                    <a:pt x="10656" y="14527"/>
                  </a:cubicBezTo>
                  <a:cubicBezTo>
                    <a:pt x="10726" y="14625"/>
                    <a:pt x="10803" y="14718"/>
                    <a:pt x="10886" y="14805"/>
                  </a:cubicBezTo>
                  <a:lnTo>
                    <a:pt x="9754" y="15937"/>
                  </a:lnTo>
                  <a:lnTo>
                    <a:pt x="9584" y="16108"/>
                  </a:lnTo>
                  <a:lnTo>
                    <a:pt x="9315" y="16376"/>
                  </a:lnTo>
                  <a:lnTo>
                    <a:pt x="9259" y="16433"/>
                  </a:lnTo>
                  <a:lnTo>
                    <a:pt x="8275" y="17416"/>
                  </a:lnTo>
                  <a:lnTo>
                    <a:pt x="8216" y="17475"/>
                  </a:lnTo>
                  <a:lnTo>
                    <a:pt x="8162" y="17529"/>
                  </a:lnTo>
                  <a:lnTo>
                    <a:pt x="6871" y="18820"/>
                  </a:lnTo>
                  <a:lnTo>
                    <a:pt x="7830" y="17163"/>
                  </a:lnTo>
                  <a:lnTo>
                    <a:pt x="7871" y="17092"/>
                  </a:lnTo>
                  <a:lnTo>
                    <a:pt x="7914" y="17015"/>
                  </a:lnTo>
                  <a:lnTo>
                    <a:pt x="8671" y="15705"/>
                  </a:lnTo>
                  <a:lnTo>
                    <a:pt x="8717" y="15627"/>
                  </a:lnTo>
                  <a:lnTo>
                    <a:pt x="8932" y="15255"/>
                  </a:lnTo>
                  <a:lnTo>
                    <a:pt x="9072" y="15014"/>
                  </a:lnTo>
                  <a:lnTo>
                    <a:pt x="9105" y="14956"/>
                  </a:lnTo>
                  <a:lnTo>
                    <a:pt x="9611" y="14080"/>
                  </a:lnTo>
                  <a:lnTo>
                    <a:pt x="9634" y="14043"/>
                  </a:lnTo>
                  <a:lnTo>
                    <a:pt x="9656" y="14006"/>
                  </a:lnTo>
                  <a:lnTo>
                    <a:pt x="9980" y="13446"/>
                  </a:lnTo>
                  <a:lnTo>
                    <a:pt x="10141" y="13167"/>
                  </a:lnTo>
                  <a:close/>
                  <a:moveTo>
                    <a:pt x="14808" y="14919"/>
                  </a:moveTo>
                  <a:lnTo>
                    <a:pt x="15940" y="16051"/>
                  </a:lnTo>
                  <a:lnTo>
                    <a:pt x="16110" y="16221"/>
                  </a:lnTo>
                  <a:lnTo>
                    <a:pt x="16380" y="16489"/>
                  </a:lnTo>
                  <a:lnTo>
                    <a:pt x="16436" y="16546"/>
                  </a:lnTo>
                  <a:lnTo>
                    <a:pt x="17420" y="17529"/>
                  </a:lnTo>
                  <a:lnTo>
                    <a:pt x="17479" y="17588"/>
                  </a:lnTo>
                  <a:lnTo>
                    <a:pt x="17533" y="17643"/>
                  </a:lnTo>
                  <a:lnTo>
                    <a:pt x="18824" y="18934"/>
                  </a:lnTo>
                  <a:lnTo>
                    <a:pt x="17167" y="17975"/>
                  </a:lnTo>
                  <a:lnTo>
                    <a:pt x="17096" y="17934"/>
                  </a:lnTo>
                  <a:lnTo>
                    <a:pt x="17019" y="17890"/>
                  </a:lnTo>
                  <a:lnTo>
                    <a:pt x="15709" y="17133"/>
                  </a:lnTo>
                  <a:lnTo>
                    <a:pt x="15631" y="17088"/>
                  </a:lnTo>
                  <a:lnTo>
                    <a:pt x="15259" y="16873"/>
                  </a:lnTo>
                  <a:lnTo>
                    <a:pt x="15018" y="16734"/>
                  </a:lnTo>
                  <a:lnTo>
                    <a:pt x="14960" y="16700"/>
                  </a:lnTo>
                  <a:lnTo>
                    <a:pt x="14084" y="16193"/>
                  </a:lnTo>
                  <a:lnTo>
                    <a:pt x="14047" y="16172"/>
                  </a:lnTo>
                  <a:lnTo>
                    <a:pt x="14010" y="16149"/>
                  </a:lnTo>
                  <a:lnTo>
                    <a:pt x="13450" y="15826"/>
                  </a:lnTo>
                  <a:lnTo>
                    <a:pt x="13171" y="15664"/>
                  </a:lnTo>
                  <a:cubicBezTo>
                    <a:pt x="13231" y="15659"/>
                    <a:pt x="13289" y="15651"/>
                    <a:pt x="13345" y="15642"/>
                  </a:cubicBezTo>
                  <a:cubicBezTo>
                    <a:pt x="13611" y="15600"/>
                    <a:pt x="13865" y="15519"/>
                    <a:pt x="14100" y="15406"/>
                  </a:cubicBezTo>
                  <a:cubicBezTo>
                    <a:pt x="14114" y="15400"/>
                    <a:pt x="14128" y="15393"/>
                    <a:pt x="14143" y="15384"/>
                  </a:cubicBezTo>
                  <a:cubicBezTo>
                    <a:pt x="14156" y="15377"/>
                    <a:pt x="14171" y="15370"/>
                    <a:pt x="14185" y="15363"/>
                  </a:cubicBezTo>
                  <a:cubicBezTo>
                    <a:pt x="14305" y="15300"/>
                    <a:pt x="14419" y="15228"/>
                    <a:pt x="14530" y="15150"/>
                  </a:cubicBezTo>
                  <a:cubicBezTo>
                    <a:pt x="14628" y="15079"/>
                    <a:pt x="14721" y="15001"/>
                    <a:pt x="14808" y="14919"/>
                  </a:cubicBezTo>
                  <a:close/>
                  <a:moveTo>
                    <a:pt x="10176" y="17183"/>
                  </a:moveTo>
                  <a:cubicBezTo>
                    <a:pt x="10325" y="17278"/>
                    <a:pt x="10481" y="17366"/>
                    <a:pt x="10641" y="17447"/>
                  </a:cubicBezTo>
                  <a:cubicBezTo>
                    <a:pt x="10849" y="17551"/>
                    <a:pt x="11066" y="17642"/>
                    <a:pt x="11290" y="17716"/>
                  </a:cubicBezTo>
                  <a:cubicBezTo>
                    <a:pt x="11498" y="17785"/>
                    <a:pt x="11713" y="17844"/>
                    <a:pt x="11932" y="17886"/>
                  </a:cubicBezTo>
                  <a:lnTo>
                    <a:pt x="12108" y="19320"/>
                  </a:lnTo>
                  <a:cubicBezTo>
                    <a:pt x="11582" y="19254"/>
                    <a:pt x="11075" y="19127"/>
                    <a:pt x="10596" y="18944"/>
                  </a:cubicBezTo>
                  <a:cubicBezTo>
                    <a:pt x="10483" y="18902"/>
                    <a:pt x="10374" y="18855"/>
                    <a:pt x="10264" y="18806"/>
                  </a:cubicBezTo>
                  <a:cubicBezTo>
                    <a:pt x="9758" y="18579"/>
                    <a:pt x="9285" y="18289"/>
                    <a:pt x="8857" y="17944"/>
                  </a:cubicBezTo>
                  <a:lnTo>
                    <a:pt x="10176" y="17183"/>
                  </a:lnTo>
                  <a:close/>
                  <a:moveTo>
                    <a:pt x="15632" y="17183"/>
                  </a:moveTo>
                  <a:lnTo>
                    <a:pt x="16950" y="17944"/>
                  </a:lnTo>
                  <a:cubicBezTo>
                    <a:pt x="16522" y="18289"/>
                    <a:pt x="16050" y="18579"/>
                    <a:pt x="15543" y="18806"/>
                  </a:cubicBezTo>
                  <a:cubicBezTo>
                    <a:pt x="15435" y="18855"/>
                    <a:pt x="15324" y="18902"/>
                    <a:pt x="15212" y="18944"/>
                  </a:cubicBezTo>
                  <a:cubicBezTo>
                    <a:pt x="14732" y="19129"/>
                    <a:pt x="14225" y="19256"/>
                    <a:pt x="13699" y="19320"/>
                  </a:cubicBezTo>
                  <a:lnTo>
                    <a:pt x="13876" y="17886"/>
                  </a:lnTo>
                  <a:cubicBezTo>
                    <a:pt x="14096" y="17844"/>
                    <a:pt x="14310" y="17786"/>
                    <a:pt x="14517" y="17716"/>
                  </a:cubicBezTo>
                  <a:cubicBezTo>
                    <a:pt x="14741" y="17642"/>
                    <a:pt x="14959" y="17551"/>
                    <a:pt x="15166" y="17447"/>
                  </a:cubicBezTo>
                  <a:cubicBezTo>
                    <a:pt x="15326" y="17366"/>
                    <a:pt x="15482" y="17278"/>
                    <a:pt x="15632" y="17183"/>
                  </a:cubicBezTo>
                  <a:close/>
                  <a:moveTo>
                    <a:pt x="15938" y="20224"/>
                  </a:moveTo>
                  <a:lnTo>
                    <a:pt x="15938" y="20224"/>
                  </a:lnTo>
                  <a:lnTo>
                    <a:pt x="15938" y="20224"/>
                  </a:lnTo>
                  <a:close/>
                  <a:moveTo>
                    <a:pt x="21397" y="17845"/>
                  </a:moveTo>
                  <a:lnTo>
                    <a:pt x="22419" y="18434"/>
                  </a:lnTo>
                  <a:cubicBezTo>
                    <a:pt x="21944" y="19247"/>
                    <a:pt x="21370" y="19994"/>
                    <a:pt x="20711" y="20656"/>
                  </a:cubicBezTo>
                  <a:cubicBezTo>
                    <a:pt x="20695" y="20673"/>
                    <a:pt x="20676" y="20691"/>
                    <a:pt x="20659" y="20707"/>
                  </a:cubicBezTo>
                  <a:cubicBezTo>
                    <a:pt x="19996" y="21364"/>
                    <a:pt x="19251" y="21940"/>
                    <a:pt x="18439" y="22414"/>
                  </a:cubicBezTo>
                  <a:lnTo>
                    <a:pt x="17850" y="21392"/>
                  </a:lnTo>
                  <a:cubicBezTo>
                    <a:pt x="18572" y="20970"/>
                    <a:pt x="19236" y="20458"/>
                    <a:pt x="19826" y="19872"/>
                  </a:cubicBezTo>
                  <a:cubicBezTo>
                    <a:pt x="19844" y="19856"/>
                    <a:pt x="19861" y="19837"/>
                    <a:pt x="19877" y="19821"/>
                  </a:cubicBezTo>
                  <a:cubicBezTo>
                    <a:pt x="20463" y="19232"/>
                    <a:pt x="20975" y="18567"/>
                    <a:pt x="21397" y="17845"/>
                  </a:cubicBezTo>
                  <a:close/>
                  <a:moveTo>
                    <a:pt x="4412" y="17848"/>
                  </a:moveTo>
                  <a:cubicBezTo>
                    <a:pt x="4834" y="18570"/>
                    <a:pt x="5346" y="19233"/>
                    <a:pt x="5932" y="19824"/>
                  </a:cubicBezTo>
                  <a:cubicBezTo>
                    <a:pt x="5949" y="19841"/>
                    <a:pt x="5967" y="19858"/>
                    <a:pt x="5984" y="19876"/>
                  </a:cubicBezTo>
                  <a:cubicBezTo>
                    <a:pt x="6573" y="20461"/>
                    <a:pt x="7237" y="20971"/>
                    <a:pt x="7960" y="21394"/>
                  </a:cubicBezTo>
                  <a:lnTo>
                    <a:pt x="7369" y="22415"/>
                  </a:lnTo>
                  <a:cubicBezTo>
                    <a:pt x="6557" y="21941"/>
                    <a:pt x="5812" y="21366"/>
                    <a:pt x="5149" y="20708"/>
                  </a:cubicBezTo>
                  <a:cubicBezTo>
                    <a:pt x="5131" y="20692"/>
                    <a:pt x="5115" y="20673"/>
                    <a:pt x="5097" y="20657"/>
                  </a:cubicBezTo>
                  <a:cubicBezTo>
                    <a:pt x="4440" y="19994"/>
                    <a:pt x="3864" y="19248"/>
                    <a:pt x="3391" y="18437"/>
                  </a:cubicBezTo>
                  <a:lnTo>
                    <a:pt x="4412" y="17848"/>
                  </a:lnTo>
                  <a:close/>
                  <a:moveTo>
                    <a:pt x="22652" y="13288"/>
                  </a:moveTo>
                  <a:lnTo>
                    <a:pt x="22652" y="13288"/>
                  </a:lnTo>
                  <a:cubicBezTo>
                    <a:pt x="22623" y="14011"/>
                    <a:pt x="22517" y="14715"/>
                    <a:pt x="22338" y="15389"/>
                  </a:cubicBezTo>
                  <a:cubicBezTo>
                    <a:pt x="22332" y="15413"/>
                    <a:pt x="22326" y="15437"/>
                    <a:pt x="22320" y="15461"/>
                  </a:cubicBezTo>
                  <a:cubicBezTo>
                    <a:pt x="22099" y="16267"/>
                    <a:pt x="21779" y="17035"/>
                    <a:pt x="21370" y="17745"/>
                  </a:cubicBezTo>
                  <a:cubicBezTo>
                    <a:pt x="21358" y="17767"/>
                    <a:pt x="21346" y="17787"/>
                    <a:pt x="21332" y="17808"/>
                  </a:cubicBezTo>
                  <a:cubicBezTo>
                    <a:pt x="20913" y="18525"/>
                    <a:pt x="20407" y="19182"/>
                    <a:pt x="19825" y="19768"/>
                  </a:cubicBezTo>
                  <a:cubicBezTo>
                    <a:pt x="19808" y="19786"/>
                    <a:pt x="19790" y="19803"/>
                    <a:pt x="19773" y="19820"/>
                  </a:cubicBezTo>
                  <a:cubicBezTo>
                    <a:pt x="19188" y="20402"/>
                    <a:pt x="18529" y="20908"/>
                    <a:pt x="17813" y="21327"/>
                  </a:cubicBezTo>
                  <a:cubicBezTo>
                    <a:pt x="17792" y="21341"/>
                    <a:pt x="17771" y="21352"/>
                    <a:pt x="17750" y="21364"/>
                  </a:cubicBezTo>
                  <a:cubicBezTo>
                    <a:pt x="17039" y="21772"/>
                    <a:pt x="16273" y="22094"/>
                    <a:pt x="15466" y="22314"/>
                  </a:cubicBezTo>
                  <a:cubicBezTo>
                    <a:pt x="15443" y="22321"/>
                    <a:pt x="15418" y="22327"/>
                    <a:pt x="15394" y="22333"/>
                  </a:cubicBezTo>
                  <a:cubicBezTo>
                    <a:pt x="14719" y="22512"/>
                    <a:pt x="14016" y="22618"/>
                    <a:pt x="13293" y="22647"/>
                  </a:cubicBezTo>
                  <a:lnTo>
                    <a:pt x="13681" y="19483"/>
                  </a:lnTo>
                  <a:cubicBezTo>
                    <a:pt x="14242" y="19418"/>
                    <a:pt x="14783" y="19283"/>
                    <a:pt x="15293" y="19084"/>
                  </a:cubicBezTo>
                  <a:lnTo>
                    <a:pt x="15938" y="20224"/>
                  </a:lnTo>
                  <a:lnTo>
                    <a:pt x="15588" y="18962"/>
                  </a:lnTo>
                  <a:cubicBezTo>
                    <a:pt x="16135" y="18718"/>
                    <a:pt x="16645" y="18404"/>
                    <a:pt x="17101" y="18030"/>
                  </a:cubicBezTo>
                  <a:lnTo>
                    <a:pt x="19313" y="19309"/>
                  </a:lnTo>
                  <a:lnTo>
                    <a:pt x="18034" y="17097"/>
                  </a:lnTo>
                  <a:cubicBezTo>
                    <a:pt x="18409" y="16639"/>
                    <a:pt x="18722" y="16131"/>
                    <a:pt x="18966" y="15584"/>
                  </a:cubicBezTo>
                  <a:lnTo>
                    <a:pt x="20228" y="15934"/>
                  </a:lnTo>
                  <a:lnTo>
                    <a:pt x="20228" y="15934"/>
                  </a:lnTo>
                  <a:lnTo>
                    <a:pt x="19088" y="15289"/>
                  </a:lnTo>
                  <a:cubicBezTo>
                    <a:pt x="19286" y="14779"/>
                    <a:pt x="19422" y="14238"/>
                    <a:pt x="19488" y="13676"/>
                  </a:cubicBezTo>
                  <a:lnTo>
                    <a:pt x="22652" y="13288"/>
                  </a:lnTo>
                  <a:close/>
                  <a:moveTo>
                    <a:pt x="3158" y="13289"/>
                  </a:moveTo>
                  <a:lnTo>
                    <a:pt x="6323" y="13677"/>
                  </a:lnTo>
                  <a:cubicBezTo>
                    <a:pt x="6386" y="14239"/>
                    <a:pt x="6523" y="14780"/>
                    <a:pt x="6720" y="15289"/>
                  </a:cubicBezTo>
                  <a:lnTo>
                    <a:pt x="5580" y="15934"/>
                  </a:lnTo>
                  <a:lnTo>
                    <a:pt x="5580" y="15934"/>
                  </a:lnTo>
                  <a:lnTo>
                    <a:pt x="6843" y="15584"/>
                  </a:lnTo>
                  <a:cubicBezTo>
                    <a:pt x="7087" y="16131"/>
                    <a:pt x="7400" y="16641"/>
                    <a:pt x="7775" y="17097"/>
                  </a:cubicBezTo>
                  <a:lnTo>
                    <a:pt x="6495" y="19309"/>
                  </a:lnTo>
                  <a:lnTo>
                    <a:pt x="8708" y="18030"/>
                  </a:lnTo>
                  <a:cubicBezTo>
                    <a:pt x="9166" y="18404"/>
                    <a:pt x="9673" y="18718"/>
                    <a:pt x="10220" y="18961"/>
                  </a:cubicBezTo>
                  <a:lnTo>
                    <a:pt x="9871" y="20224"/>
                  </a:lnTo>
                  <a:lnTo>
                    <a:pt x="10516" y="19084"/>
                  </a:lnTo>
                  <a:cubicBezTo>
                    <a:pt x="11027" y="19281"/>
                    <a:pt x="11567" y="19418"/>
                    <a:pt x="12129" y="19484"/>
                  </a:cubicBezTo>
                  <a:lnTo>
                    <a:pt x="12518" y="22648"/>
                  </a:lnTo>
                  <a:cubicBezTo>
                    <a:pt x="11794" y="22619"/>
                    <a:pt x="11090" y="22513"/>
                    <a:pt x="10415" y="22334"/>
                  </a:cubicBezTo>
                  <a:cubicBezTo>
                    <a:pt x="10392" y="22328"/>
                    <a:pt x="10368" y="22322"/>
                    <a:pt x="10344" y="22315"/>
                  </a:cubicBezTo>
                  <a:cubicBezTo>
                    <a:pt x="9537" y="22095"/>
                    <a:pt x="8769" y="21775"/>
                    <a:pt x="8061" y="21365"/>
                  </a:cubicBezTo>
                  <a:cubicBezTo>
                    <a:pt x="8038" y="21353"/>
                    <a:pt x="8017" y="21342"/>
                    <a:pt x="7997" y="21328"/>
                  </a:cubicBezTo>
                  <a:cubicBezTo>
                    <a:pt x="7280" y="20909"/>
                    <a:pt x="6622" y="20403"/>
                    <a:pt x="6036" y="19821"/>
                  </a:cubicBezTo>
                  <a:cubicBezTo>
                    <a:pt x="6019" y="19804"/>
                    <a:pt x="6002" y="19786"/>
                    <a:pt x="5985" y="19769"/>
                  </a:cubicBezTo>
                  <a:cubicBezTo>
                    <a:pt x="5404" y="19183"/>
                    <a:pt x="4896" y="18525"/>
                    <a:pt x="4477" y="17809"/>
                  </a:cubicBezTo>
                  <a:cubicBezTo>
                    <a:pt x="4465" y="17788"/>
                    <a:pt x="4453" y="17767"/>
                    <a:pt x="4440" y="17746"/>
                  </a:cubicBezTo>
                  <a:cubicBezTo>
                    <a:pt x="4033" y="17035"/>
                    <a:pt x="3712" y="16268"/>
                    <a:pt x="3491" y="15462"/>
                  </a:cubicBezTo>
                  <a:cubicBezTo>
                    <a:pt x="3485" y="15438"/>
                    <a:pt x="3478" y="15414"/>
                    <a:pt x="3471" y="15390"/>
                  </a:cubicBezTo>
                  <a:cubicBezTo>
                    <a:pt x="3294" y="14715"/>
                    <a:pt x="3187" y="14012"/>
                    <a:pt x="3158" y="13289"/>
                  </a:cubicBezTo>
                  <a:close/>
                  <a:moveTo>
                    <a:pt x="8021" y="21430"/>
                  </a:moveTo>
                  <a:cubicBezTo>
                    <a:pt x="8737" y="21842"/>
                    <a:pt x="9509" y="22166"/>
                    <a:pt x="10323" y="22386"/>
                  </a:cubicBezTo>
                  <a:lnTo>
                    <a:pt x="10019" y="23526"/>
                  </a:lnTo>
                  <a:cubicBezTo>
                    <a:pt x="9105" y="23277"/>
                    <a:pt x="8237" y="22915"/>
                    <a:pt x="7432" y="22452"/>
                  </a:cubicBezTo>
                  <a:lnTo>
                    <a:pt x="8021" y="21430"/>
                  </a:lnTo>
                  <a:close/>
                  <a:moveTo>
                    <a:pt x="17786" y="21431"/>
                  </a:moveTo>
                  <a:lnTo>
                    <a:pt x="18375" y="22453"/>
                  </a:lnTo>
                  <a:cubicBezTo>
                    <a:pt x="17571" y="22915"/>
                    <a:pt x="16704" y="23277"/>
                    <a:pt x="15790" y="23526"/>
                  </a:cubicBezTo>
                  <a:lnTo>
                    <a:pt x="15484" y="22388"/>
                  </a:lnTo>
                  <a:cubicBezTo>
                    <a:pt x="16297" y="22166"/>
                    <a:pt x="17070" y="21843"/>
                    <a:pt x="17786" y="21431"/>
                  </a:cubicBezTo>
                  <a:close/>
                  <a:moveTo>
                    <a:pt x="10396" y="22406"/>
                  </a:moveTo>
                  <a:cubicBezTo>
                    <a:pt x="11081" y="22587"/>
                    <a:pt x="11794" y="22695"/>
                    <a:pt x="12526" y="22724"/>
                  </a:cubicBezTo>
                  <a:lnTo>
                    <a:pt x="12673" y="23907"/>
                  </a:lnTo>
                  <a:cubicBezTo>
                    <a:pt x="11781" y="23887"/>
                    <a:pt x="10917" y="23763"/>
                    <a:pt x="10090" y="23545"/>
                  </a:cubicBezTo>
                  <a:lnTo>
                    <a:pt x="10396" y="22406"/>
                  </a:lnTo>
                  <a:close/>
                  <a:moveTo>
                    <a:pt x="15413" y="22406"/>
                  </a:moveTo>
                  <a:lnTo>
                    <a:pt x="15718" y="23545"/>
                  </a:lnTo>
                  <a:cubicBezTo>
                    <a:pt x="14892" y="23763"/>
                    <a:pt x="14026" y="23887"/>
                    <a:pt x="13137" y="23907"/>
                  </a:cubicBezTo>
                  <a:lnTo>
                    <a:pt x="13282" y="22724"/>
                  </a:lnTo>
                  <a:cubicBezTo>
                    <a:pt x="14016" y="22695"/>
                    <a:pt x="14729" y="22587"/>
                    <a:pt x="15413" y="22406"/>
                  </a:cubicBezTo>
                  <a:close/>
                  <a:moveTo>
                    <a:pt x="12780" y="15671"/>
                  </a:moveTo>
                  <a:cubicBezTo>
                    <a:pt x="12794" y="15671"/>
                    <a:pt x="12809" y="15672"/>
                    <a:pt x="12823" y="15672"/>
                  </a:cubicBezTo>
                  <a:lnTo>
                    <a:pt x="12823" y="17278"/>
                  </a:lnTo>
                  <a:lnTo>
                    <a:pt x="12824" y="17278"/>
                  </a:lnTo>
                  <a:lnTo>
                    <a:pt x="12824" y="17519"/>
                  </a:lnTo>
                  <a:lnTo>
                    <a:pt x="12824" y="17898"/>
                  </a:lnTo>
                  <a:lnTo>
                    <a:pt x="12824" y="17978"/>
                  </a:lnTo>
                  <a:lnTo>
                    <a:pt x="12824" y="19368"/>
                  </a:lnTo>
                  <a:lnTo>
                    <a:pt x="12824" y="19448"/>
                  </a:lnTo>
                  <a:lnTo>
                    <a:pt x="12824" y="19528"/>
                  </a:lnTo>
                  <a:lnTo>
                    <a:pt x="12824" y="22654"/>
                  </a:lnTo>
                  <a:lnTo>
                    <a:pt x="12824" y="22728"/>
                  </a:lnTo>
                  <a:lnTo>
                    <a:pt x="12824" y="23907"/>
                  </a:lnTo>
                  <a:lnTo>
                    <a:pt x="12824" y="23980"/>
                  </a:lnTo>
                  <a:lnTo>
                    <a:pt x="12824" y="24484"/>
                  </a:lnTo>
                  <a:lnTo>
                    <a:pt x="12762" y="23979"/>
                  </a:lnTo>
                  <a:lnTo>
                    <a:pt x="12753" y="23905"/>
                  </a:lnTo>
                  <a:lnTo>
                    <a:pt x="12608" y="22721"/>
                  </a:lnTo>
                  <a:lnTo>
                    <a:pt x="12598" y="22648"/>
                  </a:lnTo>
                  <a:lnTo>
                    <a:pt x="12210" y="19492"/>
                  </a:lnTo>
                  <a:lnTo>
                    <a:pt x="12200" y="19409"/>
                  </a:lnTo>
                  <a:lnTo>
                    <a:pt x="12190" y="19327"/>
                  </a:lnTo>
                  <a:lnTo>
                    <a:pt x="12014" y="17897"/>
                  </a:lnTo>
                  <a:lnTo>
                    <a:pt x="12004" y="17813"/>
                  </a:lnTo>
                  <a:lnTo>
                    <a:pt x="11954" y="17417"/>
                  </a:lnTo>
                  <a:lnTo>
                    <a:pt x="11924" y="17163"/>
                  </a:lnTo>
                  <a:lnTo>
                    <a:pt x="11866" y="16693"/>
                  </a:lnTo>
                  <a:lnTo>
                    <a:pt x="11809" y="16231"/>
                  </a:lnTo>
                  <a:lnTo>
                    <a:pt x="12282" y="15960"/>
                  </a:lnTo>
                  <a:lnTo>
                    <a:pt x="12780" y="15671"/>
                  </a:lnTo>
                  <a:close/>
                  <a:moveTo>
                    <a:pt x="12902" y="1"/>
                  </a:moveTo>
                  <a:lnTo>
                    <a:pt x="12679" y="1819"/>
                  </a:lnTo>
                  <a:cubicBezTo>
                    <a:pt x="12441" y="1824"/>
                    <a:pt x="12206" y="1837"/>
                    <a:pt x="11973" y="1857"/>
                  </a:cubicBezTo>
                  <a:lnTo>
                    <a:pt x="11943" y="1514"/>
                  </a:lnTo>
                  <a:lnTo>
                    <a:pt x="11870" y="1522"/>
                  </a:lnTo>
                  <a:lnTo>
                    <a:pt x="11900" y="1862"/>
                  </a:lnTo>
                  <a:cubicBezTo>
                    <a:pt x="11601" y="1889"/>
                    <a:pt x="11306" y="1927"/>
                    <a:pt x="11014" y="1978"/>
                  </a:cubicBezTo>
                  <a:lnTo>
                    <a:pt x="10955" y="1641"/>
                  </a:lnTo>
                  <a:lnTo>
                    <a:pt x="10882" y="1654"/>
                  </a:lnTo>
                  <a:lnTo>
                    <a:pt x="10941" y="1991"/>
                  </a:lnTo>
                  <a:cubicBezTo>
                    <a:pt x="10646" y="2044"/>
                    <a:pt x="10356" y="2107"/>
                    <a:pt x="10069" y="2183"/>
                  </a:cubicBezTo>
                  <a:lnTo>
                    <a:pt x="9982" y="1854"/>
                  </a:lnTo>
                  <a:lnTo>
                    <a:pt x="9911" y="1873"/>
                  </a:lnTo>
                  <a:lnTo>
                    <a:pt x="9998" y="2203"/>
                  </a:lnTo>
                  <a:cubicBezTo>
                    <a:pt x="9709" y="2281"/>
                    <a:pt x="9426" y="2373"/>
                    <a:pt x="9147" y="2473"/>
                  </a:cubicBezTo>
                  <a:lnTo>
                    <a:pt x="9030" y="2152"/>
                  </a:lnTo>
                  <a:lnTo>
                    <a:pt x="8960" y="2178"/>
                  </a:lnTo>
                  <a:lnTo>
                    <a:pt x="9078" y="2499"/>
                  </a:lnTo>
                  <a:cubicBezTo>
                    <a:pt x="8798" y="2602"/>
                    <a:pt x="8522" y="2716"/>
                    <a:pt x="8253" y="2840"/>
                  </a:cubicBezTo>
                  <a:lnTo>
                    <a:pt x="8108" y="2530"/>
                  </a:lnTo>
                  <a:lnTo>
                    <a:pt x="8041" y="2561"/>
                  </a:lnTo>
                  <a:lnTo>
                    <a:pt x="8185" y="2871"/>
                  </a:lnTo>
                  <a:cubicBezTo>
                    <a:pt x="7916" y="2999"/>
                    <a:pt x="7650" y="3136"/>
                    <a:pt x="7393" y="3284"/>
                  </a:cubicBezTo>
                  <a:lnTo>
                    <a:pt x="7222" y="2988"/>
                  </a:lnTo>
                  <a:lnTo>
                    <a:pt x="7159" y="3025"/>
                  </a:lnTo>
                  <a:lnTo>
                    <a:pt x="7330" y="3323"/>
                  </a:lnTo>
                  <a:cubicBezTo>
                    <a:pt x="7072" y="3474"/>
                    <a:pt x="6823" y="3635"/>
                    <a:pt x="6578" y="3805"/>
                  </a:cubicBezTo>
                  <a:lnTo>
                    <a:pt x="6380" y="3521"/>
                  </a:lnTo>
                  <a:lnTo>
                    <a:pt x="6319" y="3564"/>
                  </a:lnTo>
                  <a:lnTo>
                    <a:pt x="6518" y="3848"/>
                  </a:lnTo>
                  <a:cubicBezTo>
                    <a:pt x="6274" y="4019"/>
                    <a:pt x="6038" y="4201"/>
                    <a:pt x="5809" y="4392"/>
                  </a:cubicBezTo>
                  <a:lnTo>
                    <a:pt x="5586" y="4127"/>
                  </a:lnTo>
                  <a:lnTo>
                    <a:pt x="5530" y="4174"/>
                  </a:lnTo>
                  <a:lnTo>
                    <a:pt x="5753" y="4439"/>
                  </a:lnTo>
                  <a:cubicBezTo>
                    <a:pt x="5526" y="4632"/>
                    <a:pt x="5306" y="4831"/>
                    <a:pt x="5094" y="5042"/>
                  </a:cubicBezTo>
                  <a:lnTo>
                    <a:pt x="4849" y="4797"/>
                  </a:lnTo>
                  <a:lnTo>
                    <a:pt x="4797" y="4849"/>
                  </a:lnTo>
                  <a:lnTo>
                    <a:pt x="5043" y="5094"/>
                  </a:lnTo>
                  <a:cubicBezTo>
                    <a:pt x="4832" y="5305"/>
                    <a:pt x="4632" y="5526"/>
                    <a:pt x="4440" y="5753"/>
                  </a:cubicBezTo>
                  <a:lnTo>
                    <a:pt x="4174" y="5530"/>
                  </a:lnTo>
                  <a:lnTo>
                    <a:pt x="4127" y="5587"/>
                  </a:lnTo>
                  <a:lnTo>
                    <a:pt x="4393" y="5810"/>
                  </a:lnTo>
                  <a:cubicBezTo>
                    <a:pt x="4202" y="6038"/>
                    <a:pt x="4019" y="6274"/>
                    <a:pt x="3848" y="6517"/>
                  </a:cubicBezTo>
                  <a:lnTo>
                    <a:pt x="3564" y="6319"/>
                  </a:lnTo>
                  <a:lnTo>
                    <a:pt x="3522" y="6379"/>
                  </a:lnTo>
                  <a:lnTo>
                    <a:pt x="3806" y="6578"/>
                  </a:lnTo>
                  <a:cubicBezTo>
                    <a:pt x="3635" y="6822"/>
                    <a:pt x="3474" y="7072"/>
                    <a:pt x="3323" y="7330"/>
                  </a:cubicBezTo>
                  <a:lnTo>
                    <a:pt x="3026" y="7158"/>
                  </a:lnTo>
                  <a:lnTo>
                    <a:pt x="2987" y="7222"/>
                  </a:lnTo>
                  <a:lnTo>
                    <a:pt x="3285" y="7393"/>
                  </a:lnTo>
                  <a:cubicBezTo>
                    <a:pt x="3136" y="7651"/>
                    <a:pt x="3000" y="7915"/>
                    <a:pt x="2872" y="8185"/>
                  </a:cubicBezTo>
                  <a:lnTo>
                    <a:pt x="2561" y="8039"/>
                  </a:lnTo>
                  <a:lnTo>
                    <a:pt x="2530" y="8106"/>
                  </a:lnTo>
                  <a:lnTo>
                    <a:pt x="2841" y="8251"/>
                  </a:lnTo>
                  <a:cubicBezTo>
                    <a:pt x="2716" y="8520"/>
                    <a:pt x="2603" y="8795"/>
                    <a:pt x="2499" y="9076"/>
                  </a:cubicBezTo>
                  <a:lnTo>
                    <a:pt x="2178" y="8958"/>
                  </a:lnTo>
                  <a:lnTo>
                    <a:pt x="2152" y="9029"/>
                  </a:lnTo>
                  <a:lnTo>
                    <a:pt x="2474" y="9146"/>
                  </a:lnTo>
                  <a:cubicBezTo>
                    <a:pt x="2373" y="9425"/>
                    <a:pt x="2281" y="9709"/>
                    <a:pt x="2202" y="9997"/>
                  </a:cubicBezTo>
                  <a:lnTo>
                    <a:pt x="1873" y="9910"/>
                  </a:lnTo>
                  <a:lnTo>
                    <a:pt x="1855" y="9980"/>
                  </a:lnTo>
                  <a:lnTo>
                    <a:pt x="2183" y="10068"/>
                  </a:lnTo>
                  <a:cubicBezTo>
                    <a:pt x="2107" y="10354"/>
                    <a:pt x="2043" y="10645"/>
                    <a:pt x="1991" y="10939"/>
                  </a:cubicBezTo>
                  <a:lnTo>
                    <a:pt x="1654" y="10881"/>
                  </a:lnTo>
                  <a:lnTo>
                    <a:pt x="1641" y="10953"/>
                  </a:lnTo>
                  <a:lnTo>
                    <a:pt x="1978" y="11012"/>
                  </a:lnTo>
                  <a:cubicBezTo>
                    <a:pt x="1928" y="11304"/>
                    <a:pt x="1889" y="11599"/>
                    <a:pt x="1862" y="11898"/>
                  </a:cubicBezTo>
                  <a:lnTo>
                    <a:pt x="1521" y="11869"/>
                  </a:lnTo>
                  <a:lnTo>
                    <a:pt x="1515" y="11942"/>
                  </a:lnTo>
                  <a:lnTo>
                    <a:pt x="1857" y="11972"/>
                  </a:lnTo>
                  <a:cubicBezTo>
                    <a:pt x="1837" y="12205"/>
                    <a:pt x="1825" y="12440"/>
                    <a:pt x="1820" y="12677"/>
                  </a:cubicBezTo>
                  <a:lnTo>
                    <a:pt x="1" y="12901"/>
                  </a:lnTo>
                  <a:lnTo>
                    <a:pt x="1820" y="13124"/>
                  </a:lnTo>
                  <a:cubicBezTo>
                    <a:pt x="1825" y="13361"/>
                    <a:pt x="1837" y="13595"/>
                    <a:pt x="1857" y="13829"/>
                  </a:cubicBezTo>
                  <a:lnTo>
                    <a:pt x="1515" y="13858"/>
                  </a:lnTo>
                  <a:lnTo>
                    <a:pt x="1521" y="13933"/>
                  </a:lnTo>
                  <a:lnTo>
                    <a:pt x="1862" y="13903"/>
                  </a:lnTo>
                  <a:cubicBezTo>
                    <a:pt x="1889" y="14202"/>
                    <a:pt x="1928" y="14497"/>
                    <a:pt x="1978" y="14789"/>
                  </a:cubicBezTo>
                  <a:lnTo>
                    <a:pt x="1641" y="14848"/>
                  </a:lnTo>
                  <a:lnTo>
                    <a:pt x="1654" y="14920"/>
                  </a:lnTo>
                  <a:lnTo>
                    <a:pt x="1991" y="14861"/>
                  </a:lnTo>
                  <a:cubicBezTo>
                    <a:pt x="2043" y="15156"/>
                    <a:pt x="2107" y="15446"/>
                    <a:pt x="2183" y="15733"/>
                  </a:cubicBezTo>
                  <a:lnTo>
                    <a:pt x="1855" y="15821"/>
                  </a:lnTo>
                  <a:lnTo>
                    <a:pt x="1873" y="15891"/>
                  </a:lnTo>
                  <a:lnTo>
                    <a:pt x="2202" y="15803"/>
                  </a:lnTo>
                  <a:cubicBezTo>
                    <a:pt x="2281" y="16092"/>
                    <a:pt x="2373" y="16376"/>
                    <a:pt x="2474" y="16654"/>
                  </a:cubicBezTo>
                  <a:lnTo>
                    <a:pt x="2152" y="16772"/>
                  </a:lnTo>
                  <a:lnTo>
                    <a:pt x="2178" y="16842"/>
                  </a:lnTo>
                  <a:lnTo>
                    <a:pt x="2499" y="16725"/>
                  </a:lnTo>
                  <a:cubicBezTo>
                    <a:pt x="2603" y="17004"/>
                    <a:pt x="2717" y="17281"/>
                    <a:pt x="2841" y="17550"/>
                  </a:cubicBezTo>
                  <a:lnTo>
                    <a:pt x="2530" y="17694"/>
                  </a:lnTo>
                  <a:lnTo>
                    <a:pt x="2561" y="17761"/>
                  </a:lnTo>
                  <a:lnTo>
                    <a:pt x="2872" y="17617"/>
                  </a:lnTo>
                  <a:cubicBezTo>
                    <a:pt x="3000" y="17886"/>
                    <a:pt x="3136" y="18152"/>
                    <a:pt x="3285" y="18408"/>
                  </a:cubicBezTo>
                  <a:lnTo>
                    <a:pt x="2987" y="18581"/>
                  </a:lnTo>
                  <a:lnTo>
                    <a:pt x="3026" y="18644"/>
                  </a:lnTo>
                  <a:lnTo>
                    <a:pt x="3323" y="18472"/>
                  </a:lnTo>
                  <a:cubicBezTo>
                    <a:pt x="3474" y="18730"/>
                    <a:pt x="3635" y="18980"/>
                    <a:pt x="3806" y="19223"/>
                  </a:cubicBezTo>
                  <a:lnTo>
                    <a:pt x="3522" y="19423"/>
                  </a:lnTo>
                  <a:lnTo>
                    <a:pt x="3564" y="19483"/>
                  </a:lnTo>
                  <a:lnTo>
                    <a:pt x="3848" y="19284"/>
                  </a:lnTo>
                  <a:cubicBezTo>
                    <a:pt x="4019" y="19528"/>
                    <a:pt x="4202" y="19764"/>
                    <a:pt x="4393" y="19992"/>
                  </a:cubicBezTo>
                  <a:lnTo>
                    <a:pt x="4127" y="20216"/>
                  </a:lnTo>
                  <a:lnTo>
                    <a:pt x="4174" y="20273"/>
                  </a:lnTo>
                  <a:lnTo>
                    <a:pt x="4440" y="20049"/>
                  </a:lnTo>
                  <a:cubicBezTo>
                    <a:pt x="4632" y="20276"/>
                    <a:pt x="4832" y="20497"/>
                    <a:pt x="5043" y="20708"/>
                  </a:cubicBezTo>
                  <a:lnTo>
                    <a:pt x="4797" y="20954"/>
                  </a:lnTo>
                  <a:lnTo>
                    <a:pt x="4849" y="21005"/>
                  </a:lnTo>
                  <a:lnTo>
                    <a:pt x="5094" y="20760"/>
                  </a:lnTo>
                  <a:cubicBezTo>
                    <a:pt x="5306" y="20970"/>
                    <a:pt x="5526" y="21170"/>
                    <a:pt x="5753" y="21362"/>
                  </a:cubicBezTo>
                  <a:lnTo>
                    <a:pt x="5530" y="21627"/>
                  </a:lnTo>
                  <a:lnTo>
                    <a:pt x="5586" y="21676"/>
                  </a:lnTo>
                  <a:lnTo>
                    <a:pt x="5809" y="21410"/>
                  </a:lnTo>
                  <a:cubicBezTo>
                    <a:pt x="6038" y="21601"/>
                    <a:pt x="6274" y="21782"/>
                    <a:pt x="6518" y="21955"/>
                  </a:cubicBezTo>
                  <a:lnTo>
                    <a:pt x="6319" y="22238"/>
                  </a:lnTo>
                  <a:lnTo>
                    <a:pt x="6380" y="22281"/>
                  </a:lnTo>
                  <a:lnTo>
                    <a:pt x="6578" y="21997"/>
                  </a:lnTo>
                  <a:cubicBezTo>
                    <a:pt x="6823" y="22167"/>
                    <a:pt x="7072" y="22328"/>
                    <a:pt x="7330" y="22479"/>
                  </a:cubicBezTo>
                  <a:lnTo>
                    <a:pt x="7159" y="22777"/>
                  </a:lnTo>
                  <a:lnTo>
                    <a:pt x="7222" y="22814"/>
                  </a:lnTo>
                  <a:lnTo>
                    <a:pt x="7393" y="22518"/>
                  </a:lnTo>
                  <a:cubicBezTo>
                    <a:pt x="7651" y="22666"/>
                    <a:pt x="7916" y="22803"/>
                    <a:pt x="8185" y="22931"/>
                  </a:cubicBezTo>
                  <a:lnTo>
                    <a:pt x="8041" y="23241"/>
                  </a:lnTo>
                  <a:lnTo>
                    <a:pt x="8108" y="23272"/>
                  </a:lnTo>
                  <a:lnTo>
                    <a:pt x="8253" y="22962"/>
                  </a:lnTo>
                  <a:cubicBezTo>
                    <a:pt x="8522" y="23086"/>
                    <a:pt x="8796" y="23200"/>
                    <a:pt x="9078" y="23303"/>
                  </a:cubicBezTo>
                  <a:lnTo>
                    <a:pt x="8960" y="23624"/>
                  </a:lnTo>
                  <a:lnTo>
                    <a:pt x="9030" y="23650"/>
                  </a:lnTo>
                  <a:lnTo>
                    <a:pt x="9147" y="23329"/>
                  </a:lnTo>
                  <a:cubicBezTo>
                    <a:pt x="9426" y="23430"/>
                    <a:pt x="9709" y="23521"/>
                    <a:pt x="9998" y="23600"/>
                  </a:cubicBezTo>
                  <a:lnTo>
                    <a:pt x="9911" y="23928"/>
                  </a:lnTo>
                  <a:lnTo>
                    <a:pt x="9982" y="23948"/>
                  </a:lnTo>
                  <a:lnTo>
                    <a:pt x="10069" y="23619"/>
                  </a:lnTo>
                  <a:cubicBezTo>
                    <a:pt x="10356" y="23695"/>
                    <a:pt x="10647" y="23758"/>
                    <a:pt x="10941" y="23812"/>
                  </a:cubicBezTo>
                  <a:lnTo>
                    <a:pt x="10882" y="24148"/>
                  </a:lnTo>
                  <a:lnTo>
                    <a:pt x="10955" y="24160"/>
                  </a:lnTo>
                  <a:lnTo>
                    <a:pt x="11014" y="23824"/>
                  </a:lnTo>
                  <a:cubicBezTo>
                    <a:pt x="11306" y="23875"/>
                    <a:pt x="11601" y="23913"/>
                    <a:pt x="11900" y="23941"/>
                  </a:cubicBezTo>
                  <a:lnTo>
                    <a:pt x="11870" y="24281"/>
                  </a:lnTo>
                  <a:lnTo>
                    <a:pt x="11943" y="24287"/>
                  </a:lnTo>
                  <a:lnTo>
                    <a:pt x="11973" y="23946"/>
                  </a:lnTo>
                  <a:cubicBezTo>
                    <a:pt x="12206" y="23964"/>
                    <a:pt x="12441" y="23978"/>
                    <a:pt x="12679" y="23983"/>
                  </a:cubicBezTo>
                  <a:lnTo>
                    <a:pt x="12902" y="25801"/>
                  </a:lnTo>
                  <a:lnTo>
                    <a:pt x="13125" y="23983"/>
                  </a:lnTo>
                  <a:cubicBezTo>
                    <a:pt x="13362" y="23978"/>
                    <a:pt x="13597" y="23964"/>
                    <a:pt x="13830" y="23946"/>
                  </a:cubicBezTo>
                  <a:lnTo>
                    <a:pt x="13860" y="24287"/>
                  </a:lnTo>
                  <a:lnTo>
                    <a:pt x="13933" y="24281"/>
                  </a:lnTo>
                  <a:lnTo>
                    <a:pt x="13903" y="23941"/>
                  </a:lnTo>
                  <a:cubicBezTo>
                    <a:pt x="14203" y="23913"/>
                    <a:pt x="14499" y="23875"/>
                    <a:pt x="14790" y="23824"/>
                  </a:cubicBezTo>
                  <a:lnTo>
                    <a:pt x="14850" y="24160"/>
                  </a:lnTo>
                  <a:lnTo>
                    <a:pt x="14922" y="24148"/>
                  </a:lnTo>
                  <a:lnTo>
                    <a:pt x="14862" y="23812"/>
                  </a:lnTo>
                  <a:cubicBezTo>
                    <a:pt x="15157" y="23758"/>
                    <a:pt x="15448" y="23695"/>
                    <a:pt x="15734" y="23619"/>
                  </a:cubicBezTo>
                  <a:lnTo>
                    <a:pt x="15822" y="23948"/>
                  </a:lnTo>
                  <a:lnTo>
                    <a:pt x="15893" y="23928"/>
                  </a:lnTo>
                  <a:lnTo>
                    <a:pt x="15805" y="23600"/>
                  </a:lnTo>
                  <a:cubicBezTo>
                    <a:pt x="16094" y="23521"/>
                    <a:pt x="16378" y="23430"/>
                    <a:pt x="16656" y="23329"/>
                  </a:cubicBezTo>
                  <a:lnTo>
                    <a:pt x="16774" y="23650"/>
                  </a:lnTo>
                  <a:lnTo>
                    <a:pt x="16843" y="23624"/>
                  </a:lnTo>
                  <a:lnTo>
                    <a:pt x="16725" y="23303"/>
                  </a:lnTo>
                  <a:cubicBezTo>
                    <a:pt x="17006" y="23200"/>
                    <a:pt x="17281" y="23085"/>
                    <a:pt x="17551" y="22962"/>
                  </a:cubicBezTo>
                  <a:lnTo>
                    <a:pt x="17695" y="23272"/>
                  </a:lnTo>
                  <a:lnTo>
                    <a:pt x="17762" y="23241"/>
                  </a:lnTo>
                  <a:lnTo>
                    <a:pt x="17618" y="22931"/>
                  </a:lnTo>
                  <a:cubicBezTo>
                    <a:pt x="17888" y="22803"/>
                    <a:pt x="18153" y="22666"/>
                    <a:pt x="18410" y="22518"/>
                  </a:cubicBezTo>
                  <a:lnTo>
                    <a:pt x="18581" y="22814"/>
                  </a:lnTo>
                  <a:lnTo>
                    <a:pt x="18644" y="22777"/>
                  </a:lnTo>
                  <a:lnTo>
                    <a:pt x="18473" y="22479"/>
                  </a:lnTo>
                  <a:cubicBezTo>
                    <a:pt x="18731" y="22328"/>
                    <a:pt x="18982" y="22167"/>
                    <a:pt x="19225" y="21997"/>
                  </a:cubicBezTo>
                  <a:lnTo>
                    <a:pt x="19423" y="22281"/>
                  </a:lnTo>
                  <a:lnTo>
                    <a:pt x="19484" y="22238"/>
                  </a:lnTo>
                  <a:lnTo>
                    <a:pt x="19286" y="21955"/>
                  </a:lnTo>
                  <a:cubicBezTo>
                    <a:pt x="19530" y="21782"/>
                    <a:pt x="19766" y="21601"/>
                    <a:pt x="19994" y="21410"/>
                  </a:cubicBezTo>
                  <a:lnTo>
                    <a:pt x="20217" y="21676"/>
                  </a:lnTo>
                  <a:lnTo>
                    <a:pt x="20274" y="21627"/>
                  </a:lnTo>
                  <a:lnTo>
                    <a:pt x="20051" y="21362"/>
                  </a:lnTo>
                  <a:cubicBezTo>
                    <a:pt x="20278" y="21170"/>
                    <a:pt x="20498" y="20970"/>
                    <a:pt x="20710" y="20760"/>
                  </a:cubicBezTo>
                  <a:lnTo>
                    <a:pt x="20955" y="21005"/>
                  </a:lnTo>
                  <a:lnTo>
                    <a:pt x="21006" y="20954"/>
                  </a:lnTo>
                  <a:lnTo>
                    <a:pt x="20762" y="20708"/>
                  </a:lnTo>
                  <a:cubicBezTo>
                    <a:pt x="20971" y="20497"/>
                    <a:pt x="21171" y="20276"/>
                    <a:pt x="21363" y="20049"/>
                  </a:cubicBezTo>
                  <a:lnTo>
                    <a:pt x="21629" y="20273"/>
                  </a:lnTo>
                  <a:lnTo>
                    <a:pt x="21677" y="20216"/>
                  </a:lnTo>
                  <a:lnTo>
                    <a:pt x="21412" y="19992"/>
                  </a:lnTo>
                  <a:cubicBezTo>
                    <a:pt x="21602" y="19764"/>
                    <a:pt x="21784" y="19528"/>
                    <a:pt x="21955" y="19284"/>
                  </a:cubicBezTo>
                  <a:lnTo>
                    <a:pt x="22239" y="19483"/>
                  </a:lnTo>
                  <a:lnTo>
                    <a:pt x="22281" y="19423"/>
                  </a:lnTo>
                  <a:lnTo>
                    <a:pt x="21998" y="19223"/>
                  </a:lnTo>
                  <a:cubicBezTo>
                    <a:pt x="22168" y="18980"/>
                    <a:pt x="22330" y="18730"/>
                    <a:pt x="22480" y="18472"/>
                  </a:cubicBezTo>
                  <a:lnTo>
                    <a:pt x="22779" y="18644"/>
                  </a:lnTo>
                  <a:lnTo>
                    <a:pt x="22816" y="18581"/>
                  </a:lnTo>
                  <a:lnTo>
                    <a:pt x="22519" y="18408"/>
                  </a:lnTo>
                  <a:cubicBezTo>
                    <a:pt x="22667" y="18150"/>
                    <a:pt x="22804" y="17886"/>
                    <a:pt x="22931" y="17617"/>
                  </a:cubicBezTo>
                  <a:lnTo>
                    <a:pt x="23243" y="17762"/>
                  </a:lnTo>
                  <a:lnTo>
                    <a:pt x="23274" y="17695"/>
                  </a:lnTo>
                  <a:lnTo>
                    <a:pt x="22962" y="17551"/>
                  </a:lnTo>
                  <a:cubicBezTo>
                    <a:pt x="23088" y="17282"/>
                    <a:pt x="23202" y="17007"/>
                    <a:pt x="23305" y="16726"/>
                  </a:cubicBezTo>
                  <a:lnTo>
                    <a:pt x="23626" y="16843"/>
                  </a:lnTo>
                  <a:lnTo>
                    <a:pt x="23652" y="16773"/>
                  </a:lnTo>
                  <a:lnTo>
                    <a:pt x="23331" y="16656"/>
                  </a:lnTo>
                  <a:cubicBezTo>
                    <a:pt x="23431" y="16378"/>
                    <a:pt x="23523" y="16094"/>
                    <a:pt x="23601" y="15805"/>
                  </a:cubicBezTo>
                  <a:lnTo>
                    <a:pt x="23930" y="15893"/>
                  </a:lnTo>
                  <a:lnTo>
                    <a:pt x="23950" y="15822"/>
                  </a:lnTo>
                  <a:lnTo>
                    <a:pt x="23621" y="15734"/>
                  </a:lnTo>
                  <a:cubicBezTo>
                    <a:pt x="23697" y="15447"/>
                    <a:pt x="23760" y="15156"/>
                    <a:pt x="23812" y="14862"/>
                  </a:cubicBezTo>
                  <a:lnTo>
                    <a:pt x="24149" y="14921"/>
                  </a:lnTo>
                  <a:lnTo>
                    <a:pt x="24162" y="14849"/>
                  </a:lnTo>
                  <a:lnTo>
                    <a:pt x="23826" y="14790"/>
                  </a:lnTo>
                  <a:cubicBezTo>
                    <a:pt x="23875" y="14498"/>
                    <a:pt x="23915" y="14203"/>
                    <a:pt x="23941" y="13904"/>
                  </a:cubicBezTo>
                  <a:lnTo>
                    <a:pt x="24282" y="13934"/>
                  </a:lnTo>
                  <a:lnTo>
                    <a:pt x="24288" y="13859"/>
                  </a:lnTo>
                  <a:lnTo>
                    <a:pt x="23947" y="13830"/>
                  </a:lnTo>
                  <a:cubicBezTo>
                    <a:pt x="23966" y="13596"/>
                    <a:pt x="23979" y="13362"/>
                    <a:pt x="23984" y="13125"/>
                  </a:cubicBezTo>
                  <a:lnTo>
                    <a:pt x="25803" y="12901"/>
                  </a:lnTo>
                  <a:lnTo>
                    <a:pt x="23984" y="12677"/>
                  </a:lnTo>
                  <a:cubicBezTo>
                    <a:pt x="23979" y="12440"/>
                    <a:pt x="23966" y="12205"/>
                    <a:pt x="23947" y="11972"/>
                  </a:cubicBezTo>
                  <a:lnTo>
                    <a:pt x="24288" y="11942"/>
                  </a:lnTo>
                  <a:lnTo>
                    <a:pt x="24282" y="11869"/>
                  </a:lnTo>
                  <a:lnTo>
                    <a:pt x="23941" y="11898"/>
                  </a:lnTo>
                  <a:cubicBezTo>
                    <a:pt x="23915" y="11599"/>
                    <a:pt x="23875" y="11304"/>
                    <a:pt x="23826" y="11012"/>
                  </a:cubicBezTo>
                  <a:lnTo>
                    <a:pt x="24162" y="10953"/>
                  </a:lnTo>
                  <a:lnTo>
                    <a:pt x="24149" y="10881"/>
                  </a:lnTo>
                  <a:lnTo>
                    <a:pt x="23812" y="10939"/>
                  </a:lnTo>
                  <a:cubicBezTo>
                    <a:pt x="23760" y="10644"/>
                    <a:pt x="23697" y="10354"/>
                    <a:pt x="23621" y="10068"/>
                  </a:cubicBezTo>
                  <a:lnTo>
                    <a:pt x="23950" y="9980"/>
                  </a:lnTo>
                  <a:lnTo>
                    <a:pt x="23930" y="9910"/>
                  </a:lnTo>
                  <a:lnTo>
                    <a:pt x="23601" y="9997"/>
                  </a:lnTo>
                  <a:cubicBezTo>
                    <a:pt x="23523" y="9709"/>
                    <a:pt x="23431" y="9425"/>
                    <a:pt x="23331" y="9146"/>
                  </a:cubicBezTo>
                  <a:lnTo>
                    <a:pt x="23652" y="9029"/>
                  </a:lnTo>
                  <a:lnTo>
                    <a:pt x="23626" y="8958"/>
                  </a:lnTo>
                  <a:lnTo>
                    <a:pt x="23305" y="9076"/>
                  </a:lnTo>
                  <a:cubicBezTo>
                    <a:pt x="23202" y="8796"/>
                    <a:pt x="23086" y="8520"/>
                    <a:pt x="22962" y="8251"/>
                  </a:cubicBezTo>
                  <a:lnTo>
                    <a:pt x="23274" y="8106"/>
                  </a:lnTo>
                  <a:lnTo>
                    <a:pt x="23243" y="8039"/>
                  </a:lnTo>
                  <a:lnTo>
                    <a:pt x="22931" y="8185"/>
                  </a:lnTo>
                  <a:cubicBezTo>
                    <a:pt x="22804" y="7915"/>
                    <a:pt x="22667" y="7650"/>
                    <a:pt x="22519" y="7393"/>
                  </a:cubicBezTo>
                  <a:lnTo>
                    <a:pt x="22816" y="7222"/>
                  </a:lnTo>
                  <a:lnTo>
                    <a:pt x="22779" y="7158"/>
                  </a:lnTo>
                  <a:lnTo>
                    <a:pt x="22480" y="7330"/>
                  </a:lnTo>
                  <a:cubicBezTo>
                    <a:pt x="22330" y="7072"/>
                    <a:pt x="22168" y="6822"/>
                    <a:pt x="21998" y="6578"/>
                  </a:cubicBezTo>
                  <a:lnTo>
                    <a:pt x="22281" y="6379"/>
                  </a:lnTo>
                  <a:lnTo>
                    <a:pt x="22239" y="6319"/>
                  </a:lnTo>
                  <a:lnTo>
                    <a:pt x="21955" y="6517"/>
                  </a:lnTo>
                  <a:cubicBezTo>
                    <a:pt x="21784" y="6274"/>
                    <a:pt x="21602" y="6038"/>
                    <a:pt x="21412" y="5810"/>
                  </a:cubicBezTo>
                  <a:lnTo>
                    <a:pt x="21677" y="5587"/>
                  </a:lnTo>
                  <a:lnTo>
                    <a:pt x="21629" y="5530"/>
                  </a:lnTo>
                  <a:lnTo>
                    <a:pt x="21363" y="5753"/>
                  </a:lnTo>
                  <a:cubicBezTo>
                    <a:pt x="21171" y="5526"/>
                    <a:pt x="20971" y="5305"/>
                    <a:pt x="20762" y="5094"/>
                  </a:cubicBezTo>
                  <a:lnTo>
                    <a:pt x="21006" y="4849"/>
                  </a:lnTo>
                  <a:lnTo>
                    <a:pt x="20955" y="4797"/>
                  </a:lnTo>
                  <a:lnTo>
                    <a:pt x="20710" y="5042"/>
                  </a:lnTo>
                  <a:cubicBezTo>
                    <a:pt x="20498" y="4831"/>
                    <a:pt x="20278" y="4632"/>
                    <a:pt x="20051" y="4439"/>
                  </a:cubicBezTo>
                  <a:lnTo>
                    <a:pt x="20274" y="4174"/>
                  </a:lnTo>
                  <a:lnTo>
                    <a:pt x="20217" y="4127"/>
                  </a:lnTo>
                  <a:lnTo>
                    <a:pt x="19994" y="4392"/>
                  </a:lnTo>
                  <a:cubicBezTo>
                    <a:pt x="19766" y="4201"/>
                    <a:pt x="19530" y="4019"/>
                    <a:pt x="19286" y="3848"/>
                  </a:cubicBezTo>
                  <a:lnTo>
                    <a:pt x="19484" y="3564"/>
                  </a:lnTo>
                  <a:lnTo>
                    <a:pt x="19423" y="3521"/>
                  </a:lnTo>
                  <a:lnTo>
                    <a:pt x="19225" y="3805"/>
                  </a:lnTo>
                  <a:cubicBezTo>
                    <a:pt x="18982" y="3635"/>
                    <a:pt x="18731" y="3474"/>
                    <a:pt x="18473" y="3323"/>
                  </a:cubicBezTo>
                  <a:lnTo>
                    <a:pt x="18644" y="3025"/>
                  </a:lnTo>
                  <a:lnTo>
                    <a:pt x="18581" y="2988"/>
                  </a:lnTo>
                  <a:lnTo>
                    <a:pt x="18410" y="3284"/>
                  </a:lnTo>
                  <a:cubicBezTo>
                    <a:pt x="18152" y="3136"/>
                    <a:pt x="17888" y="2999"/>
                    <a:pt x="17618" y="2871"/>
                  </a:cubicBezTo>
                  <a:lnTo>
                    <a:pt x="17762" y="2561"/>
                  </a:lnTo>
                  <a:lnTo>
                    <a:pt x="17695" y="2530"/>
                  </a:lnTo>
                  <a:lnTo>
                    <a:pt x="17551" y="2840"/>
                  </a:lnTo>
                  <a:cubicBezTo>
                    <a:pt x="17281" y="2715"/>
                    <a:pt x="17007" y="2602"/>
                    <a:pt x="16725" y="2499"/>
                  </a:cubicBezTo>
                  <a:lnTo>
                    <a:pt x="16843" y="2178"/>
                  </a:lnTo>
                  <a:lnTo>
                    <a:pt x="16774" y="2152"/>
                  </a:lnTo>
                  <a:lnTo>
                    <a:pt x="16656" y="2473"/>
                  </a:lnTo>
                  <a:cubicBezTo>
                    <a:pt x="16378" y="2373"/>
                    <a:pt x="16094" y="2281"/>
                    <a:pt x="15805" y="2203"/>
                  </a:cubicBezTo>
                  <a:lnTo>
                    <a:pt x="15893" y="1873"/>
                  </a:lnTo>
                  <a:lnTo>
                    <a:pt x="15822" y="1854"/>
                  </a:lnTo>
                  <a:lnTo>
                    <a:pt x="15734" y="2183"/>
                  </a:lnTo>
                  <a:cubicBezTo>
                    <a:pt x="15448" y="2107"/>
                    <a:pt x="15156" y="2044"/>
                    <a:pt x="14862" y="1991"/>
                  </a:cubicBezTo>
                  <a:lnTo>
                    <a:pt x="14922" y="1654"/>
                  </a:lnTo>
                  <a:lnTo>
                    <a:pt x="14850" y="1641"/>
                  </a:lnTo>
                  <a:lnTo>
                    <a:pt x="14790" y="1978"/>
                  </a:lnTo>
                  <a:cubicBezTo>
                    <a:pt x="14499" y="1927"/>
                    <a:pt x="14203" y="1889"/>
                    <a:pt x="13903" y="1862"/>
                  </a:cubicBezTo>
                  <a:lnTo>
                    <a:pt x="13933" y="1522"/>
                  </a:lnTo>
                  <a:lnTo>
                    <a:pt x="13860" y="1514"/>
                  </a:lnTo>
                  <a:lnTo>
                    <a:pt x="13830" y="1857"/>
                  </a:lnTo>
                  <a:cubicBezTo>
                    <a:pt x="13597" y="1837"/>
                    <a:pt x="13362" y="1824"/>
                    <a:pt x="13125" y="1819"/>
                  </a:cubicBezTo>
                  <a:lnTo>
                    <a:pt x="1290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1"/>
            <p:cNvSpPr/>
            <p:nvPr/>
          </p:nvSpPr>
          <p:spPr>
            <a:xfrm>
              <a:off x="3963050" y="4335925"/>
              <a:ext cx="108825" cy="108800"/>
            </a:xfrm>
            <a:custGeom>
              <a:rect b="b" l="l" r="r" t="t"/>
              <a:pathLst>
                <a:path extrusionOk="0" h="4352" w="4353">
                  <a:moveTo>
                    <a:pt x="2217" y="244"/>
                  </a:moveTo>
                  <a:cubicBezTo>
                    <a:pt x="2229" y="244"/>
                    <a:pt x="2244" y="244"/>
                    <a:pt x="2257" y="245"/>
                  </a:cubicBezTo>
                  <a:cubicBezTo>
                    <a:pt x="2446" y="254"/>
                    <a:pt x="2630" y="289"/>
                    <a:pt x="2801" y="348"/>
                  </a:cubicBezTo>
                  <a:lnTo>
                    <a:pt x="2781" y="666"/>
                  </a:lnTo>
                  <a:lnTo>
                    <a:pt x="2779" y="707"/>
                  </a:lnTo>
                  <a:lnTo>
                    <a:pt x="2776" y="746"/>
                  </a:lnTo>
                  <a:lnTo>
                    <a:pt x="2770" y="862"/>
                  </a:lnTo>
                  <a:lnTo>
                    <a:pt x="2866" y="758"/>
                  </a:lnTo>
                  <a:lnTo>
                    <a:pt x="2899" y="722"/>
                  </a:lnTo>
                  <a:lnTo>
                    <a:pt x="2933" y="686"/>
                  </a:lnTo>
                  <a:lnTo>
                    <a:pt x="3115" y="487"/>
                  </a:lnTo>
                  <a:cubicBezTo>
                    <a:pt x="3248" y="560"/>
                    <a:pt x="3371" y="651"/>
                    <a:pt x="3483" y="753"/>
                  </a:cubicBezTo>
                  <a:lnTo>
                    <a:pt x="3486" y="755"/>
                  </a:lnTo>
                  <a:lnTo>
                    <a:pt x="3509" y="779"/>
                  </a:lnTo>
                  <a:lnTo>
                    <a:pt x="3514" y="784"/>
                  </a:lnTo>
                  <a:cubicBezTo>
                    <a:pt x="3518" y="787"/>
                    <a:pt x="3522" y="791"/>
                    <a:pt x="3526" y="794"/>
                  </a:cubicBezTo>
                  <a:lnTo>
                    <a:pt x="3521" y="797"/>
                  </a:lnTo>
                  <a:lnTo>
                    <a:pt x="3513" y="805"/>
                  </a:lnTo>
                  <a:lnTo>
                    <a:pt x="3478" y="832"/>
                  </a:lnTo>
                  <a:lnTo>
                    <a:pt x="3411" y="887"/>
                  </a:lnTo>
                  <a:lnTo>
                    <a:pt x="3115" y="1127"/>
                  </a:lnTo>
                  <a:lnTo>
                    <a:pt x="2816" y="1368"/>
                  </a:lnTo>
                  <a:cubicBezTo>
                    <a:pt x="2827" y="1377"/>
                    <a:pt x="2837" y="1384"/>
                    <a:pt x="2847" y="1394"/>
                  </a:cubicBezTo>
                  <a:cubicBezTo>
                    <a:pt x="2858" y="1403"/>
                    <a:pt x="2867" y="1411"/>
                    <a:pt x="2877" y="1421"/>
                  </a:cubicBezTo>
                  <a:cubicBezTo>
                    <a:pt x="2888" y="1430"/>
                    <a:pt x="2898" y="1439"/>
                    <a:pt x="2907" y="1447"/>
                  </a:cubicBezTo>
                  <a:cubicBezTo>
                    <a:pt x="2915" y="1457"/>
                    <a:pt x="2925" y="1467"/>
                    <a:pt x="2934" y="1477"/>
                  </a:cubicBezTo>
                  <a:cubicBezTo>
                    <a:pt x="2943" y="1488"/>
                    <a:pt x="2952" y="1497"/>
                    <a:pt x="2961" y="1507"/>
                  </a:cubicBezTo>
                  <a:cubicBezTo>
                    <a:pt x="2970" y="1518"/>
                    <a:pt x="2977" y="1528"/>
                    <a:pt x="2987" y="1538"/>
                  </a:cubicBezTo>
                  <a:lnTo>
                    <a:pt x="3228" y="1240"/>
                  </a:lnTo>
                  <a:lnTo>
                    <a:pt x="3467" y="944"/>
                  </a:lnTo>
                  <a:lnTo>
                    <a:pt x="3522" y="877"/>
                  </a:lnTo>
                  <a:lnTo>
                    <a:pt x="3550" y="842"/>
                  </a:lnTo>
                  <a:lnTo>
                    <a:pt x="3557" y="833"/>
                  </a:lnTo>
                  <a:lnTo>
                    <a:pt x="3560" y="828"/>
                  </a:lnTo>
                  <a:cubicBezTo>
                    <a:pt x="3564" y="832"/>
                    <a:pt x="3569" y="837"/>
                    <a:pt x="3571" y="841"/>
                  </a:cubicBezTo>
                  <a:lnTo>
                    <a:pt x="3576" y="846"/>
                  </a:lnTo>
                  <a:lnTo>
                    <a:pt x="3599" y="869"/>
                  </a:lnTo>
                  <a:lnTo>
                    <a:pt x="3602" y="872"/>
                  </a:lnTo>
                  <a:cubicBezTo>
                    <a:pt x="3712" y="991"/>
                    <a:pt x="3806" y="1124"/>
                    <a:pt x="3883" y="1267"/>
                  </a:cubicBezTo>
                  <a:lnTo>
                    <a:pt x="3673" y="1453"/>
                  </a:lnTo>
                  <a:lnTo>
                    <a:pt x="3637" y="1486"/>
                  </a:lnTo>
                  <a:lnTo>
                    <a:pt x="3600" y="1518"/>
                  </a:lnTo>
                  <a:lnTo>
                    <a:pt x="3501" y="1605"/>
                  </a:lnTo>
                  <a:lnTo>
                    <a:pt x="3611" y="1600"/>
                  </a:lnTo>
                  <a:lnTo>
                    <a:pt x="3651" y="1599"/>
                  </a:lnTo>
                  <a:lnTo>
                    <a:pt x="3691" y="1597"/>
                  </a:lnTo>
                  <a:lnTo>
                    <a:pt x="4017" y="1584"/>
                  </a:lnTo>
                  <a:cubicBezTo>
                    <a:pt x="4070" y="1746"/>
                    <a:pt x="4101" y="1917"/>
                    <a:pt x="4109" y="2096"/>
                  </a:cubicBezTo>
                  <a:cubicBezTo>
                    <a:pt x="4109" y="2110"/>
                    <a:pt x="4110" y="2123"/>
                    <a:pt x="4110" y="2137"/>
                  </a:cubicBezTo>
                  <a:lnTo>
                    <a:pt x="4110" y="2152"/>
                  </a:lnTo>
                  <a:lnTo>
                    <a:pt x="3962" y="2137"/>
                  </a:lnTo>
                  <a:lnTo>
                    <a:pt x="3754" y="2115"/>
                  </a:lnTo>
                  <a:lnTo>
                    <a:pt x="3713" y="2111"/>
                  </a:lnTo>
                  <a:lnTo>
                    <a:pt x="3582" y="2096"/>
                  </a:lnTo>
                  <a:lnTo>
                    <a:pt x="3199" y="2056"/>
                  </a:lnTo>
                  <a:lnTo>
                    <a:pt x="3199" y="2056"/>
                  </a:lnTo>
                  <a:cubicBezTo>
                    <a:pt x="3201" y="2070"/>
                    <a:pt x="3202" y="2084"/>
                    <a:pt x="3203" y="2096"/>
                  </a:cubicBezTo>
                  <a:cubicBezTo>
                    <a:pt x="3205" y="2110"/>
                    <a:pt x="3205" y="2123"/>
                    <a:pt x="3206" y="2137"/>
                  </a:cubicBezTo>
                  <a:cubicBezTo>
                    <a:pt x="3206" y="2149"/>
                    <a:pt x="3208" y="2163"/>
                    <a:pt x="3208" y="2177"/>
                  </a:cubicBezTo>
                  <a:cubicBezTo>
                    <a:pt x="3208" y="2189"/>
                    <a:pt x="3207" y="2204"/>
                    <a:pt x="3206" y="2216"/>
                  </a:cubicBezTo>
                  <a:cubicBezTo>
                    <a:pt x="3206" y="2229"/>
                    <a:pt x="3204" y="2244"/>
                    <a:pt x="3203" y="2256"/>
                  </a:cubicBezTo>
                  <a:cubicBezTo>
                    <a:pt x="3202" y="2270"/>
                    <a:pt x="3201" y="2283"/>
                    <a:pt x="3199" y="2297"/>
                  </a:cubicBezTo>
                  <a:lnTo>
                    <a:pt x="3582" y="2256"/>
                  </a:lnTo>
                  <a:lnTo>
                    <a:pt x="3713" y="2242"/>
                  </a:lnTo>
                  <a:lnTo>
                    <a:pt x="3754" y="2239"/>
                  </a:lnTo>
                  <a:lnTo>
                    <a:pt x="3962" y="2216"/>
                  </a:lnTo>
                  <a:lnTo>
                    <a:pt x="4110" y="2201"/>
                  </a:lnTo>
                  <a:lnTo>
                    <a:pt x="4110" y="2216"/>
                  </a:lnTo>
                  <a:cubicBezTo>
                    <a:pt x="4110" y="2229"/>
                    <a:pt x="4110" y="2244"/>
                    <a:pt x="4109" y="2256"/>
                  </a:cubicBezTo>
                  <a:cubicBezTo>
                    <a:pt x="4101" y="2446"/>
                    <a:pt x="4066" y="2629"/>
                    <a:pt x="4007" y="2801"/>
                  </a:cubicBezTo>
                  <a:lnTo>
                    <a:pt x="3688" y="2781"/>
                  </a:lnTo>
                  <a:lnTo>
                    <a:pt x="3649" y="2778"/>
                  </a:lnTo>
                  <a:lnTo>
                    <a:pt x="3609" y="2776"/>
                  </a:lnTo>
                  <a:lnTo>
                    <a:pt x="3492" y="2770"/>
                  </a:lnTo>
                  <a:lnTo>
                    <a:pt x="3597" y="2865"/>
                  </a:lnTo>
                  <a:lnTo>
                    <a:pt x="3634" y="2899"/>
                  </a:lnTo>
                  <a:lnTo>
                    <a:pt x="3670" y="2932"/>
                  </a:lnTo>
                  <a:lnTo>
                    <a:pt x="3868" y="3114"/>
                  </a:lnTo>
                  <a:cubicBezTo>
                    <a:pt x="3794" y="3247"/>
                    <a:pt x="3704" y="3371"/>
                    <a:pt x="3602" y="3483"/>
                  </a:cubicBezTo>
                  <a:lnTo>
                    <a:pt x="3599" y="3485"/>
                  </a:lnTo>
                  <a:lnTo>
                    <a:pt x="3576" y="3509"/>
                  </a:lnTo>
                  <a:lnTo>
                    <a:pt x="3572" y="3514"/>
                  </a:lnTo>
                  <a:cubicBezTo>
                    <a:pt x="3567" y="3518"/>
                    <a:pt x="3563" y="3521"/>
                    <a:pt x="3560" y="3525"/>
                  </a:cubicBezTo>
                  <a:lnTo>
                    <a:pt x="3557" y="3520"/>
                  </a:lnTo>
                  <a:lnTo>
                    <a:pt x="3550" y="3513"/>
                  </a:lnTo>
                  <a:lnTo>
                    <a:pt x="3522" y="3478"/>
                  </a:lnTo>
                  <a:lnTo>
                    <a:pt x="3468" y="3411"/>
                  </a:lnTo>
                  <a:lnTo>
                    <a:pt x="3228" y="3114"/>
                  </a:lnTo>
                  <a:lnTo>
                    <a:pt x="2987" y="2817"/>
                  </a:lnTo>
                  <a:cubicBezTo>
                    <a:pt x="2978" y="2827"/>
                    <a:pt x="2970" y="2837"/>
                    <a:pt x="2961" y="2847"/>
                  </a:cubicBezTo>
                  <a:cubicBezTo>
                    <a:pt x="2953" y="2857"/>
                    <a:pt x="2943" y="2866"/>
                    <a:pt x="2934" y="2876"/>
                  </a:cubicBezTo>
                  <a:cubicBezTo>
                    <a:pt x="2925" y="2887"/>
                    <a:pt x="2915" y="2897"/>
                    <a:pt x="2907" y="2906"/>
                  </a:cubicBezTo>
                  <a:cubicBezTo>
                    <a:pt x="2898" y="2916"/>
                    <a:pt x="2888" y="2924"/>
                    <a:pt x="2877" y="2933"/>
                  </a:cubicBezTo>
                  <a:cubicBezTo>
                    <a:pt x="2867" y="2942"/>
                    <a:pt x="2858" y="2952"/>
                    <a:pt x="2847" y="2960"/>
                  </a:cubicBezTo>
                  <a:cubicBezTo>
                    <a:pt x="2837" y="2969"/>
                    <a:pt x="2827" y="2977"/>
                    <a:pt x="2816" y="2986"/>
                  </a:cubicBezTo>
                  <a:lnTo>
                    <a:pt x="3115" y="3227"/>
                  </a:lnTo>
                  <a:lnTo>
                    <a:pt x="3411" y="3468"/>
                  </a:lnTo>
                  <a:lnTo>
                    <a:pt x="3478" y="3521"/>
                  </a:lnTo>
                  <a:lnTo>
                    <a:pt x="3513" y="3550"/>
                  </a:lnTo>
                  <a:lnTo>
                    <a:pt x="3521" y="3556"/>
                  </a:lnTo>
                  <a:lnTo>
                    <a:pt x="3526" y="3560"/>
                  </a:lnTo>
                  <a:cubicBezTo>
                    <a:pt x="3522" y="3565"/>
                    <a:pt x="3518" y="3568"/>
                    <a:pt x="3514" y="3571"/>
                  </a:cubicBezTo>
                  <a:lnTo>
                    <a:pt x="3509" y="3576"/>
                  </a:lnTo>
                  <a:lnTo>
                    <a:pt x="3486" y="3599"/>
                  </a:lnTo>
                  <a:lnTo>
                    <a:pt x="3483" y="3602"/>
                  </a:lnTo>
                  <a:cubicBezTo>
                    <a:pt x="3363" y="3711"/>
                    <a:pt x="3230" y="3805"/>
                    <a:pt x="3088" y="3882"/>
                  </a:cubicBezTo>
                  <a:lnTo>
                    <a:pt x="2902" y="3673"/>
                  </a:lnTo>
                  <a:lnTo>
                    <a:pt x="2870" y="3637"/>
                  </a:lnTo>
                  <a:lnTo>
                    <a:pt x="2837" y="3601"/>
                  </a:lnTo>
                  <a:lnTo>
                    <a:pt x="2749" y="3501"/>
                  </a:lnTo>
                  <a:lnTo>
                    <a:pt x="2749" y="3501"/>
                  </a:lnTo>
                  <a:lnTo>
                    <a:pt x="2754" y="3611"/>
                  </a:lnTo>
                  <a:lnTo>
                    <a:pt x="2757" y="3650"/>
                  </a:lnTo>
                  <a:lnTo>
                    <a:pt x="2758" y="3690"/>
                  </a:lnTo>
                  <a:lnTo>
                    <a:pt x="2772" y="4016"/>
                  </a:lnTo>
                  <a:cubicBezTo>
                    <a:pt x="2609" y="4070"/>
                    <a:pt x="2438" y="4101"/>
                    <a:pt x="2258" y="4108"/>
                  </a:cubicBezTo>
                  <a:cubicBezTo>
                    <a:pt x="2246" y="4108"/>
                    <a:pt x="2231" y="4109"/>
                    <a:pt x="2218" y="4109"/>
                  </a:cubicBezTo>
                  <a:lnTo>
                    <a:pt x="2202" y="4109"/>
                  </a:lnTo>
                  <a:lnTo>
                    <a:pt x="2218" y="3962"/>
                  </a:lnTo>
                  <a:lnTo>
                    <a:pt x="2241" y="3753"/>
                  </a:lnTo>
                  <a:lnTo>
                    <a:pt x="2244" y="3712"/>
                  </a:lnTo>
                  <a:lnTo>
                    <a:pt x="2258" y="3581"/>
                  </a:lnTo>
                  <a:lnTo>
                    <a:pt x="2298" y="3199"/>
                  </a:lnTo>
                  <a:lnTo>
                    <a:pt x="2298" y="3199"/>
                  </a:lnTo>
                  <a:cubicBezTo>
                    <a:pt x="2285" y="3200"/>
                    <a:pt x="2272" y="3201"/>
                    <a:pt x="2258" y="3202"/>
                  </a:cubicBezTo>
                  <a:cubicBezTo>
                    <a:pt x="2246" y="3204"/>
                    <a:pt x="2231" y="3204"/>
                    <a:pt x="2218" y="3205"/>
                  </a:cubicBezTo>
                  <a:cubicBezTo>
                    <a:pt x="2206" y="3205"/>
                    <a:pt x="2191" y="3209"/>
                    <a:pt x="2179" y="3209"/>
                  </a:cubicBezTo>
                  <a:cubicBezTo>
                    <a:pt x="2164" y="3209"/>
                    <a:pt x="2151" y="3207"/>
                    <a:pt x="2138" y="3205"/>
                  </a:cubicBezTo>
                  <a:cubicBezTo>
                    <a:pt x="2125" y="3204"/>
                    <a:pt x="2111" y="3204"/>
                    <a:pt x="2098" y="3202"/>
                  </a:cubicBezTo>
                  <a:cubicBezTo>
                    <a:pt x="2085" y="3201"/>
                    <a:pt x="2071" y="3200"/>
                    <a:pt x="2058" y="3199"/>
                  </a:cubicBezTo>
                  <a:lnTo>
                    <a:pt x="2058" y="3199"/>
                  </a:lnTo>
                  <a:lnTo>
                    <a:pt x="2098" y="3581"/>
                  </a:lnTo>
                  <a:lnTo>
                    <a:pt x="2113" y="3712"/>
                  </a:lnTo>
                  <a:lnTo>
                    <a:pt x="2116" y="3753"/>
                  </a:lnTo>
                  <a:lnTo>
                    <a:pt x="2138" y="3962"/>
                  </a:lnTo>
                  <a:lnTo>
                    <a:pt x="2154" y="4109"/>
                  </a:lnTo>
                  <a:lnTo>
                    <a:pt x="2138" y="4109"/>
                  </a:lnTo>
                  <a:cubicBezTo>
                    <a:pt x="2125" y="4109"/>
                    <a:pt x="2111" y="4109"/>
                    <a:pt x="2098" y="4108"/>
                  </a:cubicBezTo>
                  <a:cubicBezTo>
                    <a:pt x="1908" y="4101"/>
                    <a:pt x="1726" y="4066"/>
                    <a:pt x="1553" y="4006"/>
                  </a:cubicBezTo>
                  <a:lnTo>
                    <a:pt x="1573" y="3688"/>
                  </a:lnTo>
                  <a:lnTo>
                    <a:pt x="1576" y="3648"/>
                  </a:lnTo>
                  <a:lnTo>
                    <a:pt x="1578" y="3608"/>
                  </a:lnTo>
                  <a:lnTo>
                    <a:pt x="1584" y="3492"/>
                  </a:lnTo>
                  <a:lnTo>
                    <a:pt x="1490" y="3597"/>
                  </a:lnTo>
                  <a:lnTo>
                    <a:pt x="1455" y="3633"/>
                  </a:lnTo>
                  <a:lnTo>
                    <a:pt x="1422" y="3669"/>
                  </a:lnTo>
                  <a:lnTo>
                    <a:pt x="1241" y="3867"/>
                  </a:lnTo>
                  <a:cubicBezTo>
                    <a:pt x="1108" y="3794"/>
                    <a:pt x="984" y="3703"/>
                    <a:pt x="872" y="3602"/>
                  </a:cubicBezTo>
                  <a:lnTo>
                    <a:pt x="869" y="3599"/>
                  </a:lnTo>
                  <a:lnTo>
                    <a:pt x="846" y="3576"/>
                  </a:lnTo>
                  <a:lnTo>
                    <a:pt x="841" y="3571"/>
                  </a:lnTo>
                  <a:cubicBezTo>
                    <a:pt x="836" y="3567"/>
                    <a:pt x="833" y="3562"/>
                    <a:pt x="829" y="3560"/>
                  </a:cubicBezTo>
                  <a:lnTo>
                    <a:pt x="834" y="3556"/>
                  </a:lnTo>
                  <a:lnTo>
                    <a:pt x="842" y="3550"/>
                  </a:lnTo>
                  <a:lnTo>
                    <a:pt x="877" y="3521"/>
                  </a:lnTo>
                  <a:lnTo>
                    <a:pt x="944" y="3468"/>
                  </a:lnTo>
                  <a:lnTo>
                    <a:pt x="1241" y="3227"/>
                  </a:lnTo>
                  <a:lnTo>
                    <a:pt x="1538" y="2986"/>
                  </a:lnTo>
                  <a:cubicBezTo>
                    <a:pt x="1528" y="2977"/>
                    <a:pt x="1517" y="2969"/>
                    <a:pt x="1507" y="2960"/>
                  </a:cubicBezTo>
                  <a:cubicBezTo>
                    <a:pt x="1497" y="2952"/>
                    <a:pt x="1488" y="2942"/>
                    <a:pt x="1478" y="2933"/>
                  </a:cubicBezTo>
                  <a:cubicBezTo>
                    <a:pt x="1468" y="2924"/>
                    <a:pt x="1458" y="2916"/>
                    <a:pt x="1448" y="2906"/>
                  </a:cubicBezTo>
                  <a:cubicBezTo>
                    <a:pt x="1439" y="2897"/>
                    <a:pt x="1430" y="2887"/>
                    <a:pt x="1421" y="2876"/>
                  </a:cubicBezTo>
                  <a:cubicBezTo>
                    <a:pt x="1412" y="2866"/>
                    <a:pt x="1403" y="2857"/>
                    <a:pt x="1394" y="2846"/>
                  </a:cubicBezTo>
                  <a:cubicBezTo>
                    <a:pt x="1385" y="2836"/>
                    <a:pt x="1377" y="2826"/>
                    <a:pt x="1368" y="2815"/>
                  </a:cubicBezTo>
                  <a:lnTo>
                    <a:pt x="1127" y="3114"/>
                  </a:lnTo>
                  <a:lnTo>
                    <a:pt x="887" y="3411"/>
                  </a:lnTo>
                  <a:lnTo>
                    <a:pt x="833" y="3478"/>
                  </a:lnTo>
                  <a:lnTo>
                    <a:pt x="804" y="3513"/>
                  </a:lnTo>
                  <a:lnTo>
                    <a:pt x="798" y="3520"/>
                  </a:lnTo>
                  <a:lnTo>
                    <a:pt x="794" y="3525"/>
                  </a:lnTo>
                  <a:cubicBezTo>
                    <a:pt x="790" y="3521"/>
                    <a:pt x="787" y="3518"/>
                    <a:pt x="784" y="3514"/>
                  </a:cubicBezTo>
                  <a:lnTo>
                    <a:pt x="779" y="3509"/>
                  </a:lnTo>
                  <a:lnTo>
                    <a:pt x="756" y="3485"/>
                  </a:lnTo>
                  <a:lnTo>
                    <a:pt x="753" y="3483"/>
                  </a:lnTo>
                  <a:cubicBezTo>
                    <a:pt x="643" y="3363"/>
                    <a:pt x="550" y="3230"/>
                    <a:pt x="472" y="3087"/>
                  </a:cubicBezTo>
                  <a:lnTo>
                    <a:pt x="682" y="2901"/>
                  </a:lnTo>
                  <a:lnTo>
                    <a:pt x="718" y="2869"/>
                  </a:lnTo>
                  <a:lnTo>
                    <a:pt x="754" y="2837"/>
                  </a:lnTo>
                  <a:lnTo>
                    <a:pt x="854" y="2749"/>
                  </a:lnTo>
                  <a:lnTo>
                    <a:pt x="744" y="2755"/>
                  </a:lnTo>
                  <a:lnTo>
                    <a:pt x="704" y="2756"/>
                  </a:lnTo>
                  <a:lnTo>
                    <a:pt x="664" y="2757"/>
                  </a:lnTo>
                  <a:lnTo>
                    <a:pt x="338" y="2771"/>
                  </a:lnTo>
                  <a:cubicBezTo>
                    <a:pt x="284" y="2608"/>
                    <a:pt x="253" y="2437"/>
                    <a:pt x="246" y="2257"/>
                  </a:cubicBezTo>
                  <a:cubicBezTo>
                    <a:pt x="246" y="2245"/>
                    <a:pt x="245" y="2230"/>
                    <a:pt x="245" y="2218"/>
                  </a:cubicBezTo>
                  <a:lnTo>
                    <a:pt x="245" y="2203"/>
                  </a:lnTo>
                  <a:lnTo>
                    <a:pt x="393" y="2218"/>
                  </a:lnTo>
                  <a:lnTo>
                    <a:pt x="601" y="2240"/>
                  </a:lnTo>
                  <a:lnTo>
                    <a:pt x="642" y="2244"/>
                  </a:lnTo>
                  <a:lnTo>
                    <a:pt x="773" y="2257"/>
                  </a:lnTo>
                  <a:lnTo>
                    <a:pt x="1155" y="2298"/>
                  </a:lnTo>
                  <a:cubicBezTo>
                    <a:pt x="1154" y="2285"/>
                    <a:pt x="1153" y="2271"/>
                    <a:pt x="1151" y="2257"/>
                  </a:cubicBezTo>
                  <a:cubicBezTo>
                    <a:pt x="1150" y="2245"/>
                    <a:pt x="1150" y="2230"/>
                    <a:pt x="1149" y="2218"/>
                  </a:cubicBezTo>
                  <a:cubicBezTo>
                    <a:pt x="1149" y="2205"/>
                    <a:pt x="1146" y="2190"/>
                    <a:pt x="1146" y="2178"/>
                  </a:cubicBezTo>
                  <a:cubicBezTo>
                    <a:pt x="1146" y="2164"/>
                    <a:pt x="1148" y="2151"/>
                    <a:pt x="1149" y="2138"/>
                  </a:cubicBezTo>
                  <a:cubicBezTo>
                    <a:pt x="1149" y="2125"/>
                    <a:pt x="1150" y="2111"/>
                    <a:pt x="1151" y="2097"/>
                  </a:cubicBezTo>
                  <a:cubicBezTo>
                    <a:pt x="1153" y="2085"/>
                    <a:pt x="1154" y="2071"/>
                    <a:pt x="1155" y="2058"/>
                  </a:cubicBezTo>
                  <a:lnTo>
                    <a:pt x="1155" y="2058"/>
                  </a:lnTo>
                  <a:lnTo>
                    <a:pt x="773" y="2097"/>
                  </a:lnTo>
                  <a:lnTo>
                    <a:pt x="642" y="2112"/>
                  </a:lnTo>
                  <a:lnTo>
                    <a:pt x="601" y="2116"/>
                  </a:lnTo>
                  <a:lnTo>
                    <a:pt x="393" y="2138"/>
                  </a:lnTo>
                  <a:lnTo>
                    <a:pt x="245" y="2153"/>
                  </a:lnTo>
                  <a:lnTo>
                    <a:pt x="245" y="2138"/>
                  </a:lnTo>
                  <a:cubicBezTo>
                    <a:pt x="245" y="2125"/>
                    <a:pt x="245" y="2111"/>
                    <a:pt x="246" y="2097"/>
                  </a:cubicBezTo>
                  <a:cubicBezTo>
                    <a:pt x="253" y="1909"/>
                    <a:pt x="289" y="1725"/>
                    <a:pt x="348" y="1554"/>
                  </a:cubicBezTo>
                  <a:lnTo>
                    <a:pt x="666" y="1573"/>
                  </a:lnTo>
                  <a:lnTo>
                    <a:pt x="706" y="1575"/>
                  </a:lnTo>
                  <a:lnTo>
                    <a:pt x="747" y="1578"/>
                  </a:lnTo>
                  <a:lnTo>
                    <a:pt x="862" y="1585"/>
                  </a:lnTo>
                  <a:lnTo>
                    <a:pt x="758" y="1489"/>
                  </a:lnTo>
                  <a:lnTo>
                    <a:pt x="722" y="1456"/>
                  </a:lnTo>
                  <a:lnTo>
                    <a:pt x="686" y="1422"/>
                  </a:lnTo>
                  <a:lnTo>
                    <a:pt x="488" y="1240"/>
                  </a:lnTo>
                  <a:cubicBezTo>
                    <a:pt x="561" y="1107"/>
                    <a:pt x="651" y="983"/>
                    <a:pt x="753" y="872"/>
                  </a:cubicBezTo>
                  <a:lnTo>
                    <a:pt x="756" y="869"/>
                  </a:lnTo>
                  <a:lnTo>
                    <a:pt x="779" y="846"/>
                  </a:lnTo>
                  <a:lnTo>
                    <a:pt x="784" y="841"/>
                  </a:lnTo>
                  <a:cubicBezTo>
                    <a:pt x="788" y="837"/>
                    <a:pt x="792" y="832"/>
                    <a:pt x="794" y="828"/>
                  </a:cubicBezTo>
                  <a:lnTo>
                    <a:pt x="798" y="833"/>
                  </a:lnTo>
                  <a:lnTo>
                    <a:pt x="804" y="842"/>
                  </a:lnTo>
                  <a:lnTo>
                    <a:pt x="833" y="877"/>
                  </a:lnTo>
                  <a:lnTo>
                    <a:pt x="887" y="944"/>
                  </a:lnTo>
                  <a:lnTo>
                    <a:pt x="1127" y="1240"/>
                  </a:lnTo>
                  <a:lnTo>
                    <a:pt x="1368" y="1538"/>
                  </a:lnTo>
                  <a:cubicBezTo>
                    <a:pt x="1377" y="1528"/>
                    <a:pt x="1385" y="1518"/>
                    <a:pt x="1394" y="1507"/>
                  </a:cubicBezTo>
                  <a:cubicBezTo>
                    <a:pt x="1403" y="1497"/>
                    <a:pt x="1412" y="1488"/>
                    <a:pt x="1421" y="1477"/>
                  </a:cubicBezTo>
                  <a:cubicBezTo>
                    <a:pt x="1430" y="1467"/>
                    <a:pt x="1439" y="1457"/>
                    <a:pt x="1448" y="1447"/>
                  </a:cubicBezTo>
                  <a:cubicBezTo>
                    <a:pt x="1458" y="1439"/>
                    <a:pt x="1468" y="1430"/>
                    <a:pt x="1478" y="1421"/>
                  </a:cubicBezTo>
                  <a:cubicBezTo>
                    <a:pt x="1488" y="1411"/>
                    <a:pt x="1497" y="1403"/>
                    <a:pt x="1507" y="1394"/>
                  </a:cubicBezTo>
                  <a:cubicBezTo>
                    <a:pt x="1517" y="1384"/>
                    <a:pt x="1528" y="1377"/>
                    <a:pt x="1538" y="1368"/>
                  </a:cubicBezTo>
                  <a:lnTo>
                    <a:pt x="1241" y="1127"/>
                  </a:lnTo>
                  <a:lnTo>
                    <a:pt x="944" y="887"/>
                  </a:lnTo>
                  <a:lnTo>
                    <a:pt x="877" y="832"/>
                  </a:lnTo>
                  <a:lnTo>
                    <a:pt x="842" y="805"/>
                  </a:lnTo>
                  <a:lnTo>
                    <a:pt x="834" y="797"/>
                  </a:lnTo>
                  <a:lnTo>
                    <a:pt x="829" y="794"/>
                  </a:lnTo>
                  <a:cubicBezTo>
                    <a:pt x="833" y="790"/>
                    <a:pt x="836" y="786"/>
                    <a:pt x="841" y="784"/>
                  </a:cubicBezTo>
                  <a:lnTo>
                    <a:pt x="846" y="779"/>
                  </a:lnTo>
                  <a:lnTo>
                    <a:pt x="869" y="755"/>
                  </a:lnTo>
                  <a:lnTo>
                    <a:pt x="872" y="753"/>
                  </a:lnTo>
                  <a:cubicBezTo>
                    <a:pt x="991" y="643"/>
                    <a:pt x="1124" y="549"/>
                    <a:pt x="1268" y="471"/>
                  </a:cubicBezTo>
                  <a:lnTo>
                    <a:pt x="1453" y="682"/>
                  </a:lnTo>
                  <a:lnTo>
                    <a:pt x="1485" y="718"/>
                  </a:lnTo>
                  <a:lnTo>
                    <a:pt x="1517" y="754"/>
                  </a:lnTo>
                  <a:lnTo>
                    <a:pt x="1605" y="853"/>
                  </a:lnTo>
                  <a:lnTo>
                    <a:pt x="1600" y="744"/>
                  </a:lnTo>
                  <a:lnTo>
                    <a:pt x="1599" y="703"/>
                  </a:lnTo>
                  <a:lnTo>
                    <a:pt x="1598" y="663"/>
                  </a:lnTo>
                  <a:lnTo>
                    <a:pt x="1583" y="337"/>
                  </a:lnTo>
                  <a:cubicBezTo>
                    <a:pt x="1746" y="285"/>
                    <a:pt x="1918" y="254"/>
                    <a:pt x="2097" y="245"/>
                  </a:cubicBezTo>
                  <a:cubicBezTo>
                    <a:pt x="2110" y="245"/>
                    <a:pt x="2124" y="244"/>
                    <a:pt x="2136" y="244"/>
                  </a:cubicBezTo>
                  <a:lnTo>
                    <a:pt x="2152" y="244"/>
                  </a:lnTo>
                  <a:lnTo>
                    <a:pt x="2136" y="393"/>
                  </a:lnTo>
                  <a:lnTo>
                    <a:pt x="2115" y="600"/>
                  </a:lnTo>
                  <a:lnTo>
                    <a:pt x="2111" y="642"/>
                  </a:lnTo>
                  <a:lnTo>
                    <a:pt x="2097" y="774"/>
                  </a:lnTo>
                  <a:lnTo>
                    <a:pt x="2057" y="1155"/>
                  </a:lnTo>
                  <a:cubicBezTo>
                    <a:pt x="2069" y="1153"/>
                    <a:pt x="2084" y="1152"/>
                    <a:pt x="2097" y="1151"/>
                  </a:cubicBezTo>
                  <a:cubicBezTo>
                    <a:pt x="2110" y="1150"/>
                    <a:pt x="2124" y="1150"/>
                    <a:pt x="2136" y="1148"/>
                  </a:cubicBezTo>
                  <a:cubicBezTo>
                    <a:pt x="2150" y="1148"/>
                    <a:pt x="2164" y="1146"/>
                    <a:pt x="2177" y="1146"/>
                  </a:cubicBezTo>
                  <a:cubicBezTo>
                    <a:pt x="2191" y="1146"/>
                    <a:pt x="2204" y="1147"/>
                    <a:pt x="2217" y="1148"/>
                  </a:cubicBezTo>
                  <a:cubicBezTo>
                    <a:pt x="2229" y="1148"/>
                    <a:pt x="2244" y="1150"/>
                    <a:pt x="2257" y="1151"/>
                  </a:cubicBezTo>
                  <a:cubicBezTo>
                    <a:pt x="2270" y="1152"/>
                    <a:pt x="2284" y="1153"/>
                    <a:pt x="2296" y="1155"/>
                  </a:cubicBezTo>
                  <a:lnTo>
                    <a:pt x="2257" y="774"/>
                  </a:lnTo>
                  <a:lnTo>
                    <a:pt x="2243" y="642"/>
                  </a:lnTo>
                  <a:lnTo>
                    <a:pt x="2239" y="600"/>
                  </a:lnTo>
                  <a:lnTo>
                    <a:pt x="2217" y="393"/>
                  </a:lnTo>
                  <a:lnTo>
                    <a:pt x="2201" y="244"/>
                  </a:lnTo>
                  <a:close/>
                  <a:moveTo>
                    <a:pt x="2177" y="1"/>
                  </a:moveTo>
                  <a:cubicBezTo>
                    <a:pt x="2164" y="1"/>
                    <a:pt x="2150" y="2"/>
                    <a:pt x="2136" y="2"/>
                  </a:cubicBezTo>
                  <a:cubicBezTo>
                    <a:pt x="2124" y="2"/>
                    <a:pt x="2110" y="2"/>
                    <a:pt x="2097" y="3"/>
                  </a:cubicBezTo>
                  <a:cubicBezTo>
                    <a:pt x="2084" y="3"/>
                    <a:pt x="2072" y="3"/>
                    <a:pt x="2059" y="4"/>
                  </a:cubicBezTo>
                  <a:cubicBezTo>
                    <a:pt x="1623" y="28"/>
                    <a:pt x="1220" y="181"/>
                    <a:pt x="888" y="426"/>
                  </a:cubicBezTo>
                  <a:cubicBezTo>
                    <a:pt x="873" y="437"/>
                    <a:pt x="859" y="450"/>
                    <a:pt x="844" y="461"/>
                  </a:cubicBezTo>
                  <a:cubicBezTo>
                    <a:pt x="828" y="472"/>
                    <a:pt x="814" y="484"/>
                    <a:pt x="798" y="496"/>
                  </a:cubicBezTo>
                  <a:cubicBezTo>
                    <a:pt x="773" y="517"/>
                    <a:pt x="749" y="537"/>
                    <a:pt x="725" y="559"/>
                  </a:cubicBezTo>
                  <a:cubicBezTo>
                    <a:pt x="716" y="567"/>
                    <a:pt x="706" y="576"/>
                    <a:pt x="697" y="584"/>
                  </a:cubicBezTo>
                  <a:cubicBezTo>
                    <a:pt x="687" y="593"/>
                    <a:pt x="679" y="601"/>
                    <a:pt x="668" y="611"/>
                  </a:cubicBezTo>
                  <a:cubicBezTo>
                    <a:pt x="659" y="620"/>
                    <a:pt x="649" y="629"/>
                    <a:pt x="638" y="637"/>
                  </a:cubicBezTo>
                  <a:cubicBezTo>
                    <a:pt x="629" y="647"/>
                    <a:pt x="620" y="657"/>
                    <a:pt x="611" y="667"/>
                  </a:cubicBezTo>
                  <a:cubicBezTo>
                    <a:pt x="602" y="677"/>
                    <a:pt x="593" y="687"/>
                    <a:pt x="584" y="697"/>
                  </a:cubicBezTo>
                  <a:cubicBezTo>
                    <a:pt x="576" y="707"/>
                    <a:pt x="567" y="715"/>
                    <a:pt x="560" y="724"/>
                  </a:cubicBezTo>
                  <a:cubicBezTo>
                    <a:pt x="537" y="749"/>
                    <a:pt x="517" y="772"/>
                    <a:pt x="496" y="797"/>
                  </a:cubicBezTo>
                  <a:cubicBezTo>
                    <a:pt x="485" y="812"/>
                    <a:pt x="473" y="827"/>
                    <a:pt x="462" y="843"/>
                  </a:cubicBezTo>
                  <a:cubicBezTo>
                    <a:pt x="450" y="857"/>
                    <a:pt x="438" y="873"/>
                    <a:pt x="427" y="888"/>
                  </a:cubicBezTo>
                  <a:cubicBezTo>
                    <a:pt x="181" y="1219"/>
                    <a:pt x="29" y="1622"/>
                    <a:pt x="5" y="2059"/>
                  </a:cubicBezTo>
                  <a:cubicBezTo>
                    <a:pt x="4" y="2072"/>
                    <a:pt x="4" y="2083"/>
                    <a:pt x="4" y="2096"/>
                  </a:cubicBezTo>
                  <a:cubicBezTo>
                    <a:pt x="4" y="2109"/>
                    <a:pt x="3" y="2123"/>
                    <a:pt x="3" y="2137"/>
                  </a:cubicBezTo>
                  <a:cubicBezTo>
                    <a:pt x="3" y="2149"/>
                    <a:pt x="1" y="2163"/>
                    <a:pt x="1" y="2177"/>
                  </a:cubicBezTo>
                  <a:cubicBezTo>
                    <a:pt x="1" y="2189"/>
                    <a:pt x="3" y="2204"/>
                    <a:pt x="3" y="2216"/>
                  </a:cubicBezTo>
                  <a:cubicBezTo>
                    <a:pt x="3" y="2229"/>
                    <a:pt x="3" y="2244"/>
                    <a:pt x="4" y="2256"/>
                  </a:cubicBezTo>
                  <a:cubicBezTo>
                    <a:pt x="4" y="2270"/>
                    <a:pt x="4" y="2281"/>
                    <a:pt x="5" y="2293"/>
                  </a:cubicBezTo>
                  <a:cubicBezTo>
                    <a:pt x="29" y="2731"/>
                    <a:pt x="181" y="3133"/>
                    <a:pt x="427" y="3464"/>
                  </a:cubicBezTo>
                  <a:cubicBezTo>
                    <a:pt x="438" y="3480"/>
                    <a:pt x="450" y="3494"/>
                    <a:pt x="462" y="3510"/>
                  </a:cubicBezTo>
                  <a:cubicBezTo>
                    <a:pt x="473" y="3525"/>
                    <a:pt x="485" y="3540"/>
                    <a:pt x="496" y="3555"/>
                  </a:cubicBezTo>
                  <a:cubicBezTo>
                    <a:pt x="517" y="3579"/>
                    <a:pt x="537" y="3604"/>
                    <a:pt x="560" y="3629"/>
                  </a:cubicBezTo>
                  <a:cubicBezTo>
                    <a:pt x="567" y="3638"/>
                    <a:pt x="576" y="3647"/>
                    <a:pt x="584" y="3655"/>
                  </a:cubicBezTo>
                  <a:cubicBezTo>
                    <a:pt x="593" y="3666"/>
                    <a:pt x="602" y="3675"/>
                    <a:pt x="611" y="3685"/>
                  </a:cubicBezTo>
                  <a:cubicBezTo>
                    <a:pt x="620" y="3695"/>
                    <a:pt x="629" y="3705"/>
                    <a:pt x="638" y="3715"/>
                  </a:cubicBezTo>
                  <a:cubicBezTo>
                    <a:pt x="648" y="3725"/>
                    <a:pt x="658" y="3733"/>
                    <a:pt x="668" y="3742"/>
                  </a:cubicBezTo>
                  <a:cubicBezTo>
                    <a:pt x="677" y="3751"/>
                    <a:pt x="687" y="3760"/>
                    <a:pt x="697" y="3769"/>
                  </a:cubicBezTo>
                  <a:cubicBezTo>
                    <a:pt x="706" y="3777"/>
                    <a:pt x="716" y="3785"/>
                    <a:pt x="725" y="3794"/>
                  </a:cubicBezTo>
                  <a:cubicBezTo>
                    <a:pt x="749" y="3815"/>
                    <a:pt x="772" y="3836"/>
                    <a:pt x="798" y="3857"/>
                  </a:cubicBezTo>
                  <a:cubicBezTo>
                    <a:pt x="813" y="3868"/>
                    <a:pt x="828" y="3880"/>
                    <a:pt x="844" y="3892"/>
                  </a:cubicBezTo>
                  <a:cubicBezTo>
                    <a:pt x="857" y="3903"/>
                    <a:pt x="873" y="3914"/>
                    <a:pt x="888" y="3927"/>
                  </a:cubicBezTo>
                  <a:cubicBezTo>
                    <a:pt x="1220" y="4171"/>
                    <a:pt x="1623" y="4325"/>
                    <a:pt x="2059" y="4349"/>
                  </a:cubicBezTo>
                  <a:cubicBezTo>
                    <a:pt x="2072" y="4350"/>
                    <a:pt x="2084" y="4350"/>
                    <a:pt x="2097" y="4350"/>
                  </a:cubicBezTo>
                  <a:cubicBezTo>
                    <a:pt x="2110" y="4350"/>
                    <a:pt x="2124" y="4351"/>
                    <a:pt x="2136" y="4351"/>
                  </a:cubicBezTo>
                  <a:cubicBezTo>
                    <a:pt x="2150" y="4351"/>
                    <a:pt x="2164" y="4352"/>
                    <a:pt x="2177" y="4352"/>
                  </a:cubicBezTo>
                  <a:cubicBezTo>
                    <a:pt x="2190" y="4352"/>
                    <a:pt x="2205" y="4351"/>
                    <a:pt x="2217" y="4351"/>
                  </a:cubicBezTo>
                  <a:cubicBezTo>
                    <a:pt x="2230" y="4351"/>
                    <a:pt x="2244" y="4351"/>
                    <a:pt x="2257" y="4350"/>
                  </a:cubicBezTo>
                  <a:cubicBezTo>
                    <a:pt x="2270" y="4350"/>
                    <a:pt x="2282" y="4350"/>
                    <a:pt x="2294" y="4349"/>
                  </a:cubicBezTo>
                  <a:cubicBezTo>
                    <a:pt x="2732" y="4325"/>
                    <a:pt x="3134" y="4171"/>
                    <a:pt x="3465" y="3927"/>
                  </a:cubicBezTo>
                  <a:cubicBezTo>
                    <a:pt x="3482" y="3915"/>
                    <a:pt x="3496" y="3903"/>
                    <a:pt x="3512" y="3892"/>
                  </a:cubicBezTo>
                  <a:cubicBezTo>
                    <a:pt x="3527" y="3880"/>
                    <a:pt x="3542" y="3869"/>
                    <a:pt x="3557" y="3857"/>
                  </a:cubicBezTo>
                  <a:cubicBezTo>
                    <a:pt x="3582" y="3836"/>
                    <a:pt x="3606" y="3815"/>
                    <a:pt x="3630" y="3794"/>
                  </a:cubicBezTo>
                  <a:cubicBezTo>
                    <a:pt x="3640" y="3785"/>
                    <a:pt x="3649" y="3777"/>
                    <a:pt x="3657" y="3769"/>
                  </a:cubicBezTo>
                  <a:cubicBezTo>
                    <a:pt x="3668" y="3760"/>
                    <a:pt x="3677" y="3751"/>
                    <a:pt x="3686" y="3742"/>
                  </a:cubicBezTo>
                  <a:cubicBezTo>
                    <a:pt x="3695" y="3733"/>
                    <a:pt x="3706" y="3724"/>
                    <a:pt x="3716" y="3715"/>
                  </a:cubicBezTo>
                  <a:cubicBezTo>
                    <a:pt x="3724" y="3706"/>
                    <a:pt x="3734" y="3696"/>
                    <a:pt x="3743" y="3685"/>
                  </a:cubicBezTo>
                  <a:cubicBezTo>
                    <a:pt x="3752" y="3676"/>
                    <a:pt x="3760" y="3666"/>
                    <a:pt x="3770" y="3655"/>
                  </a:cubicBezTo>
                  <a:cubicBezTo>
                    <a:pt x="3778" y="3647"/>
                    <a:pt x="3786" y="3638"/>
                    <a:pt x="3794" y="3629"/>
                  </a:cubicBezTo>
                  <a:cubicBezTo>
                    <a:pt x="3816" y="3604"/>
                    <a:pt x="3837" y="3581"/>
                    <a:pt x="3857" y="3555"/>
                  </a:cubicBezTo>
                  <a:cubicBezTo>
                    <a:pt x="3869" y="3541"/>
                    <a:pt x="3881" y="3525"/>
                    <a:pt x="3892" y="3510"/>
                  </a:cubicBezTo>
                  <a:cubicBezTo>
                    <a:pt x="3904" y="3495"/>
                    <a:pt x="3915" y="3480"/>
                    <a:pt x="3928" y="3464"/>
                  </a:cubicBezTo>
                  <a:cubicBezTo>
                    <a:pt x="4172" y="3133"/>
                    <a:pt x="4326" y="2731"/>
                    <a:pt x="4349" y="2293"/>
                  </a:cubicBezTo>
                  <a:cubicBezTo>
                    <a:pt x="4351" y="2281"/>
                    <a:pt x="4351" y="2270"/>
                    <a:pt x="4351" y="2256"/>
                  </a:cubicBezTo>
                  <a:cubicBezTo>
                    <a:pt x="4351" y="2244"/>
                    <a:pt x="4352" y="2229"/>
                    <a:pt x="4352" y="2216"/>
                  </a:cubicBezTo>
                  <a:cubicBezTo>
                    <a:pt x="4352" y="2204"/>
                    <a:pt x="4353" y="2189"/>
                    <a:pt x="4353" y="2177"/>
                  </a:cubicBezTo>
                  <a:cubicBezTo>
                    <a:pt x="4353" y="2163"/>
                    <a:pt x="4352" y="2149"/>
                    <a:pt x="4352" y="2137"/>
                  </a:cubicBezTo>
                  <a:cubicBezTo>
                    <a:pt x="4352" y="2123"/>
                    <a:pt x="4352" y="2109"/>
                    <a:pt x="4351" y="2096"/>
                  </a:cubicBezTo>
                  <a:cubicBezTo>
                    <a:pt x="4351" y="2083"/>
                    <a:pt x="4351" y="2072"/>
                    <a:pt x="4349" y="2059"/>
                  </a:cubicBezTo>
                  <a:cubicBezTo>
                    <a:pt x="4326" y="1622"/>
                    <a:pt x="4172" y="1219"/>
                    <a:pt x="3928" y="888"/>
                  </a:cubicBezTo>
                  <a:cubicBezTo>
                    <a:pt x="3915" y="873"/>
                    <a:pt x="3904" y="858"/>
                    <a:pt x="3892" y="843"/>
                  </a:cubicBezTo>
                  <a:cubicBezTo>
                    <a:pt x="3881" y="827"/>
                    <a:pt x="3869" y="813"/>
                    <a:pt x="3857" y="797"/>
                  </a:cubicBezTo>
                  <a:cubicBezTo>
                    <a:pt x="3837" y="774"/>
                    <a:pt x="3816" y="749"/>
                    <a:pt x="3794" y="724"/>
                  </a:cubicBezTo>
                  <a:cubicBezTo>
                    <a:pt x="3786" y="715"/>
                    <a:pt x="3778" y="707"/>
                    <a:pt x="3770" y="697"/>
                  </a:cubicBezTo>
                  <a:cubicBezTo>
                    <a:pt x="3760" y="687"/>
                    <a:pt x="3752" y="678"/>
                    <a:pt x="3743" y="667"/>
                  </a:cubicBezTo>
                  <a:cubicBezTo>
                    <a:pt x="3734" y="658"/>
                    <a:pt x="3724" y="648"/>
                    <a:pt x="3716" y="637"/>
                  </a:cubicBezTo>
                  <a:cubicBezTo>
                    <a:pt x="3707" y="629"/>
                    <a:pt x="3696" y="620"/>
                    <a:pt x="3686" y="611"/>
                  </a:cubicBezTo>
                  <a:cubicBezTo>
                    <a:pt x="3677" y="601"/>
                    <a:pt x="3667" y="593"/>
                    <a:pt x="3656" y="584"/>
                  </a:cubicBezTo>
                  <a:cubicBezTo>
                    <a:pt x="3647" y="576"/>
                    <a:pt x="3639" y="567"/>
                    <a:pt x="3629" y="559"/>
                  </a:cubicBezTo>
                  <a:cubicBezTo>
                    <a:pt x="3605" y="537"/>
                    <a:pt x="3582" y="517"/>
                    <a:pt x="3556" y="496"/>
                  </a:cubicBezTo>
                  <a:cubicBezTo>
                    <a:pt x="3542" y="485"/>
                    <a:pt x="3526" y="472"/>
                    <a:pt x="3511" y="461"/>
                  </a:cubicBezTo>
                  <a:cubicBezTo>
                    <a:pt x="3496" y="450"/>
                    <a:pt x="3481" y="438"/>
                    <a:pt x="3465" y="426"/>
                  </a:cubicBezTo>
                  <a:cubicBezTo>
                    <a:pt x="3134" y="181"/>
                    <a:pt x="2732" y="28"/>
                    <a:pt x="2294" y="4"/>
                  </a:cubicBezTo>
                  <a:cubicBezTo>
                    <a:pt x="2282" y="3"/>
                    <a:pt x="2270" y="3"/>
                    <a:pt x="2257" y="3"/>
                  </a:cubicBezTo>
                  <a:cubicBezTo>
                    <a:pt x="2244" y="3"/>
                    <a:pt x="2230" y="2"/>
                    <a:pt x="2217" y="2"/>
                  </a:cubicBezTo>
                  <a:cubicBezTo>
                    <a:pt x="2205" y="2"/>
                    <a:pt x="2190" y="1"/>
                    <a:pt x="21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1"/>
            <p:cNvSpPr/>
            <p:nvPr/>
          </p:nvSpPr>
          <p:spPr>
            <a:xfrm>
              <a:off x="3894875" y="4215625"/>
              <a:ext cx="5325" cy="6775"/>
            </a:xfrm>
            <a:custGeom>
              <a:rect b="b" l="l" r="r" t="t"/>
              <a:pathLst>
                <a:path extrusionOk="0" h="271" w="213">
                  <a:moveTo>
                    <a:pt x="46" y="1"/>
                  </a:moveTo>
                  <a:lnTo>
                    <a:pt x="1" y="33"/>
                  </a:lnTo>
                  <a:lnTo>
                    <a:pt x="167" y="270"/>
                  </a:lnTo>
                  <a:cubicBezTo>
                    <a:pt x="182" y="260"/>
                    <a:pt x="197" y="249"/>
                    <a:pt x="212" y="239"/>
                  </a:cubicBezTo>
                  <a:lnTo>
                    <a:pt x="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1"/>
            <p:cNvSpPr/>
            <p:nvPr/>
          </p:nvSpPr>
          <p:spPr>
            <a:xfrm>
              <a:off x="3880200" y="4226925"/>
              <a:ext cx="5775" cy="6475"/>
            </a:xfrm>
            <a:custGeom>
              <a:rect b="b" l="l" r="r" t="t"/>
              <a:pathLst>
                <a:path extrusionOk="0" h="259" w="231">
                  <a:moveTo>
                    <a:pt x="43" y="1"/>
                  </a:moveTo>
                  <a:lnTo>
                    <a:pt x="1" y="35"/>
                  </a:lnTo>
                  <a:lnTo>
                    <a:pt x="187" y="259"/>
                  </a:lnTo>
                  <a:lnTo>
                    <a:pt x="231" y="224"/>
                  </a:lnTo>
                  <a:lnTo>
                    <a:pt x="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1"/>
            <p:cNvSpPr/>
            <p:nvPr/>
          </p:nvSpPr>
          <p:spPr>
            <a:xfrm>
              <a:off x="3926975" y="4197200"/>
              <a:ext cx="4325" cy="7125"/>
            </a:xfrm>
            <a:custGeom>
              <a:rect b="b" l="l" r="r" t="t"/>
              <a:pathLst>
                <a:path extrusionOk="0" h="285" w="173">
                  <a:moveTo>
                    <a:pt x="50" y="0"/>
                  </a:moveTo>
                  <a:lnTo>
                    <a:pt x="0" y="24"/>
                  </a:lnTo>
                  <a:lnTo>
                    <a:pt x="122" y="285"/>
                  </a:lnTo>
                  <a:lnTo>
                    <a:pt x="173" y="262"/>
                  </a:lnTo>
                  <a:lnTo>
                    <a:pt x="5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1"/>
            <p:cNvSpPr/>
            <p:nvPr/>
          </p:nvSpPr>
          <p:spPr>
            <a:xfrm>
              <a:off x="3910525" y="4205725"/>
              <a:ext cx="4800" cy="7000"/>
            </a:xfrm>
            <a:custGeom>
              <a:rect b="b" l="l" r="r" t="t"/>
              <a:pathLst>
                <a:path extrusionOk="0" h="280" w="192">
                  <a:moveTo>
                    <a:pt x="47" y="1"/>
                  </a:moveTo>
                  <a:lnTo>
                    <a:pt x="0" y="28"/>
                  </a:lnTo>
                  <a:lnTo>
                    <a:pt x="144" y="279"/>
                  </a:lnTo>
                  <a:cubicBezTo>
                    <a:pt x="160" y="271"/>
                    <a:pt x="175" y="261"/>
                    <a:pt x="192" y="251"/>
                  </a:cubicBezTo>
                  <a:lnTo>
                    <a:pt x="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1"/>
            <p:cNvSpPr/>
            <p:nvPr/>
          </p:nvSpPr>
          <p:spPr>
            <a:xfrm>
              <a:off x="3979875" y="4180675"/>
              <a:ext cx="2625" cy="7375"/>
            </a:xfrm>
            <a:custGeom>
              <a:rect b="b" l="l" r="r" t="t"/>
              <a:pathLst>
                <a:path extrusionOk="0" h="295" w="105">
                  <a:moveTo>
                    <a:pt x="54" y="1"/>
                  </a:moveTo>
                  <a:lnTo>
                    <a:pt x="0" y="10"/>
                  </a:lnTo>
                  <a:lnTo>
                    <a:pt x="50" y="295"/>
                  </a:lnTo>
                  <a:cubicBezTo>
                    <a:pt x="69" y="293"/>
                    <a:pt x="87" y="289"/>
                    <a:pt x="105" y="285"/>
                  </a:cubicBezTo>
                  <a:lnTo>
                    <a:pt x="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1"/>
            <p:cNvSpPr/>
            <p:nvPr/>
          </p:nvSpPr>
          <p:spPr>
            <a:xfrm>
              <a:off x="3961750" y="4184650"/>
              <a:ext cx="3225" cy="7375"/>
            </a:xfrm>
            <a:custGeom>
              <a:rect b="b" l="l" r="r" t="t"/>
              <a:pathLst>
                <a:path extrusionOk="0" h="295" w="129">
                  <a:moveTo>
                    <a:pt x="54" y="1"/>
                  </a:moveTo>
                  <a:lnTo>
                    <a:pt x="0" y="15"/>
                  </a:lnTo>
                  <a:lnTo>
                    <a:pt x="75" y="295"/>
                  </a:lnTo>
                  <a:cubicBezTo>
                    <a:pt x="93" y="289"/>
                    <a:pt x="110" y="284"/>
                    <a:pt x="128" y="280"/>
                  </a:cubicBezTo>
                  <a:lnTo>
                    <a:pt x="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1"/>
            <p:cNvSpPr/>
            <p:nvPr/>
          </p:nvSpPr>
          <p:spPr>
            <a:xfrm>
              <a:off x="3824350" y="4299800"/>
              <a:ext cx="7150" cy="4325"/>
            </a:xfrm>
            <a:custGeom>
              <a:rect b="b" l="l" r="r" t="t"/>
              <a:pathLst>
                <a:path extrusionOk="0" h="173" w="286">
                  <a:moveTo>
                    <a:pt x="25" y="0"/>
                  </a:moveTo>
                  <a:lnTo>
                    <a:pt x="1" y="50"/>
                  </a:lnTo>
                  <a:lnTo>
                    <a:pt x="263" y="173"/>
                  </a:lnTo>
                  <a:lnTo>
                    <a:pt x="286" y="122"/>
                  </a:lnTo>
                  <a:lnTo>
                    <a:pt x="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1"/>
            <p:cNvSpPr/>
            <p:nvPr/>
          </p:nvSpPr>
          <p:spPr>
            <a:xfrm>
              <a:off x="3807825" y="4352700"/>
              <a:ext cx="7375" cy="2625"/>
            </a:xfrm>
            <a:custGeom>
              <a:rect b="b" l="l" r="r" t="t"/>
              <a:pathLst>
                <a:path extrusionOk="0" h="105" w="295">
                  <a:moveTo>
                    <a:pt x="10" y="0"/>
                  </a:moveTo>
                  <a:lnTo>
                    <a:pt x="1" y="54"/>
                  </a:lnTo>
                  <a:lnTo>
                    <a:pt x="285" y="105"/>
                  </a:lnTo>
                  <a:cubicBezTo>
                    <a:pt x="288" y="87"/>
                    <a:pt x="291" y="69"/>
                    <a:pt x="295" y="50"/>
                  </a:cubicBez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1"/>
            <p:cNvSpPr/>
            <p:nvPr/>
          </p:nvSpPr>
          <p:spPr>
            <a:xfrm>
              <a:off x="3817300" y="4316900"/>
              <a:ext cx="7250" cy="3825"/>
            </a:xfrm>
            <a:custGeom>
              <a:rect b="b" l="l" r="r" t="t"/>
              <a:pathLst>
                <a:path extrusionOk="0" h="153" w="290">
                  <a:moveTo>
                    <a:pt x="19" y="0"/>
                  </a:moveTo>
                  <a:lnTo>
                    <a:pt x="0" y="52"/>
                  </a:lnTo>
                  <a:lnTo>
                    <a:pt x="272" y="152"/>
                  </a:lnTo>
                  <a:cubicBezTo>
                    <a:pt x="278" y="135"/>
                    <a:pt x="283" y="117"/>
                    <a:pt x="289" y="100"/>
                  </a:cubicBezTo>
                  <a:lnTo>
                    <a:pt x="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1"/>
            <p:cNvSpPr/>
            <p:nvPr/>
          </p:nvSpPr>
          <p:spPr>
            <a:xfrm>
              <a:off x="3854050" y="4253025"/>
              <a:ext cx="6475" cy="5775"/>
            </a:xfrm>
            <a:custGeom>
              <a:rect b="b" l="l" r="r" t="t"/>
              <a:pathLst>
                <a:path extrusionOk="0" h="231" w="259">
                  <a:moveTo>
                    <a:pt x="36" y="1"/>
                  </a:moveTo>
                  <a:lnTo>
                    <a:pt x="0" y="43"/>
                  </a:lnTo>
                  <a:lnTo>
                    <a:pt x="224" y="231"/>
                  </a:lnTo>
                  <a:lnTo>
                    <a:pt x="258" y="188"/>
                  </a:ln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1"/>
            <p:cNvSpPr/>
            <p:nvPr/>
          </p:nvSpPr>
          <p:spPr>
            <a:xfrm>
              <a:off x="4222125" y="4371125"/>
              <a:ext cx="7425" cy="2000"/>
            </a:xfrm>
            <a:custGeom>
              <a:rect b="b" l="l" r="r" t="t"/>
              <a:pathLst>
                <a:path extrusionOk="0" h="80" w="297">
                  <a:moveTo>
                    <a:pt x="292" y="0"/>
                  </a:moveTo>
                  <a:lnTo>
                    <a:pt x="1" y="26"/>
                  </a:lnTo>
                  <a:cubicBezTo>
                    <a:pt x="4" y="44"/>
                    <a:pt x="5" y="62"/>
                    <a:pt x="6" y="80"/>
                  </a:cubicBezTo>
                  <a:lnTo>
                    <a:pt x="297" y="54"/>
                  </a:lnTo>
                  <a:lnTo>
                    <a:pt x="2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1"/>
            <p:cNvSpPr/>
            <p:nvPr/>
          </p:nvSpPr>
          <p:spPr>
            <a:xfrm>
              <a:off x="3811800" y="4334625"/>
              <a:ext cx="7375" cy="3200"/>
            </a:xfrm>
            <a:custGeom>
              <a:rect b="b" l="l" r="r" t="t"/>
              <a:pathLst>
                <a:path extrusionOk="0" h="128" w="295">
                  <a:moveTo>
                    <a:pt x="14" y="0"/>
                  </a:moveTo>
                  <a:lnTo>
                    <a:pt x="0" y="53"/>
                  </a:lnTo>
                  <a:lnTo>
                    <a:pt x="280" y="127"/>
                  </a:lnTo>
                  <a:cubicBezTo>
                    <a:pt x="285" y="110"/>
                    <a:pt x="289" y="93"/>
                    <a:pt x="295" y="75"/>
                  </a:cubicBezTo>
                  <a:lnTo>
                    <a:pt x="1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1"/>
            <p:cNvSpPr/>
            <p:nvPr/>
          </p:nvSpPr>
          <p:spPr>
            <a:xfrm>
              <a:off x="3998300" y="4178300"/>
              <a:ext cx="2000" cy="7400"/>
            </a:xfrm>
            <a:custGeom>
              <a:rect b="b" l="l" r="r" t="t"/>
              <a:pathLst>
                <a:path extrusionOk="0" h="296" w="80">
                  <a:moveTo>
                    <a:pt x="54" y="1"/>
                  </a:moveTo>
                  <a:lnTo>
                    <a:pt x="0" y="6"/>
                  </a:lnTo>
                  <a:lnTo>
                    <a:pt x="26" y="296"/>
                  </a:lnTo>
                  <a:cubicBezTo>
                    <a:pt x="42" y="295"/>
                    <a:pt x="60" y="292"/>
                    <a:pt x="80" y="291"/>
                  </a:cubicBezTo>
                  <a:lnTo>
                    <a:pt x="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1"/>
            <p:cNvSpPr/>
            <p:nvPr/>
          </p:nvSpPr>
          <p:spPr>
            <a:xfrm>
              <a:off x="3842800" y="4267725"/>
              <a:ext cx="6750" cy="5325"/>
            </a:xfrm>
            <a:custGeom>
              <a:rect b="b" l="l" r="r" t="t"/>
              <a:pathLst>
                <a:path extrusionOk="0" h="213" w="270">
                  <a:moveTo>
                    <a:pt x="33" y="1"/>
                  </a:moveTo>
                  <a:lnTo>
                    <a:pt x="1" y="46"/>
                  </a:lnTo>
                  <a:lnTo>
                    <a:pt x="239" y="212"/>
                  </a:lnTo>
                  <a:cubicBezTo>
                    <a:pt x="249" y="197"/>
                    <a:pt x="260" y="182"/>
                    <a:pt x="270" y="167"/>
                  </a:cubicBezTo>
                  <a:lnTo>
                    <a:pt x="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1"/>
            <p:cNvSpPr/>
            <p:nvPr/>
          </p:nvSpPr>
          <p:spPr>
            <a:xfrm>
              <a:off x="3832875" y="4283350"/>
              <a:ext cx="6975" cy="4800"/>
            </a:xfrm>
            <a:custGeom>
              <a:rect b="b" l="l" r="r" t="t"/>
              <a:pathLst>
                <a:path extrusionOk="0" h="192" w="279">
                  <a:moveTo>
                    <a:pt x="27" y="0"/>
                  </a:moveTo>
                  <a:lnTo>
                    <a:pt x="0" y="48"/>
                  </a:lnTo>
                  <a:lnTo>
                    <a:pt x="251" y="192"/>
                  </a:lnTo>
                  <a:cubicBezTo>
                    <a:pt x="259" y="177"/>
                    <a:pt x="269" y="161"/>
                    <a:pt x="279" y="145"/>
                  </a:cubicBezTo>
                  <a:lnTo>
                    <a:pt x="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1"/>
            <p:cNvSpPr/>
            <p:nvPr/>
          </p:nvSpPr>
          <p:spPr>
            <a:xfrm>
              <a:off x="3805475" y="4371125"/>
              <a:ext cx="7400" cy="2000"/>
            </a:xfrm>
            <a:custGeom>
              <a:rect b="b" l="l" r="r" t="t"/>
              <a:pathLst>
                <a:path extrusionOk="0" h="80" w="296">
                  <a:moveTo>
                    <a:pt x="6" y="0"/>
                  </a:moveTo>
                  <a:lnTo>
                    <a:pt x="1" y="54"/>
                  </a:lnTo>
                  <a:lnTo>
                    <a:pt x="291" y="80"/>
                  </a:lnTo>
                  <a:cubicBezTo>
                    <a:pt x="292" y="62"/>
                    <a:pt x="295" y="44"/>
                    <a:pt x="296" y="26"/>
                  </a:cubicBezTo>
                  <a:lnTo>
                    <a:pt x="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1"/>
            <p:cNvSpPr/>
            <p:nvPr/>
          </p:nvSpPr>
          <p:spPr>
            <a:xfrm>
              <a:off x="4185450" y="4267725"/>
              <a:ext cx="6750" cy="5325"/>
            </a:xfrm>
            <a:custGeom>
              <a:rect b="b" l="l" r="r" t="t"/>
              <a:pathLst>
                <a:path extrusionOk="0" h="213" w="270">
                  <a:moveTo>
                    <a:pt x="239" y="1"/>
                  </a:moveTo>
                  <a:lnTo>
                    <a:pt x="1" y="167"/>
                  </a:lnTo>
                  <a:cubicBezTo>
                    <a:pt x="11" y="182"/>
                    <a:pt x="21" y="197"/>
                    <a:pt x="31" y="212"/>
                  </a:cubicBezTo>
                  <a:lnTo>
                    <a:pt x="270" y="46"/>
                  </a:lnTo>
                  <a:lnTo>
                    <a:pt x="2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1"/>
            <p:cNvSpPr/>
            <p:nvPr/>
          </p:nvSpPr>
          <p:spPr>
            <a:xfrm>
              <a:off x="4203500" y="4299800"/>
              <a:ext cx="7150" cy="4325"/>
            </a:xfrm>
            <a:custGeom>
              <a:rect b="b" l="l" r="r" t="t"/>
              <a:pathLst>
                <a:path extrusionOk="0" h="173" w="286">
                  <a:moveTo>
                    <a:pt x="263" y="0"/>
                  </a:moveTo>
                  <a:lnTo>
                    <a:pt x="1" y="122"/>
                  </a:lnTo>
                  <a:lnTo>
                    <a:pt x="23" y="173"/>
                  </a:lnTo>
                  <a:lnTo>
                    <a:pt x="286" y="50"/>
                  </a:lnTo>
                  <a:lnTo>
                    <a:pt x="2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1"/>
            <p:cNvSpPr/>
            <p:nvPr/>
          </p:nvSpPr>
          <p:spPr>
            <a:xfrm>
              <a:off x="4174500" y="4253025"/>
              <a:ext cx="6450" cy="5775"/>
            </a:xfrm>
            <a:custGeom>
              <a:rect b="b" l="l" r="r" t="t"/>
              <a:pathLst>
                <a:path extrusionOk="0" h="231" w="258">
                  <a:moveTo>
                    <a:pt x="223" y="1"/>
                  </a:moveTo>
                  <a:lnTo>
                    <a:pt x="0" y="188"/>
                  </a:lnTo>
                  <a:lnTo>
                    <a:pt x="35" y="231"/>
                  </a:lnTo>
                  <a:lnTo>
                    <a:pt x="258" y="43"/>
                  </a:lnTo>
                  <a:lnTo>
                    <a:pt x="22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1"/>
            <p:cNvSpPr/>
            <p:nvPr/>
          </p:nvSpPr>
          <p:spPr>
            <a:xfrm>
              <a:off x="4195125" y="4283350"/>
              <a:ext cx="6975" cy="4800"/>
            </a:xfrm>
            <a:custGeom>
              <a:rect b="b" l="l" r="r" t="t"/>
              <a:pathLst>
                <a:path extrusionOk="0" h="192" w="279">
                  <a:moveTo>
                    <a:pt x="252" y="0"/>
                  </a:moveTo>
                  <a:lnTo>
                    <a:pt x="0" y="145"/>
                  </a:lnTo>
                  <a:cubicBezTo>
                    <a:pt x="10" y="160"/>
                    <a:pt x="20" y="175"/>
                    <a:pt x="28" y="192"/>
                  </a:cubicBezTo>
                  <a:lnTo>
                    <a:pt x="279" y="48"/>
                  </a:lnTo>
                  <a:lnTo>
                    <a:pt x="2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1"/>
            <p:cNvSpPr/>
            <p:nvPr/>
          </p:nvSpPr>
          <p:spPr>
            <a:xfrm>
              <a:off x="4219775" y="4352700"/>
              <a:ext cx="7375" cy="2625"/>
            </a:xfrm>
            <a:custGeom>
              <a:rect b="b" l="l" r="r" t="t"/>
              <a:pathLst>
                <a:path extrusionOk="0" h="105" w="295">
                  <a:moveTo>
                    <a:pt x="286" y="0"/>
                  </a:moveTo>
                  <a:lnTo>
                    <a:pt x="1" y="51"/>
                  </a:lnTo>
                  <a:cubicBezTo>
                    <a:pt x="5" y="69"/>
                    <a:pt x="7" y="87"/>
                    <a:pt x="10" y="105"/>
                  </a:cubicBezTo>
                  <a:lnTo>
                    <a:pt x="295" y="54"/>
                  </a:lnTo>
                  <a:lnTo>
                    <a:pt x="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1"/>
            <p:cNvSpPr/>
            <p:nvPr/>
          </p:nvSpPr>
          <p:spPr>
            <a:xfrm>
              <a:off x="4215825" y="4334625"/>
              <a:ext cx="7400" cy="3200"/>
            </a:xfrm>
            <a:custGeom>
              <a:rect b="b" l="l" r="r" t="t"/>
              <a:pathLst>
                <a:path extrusionOk="0" h="128" w="296">
                  <a:moveTo>
                    <a:pt x="282" y="0"/>
                  </a:moveTo>
                  <a:lnTo>
                    <a:pt x="1" y="75"/>
                  </a:lnTo>
                  <a:cubicBezTo>
                    <a:pt x="7" y="93"/>
                    <a:pt x="12" y="110"/>
                    <a:pt x="15" y="127"/>
                  </a:cubicBezTo>
                  <a:lnTo>
                    <a:pt x="296" y="53"/>
                  </a:lnTo>
                  <a:lnTo>
                    <a:pt x="2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1"/>
            <p:cNvSpPr/>
            <p:nvPr/>
          </p:nvSpPr>
          <p:spPr>
            <a:xfrm>
              <a:off x="4210400" y="4316900"/>
              <a:ext cx="7300" cy="3825"/>
            </a:xfrm>
            <a:custGeom>
              <a:rect b="b" l="l" r="r" t="t"/>
              <a:pathLst>
                <a:path extrusionOk="0" h="153" w="292">
                  <a:moveTo>
                    <a:pt x="272" y="0"/>
                  </a:moveTo>
                  <a:lnTo>
                    <a:pt x="0" y="100"/>
                  </a:lnTo>
                  <a:cubicBezTo>
                    <a:pt x="7" y="117"/>
                    <a:pt x="14" y="135"/>
                    <a:pt x="20" y="152"/>
                  </a:cubicBezTo>
                  <a:lnTo>
                    <a:pt x="291" y="52"/>
                  </a:lnTo>
                  <a:lnTo>
                    <a:pt x="2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1"/>
            <p:cNvSpPr/>
            <p:nvPr/>
          </p:nvSpPr>
          <p:spPr>
            <a:xfrm>
              <a:off x="4052500" y="4180675"/>
              <a:ext cx="2650" cy="7375"/>
            </a:xfrm>
            <a:custGeom>
              <a:rect b="b" l="l" r="r" t="t"/>
              <a:pathLst>
                <a:path extrusionOk="0" h="295" w="106">
                  <a:moveTo>
                    <a:pt x="51" y="1"/>
                  </a:moveTo>
                  <a:lnTo>
                    <a:pt x="1" y="285"/>
                  </a:lnTo>
                  <a:cubicBezTo>
                    <a:pt x="19" y="289"/>
                    <a:pt x="37" y="291"/>
                    <a:pt x="56" y="295"/>
                  </a:cubicBezTo>
                  <a:lnTo>
                    <a:pt x="105" y="10"/>
                  </a:lnTo>
                  <a:lnTo>
                    <a:pt x="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1"/>
            <p:cNvSpPr/>
            <p:nvPr/>
          </p:nvSpPr>
          <p:spPr>
            <a:xfrm>
              <a:off x="4070025" y="4184625"/>
              <a:ext cx="3225" cy="7375"/>
            </a:xfrm>
            <a:custGeom>
              <a:rect b="b" l="l" r="r" t="t"/>
              <a:pathLst>
                <a:path extrusionOk="0" h="295" w="129">
                  <a:moveTo>
                    <a:pt x="75" y="1"/>
                  </a:moveTo>
                  <a:lnTo>
                    <a:pt x="0" y="280"/>
                  </a:lnTo>
                  <a:cubicBezTo>
                    <a:pt x="18" y="285"/>
                    <a:pt x="35" y="289"/>
                    <a:pt x="53" y="295"/>
                  </a:cubicBezTo>
                  <a:lnTo>
                    <a:pt x="128" y="14"/>
                  </a:lnTo>
                  <a:lnTo>
                    <a:pt x="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1"/>
            <p:cNvSpPr/>
            <p:nvPr/>
          </p:nvSpPr>
          <p:spPr>
            <a:xfrm>
              <a:off x="4149050" y="4226875"/>
              <a:ext cx="5750" cy="6475"/>
            </a:xfrm>
            <a:custGeom>
              <a:rect b="b" l="l" r="r" t="t"/>
              <a:pathLst>
                <a:path extrusionOk="0" h="259" w="230">
                  <a:moveTo>
                    <a:pt x="187" y="1"/>
                  </a:moveTo>
                  <a:lnTo>
                    <a:pt x="1" y="224"/>
                  </a:lnTo>
                  <a:lnTo>
                    <a:pt x="43" y="259"/>
                  </a:lnTo>
                  <a:lnTo>
                    <a:pt x="230" y="36"/>
                  </a:lnTo>
                  <a:lnTo>
                    <a:pt x="18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1"/>
            <p:cNvSpPr/>
            <p:nvPr/>
          </p:nvSpPr>
          <p:spPr>
            <a:xfrm>
              <a:off x="4034700" y="4178300"/>
              <a:ext cx="2050" cy="7400"/>
            </a:xfrm>
            <a:custGeom>
              <a:rect b="b" l="l" r="r" t="t"/>
              <a:pathLst>
                <a:path extrusionOk="0" h="296" w="82">
                  <a:moveTo>
                    <a:pt x="27" y="1"/>
                  </a:moveTo>
                  <a:lnTo>
                    <a:pt x="1" y="291"/>
                  </a:lnTo>
                  <a:cubicBezTo>
                    <a:pt x="19" y="292"/>
                    <a:pt x="37" y="295"/>
                    <a:pt x="56" y="296"/>
                  </a:cubicBezTo>
                  <a:lnTo>
                    <a:pt x="81" y="6"/>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1"/>
            <p:cNvSpPr/>
            <p:nvPr/>
          </p:nvSpPr>
          <p:spPr>
            <a:xfrm>
              <a:off x="4087150" y="4190125"/>
              <a:ext cx="3800" cy="7300"/>
            </a:xfrm>
            <a:custGeom>
              <a:rect b="b" l="l" r="r" t="t"/>
              <a:pathLst>
                <a:path extrusionOk="0" h="292" w="152">
                  <a:moveTo>
                    <a:pt x="100" y="0"/>
                  </a:moveTo>
                  <a:lnTo>
                    <a:pt x="0" y="273"/>
                  </a:lnTo>
                  <a:cubicBezTo>
                    <a:pt x="17" y="279"/>
                    <a:pt x="35" y="284"/>
                    <a:pt x="52" y="291"/>
                  </a:cubicBezTo>
                  <a:lnTo>
                    <a:pt x="151" y="20"/>
                  </a:lnTo>
                  <a:lnTo>
                    <a:pt x="1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1"/>
            <p:cNvSpPr/>
            <p:nvPr/>
          </p:nvSpPr>
          <p:spPr>
            <a:xfrm>
              <a:off x="4134800" y="4215650"/>
              <a:ext cx="5300" cy="6750"/>
            </a:xfrm>
            <a:custGeom>
              <a:rect b="b" l="l" r="r" t="t"/>
              <a:pathLst>
                <a:path extrusionOk="0" h="270" w="212">
                  <a:moveTo>
                    <a:pt x="166" y="1"/>
                  </a:moveTo>
                  <a:lnTo>
                    <a:pt x="0" y="238"/>
                  </a:lnTo>
                  <a:cubicBezTo>
                    <a:pt x="16" y="248"/>
                    <a:pt x="30" y="259"/>
                    <a:pt x="46" y="269"/>
                  </a:cubicBezTo>
                  <a:lnTo>
                    <a:pt x="212" y="32"/>
                  </a:lnTo>
                  <a:lnTo>
                    <a:pt x="16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1"/>
            <p:cNvSpPr/>
            <p:nvPr/>
          </p:nvSpPr>
          <p:spPr>
            <a:xfrm>
              <a:off x="4103725" y="4197225"/>
              <a:ext cx="4375" cy="7150"/>
            </a:xfrm>
            <a:custGeom>
              <a:rect b="b" l="l" r="r" t="t"/>
              <a:pathLst>
                <a:path extrusionOk="0" h="286" w="175">
                  <a:moveTo>
                    <a:pt x="124" y="0"/>
                  </a:moveTo>
                  <a:lnTo>
                    <a:pt x="1" y="262"/>
                  </a:lnTo>
                  <a:lnTo>
                    <a:pt x="51" y="286"/>
                  </a:lnTo>
                  <a:lnTo>
                    <a:pt x="174" y="24"/>
                  </a:lnTo>
                  <a:lnTo>
                    <a:pt x="12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1"/>
            <p:cNvSpPr/>
            <p:nvPr/>
          </p:nvSpPr>
          <p:spPr>
            <a:xfrm>
              <a:off x="4119675" y="4205725"/>
              <a:ext cx="4825" cy="7000"/>
            </a:xfrm>
            <a:custGeom>
              <a:rect b="b" l="l" r="r" t="t"/>
              <a:pathLst>
                <a:path extrusionOk="0" h="280" w="193">
                  <a:moveTo>
                    <a:pt x="145" y="1"/>
                  </a:moveTo>
                  <a:lnTo>
                    <a:pt x="1" y="251"/>
                  </a:lnTo>
                  <a:cubicBezTo>
                    <a:pt x="16" y="261"/>
                    <a:pt x="31" y="269"/>
                    <a:pt x="48" y="279"/>
                  </a:cubicBezTo>
                  <a:lnTo>
                    <a:pt x="192" y="28"/>
                  </a:lnTo>
                  <a:lnTo>
                    <a:pt x="1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1"/>
            <p:cNvSpPr/>
            <p:nvPr/>
          </p:nvSpPr>
          <p:spPr>
            <a:xfrm>
              <a:off x="3944075" y="4190175"/>
              <a:ext cx="3800" cy="7250"/>
            </a:xfrm>
            <a:custGeom>
              <a:rect b="b" l="l" r="r" t="t"/>
              <a:pathLst>
                <a:path extrusionOk="0" h="290" w="152">
                  <a:moveTo>
                    <a:pt x="52" y="0"/>
                  </a:moveTo>
                  <a:lnTo>
                    <a:pt x="0" y="18"/>
                  </a:lnTo>
                  <a:lnTo>
                    <a:pt x="100" y="289"/>
                  </a:lnTo>
                  <a:cubicBezTo>
                    <a:pt x="117" y="282"/>
                    <a:pt x="134" y="276"/>
                    <a:pt x="152" y="271"/>
                  </a:cubicBezTo>
                  <a:lnTo>
                    <a:pt x="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1"/>
            <p:cNvSpPr/>
            <p:nvPr/>
          </p:nvSpPr>
          <p:spPr>
            <a:xfrm>
              <a:off x="4149050" y="4547325"/>
              <a:ext cx="5750" cy="6475"/>
            </a:xfrm>
            <a:custGeom>
              <a:rect b="b" l="l" r="r" t="t"/>
              <a:pathLst>
                <a:path extrusionOk="0" h="259" w="230">
                  <a:moveTo>
                    <a:pt x="43" y="0"/>
                  </a:moveTo>
                  <a:lnTo>
                    <a:pt x="1" y="35"/>
                  </a:lnTo>
                  <a:lnTo>
                    <a:pt x="187" y="258"/>
                  </a:lnTo>
                  <a:lnTo>
                    <a:pt x="230" y="223"/>
                  </a:lnTo>
                  <a:lnTo>
                    <a:pt x="4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1"/>
            <p:cNvSpPr/>
            <p:nvPr/>
          </p:nvSpPr>
          <p:spPr>
            <a:xfrm>
              <a:off x="4174500" y="4521900"/>
              <a:ext cx="6450" cy="5750"/>
            </a:xfrm>
            <a:custGeom>
              <a:rect b="b" l="l" r="r" t="t"/>
              <a:pathLst>
                <a:path extrusionOk="0" h="230" w="258">
                  <a:moveTo>
                    <a:pt x="35" y="1"/>
                  </a:moveTo>
                  <a:lnTo>
                    <a:pt x="0" y="43"/>
                  </a:lnTo>
                  <a:lnTo>
                    <a:pt x="223" y="230"/>
                  </a:lnTo>
                  <a:lnTo>
                    <a:pt x="258" y="188"/>
                  </a:lnTo>
                  <a:lnTo>
                    <a:pt x="3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1"/>
            <p:cNvSpPr/>
            <p:nvPr/>
          </p:nvSpPr>
          <p:spPr>
            <a:xfrm>
              <a:off x="4119675" y="4567975"/>
              <a:ext cx="4825" cy="7000"/>
            </a:xfrm>
            <a:custGeom>
              <a:rect b="b" l="l" r="r" t="t"/>
              <a:pathLst>
                <a:path extrusionOk="0" h="280" w="193">
                  <a:moveTo>
                    <a:pt x="48" y="1"/>
                  </a:moveTo>
                  <a:cubicBezTo>
                    <a:pt x="33" y="10"/>
                    <a:pt x="17" y="20"/>
                    <a:pt x="1" y="29"/>
                  </a:cubicBezTo>
                  <a:lnTo>
                    <a:pt x="145" y="279"/>
                  </a:lnTo>
                  <a:lnTo>
                    <a:pt x="192" y="252"/>
                  </a:lnTo>
                  <a:lnTo>
                    <a:pt x="4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1"/>
            <p:cNvSpPr/>
            <p:nvPr/>
          </p:nvSpPr>
          <p:spPr>
            <a:xfrm>
              <a:off x="4134800" y="4558300"/>
              <a:ext cx="5300" cy="6750"/>
            </a:xfrm>
            <a:custGeom>
              <a:rect b="b" l="l" r="r" t="t"/>
              <a:pathLst>
                <a:path extrusionOk="0" h="270" w="212">
                  <a:moveTo>
                    <a:pt x="46" y="1"/>
                  </a:moveTo>
                  <a:cubicBezTo>
                    <a:pt x="30" y="11"/>
                    <a:pt x="16" y="21"/>
                    <a:pt x="0" y="32"/>
                  </a:cubicBezTo>
                  <a:lnTo>
                    <a:pt x="166" y="270"/>
                  </a:lnTo>
                  <a:lnTo>
                    <a:pt x="212" y="238"/>
                  </a:lnTo>
                  <a:lnTo>
                    <a:pt x="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1"/>
            <p:cNvSpPr/>
            <p:nvPr/>
          </p:nvSpPr>
          <p:spPr>
            <a:xfrm>
              <a:off x="4052500" y="4592600"/>
              <a:ext cx="2650" cy="7375"/>
            </a:xfrm>
            <a:custGeom>
              <a:rect b="b" l="l" r="r" t="t"/>
              <a:pathLst>
                <a:path extrusionOk="0" h="295" w="106">
                  <a:moveTo>
                    <a:pt x="56" y="1"/>
                  </a:moveTo>
                  <a:cubicBezTo>
                    <a:pt x="37" y="4"/>
                    <a:pt x="19" y="7"/>
                    <a:pt x="1" y="10"/>
                  </a:cubicBezTo>
                  <a:lnTo>
                    <a:pt x="51" y="295"/>
                  </a:lnTo>
                  <a:lnTo>
                    <a:pt x="105" y="286"/>
                  </a:lnTo>
                  <a:lnTo>
                    <a:pt x="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1"/>
            <p:cNvSpPr/>
            <p:nvPr/>
          </p:nvSpPr>
          <p:spPr>
            <a:xfrm>
              <a:off x="4103700" y="4576325"/>
              <a:ext cx="4375" cy="7150"/>
            </a:xfrm>
            <a:custGeom>
              <a:rect b="b" l="l" r="r" t="t"/>
              <a:pathLst>
                <a:path extrusionOk="0" h="286" w="175">
                  <a:moveTo>
                    <a:pt x="51" y="1"/>
                  </a:moveTo>
                  <a:lnTo>
                    <a:pt x="1" y="24"/>
                  </a:lnTo>
                  <a:lnTo>
                    <a:pt x="124" y="286"/>
                  </a:lnTo>
                  <a:lnTo>
                    <a:pt x="174" y="263"/>
                  </a:lnTo>
                  <a:lnTo>
                    <a:pt x="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1"/>
            <p:cNvSpPr/>
            <p:nvPr/>
          </p:nvSpPr>
          <p:spPr>
            <a:xfrm>
              <a:off x="4034700" y="4595000"/>
              <a:ext cx="2050" cy="7400"/>
            </a:xfrm>
            <a:custGeom>
              <a:rect b="b" l="l" r="r" t="t"/>
              <a:pathLst>
                <a:path extrusionOk="0" h="296" w="82">
                  <a:moveTo>
                    <a:pt x="56" y="1"/>
                  </a:moveTo>
                  <a:cubicBezTo>
                    <a:pt x="37" y="2"/>
                    <a:pt x="19" y="3"/>
                    <a:pt x="1" y="6"/>
                  </a:cubicBezTo>
                  <a:lnTo>
                    <a:pt x="27" y="296"/>
                  </a:lnTo>
                  <a:lnTo>
                    <a:pt x="81" y="291"/>
                  </a:lnTo>
                  <a:lnTo>
                    <a:pt x="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1"/>
            <p:cNvSpPr/>
            <p:nvPr/>
          </p:nvSpPr>
          <p:spPr>
            <a:xfrm>
              <a:off x="4087150" y="4583275"/>
              <a:ext cx="3800" cy="7250"/>
            </a:xfrm>
            <a:custGeom>
              <a:rect b="b" l="l" r="r" t="t"/>
              <a:pathLst>
                <a:path extrusionOk="0" h="290" w="152">
                  <a:moveTo>
                    <a:pt x="52" y="0"/>
                  </a:moveTo>
                  <a:cubicBezTo>
                    <a:pt x="35" y="7"/>
                    <a:pt x="17" y="13"/>
                    <a:pt x="0" y="18"/>
                  </a:cubicBezTo>
                  <a:lnTo>
                    <a:pt x="100" y="289"/>
                  </a:lnTo>
                  <a:lnTo>
                    <a:pt x="151" y="271"/>
                  </a:lnTo>
                  <a:lnTo>
                    <a:pt x="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1"/>
            <p:cNvSpPr/>
            <p:nvPr/>
          </p:nvSpPr>
          <p:spPr>
            <a:xfrm>
              <a:off x="4070025" y="4588700"/>
              <a:ext cx="3225" cy="7375"/>
            </a:xfrm>
            <a:custGeom>
              <a:rect b="b" l="l" r="r" t="t"/>
              <a:pathLst>
                <a:path extrusionOk="0" h="295" w="129">
                  <a:moveTo>
                    <a:pt x="53" y="0"/>
                  </a:moveTo>
                  <a:cubicBezTo>
                    <a:pt x="35" y="5"/>
                    <a:pt x="18" y="10"/>
                    <a:pt x="0" y="13"/>
                  </a:cubicBezTo>
                  <a:lnTo>
                    <a:pt x="75" y="294"/>
                  </a:lnTo>
                  <a:lnTo>
                    <a:pt x="128" y="280"/>
                  </a:lnTo>
                  <a:lnTo>
                    <a:pt x="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1"/>
            <p:cNvSpPr/>
            <p:nvPr/>
          </p:nvSpPr>
          <p:spPr>
            <a:xfrm>
              <a:off x="4222125" y="4407550"/>
              <a:ext cx="7425" cy="2025"/>
            </a:xfrm>
            <a:custGeom>
              <a:rect b="b" l="l" r="r" t="t"/>
              <a:pathLst>
                <a:path extrusionOk="0" h="81" w="297">
                  <a:moveTo>
                    <a:pt x="6" y="0"/>
                  </a:moveTo>
                  <a:cubicBezTo>
                    <a:pt x="5" y="19"/>
                    <a:pt x="3" y="36"/>
                    <a:pt x="1" y="55"/>
                  </a:cubicBezTo>
                  <a:lnTo>
                    <a:pt x="292" y="80"/>
                  </a:lnTo>
                  <a:lnTo>
                    <a:pt x="297" y="26"/>
                  </a:lnTo>
                  <a:lnTo>
                    <a:pt x="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1"/>
            <p:cNvSpPr/>
            <p:nvPr/>
          </p:nvSpPr>
          <p:spPr>
            <a:xfrm>
              <a:off x="4215825" y="4442875"/>
              <a:ext cx="7400" cy="3225"/>
            </a:xfrm>
            <a:custGeom>
              <a:rect b="b" l="l" r="r" t="t"/>
              <a:pathLst>
                <a:path extrusionOk="0" h="129" w="296">
                  <a:moveTo>
                    <a:pt x="15" y="1"/>
                  </a:moveTo>
                  <a:cubicBezTo>
                    <a:pt x="10" y="19"/>
                    <a:pt x="6" y="36"/>
                    <a:pt x="1" y="53"/>
                  </a:cubicBezTo>
                  <a:lnTo>
                    <a:pt x="282" y="128"/>
                  </a:lnTo>
                  <a:lnTo>
                    <a:pt x="296" y="76"/>
                  </a:lnTo>
                  <a:lnTo>
                    <a:pt x="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1"/>
            <p:cNvSpPr/>
            <p:nvPr/>
          </p:nvSpPr>
          <p:spPr>
            <a:xfrm>
              <a:off x="4219775" y="4425325"/>
              <a:ext cx="7375" cy="2650"/>
            </a:xfrm>
            <a:custGeom>
              <a:rect b="b" l="l" r="r" t="t"/>
              <a:pathLst>
                <a:path extrusionOk="0" h="106" w="295">
                  <a:moveTo>
                    <a:pt x="10" y="1"/>
                  </a:moveTo>
                  <a:cubicBezTo>
                    <a:pt x="7" y="19"/>
                    <a:pt x="5" y="37"/>
                    <a:pt x="1" y="56"/>
                  </a:cubicBezTo>
                  <a:lnTo>
                    <a:pt x="286" y="105"/>
                  </a:lnTo>
                  <a:lnTo>
                    <a:pt x="295" y="51"/>
                  </a:lnTo>
                  <a:lnTo>
                    <a:pt x="1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1"/>
            <p:cNvSpPr/>
            <p:nvPr/>
          </p:nvSpPr>
          <p:spPr>
            <a:xfrm>
              <a:off x="4210450" y="4459975"/>
              <a:ext cx="7250" cy="3800"/>
            </a:xfrm>
            <a:custGeom>
              <a:rect b="b" l="l" r="r" t="t"/>
              <a:pathLst>
                <a:path extrusionOk="0" h="152" w="290">
                  <a:moveTo>
                    <a:pt x="18" y="1"/>
                  </a:moveTo>
                  <a:cubicBezTo>
                    <a:pt x="12" y="17"/>
                    <a:pt x="6" y="35"/>
                    <a:pt x="0" y="52"/>
                  </a:cubicBezTo>
                  <a:lnTo>
                    <a:pt x="271" y="151"/>
                  </a:lnTo>
                  <a:lnTo>
                    <a:pt x="289" y="100"/>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1"/>
            <p:cNvSpPr/>
            <p:nvPr/>
          </p:nvSpPr>
          <p:spPr>
            <a:xfrm>
              <a:off x="4195150" y="4492500"/>
              <a:ext cx="7000" cy="4825"/>
            </a:xfrm>
            <a:custGeom>
              <a:rect b="b" l="l" r="r" t="t"/>
              <a:pathLst>
                <a:path extrusionOk="0" h="193" w="280">
                  <a:moveTo>
                    <a:pt x="29" y="1"/>
                  </a:moveTo>
                  <a:cubicBezTo>
                    <a:pt x="20" y="16"/>
                    <a:pt x="11" y="32"/>
                    <a:pt x="0" y="48"/>
                  </a:cubicBezTo>
                  <a:lnTo>
                    <a:pt x="252" y="193"/>
                  </a:lnTo>
                  <a:lnTo>
                    <a:pt x="279" y="145"/>
                  </a:lnTo>
                  <a:lnTo>
                    <a:pt x="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1"/>
            <p:cNvSpPr/>
            <p:nvPr/>
          </p:nvSpPr>
          <p:spPr>
            <a:xfrm>
              <a:off x="4203500" y="4476550"/>
              <a:ext cx="7150" cy="4375"/>
            </a:xfrm>
            <a:custGeom>
              <a:rect b="b" l="l" r="r" t="t"/>
              <a:pathLst>
                <a:path extrusionOk="0" h="175" w="286">
                  <a:moveTo>
                    <a:pt x="23" y="1"/>
                  </a:moveTo>
                  <a:lnTo>
                    <a:pt x="1" y="52"/>
                  </a:lnTo>
                  <a:lnTo>
                    <a:pt x="263" y="174"/>
                  </a:lnTo>
                  <a:lnTo>
                    <a:pt x="286" y="124"/>
                  </a:lnTo>
                  <a:lnTo>
                    <a:pt x="2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1"/>
            <p:cNvSpPr/>
            <p:nvPr/>
          </p:nvSpPr>
          <p:spPr>
            <a:xfrm>
              <a:off x="4185450" y="4507650"/>
              <a:ext cx="6750" cy="5300"/>
            </a:xfrm>
            <a:custGeom>
              <a:rect b="b" l="l" r="r" t="t"/>
              <a:pathLst>
                <a:path extrusionOk="0" h="212" w="270">
                  <a:moveTo>
                    <a:pt x="31" y="0"/>
                  </a:moveTo>
                  <a:cubicBezTo>
                    <a:pt x="21" y="16"/>
                    <a:pt x="11" y="30"/>
                    <a:pt x="1" y="46"/>
                  </a:cubicBezTo>
                  <a:lnTo>
                    <a:pt x="238" y="212"/>
                  </a:lnTo>
                  <a:lnTo>
                    <a:pt x="270" y="167"/>
                  </a:lnTo>
                  <a:lnTo>
                    <a:pt x="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1"/>
            <p:cNvSpPr/>
            <p:nvPr/>
          </p:nvSpPr>
          <p:spPr>
            <a:xfrm>
              <a:off x="3979875" y="4592625"/>
              <a:ext cx="2625" cy="7375"/>
            </a:xfrm>
            <a:custGeom>
              <a:rect b="b" l="l" r="r" t="t"/>
              <a:pathLst>
                <a:path extrusionOk="0" h="295" w="105">
                  <a:moveTo>
                    <a:pt x="51" y="1"/>
                  </a:moveTo>
                  <a:lnTo>
                    <a:pt x="0" y="287"/>
                  </a:lnTo>
                  <a:lnTo>
                    <a:pt x="54" y="295"/>
                  </a:lnTo>
                  <a:lnTo>
                    <a:pt x="105" y="10"/>
                  </a:lnTo>
                  <a:cubicBezTo>
                    <a:pt x="87" y="8"/>
                    <a:pt x="69" y="5"/>
                    <a:pt x="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1"/>
            <p:cNvSpPr/>
            <p:nvPr/>
          </p:nvSpPr>
          <p:spPr>
            <a:xfrm>
              <a:off x="3824350" y="4476550"/>
              <a:ext cx="7150" cy="4375"/>
            </a:xfrm>
            <a:custGeom>
              <a:rect b="b" l="l" r="r" t="t"/>
              <a:pathLst>
                <a:path extrusionOk="0" h="175" w="286">
                  <a:moveTo>
                    <a:pt x="263" y="1"/>
                  </a:moveTo>
                  <a:lnTo>
                    <a:pt x="1" y="124"/>
                  </a:lnTo>
                  <a:lnTo>
                    <a:pt x="25" y="174"/>
                  </a:lnTo>
                  <a:lnTo>
                    <a:pt x="286" y="52"/>
                  </a:lnTo>
                  <a:lnTo>
                    <a:pt x="2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1"/>
            <p:cNvSpPr/>
            <p:nvPr/>
          </p:nvSpPr>
          <p:spPr>
            <a:xfrm>
              <a:off x="3832900" y="4492500"/>
              <a:ext cx="7000" cy="4825"/>
            </a:xfrm>
            <a:custGeom>
              <a:rect b="b" l="l" r="r" t="t"/>
              <a:pathLst>
                <a:path extrusionOk="0" h="193" w="280">
                  <a:moveTo>
                    <a:pt x="251" y="1"/>
                  </a:moveTo>
                  <a:lnTo>
                    <a:pt x="0" y="145"/>
                  </a:lnTo>
                  <a:lnTo>
                    <a:pt x="28" y="193"/>
                  </a:lnTo>
                  <a:lnTo>
                    <a:pt x="279" y="48"/>
                  </a:lnTo>
                  <a:cubicBezTo>
                    <a:pt x="271" y="33"/>
                    <a:pt x="260" y="17"/>
                    <a:pt x="2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1"/>
            <p:cNvSpPr/>
            <p:nvPr/>
          </p:nvSpPr>
          <p:spPr>
            <a:xfrm>
              <a:off x="3854050" y="4521875"/>
              <a:ext cx="6475" cy="5750"/>
            </a:xfrm>
            <a:custGeom>
              <a:rect b="b" l="l" r="r" t="t"/>
              <a:pathLst>
                <a:path extrusionOk="0" h="230" w="259">
                  <a:moveTo>
                    <a:pt x="224" y="1"/>
                  </a:moveTo>
                  <a:lnTo>
                    <a:pt x="0" y="188"/>
                  </a:lnTo>
                  <a:lnTo>
                    <a:pt x="36" y="230"/>
                  </a:lnTo>
                  <a:lnTo>
                    <a:pt x="258" y="43"/>
                  </a:lnTo>
                  <a:lnTo>
                    <a:pt x="2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1"/>
            <p:cNvSpPr/>
            <p:nvPr/>
          </p:nvSpPr>
          <p:spPr>
            <a:xfrm>
              <a:off x="3842800" y="4507650"/>
              <a:ext cx="6750" cy="5300"/>
            </a:xfrm>
            <a:custGeom>
              <a:rect b="b" l="l" r="r" t="t"/>
              <a:pathLst>
                <a:path extrusionOk="0" h="212" w="270">
                  <a:moveTo>
                    <a:pt x="239" y="0"/>
                  </a:moveTo>
                  <a:lnTo>
                    <a:pt x="1" y="167"/>
                  </a:lnTo>
                  <a:lnTo>
                    <a:pt x="32" y="212"/>
                  </a:lnTo>
                  <a:lnTo>
                    <a:pt x="270" y="46"/>
                  </a:lnTo>
                  <a:cubicBezTo>
                    <a:pt x="260" y="30"/>
                    <a:pt x="249" y="16"/>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1"/>
            <p:cNvSpPr/>
            <p:nvPr/>
          </p:nvSpPr>
          <p:spPr>
            <a:xfrm>
              <a:off x="3807850" y="4425325"/>
              <a:ext cx="7375" cy="2650"/>
            </a:xfrm>
            <a:custGeom>
              <a:rect b="b" l="l" r="r" t="t"/>
              <a:pathLst>
                <a:path extrusionOk="0" h="106" w="295">
                  <a:moveTo>
                    <a:pt x="285" y="1"/>
                  </a:moveTo>
                  <a:lnTo>
                    <a:pt x="1" y="51"/>
                  </a:lnTo>
                  <a:lnTo>
                    <a:pt x="10" y="105"/>
                  </a:lnTo>
                  <a:lnTo>
                    <a:pt x="295" y="56"/>
                  </a:lnTo>
                  <a:cubicBezTo>
                    <a:pt x="291" y="37"/>
                    <a:pt x="288" y="19"/>
                    <a:pt x="2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1"/>
            <p:cNvSpPr/>
            <p:nvPr/>
          </p:nvSpPr>
          <p:spPr>
            <a:xfrm>
              <a:off x="3811800" y="4442875"/>
              <a:ext cx="7375" cy="3225"/>
            </a:xfrm>
            <a:custGeom>
              <a:rect b="b" l="l" r="r" t="t"/>
              <a:pathLst>
                <a:path extrusionOk="0" h="129" w="295">
                  <a:moveTo>
                    <a:pt x="280" y="1"/>
                  </a:moveTo>
                  <a:lnTo>
                    <a:pt x="0" y="75"/>
                  </a:lnTo>
                  <a:lnTo>
                    <a:pt x="14" y="128"/>
                  </a:lnTo>
                  <a:lnTo>
                    <a:pt x="295" y="53"/>
                  </a:lnTo>
                  <a:cubicBezTo>
                    <a:pt x="289" y="36"/>
                    <a:pt x="284" y="17"/>
                    <a:pt x="2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1"/>
            <p:cNvSpPr/>
            <p:nvPr/>
          </p:nvSpPr>
          <p:spPr>
            <a:xfrm>
              <a:off x="3817350" y="4460000"/>
              <a:ext cx="7275" cy="3800"/>
            </a:xfrm>
            <a:custGeom>
              <a:rect b="b" l="l" r="r" t="t"/>
              <a:pathLst>
                <a:path extrusionOk="0" h="152" w="291">
                  <a:moveTo>
                    <a:pt x="271" y="1"/>
                  </a:moveTo>
                  <a:lnTo>
                    <a:pt x="0" y="100"/>
                  </a:lnTo>
                  <a:lnTo>
                    <a:pt x="19" y="151"/>
                  </a:lnTo>
                  <a:lnTo>
                    <a:pt x="290" y="52"/>
                  </a:lnTo>
                  <a:cubicBezTo>
                    <a:pt x="282" y="36"/>
                    <a:pt x="277" y="17"/>
                    <a:pt x="2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1"/>
            <p:cNvSpPr/>
            <p:nvPr/>
          </p:nvSpPr>
          <p:spPr>
            <a:xfrm>
              <a:off x="3910525" y="4567975"/>
              <a:ext cx="4800" cy="7000"/>
            </a:xfrm>
            <a:custGeom>
              <a:rect b="b" l="l" r="r" t="t"/>
              <a:pathLst>
                <a:path extrusionOk="0" h="280" w="192">
                  <a:moveTo>
                    <a:pt x="144" y="1"/>
                  </a:moveTo>
                  <a:lnTo>
                    <a:pt x="0" y="252"/>
                  </a:lnTo>
                  <a:lnTo>
                    <a:pt x="47" y="279"/>
                  </a:lnTo>
                  <a:lnTo>
                    <a:pt x="192" y="29"/>
                  </a:lnTo>
                  <a:cubicBezTo>
                    <a:pt x="176" y="20"/>
                    <a:pt x="161" y="11"/>
                    <a:pt x="1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1"/>
            <p:cNvSpPr/>
            <p:nvPr/>
          </p:nvSpPr>
          <p:spPr>
            <a:xfrm>
              <a:off x="3805475" y="4407575"/>
              <a:ext cx="7400" cy="2025"/>
            </a:xfrm>
            <a:custGeom>
              <a:rect b="b" l="l" r="r" t="t"/>
              <a:pathLst>
                <a:path extrusionOk="0" h="81" w="296">
                  <a:moveTo>
                    <a:pt x="291" y="0"/>
                  </a:moveTo>
                  <a:lnTo>
                    <a:pt x="1" y="26"/>
                  </a:lnTo>
                  <a:lnTo>
                    <a:pt x="6" y="81"/>
                  </a:lnTo>
                  <a:lnTo>
                    <a:pt x="296" y="55"/>
                  </a:lnTo>
                  <a:cubicBezTo>
                    <a:pt x="293" y="36"/>
                    <a:pt x="292" y="19"/>
                    <a:pt x="2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1"/>
            <p:cNvSpPr/>
            <p:nvPr/>
          </p:nvSpPr>
          <p:spPr>
            <a:xfrm>
              <a:off x="3944050" y="4583275"/>
              <a:ext cx="3775" cy="7275"/>
            </a:xfrm>
            <a:custGeom>
              <a:rect b="b" l="l" r="r" t="t"/>
              <a:pathLst>
                <a:path extrusionOk="0" h="291" w="151">
                  <a:moveTo>
                    <a:pt x="99" y="0"/>
                  </a:moveTo>
                  <a:lnTo>
                    <a:pt x="0" y="271"/>
                  </a:lnTo>
                  <a:lnTo>
                    <a:pt x="52" y="290"/>
                  </a:lnTo>
                  <a:lnTo>
                    <a:pt x="151" y="18"/>
                  </a:lnTo>
                  <a:cubicBezTo>
                    <a:pt x="134" y="12"/>
                    <a:pt x="117" y="7"/>
                    <a:pt x="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1"/>
            <p:cNvSpPr/>
            <p:nvPr/>
          </p:nvSpPr>
          <p:spPr>
            <a:xfrm>
              <a:off x="3961775" y="4588725"/>
              <a:ext cx="3225" cy="7375"/>
            </a:xfrm>
            <a:custGeom>
              <a:rect b="b" l="l" r="r" t="t"/>
              <a:pathLst>
                <a:path extrusionOk="0" h="295" w="129">
                  <a:moveTo>
                    <a:pt x="75" y="0"/>
                  </a:moveTo>
                  <a:lnTo>
                    <a:pt x="0" y="280"/>
                  </a:lnTo>
                  <a:lnTo>
                    <a:pt x="54" y="294"/>
                  </a:lnTo>
                  <a:lnTo>
                    <a:pt x="128" y="15"/>
                  </a:lnTo>
                  <a:cubicBezTo>
                    <a:pt x="111" y="9"/>
                    <a:pt x="94" y="5"/>
                    <a:pt x="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1"/>
            <p:cNvSpPr/>
            <p:nvPr/>
          </p:nvSpPr>
          <p:spPr>
            <a:xfrm>
              <a:off x="3880175" y="4547325"/>
              <a:ext cx="5750" cy="6475"/>
            </a:xfrm>
            <a:custGeom>
              <a:rect b="b" l="l" r="r" t="t"/>
              <a:pathLst>
                <a:path extrusionOk="0" h="259" w="230">
                  <a:moveTo>
                    <a:pt x="187" y="0"/>
                  </a:moveTo>
                  <a:lnTo>
                    <a:pt x="1" y="223"/>
                  </a:lnTo>
                  <a:lnTo>
                    <a:pt x="43" y="258"/>
                  </a:lnTo>
                  <a:lnTo>
                    <a:pt x="230" y="35"/>
                  </a:lnTo>
                  <a:lnTo>
                    <a:pt x="18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1"/>
            <p:cNvSpPr/>
            <p:nvPr/>
          </p:nvSpPr>
          <p:spPr>
            <a:xfrm>
              <a:off x="3998300" y="4595000"/>
              <a:ext cx="2000" cy="7400"/>
            </a:xfrm>
            <a:custGeom>
              <a:rect b="b" l="l" r="r" t="t"/>
              <a:pathLst>
                <a:path extrusionOk="0" h="296" w="80">
                  <a:moveTo>
                    <a:pt x="26" y="1"/>
                  </a:moveTo>
                  <a:lnTo>
                    <a:pt x="0" y="291"/>
                  </a:lnTo>
                  <a:lnTo>
                    <a:pt x="54" y="296"/>
                  </a:lnTo>
                  <a:lnTo>
                    <a:pt x="80" y="6"/>
                  </a:lnTo>
                  <a:cubicBezTo>
                    <a:pt x="62" y="4"/>
                    <a:pt x="43" y="3"/>
                    <a:pt x="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1"/>
            <p:cNvSpPr/>
            <p:nvPr/>
          </p:nvSpPr>
          <p:spPr>
            <a:xfrm>
              <a:off x="3894875" y="4558300"/>
              <a:ext cx="5325" cy="6725"/>
            </a:xfrm>
            <a:custGeom>
              <a:rect b="b" l="l" r="r" t="t"/>
              <a:pathLst>
                <a:path extrusionOk="0" h="269" w="213">
                  <a:moveTo>
                    <a:pt x="167" y="1"/>
                  </a:moveTo>
                  <a:lnTo>
                    <a:pt x="1" y="238"/>
                  </a:lnTo>
                  <a:lnTo>
                    <a:pt x="46" y="269"/>
                  </a:lnTo>
                  <a:lnTo>
                    <a:pt x="212" y="32"/>
                  </a:lnTo>
                  <a:cubicBezTo>
                    <a:pt x="197" y="21"/>
                    <a:pt x="182" y="11"/>
                    <a:pt x="1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1"/>
            <p:cNvSpPr/>
            <p:nvPr/>
          </p:nvSpPr>
          <p:spPr>
            <a:xfrm>
              <a:off x="3926925" y="4576325"/>
              <a:ext cx="4350" cy="7150"/>
            </a:xfrm>
            <a:custGeom>
              <a:rect b="b" l="l" r="r" t="t"/>
              <a:pathLst>
                <a:path extrusionOk="0" h="286" w="174">
                  <a:moveTo>
                    <a:pt x="123" y="1"/>
                  </a:moveTo>
                  <a:lnTo>
                    <a:pt x="0" y="263"/>
                  </a:lnTo>
                  <a:lnTo>
                    <a:pt x="51" y="286"/>
                  </a:lnTo>
                  <a:lnTo>
                    <a:pt x="174" y="24"/>
                  </a:lnTo>
                  <a:lnTo>
                    <a:pt x="12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1"/>
            <p:cNvSpPr/>
            <p:nvPr/>
          </p:nvSpPr>
          <p:spPr>
            <a:xfrm>
              <a:off x="3998575" y="4371450"/>
              <a:ext cx="37800" cy="37825"/>
            </a:xfrm>
            <a:custGeom>
              <a:rect b="b" l="l" r="r" t="t"/>
              <a:pathLst>
                <a:path extrusionOk="0" h="1513" w="1512">
                  <a:moveTo>
                    <a:pt x="756" y="1"/>
                  </a:moveTo>
                  <a:cubicBezTo>
                    <a:pt x="741" y="1"/>
                    <a:pt x="729" y="3"/>
                    <a:pt x="715" y="4"/>
                  </a:cubicBezTo>
                  <a:cubicBezTo>
                    <a:pt x="703" y="5"/>
                    <a:pt x="689" y="5"/>
                    <a:pt x="676" y="6"/>
                  </a:cubicBezTo>
                  <a:cubicBezTo>
                    <a:pt x="652" y="9"/>
                    <a:pt x="628" y="13"/>
                    <a:pt x="605" y="16"/>
                  </a:cubicBezTo>
                  <a:cubicBezTo>
                    <a:pt x="508" y="36"/>
                    <a:pt x="419" y="75"/>
                    <a:pt x="339" y="126"/>
                  </a:cubicBezTo>
                  <a:cubicBezTo>
                    <a:pt x="320" y="139"/>
                    <a:pt x="301" y="153"/>
                    <a:pt x="281" y="169"/>
                  </a:cubicBezTo>
                  <a:cubicBezTo>
                    <a:pt x="271" y="178"/>
                    <a:pt x="260" y="186"/>
                    <a:pt x="251" y="196"/>
                  </a:cubicBezTo>
                  <a:cubicBezTo>
                    <a:pt x="241" y="205"/>
                    <a:pt x="231" y="214"/>
                    <a:pt x="222" y="222"/>
                  </a:cubicBezTo>
                  <a:cubicBezTo>
                    <a:pt x="213" y="232"/>
                    <a:pt x="204" y="242"/>
                    <a:pt x="194" y="252"/>
                  </a:cubicBezTo>
                  <a:cubicBezTo>
                    <a:pt x="186" y="263"/>
                    <a:pt x="177" y="272"/>
                    <a:pt x="168" y="282"/>
                  </a:cubicBezTo>
                  <a:cubicBezTo>
                    <a:pt x="152" y="300"/>
                    <a:pt x="140" y="319"/>
                    <a:pt x="125" y="340"/>
                  </a:cubicBezTo>
                  <a:cubicBezTo>
                    <a:pt x="73" y="418"/>
                    <a:pt x="34" y="509"/>
                    <a:pt x="16" y="606"/>
                  </a:cubicBezTo>
                  <a:cubicBezTo>
                    <a:pt x="11" y="629"/>
                    <a:pt x="8" y="653"/>
                    <a:pt x="6" y="676"/>
                  </a:cubicBezTo>
                  <a:cubicBezTo>
                    <a:pt x="4" y="690"/>
                    <a:pt x="4" y="704"/>
                    <a:pt x="2" y="717"/>
                  </a:cubicBezTo>
                  <a:cubicBezTo>
                    <a:pt x="1" y="730"/>
                    <a:pt x="0" y="743"/>
                    <a:pt x="0" y="757"/>
                  </a:cubicBezTo>
                  <a:cubicBezTo>
                    <a:pt x="0" y="769"/>
                    <a:pt x="1" y="784"/>
                    <a:pt x="2" y="797"/>
                  </a:cubicBezTo>
                  <a:cubicBezTo>
                    <a:pt x="4" y="809"/>
                    <a:pt x="4" y="824"/>
                    <a:pt x="6" y="836"/>
                  </a:cubicBezTo>
                  <a:cubicBezTo>
                    <a:pt x="8" y="860"/>
                    <a:pt x="12" y="885"/>
                    <a:pt x="16" y="907"/>
                  </a:cubicBezTo>
                  <a:cubicBezTo>
                    <a:pt x="34" y="1004"/>
                    <a:pt x="74" y="1093"/>
                    <a:pt x="125" y="1174"/>
                  </a:cubicBezTo>
                  <a:cubicBezTo>
                    <a:pt x="138" y="1192"/>
                    <a:pt x="152" y="1212"/>
                    <a:pt x="168" y="1231"/>
                  </a:cubicBezTo>
                  <a:cubicBezTo>
                    <a:pt x="177" y="1242"/>
                    <a:pt x="186" y="1252"/>
                    <a:pt x="194" y="1261"/>
                  </a:cubicBezTo>
                  <a:cubicBezTo>
                    <a:pt x="204" y="1272"/>
                    <a:pt x="213" y="1282"/>
                    <a:pt x="222" y="1290"/>
                  </a:cubicBezTo>
                  <a:cubicBezTo>
                    <a:pt x="231" y="1300"/>
                    <a:pt x="241" y="1309"/>
                    <a:pt x="251" y="1318"/>
                  </a:cubicBezTo>
                  <a:cubicBezTo>
                    <a:pt x="261" y="1326"/>
                    <a:pt x="271" y="1336"/>
                    <a:pt x="281" y="1345"/>
                  </a:cubicBezTo>
                  <a:cubicBezTo>
                    <a:pt x="300" y="1360"/>
                    <a:pt x="318" y="1373"/>
                    <a:pt x="339" y="1387"/>
                  </a:cubicBezTo>
                  <a:cubicBezTo>
                    <a:pt x="418" y="1440"/>
                    <a:pt x="508" y="1478"/>
                    <a:pt x="605" y="1497"/>
                  </a:cubicBezTo>
                  <a:cubicBezTo>
                    <a:pt x="628" y="1502"/>
                    <a:pt x="651" y="1505"/>
                    <a:pt x="676" y="1507"/>
                  </a:cubicBezTo>
                  <a:cubicBezTo>
                    <a:pt x="689" y="1509"/>
                    <a:pt x="703" y="1509"/>
                    <a:pt x="715" y="1510"/>
                  </a:cubicBezTo>
                  <a:cubicBezTo>
                    <a:pt x="729" y="1511"/>
                    <a:pt x="743" y="1512"/>
                    <a:pt x="756" y="1512"/>
                  </a:cubicBezTo>
                  <a:cubicBezTo>
                    <a:pt x="770" y="1512"/>
                    <a:pt x="783" y="1511"/>
                    <a:pt x="796" y="1510"/>
                  </a:cubicBezTo>
                  <a:cubicBezTo>
                    <a:pt x="808" y="1509"/>
                    <a:pt x="823" y="1509"/>
                    <a:pt x="836" y="1507"/>
                  </a:cubicBezTo>
                  <a:cubicBezTo>
                    <a:pt x="859" y="1505"/>
                    <a:pt x="884" y="1501"/>
                    <a:pt x="906" y="1497"/>
                  </a:cubicBezTo>
                  <a:cubicBezTo>
                    <a:pt x="1003" y="1478"/>
                    <a:pt x="1092" y="1439"/>
                    <a:pt x="1173" y="1387"/>
                  </a:cubicBezTo>
                  <a:cubicBezTo>
                    <a:pt x="1192" y="1375"/>
                    <a:pt x="1211" y="1360"/>
                    <a:pt x="1230" y="1345"/>
                  </a:cubicBezTo>
                  <a:cubicBezTo>
                    <a:pt x="1241" y="1336"/>
                    <a:pt x="1251" y="1326"/>
                    <a:pt x="1260" y="1318"/>
                  </a:cubicBezTo>
                  <a:cubicBezTo>
                    <a:pt x="1271" y="1309"/>
                    <a:pt x="1281" y="1300"/>
                    <a:pt x="1290" y="1290"/>
                  </a:cubicBezTo>
                  <a:cubicBezTo>
                    <a:pt x="1298" y="1281"/>
                    <a:pt x="1308" y="1272"/>
                    <a:pt x="1317" y="1261"/>
                  </a:cubicBezTo>
                  <a:cubicBezTo>
                    <a:pt x="1326" y="1251"/>
                    <a:pt x="1334" y="1242"/>
                    <a:pt x="1344" y="1231"/>
                  </a:cubicBezTo>
                  <a:cubicBezTo>
                    <a:pt x="1359" y="1213"/>
                    <a:pt x="1373" y="1194"/>
                    <a:pt x="1387" y="1174"/>
                  </a:cubicBezTo>
                  <a:cubicBezTo>
                    <a:pt x="1440" y="1094"/>
                    <a:pt x="1477" y="1004"/>
                    <a:pt x="1496" y="907"/>
                  </a:cubicBezTo>
                  <a:cubicBezTo>
                    <a:pt x="1501" y="883"/>
                    <a:pt x="1504" y="860"/>
                    <a:pt x="1507" y="836"/>
                  </a:cubicBezTo>
                  <a:cubicBezTo>
                    <a:pt x="1508" y="824"/>
                    <a:pt x="1508" y="809"/>
                    <a:pt x="1509" y="797"/>
                  </a:cubicBezTo>
                  <a:cubicBezTo>
                    <a:pt x="1511" y="784"/>
                    <a:pt x="1512" y="769"/>
                    <a:pt x="1512" y="757"/>
                  </a:cubicBezTo>
                  <a:cubicBezTo>
                    <a:pt x="1512" y="743"/>
                    <a:pt x="1510" y="730"/>
                    <a:pt x="1509" y="717"/>
                  </a:cubicBezTo>
                  <a:cubicBezTo>
                    <a:pt x="1508" y="704"/>
                    <a:pt x="1508" y="690"/>
                    <a:pt x="1507" y="676"/>
                  </a:cubicBezTo>
                  <a:cubicBezTo>
                    <a:pt x="1504" y="654"/>
                    <a:pt x="1501" y="629"/>
                    <a:pt x="1496" y="606"/>
                  </a:cubicBezTo>
                  <a:cubicBezTo>
                    <a:pt x="1477" y="509"/>
                    <a:pt x="1439" y="421"/>
                    <a:pt x="1387" y="340"/>
                  </a:cubicBezTo>
                  <a:cubicBezTo>
                    <a:pt x="1374" y="320"/>
                    <a:pt x="1359" y="301"/>
                    <a:pt x="1344" y="282"/>
                  </a:cubicBezTo>
                  <a:cubicBezTo>
                    <a:pt x="1336" y="272"/>
                    <a:pt x="1326" y="262"/>
                    <a:pt x="1317" y="252"/>
                  </a:cubicBezTo>
                  <a:cubicBezTo>
                    <a:pt x="1308" y="242"/>
                    <a:pt x="1299" y="232"/>
                    <a:pt x="1290" y="222"/>
                  </a:cubicBezTo>
                  <a:cubicBezTo>
                    <a:pt x="1281" y="214"/>
                    <a:pt x="1271" y="205"/>
                    <a:pt x="1260" y="196"/>
                  </a:cubicBezTo>
                  <a:cubicBezTo>
                    <a:pt x="1250" y="186"/>
                    <a:pt x="1241" y="178"/>
                    <a:pt x="1230" y="169"/>
                  </a:cubicBezTo>
                  <a:cubicBezTo>
                    <a:pt x="1213" y="153"/>
                    <a:pt x="1193" y="140"/>
                    <a:pt x="1173" y="126"/>
                  </a:cubicBezTo>
                  <a:cubicBezTo>
                    <a:pt x="1094" y="73"/>
                    <a:pt x="1003" y="36"/>
                    <a:pt x="906" y="16"/>
                  </a:cubicBezTo>
                  <a:cubicBezTo>
                    <a:pt x="884" y="11"/>
                    <a:pt x="860" y="9"/>
                    <a:pt x="836" y="6"/>
                  </a:cubicBezTo>
                  <a:cubicBezTo>
                    <a:pt x="823" y="5"/>
                    <a:pt x="808" y="5"/>
                    <a:pt x="796" y="4"/>
                  </a:cubicBezTo>
                  <a:cubicBezTo>
                    <a:pt x="783" y="3"/>
                    <a:pt x="769" y="1"/>
                    <a:pt x="7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1"/>
            <p:cNvSpPr/>
            <p:nvPr/>
          </p:nvSpPr>
          <p:spPr>
            <a:xfrm>
              <a:off x="4000800" y="4013525"/>
              <a:ext cx="33425" cy="31500"/>
            </a:xfrm>
            <a:custGeom>
              <a:rect b="b" l="l" r="r" t="t"/>
              <a:pathLst>
                <a:path extrusionOk="0" h="1260" w="1337">
                  <a:moveTo>
                    <a:pt x="0" y="1"/>
                  </a:moveTo>
                  <a:lnTo>
                    <a:pt x="0" y="100"/>
                  </a:lnTo>
                  <a:lnTo>
                    <a:pt x="161" y="100"/>
                  </a:lnTo>
                  <a:lnTo>
                    <a:pt x="161" y="1139"/>
                  </a:lnTo>
                  <a:lnTo>
                    <a:pt x="0" y="1139"/>
                  </a:lnTo>
                  <a:lnTo>
                    <a:pt x="0" y="1238"/>
                  </a:lnTo>
                  <a:lnTo>
                    <a:pt x="435" y="1238"/>
                  </a:lnTo>
                  <a:lnTo>
                    <a:pt x="435" y="1139"/>
                  </a:lnTo>
                  <a:lnTo>
                    <a:pt x="275" y="1139"/>
                  </a:lnTo>
                  <a:lnTo>
                    <a:pt x="275" y="291"/>
                  </a:lnTo>
                  <a:lnTo>
                    <a:pt x="257" y="154"/>
                  </a:lnTo>
                  <a:lnTo>
                    <a:pt x="263" y="154"/>
                  </a:lnTo>
                  <a:lnTo>
                    <a:pt x="342" y="290"/>
                  </a:lnTo>
                  <a:lnTo>
                    <a:pt x="1061" y="1260"/>
                  </a:lnTo>
                  <a:lnTo>
                    <a:pt x="1175" y="1260"/>
                  </a:lnTo>
                  <a:lnTo>
                    <a:pt x="1175" y="100"/>
                  </a:lnTo>
                  <a:lnTo>
                    <a:pt x="1336" y="100"/>
                  </a:lnTo>
                  <a:lnTo>
                    <a:pt x="1336" y="1"/>
                  </a:lnTo>
                  <a:lnTo>
                    <a:pt x="902" y="1"/>
                  </a:lnTo>
                  <a:lnTo>
                    <a:pt x="902" y="100"/>
                  </a:lnTo>
                  <a:lnTo>
                    <a:pt x="1062" y="100"/>
                  </a:lnTo>
                  <a:lnTo>
                    <a:pt x="1062" y="833"/>
                  </a:lnTo>
                  <a:lnTo>
                    <a:pt x="1073" y="985"/>
                  </a:lnTo>
                  <a:lnTo>
                    <a:pt x="1064" y="985"/>
                  </a:lnTo>
                  <a:lnTo>
                    <a:pt x="971" y="833"/>
                  </a:lnTo>
                  <a:lnTo>
                    <a:pt x="3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1"/>
            <p:cNvSpPr/>
            <p:nvPr/>
          </p:nvSpPr>
          <p:spPr>
            <a:xfrm>
              <a:off x="4007050" y="4736825"/>
              <a:ext cx="21200" cy="31950"/>
            </a:xfrm>
            <a:custGeom>
              <a:rect b="b" l="l" r="r" t="t"/>
              <a:pathLst>
                <a:path extrusionOk="0" h="1278" w="848">
                  <a:moveTo>
                    <a:pt x="422" y="0"/>
                  </a:moveTo>
                  <a:cubicBezTo>
                    <a:pt x="293" y="0"/>
                    <a:pt x="190" y="29"/>
                    <a:pt x="114" y="85"/>
                  </a:cubicBezTo>
                  <a:cubicBezTo>
                    <a:pt x="38" y="140"/>
                    <a:pt x="1" y="219"/>
                    <a:pt x="1" y="318"/>
                  </a:cubicBezTo>
                  <a:cubicBezTo>
                    <a:pt x="1" y="386"/>
                    <a:pt x="17" y="443"/>
                    <a:pt x="49" y="487"/>
                  </a:cubicBezTo>
                  <a:cubicBezTo>
                    <a:pt x="81" y="532"/>
                    <a:pt x="122" y="570"/>
                    <a:pt x="171" y="602"/>
                  </a:cubicBezTo>
                  <a:cubicBezTo>
                    <a:pt x="219" y="634"/>
                    <a:pt x="271" y="661"/>
                    <a:pt x="328" y="684"/>
                  </a:cubicBezTo>
                  <a:cubicBezTo>
                    <a:pt x="385" y="707"/>
                    <a:pt x="436" y="732"/>
                    <a:pt x="485" y="757"/>
                  </a:cubicBezTo>
                  <a:cubicBezTo>
                    <a:pt x="533" y="781"/>
                    <a:pt x="575" y="809"/>
                    <a:pt x="607" y="841"/>
                  </a:cubicBezTo>
                  <a:cubicBezTo>
                    <a:pt x="639" y="874"/>
                    <a:pt x="655" y="914"/>
                    <a:pt x="655" y="962"/>
                  </a:cubicBezTo>
                  <a:cubicBezTo>
                    <a:pt x="655" y="999"/>
                    <a:pt x="648" y="1031"/>
                    <a:pt x="632" y="1058"/>
                  </a:cubicBezTo>
                  <a:cubicBezTo>
                    <a:pt x="617" y="1086"/>
                    <a:pt x="596" y="1108"/>
                    <a:pt x="569" y="1125"/>
                  </a:cubicBezTo>
                  <a:cubicBezTo>
                    <a:pt x="542" y="1144"/>
                    <a:pt x="511" y="1156"/>
                    <a:pt x="474" y="1165"/>
                  </a:cubicBezTo>
                  <a:cubicBezTo>
                    <a:pt x="438" y="1175"/>
                    <a:pt x="400" y="1179"/>
                    <a:pt x="358" y="1179"/>
                  </a:cubicBezTo>
                  <a:cubicBezTo>
                    <a:pt x="312" y="1179"/>
                    <a:pt x="272" y="1174"/>
                    <a:pt x="235" y="1163"/>
                  </a:cubicBezTo>
                  <a:cubicBezTo>
                    <a:pt x="198" y="1153"/>
                    <a:pt x="169" y="1139"/>
                    <a:pt x="147" y="1125"/>
                  </a:cubicBezTo>
                  <a:lnTo>
                    <a:pt x="115" y="1083"/>
                  </a:lnTo>
                  <a:lnTo>
                    <a:pt x="115" y="872"/>
                  </a:lnTo>
                  <a:lnTo>
                    <a:pt x="2" y="872"/>
                  </a:lnTo>
                  <a:lnTo>
                    <a:pt x="2" y="1194"/>
                  </a:lnTo>
                  <a:cubicBezTo>
                    <a:pt x="30" y="1215"/>
                    <a:pt x="75" y="1232"/>
                    <a:pt x="136" y="1251"/>
                  </a:cubicBezTo>
                  <a:cubicBezTo>
                    <a:pt x="196" y="1268"/>
                    <a:pt x="270" y="1278"/>
                    <a:pt x="353" y="1278"/>
                  </a:cubicBezTo>
                  <a:cubicBezTo>
                    <a:pt x="505" y="1278"/>
                    <a:pt x="626" y="1248"/>
                    <a:pt x="715" y="1186"/>
                  </a:cubicBezTo>
                  <a:cubicBezTo>
                    <a:pt x="803" y="1125"/>
                    <a:pt x="848" y="1037"/>
                    <a:pt x="848" y="924"/>
                  </a:cubicBezTo>
                  <a:cubicBezTo>
                    <a:pt x="848" y="860"/>
                    <a:pt x="830" y="805"/>
                    <a:pt x="798" y="762"/>
                  </a:cubicBezTo>
                  <a:cubicBezTo>
                    <a:pt x="766" y="722"/>
                    <a:pt x="726" y="684"/>
                    <a:pt x="678" y="654"/>
                  </a:cubicBezTo>
                  <a:cubicBezTo>
                    <a:pt x="630" y="623"/>
                    <a:pt x="577" y="594"/>
                    <a:pt x="520" y="571"/>
                  </a:cubicBezTo>
                  <a:cubicBezTo>
                    <a:pt x="463" y="546"/>
                    <a:pt x="412" y="521"/>
                    <a:pt x="363" y="496"/>
                  </a:cubicBezTo>
                  <a:cubicBezTo>
                    <a:pt x="313" y="470"/>
                    <a:pt x="274" y="441"/>
                    <a:pt x="241" y="408"/>
                  </a:cubicBezTo>
                  <a:cubicBezTo>
                    <a:pt x="209" y="376"/>
                    <a:pt x="193" y="336"/>
                    <a:pt x="193" y="287"/>
                  </a:cubicBezTo>
                  <a:cubicBezTo>
                    <a:pt x="193" y="227"/>
                    <a:pt x="213" y="183"/>
                    <a:pt x="252" y="150"/>
                  </a:cubicBezTo>
                  <a:cubicBezTo>
                    <a:pt x="292" y="118"/>
                    <a:pt x="348" y="102"/>
                    <a:pt x="419" y="102"/>
                  </a:cubicBezTo>
                  <a:cubicBezTo>
                    <a:pt x="460" y="102"/>
                    <a:pt x="501" y="104"/>
                    <a:pt x="544" y="108"/>
                  </a:cubicBezTo>
                  <a:cubicBezTo>
                    <a:pt x="586" y="113"/>
                    <a:pt x="618" y="119"/>
                    <a:pt x="641" y="128"/>
                  </a:cubicBezTo>
                  <a:lnTo>
                    <a:pt x="668" y="173"/>
                  </a:lnTo>
                  <a:lnTo>
                    <a:pt x="668" y="364"/>
                  </a:lnTo>
                  <a:lnTo>
                    <a:pt x="782" y="364"/>
                  </a:lnTo>
                  <a:lnTo>
                    <a:pt x="782" y="59"/>
                  </a:lnTo>
                  <a:cubicBezTo>
                    <a:pt x="741" y="41"/>
                    <a:pt x="690" y="26"/>
                    <a:pt x="632" y="16"/>
                  </a:cubicBezTo>
                  <a:cubicBezTo>
                    <a:pt x="574" y="6"/>
                    <a:pt x="503" y="0"/>
                    <a:pt x="4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1"/>
            <p:cNvSpPr/>
            <p:nvPr/>
          </p:nvSpPr>
          <p:spPr>
            <a:xfrm>
              <a:off x="3636950" y="4372175"/>
              <a:ext cx="46700" cy="30950"/>
            </a:xfrm>
            <a:custGeom>
              <a:rect b="b" l="l" r="r" t="t"/>
              <a:pathLst>
                <a:path extrusionOk="0" h="1238" w="1868">
                  <a:moveTo>
                    <a:pt x="0" y="0"/>
                  </a:moveTo>
                  <a:lnTo>
                    <a:pt x="0" y="100"/>
                  </a:lnTo>
                  <a:lnTo>
                    <a:pt x="152" y="100"/>
                  </a:lnTo>
                  <a:lnTo>
                    <a:pt x="461" y="1238"/>
                  </a:lnTo>
                  <a:lnTo>
                    <a:pt x="667" y="1238"/>
                  </a:lnTo>
                  <a:lnTo>
                    <a:pt x="944" y="258"/>
                  </a:lnTo>
                  <a:lnTo>
                    <a:pt x="1220" y="1238"/>
                  </a:lnTo>
                  <a:lnTo>
                    <a:pt x="1425" y="1238"/>
                  </a:lnTo>
                  <a:lnTo>
                    <a:pt x="1720" y="100"/>
                  </a:lnTo>
                  <a:lnTo>
                    <a:pt x="1868" y="100"/>
                  </a:lnTo>
                  <a:lnTo>
                    <a:pt x="1868" y="0"/>
                  </a:lnTo>
                  <a:lnTo>
                    <a:pt x="1432" y="0"/>
                  </a:lnTo>
                  <a:lnTo>
                    <a:pt x="1432" y="98"/>
                  </a:lnTo>
                  <a:lnTo>
                    <a:pt x="1583" y="98"/>
                  </a:lnTo>
                  <a:lnTo>
                    <a:pt x="1410" y="848"/>
                  </a:lnTo>
                  <a:lnTo>
                    <a:pt x="1357" y="1086"/>
                  </a:lnTo>
                  <a:lnTo>
                    <a:pt x="1348" y="1086"/>
                  </a:lnTo>
                  <a:lnTo>
                    <a:pt x="1294" y="852"/>
                  </a:lnTo>
                  <a:lnTo>
                    <a:pt x="1042" y="0"/>
                  </a:lnTo>
                  <a:lnTo>
                    <a:pt x="912" y="0"/>
                  </a:lnTo>
                  <a:cubicBezTo>
                    <a:pt x="867" y="156"/>
                    <a:pt x="827" y="296"/>
                    <a:pt x="792" y="420"/>
                  </a:cubicBezTo>
                  <a:cubicBezTo>
                    <a:pt x="776" y="474"/>
                    <a:pt x="763" y="526"/>
                    <a:pt x="748" y="577"/>
                  </a:cubicBezTo>
                  <a:cubicBezTo>
                    <a:pt x="734" y="629"/>
                    <a:pt x="721" y="673"/>
                    <a:pt x="709" y="713"/>
                  </a:cubicBezTo>
                  <a:cubicBezTo>
                    <a:pt x="698" y="754"/>
                    <a:pt x="688" y="786"/>
                    <a:pt x="681" y="811"/>
                  </a:cubicBezTo>
                  <a:cubicBezTo>
                    <a:pt x="675" y="837"/>
                    <a:pt x="671" y="851"/>
                    <a:pt x="671" y="852"/>
                  </a:cubicBezTo>
                  <a:lnTo>
                    <a:pt x="603" y="1090"/>
                  </a:lnTo>
                  <a:lnTo>
                    <a:pt x="596" y="1090"/>
                  </a:lnTo>
                  <a:lnTo>
                    <a:pt x="549" y="856"/>
                  </a:lnTo>
                  <a:lnTo>
                    <a:pt x="360" y="100"/>
                  </a:lnTo>
                  <a:lnTo>
                    <a:pt x="527" y="100"/>
                  </a:lnTo>
                  <a:lnTo>
                    <a:pt x="5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1"/>
            <p:cNvSpPr/>
            <p:nvPr/>
          </p:nvSpPr>
          <p:spPr>
            <a:xfrm>
              <a:off x="4359475" y="4372175"/>
              <a:ext cx="24275" cy="30900"/>
            </a:xfrm>
            <a:custGeom>
              <a:rect b="b" l="l" r="r" t="t"/>
              <a:pathLst>
                <a:path extrusionOk="0" h="1236" w="971">
                  <a:moveTo>
                    <a:pt x="1" y="0"/>
                  </a:moveTo>
                  <a:lnTo>
                    <a:pt x="1" y="98"/>
                  </a:lnTo>
                  <a:lnTo>
                    <a:pt x="161" y="98"/>
                  </a:lnTo>
                  <a:lnTo>
                    <a:pt x="161" y="1137"/>
                  </a:lnTo>
                  <a:lnTo>
                    <a:pt x="1" y="1137"/>
                  </a:lnTo>
                  <a:lnTo>
                    <a:pt x="1" y="1235"/>
                  </a:lnTo>
                  <a:lnTo>
                    <a:pt x="971" y="1235"/>
                  </a:lnTo>
                  <a:lnTo>
                    <a:pt x="971" y="929"/>
                  </a:lnTo>
                  <a:lnTo>
                    <a:pt x="857" y="929"/>
                  </a:lnTo>
                  <a:lnTo>
                    <a:pt x="857" y="1101"/>
                  </a:lnTo>
                  <a:lnTo>
                    <a:pt x="821" y="1137"/>
                  </a:lnTo>
                  <a:lnTo>
                    <a:pt x="360" y="1137"/>
                  </a:lnTo>
                  <a:lnTo>
                    <a:pt x="360" y="656"/>
                  </a:lnTo>
                  <a:lnTo>
                    <a:pt x="658" y="656"/>
                  </a:lnTo>
                  <a:lnTo>
                    <a:pt x="685" y="683"/>
                  </a:lnTo>
                  <a:lnTo>
                    <a:pt x="685" y="758"/>
                  </a:lnTo>
                  <a:lnTo>
                    <a:pt x="797" y="758"/>
                  </a:lnTo>
                  <a:lnTo>
                    <a:pt x="797" y="455"/>
                  </a:lnTo>
                  <a:lnTo>
                    <a:pt x="685" y="455"/>
                  </a:lnTo>
                  <a:lnTo>
                    <a:pt x="685" y="531"/>
                  </a:lnTo>
                  <a:lnTo>
                    <a:pt x="658" y="557"/>
                  </a:lnTo>
                  <a:lnTo>
                    <a:pt x="360" y="557"/>
                  </a:lnTo>
                  <a:lnTo>
                    <a:pt x="360" y="98"/>
                  </a:lnTo>
                  <a:lnTo>
                    <a:pt x="792" y="98"/>
                  </a:lnTo>
                  <a:lnTo>
                    <a:pt x="828" y="139"/>
                  </a:lnTo>
                  <a:lnTo>
                    <a:pt x="828" y="289"/>
                  </a:lnTo>
                  <a:lnTo>
                    <a:pt x="940" y="289"/>
                  </a:lnTo>
                  <a:lnTo>
                    <a:pt x="9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1"/>
            <p:cNvSpPr/>
            <p:nvPr/>
          </p:nvSpPr>
          <p:spPr>
            <a:xfrm>
              <a:off x="3816750" y="4202225"/>
              <a:ext cx="19600" cy="20675"/>
            </a:xfrm>
            <a:custGeom>
              <a:rect b="b" l="l" r="r" t="t"/>
              <a:pathLst>
                <a:path extrusionOk="0" h="827" w="784">
                  <a:moveTo>
                    <a:pt x="430" y="0"/>
                  </a:moveTo>
                  <a:lnTo>
                    <a:pt x="290" y="141"/>
                  </a:lnTo>
                  <a:lnTo>
                    <a:pt x="324" y="171"/>
                  </a:lnTo>
                  <a:lnTo>
                    <a:pt x="375" y="120"/>
                  </a:lnTo>
                  <a:lnTo>
                    <a:pt x="609" y="356"/>
                  </a:lnTo>
                  <a:lnTo>
                    <a:pt x="662" y="402"/>
                  </a:lnTo>
                  <a:lnTo>
                    <a:pt x="660" y="404"/>
                  </a:lnTo>
                  <a:lnTo>
                    <a:pt x="581" y="385"/>
                  </a:lnTo>
                  <a:lnTo>
                    <a:pt x="114" y="316"/>
                  </a:lnTo>
                  <a:lnTo>
                    <a:pt x="1" y="429"/>
                  </a:lnTo>
                  <a:lnTo>
                    <a:pt x="33" y="462"/>
                  </a:lnTo>
                  <a:lnTo>
                    <a:pt x="84" y="411"/>
                  </a:lnTo>
                  <a:lnTo>
                    <a:pt x="418" y="744"/>
                  </a:lnTo>
                  <a:lnTo>
                    <a:pt x="367" y="796"/>
                  </a:lnTo>
                  <a:lnTo>
                    <a:pt x="399" y="827"/>
                  </a:lnTo>
                  <a:lnTo>
                    <a:pt x="538" y="687"/>
                  </a:lnTo>
                  <a:lnTo>
                    <a:pt x="506" y="655"/>
                  </a:lnTo>
                  <a:lnTo>
                    <a:pt x="455" y="707"/>
                  </a:lnTo>
                  <a:lnTo>
                    <a:pt x="182" y="435"/>
                  </a:lnTo>
                  <a:lnTo>
                    <a:pt x="133" y="396"/>
                  </a:lnTo>
                  <a:lnTo>
                    <a:pt x="135" y="393"/>
                  </a:lnTo>
                  <a:lnTo>
                    <a:pt x="203" y="413"/>
                  </a:lnTo>
                  <a:lnTo>
                    <a:pt x="747" y="493"/>
                  </a:lnTo>
                  <a:lnTo>
                    <a:pt x="784" y="457"/>
                  </a:lnTo>
                  <a:lnTo>
                    <a:pt x="411" y="84"/>
                  </a:lnTo>
                  <a:lnTo>
                    <a:pt x="463" y="32"/>
                  </a:lnTo>
                  <a:lnTo>
                    <a:pt x="43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1"/>
            <p:cNvSpPr/>
            <p:nvPr/>
          </p:nvSpPr>
          <p:spPr>
            <a:xfrm>
              <a:off x="3827850" y="4186775"/>
              <a:ext cx="21500" cy="21250"/>
            </a:xfrm>
            <a:custGeom>
              <a:rect b="b" l="l" r="r" t="t"/>
              <a:pathLst>
                <a:path extrusionOk="0" h="850" w="860">
                  <a:moveTo>
                    <a:pt x="603" y="0"/>
                  </a:moveTo>
                  <a:lnTo>
                    <a:pt x="463" y="139"/>
                  </a:lnTo>
                  <a:lnTo>
                    <a:pt x="495" y="173"/>
                  </a:lnTo>
                  <a:lnTo>
                    <a:pt x="545" y="123"/>
                  </a:lnTo>
                  <a:lnTo>
                    <a:pt x="729" y="420"/>
                  </a:lnTo>
                  <a:lnTo>
                    <a:pt x="788" y="514"/>
                  </a:lnTo>
                  <a:lnTo>
                    <a:pt x="785" y="516"/>
                  </a:lnTo>
                  <a:lnTo>
                    <a:pt x="693" y="458"/>
                  </a:lnTo>
                  <a:lnTo>
                    <a:pt x="339" y="265"/>
                  </a:lnTo>
                  <a:lnTo>
                    <a:pt x="295" y="308"/>
                  </a:lnTo>
                  <a:cubicBezTo>
                    <a:pt x="331" y="372"/>
                    <a:pt x="364" y="430"/>
                    <a:pt x="392" y="482"/>
                  </a:cubicBezTo>
                  <a:cubicBezTo>
                    <a:pt x="404" y="504"/>
                    <a:pt x="417" y="525"/>
                    <a:pt x="428" y="546"/>
                  </a:cubicBezTo>
                  <a:cubicBezTo>
                    <a:pt x="440" y="567"/>
                    <a:pt x="450" y="586"/>
                    <a:pt x="459" y="603"/>
                  </a:cubicBezTo>
                  <a:cubicBezTo>
                    <a:pt x="469" y="619"/>
                    <a:pt x="476" y="633"/>
                    <a:pt x="481" y="643"/>
                  </a:cubicBezTo>
                  <a:cubicBezTo>
                    <a:pt x="488" y="653"/>
                    <a:pt x="490" y="658"/>
                    <a:pt x="490" y="659"/>
                  </a:cubicBezTo>
                  <a:lnTo>
                    <a:pt x="545" y="759"/>
                  </a:lnTo>
                  <a:lnTo>
                    <a:pt x="542" y="762"/>
                  </a:lnTo>
                  <a:lnTo>
                    <a:pt x="452" y="701"/>
                  </a:lnTo>
                  <a:lnTo>
                    <a:pt x="149" y="519"/>
                  </a:lnTo>
                  <a:lnTo>
                    <a:pt x="202" y="464"/>
                  </a:lnTo>
                  <a:lnTo>
                    <a:pt x="170" y="433"/>
                  </a:lnTo>
                  <a:lnTo>
                    <a:pt x="0" y="603"/>
                  </a:lnTo>
                  <a:lnTo>
                    <a:pt x="32" y="635"/>
                  </a:lnTo>
                  <a:lnTo>
                    <a:pt x="86" y="583"/>
                  </a:lnTo>
                  <a:lnTo>
                    <a:pt x="550" y="849"/>
                  </a:lnTo>
                  <a:lnTo>
                    <a:pt x="615" y="783"/>
                  </a:lnTo>
                  <a:lnTo>
                    <a:pt x="390" y="380"/>
                  </a:lnTo>
                  <a:lnTo>
                    <a:pt x="794" y="606"/>
                  </a:lnTo>
                  <a:lnTo>
                    <a:pt x="860" y="540"/>
                  </a:lnTo>
                  <a:lnTo>
                    <a:pt x="588" y="80"/>
                  </a:lnTo>
                  <a:lnTo>
                    <a:pt x="635" y="33"/>
                  </a:lnTo>
                  <a:lnTo>
                    <a:pt x="60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1"/>
            <p:cNvSpPr/>
            <p:nvPr/>
          </p:nvSpPr>
          <p:spPr>
            <a:xfrm>
              <a:off x="4187800" y="4192500"/>
              <a:ext cx="20675" cy="19550"/>
            </a:xfrm>
            <a:custGeom>
              <a:rect b="b" l="l" r="r" t="t"/>
              <a:pathLst>
                <a:path extrusionOk="0" h="782" w="827">
                  <a:moveTo>
                    <a:pt x="399" y="0"/>
                  </a:moveTo>
                  <a:lnTo>
                    <a:pt x="367" y="32"/>
                  </a:lnTo>
                  <a:lnTo>
                    <a:pt x="418" y="84"/>
                  </a:lnTo>
                  <a:lnTo>
                    <a:pt x="84" y="418"/>
                  </a:lnTo>
                  <a:lnTo>
                    <a:pt x="32" y="367"/>
                  </a:lnTo>
                  <a:lnTo>
                    <a:pt x="0" y="397"/>
                  </a:lnTo>
                  <a:lnTo>
                    <a:pt x="141" y="538"/>
                  </a:lnTo>
                  <a:lnTo>
                    <a:pt x="172" y="506"/>
                  </a:lnTo>
                  <a:lnTo>
                    <a:pt x="120" y="454"/>
                  </a:lnTo>
                  <a:lnTo>
                    <a:pt x="393" y="182"/>
                  </a:lnTo>
                  <a:lnTo>
                    <a:pt x="432" y="131"/>
                  </a:lnTo>
                  <a:lnTo>
                    <a:pt x="434" y="134"/>
                  </a:lnTo>
                  <a:lnTo>
                    <a:pt x="416" y="202"/>
                  </a:lnTo>
                  <a:lnTo>
                    <a:pt x="335" y="745"/>
                  </a:lnTo>
                  <a:lnTo>
                    <a:pt x="372" y="781"/>
                  </a:lnTo>
                  <a:lnTo>
                    <a:pt x="744" y="409"/>
                  </a:lnTo>
                  <a:lnTo>
                    <a:pt x="796" y="461"/>
                  </a:lnTo>
                  <a:lnTo>
                    <a:pt x="827" y="429"/>
                  </a:lnTo>
                  <a:lnTo>
                    <a:pt x="688" y="290"/>
                  </a:lnTo>
                  <a:lnTo>
                    <a:pt x="656" y="321"/>
                  </a:lnTo>
                  <a:lnTo>
                    <a:pt x="707" y="373"/>
                  </a:lnTo>
                  <a:lnTo>
                    <a:pt x="473" y="609"/>
                  </a:lnTo>
                  <a:lnTo>
                    <a:pt x="428" y="661"/>
                  </a:lnTo>
                  <a:lnTo>
                    <a:pt x="423" y="657"/>
                  </a:lnTo>
                  <a:lnTo>
                    <a:pt x="443" y="580"/>
                  </a:lnTo>
                  <a:lnTo>
                    <a:pt x="512" y="114"/>
                  </a:lnTo>
                  <a:lnTo>
                    <a:pt x="3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1"/>
            <p:cNvSpPr/>
            <p:nvPr/>
          </p:nvSpPr>
          <p:spPr>
            <a:xfrm>
              <a:off x="4199425" y="4204125"/>
              <a:ext cx="17550" cy="17750"/>
            </a:xfrm>
            <a:custGeom>
              <a:rect b="b" l="l" r="r" t="t"/>
              <a:pathLst>
                <a:path extrusionOk="0" h="710" w="702">
                  <a:moveTo>
                    <a:pt x="399" y="1"/>
                  </a:moveTo>
                  <a:lnTo>
                    <a:pt x="367" y="33"/>
                  </a:lnTo>
                  <a:lnTo>
                    <a:pt x="419" y="84"/>
                  </a:lnTo>
                  <a:lnTo>
                    <a:pt x="85" y="418"/>
                  </a:lnTo>
                  <a:lnTo>
                    <a:pt x="34" y="366"/>
                  </a:lnTo>
                  <a:lnTo>
                    <a:pt x="1" y="398"/>
                  </a:lnTo>
                  <a:lnTo>
                    <a:pt x="313" y="709"/>
                  </a:lnTo>
                  <a:lnTo>
                    <a:pt x="412" y="610"/>
                  </a:lnTo>
                  <a:lnTo>
                    <a:pt x="375" y="574"/>
                  </a:lnTo>
                  <a:lnTo>
                    <a:pt x="320" y="630"/>
                  </a:lnTo>
                  <a:lnTo>
                    <a:pt x="298" y="630"/>
                  </a:lnTo>
                  <a:lnTo>
                    <a:pt x="148" y="481"/>
                  </a:lnTo>
                  <a:lnTo>
                    <a:pt x="304" y="327"/>
                  </a:lnTo>
                  <a:lnTo>
                    <a:pt x="399" y="423"/>
                  </a:lnTo>
                  <a:lnTo>
                    <a:pt x="399" y="440"/>
                  </a:lnTo>
                  <a:lnTo>
                    <a:pt x="375" y="464"/>
                  </a:lnTo>
                  <a:lnTo>
                    <a:pt x="411" y="500"/>
                  </a:lnTo>
                  <a:lnTo>
                    <a:pt x="508" y="403"/>
                  </a:lnTo>
                  <a:lnTo>
                    <a:pt x="472" y="367"/>
                  </a:lnTo>
                  <a:lnTo>
                    <a:pt x="449" y="390"/>
                  </a:lnTo>
                  <a:lnTo>
                    <a:pt x="432" y="390"/>
                  </a:lnTo>
                  <a:lnTo>
                    <a:pt x="335" y="295"/>
                  </a:lnTo>
                  <a:lnTo>
                    <a:pt x="483" y="147"/>
                  </a:lnTo>
                  <a:lnTo>
                    <a:pt x="622" y="286"/>
                  </a:lnTo>
                  <a:lnTo>
                    <a:pt x="620" y="310"/>
                  </a:lnTo>
                  <a:lnTo>
                    <a:pt x="571" y="359"/>
                  </a:lnTo>
                  <a:lnTo>
                    <a:pt x="607" y="395"/>
                  </a:lnTo>
                  <a:lnTo>
                    <a:pt x="701" y="302"/>
                  </a:lnTo>
                  <a:lnTo>
                    <a:pt x="3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1"/>
            <p:cNvSpPr/>
            <p:nvPr/>
          </p:nvSpPr>
          <p:spPr>
            <a:xfrm>
              <a:off x="4199550" y="4561550"/>
              <a:ext cx="14150" cy="15400"/>
            </a:xfrm>
            <a:custGeom>
              <a:rect b="b" l="l" r="r" t="t"/>
              <a:pathLst>
                <a:path extrusionOk="0" h="616" w="566">
                  <a:moveTo>
                    <a:pt x="238" y="1"/>
                  </a:moveTo>
                  <a:cubicBezTo>
                    <a:pt x="223" y="4"/>
                    <a:pt x="202" y="13"/>
                    <a:pt x="176" y="25"/>
                  </a:cubicBezTo>
                  <a:cubicBezTo>
                    <a:pt x="150" y="40"/>
                    <a:pt x="125" y="60"/>
                    <a:pt x="98" y="87"/>
                  </a:cubicBezTo>
                  <a:cubicBezTo>
                    <a:pt x="49" y="137"/>
                    <a:pt x="19" y="185"/>
                    <a:pt x="10" y="233"/>
                  </a:cubicBezTo>
                  <a:cubicBezTo>
                    <a:pt x="1" y="281"/>
                    <a:pt x="15" y="324"/>
                    <a:pt x="51" y="360"/>
                  </a:cubicBezTo>
                  <a:cubicBezTo>
                    <a:pt x="72" y="380"/>
                    <a:pt x="96" y="393"/>
                    <a:pt x="120" y="396"/>
                  </a:cubicBezTo>
                  <a:cubicBezTo>
                    <a:pt x="129" y="397"/>
                    <a:pt x="138" y="398"/>
                    <a:pt x="147" y="398"/>
                  </a:cubicBezTo>
                  <a:cubicBezTo>
                    <a:pt x="163" y="398"/>
                    <a:pt x="179" y="396"/>
                    <a:pt x="195" y="393"/>
                  </a:cubicBezTo>
                  <a:cubicBezTo>
                    <a:pt x="221" y="388"/>
                    <a:pt x="246" y="380"/>
                    <a:pt x="272" y="368"/>
                  </a:cubicBezTo>
                  <a:cubicBezTo>
                    <a:pt x="298" y="358"/>
                    <a:pt x="322" y="349"/>
                    <a:pt x="347" y="342"/>
                  </a:cubicBezTo>
                  <a:cubicBezTo>
                    <a:pt x="370" y="335"/>
                    <a:pt x="393" y="332"/>
                    <a:pt x="414" y="332"/>
                  </a:cubicBezTo>
                  <a:cubicBezTo>
                    <a:pt x="434" y="332"/>
                    <a:pt x="453" y="340"/>
                    <a:pt x="468" y="356"/>
                  </a:cubicBezTo>
                  <a:cubicBezTo>
                    <a:pt x="488" y="375"/>
                    <a:pt x="495" y="396"/>
                    <a:pt x="493" y="419"/>
                  </a:cubicBezTo>
                  <a:cubicBezTo>
                    <a:pt x="490" y="442"/>
                    <a:pt x="477" y="465"/>
                    <a:pt x="455" y="487"/>
                  </a:cubicBezTo>
                  <a:cubicBezTo>
                    <a:pt x="442" y="500"/>
                    <a:pt x="428" y="512"/>
                    <a:pt x="413" y="525"/>
                  </a:cubicBezTo>
                  <a:cubicBezTo>
                    <a:pt x="397" y="536"/>
                    <a:pt x="385" y="545"/>
                    <a:pt x="375" y="549"/>
                  </a:cubicBezTo>
                  <a:lnTo>
                    <a:pt x="352" y="543"/>
                  </a:lnTo>
                  <a:lnTo>
                    <a:pt x="290" y="481"/>
                  </a:lnTo>
                  <a:lnTo>
                    <a:pt x="254" y="518"/>
                  </a:lnTo>
                  <a:lnTo>
                    <a:pt x="352" y="616"/>
                  </a:lnTo>
                  <a:cubicBezTo>
                    <a:pt x="371" y="608"/>
                    <a:pt x="392" y="597"/>
                    <a:pt x="414" y="582"/>
                  </a:cubicBezTo>
                  <a:cubicBezTo>
                    <a:pt x="436" y="566"/>
                    <a:pt x="460" y="545"/>
                    <a:pt x="486" y="520"/>
                  </a:cubicBezTo>
                  <a:cubicBezTo>
                    <a:pt x="527" y="478"/>
                    <a:pt x="552" y="435"/>
                    <a:pt x="558" y="393"/>
                  </a:cubicBezTo>
                  <a:cubicBezTo>
                    <a:pt x="565" y="350"/>
                    <a:pt x="552" y="313"/>
                    <a:pt x="520" y="280"/>
                  </a:cubicBezTo>
                  <a:cubicBezTo>
                    <a:pt x="497" y="262"/>
                    <a:pt x="474" y="248"/>
                    <a:pt x="450" y="245"/>
                  </a:cubicBezTo>
                  <a:cubicBezTo>
                    <a:pt x="439" y="243"/>
                    <a:pt x="428" y="242"/>
                    <a:pt x="417" y="242"/>
                  </a:cubicBezTo>
                  <a:cubicBezTo>
                    <a:pt x="403" y="242"/>
                    <a:pt x="389" y="244"/>
                    <a:pt x="374" y="247"/>
                  </a:cubicBezTo>
                  <a:cubicBezTo>
                    <a:pt x="349" y="252"/>
                    <a:pt x="323" y="261"/>
                    <a:pt x="297" y="271"/>
                  </a:cubicBezTo>
                  <a:cubicBezTo>
                    <a:pt x="271" y="280"/>
                    <a:pt x="246" y="290"/>
                    <a:pt x="223" y="298"/>
                  </a:cubicBezTo>
                  <a:cubicBezTo>
                    <a:pt x="200" y="305"/>
                    <a:pt x="178" y="309"/>
                    <a:pt x="158" y="309"/>
                  </a:cubicBezTo>
                  <a:cubicBezTo>
                    <a:pt x="136" y="309"/>
                    <a:pt x="118" y="302"/>
                    <a:pt x="103" y="286"/>
                  </a:cubicBezTo>
                  <a:cubicBezTo>
                    <a:pt x="92" y="274"/>
                    <a:pt x="83" y="262"/>
                    <a:pt x="80" y="247"/>
                  </a:cubicBezTo>
                  <a:cubicBezTo>
                    <a:pt x="76" y="233"/>
                    <a:pt x="76" y="219"/>
                    <a:pt x="78" y="205"/>
                  </a:cubicBezTo>
                  <a:cubicBezTo>
                    <a:pt x="81" y="190"/>
                    <a:pt x="88" y="176"/>
                    <a:pt x="97" y="163"/>
                  </a:cubicBezTo>
                  <a:cubicBezTo>
                    <a:pt x="106" y="148"/>
                    <a:pt x="115" y="134"/>
                    <a:pt x="130" y="119"/>
                  </a:cubicBezTo>
                  <a:cubicBezTo>
                    <a:pt x="144" y="106"/>
                    <a:pt x="160" y="93"/>
                    <a:pt x="174" y="85"/>
                  </a:cubicBezTo>
                  <a:cubicBezTo>
                    <a:pt x="190" y="76"/>
                    <a:pt x="202" y="71"/>
                    <a:pt x="213" y="70"/>
                  </a:cubicBezTo>
                  <a:lnTo>
                    <a:pt x="238" y="73"/>
                  </a:lnTo>
                  <a:lnTo>
                    <a:pt x="305" y="140"/>
                  </a:lnTo>
                  <a:lnTo>
                    <a:pt x="341" y="104"/>
                  </a:lnTo>
                  <a:lnTo>
                    <a:pt x="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1"/>
            <p:cNvSpPr/>
            <p:nvPr/>
          </p:nvSpPr>
          <p:spPr>
            <a:xfrm>
              <a:off x="4189175" y="4569100"/>
              <a:ext cx="17725" cy="17550"/>
            </a:xfrm>
            <a:custGeom>
              <a:rect b="b" l="l" r="r" t="t"/>
              <a:pathLst>
                <a:path extrusionOk="0" h="702" w="709">
                  <a:moveTo>
                    <a:pt x="312" y="1"/>
                  </a:moveTo>
                  <a:lnTo>
                    <a:pt x="0" y="313"/>
                  </a:lnTo>
                  <a:lnTo>
                    <a:pt x="99" y="413"/>
                  </a:lnTo>
                  <a:lnTo>
                    <a:pt x="135" y="374"/>
                  </a:lnTo>
                  <a:lnTo>
                    <a:pt x="80" y="320"/>
                  </a:lnTo>
                  <a:lnTo>
                    <a:pt x="80" y="297"/>
                  </a:lnTo>
                  <a:lnTo>
                    <a:pt x="228" y="147"/>
                  </a:lnTo>
                  <a:lnTo>
                    <a:pt x="383" y="304"/>
                  </a:lnTo>
                  <a:lnTo>
                    <a:pt x="287" y="399"/>
                  </a:lnTo>
                  <a:lnTo>
                    <a:pt x="269" y="399"/>
                  </a:lnTo>
                  <a:lnTo>
                    <a:pt x="246" y="374"/>
                  </a:lnTo>
                  <a:lnTo>
                    <a:pt x="208" y="411"/>
                  </a:lnTo>
                  <a:lnTo>
                    <a:pt x="307" y="509"/>
                  </a:lnTo>
                  <a:lnTo>
                    <a:pt x="343" y="471"/>
                  </a:lnTo>
                  <a:lnTo>
                    <a:pt x="318" y="449"/>
                  </a:lnTo>
                  <a:lnTo>
                    <a:pt x="318" y="431"/>
                  </a:lnTo>
                  <a:lnTo>
                    <a:pt x="415" y="335"/>
                  </a:lnTo>
                  <a:lnTo>
                    <a:pt x="562" y="482"/>
                  </a:lnTo>
                  <a:lnTo>
                    <a:pt x="422" y="621"/>
                  </a:lnTo>
                  <a:lnTo>
                    <a:pt x="398" y="620"/>
                  </a:lnTo>
                  <a:lnTo>
                    <a:pt x="351" y="570"/>
                  </a:lnTo>
                  <a:lnTo>
                    <a:pt x="313" y="607"/>
                  </a:lnTo>
                  <a:lnTo>
                    <a:pt x="408" y="702"/>
                  </a:lnTo>
                  <a:lnTo>
                    <a:pt x="709" y="399"/>
                  </a:lnTo>
                  <a:lnTo>
                    <a:pt x="677" y="367"/>
                  </a:lnTo>
                  <a:lnTo>
                    <a:pt x="625" y="419"/>
                  </a:lnTo>
                  <a:lnTo>
                    <a:pt x="291" y="85"/>
                  </a:lnTo>
                  <a:lnTo>
                    <a:pt x="343" y="33"/>
                  </a:lnTo>
                  <a:lnTo>
                    <a:pt x="3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1"/>
            <p:cNvSpPr/>
            <p:nvPr/>
          </p:nvSpPr>
          <p:spPr>
            <a:xfrm>
              <a:off x="3830825" y="4572575"/>
              <a:ext cx="15475" cy="13850"/>
            </a:xfrm>
            <a:custGeom>
              <a:rect b="b" l="l" r="r" t="t"/>
              <a:pathLst>
                <a:path extrusionOk="0" h="554" w="619">
                  <a:moveTo>
                    <a:pt x="359" y="1"/>
                  </a:moveTo>
                  <a:cubicBezTo>
                    <a:pt x="322" y="1"/>
                    <a:pt x="288" y="15"/>
                    <a:pt x="259" y="45"/>
                  </a:cubicBezTo>
                  <a:cubicBezTo>
                    <a:pt x="238" y="65"/>
                    <a:pt x="226" y="89"/>
                    <a:pt x="223" y="114"/>
                  </a:cubicBezTo>
                  <a:cubicBezTo>
                    <a:pt x="220" y="137"/>
                    <a:pt x="221" y="162"/>
                    <a:pt x="226" y="188"/>
                  </a:cubicBezTo>
                  <a:cubicBezTo>
                    <a:pt x="231" y="214"/>
                    <a:pt x="238" y="240"/>
                    <a:pt x="250" y="265"/>
                  </a:cubicBezTo>
                  <a:cubicBezTo>
                    <a:pt x="260" y="291"/>
                    <a:pt x="269" y="316"/>
                    <a:pt x="275" y="341"/>
                  </a:cubicBezTo>
                  <a:cubicBezTo>
                    <a:pt x="284" y="363"/>
                    <a:pt x="286" y="387"/>
                    <a:pt x="286" y="408"/>
                  </a:cubicBezTo>
                  <a:cubicBezTo>
                    <a:pt x="286" y="428"/>
                    <a:pt x="278" y="446"/>
                    <a:pt x="263" y="461"/>
                  </a:cubicBezTo>
                  <a:cubicBezTo>
                    <a:pt x="246" y="479"/>
                    <a:pt x="227" y="486"/>
                    <a:pt x="207" y="486"/>
                  </a:cubicBezTo>
                  <a:cubicBezTo>
                    <a:pt x="205" y="486"/>
                    <a:pt x="203" y="486"/>
                    <a:pt x="200" y="486"/>
                  </a:cubicBezTo>
                  <a:cubicBezTo>
                    <a:pt x="176" y="483"/>
                    <a:pt x="154" y="471"/>
                    <a:pt x="131" y="449"/>
                  </a:cubicBezTo>
                  <a:cubicBezTo>
                    <a:pt x="119" y="436"/>
                    <a:pt x="105" y="421"/>
                    <a:pt x="93" y="406"/>
                  </a:cubicBezTo>
                  <a:cubicBezTo>
                    <a:pt x="81" y="390"/>
                    <a:pt x="72" y="378"/>
                    <a:pt x="68" y="369"/>
                  </a:cubicBezTo>
                  <a:lnTo>
                    <a:pt x="73" y="346"/>
                  </a:lnTo>
                  <a:lnTo>
                    <a:pt x="135" y="284"/>
                  </a:lnTo>
                  <a:lnTo>
                    <a:pt x="99" y="248"/>
                  </a:lnTo>
                  <a:lnTo>
                    <a:pt x="1" y="346"/>
                  </a:lnTo>
                  <a:cubicBezTo>
                    <a:pt x="9" y="364"/>
                    <a:pt x="21" y="385"/>
                    <a:pt x="36" y="408"/>
                  </a:cubicBezTo>
                  <a:cubicBezTo>
                    <a:pt x="51" y="429"/>
                    <a:pt x="72" y="454"/>
                    <a:pt x="98" y="480"/>
                  </a:cubicBezTo>
                  <a:cubicBezTo>
                    <a:pt x="139" y="521"/>
                    <a:pt x="181" y="545"/>
                    <a:pt x="224" y="552"/>
                  </a:cubicBezTo>
                  <a:cubicBezTo>
                    <a:pt x="231" y="553"/>
                    <a:pt x="237" y="554"/>
                    <a:pt x="244" y="554"/>
                  </a:cubicBezTo>
                  <a:cubicBezTo>
                    <a:pt x="279" y="554"/>
                    <a:pt x="309" y="540"/>
                    <a:pt x="336" y="513"/>
                  </a:cubicBezTo>
                  <a:cubicBezTo>
                    <a:pt x="358" y="491"/>
                    <a:pt x="371" y="468"/>
                    <a:pt x="375" y="444"/>
                  </a:cubicBezTo>
                  <a:cubicBezTo>
                    <a:pt x="379" y="419"/>
                    <a:pt x="379" y="393"/>
                    <a:pt x="372" y="368"/>
                  </a:cubicBezTo>
                  <a:cubicBezTo>
                    <a:pt x="367" y="342"/>
                    <a:pt x="360" y="316"/>
                    <a:pt x="350" y="290"/>
                  </a:cubicBezTo>
                  <a:cubicBezTo>
                    <a:pt x="339" y="264"/>
                    <a:pt x="330" y="240"/>
                    <a:pt x="322" y="217"/>
                  </a:cubicBezTo>
                  <a:cubicBezTo>
                    <a:pt x="315" y="193"/>
                    <a:pt x="310" y="171"/>
                    <a:pt x="310" y="151"/>
                  </a:cubicBezTo>
                  <a:cubicBezTo>
                    <a:pt x="310" y="130"/>
                    <a:pt x="319" y="112"/>
                    <a:pt x="334" y="96"/>
                  </a:cubicBezTo>
                  <a:cubicBezTo>
                    <a:pt x="346" y="85"/>
                    <a:pt x="358" y="78"/>
                    <a:pt x="372" y="73"/>
                  </a:cubicBezTo>
                  <a:cubicBezTo>
                    <a:pt x="380" y="71"/>
                    <a:pt x="388" y="70"/>
                    <a:pt x="395" y="70"/>
                  </a:cubicBezTo>
                  <a:cubicBezTo>
                    <a:pt x="401" y="70"/>
                    <a:pt x="408" y="71"/>
                    <a:pt x="415" y="72"/>
                  </a:cubicBezTo>
                  <a:cubicBezTo>
                    <a:pt x="429" y="74"/>
                    <a:pt x="444" y="81"/>
                    <a:pt x="458" y="90"/>
                  </a:cubicBezTo>
                  <a:cubicBezTo>
                    <a:pt x="472" y="99"/>
                    <a:pt x="486" y="110"/>
                    <a:pt x="500" y="124"/>
                  </a:cubicBezTo>
                  <a:cubicBezTo>
                    <a:pt x="515" y="137"/>
                    <a:pt x="526" y="153"/>
                    <a:pt x="535" y="167"/>
                  </a:cubicBezTo>
                  <a:cubicBezTo>
                    <a:pt x="544" y="183"/>
                    <a:pt x="550" y="196"/>
                    <a:pt x="551" y="208"/>
                  </a:cubicBezTo>
                  <a:lnTo>
                    <a:pt x="547" y="232"/>
                  </a:lnTo>
                  <a:lnTo>
                    <a:pt x="480" y="299"/>
                  </a:lnTo>
                  <a:lnTo>
                    <a:pt x="516" y="336"/>
                  </a:lnTo>
                  <a:lnTo>
                    <a:pt x="619" y="232"/>
                  </a:lnTo>
                  <a:cubicBezTo>
                    <a:pt x="617" y="217"/>
                    <a:pt x="609" y="196"/>
                    <a:pt x="594" y="170"/>
                  </a:cubicBezTo>
                  <a:cubicBezTo>
                    <a:pt x="578" y="145"/>
                    <a:pt x="558" y="119"/>
                    <a:pt x="531" y="91"/>
                  </a:cubicBezTo>
                  <a:cubicBezTo>
                    <a:pt x="483" y="43"/>
                    <a:pt x="433" y="13"/>
                    <a:pt x="386" y="3"/>
                  </a:cubicBezTo>
                  <a:cubicBezTo>
                    <a:pt x="377" y="2"/>
                    <a:pt x="368" y="1"/>
                    <a:pt x="3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1"/>
            <p:cNvSpPr/>
            <p:nvPr/>
          </p:nvSpPr>
          <p:spPr>
            <a:xfrm>
              <a:off x="3814200" y="4558825"/>
              <a:ext cx="21275" cy="21450"/>
            </a:xfrm>
            <a:custGeom>
              <a:rect b="b" l="l" r="r" t="t"/>
              <a:pathLst>
                <a:path extrusionOk="0" h="858" w="851">
                  <a:moveTo>
                    <a:pt x="541" y="0"/>
                  </a:moveTo>
                  <a:lnTo>
                    <a:pt x="81" y="272"/>
                  </a:lnTo>
                  <a:lnTo>
                    <a:pt x="33" y="223"/>
                  </a:lnTo>
                  <a:lnTo>
                    <a:pt x="0" y="256"/>
                  </a:lnTo>
                  <a:lnTo>
                    <a:pt x="140" y="394"/>
                  </a:lnTo>
                  <a:lnTo>
                    <a:pt x="173" y="362"/>
                  </a:lnTo>
                  <a:lnTo>
                    <a:pt x="123" y="314"/>
                  </a:lnTo>
                  <a:lnTo>
                    <a:pt x="420" y="129"/>
                  </a:lnTo>
                  <a:lnTo>
                    <a:pt x="514" y="70"/>
                  </a:lnTo>
                  <a:lnTo>
                    <a:pt x="516" y="72"/>
                  </a:lnTo>
                  <a:lnTo>
                    <a:pt x="459" y="165"/>
                  </a:lnTo>
                  <a:lnTo>
                    <a:pt x="266" y="520"/>
                  </a:lnTo>
                  <a:lnTo>
                    <a:pt x="308" y="563"/>
                  </a:lnTo>
                  <a:cubicBezTo>
                    <a:pt x="372" y="526"/>
                    <a:pt x="431" y="494"/>
                    <a:pt x="482" y="466"/>
                  </a:cubicBezTo>
                  <a:cubicBezTo>
                    <a:pt x="504" y="454"/>
                    <a:pt x="526" y="442"/>
                    <a:pt x="546" y="429"/>
                  </a:cubicBezTo>
                  <a:cubicBezTo>
                    <a:pt x="567" y="418"/>
                    <a:pt x="586" y="408"/>
                    <a:pt x="603" y="399"/>
                  </a:cubicBezTo>
                  <a:cubicBezTo>
                    <a:pt x="619" y="390"/>
                    <a:pt x="633" y="382"/>
                    <a:pt x="643" y="377"/>
                  </a:cubicBezTo>
                  <a:cubicBezTo>
                    <a:pt x="654" y="371"/>
                    <a:pt x="659" y="368"/>
                    <a:pt x="660" y="368"/>
                  </a:cubicBezTo>
                  <a:lnTo>
                    <a:pt x="759" y="314"/>
                  </a:lnTo>
                  <a:lnTo>
                    <a:pt x="762" y="316"/>
                  </a:lnTo>
                  <a:lnTo>
                    <a:pt x="701" y="407"/>
                  </a:lnTo>
                  <a:lnTo>
                    <a:pt x="519" y="710"/>
                  </a:lnTo>
                  <a:lnTo>
                    <a:pt x="465" y="655"/>
                  </a:lnTo>
                  <a:lnTo>
                    <a:pt x="433" y="687"/>
                  </a:lnTo>
                  <a:lnTo>
                    <a:pt x="603" y="858"/>
                  </a:lnTo>
                  <a:lnTo>
                    <a:pt x="635" y="826"/>
                  </a:lnTo>
                  <a:lnTo>
                    <a:pt x="586" y="777"/>
                  </a:lnTo>
                  <a:lnTo>
                    <a:pt x="851" y="310"/>
                  </a:lnTo>
                  <a:lnTo>
                    <a:pt x="785" y="244"/>
                  </a:lnTo>
                  <a:lnTo>
                    <a:pt x="381" y="470"/>
                  </a:lnTo>
                  <a:lnTo>
                    <a:pt x="381" y="470"/>
                  </a:lnTo>
                  <a:lnTo>
                    <a:pt x="607" y="66"/>
                  </a:lnTo>
                  <a:lnTo>
                    <a:pt x="54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1"/>
            <p:cNvSpPr/>
            <p:nvPr/>
          </p:nvSpPr>
          <p:spPr>
            <a:xfrm>
              <a:off x="3904800" y="4153225"/>
              <a:ext cx="4575" cy="4025"/>
            </a:xfrm>
            <a:custGeom>
              <a:rect b="b" l="l" r="r" t="t"/>
              <a:pathLst>
                <a:path extrusionOk="0" h="161" w="183">
                  <a:moveTo>
                    <a:pt x="91" y="0"/>
                  </a:moveTo>
                  <a:cubicBezTo>
                    <a:pt x="81" y="0"/>
                    <a:pt x="70" y="2"/>
                    <a:pt x="61" y="6"/>
                  </a:cubicBezTo>
                  <a:cubicBezTo>
                    <a:pt x="21" y="24"/>
                    <a:pt x="1" y="71"/>
                    <a:pt x="18" y="111"/>
                  </a:cubicBezTo>
                  <a:cubicBezTo>
                    <a:pt x="30" y="142"/>
                    <a:pt x="61" y="161"/>
                    <a:pt x="92" y="161"/>
                  </a:cubicBezTo>
                  <a:cubicBezTo>
                    <a:pt x="102" y="161"/>
                    <a:pt x="112" y="159"/>
                    <a:pt x="122" y="155"/>
                  </a:cubicBezTo>
                  <a:cubicBezTo>
                    <a:pt x="163" y="138"/>
                    <a:pt x="183" y="91"/>
                    <a:pt x="166" y="50"/>
                  </a:cubicBezTo>
                  <a:cubicBezTo>
                    <a:pt x="154" y="19"/>
                    <a:pt x="123" y="0"/>
                    <a:pt x="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1"/>
            <p:cNvSpPr/>
            <p:nvPr/>
          </p:nvSpPr>
          <p:spPr>
            <a:xfrm>
              <a:off x="3915625" y="4147800"/>
              <a:ext cx="4550" cy="4025"/>
            </a:xfrm>
            <a:custGeom>
              <a:rect b="b" l="l" r="r" t="t"/>
              <a:pathLst>
                <a:path extrusionOk="0" h="161" w="182">
                  <a:moveTo>
                    <a:pt x="90" y="1"/>
                  </a:moveTo>
                  <a:cubicBezTo>
                    <a:pt x="80" y="1"/>
                    <a:pt x="70" y="2"/>
                    <a:pt x="60" y="6"/>
                  </a:cubicBezTo>
                  <a:cubicBezTo>
                    <a:pt x="19" y="24"/>
                    <a:pt x="0" y="71"/>
                    <a:pt x="17" y="112"/>
                  </a:cubicBezTo>
                  <a:cubicBezTo>
                    <a:pt x="29" y="143"/>
                    <a:pt x="59" y="161"/>
                    <a:pt x="90" y="161"/>
                  </a:cubicBezTo>
                  <a:cubicBezTo>
                    <a:pt x="100" y="161"/>
                    <a:pt x="111" y="159"/>
                    <a:pt x="121" y="155"/>
                  </a:cubicBezTo>
                  <a:cubicBezTo>
                    <a:pt x="162" y="138"/>
                    <a:pt x="182" y="91"/>
                    <a:pt x="165" y="51"/>
                  </a:cubicBezTo>
                  <a:cubicBezTo>
                    <a:pt x="152" y="19"/>
                    <a:pt x="121" y="1"/>
                    <a:pt x="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1"/>
            <p:cNvSpPr/>
            <p:nvPr/>
          </p:nvSpPr>
          <p:spPr>
            <a:xfrm>
              <a:off x="3927050" y="4144000"/>
              <a:ext cx="4575" cy="4050"/>
            </a:xfrm>
            <a:custGeom>
              <a:rect b="b" l="l" r="r" t="t"/>
              <a:pathLst>
                <a:path extrusionOk="0" h="162" w="183">
                  <a:moveTo>
                    <a:pt x="92" y="0"/>
                  </a:moveTo>
                  <a:cubicBezTo>
                    <a:pt x="82" y="0"/>
                    <a:pt x="71" y="2"/>
                    <a:pt x="61" y="7"/>
                  </a:cubicBezTo>
                  <a:cubicBezTo>
                    <a:pt x="20" y="23"/>
                    <a:pt x="0" y="71"/>
                    <a:pt x="18" y="111"/>
                  </a:cubicBezTo>
                  <a:cubicBezTo>
                    <a:pt x="31" y="142"/>
                    <a:pt x="61" y="161"/>
                    <a:pt x="93" y="161"/>
                  </a:cubicBezTo>
                  <a:cubicBezTo>
                    <a:pt x="102" y="161"/>
                    <a:pt x="112" y="159"/>
                    <a:pt x="122" y="155"/>
                  </a:cubicBezTo>
                  <a:cubicBezTo>
                    <a:pt x="163" y="138"/>
                    <a:pt x="183" y="90"/>
                    <a:pt x="165" y="50"/>
                  </a:cubicBezTo>
                  <a:cubicBezTo>
                    <a:pt x="153" y="19"/>
                    <a:pt x="123" y="0"/>
                    <a:pt x="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1"/>
            <p:cNvSpPr/>
            <p:nvPr/>
          </p:nvSpPr>
          <p:spPr>
            <a:xfrm>
              <a:off x="3770900" y="4300150"/>
              <a:ext cx="4575" cy="4025"/>
            </a:xfrm>
            <a:custGeom>
              <a:rect b="b" l="l" r="r" t="t"/>
              <a:pathLst>
                <a:path extrusionOk="0" h="161" w="183">
                  <a:moveTo>
                    <a:pt x="91" y="1"/>
                  </a:moveTo>
                  <a:cubicBezTo>
                    <a:pt x="59" y="1"/>
                    <a:pt x="30" y="19"/>
                    <a:pt x="18" y="50"/>
                  </a:cubicBezTo>
                  <a:cubicBezTo>
                    <a:pt x="0" y="92"/>
                    <a:pt x="20" y="138"/>
                    <a:pt x="61" y="155"/>
                  </a:cubicBezTo>
                  <a:cubicBezTo>
                    <a:pt x="71" y="159"/>
                    <a:pt x="82" y="161"/>
                    <a:pt x="92" y="161"/>
                  </a:cubicBezTo>
                  <a:cubicBezTo>
                    <a:pt x="124" y="161"/>
                    <a:pt x="153" y="142"/>
                    <a:pt x="166" y="111"/>
                  </a:cubicBezTo>
                  <a:cubicBezTo>
                    <a:pt x="183" y="70"/>
                    <a:pt x="163" y="24"/>
                    <a:pt x="122" y="7"/>
                  </a:cubicBezTo>
                  <a:cubicBezTo>
                    <a:pt x="112" y="3"/>
                    <a:pt x="101" y="1"/>
                    <a:pt x="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1"/>
            <p:cNvSpPr/>
            <p:nvPr/>
          </p:nvSpPr>
          <p:spPr>
            <a:xfrm>
              <a:off x="3774700" y="4288700"/>
              <a:ext cx="4575" cy="4050"/>
            </a:xfrm>
            <a:custGeom>
              <a:rect b="b" l="l" r="r" t="t"/>
              <a:pathLst>
                <a:path extrusionOk="0" h="162" w="183">
                  <a:moveTo>
                    <a:pt x="92" y="1"/>
                  </a:moveTo>
                  <a:cubicBezTo>
                    <a:pt x="60" y="1"/>
                    <a:pt x="31" y="19"/>
                    <a:pt x="17" y="50"/>
                  </a:cubicBezTo>
                  <a:cubicBezTo>
                    <a:pt x="1" y="92"/>
                    <a:pt x="20" y="138"/>
                    <a:pt x="62" y="155"/>
                  </a:cubicBezTo>
                  <a:cubicBezTo>
                    <a:pt x="72" y="159"/>
                    <a:pt x="82" y="161"/>
                    <a:pt x="92" y="161"/>
                  </a:cubicBezTo>
                  <a:cubicBezTo>
                    <a:pt x="124" y="161"/>
                    <a:pt x="153" y="142"/>
                    <a:pt x="166" y="111"/>
                  </a:cubicBezTo>
                  <a:cubicBezTo>
                    <a:pt x="182" y="70"/>
                    <a:pt x="164" y="23"/>
                    <a:pt x="123" y="7"/>
                  </a:cubicBezTo>
                  <a:cubicBezTo>
                    <a:pt x="112" y="3"/>
                    <a:pt x="102" y="1"/>
                    <a:pt x="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1"/>
            <p:cNvSpPr/>
            <p:nvPr/>
          </p:nvSpPr>
          <p:spPr>
            <a:xfrm>
              <a:off x="3780100" y="4277925"/>
              <a:ext cx="4575" cy="4050"/>
            </a:xfrm>
            <a:custGeom>
              <a:rect b="b" l="l" r="r" t="t"/>
              <a:pathLst>
                <a:path extrusionOk="0" h="162" w="183">
                  <a:moveTo>
                    <a:pt x="91" y="1"/>
                  </a:moveTo>
                  <a:cubicBezTo>
                    <a:pt x="59" y="1"/>
                    <a:pt x="30" y="20"/>
                    <a:pt x="17" y="51"/>
                  </a:cubicBezTo>
                  <a:cubicBezTo>
                    <a:pt x="0" y="91"/>
                    <a:pt x="20" y="138"/>
                    <a:pt x="61" y="155"/>
                  </a:cubicBezTo>
                  <a:cubicBezTo>
                    <a:pt x="71" y="159"/>
                    <a:pt x="82" y="161"/>
                    <a:pt x="92" y="161"/>
                  </a:cubicBezTo>
                  <a:cubicBezTo>
                    <a:pt x="124" y="161"/>
                    <a:pt x="153" y="143"/>
                    <a:pt x="166" y="112"/>
                  </a:cubicBezTo>
                  <a:cubicBezTo>
                    <a:pt x="182" y="71"/>
                    <a:pt x="162" y="24"/>
                    <a:pt x="121" y="7"/>
                  </a:cubicBezTo>
                  <a:cubicBezTo>
                    <a:pt x="111" y="3"/>
                    <a:pt x="101" y="1"/>
                    <a:pt x="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1"/>
            <p:cNvSpPr/>
            <p:nvPr/>
          </p:nvSpPr>
          <p:spPr>
            <a:xfrm>
              <a:off x="3780100" y="4498725"/>
              <a:ext cx="4600" cy="4050"/>
            </a:xfrm>
            <a:custGeom>
              <a:rect b="b" l="l" r="r" t="t"/>
              <a:pathLst>
                <a:path extrusionOk="0" h="162" w="184">
                  <a:moveTo>
                    <a:pt x="91" y="1"/>
                  </a:moveTo>
                  <a:cubicBezTo>
                    <a:pt x="81" y="1"/>
                    <a:pt x="71" y="3"/>
                    <a:pt x="61" y="6"/>
                  </a:cubicBezTo>
                  <a:cubicBezTo>
                    <a:pt x="20" y="24"/>
                    <a:pt x="0" y="71"/>
                    <a:pt x="17" y="112"/>
                  </a:cubicBezTo>
                  <a:cubicBezTo>
                    <a:pt x="29" y="143"/>
                    <a:pt x="60" y="161"/>
                    <a:pt x="91" y="161"/>
                  </a:cubicBezTo>
                  <a:cubicBezTo>
                    <a:pt x="101" y="161"/>
                    <a:pt x="112" y="159"/>
                    <a:pt x="121" y="155"/>
                  </a:cubicBezTo>
                  <a:cubicBezTo>
                    <a:pt x="162" y="139"/>
                    <a:pt x="183" y="91"/>
                    <a:pt x="166" y="51"/>
                  </a:cubicBezTo>
                  <a:cubicBezTo>
                    <a:pt x="153" y="19"/>
                    <a:pt x="122" y="1"/>
                    <a:pt x="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1"/>
            <p:cNvSpPr/>
            <p:nvPr/>
          </p:nvSpPr>
          <p:spPr>
            <a:xfrm>
              <a:off x="3774675" y="4487975"/>
              <a:ext cx="4575" cy="4025"/>
            </a:xfrm>
            <a:custGeom>
              <a:rect b="b" l="l" r="r" t="t"/>
              <a:pathLst>
                <a:path extrusionOk="0" h="161" w="183">
                  <a:moveTo>
                    <a:pt x="93" y="0"/>
                  </a:moveTo>
                  <a:cubicBezTo>
                    <a:pt x="82" y="0"/>
                    <a:pt x="72" y="2"/>
                    <a:pt x="62" y="6"/>
                  </a:cubicBezTo>
                  <a:cubicBezTo>
                    <a:pt x="20" y="23"/>
                    <a:pt x="1" y="70"/>
                    <a:pt x="17" y="110"/>
                  </a:cubicBezTo>
                  <a:cubicBezTo>
                    <a:pt x="30" y="142"/>
                    <a:pt x="61" y="161"/>
                    <a:pt x="92" y="161"/>
                  </a:cubicBezTo>
                  <a:cubicBezTo>
                    <a:pt x="102" y="161"/>
                    <a:pt x="112" y="159"/>
                    <a:pt x="121" y="155"/>
                  </a:cubicBezTo>
                  <a:cubicBezTo>
                    <a:pt x="163" y="137"/>
                    <a:pt x="182" y="90"/>
                    <a:pt x="166" y="50"/>
                  </a:cubicBezTo>
                  <a:cubicBezTo>
                    <a:pt x="153" y="18"/>
                    <a:pt x="124" y="0"/>
                    <a:pt x="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1"/>
            <p:cNvSpPr/>
            <p:nvPr/>
          </p:nvSpPr>
          <p:spPr>
            <a:xfrm>
              <a:off x="3770650" y="4476450"/>
              <a:ext cx="4475" cy="4025"/>
            </a:xfrm>
            <a:custGeom>
              <a:rect b="b" l="l" r="r" t="t"/>
              <a:pathLst>
                <a:path extrusionOk="0" h="161" w="179">
                  <a:moveTo>
                    <a:pt x="89" y="0"/>
                  </a:moveTo>
                  <a:cubicBezTo>
                    <a:pt x="70" y="0"/>
                    <a:pt x="50" y="7"/>
                    <a:pt x="35" y="22"/>
                  </a:cubicBezTo>
                  <a:cubicBezTo>
                    <a:pt x="3" y="51"/>
                    <a:pt x="1" y="102"/>
                    <a:pt x="30" y="135"/>
                  </a:cubicBezTo>
                  <a:cubicBezTo>
                    <a:pt x="46" y="152"/>
                    <a:pt x="67" y="160"/>
                    <a:pt x="89" y="160"/>
                  </a:cubicBezTo>
                  <a:cubicBezTo>
                    <a:pt x="108" y="160"/>
                    <a:pt x="128" y="154"/>
                    <a:pt x="143" y="140"/>
                  </a:cubicBezTo>
                  <a:cubicBezTo>
                    <a:pt x="176" y="110"/>
                    <a:pt x="178" y="60"/>
                    <a:pt x="148" y="27"/>
                  </a:cubicBezTo>
                  <a:cubicBezTo>
                    <a:pt x="133" y="9"/>
                    <a:pt x="111" y="0"/>
                    <a:pt x="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1"/>
            <p:cNvSpPr/>
            <p:nvPr/>
          </p:nvSpPr>
          <p:spPr>
            <a:xfrm>
              <a:off x="3927050" y="4632625"/>
              <a:ext cx="4575" cy="4025"/>
            </a:xfrm>
            <a:custGeom>
              <a:rect b="b" l="l" r="r" t="t"/>
              <a:pathLst>
                <a:path extrusionOk="0" h="161" w="183">
                  <a:moveTo>
                    <a:pt x="91" y="1"/>
                  </a:moveTo>
                  <a:cubicBezTo>
                    <a:pt x="60" y="1"/>
                    <a:pt x="30" y="20"/>
                    <a:pt x="18" y="51"/>
                  </a:cubicBezTo>
                  <a:cubicBezTo>
                    <a:pt x="0" y="92"/>
                    <a:pt x="20" y="138"/>
                    <a:pt x="61" y="155"/>
                  </a:cubicBezTo>
                  <a:cubicBezTo>
                    <a:pt x="71" y="159"/>
                    <a:pt x="82" y="161"/>
                    <a:pt x="92" y="161"/>
                  </a:cubicBezTo>
                  <a:cubicBezTo>
                    <a:pt x="124" y="161"/>
                    <a:pt x="153" y="143"/>
                    <a:pt x="165" y="112"/>
                  </a:cubicBezTo>
                  <a:cubicBezTo>
                    <a:pt x="183" y="71"/>
                    <a:pt x="163" y="25"/>
                    <a:pt x="122" y="7"/>
                  </a:cubicBezTo>
                  <a:cubicBezTo>
                    <a:pt x="112" y="3"/>
                    <a:pt x="101" y="1"/>
                    <a:pt x="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1"/>
            <p:cNvSpPr/>
            <p:nvPr/>
          </p:nvSpPr>
          <p:spPr>
            <a:xfrm>
              <a:off x="3915625" y="4628850"/>
              <a:ext cx="4550" cy="4050"/>
            </a:xfrm>
            <a:custGeom>
              <a:rect b="b" l="l" r="r" t="t"/>
              <a:pathLst>
                <a:path extrusionOk="0" h="162" w="182">
                  <a:moveTo>
                    <a:pt x="91" y="1"/>
                  </a:moveTo>
                  <a:cubicBezTo>
                    <a:pt x="59" y="1"/>
                    <a:pt x="29" y="20"/>
                    <a:pt x="17" y="51"/>
                  </a:cubicBezTo>
                  <a:cubicBezTo>
                    <a:pt x="0" y="92"/>
                    <a:pt x="19" y="139"/>
                    <a:pt x="60" y="155"/>
                  </a:cubicBezTo>
                  <a:cubicBezTo>
                    <a:pt x="70" y="159"/>
                    <a:pt x="81" y="161"/>
                    <a:pt x="91" y="161"/>
                  </a:cubicBezTo>
                  <a:cubicBezTo>
                    <a:pt x="123" y="161"/>
                    <a:pt x="152" y="143"/>
                    <a:pt x="165" y="112"/>
                  </a:cubicBezTo>
                  <a:cubicBezTo>
                    <a:pt x="182" y="71"/>
                    <a:pt x="161" y="24"/>
                    <a:pt x="121" y="7"/>
                  </a:cubicBezTo>
                  <a:cubicBezTo>
                    <a:pt x="111" y="3"/>
                    <a:pt x="101" y="1"/>
                    <a:pt x="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1"/>
            <p:cNvSpPr/>
            <p:nvPr/>
          </p:nvSpPr>
          <p:spPr>
            <a:xfrm>
              <a:off x="3904800" y="4623450"/>
              <a:ext cx="4575" cy="4025"/>
            </a:xfrm>
            <a:custGeom>
              <a:rect b="b" l="l" r="r" t="t"/>
              <a:pathLst>
                <a:path extrusionOk="0" h="161" w="183">
                  <a:moveTo>
                    <a:pt x="92" y="0"/>
                  </a:moveTo>
                  <a:cubicBezTo>
                    <a:pt x="60" y="0"/>
                    <a:pt x="30" y="19"/>
                    <a:pt x="18" y="50"/>
                  </a:cubicBezTo>
                  <a:cubicBezTo>
                    <a:pt x="1" y="92"/>
                    <a:pt x="21" y="138"/>
                    <a:pt x="61" y="155"/>
                  </a:cubicBezTo>
                  <a:cubicBezTo>
                    <a:pt x="71" y="159"/>
                    <a:pt x="81" y="160"/>
                    <a:pt x="91" y="160"/>
                  </a:cubicBezTo>
                  <a:cubicBezTo>
                    <a:pt x="123" y="160"/>
                    <a:pt x="154" y="142"/>
                    <a:pt x="166" y="111"/>
                  </a:cubicBezTo>
                  <a:cubicBezTo>
                    <a:pt x="183" y="70"/>
                    <a:pt x="163" y="24"/>
                    <a:pt x="122" y="6"/>
                  </a:cubicBezTo>
                  <a:cubicBezTo>
                    <a:pt x="112" y="2"/>
                    <a:pt x="102" y="0"/>
                    <a:pt x="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1"/>
            <p:cNvSpPr/>
            <p:nvPr/>
          </p:nvSpPr>
          <p:spPr>
            <a:xfrm>
              <a:off x="4125600" y="4623450"/>
              <a:ext cx="4575" cy="4025"/>
            </a:xfrm>
            <a:custGeom>
              <a:rect b="b" l="l" r="r" t="t"/>
              <a:pathLst>
                <a:path extrusionOk="0" h="161" w="183">
                  <a:moveTo>
                    <a:pt x="92" y="0"/>
                  </a:moveTo>
                  <a:cubicBezTo>
                    <a:pt x="82" y="0"/>
                    <a:pt x="72" y="2"/>
                    <a:pt x="62" y="6"/>
                  </a:cubicBezTo>
                  <a:cubicBezTo>
                    <a:pt x="20" y="23"/>
                    <a:pt x="1" y="71"/>
                    <a:pt x="17" y="111"/>
                  </a:cubicBezTo>
                  <a:cubicBezTo>
                    <a:pt x="30" y="142"/>
                    <a:pt x="60" y="161"/>
                    <a:pt x="92" y="161"/>
                  </a:cubicBezTo>
                  <a:cubicBezTo>
                    <a:pt x="102" y="161"/>
                    <a:pt x="112" y="159"/>
                    <a:pt x="122" y="155"/>
                  </a:cubicBezTo>
                  <a:cubicBezTo>
                    <a:pt x="163" y="138"/>
                    <a:pt x="182" y="91"/>
                    <a:pt x="166" y="50"/>
                  </a:cubicBezTo>
                  <a:cubicBezTo>
                    <a:pt x="154" y="19"/>
                    <a:pt x="124" y="0"/>
                    <a:pt x="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1"/>
            <p:cNvSpPr/>
            <p:nvPr/>
          </p:nvSpPr>
          <p:spPr>
            <a:xfrm>
              <a:off x="4114825" y="4628850"/>
              <a:ext cx="4600" cy="4050"/>
            </a:xfrm>
            <a:custGeom>
              <a:rect b="b" l="l" r="r" t="t"/>
              <a:pathLst>
                <a:path extrusionOk="0" h="162" w="184">
                  <a:moveTo>
                    <a:pt x="92" y="1"/>
                  </a:moveTo>
                  <a:cubicBezTo>
                    <a:pt x="82" y="1"/>
                    <a:pt x="71" y="3"/>
                    <a:pt x="61" y="7"/>
                  </a:cubicBezTo>
                  <a:cubicBezTo>
                    <a:pt x="20" y="24"/>
                    <a:pt x="1" y="72"/>
                    <a:pt x="18" y="112"/>
                  </a:cubicBezTo>
                  <a:cubicBezTo>
                    <a:pt x="31" y="143"/>
                    <a:pt x="61" y="161"/>
                    <a:pt x="92" y="161"/>
                  </a:cubicBezTo>
                  <a:cubicBezTo>
                    <a:pt x="102" y="161"/>
                    <a:pt x="112" y="159"/>
                    <a:pt x="122" y="155"/>
                  </a:cubicBezTo>
                  <a:cubicBezTo>
                    <a:pt x="163" y="139"/>
                    <a:pt x="183" y="91"/>
                    <a:pt x="166" y="51"/>
                  </a:cubicBezTo>
                  <a:cubicBezTo>
                    <a:pt x="153" y="20"/>
                    <a:pt x="123" y="1"/>
                    <a:pt x="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1"/>
            <p:cNvSpPr/>
            <p:nvPr/>
          </p:nvSpPr>
          <p:spPr>
            <a:xfrm>
              <a:off x="4103400" y="4632625"/>
              <a:ext cx="4575" cy="4050"/>
            </a:xfrm>
            <a:custGeom>
              <a:rect b="b" l="l" r="r" t="t"/>
              <a:pathLst>
                <a:path extrusionOk="0" h="162" w="183">
                  <a:moveTo>
                    <a:pt x="92" y="1"/>
                  </a:moveTo>
                  <a:cubicBezTo>
                    <a:pt x="81" y="1"/>
                    <a:pt x="71" y="3"/>
                    <a:pt x="60" y="7"/>
                  </a:cubicBezTo>
                  <a:cubicBezTo>
                    <a:pt x="19" y="24"/>
                    <a:pt x="0" y="71"/>
                    <a:pt x="17" y="112"/>
                  </a:cubicBezTo>
                  <a:cubicBezTo>
                    <a:pt x="29" y="143"/>
                    <a:pt x="59" y="161"/>
                    <a:pt x="90" y="161"/>
                  </a:cubicBezTo>
                  <a:cubicBezTo>
                    <a:pt x="101" y="161"/>
                    <a:pt x="111" y="159"/>
                    <a:pt x="121" y="155"/>
                  </a:cubicBezTo>
                  <a:cubicBezTo>
                    <a:pt x="162" y="138"/>
                    <a:pt x="182" y="91"/>
                    <a:pt x="166" y="51"/>
                  </a:cubicBezTo>
                  <a:cubicBezTo>
                    <a:pt x="152" y="20"/>
                    <a:pt x="123" y="1"/>
                    <a:pt x="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1"/>
            <p:cNvSpPr/>
            <p:nvPr/>
          </p:nvSpPr>
          <p:spPr>
            <a:xfrm>
              <a:off x="4259525" y="4476525"/>
              <a:ext cx="4600" cy="4025"/>
            </a:xfrm>
            <a:custGeom>
              <a:rect b="b" l="l" r="r" t="t"/>
              <a:pathLst>
                <a:path extrusionOk="0" h="161" w="184">
                  <a:moveTo>
                    <a:pt x="92" y="0"/>
                  </a:moveTo>
                  <a:cubicBezTo>
                    <a:pt x="61" y="0"/>
                    <a:pt x="31" y="19"/>
                    <a:pt x="18" y="50"/>
                  </a:cubicBezTo>
                  <a:cubicBezTo>
                    <a:pt x="1" y="90"/>
                    <a:pt x="20" y="138"/>
                    <a:pt x="62" y="155"/>
                  </a:cubicBezTo>
                  <a:cubicBezTo>
                    <a:pt x="71" y="159"/>
                    <a:pt x="82" y="161"/>
                    <a:pt x="92" y="161"/>
                  </a:cubicBezTo>
                  <a:cubicBezTo>
                    <a:pt x="123" y="161"/>
                    <a:pt x="153" y="142"/>
                    <a:pt x="166" y="110"/>
                  </a:cubicBezTo>
                  <a:cubicBezTo>
                    <a:pt x="183" y="69"/>
                    <a:pt x="164" y="23"/>
                    <a:pt x="122" y="6"/>
                  </a:cubicBezTo>
                  <a:cubicBezTo>
                    <a:pt x="113" y="2"/>
                    <a:pt x="102" y="0"/>
                    <a:pt x="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1"/>
            <p:cNvSpPr/>
            <p:nvPr/>
          </p:nvSpPr>
          <p:spPr>
            <a:xfrm>
              <a:off x="4255750" y="4487975"/>
              <a:ext cx="4550" cy="4025"/>
            </a:xfrm>
            <a:custGeom>
              <a:rect b="b" l="l" r="r" t="t"/>
              <a:pathLst>
                <a:path extrusionOk="0" h="161" w="182">
                  <a:moveTo>
                    <a:pt x="90" y="0"/>
                  </a:moveTo>
                  <a:cubicBezTo>
                    <a:pt x="58" y="0"/>
                    <a:pt x="29" y="18"/>
                    <a:pt x="17" y="50"/>
                  </a:cubicBezTo>
                  <a:cubicBezTo>
                    <a:pt x="0" y="90"/>
                    <a:pt x="20" y="137"/>
                    <a:pt x="61" y="155"/>
                  </a:cubicBezTo>
                  <a:cubicBezTo>
                    <a:pt x="71" y="159"/>
                    <a:pt x="81" y="161"/>
                    <a:pt x="91" y="161"/>
                  </a:cubicBezTo>
                  <a:cubicBezTo>
                    <a:pt x="123" y="161"/>
                    <a:pt x="153" y="142"/>
                    <a:pt x="165" y="110"/>
                  </a:cubicBezTo>
                  <a:cubicBezTo>
                    <a:pt x="182" y="69"/>
                    <a:pt x="162" y="23"/>
                    <a:pt x="121" y="6"/>
                  </a:cubicBezTo>
                  <a:cubicBezTo>
                    <a:pt x="111" y="2"/>
                    <a:pt x="100" y="0"/>
                    <a:pt x="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1"/>
            <p:cNvSpPr/>
            <p:nvPr/>
          </p:nvSpPr>
          <p:spPr>
            <a:xfrm>
              <a:off x="4250350" y="4498725"/>
              <a:ext cx="4550" cy="4050"/>
            </a:xfrm>
            <a:custGeom>
              <a:rect b="b" l="l" r="r" t="t"/>
              <a:pathLst>
                <a:path extrusionOk="0" h="162" w="182">
                  <a:moveTo>
                    <a:pt x="92" y="1"/>
                  </a:moveTo>
                  <a:cubicBezTo>
                    <a:pt x="60" y="1"/>
                    <a:pt x="30" y="19"/>
                    <a:pt x="17" y="51"/>
                  </a:cubicBezTo>
                  <a:cubicBezTo>
                    <a:pt x="0" y="92"/>
                    <a:pt x="20" y="139"/>
                    <a:pt x="61" y="155"/>
                  </a:cubicBezTo>
                  <a:cubicBezTo>
                    <a:pt x="71" y="159"/>
                    <a:pt x="82" y="161"/>
                    <a:pt x="92" y="161"/>
                  </a:cubicBezTo>
                  <a:cubicBezTo>
                    <a:pt x="124" y="161"/>
                    <a:pt x="153" y="143"/>
                    <a:pt x="165" y="112"/>
                  </a:cubicBezTo>
                  <a:cubicBezTo>
                    <a:pt x="182" y="71"/>
                    <a:pt x="163" y="24"/>
                    <a:pt x="122" y="6"/>
                  </a:cubicBezTo>
                  <a:cubicBezTo>
                    <a:pt x="112" y="3"/>
                    <a:pt x="102" y="1"/>
                    <a:pt x="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1"/>
            <p:cNvSpPr/>
            <p:nvPr/>
          </p:nvSpPr>
          <p:spPr>
            <a:xfrm>
              <a:off x="4250325" y="4277925"/>
              <a:ext cx="4550" cy="4050"/>
            </a:xfrm>
            <a:custGeom>
              <a:rect b="b" l="l" r="r" t="t"/>
              <a:pathLst>
                <a:path extrusionOk="0" h="162" w="182">
                  <a:moveTo>
                    <a:pt x="91" y="1"/>
                  </a:moveTo>
                  <a:cubicBezTo>
                    <a:pt x="81" y="1"/>
                    <a:pt x="71" y="3"/>
                    <a:pt x="61" y="7"/>
                  </a:cubicBezTo>
                  <a:cubicBezTo>
                    <a:pt x="20" y="24"/>
                    <a:pt x="0" y="71"/>
                    <a:pt x="17" y="112"/>
                  </a:cubicBezTo>
                  <a:cubicBezTo>
                    <a:pt x="29" y="143"/>
                    <a:pt x="60" y="161"/>
                    <a:pt x="91" y="161"/>
                  </a:cubicBezTo>
                  <a:cubicBezTo>
                    <a:pt x="101" y="161"/>
                    <a:pt x="111" y="159"/>
                    <a:pt x="121" y="155"/>
                  </a:cubicBezTo>
                  <a:cubicBezTo>
                    <a:pt x="162" y="139"/>
                    <a:pt x="182" y="91"/>
                    <a:pt x="165" y="51"/>
                  </a:cubicBezTo>
                  <a:cubicBezTo>
                    <a:pt x="153" y="20"/>
                    <a:pt x="122" y="1"/>
                    <a:pt x="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1"/>
            <p:cNvSpPr/>
            <p:nvPr/>
          </p:nvSpPr>
          <p:spPr>
            <a:xfrm>
              <a:off x="4255775" y="4288700"/>
              <a:ext cx="4550" cy="4050"/>
            </a:xfrm>
            <a:custGeom>
              <a:rect b="b" l="l" r="r" t="t"/>
              <a:pathLst>
                <a:path extrusionOk="0" h="162" w="182">
                  <a:moveTo>
                    <a:pt x="91" y="1"/>
                  </a:moveTo>
                  <a:cubicBezTo>
                    <a:pt x="81" y="1"/>
                    <a:pt x="71" y="3"/>
                    <a:pt x="61" y="7"/>
                  </a:cubicBezTo>
                  <a:cubicBezTo>
                    <a:pt x="20" y="23"/>
                    <a:pt x="0" y="71"/>
                    <a:pt x="17" y="111"/>
                  </a:cubicBezTo>
                  <a:cubicBezTo>
                    <a:pt x="30" y="142"/>
                    <a:pt x="59" y="161"/>
                    <a:pt x="91" y="161"/>
                  </a:cubicBezTo>
                  <a:cubicBezTo>
                    <a:pt x="101" y="161"/>
                    <a:pt x="112" y="159"/>
                    <a:pt x="122" y="155"/>
                  </a:cubicBezTo>
                  <a:cubicBezTo>
                    <a:pt x="163" y="138"/>
                    <a:pt x="182" y="90"/>
                    <a:pt x="165" y="50"/>
                  </a:cubicBezTo>
                  <a:cubicBezTo>
                    <a:pt x="153" y="19"/>
                    <a:pt x="123" y="1"/>
                    <a:pt x="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1"/>
            <p:cNvSpPr/>
            <p:nvPr/>
          </p:nvSpPr>
          <p:spPr>
            <a:xfrm>
              <a:off x="4259525" y="4300150"/>
              <a:ext cx="4600" cy="4025"/>
            </a:xfrm>
            <a:custGeom>
              <a:rect b="b" l="l" r="r" t="t"/>
              <a:pathLst>
                <a:path extrusionOk="0" h="161" w="184">
                  <a:moveTo>
                    <a:pt x="92" y="1"/>
                  </a:moveTo>
                  <a:cubicBezTo>
                    <a:pt x="82" y="1"/>
                    <a:pt x="72" y="3"/>
                    <a:pt x="62" y="7"/>
                  </a:cubicBezTo>
                  <a:cubicBezTo>
                    <a:pt x="21" y="24"/>
                    <a:pt x="1" y="70"/>
                    <a:pt x="18" y="111"/>
                  </a:cubicBezTo>
                  <a:cubicBezTo>
                    <a:pt x="31" y="142"/>
                    <a:pt x="61" y="161"/>
                    <a:pt x="92" y="161"/>
                  </a:cubicBezTo>
                  <a:cubicBezTo>
                    <a:pt x="102" y="161"/>
                    <a:pt x="112" y="159"/>
                    <a:pt x="122" y="155"/>
                  </a:cubicBezTo>
                  <a:cubicBezTo>
                    <a:pt x="164" y="138"/>
                    <a:pt x="183" y="91"/>
                    <a:pt x="166" y="50"/>
                  </a:cubicBezTo>
                  <a:cubicBezTo>
                    <a:pt x="153" y="19"/>
                    <a:pt x="124" y="1"/>
                    <a:pt x="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1"/>
            <p:cNvSpPr/>
            <p:nvPr/>
          </p:nvSpPr>
          <p:spPr>
            <a:xfrm>
              <a:off x="4103400" y="4144000"/>
              <a:ext cx="4575" cy="4050"/>
            </a:xfrm>
            <a:custGeom>
              <a:rect b="b" l="l" r="r" t="t"/>
              <a:pathLst>
                <a:path extrusionOk="0" h="162" w="183">
                  <a:moveTo>
                    <a:pt x="90" y="0"/>
                  </a:moveTo>
                  <a:cubicBezTo>
                    <a:pt x="59" y="0"/>
                    <a:pt x="29" y="19"/>
                    <a:pt x="17" y="50"/>
                  </a:cubicBezTo>
                  <a:cubicBezTo>
                    <a:pt x="0" y="91"/>
                    <a:pt x="19" y="138"/>
                    <a:pt x="60" y="155"/>
                  </a:cubicBezTo>
                  <a:cubicBezTo>
                    <a:pt x="70" y="159"/>
                    <a:pt x="80" y="161"/>
                    <a:pt x="90" y="161"/>
                  </a:cubicBezTo>
                  <a:cubicBezTo>
                    <a:pt x="122" y="161"/>
                    <a:pt x="152" y="142"/>
                    <a:pt x="166" y="111"/>
                  </a:cubicBezTo>
                  <a:cubicBezTo>
                    <a:pt x="182" y="70"/>
                    <a:pt x="162" y="23"/>
                    <a:pt x="121" y="7"/>
                  </a:cubicBezTo>
                  <a:cubicBezTo>
                    <a:pt x="111" y="2"/>
                    <a:pt x="100" y="0"/>
                    <a:pt x="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1"/>
            <p:cNvSpPr/>
            <p:nvPr/>
          </p:nvSpPr>
          <p:spPr>
            <a:xfrm>
              <a:off x="4114825" y="4147800"/>
              <a:ext cx="4600" cy="4025"/>
            </a:xfrm>
            <a:custGeom>
              <a:rect b="b" l="l" r="r" t="t"/>
              <a:pathLst>
                <a:path extrusionOk="0" h="161" w="184">
                  <a:moveTo>
                    <a:pt x="92" y="1"/>
                  </a:moveTo>
                  <a:cubicBezTo>
                    <a:pt x="60" y="1"/>
                    <a:pt x="31" y="19"/>
                    <a:pt x="18" y="51"/>
                  </a:cubicBezTo>
                  <a:cubicBezTo>
                    <a:pt x="1" y="91"/>
                    <a:pt x="20" y="138"/>
                    <a:pt x="61" y="155"/>
                  </a:cubicBezTo>
                  <a:cubicBezTo>
                    <a:pt x="72" y="159"/>
                    <a:pt x="82" y="161"/>
                    <a:pt x="92" y="161"/>
                  </a:cubicBezTo>
                  <a:cubicBezTo>
                    <a:pt x="124" y="161"/>
                    <a:pt x="153" y="143"/>
                    <a:pt x="166" y="112"/>
                  </a:cubicBezTo>
                  <a:cubicBezTo>
                    <a:pt x="183" y="70"/>
                    <a:pt x="164" y="24"/>
                    <a:pt x="122" y="6"/>
                  </a:cubicBezTo>
                  <a:cubicBezTo>
                    <a:pt x="112" y="2"/>
                    <a:pt x="102" y="1"/>
                    <a:pt x="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1"/>
            <p:cNvSpPr/>
            <p:nvPr/>
          </p:nvSpPr>
          <p:spPr>
            <a:xfrm>
              <a:off x="4125600" y="4153225"/>
              <a:ext cx="4575" cy="4025"/>
            </a:xfrm>
            <a:custGeom>
              <a:rect b="b" l="l" r="r" t="t"/>
              <a:pathLst>
                <a:path extrusionOk="0" h="161" w="183">
                  <a:moveTo>
                    <a:pt x="91" y="0"/>
                  </a:moveTo>
                  <a:cubicBezTo>
                    <a:pt x="60" y="0"/>
                    <a:pt x="30" y="19"/>
                    <a:pt x="17" y="50"/>
                  </a:cubicBezTo>
                  <a:cubicBezTo>
                    <a:pt x="1" y="91"/>
                    <a:pt x="21" y="138"/>
                    <a:pt x="62" y="155"/>
                  </a:cubicBezTo>
                  <a:cubicBezTo>
                    <a:pt x="72" y="159"/>
                    <a:pt x="82" y="161"/>
                    <a:pt x="93" y="161"/>
                  </a:cubicBezTo>
                  <a:cubicBezTo>
                    <a:pt x="124" y="161"/>
                    <a:pt x="153" y="142"/>
                    <a:pt x="166" y="111"/>
                  </a:cubicBezTo>
                  <a:cubicBezTo>
                    <a:pt x="182" y="70"/>
                    <a:pt x="163" y="24"/>
                    <a:pt x="122" y="6"/>
                  </a:cubicBezTo>
                  <a:cubicBezTo>
                    <a:pt x="112" y="2"/>
                    <a:pt x="101" y="0"/>
                    <a:pt x="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9" name="Shape 1579"/>
        <p:cNvGrpSpPr/>
        <p:nvPr/>
      </p:nvGrpSpPr>
      <p:grpSpPr>
        <a:xfrm>
          <a:off x="0" y="0"/>
          <a:ext cx="0" cy="0"/>
          <a:chOff x="0" y="0"/>
          <a:chExt cx="0" cy="0"/>
        </a:xfrm>
      </p:grpSpPr>
      <p:sp>
        <p:nvSpPr>
          <p:cNvPr id="1580" name="Google Shape;1580;p42"/>
          <p:cNvSpPr txBox="1"/>
          <p:nvPr>
            <p:ph type="title"/>
          </p:nvPr>
        </p:nvSpPr>
        <p:spPr>
          <a:xfrm>
            <a:off x="720000" y="2472888"/>
            <a:ext cx="45447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Details</a:t>
            </a:r>
            <a:endParaRPr/>
          </a:p>
        </p:txBody>
      </p:sp>
      <p:sp>
        <p:nvSpPr>
          <p:cNvPr id="1581" name="Google Shape;1581;p42"/>
          <p:cNvSpPr txBox="1"/>
          <p:nvPr>
            <p:ph idx="2" type="title"/>
          </p:nvPr>
        </p:nvSpPr>
        <p:spPr>
          <a:xfrm>
            <a:off x="2432752" y="1383401"/>
            <a:ext cx="1135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582" name="Google Shape;1582;p42"/>
          <p:cNvSpPr txBox="1"/>
          <p:nvPr>
            <p:ph idx="1" type="subTitle"/>
          </p:nvPr>
        </p:nvSpPr>
        <p:spPr>
          <a:xfrm rot="341">
            <a:off x="1478075" y="3424499"/>
            <a:ext cx="3028500" cy="57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Gib hier einen Untertitel ein, wenn du es brauchst</a:t>
            </a:r>
            <a:endParaRPr/>
          </a:p>
        </p:txBody>
      </p:sp>
      <p:sp>
        <p:nvSpPr>
          <p:cNvPr id="1583" name="Google Shape;1583;p42"/>
          <p:cNvSpPr/>
          <p:nvPr/>
        </p:nvSpPr>
        <p:spPr>
          <a:xfrm rot="-719105">
            <a:off x="2065535" y="1350263"/>
            <a:ext cx="1869634" cy="1219599"/>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4" name="Google Shape;1584;p42"/>
          <p:cNvCxnSpPr/>
          <p:nvPr/>
        </p:nvCxnSpPr>
        <p:spPr>
          <a:xfrm flipH="1" rot="-5400000">
            <a:off x="3001400" y="834800"/>
            <a:ext cx="5574300" cy="35361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1585" name="Google Shape;1585;p42"/>
          <p:cNvCxnSpPr/>
          <p:nvPr/>
        </p:nvCxnSpPr>
        <p:spPr>
          <a:xfrm flipH="1" rot="-5400000">
            <a:off x="-1723350" y="1771350"/>
            <a:ext cx="4976400" cy="2186100"/>
          </a:xfrm>
          <a:prstGeom prst="curvedConnector3">
            <a:avLst>
              <a:gd fmla="val 50000" name="adj1"/>
            </a:avLst>
          </a:prstGeom>
          <a:noFill/>
          <a:ln cap="flat" cmpd="sng" w="19050">
            <a:solidFill>
              <a:schemeClr val="lt1"/>
            </a:solidFill>
            <a:prstDash val="dash"/>
            <a:round/>
            <a:headEnd len="med" w="med" type="none"/>
            <a:tailEnd len="med" w="med" type="none"/>
          </a:ln>
        </p:spPr>
      </p:cxnSp>
      <p:sp>
        <p:nvSpPr>
          <p:cNvPr id="1586" name="Google Shape;1586;p42"/>
          <p:cNvSpPr/>
          <p:nvPr/>
        </p:nvSpPr>
        <p:spPr>
          <a:xfrm flipH="1">
            <a:off x="391796" y="3247028"/>
            <a:ext cx="328200" cy="286233"/>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7" name="Google Shape;1587;p42"/>
          <p:cNvGrpSpPr/>
          <p:nvPr/>
        </p:nvGrpSpPr>
        <p:grpSpPr>
          <a:xfrm>
            <a:off x="7469875" y="540000"/>
            <a:ext cx="1259900" cy="1185450"/>
            <a:chOff x="6450675" y="609250"/>
            <a:chExt cx="1259900" cy="1185450"/>
          </a:xfrm>
        </p:grpSpPr>
        <p:sp>
          <p:nvSpPr>
            <p:cNvPr id="1588" name="Google Shape;1588;p42"/>
            <p:cNvSpPr/>
            <p:nvPr/>
          </p:nvSpPr>
          <p:spPr>
            <a:xfrm>
              <a:off x="6450675" y="609250"/>
              <a:ext cx="1259900" cy="1185450"/>
            </a:xfrm>
            <a:custGeom>
              <a:rect b="b" l="l" r="r" t="t"/>
              <a:pathLst>
                <a:path extrusionOk="0" h="47418" w="50396">
                  <a:moveTo>
                    <a:pt x="25149" y="695"/>
                  </a:moveTo>
                  <a:cubicBezTo>
                    <a:pt x="26152" y="695"/>
                    <a:pt x="27163" y="759"/>
                    <a:pt x="28176" y="892"/>
                  </a:cubicBezTo>
                  <a:cubicBezTo>
                    <a:pt x="40757" y="2534"/>
                    <a:pt x="49656" y="14107"/>
                    <a:pt x="48014" y="26687"/>
                  </a:cubicBezTo>
                  <a:cubicBezTo>
                    <a:pt x="47218" y="32783"/>
                    <a:pt x="44097" y="38204"/>
                    <a:pt x="39224" y="41950"/>
                  </a:cubicBezTo>
                  <a:cubicBezTo>
                    <a:pt x="35161" y="45076"/>
                    <a:pt x="30285" y="46724"/>
                    <a:pt x="25242" y="46724"/>
                  </a:cubicBezTo>
                  <a:cubicBezTo>
                    <a:pt x="24239" y="46724"/>
                    <a:pt x="23229" y="46659"/>
                    <a:pt x="22218" y="46527"/>
                  </a:cubicBezTo>
                  <a:cubicBezTo>
                    <a:pt x="9637" y="44885"/>
                    <a:pt x="736" y="33313"/>
                    <a:pt x="2379" y="20732"/>
                  </a:cubicBezTo>
                  <a:cubicBezTo>
                    <a:pt x="3175" y="14636"/>
                    <a:pt x="6296" y="9216"/>
                    <a:pt x="11169" y="5469"/>
                  </a:cubicBezTo>
                  <a:cubicBezTo>
                    <a:pt x="15232" y="2345"/>
                    <a:pt x="20106" y="695"/>
                    <a:pt x="25149" y="695"/>
                  </a:cubicBezTo>
                  <a:close/>
                  <a:moveTo>
                    <a:pt x="25149" y="0"/>
                  </a:moveTo>
                  <a:cubicBezTo>
                    <a:pt x="19956" y="0"/>
                    <a:pt x="14933" y="1700"/>
                    <a:pt x="10747" y="4919"/>
                  </a:cubicBezTo>
                  <a:cubicBezTo>
                    <a:pt x="5727" y="8779"/>
                    <a:pt x="2512" y="14362"/>
                    <a:pt x="1692" y="20640"/>
                  </a:cubicBezTo>
                  <a:cubicBezTo>
                    <a:pt x="0" y="33600"/>
                    <a:pt x="9167" y="45521"/>
                    <a:pt x="22128" y="47213"/>
                  </a:cubicBezTo>
                  <a:cubicBezTo>
                    <a:pt x="23170" y="47350"/>
                    <a:pt x="24211" y="47417"/>
                    <a:pt x="25246" y="47417"/>
                  </a:cubicBezTo>
                  <a:cubicBezTo>
                    <a:pt x="30439" y="47417"/>
                    <a:pt x="35463" y="45718"/>
                    <a:pt x="39647" y="42498"/>
                  </a:cubicBezTo>
                  <a:cubicBezTo>
                    <a:pt x="44667" y="38638"/>
                    <a:pt x="47882" y="33055"/>
                    <a:pt x="48702" y="26777"/>
                  </a:cubicBezTo>
                  <a:cubicBezTo>
                    <a:pt x="50395" y="13816"/>
                    <a:pt x="41228" y="1896"/>
                    <a:pt x="28266" y="204"/>
                  </a:cubicBezTo>
                  <a:cubicBezTo>
                    <a:pt x="27224" y="68"/>
                    <a:pt x="26183" y="0"/>
                    <a:pt x="25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2"/>
            <p:cNvSpPr/>
            <p:nvPr/>
          </p:nvSpPr>
          <p:spPr>
            <a:xfrm>
              <a:off x="6490375" y="1257125"/>
              <a:ext cx="1144325" cy="285850"/>
            </a:xfrm>
            <a:custGeom>
              <a:rect b="b" l="l" r="r" t="t"/>
              <a:pathLst>
                <a:path extrusionOk="0" h="11434" w="45773">
                  <a:moveTo>
                    <a:pt x="90" y="0"/>
                  </a:moveTo>
                  <a:lnTo>
                    <a:pt x="1" y="688"/>
                  </a:lnTo>
                  <a:lnTo>
                    <a:pt x="10660" y="2079"/>
                  </a:lnTo>
                  <a:cubicBezTo>
                    <a:pt x="12301" y="7028"/>
                    <a:pt x="16668" y="10644"/>
                    <a:pt x="21844" y="11320"/>
                  </a:cubicBezTo>
                  <a:cubicBezTo>
                    <a:pt x="22428" y="11396"/>
                    <a:pt x="23014" y="11433"/>
                    <a:pt x="23594" y="11433"/>
                  </a:cubicBezTo>
                  <a:cubicBezTo>
                    <a:pt x="28153" y="11433"/>
                    <a:pt x="32491" y="9127"/>
                    <a:pt x="35025" y="5259"/>
                  </a:cubicBezTo>
                  <a:lnTo>
                    <a:pt x="45684" y="6651"/>
                  </a:lnTo>
                  <a:lnTo>
                    <a:pt x="45773" y="5964"/>
                  </a:lnTo>
                  <a:lnTo>
                    <a:pt x="34677" y="4515"/>
                  </a:lnTo>
                  <a:lnTo>
                    <a:pt x="34559" y="4702"/>
                  </a:lnTo>
                  <a:cubicBezTo>
                    <a:pt x="32173" y="8481"/>
                    <a:pt x="27997" y="10741"/>
                    <a:pt x="23598" y="10741"/>
                  </a:cubicBezTo>
                  <a:cubicBezTo>
                    <a:pt x="23045" y="10741"/>
                    <a:pt x="22489" y="10705"/>
                    <a:pt x="21933" y="10633"/>
                  </a:cubicBezTo>
                  <a:cubicBezTo>
                    <a:pt x="16950" y="9981"/>
                    <a:pt x="12759" y="6460"/>
                    <a:pt x="11253" y="1660"/>
                  </a:cubicBezTo>
                  <a:lnTo>
                    <a:pt x="11187" y="1448"/>
                  </a:lnTo>
                  <a:lnTo>
                    <a:pt x="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2"/>
            <p:cNvSpPr/>
            <p:nvPr/>
          </p:nvSpPr>
          <p:spPr>
            <a:xfrm>
              <a:off x="6526500" y="860975"/>
              <a:ext cx="1144325" cy="285900"/>
            </a:xfrm>
            <a:custGeom>
              <a:rect b="b" l="l" r="r" t="t"/>
              <a:pathLst>
                <a:path extrusionOk="0" h="11436" w="45773">
                  <a:moveTo>
                    <a:pt x="22171" y="0"/>
                  </a:moveTo>
                  <a:cubicBezTo>
                    <a:pt x="17614" y="0"/>
                    <a:pt x="13281" y="2310"/>
                    <a:pt x="10748" y="6176"/>
                  </a:cubicBezTo>
                  <a:lnTo>
                    <a:pt x="89" y="4784"/>
                  </a:lnTo>
                  <a:lnTo>
                    <a:pt x="0" y="5472"/>
                  </a:lnTo>
                  <a:lnTo>
                    <a:pt x="11097" y="6920"/>
                  </a:lnTo>
                  <a:lnTo>
                    <a:pt x="11216" y="6733"/>
                  </a:lnTo>
                  <a:cubicBezTo>
                    <a:pt x="13601" y="2954"/>
                    <a:pt x="17780" y="696"/>
                    <a:pt x="22179" y="696"/>
                  </a:cubicBezTo>
                  <a:cubicBezTo>
                    <a:pt x="22730" y="696"/>
                    <a:pt x="23285" y="731"/>
                    <a:pt x="23840" y="803"/>
                  </a:cubicBezTo>
                  <a:cubicBezTo>
                    <a:pt x="28824" y="1453"/>
                    <a:pt x="33017" y="4975"/>
                    <a:pt x="34520" y="9776"/>
                  </a:cubicBezTo>
                  <a:lnTo>
                    <a:pt x="34586" y="9987"/>
                  </a:lnTo>
                  <a:lnTo>
                    <a:pt x="45684" y="11436"/>
                  </a:lnTo>
                  <a:lnTo>
                    <a:pt x="45772" y="10750"/>
                  </a:lnTo>
                  <a:lnTo>
                    <a:pt x="35113" y="9358"/>
                  </a:lnTo>
                  <a:cubicBezTo>
                    <a:pt x="33473" y="4407"/>
                    <a:pt x="29106" y="791"/>
                    <a:pt x="23929" y="115"/>
                  </a:cubicBezTo>
                  <a:cubicBezTo>
                    <a:pt x="23341" y="38"/>
                    <a:pt x="22754" y="0"/>
                    <a:pt x="22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2"/>
            <p:cNvSpPr/>
            <p:nvPr/>
          </p:nvSpPr>
          <p:spPr>
            <a:xfrm>
              <a:off x="6845050" y="752425"/>
              <a:ext cx="61550" cy="80625"/>
            </a:xfrm>
            <a:custGeom>
              <a:rect b="b" l="l" r="r" t="t"/>
              <a:pathLst>
                <a:path extrusionOk="0" h="3225" w="2462">
                  <a:moveTo>
                    <a:pt x="2148" y="0"/>
                  </a:moveTo>
                  <a:lnTo>
                    <a:pt x="1790" y="172"/>
                  </a:lnTo>
                  <a:lnTo>
                    <a:pt x="1965" y="1668"/>
                  </a:lnTo>
                  <a:cubicBezTo>
                    <a:pt x="2009" y="2063"/>
                    <a:pt x="2060" y="2442"/>
                    <a:pt x="2131" y="2779"/>
                  </a:cubicBezTo>
                  <a:lnTo>
                    <a:pt x="2123" y="2783"/>
                  </a:lnTo>
                  <a:cubicBezTo>
                    <a:pt x="1908" y="2511"/>
                    <a:pt x="1661" y="2241"/>
                    <a:pt x="1380" y="1943"/>
                  </a:cubicBezTo>
                  <a:lnTo>
                    <a:pt x="363" y="854"/>
                  </a:lnTo>
                  <a:lnTo>
                    <a:pt x="1" y="1029"/>
                  </a:lnTo>
                  <a:lnTo>
                    <a:pt x="2092" y="3224"/>
                  </a:lnTo>
                  <a:lnTo>
                    <a:pt x="2461" y="3047"/>
                  </a:lnTo>
                  <a:lnTo>
                    <a:pt x="21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2"/>
            <p:cNvSpPr/>
            <p:nvPr/>
          </p:nvSpPr>
          <p:spPr>
            <a:xfrm>
              <a:off x="6922850" y="741575"/>
              <a:ext cx="31600" cy="71275"/>
            </a:xfrm>
            <a:custGeom>
              <a:rect b="b" l="l" r="r" t="t"/>
              <a:pathLst>
                <a:path extrusionOk="0" h="2851" w="1264">
                  <a:moveTo>
                    <a:pt x="352" y="1"/>
                  </a:moveTo>
                  <a:lnTo>
                    <a:pt x="0" y="118"/>
                  </a:lnTo>
                  <a:lnTo>
                    <a:pt x="909" y="2850"/>
                  </a:lnTo>
                  <a:lnTo>
                    <a:pt x="1263" y="2733"/>
                  </a:lnTo>
                  <a:lnTo>
                    <a:pt x="3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2"/>
            <p:cNvSpPr/>
            <p:nvPr/>
          </p:nvSpPr>
          <p:spPr>
            <a:xfrm>
              <a:off x="6962925" y="725725"/>
              <a:ext cx="52700" cy="75725"/>
            </a:xfrm>
            <a:custGeom>
              <a:rect b="b" l="l" r="r" t="t"/>
              <a:pathLst>
                <a:path extrusionOk="0" h="3029" w="2108">
                  <a:moveTo>
                    <a:pt x="1177" y="0"/>
                  </a:moveTo>
                  <a:cubicBezTo>
                    <a:pt x="1079" y="0"/>
                    <a:pt x="967" y="11"/>
                    <a:pt x="844" y="36"/>
                  </a:cubicBezTo>
                  <a:cubicBezTo>
                    <a:pt x="296" y="150"/>
                    <a:pt x="1" y="554"/>
                    <a:pt x="93" y="993"/>
                  </a:cubicBezTo>
                  <a:cubicBezTo>
                    <a:pt x="176" y="1390"/>
                    <a:pt x="510" y="1567"/>
                    <a:pt x="1004" y="1636"/>
                  </a:cubicBezTo>
                  <a:cubicBezTo>
                    <a:pt x="1415" y="1703"/>
                    <a:pt x="1596" y="1821"/>
                    <a:pt x="1652" y="2084"/>
                  </a:cubicBezTo>
                  <a:cubicBezTo>
                    <a:pt x="1712" y="2370"/>
                    <a:pt x="1534" y="2613"/>
                    <a:pt x="1163" y="2690"/>
                  </a:cubicBezTo>
                  <a:cubicBezTo>
                    <a:pt x="1078" y="2707"/>
                    <a:pt x="993" y="2715"/>
                    <a:pt x="910" y="2715"/>
                  </a:cubicBezTo>
                  <a:cubicBezTo>
                    <a:pt x="747" y="2715"/>
                    <a:pt x="594" y="2685"/>
                    <a:pt x="472" y="2641"/>
                  </a:cubicBezTo>
                  <a:lnTo>
                    <a:pt x="443" y="2965"/>
                  </a:lnTo>
                  <a:cubicBezTo>
                    <a:pt x="546" y="3006"/>
                    <a:pt x="699" y="3029"/>
                    <a:pt x="862" y="3029"/>
                  </a:cubicBezTo>
                  <a:cubicBezTo>
                    <a:pt x="974" y="3029"/>
                    <a:pt x="1090" y="3018"/>
                    <a:pt x="1200" y="2995"/>
                  </a:cubicBezTo>
                  <a:cubicBezTo>
                    <a:pt x="1865" y="2856"/>
                    <a:pt x="2108" y="2412"/>
                    <a:pt x="2018" y="1978"/>
                  </a:cubicBezTo>
                  <a:cubicBezTo>
                    <a:pt x="1931" y="1563"/>
                    <a:pt x="1641" y="1383"/>
                    <a:pt x="1125" y="1299"/>
                  </a:cubicBezTo>
                  <a:cubicBezTo>
                    <a:pt x="704" y="1231"/>
                    <a:pt x="506" y="1137"/>
                    <a:pt x="451" y="874"/>
                  </a:cubicBezTo>
                  <a:cubicBezTo>
                    <a:pt x="410" y="681"/>
                    <a:pt x="510" y="421"/>
                    <a:pt x="894" y="340"/>
                  </a:cubicBezTo>
                  <a:cubicBezTo>
                    <a:pt x="980" y="322"/>
                    <a:pt x="1061" y="315"/>
                    <a:pt x="1134" y="315"/>
                  </a:cubicBezTo>
                  <a:cubicBezTo>
                    <a:pt x="1276" y="315"/>
                    <a:pt x="1389" y="341"/>
                    <a:pt x="1458" y="361"/>
                  </a:cubicBezTo>
                  <a:lnTo>
                    <a:pt x="1496" y="45"/>
                  </a:lnTo>
                  <a:cubicBezTo>
                    <a:pt x="1415" y="19"/>
                    <a:pt x="1308" y="0"/>
                    <a:pt x="1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2"/>
            <p:cNvSpPr/>
            <p:nvPr/>
          </p:nvSpPr>
          <p:spPr>
            <a:xfrm>
              <a:off x="7032725" y="719725"/>
              <a:ext cx="15575" cy="72550"/>
            </a:xfrm>
            <a:custGeom>
              <a:rect b="b" l="l" r="r" t="t"/>
              <a:pathLst>
                <a:path extrusionOk="0" h="2902" w="623">
                  <a:moveTo>
                    <a:pt x="371" y="1"/>
                  </a:moveTo>
                  <a:lnTo>
                    <a:pt x="1" y="33"/>
                  </a:lnTo>
                  <a:lnTo>
                    <a:pt x="252" y="2901"/>
                  </a:lnTo>
                  <a:lnTo>
                    <a:pt x="623" y="2869"/>
                  </a:lnTo>
                  <a:lnTo>
                    <a:pt x="3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2"/>
            <p:cNvSpPr/>
            <p:nvPr/>
          </p:nvSpPr>
          <p:spPr>
            <a:xfrm>
              <a:off x="7066650" y="717600"/>
              <a:ext cx="53625" cy="72975"/>
            </a:xfrm>
            <a:custGeom>
              <a:rect b="b" l="l" r="r" t="t"/>
              <a:pathLst>
                <a:path extrusionOk="0" h="2919" w="2145">
                  <a:moveTo>
                    <a:pt x="10" y="0"/>
                  </a:moveTo>
                  <a:lnTo>
                    <a:pt x="0" y="317"/>
                  </a:lnTo>
                  <a:lnTo>
                    <a:pt x="877" y="341"/>
                  </a:lnTo>
                  <a:lnTo>
                    <a:pt x="805" y="2909"/>
                  </a:lnTo>
                  <a:lnTo>
                    <a:pt x="1182" y="2919"/>
                  </a:lnTo>
                  <a:lnTo>
                    <a:pt x="1255" y="353"/>
                  </a:lnTo>
                  <a:lnTo>
                    <a:pt x="2136" y="377"/>
                  </a:lnTo>
                  <a:lnTo>
                    <a:pt x="2144" y="61"/>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2"/>
            <p:cNvSpPr/>
            <p:nvPr/>
          </p:nvSpPr>
          <p:spPr>
            <a:xfrm>
              <a:off x="7165975" y="729775"/>
              <a:ext cx="57725" cy="71275"/>
            </a:xfrm>
            <a:custGeom>
              <a:rect b="b" l="l" r="r" t="t"/>
              <a:pathLst>
                <a:path extrusionOk="0" h="2851" w="2309">
                  <a:moveTo>
                    <a:pt x="1017" y="354"/>
                  </a:moveTo>
                  <a:cubicBezTo>
                    <a:pt x="1083" y="354"/>
                    <a:pt x="1207" y="374"/>
                    <a:pt x="1365" y="415"/>
                  </a:cubicBezTo>
                  <a:cubicBezTo>
                    <a:pt x="1762" y="518"/>
                    <a:pt x="1976" y="766"/>
                    <a:pt x="1879" y="1133"/>
                  </a:cubicBezTo>
                  <a:cubicBezTo>
                    <a:pt x="1801" y="1432"/>
                    <a:pt x="1590" y="1584"/>
                    <a:pt x="1297" y="1584"/>
                  </a:cubicBezTo>
                  <a:cubicBezTo>
                    <a:pt x="1213" y="1584"/>
                    <a:pt x="1121" y="1571"/>
                    <a:pt x="1024" y="1546"/>
                  </a:cubicBezTo>
                  <a:cubicBezTo>
                    <a:pt x="904" y="1515"/>
                    <a:pt x="808" y="1481"/>
                    <a:pt x="733" y="1439"/>
                  </a:cubicBezTo>
                  <a:lnTo>
                    <a:pt x="1017" y="354"/>
                  </a:lnTo>
                  <a:close/>
                  <a:moveTo>
                    <a:pt x="726" y="0"/>
                  </a:moveTo>
                  <a:lnTo>
                    <a:pt x="1" y="2756"/>
                  </a:lnTo>
                  <a:lnTo>
                    <a:pt x="362" y="2851"/>
                  </a:lnTo>
                  <a:lnTo>
                    <a:pt x="655" y="1734"/>
                  </a:lnTo>
                  <a:cubicBezTo>
                    <a:pt x="733" y="1776"/>
                    <a:pt x="831" y="1805"/>
                    <a:pt x="939" y="1834"/>
                  </a:cubicBezTo>
                  <a:cubicBezTo>
                    <a:pt x="1077" y="1870"/>
                    <a:pt x="1212" y="1888"/>
                    <a:pt x="1341" y="1888"/>
                  </a:cubicBezTo>
                  <a:cubicBezTo>
                    <a:pt x="1541" y="1888"/>
                    <a:pt x="1724" y="1843"/>
                    <a:pt x="1872" y="1750"/>
                  </a:cubicBezTo>
                  <a:cubicBezTo>
                    <a:pt x="2052" y="1643"/>
                    <a:pt x="2178" y="1463"/>
                    <a:pt x="2244" y="1210"/>
                  </a:cubicBezTo>
                  <a:cubicBezTo>
                    <a:pt x="2309" y="963"/>
                    <a:pt x="2271" y="735"/>
                    <a:pt x="2152" y="564"/>
                  </a:cubicBezTo>
                  <a:cubicBezTo>
                    <a:pt x="2026" y="372"/>
                    <a:pt x="1788" y="220"/>
                    <a:pt x="1432" y="127"/>
                  </a:cubicBezTo>
                  <a:cubicBezTo>
                    <a:pt x="1141" y="52"/>
                    <a:pt x="908" y="17"/>
                    <a:pt x="7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2"/>
            <p:cNvSpPr/>
            <p:nvPr/>
          </p:nvSpPr>
          <p:spPr>
            <a:xfrm>
              <a:off x="7214650" y="754675"/>
              <a:ext cx="61150" cy="80375"/>
            </a:xfrm>
            <a:custGeom>
              <a:rect b="b" l="l" r="r" t="t"/>
              <a:pathLst>
                <a:path extrusionOk="0" h="3215" w="2446">
                  <a:moveTo>
                    <a:pt x="2095" y="387"/>
                  </a:moveTo>
                  <a:lnTo>
                    <a:pt x="2103" y="390"/>
                  </a:lnTo>
                  <a:cubicBezTo>
                    <a:pt x="2077" y="562"/>
                    <a:pt x="2050" y="734"/>
                    <a:pt x="2034" y="934"/>
                  </a:cubicBezTo>
                  <a:lnTo>
                    <a:pt x="1968" y="1807"/>
                  </a:lnTo>
                  <a:lnTo>
                    <a:pt x="1172" y="1466"/>
                  </a:lnTo>
                  <a:lnTo>
                    <a:pt x="1757" y="810"/>
                  </a:lnTo>
                  <a:cubicBezTo>
                    <a:pt x="1876" y="670"/>
                    <a:pt x="1989" y="527"/>
                    <a:pt x="2095" y="387"/>
                  </a:cubicBezTo>
                  <a:close/>
                  <a:moveTo>
                    <a:pt x="2031" y="1"/>
                  </a:moveTo>
                  <a:lnTo>
                    <a:pt x="1" y="2270"/>
                  </a:lnTo>
                  <a:lnTo>
                    <a:pt x="354" y="2420"/>
                  </a:lnTo>
                  <a:lnTo>
                    <a:pt x="986" y="1703"/>
                  </a:lnTo>
                  <a:lnTo>
                    <a:pt x="1926" y="2105"/>
                  </a:lnTo>
                  <a:lnTo>
                    <a:pt x="1854" y="3059"/>
                  </a:lnTo>
                  <a:lnTo>
                    <a:pt x="2220" y="3215"/>
                  </a:lnTo>
                  <a:lnTo>
                    <a:pt x="2446" y="177"/>
                  </a:lnTo>
                  <a:lnTo>
                    <a:pt x="203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2"/>
            <p:cNvSpPr/>
            <p:nvPr/>
          </p:nvSpPr>
          <p:spPr>
            <a:xfrm>
              <a:off x="7284850" y="789450"/>
              <a:ext cx="69825" cy="69075"/>
            </a:xfrm>
            <a:custGeom>
              <a:rect b="b" l="l" r="r" t="t"/>
              <a:pathLst>
                <a:path extrusionOk="0" h="2763" w="2793">
                  <a:moveTo>
                    <a:pt x="1757" y="1"/>
                  </a:moveTo>
                  <a:cubicBezTo>
                    <a:pt x="1496" y="1"/>
                    <a:pt x="1267" y="121"/>
                    <a:pt x="1126" y="344"/>
                  </a:cubicBezTo>
                  <a:cubicBezTo>
                    <a:pt x="908" y="688"/>
                    <a:pt x="1023" y="1049"/>
                    <a:pt x="1331" y="1441"/>
                  </a:cubicBezTo>
                  <a:cubicBezTo>
                    <a:pt x="1580" y="1776"/>
                    <a:pt x="1626" y="1988"/>
                    <a:pt x="1483" y="2215"/>
                  </a:cubicBezTo>
                  <a:cubicBezTo>
                    <a:pt x="1392" y="2357"/>
                    <a:pt x="1256" y="2433"/>
                    <a:pt x="1094" y="2433"/>
                  </a:cubicBezTo>
                  <a:cubicBezTo>
                    <a:pt x="977" y="2433"/>
                    <a:pt x="846" y="2393"/>
                    <a:pt x="711" y="2308"/>
                  </a:cubicBezTo>
                  <a:cubicBezTo>
                    <a:pt x="494" y="2170"/>
                    <a:pt x="334" y="1967"/>
                    <a:pt x="249" y="1792"/>
                  </a:cubicBezTo>
                  <a:lnTo>
                    <a:pt x="0" y="2005"/>
                  </a:lnTo>
                  <a:cubicBezTo>
                    <a:pt x="74" y="2175"/>
                    <a:pt x="289" y="2406"/>
                    <a:pt x="522" y="2553"/>
                  </a:cubicBezTo>
                  <a:cubicBezTo>
                    <a:pt x="752" y="2699"/>
                    <a:pt x="967" y="2762"/>
                    <a:pt x="1158" y="2762"/>
                  </a:cubicBezTo>
                  <a:cubicBezTo>
                    <a:pt x="1444" y="2762"/>
                    <a:pt x="1676" y="2618"/>
                    <a:pt x="1818" y="2392"/>
                  </a:cubicBezTo>
                  <a:cubicBezTo>
                    <a:pt x="2045" y="2035"/>
                    <a:pt x="1962" y="1704"/>
                    <a:pt x="1651" y="1284"/>
                  </a:cubicBezTo>
                  <a:cubicBezTo>
                    <a:pt x="1398" y="943"/>
                    <a:pt x="1321" y="736"/>
                    <a:pt x="1465" y="509"/>
                  </a:cubicBezTo>
                  <a:cubicBezTo>
                    <a:pt x="1530" y="407"/>
                    <a:pt x="1651" y="322"/>
                    <a:pt x="1812" y="322"/>
                  </a:cubicBezTo>
                  <a:cubicBezTo>
                    <a:pt x="1912" y="322"/>
                    <a:pt x="2027" y="355"/>
                    <a:pt x="2153" y="435"/>
                  </a:cubicBezTo>
                  <a:cubicBezTo>
                    <a:pt x="2374" y="574"/>
                    <a:pt x="2492" y="750"/>
                    <a:pt x="2543" y="844"/>
                  </a:cubicBezTo>
                  <a:lnTo>
                    <a:pt x="2792" y="641"/>
                  </a:lnTo>
                  <a:cubicBezTo>
                    <a:pt x="2724" y="512"/>
                    <a:pt x="2579" y="339"/>
                    <a:pt x="2331" y="182"/>
                  </a:cubicBezTo>
                  <a:cubicBezTo>
                    <a:pt x="2136" y="59"/>
                    <a:pt x="1939" y="1"/>
                    <a:pt x="17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2"/>
            <p:cNvSpPr/>
            <p:nvPr/>
          </p:nvSpPr>
          <p:spPr>
            <a:xfrm>
              <a:off x="7336275" y="830350"/>
              <a:ext cx="74000" cy="66575"/>
            </a:xfrm>
            <a:custGeom>
              <a:rect b="b" l="l" r="r" t="t"/>
              <a:pathLst>
                <a:path extrusionOk="0" h="2663" w="2960">
                  <a:moveTo>
                    <a:pt x="1907" y="1"/>
                  </a:moveTo>
                  <a:cubicBezTo>
                    <a:pt x="1694" y="1"/>
                    <a:pt x="1498" y="88"/>
                    <a:pt x="1353" y="257"/>
                  </a:cubicBezTo>
                  <a:cubicBezTo>
                    <a:pt x="1087" y="564"/>
                    <a:pt x="1149" y="938"/>
                    <a:pt x="1395" y="1371"/>
                  </a:cubicBezTo>
                  <a:cubicBezTo>
                    <a:pt x="1592" y="1740"/>
                    <a:pt x="1608" y="1956"/>
                    <a:pt x="1431" y="2159"/>
                  </a:cubicBezTo>
                  <a:cubicBezTo>
                    <a:pt x="1338" y="2268"/>
                    <a:pt x="1218" y="2325"/>
                    <a:pt x="1087" y="2325"/>
                  </a:cubicBezTo>
                  <a:cubicBezTo>
                    <a:pt x="950" y="2325"/>
                    <a:pt x="801" y="2264"/>
                    <a:pt x="656" y="2138"/>
                  </a:cubicBezTo>
                  <a:cubicBezTo>
                    <a:pt x="462" y="1970"/>
                    <a:pt x="333" y="1746"/>
                    <a:pt x="274" y="1560"/>
                  </a:cubicBezTo>
                  <a:lnTo>
                    <a:pt x="0" y="1733"/>
                  </a:lnTo>
                  <a:cubicBezTo>
                    <a:pt x="50" y="1912"/>
                    <a:pt x="225" y="2171"/>
                    <a:pt x="436" y="2352"/>
                  </a:cubicBezTo>
                  <a:cubicBezTo>
                    <a:pt x="686" y="2569"/>
                    <a:pt x="933" y="2662"/>
                    <a:pt x="1154" y="2662"/>
                  </a:cubicBezTo>
                  <a:cubicBezTo>
                    <a:pt x="1387" y="2662"/>
                    <a:pt x="1592" y="2558"/>
                    <a:pt x="1741" y="2385"/>
                  </a:cubicBezTo>
                  <a:cubicBezTo>
                    <a:pt x="2015" y="2066"/>
                    <a:pt x="1983" y="1725"/>
                    <a:pt x="1737" y="1264"/>
                  </a:cubicBezTo>
                  <a:cubicBezTo>
                    <a:pt x="1538" y="887"/>
                    <a:pt x="1490" y="674"/>
                    <a:pt x="1667" y="469"/>
                  </a:cubicBezTo>
                  <a:cubicBezTo>
                    <a:pt x="1734" y="391"/>
                    <a:pt x="1841" y="332"/>
                    <a:pt x="1971" y="332"/>
                  </a:cubicBezTo>
                  <a:cubicBezTo>
                    <a:pt x="2086" y="332"/>
                    <a:pt x="2219" y="378"/>
                    <a:pt x="2359" y="498"/>
                  </a:cubicBezTo>
                  <a:cubicBezTo>
                    <a:pt x="2556" y="669"/>
                    <a:pt x="2647" y="858"/>
                    <a:pt x="2684" y="958"/>
                  </a:cubicBezTo>
                  <a:lnTo>
                    <a:pt x="2959" y="797"/>
                  </a:lnTo>
                  <a:cubicBezTo>
                    <a:pt x="2909" y="658"/>
                    <a:pt x="2792" y="466"/>
                    <a:pt x="2571" y="274"/>
                  </a:cubicBezTo>
                  <a:cubicBezTo>
                    <a:pt x="2356" y="90"/>
                    <a:pt x="2123" y="1"/>
                    <a:pt x="19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2"/>
            <p:cNvSpPr/>
            <p:nvPr/>
          </p:nvSpPr>
          <p:spPr>
            <a:xfrm>
              <a:off x="6631150" y="1366550"/>
              <a:ext cx="48800" cy="26225"/>
            </a:xfrm>
            <a:custGeom>
              <a:rect b="b" l="l" r="r" t="t"/>
              <a:pathLst>
                <a:path extrusionOk="0" h="1049" w="1952">
                  <a:moveTo>
                    <a:pt x="1847" y="0"/>
                  </a:moveTo>
                  <a:lnTo>
                    <a:pt x="0" y="810"/>
                  </a:lnTo>
                  <a:lnTo>
                    <a:pt x="104" y="1048"/>
                  </a:lnTo>
                  <a:lnTo>
                    <a:pt x="1951" y="239"/>
                  </a:lnTo>
                  <a:lnTo>
                    <a:pt x="18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2"/>
            <p:cNvSpPr/>
            <p:nvPr/>
          </p:nvSpPr>
          <p:spPr>
            <a:xfrm>
              <a:off x="6642850" y="1388625"/>
              <a:ext cx="62450" cy="57500"/>
            </a:xfrm>
            <a:custGeom>
              <a:rect b="b" l="l" r="r" t="t"/>
              <a:pathLst>
                <a:path extrusionOk="0" h="2300" w="2498">
                  <a:moveTo>
                    <a:pt x="1769" y="0"/>
                  </a:moveTo>
                  <a:lnTo>
                    <a:pt x="1" y="970"/>
                  </a:lnTo>
                  <a:lnTo>
                    <a:pt x="120" y="1187"/>
                  </a:lnTo>
                  <a:lnTo>
                    <a:pt x="875" y="772"/>
                  </a:lnTo>
                  <a:cubicBezTo>
                    <a:pt x="1169" y="610"/>
                    <a:pt x="1379" y="488"/>
                    <a:pt x="1595" y="352"/>
                  </a:cubicBezTo>
                  <a:lnTo>
                    <a:pt x="1601" y="359"/>
                  </a:lnTo>
                  <a:cubicBezTo>
                    <a:pt x="1458" y="553"/>
                    <a:pt x="1321" y="783"/>
                    <a:pt x="1192" y="1015"/>
                  </a:cubicBezTo>
                  <a:lnTo>
                    <a:pt x="603" y="2068"/>
                  </a:lnTo>
                  <a:lnTo>
                    <a:pt x="731" y="2299"/>
                  </a:lnTo>
                  <a:lnTo>
                    <a:pt x="2498" y="1327"/>
                  </a:lnTo>
                  <a:lnTo>
                    <a:pt x="2380" y="1113"/>
                  </a:lnTo>
                  <a:lnTo>
                    <a:pt x="1640" y="1518"/>
                  </a:lnTo>
                  <a:cubicBezTo>
                    <a:pt x="1364" y="1670"/>
                    <a:pt x="1152" y="1794"/>
                    <a:pt x="928" y="1944"/>
                  </a:cubicBezTo>
                  <a:lnTo>
                    <a:pt x="923" y="1940"/>
                  </a:lnTo>
                  <a:cubicBezTo>
                    <a:pt x="1057" y="1755"/>
                    <a:pt x="1187" y="1552"/>
                    <a:pt x="1322" y="1307"/>
                  </a:cubicBezTo>
                  <a:lnTo>
                    <a:pt x="1905" y="249"/>
                  </a:lnTo>
                  <a:lnTo>
                    <a:pt x="17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2"/>
            <p:cNvSpPr/>
            <p:nvPr/>
          </p:nvSpPr>
          <p:spPr>
            <a:xfrm>
              <a:off x="6678800" y="1431425"/>
              <a:ext cx="53850" cy="46900"/>
            </a:xfrm>
            <a:custGeom>
              <a:rect b="b" l="l" r="r" t="t"/>
              <a:pathLst>
                <a:path extrusionOk="0" h="1876" w="2154">
                  <a:moveTo>
                    <a:pt x="1296" y="0"/>
                  </a:moveTo>
                  <a:lnTo>
                    <a:pt x="1115" y="127"/>
                  </a:lnTo>
                  <a:lnTo>
                    <a:pt x="1467" y="628"/>
                  </a:lnTo>
                  <a:lnTo>
                    <a:pt x="1" y="1660"/>
                  </a:lnTo>
                  <a:lnTo>
                    <a:pt x="152" y="1876"/>
                  </a:lnTo>
                  <a:lnTo>
                    <a:pt x="1618" y="844"/>
                  </a:lnTo>
                  <a:lnTo>
                    <a:pt x="1973" y="1346"/>
                  </a:lnTo>
                  <a:lnTo>
                    <a:pt x="2153" y="1221"/>
                  </a:lnTo>
                  <a:lnTo>
                    <a:pt x="12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2"/>
            <p:cNvSpPr/>
            <p:nvPr/>
          </p:nvSpPr>
          <p:spPr>
            <a:xfrm>
              <a:off x="6701925" y="1471150"/>
              <a:ext cx="56000" cy="54375"/>
            </a:xfrm>
            <a:custGeom>
              <a:rect b="b" l="l" r="r" t="t"/>
              <a:pathLst>
                <a:path extrusionOk="0" h="2175" w="2240">
                  <a:moveTo>
                    <a:pt x="1532" y="1"/>
                  </a:moveTo>
                  <a:lnTo>
                    <a:pt x="0" y="1313"/>
                  </a:lnTo>
                  <a:lnTo>
                    <a:pt x="738" y="2175"/>
                  </a:lnTo>
                  <a:lnTo>
                    <a:pt x="904" y="2033"/>
                  </a:lnTo>
                  <a:lnTo>
                    <a:pt x="336" y="1370"/>
                  </a:lnTo>
                  <a:lnTo>
                    <a:pt x="888" y="897"/>
                  </a:lnTo>
                  <a:lnTo>
                    <a:pt x="1398" y="1492"/>
                  </a:lnTo>
                  <a:lnTo>
                    <a:pt x="1560" y="1351"/>
                  </a:lnTo>
                  <a:lnTo>
                    <a:pt x="1052" y="756"/>
                  </a:lnTo>
                  <a:lnTo>
                    <a:pt x="1535" y="340"/>
                  </a:lnTo>
                  <a:lnTo>
                    <a:pt x="2074" y="970"/>
                  </a:lnTo>
                  <a:lnTo>
                    <a:pt x="2239" y="828"/>
                  </a:lnTo>
                  <a:lnTo>
                    <a:pt x="15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2"/>
            <p:cNvSpPr/>
            <p:nvPr/>
          </p:nvSpPr>
          <p:spPr>
            <a:xfrm>
              <a:off x="6733975" y="1503625"/>
              <a:ext cx="52175" cy="58725"/>
            </a:xfrm>
            <a:custGeom>
              <a:rect b="b" l="l" r="r" t="t"/>
              <a:pathLst>
                <a:path extrusionOk="0" h="2349" w="2087">
                  <a:moveTo>
                    <a:pt x="1437" y="312"/>
                  </a:moveTo>
                  <a:cubicBezTo>
                    <a:pt x="1476" y="332"/>
                    <a:pt x="1550" y="385"/>
                    <a:pt x="1639" y="471"/>
                  </a:cubicBezTo>
                  <a:cubicBezTo>
                    <a:pt x="1837" y="664"/>
                    <a:pt x="1894" y="877"/>
                    <a:pt x="1715" y="1065"/>
                  </a:cubicBezTo>
                  <a:cubicBezTo>
                    <a:pt x="1640" y="1143"/>
                    <a:pt x="1550" y="1183"/>
                    <a:pt x="1455" y="1183"/>
                  </a:cubicBezTo>
                  <a:cubicBezTo>
                    <a:pt x="1345" y="1183"/>
                    <a:pt x="1229" y="1131"/>
                    <a:pt x="1121" y="1029"/>
                  </a:cubicBezTo>
                  <a:lnTo>
                    <a:pt x="929" y="846"/>
                  </a:lnTo>
                  <a:lnTo>
                    <a:pt x="1437" y="312"/>
                  </a:lnTo>
                  <a:close/>
                  <a:moveTo>
                    <a:pt x="1374" y="1"/>
                  </a:moveTo>
                  <a:lnTo>
                    <a:pt x="1" y="1441"/>
                  </a:lnTo>
                  <a:lnTo>
                    <a:pt x="189" y="1621"/>
                  </a:lnTo>
                  <a:lnTo>
                    <a:pt x="792" y="989"/>
                  </a:lnTo>
                  <a:lnTo>
                    <a:pt x="971" y="1158"/>
                  </a:lnTo>
                  <a:cubicBezTo>
                    <a:pt x="1136" y="1328"/>
                    <a:pt x="1141" y="1477"/>
                    <a:pt x="992" y="1720"/>
                  </a:cubicBezTo>
                  <a:cubicBezTo>
                    <a:pt x="859" y="1942"/>
                    <a:pt x="773" y="2099"/>
                    <a:pt x="757" y="2162"/>
                  </a:cubicBezTo>
                  <a:lnTo>
                    <a:pt x="952" y="2348"/>
                  </a:lnTo>
                  <a:cubicBezTo>
                    <a:pt x="976" y="2264"/>
                    <a:pt x="1075" y="2089"/>
                    <a:pt x="1221" y="1841"/>
                  </a:cubicBezTo>
                  <a:cubicBezTo>
                    <a:pt x="1332" y="1656"/>
                    <a:pt x="1364" y="1487"/>
                    <a:pt x="1287" y="1341"/>
                  </a:cubicBezTo>
                  <a:lnTo>
                    <a:pt x="1294" y="1335"/>
                  </a:lnTo>
                  <a:cubicBezTo>
                    <a:pt x="1373" y="1372"/>
                    <a:pt x="1458" y="1392"/>
                    <a:pt x="1544" y="1392"/>
                  </a:cubicBezTo>
                  <a:cubicBezTo>
                    <a:pt x="1678" y="1392"/>
                    <a:pt x="1811" y="1342"/>
                    <a:pt x="1923" y="1225"/>
                  </a:cubicBezTo>
                  <a:cubicBezTo>
                    <a:pt x="2031" y="1112"/>
                    <a:pt x="2086" y="974"/>
                    <a:pt x="2075" y="838"/>
                  </a:cubicBezTo>
                  <a:cubicBezTo>
                    <a:pt x="2061" y="669"/>
                    <a:pt x="1967" y="508"/>
                    <a:pt x="1765" y="316"/>
                  </a:cubicBezTo>
                  <a:cubicBezTo>
                    <a:pt x="1634" y="192"/>
                    <a:pt x="1488" y="73"/>
                    <a:pt x="1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2"/>
            <p:cNvSpPr/>
            <p:nvPr/>
          </p:nvSpPr>
          <p:spPr>
            <a:xfrm>
              <a:off x="6772100" y="1534100"/>
              <a:ext cx="60550" cy="63050"/>
            </a:xfrm>
            <a:custGeom>
              <a:rect b="b" l="l" r="r" t="t"/>
              <a:pathLst>
                <a:path extrusionOk="0" h="2522" w="2422">
                  <a:moveTo>
                    <a:pt x="1212" y="0"/>
                  </a:moveTo>
                  <a:lnTo>
                    <a:pt x="1" y="1613"/>
                  </a:lnTo>
                  <a:lnTo>
                    <a:pt x="197" y="1759"/>
                  </a:lnTo>
                  <a:lnTo>
                    <a:pt x="714" y="1070"/>
                  </a:lnTo>
                  <a:cubicBezTo>
                    <a:pt x="914" y="802"/>
                    <a:pt x="1056" y="604"/>
                    <a:pt x="1197" y="393"/>
                  </a:cubicBezTo>
                  <a:lnTo>
                    <a:pt x="1206" y="396"/>
                  </a:lnTo>
                  <a:cubicBezTo>
                    <a:pt x="1156" y="632"/>
                    <a:pt x="1125" y="896"/>
                    <a:pt x="1104" y="1160"/>
                  </a:cubicBezTo>
                  <a:lnTo>
                    <a:pt x="1001" y="2363"/>
                  </a:lnTo>
                  <a:lnTo>
                    <a:pt x="1211" y="2521"/>
                  </a:lnTo>
                  <a:lnTo>
                    <a:pt x="2421" y="908"/>
                  </a:lnTo>
                  <a:lnTo>
                    <a:pt x="2226" y="762"/>
                  </a:lnTo>
                  <a:lnTo>
                    <a:pt x="1721" y="1437"/>
                  </a:lnTo>
                  <a:cubicBezTo>
                    <a:pt x="1531" y="1687"/>
                    <a:pt x="1389" y="1888"/>
                    <a:pt x="1246" y="2118"/>
                  </a:cubicBezTo>
                  <a:lnTo>
                    <a:pt x="1239" y="2116"/>
                  </a:lnTo>
                  <a:cubicBezTo>
                    <a:pt x="1286" y="1894"/>
                    <a:pt x="1321" y="1654"/>
                    <a:pt x="1343" y="1376"/>
                  </a:cubicBezTo>
                  <a:lnTo>
                    <a:pt x="1439" y="171"/>
                  </a:lnTo>
                  <a:lnTo>
                    <a:pt x="12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2"/>
            <p:cNvSpPr/>
            <p:nvPr/>
          </p:nvSpPr>
          <p:spPr>
            <a:xfrm>
              <a:off x="6818500" y="1573000"/>
              <a:ext cx="46975" cy="56250"/>
            </a:xfrm>
            <a:custGeom>
              <a:rect b="b" l="l" r="r" t="t"/>
              <a:pathLst>
                <a:path extrusionOk="0" h="2250" w="1879">
                  <a:moveTo>
                    <a:pt x="1619" y="275"/>
                  </a:moveTo>
                  <a:lnTo>
                    <a:pt x="1625" y="279"/>
                  </a:lnTo>
                  <a:cubicBezTo>
                    <a:pt x="1593" y="393"/>
                    <a:pt x="1559" y="512"/>
                    <a:pt x="1531" y="649"/>
                  </a:cubicBezTo>
                  <a:lnTo>
                    <a:pt x="1409" y="1251"/>
                  </a:lnTo>
                  <a:lnTo>
                    <a:pt x="883" y="945"/>
                  </a:lnTo>
                  <a:lnTo>
                    <a:pt x="1347" y="539"/>
                  </a:lnTo>
                  <a:cubicBezTo>
                    <a:pt x="1443" y="452"/>
                    <a:pt x="1533" y="364"/>
                    <a:pt x="1619" y="275"/>
                  </a:cubicBezTo>
                  <a:close/>
                  <a:moveTo>
                    <a:pt x="1606" y="0"/>
                  </a:moveTo>
                  <a:lnTo>
                    <a:pt x="1" y="1404"/>
                  </a:lnTo>
                  <a:lnTo>
                    <a:pt x="234" y="1539"/>
                  </a:lnTo>
                  <a:lnTo>
                    <a:pt x="735" y="1095"/>
                  </a:lnTo>
                  <a:lnTo>
                    <a:pt x="1353" y="1452"/>
                  </a:lnTo>
                  <a:lnTo>
                    <a:pt x="1222" y="2110"/>
                  </a:lnTo>
                  <a:lnTo>
                    <a:pt x="1462" y="2250"/>
                  </a:lnTo>
                  <a:lnTo>
                    <a:pt x="1879" y="157"/>
                  </a:lnTo>
                  <a:lnTo>
                    <a:pt x="16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2"/>
            <p:cNvSpPr/>
            <p:nvPr/>
          </p:nvSpPr>
          <p:spPr>
            <a:xfrm>
              <a:off x="6875000" y="1586275"/>
              <a:ext cx="40900" cy="54975"/>
            </a:xfrm>
            <a:custGeom>
              <a:rect b="b" l="l" r="r" t="t"/>
              <a:pathLst>
                <a:path extrusionOk="0" h="2199" w="1636">
                  <a:moveTo>
                    <a:pt x="279" y="1"/>
                  </a:moveTo>
                  <a:lnTo>
                    <a:pt x="186" y="202"/>
                  </a:lnTo>
                  <a:lnTo>
                    <a:pt x="744" y="457"/>
                  </a:lnTo>
                  <a:lnTo>
                    <a:pt x="1" y="2089"/>
                  </a:lnTo>
                  <a:lnTo>
                    <a:pt x="239" y="2198"/>
                  </a:lnTo>
                  <a:lnTo>
                    <a:pt x="983" y="565"/>
                  </a:lnTo>
                  <a:lnTo>
                    <a:pt x="1544" y="821"/>
                  </a:lnTo>
                  <a:lnTo>
                    <a:pt x="1636" y="620"/>
                  </a:lnTo>
                  <a:lnTo>
                    <a:pt x="27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2"/>
            <p:cNvSpPr/>
            <p:nvPr/>
          </p:nvSpPr>
          <p:spPr>
            <a:xfrm>
              <a:off x="6909975" y="1605725"/>
              <a:ext cx="23475" cy="49675"/>
            </a:xfrm>
            <a:custGeom>
              <a:rect b="b" l="l" r="r" t="t"/>
              <a:pathLst>
                <a:path extrusionOk="0" h="1987" w="939">
                  <a:moveTo>
                    <a:pt x="693" y="1"/>
                  </a:moveTo>
                  <a:lnTo>
                    <a:pt x="1" y="1896"/>
                  </a:lnTo>
                  <a:lnTo>
                    <a:pt x="245" y="1987"/>
                  </a:lnTo>
                  <a:lnTo>
                    <a:pt x="938" y="90"/>
                  </a:lnTo>
                  <a:lnTo>
                    <a:pt x="6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2"/>
            <p:cNvSpPr/>
            <p:nvPr/>
          </p:nvSpPr>
          <p:spPr>
            <a:xfrm>
              <a:off x="6936625" y="1617675"/>
              <a:ext cx="52475" cy="51775"/>
            </a:xfrm>
            <a:custGeom>
              <a:rect b="b" l="l" r="r" t="t"/>
              <a:pathLst>
                <a:path extrusionOk="0" h="2071" w="2099">
                  <a:moveTo>
                    <a:pt x="1106" y="214"/>
                  </a:moveTo>
                  <a:cubicBezTo>
                    <a:pt x="1157" y="214"/>
                    <a:pt x="1210" y="221"/>
                    <a:pt x="1265" y="236"/>
                  </a:cubicBezTo>
                  <a:cubicBezTo>
                    <a:pt x="1683" y="345"/>
                    <a:pt x="1780" y="803"/>
                    <a:pt x="1677" y="1191"/>
                  </a:cubicBezTo>
                  <a:cubicBezTo>
                    <a:pt x="1576" y="1575"/>
                    <a:pt x="1320" y="1856"/>
                    <a:pt x="995" y="1856"/>
                  </a:cubicBezTo>
                  <a:cubicBezTo>
                    <a:pt x="945" y="1856"/>
                    <a:pt x="893" y="1850"/>
                    <a:pt x="840" y="1836"/>
                  </a:cubicBezTo>
                  <a:cubicBezTo>
                    <a:pt x="443" y="1732"/>
                    <a:pt x="316" y="1299"/>
                    <a:pt x="425" y="883"/>
                  </a:cubicBezTo>
                  <a:cubicBezTo>
                    <a:pt x="523" y="511"/>
                    <a:pt x="769" y="214"/>
                    <a:pt x="1106" y="214"/>
                  </a:cubicBezTo>
                  <a:close/>
                  <a:moveTo>
                    <a:pt x="1085" y="0"/>
                  </a:moveTo>
                  <a:cubicBezTo>
                    <a:pt x="662" y="0"/>
                    <a:pt x="293" y="298"/>
                    <a:pt x="156" y="818"/>
                  </a:cubicBezTo>
                  <a:cubicBezTo>
                    <a:pt x="0" y="1407"/>
                    <a:pt x="257" y="1901"/>
                    <a:pt x="771" y="2037"/>
                  </a:cubicBezTo>
                  <a:cubicBezTo>
                    <a:pt x="856" y="2059"/>
                    <a:pt x="941" y="2070"/>
                    <a:pt x="1024" y="2070"/>
                  </a:cubicBezTo>
                  <a:cubicBezTo>
                    <a:pt x="1431" y="2070"/>
                    <a:pt x="1800" y="1805"/>
                    <a:pt x="1946" y="1249"/>
                  </a:cubicBezTo>
                  <a:cubicBezTo>
                    <a:pt x="2099" y="671"/>
                    <a:pt x="1862" y="173"/>
                    <a:pt x="1331" y="33"/>
                  </a:cubicBezTo>
                  <a:cubicBezTo>
                    <a:pt x="1248" y="11"/>
                    <a:pt x="1165" y="0"/>
                    <a:pt x="10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2"/>
            <p:cNvSpPr/>
            <p:nvPr/>
          </p:nvSpPr>
          <p:spPr>
            <a:xfrm>
              <a:off x="6998700" y="1627175"/>
              <a:ext cx="45000" cy="55500"/>
            </a:xfrm>
            <a:custGeom>
              <a:rect b="b" l="l" r="r" t="t"/>
              <a:pathLst>
                <a:path extrusionOk="0" h="2220" w="1800">
                  <a:moveTo>
                    <a:pt x="299" y="0"/>
                  </a:moveTo>
                  <a:lnTo>
                    <a:pt x="1" y="1998"/>
                  </a:lnTo>
                  <a:lnTo>
                    <a:pt x="246" y="2034"/>
                  </a:lnTo>
                  <a:lnTo>
                    <a:pt x="372" y="1178"/>
                  </a:lnTo>
                  <a:cubicBezTo>
                    <a:pt x="423" y="847"/>
                    <a:pt x="452" y="606"/>
                    <a:pt x="474" y="352"/>
                  </a:cubicBezTo>
                  <a:lnTo>
                    <a:pt x="484" y="351"/>
                  </a:lnTo>
                  <a:cubicBezTo>
                    <a:pt x="553" y="581"/>
                    <a:pt x="653" y="830"/>
                    <a:pt x="758" y="1073"/>
                  </a:cubicBezTo>
                  <a:lnTo>
                    <a:pt x="1242" y="2180"/>
                  </a:lnTo>
                  <a:lnTo>
                    <a:pt x="1502" y="2219"/>
                  </a:lnTo>
                  <a:lnTo>
                    <a:pt x="1799" y="222"/>
                  </a:lnTo>
                  <a:lnTo>
                    <a:pt x="1557" y="186"/>
                  </a:lnTo>
                  <a:lnTo>
                    <a:pt x="1432" y="1021"/>
                  </a:lnTo>
                  <a:cubicBezTo>
                    <a:pt x="1385" y="1332"/>
                    <a:pt x="1356" y="1576"/>
                    <a:pt x="1339" y="1847"/>
                  </a:cubicBezTo>
                  <a:lnTo>
                    <a:pt x="1332" y="1849"/>
                  </a:lnTo>
                  <a:cubicBezTo>
                    <a:pt x="1268" y="1631"/>
                    <a:pt x="1184" y="1403"/>
                    <a:pt x="1071" y="1147"/>
                  </a:cubicBezTo>
                  <a:lnTo>
                    <a:pt x="581" y="41"/>
                  </a:lnTo>
                  <a:lnTo>
                    <a:pt x="2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2"/>
            <p:cNvSpPr/>
            <p:nvPr/>
          </p:nvSpPr>
          <p:spPr>
            <a:xfrm>
              <a:off x="7055775" y="1633575"/>
              <a:ext cx="42250" cy="50850"/>
            </a:xfrm>
            <a:custGeom>
              <a:rect b="b" l="l" r="r" t="t"/>
              <a:pathLst>
                <a:path extrusionOk="0" h="2034" w="1690">
                  <a:moveTo>
                    <a:pt x="861" y="235"/>
                  </a:moveTo>
                  <a:cubicBezTo>
                    <a:pt x="890" y="352"/>
                    <a:pt x="919" y="472"/>
                    <a:pt x="962" y="605"/>
                  </a:cubicBezTo>
                  <a:lnTo>
                    <a:pt x="1153" y="1189"/>
                  </a:lnTo>
                  <a:lnTo>
                    <a:pt x="544" y="1180"/>
                  </a:lnTo>
                  <a:lnTo>
                    <a:pt x="749" y="599"/>
                  </a:lnTo>
                  <a:cubicBezTo>
                    <a:pt x="790" y="478"/>
                    <a:pt x="823" y="354"/>
                    <a:pt x="855" y="235"/>
                  </a:cubicBezTo>
                  <a:close/>
                  <a:moveTo>
                    <a:pt x="711" y="1"/>
                  </a:moveTo>
                  <a:lnTo>
                    <a:pt x="0" y="2011"/>
                  </a:lnTo>
                  <a:lnTo>
                    <a:pt x="269" y="2015"/>
                  </a:lnTo>
                  <a:lnTo>
                    <a:pt x="487" y="1384"/>
                  </a:lnTo>
                  <a:lnTo>
                    <a:pt x="1203" y="1392"/>
                  </a:lnTo>
                  <a:lnTo>
                    <a:pt x="1410" y="2029"/>
                  </a:lnTo>
                  <a:lnTo>
                    <a:pt x="1689" y="2034"/>
                  </a:lnTo>
                  <a:lnTo>
                    <a:pt x="1026" y="4"/>
                  </a:lnTo>
                  <a:lnTo>
                    <a:pt x="7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2"/>
            <p:cNvSpPr/>
            <p:nvPr/>
          </p:nvSpPr>
          <p:spPr>
            <a:xfrm>
              <a:off x="7111800" y="1632200"/>
              <a:ext cx="32775" cy="50925"/>
            </a:xfrm>
            <a:custGeom>
              <a:rect b="b" l="l" r="r" t="t"/>
              <a:pathLst>
                <a:path extrusionOk="0" h="2037" w="1311">
                  <a:moveTo>
                    <a:pt x="259" y="0"/>
                  </a:moveTo>
                  <a:lnTo>
                    <a:pt x="0" y="25"/>
                  </a:lnTo>
                  <a:lnTo>
                    <a:pt x="192" y="2037"/>
                  </a:lnTo>
                  <a:lnTo>
                    <a:pt x="1310" y="1931"/>
                  </a:lnTo>
                  <a:lnTo>
                    <a:pt x="1290" y="1713"/>
                  </a:lnTo>
                  <a:lnTo>
                    <a:pt x="429" y="1794"/>
                  </a:lnTo>
                  <a:lnTo>
                    <a:pt x="2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2"/>
            <p:cNvSpPr/>
            <p:nvPr/>
          </p:nvSpPr>
          <p:spPr>
            <a:xfrm>
              <a:off x="7184100" y="1618800"/>
              <a:ext cx="40850" cy="55100"/>
            </a:xfrm>
            <a:custGeom>
              <a:rect b="b" l="l" r="r" t="t"/>
              <a:pathLst>
                <a:path extrusionOk="0" h="2204" w="1634">
                  <a:moveTo>
                    <a:pt x="361" y="263"/>
                  </a:moveTo>
                  <a:cubicBezTo>
                    <a:pt x="419" y="368"/>
                    <a:pt x="480" y="476"/>
                    <a:pt x="555" y="593"/>
                  </a:cubicBezTo>
                  <a:lnTo>
                    <a:pt x="893" y="1105"/>
                  </a:lnTo>
                  <a:lnTo>
                    <a:pt x="304" y="1258"/>
                  </a:lnTo>
                  <a:lnTo>
                    <a:pt x="348" y="644"/>
                  </a:lnTo>
                  <a:cubicBezTo>
                    <a:pt x="356" y="515"/>
                    <a:pt x="357" y="388"/>
                    <a:pt x="356" y="264"/>
                  </a:cubicBezTo>
                  <a:lnTo>
                    <a:pt x="361" y="263"/>
                  </a:lnTo>
                  <a:close/>
                  <a:moveTo>
                    <a:pt x="459" y="1"/>
                  </a:moveTo>
                  <a:lnTo>
                    <a:pt x="156" y="79"/>
                  </a:lnTo>
                  <a:lnTo>
                    <a:pt x="0" y="2204"/>
                  </a:lnTo>
                  <a:lnTo>
                    <a:pt x="260" y="2135"/>
                  </a:lnTo>
                  <a:lnTo>
                    <a:pt x="304" y="1469"/>
                  </a:lnTo>
                  <a:lnTo>
                    <a:pt x="997" y="1289"/>
                  </a:lnTo>
                  <a:lnTo>
                    <a:pt x="1364" y="1849"/>
                  </a:lnTo>
                  <a:lnTo>
                    <a:pt x="1633" y="1780"/>
                  </a:lnTo>
                  <a:lnTo>
                    <a:pt x="4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2"/>
            <p:cNvSpPr/>
            <p:nvPr/>
          </p:nvSpPr>
          <p:spPr>
            <a:xfrm>
              <a:off x="7225100" y="1607550"/>
              <a:ext cx="22975" cy="49725"/>
            </a:xfrm>
            <a:custGeom>
              <a:rect b="b" l="l" r="r" t="t"/>
              <a:pathLst>
                <a:path extrusionOk="0" h="1989" w="919">
                  <a:moveTo>
                    <a:pt x="245" y="1"/>
                  </a:moveTo>
                  <a:lnTo>
                    <a:pt x="1" y="88"/>
                  </a:lnTo>
                  <a:lnTo>
                    <a:pt x="673" y="1988"/>
                  </a:lnTo>
                  <a:lnTo>
                    <a:pt x="919" y="1901"/>
                  </a:lnTo>
                  <a:lnTo>
                    <a:pt x="2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2"/>
            <p:cNvSpPr/>
            <p:nvPr/>
          </p:nvSpPr>
          <p:spPr>
            <a:xfrm>
              <a:off x="7247875" y="1593175"/>
              <a:ext cx="50375" cy="54375"/>
            </a:xfrm>
            <a:custGeom>
              <a:rect b="b" l="l" r="r" t="t"/>
              <a:pathLst>
                <a:path extrusionOk="0" h="2175" w="2015">
                  <a:moveTo>
                    <a:pt x="799" y="226"/>
                  </a:moveTo>
                  <a:cubicBezTo>
                    <a:pt x="937" y="226"/>
                    <a:pt x="1050" y="292"/>
                    <a:pt x="1118" y="443"/>
                  </a:cubicBezTo>
                  <a:cubicBezTo>
                    <a:pt x="1212" y="654"/>
                    <a:pt x="1113" y="866"/>
                    <a:pt x="859" y="979"/>
                  </a:cubicBezTo>
                  <a:lnTo>
                    <a:pt x="614" y="1089"/>
                  </a:lnTo>
                  <a:lnTo>
                    <a:pt x="315" y="414"/>
                  </a:lnTo>
                  <a:cubicBezTo>
                    <a:pt x="348" y="387"/>
                    <a:pt x="426" y="340"/>
                    <a:pt x="540" y="288"/>
                  </a:cubicBezTo>
                  <a:cubicBezTo>
                    <a:pt x="632" y="248"/>
                    <a:pt x="720" y="226"/>
                    <a:pt x="799" y="226"/>
                  </a:cubicBezTo>
                  <a:close/>
                  <a:moveTo>
                    <a:pt x="874" y="0"/>
                  </a:moveTo>
                  <a:cubicBezTo>
                    <a:pt x="752" y="0"/>
                    <a:pt x="613" y="37"/>
                    <a:pt x="441" y="114"/>
                  </a:cubicBezTo>
                  <a:cubicBezTo>
                    <a:pt x="277" y="188"/>
                    <a:pt x="111" y="278"/>
                    <a:pt x="1" y="356"/>
                  </a:cubicBezTo>
                  <a:lnTo>
                    <a:pt x="816" y="2174"/>
                  </a:lnTo>
                  <a:lnTo>
                    <a:pt x="1053" y="2068"/>
                  </a:lnTo>
                  <a:lnTo>
                    <a:pt x="696" y="1271"/>
                  </a:lnTo>
                  <a:lnTo>
                    <a:pt x="921" y="1170"/>
                  </a:lnTo>
                  <a:cubicBezTo>
                    <a:pt x="987" y="1144"/>
                    <a:pt x="1046" y="1130"/>
                    <a:pt x="1101" y="1130"/>
                  </a:cubicBezTo>
                  <a:cubicBezTo>
                    <a:pt x="1227" y="1130"/>
                    <a:pt x="1331" y="1204"/>
                    <a:pt x="1449" y="1364"/>
                  </a:cubicBezTo>
                  <a:cubicBezTo>
                    <a:pt x="1603" y="1568"/>
                    <a:pt x="1715" y="1710"/>
                    <a:pt x="1768" y="1748"/>
                  </a:cubicBezTo>
                  <a:lnTo>
                    <a:pt x="2015" y="1638"/>
                  </a:lnTo>
                  <a:cubicBezTo>
                    <a:pt x="1944" y="1583"/>
                    <a:pt x="1822" y="1426"/>
                    <a:pt x="1646" y="1195"/>
                  </a:cubicBezTo>
                  <a:cubicBezTo>
                    <a:pt x="1525" y="1035"/>
                    <a:pt x="1393" y="943"/>
                    <a:pt x="1241" y="943"/>
                  </a:cubicBezTo>
                  <a:cubicBezTo>
                    <a:pt x="1231" y="943"/>
                    <a:pt x="1220" y="943"/>
                    <a:pt x="1210" y="944"/>
                  </a:cubicBezTo>
                  <a:lnTo>
                    <a:pt x="1206" y="937"/>
                  </a:lnTo>
                  <a:cubicBezTo>
                    <a:pt x="1371" y="784"/>
                    <a:pt x="1450" y="555"/>
                    <a:pt x="1342" y="312"/>
                  </a:cubicBezTo>
                  <a:cubicBezTo>
                    <a:pt x="1279" y="169"/>
                    <a:pt x="1171" y="66"/>
                    <a:pt x="1041" y="26"/>
                  </a:cubicBezTo>
                  <a:cubicBezTo>
                    <a:pt x="988" y="9"/>
                    <a:pt x="933" y="0"/>
                    <a:pt x="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2"/>
            <p:cNvSpPr/>
            <p:nvPr/>
          </p:nvSpPr>
          <p:spPr>
            <a:xfrm>
              <a:off x="7289725" y="1571500"/>
              <a:ext cx="36675" cy="53900"/>
            </a:xfrm>
            <a:custGeom>
              <a:rect b="b" l="l" r="r" t="t"/>
              <a:pathLst>
                <a:path extrusionOk="0" h="2156" w="1467">
                  <a:moveTo>
                    <a:pt x="817" y="234"/>
                  </a:moveTo>
                  <a:cubicBezTo>
                    <a:pt x="944" y="234"/>
                    <a:pt x="1053" y="295"/>
                    <a:pt x="1131" y="429"/>
                  </a:cubicBezTo>
                  <a:cubicBezTo>
                    <a:pt x="1271" y="670"/>
                    <a:pt x="1181" y="897"/>
                    <a:pt x="910" y="1055"/>
                  </a:cubicBezTo>
                  <a:cubicBezTo>
                    <a:pt x="836" y="1098"/>
                    <a:pt x="770" y="1129"/>
                    <a:pt x="713" y="1145"/>
                  </a:cubicBezTo>
                  <a:lnTo>
                    <a:pt x="321" y="468"/>
                  </a:lnTo>
                  <a:cubicBezTo>
                    <a:pt x="354" y="434"/>
                    <a:pt x="424" y="382"/>
                    <a:pt x="522" y="326"/>
                  </a:cubicBezTo>
                  <a:cubicBezTo>
                    <a:pt x="626" y="266"/>
                    <a:pt x="726" y="234"/>
                    <a:pt x="817" y="234"/>
                  </a:cubicBezTo>
                  <a:close/>
                  <a:moveTo>
                    <a:pt x="879" y="0"/>
                  </a:moveTo>
                  <a:cubicBezTo>
                    <a:pt x="744" y="0"/>
                    <a:pt x="588" y="48"/>
                    <a:pt x="414" y="149"/>
                  </a:cubicBezTo>
                  <a:cubicBezTo>
                    <a:pt x="232" y="255"/>
                    <a:pt x="98" y="353"/>
                    <a:pt x="0" y="434"/>
                  </a:cubicBezTo>
                  <a:lnTo>
                    <a:pt x="998" y="2156"/>
                  </a:lnTo>
                  <a:lnTo>
                    <a:pt x="1223" y="2026"/>
                  </a:lnTo>
                  <a:lnTo>
                    <a:pt x="818" y="1326"/>
                  </a:lnTo>
                  <a:cubicBezTo>
                    <a:pt x="878" y="1310"/>
                    <a:pt x="941" y="1276"/>
                    <a:pt x="1008" y="1238"/>
                  </a:cubicBezTo>
                  <a:cubicBezTo>
                    <a:pt x="1229" y="1110"/>
                    <a:pt x="1385" y="933"/>
                    <a:pt x="1431" y="737"/>
                  </a:cubicBezTo>
                  <a:cubicBezTo>
                    <a:pt x="1466" y="597"/>
                    <a:pt x="1440" y="444"/>
                    <a:pt x="1350" y="287"/>
                  </a:cubicBezTo>
                  <a:cubicBezTo>
                    <a:pt x="1260" y="133"/>
                    <a:pt x="1130" y="39"/>
                    <a:pt x="986" y="11"/>
                  </a:cubicBezTo>
                  <a:cubicBezTo>
                    <a:pt x="952" y="4"/>
                    <a:pt x="917" y="0"/>
                    <a:pt x="8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2"/>
            <p:cNvSpPr/>
            <p:nvPr/>
          </p:nvSpPr>
          <p:spPr>
            <a:xfrm>
              <a:off x="7331625" y="1541000"/>
              <a:ext cx="56400" cy="51375"/>
            </a:xfrm>
            <a:custGeom>
              <a:rect b="b" l="l" r="r" t="t"/>
              <a:pathLst>
                <a:path extrusionOk="0" h="2055" w="2256">
                  <a:moveTo>
                    <a:pt x="959" y="246"/>
                  </a:moveTo>
                  <a:cubicBezTo>
                    <a:pt x="1211" y="246"/>
                    <a:pt x="1460" y="415"/>
                    <a:pt x="1625" y="636"/>
                  </a:cubicBezTo>
                  <a:cubicBezTo>
                    <a:pt x="1899" y="1003"/>
                    <a:pt x="1938" y="1446"/>
                    <a:pt x="1607" y="1694"/>
                  </a:cubicBezTo>
                  <a:cubicBezTo>
                    <a:pt x="1500" y="1774"/>
                    <a:pt x="1383" y="1810"/>
                    <a:pt x="1266" y="1810"/>
                  </a:cubicBezTo>
                  <a:cubicBezTo>
                    <a:pt x="1023" y="1810"/>
                    <a:pt x="776" y="1657"/>
                    <a:pt x="602" y="1424"/>
                  </a:cubicBezTo>
                  <a:cubicBezTo>
                    <a:pt x="338" y="1069"/>
                    <a:pt x="274" y="620"/>
                    <a:pt x="618" y="363"/>
                  </a:cubicBezTo>
                  <a:cubicBezTo>
                    <a:pt x="727" y="282"/>
                    <a:pt x="843" y="246"/>
                    <a:pt x="959" y="246"/>
                  </a:cubicBezTo>
                  <a:close/>
                  <a:moveTo>
                    <a:pt x="1028" y="0"/>
                  </a:moveTo>
                  <a:cubicBezTo>
                    <a:pt x="848" y="0"/>
                    <a:pt x="668" y="60"/>
                    <a:pt x="501" y="184"/>
                  </a:cubicBezTo>
                  <a:cubicBezTo>
                    <a:pt x="70" y="507"/>
                    <a:pt x="1" y="1080"/>
                    <a:pt x="383" y="1595"/>
                  </a:cubicBezTo>
                  <a:cubicBezTo>
                    <a:pt x="609" y="1898"/>
                    <a:pt x="905" y="2055"/>
                    <a:pt x="1199" y="2055"/>
                  </a:cubicBezTo>
                  <a:cubicBezTo>
                    <a:pt x="1380" y="2055"/>
                    <a:pt x="1561" y="1995"/>
                    <a:pt x="1724" y="1874"/>
                  </a:cubicBezTo>
                  <a:cubicBezTo>
                    <a:pt x="2136" y="1566"/>
                    <a:pt x="2255" y="1018"/>
                    <a:pt x="1839" y="461"/>
                  </a:cubicBezTo>
                  <a:cubicBezTo>
                    <a:pt x="1617" y="162"/>
                    <a:pt x="1324" y="0"/>
                    <a:pt x="10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2"/>
            <p:cNvSpPr/>
            <p:nvPr/>
          </p:nvSpPr>
          <p:spPr>
            <a:xfrm>
              <a:off x="7373950" y="1507350"/>
              <a:ext cx="58050" cy="52500"/>
            </a:xfrm>
            <a:custGeom>
              <a:rect b="b" l="l" r="r" t="t"/>
              <a:pathLst>
                <a:path extrusionOk="0" h="2100" w="2322">
                  <a:moveTo>
                    <a:pt x="829" y="248"/>
                  </a:moveTo>
                  <a:cubicBezTo>
                    <a:pt x="917" y="248"/>
                    <a:pt x="1003" y="285"/>
                    <a:pt x="1081" y="368"/>
                  </a:cubicBezTo>
                  <a:cubicBezTo>
                    <a:pt x="1239" y="536"/>
                    <a:pt x="1215" y="768"/>
                    <a:pt x="1014" y="958"/>
                  </a:cubicBezTo>
                  <a:lnTo>
                    <a:pt x="821" y="1142"/>
                  </a:lnTo>
                  <a:lnTo>
                    <a:pt x="317" y="606"/>
                  </a:lnTo>
                  <a:cubicBezTo>
                    <a:pt x="337" y="569"/>
                    <a:pt x="395" y="500"/>
                    <a:pt x="486" y="413"/>
                  </a:cubicBezTo>
                  <a:cubicBezTo>
                    <a:pt x="599" y="309"/>
                    <a:pt x="716" y="248"/>
                    <a:pt x="829" y="248"/>
                  </a:cubicBezTo>
                  <a:close/>
                  <a:moveTo>
                    <a:pt x="888" y="0"/>
                  </a:moveTo>
                  <a:cubicBezTo>
                    <a:pt x="882" y="0"/>
                    <a:pt x="877" y="0"/>
                    <a:pt x="872" y="1"/>
                  </a:cubicBezTo>
                  <a:cubicBezTo>
                    <a:pt x="702" y="5"/>
                    <a:pt x="537" y="90"/>
                    <a:pt x="334" y="281"/>
                  </a:cubicBezTo>
                  <a:cubicBezTo>
                    <a:pt x="204" y="405"/>
                    <a:pt x="78" y="544"/>
                    <a:pt x="1" y="656"/>
                  </a:cubicBezTo>
                  <a:lnTo>
                    <a:pt x="1368" y="2099"/>
                  </a:lnTo>
                  <a:lnTo>
                    <a:pt x="1557" y="1920"/>
                  </a:lnTo>
                  <a:lnTo>
                    <a:pt x="957" y="1286"/>
                  </a:lnTo>
                  <a:lnTo>
                    <a:pt x="1136" y="1117"/>
                  </a:lnTo>
                  <a:cubicBezTo>
                    <a:pt x="1223" y="1040"/>
                    <a:pt x="1304" y="1001"/>
                    <a:pt x="1392" y="1001"/>
                  </a:cubicBezTo>
                  <a:cubicBezTo>
                    <a:pt x="1482" y="1001"/>
                    <a:pt x="1579" y="1042"/>
                    <a:pt x="1698" y="1124"/>
                  </a:cubicBezTo>
                  <a:cubicBezTo>
                    <a:pt x="1911" y="1266"/>
                    <a:pt x="2063" y="1362"/>
                    <a:pt x="2126" y="1380"/>
                  </a:cubicBezTo>
                  <a:lnTo>
                    <a:pt x="2321" y="1196"/>
                  </a:lnTo>
                  <a:cubicBezTo>
                    <a:pt x="2239" y="1168"/>
                    <a:pt x="2071" y="1060"/>
                    <a:pt x="1829" y="902"/>
                  </a:cubicBezTo>
                  <a:cubicBezTo>
                    <a:pt x="1709" y="822"/>
                    <a:pt x="1594" y="778"/>
                    <a:pt x="1486" y="778"/>
                  </a:cubicBezTo>
                  <a:cubicBezTo>
                    <a:pt x="1434" y="778"/>
                    <a:pt x="1383" y="788"/>
                    <a:pt x="1334" y="810"/>
                  </a:cubicBezTo>
                  <a:lnTo>
                    <a:pt x="1328" y="804"/>
                  </a:lnTo>
                  <a:cubicBezTo>
                    <a:pt x="1432" y="605"/>
                    <a:pt x="1432" y="363"/>
                    <a:pt x="1249" y="170"/>
                  </a:cubicBezTo>
                  <a:cubicBezTo>
                    <a:pt x="1146" y="61"/>
                    <a:pt x="1017" y="0"/>
                    <a:pt x="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2"/>
            <p:cNvSpPr/>
            <p:nvPr/>
          </p:nvSpPr>
          <p:spPr>
            <a:xfrm>
              <a:off x="7403075" y="1466400"/>
              <a:ext cx="52475" cy="49525"/>
            </a:xfrm>
            <a:custGeom>
              <a:rect b="b" l="l" r="r" t="t"/>
              <a:pathLst>
                <a:path extrusionOk="0" h="1981" w="2099">
                  <a:moveTo>
                    <a:pt x="976" y="0"/>
                  </a:moveTo>
                  <a:lnTo>
                    <a:pt x="1" y="1130"/>
                  </a:lnTo>
                  <a:lnTo>
                    <a:pt x="168" y="1273"/>
                  </a:lnTo>
                  <a:lnTo>
                    <a:pt x="569" y="809"/>
                  </a:lnTo>
                  <a:lnTo>
                    <a:pt x="1927" y="1980"/>
                  </a:lnTo>
                  <a:lnTo>
                    <a:pt x="2098" y="1780"/>
                  </a:lnTo>
                  <a:lnTo>
                    <a:pt x="740" y="611"/>
                  </a:lnTo>
                  <a:lnTo>
                    <a:pt x="1143" y="144"/>
                  </a:lnTo>
                  <a:lnTo>
                    <a:pt x="9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2"/>
            <p:cNvSpPr/>
            <p:nvPr/>
          </p:nvSpPr>
          <p:spPr>
            <a:xfrm>
              <a:off x="6748125" y="819425"/>
              <a:ext cx="69175" cy="68650"/>
            </a:xfrm>
            <a:custGeom>
              <a:rect b="b" l="l" r="r" t="t"/>
              <a:pathLst>
                <a:path extrusionOk="0" h="2746" w="2767">
                  <a:moveTo>
                    <a:pt x="2025" y="1"/>
                  </a:moveTo>
                  <a:lnTo>
                    <a:pt x="1228" y="563"/>
                  </a:lnTo>
                  <a:lnTo>
                    <a:pt x="314" y="227"/>
                  </a:lnTo>
                  <a:lnTo>
                    <a:pt x="314" y="227"/>
                  </a:lnTo>
                  <a:lnTo>
                    <a:pt x="603" y="1156"/>
                  </a:lnTo>
                  <a:lnTo>
                    <a:pt x="0" y="1922"/>
                  </a:lnTo>
                  <a:lnTo>
                    <a:pt x="974" y="1935"/>
                  </a:lnTo>
                  <a:lnTo>
                    <a:pt x="1516" y="2745"/>
                  </a:lnTo>
                  <a:lnTo>
                    <a:pt x="1830" y="1822"/>
                  </a:lnTo>
                  <a:lnTo>
                    <a:pt x="2766" y="1557"/>
                  </a:lnTo>
                  <a:lnTo>
                    <a:pt x="1986" y="975"/>
                  </a:lnTo>
                  <a:lnTo>
                    <a:pt x="2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2"/>
            <p:cNvSpPr/>
            <p:nvPr/>
          </p:nvSpPr>
          <p:spPr>
            <a:xfrm>
              <a:off x="6674575" y="899350"/>
              <a:ext cx="67225" cy="69750"/>
            </a:xfrm>
            <a:custGeom>
              <a:rect b="b" l="l" r="r" t="t"/>
              <a:pathLst>
                <a:path extrusionOk="0" h="2790" w="2689">
                  <a:moveTo>
                    <a:pt x="1619" y="1"/>
                  </a:moveTo>
                  <a:lnTo>
                    <a:pt x="966" y="726"/>
                  </a:lnTo>
                  <a:lnTo>
                    <a:pt x="1" y="601"/>
                  </a:lnTo>
                  <a:lnTo>
                    <a:pt x="490" y="1445"/>
                  </a:lnTo>
                  <a:lnTo>
                    <a:pt x="73" y="2326"/>
                  </a:lnTo>
                  <a:lnTo>
                    <a:pt x="1025" y="2121"/>
                  </a:lnTo>
                  <a:lnTo>
                    <a:pt x="1734" y="2790"/>
                  </a:lnTo>
                  <a:lnTo>
                    <a:pt x="1833" y="1820"/>
                  </a:lnTo>
                  <a:lnTo>
                    <a:pt x="2688" y="1354"/>
                  </a:lnTo>
                  <a:lnTo>
                    <a:pt x="1797" y="958"/>
                  </a:lnTo>
                  <a:lnTo>
                    <a:pt x="16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2"/>
            <p:cNvSpPr/>
            <p:nvPr/>
          </p:nvSpPr>
          <p:spPr>
            <a:xfrm>
              <a:off x="7417900" y="903900"/>
              <a:ext cx="67850" cy="69600"/>
            </a:xfrm>
            <a:custGeom>
              <a:rect b="b" l="l" r="r" t="t"/>
              <a:pathLst>
                <a:path extrusionOk="0" h="2784" w="2714">
                  <a:moveTo>
                    <a:pt x="1118" y="1"/>
                  </a:moveTo>
                  <a:lnTo>
                    <a:pt x="905" y="951"/>
                  </a:lnTo>
                  <a:lnTo>
                    <a:pt x="1" y="1315"/>
                  </a:lnTo>
                  <a:lnTo>
                    <a:pt x="839" y="1811"/>
                  </a:lnTo>
                  <a:lnTo>
                    <a:pt x="905" y="2783"/>
                  </a:lnTo>
                  <a:lnTo>
                    <a:pt x="1637" y="2140"/>
                  </a:lnTo>
                  <a:lnTo>
                    <a:pt x="2581" y="2378"/>
                  </a:lnTo>
                  <a:lnTo>
                    <a:pt x="2195" y="1482"/>
                  </a:lnTo>
                  <a:lnTo>
                    <a:pt x="2713" y="657"/>
                  </a:lnTo>
                  <a:lnTo>
                    <a:pt x="1743" y="749"/>
                  </a:lnTo>
                  <a:lnTo>
                    <a:pt x="11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2"/>
            <p:cNvSpPr/>
            <p:nvPr/>
          </p:nvSpPr>
          <p:spPr>
            <a:xfrm>
              <a:off x="7471700" y="1002675"/>
              <a:ext cx="69800" cy="66650"/>
            </a:xfrm>
            <a:custGeom>
              <a:rect b="b" l="l" r="r" t="t"/>
              <a:pathLst>
                <a:path extrusionOk="0" h="2666" w="2792">
                  <a:moveTo>
                    <a:pt x="1383" y="0"/>
                  </a:moveTo>
                  <a:lnTo>
                    <a:pt x="962" y="879"/>
                  </a:lnTo>
                  <a:lnTo>
                    <a:pt x="0" y="1032"/>
                  </a:lnTo>
                  <a:lnTo>
                    <a:pt x="707" y="1703"/>
                  </a:lnTo>
                  <a:lnTo>
                    <a:pt x="554" y="2665"/>
                  </a:lnTo>
                  <a:lnTo>
                    <a:pt x="1411" y="2200"/>
                  </a:lnTo>
                  <a:lnTo>
                    <a:pt x="2278" y="2642"/>
                  </a:lnTo>
                  <a:lnTo>
                    <a:pt x="2102" y="1684"/>
                  </a:lnTo>
                  <a:lnTo>
                    <a:pt x="2791" y="996"/>
                  </a:lnTo>
                  <a:lnTo>
                    <a:pt x="1824" y="868"/>
                  </a:lnTo>
                  <a:lnTo>
                    <a:pt x="13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2"/>
            <p:cNvSpPr/>
            <p:nvPr/>
          </p:nvSpPr>
          <p:spPr>
            <a:xfrm>
              <a:off x="7409300" y="1162500"/>
              <a:ext cx="195675" cy="176950"/>
            </a:xfrm>
            <a:custGeom>
              <a:rect b="b" l="l" r="r" t="t"/>
              <a:pathLst>
                <a:path extrusionOk="0" h="7078" w="7827">
                  <a:moveTo>
                    <a:pt x="4602" y="1"/>
                  </a:moveTo>
                  <a:cubicBezTo>
                    <a:pt x="4602" y="1"/>
                    <a:pt x="4202" y="221"/>
                    <a:pt x="4143" y="551"/>
                  </a:cubicBezTo>
                  <a:cubicBezTo>
                    <a:pt x="4082" y="879"/>
                    <a:pt x="3917" y="2224"/>
                    <a:pt x="3917" y="2224"/>
                  </a:cubicBezTo>
                  <a:lnTo>
                    <a:pt x="3194" y="2673"/>
                  </a:lnTo>
                  <a:cubicBezTo>
                    <a:pt x="3174" y="2597"/>
                    <a:pt x="3112" y="2535"/>
                    <a:pt x="3030" y="2525"/>
                  </a:cubicBezTo>
                  <a:lnTo>
                    <a:pt x="2763" y="2490"/>
                  </a:lnTo>
                  <a:cubicBezTo>
                    <a:pt x="2755" y="2489"/>
                    <a:pt x="2747" y="2488"/>
                    <a:pt x="2739" y="2488"/>
                  </a:cubicBezTo>
                  <a:cubicBezTo>
                    <a:pt x="2642" y="2488"/>
                    <a:pt x="2556" y="2560"/>
                    <a:pt x="2544" y="2659"/>
                  </a:cubicBezTo>
                  <a:lnTo>
                    <a:pt x="2489" y="3067"/>
                  </a:lnTo>
                  <a:cubicBezTo>
                    <a:pt x="2488" y="3082"/>
                    <a:pt x="2490" y="3095"/>
                    <a:pt x="2492" y="3108"/>
                  </a:cubicBezTo>
                  <a:lnTo>
                    <a:pt x="991" y="4039"/>
                  </a:lnTo>
                  <a:cubicBezTo>
                    <a:pt x="991" y="4039"/>
                    <a:pt x="0" y="4621"/>
                    <a:pt x="224" y="5037"/>
                  </a:cubicBezTo>
                  <a:lnTo>
                    <a:pt x="3713" y="3964"/>
                  </a:lnTo>
                  <a:lnTo>
                    <a:pt x="3465" y="6108"/>
                  </a:lnTo>
                  <a:lnTo>
                    <a:pt x="2832" y="6501"/>
                  </a:lnTo>
                  <a:cubicBezTo>
                    <a:pt x="2832" y="6501"/>
                    <a:pt x="2541" y="6672"/>
                    <a:pt x="2607" y="6795"/>
                  </a:cubicBezTo>
                  <a:lnTo>
                    <a:pt x="3452" y="6536"/>
                  </a:lnTo>
                  <a:cubicBezTo>
                    <a:pt x="3455" y="6672"/>
                    <a:pt x="3555" y="6792"/>
                    <a:pt x="3695" y="6812"/>
                  </a:cubicBezTo>
                  <a:cubicBezTo>
                    <a:pt x="3707" y="6813"/>
                    <a:pt x="3719" y="6814"/>
                    <a:pt x="3731" y="6814"/>
                  </a:cubicBezTo>
                  <a:cubicBezTo>
                    <a:pt x="3857" y="6814"/>
                    <a:pt x="3966" y="6728"/>
                    <a:pt x="4001" y="6608"/>
                  </a:cubicBezTo>
                  <a:lnTo>
                    <a:pt x="4753" y="7078"/>
                  </a:lnTo>
                  <a:cubicBezTo>
                    <a:pt x="4848" y="6976"/>
                    <a:pt x="4610" y="6735"/>
                    <a:pt x="4610" y="6735"/>
                  </a:cubicBezTo>
                  <a:lnTo>
                    <a:pt x="4083" y="6176"/>
                  </a:lnTo>
                  <a:lnTo>
                    <a:pt x="4409" y="4061"/>
                  </a:lnTo>
                  <a:lnTo>
                    <a:pt x="4409" y="4061"/>
                  </a:lnTo>
                  <a:cubicBezTo>
                    <a:pt x="4410" y="4061"/>
                    <a:pt x="4412" y="4061"/>
                    <a:pt x="4415" y="4062"/>
                  </a:cubicBezTo>
                  <a:lnTo>
                    <a:pt x="7502" y="5993"/>
                  </a:lnTo>
                  <a:cubicBezTo>
                    <a:pt x="7826" y="5648"/>
                    <a:pt x="7020" y="4831"/>
                    <a:pt x="7020" y="4831"/>
                  </a:cubicBezTo>
                  <a:lnTo>
                    <a:pt x="5861" y="3598"/>
                  </a:lnTo>
                  <a:cubicBezTo>
                    <a:pt x="5877" y="3574"/>
                    <a:pt x="5889" y="3546"/>
                    <a:pt x="5894" y="3515"/>
                  </a:cubicBezTo>
                  <a:lnTo>
                    <a:pt x="5948" y="3107"/>
                  </a:lnTo>
                  <a:cubicBezTo>
                    <a:pt x="5963" y="2999"/>
                    <a:pt x="5886" y="2900"/>
                    <a:pt x="5779" y="2886"/>
                  </a:cubicBezTo>
                  <a:lnTo>
                    <a:pt x="5514" y="2852"/>
                  </a:lnTo>
                  <a:cubicBezTo>
                    <a:pt x="5505" y="2850"/>
                    <a:pt x="5496" y="2850"/>
                    <a:pt x="5488" y="2850"/>
                  </a:cubicBezTo>
                  <a:cubicBezTo>
                    <a:pt x="5446" y="2850"/>
                    <a:pt x="5406" y="2864"/>
                    <a:pt x="5375" y="2887"/>
                  </a:cubicBezTo>
                  <a:lnTo>
                    <a:pt x="5371" y="2887"/>
                  </a:lnTo>
                  <a:lnTo>
                    <a:pt x="5371" y="2890"/>
                  </a:lnTo>
                  <a:cubicBezTo>
                    <a:pt x="5336" y="2916"/>
                    <a:pt x="5313" y="2956"/>
                    <a:pt x="5301" y="2999"/>
                  </a:cubicBezTo>
                  <a:lnTo>
                    <a:pt x="4712" y="2374"/>
                  </a:lnTo>
                  <a:lnTo>
                    <a:pt x="4674" y="2327"/>
                  </a:lnTo>
                  <a:cubicBezTo>
                    <a:pt x="4674" y="2327"/>
                    <a:pt x="4871" y="986"/>
                    <a:pt x="4900" y="652"/>
                  </a:cubicBezTo>
                  <a:cubicBezTo>
                    <a:pt x="4928" y="319"/>
                    <a:pt x="4602" y="1"/>
                    <a:pt x="4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2"/>
            <p:cNvSpPr/>
            <p:nvPr/>
          </p:nvSpPr>
          <p:spPr>
            <a:xfrm>
              <a:off x="6549800" y="1050300"/>
              <a:ext cx="195700" cy="176950"/>
            </a:xfrm>
            <a:custGeom>
              <a:rect b="b" l="l" r="r" t="t"/>
              <a:pathLst>
                <a:path extrusionOk="0" h="7078" w="7828">
                  <a:moveTo>
                    <a:pt x="4604" y="1"/>
                  </a:moveTo>
                  <a:cubicBezTo>
                    <a:pt x="4604" y="1"/>
                    <a:pt x="4203" y="221"/>
                    <a:pt x="4143" y="551"/>
                  </a:cubicBezTo>
                  <a:cubicBezTo>
                    <a:pt x="4083" y="879"/>
                    <a:pt x="3918" y="2224"/>
                    <a:pt x="3918" y="2224"/>
                  </a:cubicBezTo>
                  <a:lnTo>
                    <a:pt x="3193" y="2673"/>
                  </a:lnTo>
                  <a:cubicBezTo>
                    <a:pt x="3175" y="2597"/>
                    <a:pt x="3113" y="2535"/>
                    <a:pt x="3030" y="2524"/>
                  </a:cubicBezTo>
                  <a:lnTo>
                    <a:pt x="2764" y="2489"/>
                  </a:lnTo>
                  <a:cubicBezTo>
                    <a:pt x="2756" y="2488"/>
                    <a:pt x="2748" y="2488"/>
                    <a:pt x="2739" y="2488"/>
                  </a:cubicBezTo>
                  <a:cubicBezTo>
                    <a:pt x="2642" y="2488"/>
                    <a:pt x="2557" y="2560"/>
                    <a:pt x="2543" y="2659"/>
                  </a:cubicBezTo>
                  <a:lnTo>
                    <a:pt x="2490" y="3067"/>
                  </a:lnTo>
                  <a:cubicBezTo>
                    <a:pt x="2489" y="3082"/>
                    <a:pt x="2491" y="3095"/>
                    <a:pt x="2492" y="3107"/>
                  </a:cubicBezTo>
                  <a:lnTo>
                    <a:pt x="991" y="4039"/>
                  </a:lnTo>
                  <a:cubicBezTo>
                    <a:pt x="991" y="4039"/>
                    <a:pt x="0" y="4621"/>
                    <a:pt x="225" y="5037"/>
                  </a:cubicBezTo>
                  <a:lnTo>
                    <a:pt x="3713" y="3964"/>
                  </a:lnTo>
                  <a:lnTo>
                    <a:pt x="3466" y="6108"/>
                  </a:lnTo>
                  <a:lnTo>
                    <a:pt x="2832" y="6501"/>
                  </a:lnTo>
                  <a:cubicBezTo>
                    <a:pt x="2832" y="6501"/>
                    <a:pt x="2541" y="6672"/>
                    <a:pt x="2607" y="6795"/>
                  </a:cubicBezTo>
                  <a:lnTo>
                    <a:pt x="3451" y="6536"/>
                  </a:lnTo>
                  <a:cubicBezTo>
                    <a:pt x="3455" y="6672"/>
                    <a:pt x="3555" y="6794"/>
                    <a:pt x="3696" y="6811"/>
                  </a:cubicBezTo>
                  <a:cubicBezTo>
                    <a:pt x="3708" y="6813"/>
                    <a:pt x="3720" y="6814"/>
                    <a:pt x="3732" y="6814"/>
                  </a:cubicBezTo>
                  <a:cubicBezTo>
                    <a:pt x="3858" y="6814"/>
                    <a:pt x="3965" y="6728"/>
                    <a:pt x="4001" y="6608"/>
                  </a:cubicBezTo>
                  <a:lnTo>
                    <a:pt x="4751" y="7078"/>
                  </a:lnTo>
                  <a:cubicBezTo>
                    <a:pt x="4847" y="6975"/>
                    <a:pt x="4610" y="6735"/>
                    <a:pt x="4610" y="6735"/>
                  </a:cubicBezTo>
                  <a:lnTo>
                    <a:pt x="4083" y="6176"/>
                  </a:lnTo>
                  <a:lnTo>
                    <a:pt x="4409" y="4061"/>
                  </a:lnTo>
                  <a:cubicBezTo>
                    <a:pt x="4409" y="4061"/>
                    <a:pt x="4412" y="4061"/>
                    <a:pt x="4415" y="4062"/>
                  </a:cubicBezTo>
                  <a:lnTo>
                    <a:pt x="7503" y="5993"/>
                  </a:lnTo>
                  <a:cubicBezTo>
                    <a:pt x="7827" y="5648"/>
                    <a:pt x="7020" y="4830"/>
                    <a:pt x="7020" y="4830"/>
                  </a:cubicBezTo>
                  <a:lnTo>
                    <a:pt x="5862" y="3598"/>
                  </a:lnTo>
                  <a:cubicBezTo>
                    <a:pt x="5878" y="3574"/>
                    <a:pt x="5889" y="3546"/>
                    <a:pt x="5895" y="3515"/>
                  </a:cubicBezTo>
                  <a:lnTo>
                    <a:pt x="5948" y="3106"/>
                  </a:lnTo>
                  <a:cubicBezTo>
                    <a:pt x="5963" y="2999"/>
                    <a:pt x="5886" y="2900"/>
                    <a:pt x="5780" y="2886"/>
                  </a:cubicBezTo>
                  <a:lnTo>
                    <a:pt x="5514" y="2852"/>
                  </a:lnTo>
                  <a:cubicBezTo>
                    <a:pt x="5505" y="2850"/>
                    <a:pt x="5496" y="2850"/>
                    <a:pt x="5487" y="2850"/>
                  </a:cubicBezTo>
                  <a:cubicBezTo>
                    <a:pt x="5446" y="2850"/>
                    <a:pt x="5407" y="2864"/>
                    <a:pt x="5375" y="2887"/>
                  </a:cubicBezTo>
                  <a:lnTo>
                    <a:pt x="5370" y="2887"/>
                  </a:lnTo>
                  <a:lnTo>
                    <a:pt x="5370" y="2890"/>
                  </a:lnTo>
                  <a:cubicBezTo>
                    <a:pt x="5336" y="2916"/>
                    <a:pt x="5313" y="2956"/>
                    <a:pt x="5302" y="2999"/>
                  </a:cubicBezTo>
                  <a:lnTo>
                    <a:pt x="4714" y="2374"/>
                  </a:lnTo>
                  <a:lnTo>
                    <a:pt x="4676" y="2326"/>
                  </a:lnTo>
                  <a:cubicBezTo>
                    <a:pt x="4676" y="2326"/>
                    <a:pt x="4873" y="986"/>
                    <a:pt x="4901" y="652"/>
                  </a:cubicBezTo>
                  <a:cubicBezTo>
                    <a:pt x="4930" y="319"/>
                    <a:pt x="4604" y="1"/>
                    <a:pt x="46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2"/>
            <p:cNvSpPr/>
            <p:nvPr/>
          </p:nvSpPr>
          <p:spPr>
            <a:xfrm>
              <a:off x="6856325" y="987225"/>
              <a:ext cx="430925" cy="389500"/>
            </a:xfrm>
            <a:custGeom>
              <a:rect b="b" l="l" r="r" t="t"/>
              <a:pathLst>
                <a:path extrusionOk="0" h="15580" w="17237">
                  <a:moveTo>
                    <a:pt x="10130" y="0"/>
                  </a:moveTo>
                  <a:cubicBezTo>
                    <a:pt x="10130" y="0"/>
                    <a:pt x="9250" y="484"/>
                    <a:pt x="9118" y="1208"/>
                  </a:cubicBezTo>
                  <a:cubicBezTo>
                    <a:pt x="8984" y="1934"/>
                    <a:pt x="8620" y="4893"/>
                    <a:pt x="8620" y="4893"/>
                  </a:cubicBezTo>
                  <a:lnTo>
                    <a:pt x="7026" y="5882"/>
                  </a:lnTo>
                  <a:cubicBezTo>
                    <a:pt x="6984" y="5715"/>
                    <a:pt x="6845" y="5579"/>
                    <a:pt x="6665" y="5556"/>
                  </a:cubicBezTo>
                  <a:lnTo>
                    <a:pt x="6081" y="5480"/>
                  </a:lnTo>
                  <a:cubicBezTo>
                    <a:pt x="6062" y="5477"/>
                    <a:pt x="6043" y="5476"/>
                    <a:pt x="6025" y="5476"/>
                  </a:cubicBezTo>
                  <a:cubicBezTo>
                    <a:pt x="5811" y="5476"/>
                    <a:pt x="5624" y="5636"/>
                    <a:pt x="5596" y="5852"/>
                  </a:cubicBezTo>
                  <a:lnTo>
                    <a:pt x="5478" y="6753"/>
                  </a:lnTo>
                  <a:cubicBezTo>
                    <a:pt x="5474" y="6784"/>
                    <a:pt x="5482" y="6812"/>
                    <a:pt x="5484" y="6841"/>
                  </a:cubicBezTo>
                  <a:lnTo>
                    <a:pt x="2181" y="8891"/>
                  </a:lnTo>
                  <a:cubicBezTo>
                    <a:pt x="2181" y="8891"/>
                    <a:pt x="1" y="10172"/>
                    <a:pt x="494" y="11088"/>
                  </a:cubicBezTo>
                  <a:lnTo>
                    <a:pt x="8174" y="8730"/>
                  </a:lnTo>
                  <a:lnTo>
                    <a:pt x="7628" y="13448"/>
                  </a:lnTo>
                  <a:lnTo>
                    <a:pt x="6234" y="14313"/>
                  </a:lnTo>
                  <a:cubicBezTo>
                    <a:pt x="6234" y="14313"/>
                    <a:pt x="5592" y="14689"/>
                    <a:pt x="5737" y="14961"/>
                  </a:cubicBezTo>
                  <a:lnTo>
                    <a:pt x="7596" y="14389"/>
                  </a:lnTo>
                  <a:cubicBezTo>
                    <a:pt x="7607" y="14691"/>
                    <a:pt x="7823" y="14955"/>
                    <a:pt x="8131" y="14997"/>
                  </a:cubicBezTo>
                  <a:cubicBezTo>
                    <a:pt x="8157" y="15000"/>
                    <a:pt x="8184" y="15002"/>
                    <a:pt x="8210" y="15002"/>
                  </a:cubicBezTo>
                  <a:cubicBezTo>
                    <a:pt x="8487" y="15002"/>
                    <a:pt x="8726" y="14812"/>
                    <a:pt x="8806" y="14547"/>
                  </a:cubicBezTo>
                  <a:lnTo>
                    <a:pt x="10457" y="15580"/>
                  </a:lnTo>
                  <a:cubicBezTo>
                    <a:pt x="10668" y="15357"/>
                    <a:pt x="10145" y="14826"/>
                    <a:pt x="10145" y="14826"/>
                  </a:cubicBezTo>
                  <a:lnTo>
                    <a:pt x="8984" y="13594"/>
                  </a:lnTo>
                  <a:lnTo>
                    <a:pt x="9702" y="8937"/>
                  </a:lnTo>
                  <a:cubicBezTo>
                    <a:pt x="9711" y="8937"/>
                    <a:pt x="9718" y="8939"/>
                    <a:pt x="9725" y="8940"/>
                  </a:cubicBezTo>
                  <a:lnTo>
                    <a:pt x="16523" y="13191"/>
                  </a:lnTo>
                  <a:cubicBezTo>
                    <a:pt x="17236" y="12432"/>
                    <a:pt x="15460" y="10632"/>
                    <a:pt x="15460" y="10632"/>
                  </a:cubicBezTo>
                  <a:lnTo>
                    <a:pt x="12907" y="7918"/>
                  </a:lnTo>
                  <a:cubicBezTo>
                    <a:pt x="12943" y="7864"/>
                    <a:pt x="12970" y="7804"/>
                    <a:pt x="12979" y="7737"/>
                  </a:cubicBezTo>
                  <a:lnTo>
                    <a:pt x="13097" y="6837"/>
                  </a:lnTo>
                  <a:cubicBezTo>
                    <a:pt x="13128" y="6600"/>
                    <a:pt x="12959" y="6383"/>
                    <a:pt x="12724" y="6352"/>
                  </a:cubicBezTo>
                  <a:lnTo>
                    <a:pt x="12139" y="6275"/>
                  </a:lnTo>
                  <a:cubicBezTo>
                    <a:pt x="12122" y="6273"/>
                    <a:pt x="12105" y="6272"/>
                    <a:pt x="12088" y="6272"/>
                  </a:cubicBezTo>
                  <a:cubicBezTo>
                    <a:pt x="11993" y="6272"/>
                    <a:pt x="11904" y="6303"/>
                    <a:pt x="11831" y="6356"/>
                  </a:cubicBezTo>
                  <a:lnTo>
                    <a:pt x="11822" y="6355"/>
                  </a:lnTo>
                  <a:lnTo>
                    <a:pt x="11821" y="6361"/>
                  </a:lnTo>
                  <a:cubicBezTo>
                    <a:pt x="11745" y="6419"/>
                    <a:pt x="11693" y="6505"/>
                    <a:pt x="11670" y="6603"/>
                  </a:cubicBezTo>
                  <a:lnTo>
                    <a:pt x="10374" y="5225"/>
                  </a:lnTo>
                  <a:lnTo>
                    <a:pt x="10289" y="5120"/>
                  </a:lnTo>
                  <a:cubicBezTo>
                    <a:pt x="10289" y="5120"/>
                    <a:pt x="10723" y="2169"/>
                    <a:pt x="10787" y="1434"/>
                  </a:cubicBezTo>
                  <a:cubicBezTo>
                    <a:pt x="10849" y="699"/>
                    <a:pt x="10130" y="0"/>
                    <a:pt x="10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2"/>
            <p:cNvSpPr/>
            <p:nvPr/>
          </p:nvSpPr>
          <p:spPr>
            <a:xfrm>
              <a:off x="6773225" y="912700"/>
              <a:ext cx="614750" cy="578525"/>
            </a:xfrm>
            <a:custGeom>
              <a:rect b="b" l="l" r="r" t="t"/>
              <a:pathLst>
                <a:path extrusionOk="0" h="23141" w="24590">
                  <a:moveTo>
                    <a:pt x="12272" y="521"/>
                  </a:moveTo>
                  <a:cubicBezTo>
                    <a:pt x="12754" y="521"/>
                    <a:pt x="13239" y="553"/>
                    <a:pt x="13725" y="615"/>
                  </a:cubicBezTo>
                  <a:cubicBezTo>
                    <a:pt x="19765" y="1404"/>
                    <a:pt x="24037" y="6959"/>
                    <a:pt x="23250" y="13000"/>
                  </a:cubicBezTo>
                  <a:cubicBezTo>
                    <a:pt x="22868" y="15926"/>
                    <a:pt x="21369" y="18527"/>
                    <a:pt x="19030" y="20326"/>
                  </a:cubicBezTo>
                  <a:cubicBezTo>
                    <a:pt x="17078" y="21827"/>
                    <a:pt x="14736" y="22619"/>
                    <a:pt x="12318" y="22619"/>
                  </a:cubicBezTo>
                  <a:cubicBezTo>
                    <a:pt x="11836" y="22619"/>
                    <a:pt x="11350" y="22587"/>
                    <a:pt x="10865" y="22524"/>
                  </a:cubicBezTo>
                  <a:cubicBezTo>
                    <a:pt x="4825" y="21735"/>
                    <a:pt x="552" y="16181"/>
                    <a:pt x="1340" y="10141"/>
                  </a:cubicBezTo>
                  <a:cubicBezTo>
                    <a:pt x="1722" y="7213"/>
                    <a:pt x="3220" y="4612"/>
                    <a:pt x="5560" y="2813"/>
                  </a:cubicBezTo>
                  <a:cubicBezTo>
                    <a:pt x="7510" y="1314"/>
                    <a:pt x="9850" y="521"/>
                    <a:pt x="12272" y="521"/>
                  </a:cubicBezTo>
                  <a:close/>
                  <a:moveTo>
                    <a:pt x="12272" y="0"/>
                  </a:moveTo>
                  <a:cubicBezTo>
                    <a:pt x="9737" y="0"/>
                    <a:pt x="7286" y="829"/>
                    <a:pt x="5243" y="2400"/>
                  </a:cubicBezTo>
                  <a:cubicBezTo>
                    <a:pt x="2793" y="4285"/>
                    <a:pt x="1224" y="7009"/>
                    <a:pt x="824" y="10073"/>
                  </a:cubicBezTo>
                  <a:cubicBezTo>
                    <a:pt x="0" y="16398"/>
                    <a:pt x="4473" y="22215"/>
                    <a:pt x="10798" y="23041"/>
                  </a:cubicBezTo>
                  <a:cubicBezTo>
                    <a:pt x="11307" y="23108"/>
                    <a:pt x="11815" y="23141"/>
                    <a:pt x="12319" y="23141"/>
                  </a:cubicBezTo>
                  <a:cubicBezTo>
                    <a:pt x="14853" y="23141"/>
                    <a:pt x="17304" y="22311"/>
                    <a:pt x="19347" y="20740"/>
                  </a:cubicBezTo>
                  <a:cubicBezTo>
                    <a:pt x="21796" y="18856"/>
                    <a:pt x="23365" y="16132"/>
                    <a:pt x="23766" y="13068"/>
                  </a:cubicBezTo>
                  <a:cubicBezTo>
                    <a:pt x="24589" y="6743"/>
                    <a:pt x="20116" y="925"/>
                    <a:pt x="13792" y="99"/>
                  </a:cubicBezTo>
                  <a:cubicBezTo>
                    <a:pt x="13283" y="33"/>
                    <a:pt x="12776" y="0"/>
                    <a:pt x="12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1" name="Shape 1631"/>
        <p:cNvGrpSpPr/>
        <p:nvPr/>
      </p:nvGrpSpPr>
      <p:grpSpPr>
        <a:xfrm>
          <a:off x="0" y="0"/>
          <a:ext cx="0" cy="0"/>
          <a:chOff x="0" y="0"/>
          <a:chExt cx="0" cy="0"/>
        </a:xfrm>
      </p:grpSpPr>
      <p:sp>
        <p:nvSpPr>
          <p:cNvPr id="1632" name="Google Shape;1632;p43"/>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Details</a:t>
            </a:r>
            <a:endParaRPr/>
          </a:p>
          <a:p>
            <a:pPr indent="0" lvl="0" marL="0" rtl="0" algn="ctr">
              <a:spcBef>
                <a:spcPts val="0"/>
              </a:spcBef>
              <a:spcAft>
                <a:spcPts val="0"/>
              </a:spcAft>
              <a:buNone/>
            </a:pPr>
            <a:r>
              <a:t/>
            </a:r>
            <a:endParaRPr/>
          </a:p>
        </p:txBody>
      </p:sp>
      <p:sp>
        <p:nvSpPr>
          <p:cNvPr id="1633" name="Google Shape;1633;p43"/>
          <p:cNvSpPr txBox="1"/>
          <p:nvPr>
            <p:ph idx="2" type="title"/>
          </p:nvPr>
        </p:nvSpPr>
        <p:spPr>
          <a:xfrm>
            <a:off x="1853113" y="1829200"/>
            <a:ext cx="2258100" cy="43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a:p>
            <a:pPr indent="0" lvl="0" marL="0" rtl="0" algn="ctr">
              <a:spcBef>
                <a:spcPts val="0"/>
              </a:spcBef>
              <a:spcAft>
                <a:spcPts val="0"/>
              </a:spcAft>
              <a:buNone/>
            </a:pPr>
            <a:r>
              <a:t/>
            </a:r>
            <a:endParaRPr/>
          </a:p>
        </p:txBody>
      </p:sp>
      <p:sp>
        <p:nvSpPr>
          <p:cNvPr id="1634" name="Google Shape;1634;p43"/>
          <p:cNvSpPr txBox="1"/>
          <p:nvPr>
            <p:ph idx="1" type="subTitle"/>
          </p:nvPr>
        </p:nvSpPr>
        <p:spPr>
          <a:xfrm>
            <a:off x="1853113" y="2267775"/>
            <a:ext cx="2258100" cy="5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Die Venus ist fast so groß wie die Erde</a:t>
            </a:r>
            <a:endParaRPr/>
          </a:p>
          <a:p>
            <a:pPr indent="0" lvl="0" marL="0" rtl="0" algn="ctr">
              <a:spcBef>
                <a:spcPts val="0"/>
              </a:spcBef>
              <a:spcAft>
                <a:spcPts val="1600"/>
              </a:spcAft>
              <a:buNone/>
            </a:pPr>
            <a:r>
              <a:t/>
            </a:r>
            <a:endParaRPr/>
          </a:p>
        </p:txBody>
      </p:sp>
      <p:sp>
        <p:nvSpPr>
          <p:cNvPr id="1635" name="Google Shape;1635;p43"/>
          <p:cNvSpPr txBox="1"/>
          <p:nvPr>
            <p:ph idx="3" type="title"/>
          </p:nvPr>
        </p:nvSpPr>
        <p:spPr>
          <a:xfrm>
            <a:off x="5032788" y="1829200"/>
            <a:ext cx="2258100" cy="43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a:p>
            <a:pPr indent="0" lvl="0" marL="0" rtl="0" algn="ctr">
              <a:spcBef>
                <a:spcPts val="0"/>
              </a:spcBef>
              <a:spcAft>
                <a:spcPts val="0"/>
              </a:spcAft>
              <a:buNone/>
            </a:pPr>
            <a:r>
              <a:t/>
            </a:r>
            <a:endParaRPr/>
          </a:p>
        </p:txBody>
      </p:sp>
      <p:sp>
        <p:nvSpPr>
          <p:cNvPr id="1636" name="Google Shape;1636;p43"/>
          <p:cNvSpPr txBox="1"/>
          <p:nvPr>
            <p:ph idx="4" type="subTitle"/>
          </p:nvPr>
        </p:nvSpPr>
        <p:spPr>
          <a:xfrm>
            <a:off x="5032781" y="2267775"/>
            <a:ext cx="2258100" cy="564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ist der größte Planet von allen</a:t>
            </a:r>
            <a:endParaRPr/>
          </a:p>
        </p:txBody>
      </p:sp>
      <p:sp>
        <p:nvSpPr>
          <p:cNvPr id="1637" name="Google Shape;1637;p43"/>
          <p:cNvSpPr txBox="1"/>
          <p:nvPr>
            <p:ph idx="5" type="title"/>
          </p:nvPr>
        </p:nvSpPr>
        <p:spPr>
          <a:xfrm>
            <a:off x="1853113" y="3599701"/>
            <a:ext cx="2258100" cy="43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a:p>
            <a:pPr indent="0" lvl="0" marL="0" rtl="0" algn="ctr">
              <a:spcBef>
                <a:spcPts val="0"/>
              </a:spcBef>
              <a:spcAft>
                <a:spcPts val="0"/>
              </a:spcAft>
              <a:buNone/>
            </a:pPr>
            <a:r>
              <a:t/>
            </a:r>
            <a:endParaRPr/>
          </a:p>
        </p:txBody>
      </p:sp>
      <p:sp>
        <p:nvSpPr>
          <p:cNvPr id="1638" name="Google Shape;1638;p43"/>
          <p:cNvSpPr txBox="1"/>
          <p:nvPr>
            <p:ph idx="6" type="subTitle"/>
          </p:nvPr>
        </p:nvSpPr>
        <p:spPr>
          <a:xfrm>
            <a:off x="1853125" y="4039200"/>
            <a:ext cx="2258100" cy="564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Obwohl er rot ist, ist der Mars sehr kalt</a:t>
            </a:r>
            <a:endParaRPr/>
          </a:p>
        </p:txBody>
      </p:sp>
      <p:sp>
        <p:nvSpPr>
          <p:cNvPr id="1639" name="Google Shape;1639;p43"/>
          <p:cNvSpPr txBox="1"/>
          <p:nvPr>
            <p:ph idx="7" type="title"/>
          </p:nvPr>
        </p:nvSpPr>
        <p:spPr>
          <a:xfrm>
            <a:off x="5032784" y="3599701"/>
            <a:ext cx="2258100" cy="43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a:p>
            <a:pPr indent="0" lvl="0" marL="0" rtl="0" algn="ctr">
              <a:spcBef>
                <a:spcPts val="0"/>
              </a:spcBef>
              <a:spcAft>
                <a:spcPts val="0"/>
              </a:spcAft>
              <a:buNone/>
            </a:pPr>
            <a:r>
              <a:t/>
            </a:r>
            <a:endParaRPr/>
          </a:p>
        </p:txBody>
      </p:sp>
      <p:sp>
        <p:nvSpPr>
          <p:cNvPr id="1640" name="Google Shape;1640;p43"/>
          <p:cNvSpPr txBox="1"/>
          <p:nvPr>
            <p:ph idx="8" type="subTitle"/>
          </p:nvPr>
        </p:nvSpPr>
        <p:spPr>
          <a:xfrm>
            <a:off x="5032799" y="4039200"/>
            <a:ext cx="2258100" cy="564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Der Saturn ist der Planet mit Ringen</a:t>
            </a:r>
            <a:endParaRPr/>
          </a:p>
        </p:txBody>
      </p:sp>
      <p:grpSp>
        <p:nvGrpSpPr>
          <p:cNvPr id="1641" name="Google Shape;1641;p43"/>
          <p:cNvGrpSpPr/>
          <p:nvPr/>
        </p:nvGrpSpPr>
        <p:grpSpPr>
          <a:xfrm>
            <a:off x="5890516" y="3101496"/>
            <a:ext cx="542631" cy="522981"/>
            <a:chOff x="7134129" y="3947253"/>
            <a:chExt cx="542631" cy="522981"/>
          </a:xfrm>
        </p:grpSpPr>
        <p:sp>
          <p:nvSpPr>
            <p:cNvPr id="1642" name="Google Shape;1642;p43"/>
            <p:cNvSpPr/>
            <p:nvPr/>
          </p:nvSpPr>
          <p:spPr>
            <a:xfrm>
              <a:off x="7205858" y="4040392"/>
              <a:ext cx="15534" cy="15600"/>
            </a:xfrm>
            <a:custGeom>
              <a:rect b="b" l="l" r="r" t="t"/>
              <a:pathLst>
                <a:path extrusionOk="0" h="470" w="468">
                  <a:moveTo>
                    <a:pt x="1" y="1"/>
                  </a:moveTo>
                  <a:lnTo>
                    <a:pt x="1" y="469"/>
                  </a:lnTo>
                  <a:lnTo>
                    <a:pt x="468" y="469"/>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3"/>
            <p:cNvSpPr/>
            <p:nvPr/>
          </p:nvSpPr>
          <p:spPr>
            <a:xfrm>
              <a:off x="7496060" y="4203002"/>
              <a:ext cx="139807" cy="139807"/>
            </a:xfrm>
            <a:custGeom>
              <a:rect b="b" l="l" r="r" t="t"/>
              <a:pathLst>
                <a:path extrusionOk="0" h="4212" w="4212">
                  <a:moveTo>
                    <a:pt x="2106" y="469"/>
                  </a:moveTo>
                  <a:cubicBezTo>
                    <a:pt x="3010" y="469"/>
                    <a:pt x="3744" y="1203"/>
                    <a:pt x="3744" y="2107"/>
                  </a:cubicBezTo>
                  <a:cubicBezTo>
                    <a:pt x="3744" y="3010"/>
                    <a:pt x="3010" y="3745"/>
                    <a:pt x="2106" y="3745"/>
                  </a:cubicBezTo>
                  <a:cubicBezTo>
                    <a:pt x="1202" y="3745"/>
                    <a:pt x="468" y="3011"/>
                    <a:pt x="468" y="2107"/>
                  </a:cubicBezTo>
                  <a:cubicBezTo>
                    <a:pt x="468" y="1204"/>
                    <a:pt x="1202" y="469"/>
                    <a:pt x="2106" y="469"/>
                  </a:cubicBezTo>
                  <a:close/>
                  <a:moveTo>
                    <a:pt x="2106" y="1"/>
                  </a:moveTo>
                  <a:cubicBezTo>
                    <a:pt x="944" y="1"/>
                    <a:pt x="0" y="946"/>
                    <a:pt x="0" y="2106"/>
                  </a:cubicBezTo>
                  <a:cubicBezTo>
                    <a:pt x="0" y="3266"/>
                    <a:pt x="944" y="4212"/>
                    <a:pt x="2106" y="4212"/>
                  </a:cubicBezTo>
                  <a:cubicBezTo>
                    <a:pt x="3266" y="4212"/>
                    <a:pt x="4211" y="3266"/>
                    <a:pt x="4211" y="2106"/>
                  </a:cubicBezTo>
                  <a:cubicBezTo>
                    <a:pt x="4211" y="946"/>
                    <a:pt x="3266" y="1"/>
                    <a:pt x="2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3"/>
            <p:cNvSpPr/>
            <p:nvPr/>
          </p:nvSpPr>
          <p:spPr>
            <a:xfrm>
              <a:off x="7441690" y="4172000"/>
              <a:ext cx="235069" cy="298235"/>
            </a:xfrm>
            <a:custGeom>
              <a:rect b="b" l="l" r="r" t="t"/>
              <a:pathLst>
                <a:path extrusionOk="0" h="8985" w="7082">
                  <a:moveTo>
                    <a:pt x="3744" y="468"/>
                  </a:moveTo>
                  <a:cubicBezTo>
                    <a:pt x="4403" y="468"/>
                    <a:pt x="5062" y="718"/>
                    <a:pt x="5564" y="1220"/>
                  </a:cubicBezTo>
                  <a:cubicBezTo>
                    <a:pt x="6567" y="2223"/>
                    <a:pt x="6567" y="3857"/>
                    <a:pt x="5564" y="4860"/>
                  </a:cubicBezTo>
                  <a:lnTo>
                    <a:pt x="3744" y="6680"/>
                  </a:lnTo>
                  <a:lnTo>
                    <a:pt x="1924" y="4860"/>
                  </a:lnTo>
                  <a:cubicBezTo>
                    <a:pt x="920" y="3857"/>
                    <a:pt x="920" y="2224"/>
                    <a:pt x="1924" y="1220"/>
                  </a:cubicBezTo>
                  <a:cubicBezTo>
                    <a:pt x="2425" y="718"/>
                    <a:pt x="3084" y="468"/>
                    <a:pt x="3744" y="468"/>
                  </a:cubicBezTo>
                  <a:close/>
                  <a:moveTo>
                    <a:pt x="4663" y="6425"/>
                  </a:moveTo>
                  <a:cubicBezTo>
                    <a:pt x="5092" y="6559"/>
                    <a:pt x="5382" y="6785"/>
                    <a:pt x="5382" y="6996"/>
                  </a:cubicBezTo>
                  <a:cubicBezTo>
                    <a:pt x="5382" y="7327"/>
                    <a:pt x="4681" y="7698"/>
                    <a:pt x="3744" y="7698"/>
                  </a:cubicBezTo>
                  <a:cubicBezTo>
                    <a:pt x="2807" y="7698"/>
                    <a:pt x="2106" y="7327"/>
                    <a:pt x="2106" y="6996"/>
                  </a:cubicBezTo>
                  <a:cubicBezTo>
                    <a:pt x="2106" y="6785"/>
                    <a:pt x="2395" y="6559"/>
                    <a:pt x="2824" y="6425"/>
                  </a:cubicBezTo>
                  <a:lnTo>
                    <a:pt x="3744" y="7343"/>
                  </a:lnTo>
                  <a:lnTo>
                    <a:pt x="4663" y="6425"/>
                  </a:lnTo>
                  <a:close/>
                  <a:moveTo>
                    <a:pt x="5297" y="5790"/>
                  </a:moveTo>
                  <a:cubicBezTo>
                    <a:pt x="5938" y="6081"/>
                    <a:pt x="6317" y="6524"/>
                    <a:pt x="6317" y="6996"/>
                  </a:cubicBezTo>
                  <a:cubicBezTo>
                    <a:pt x="6318" y="7382"/>
                    <a:pt x="6065" y="7751"/>
                    <a:pt x="5605" y="8038"/>
                  </a:cubicBezTo>
                  <a:cubicBezTo>
                    <a:pt x="5111" y="8346"/>
                    <a:pt x="4451" y="8516"/>
                    <a:pt x="3744" y="8516"/>
                  </a:cubicBezTo>
                  <a:cubicBezTo>
                    <a:pt x="3036" y="8516"/>
                    <a:pt x="2376" y="8346"/>
                    <a:pt x="1882" y="8038"/>
                  </a:cubicBezTo>
                  <a:cubicBezTo>
                    <a:pt x="1423" y="7751"/>
                    <a:pt x="1170" y="7379"/>
                    <a:pt x="1170" y="6996"/>
                  </a:cubicBezTo>
                  <a:cubicBezTo>
                    <a:pt x="1170" y="6524"/>
                    <a:pt x="1548" y="6079"/>
                    <a:pt x="2190" y="5790"/>
                  </a:cubicBezTo>
                  <a:lnTo>
                    <a:pt x="2459" y="6060"/>
                  </a:lnTo>
                  <a:cubicBezTo>
                    <a:pt x="1944" y="6275"/>
                    <a:pt x="1637" y="6616"/>
                    <a:pt x="1637" y="6996"/>
                  </a:cubicBezTo>
                  <a:cubicBezTo>
                    <a:pt x="1637" y="7340"/>
                    <a:pt x="1878" y="7648"/>
                    <a:pt x="2315" y="7867"/>
                  </a:cubicBezTo>
                  <a:cubicBezTo>
                    <a:pt x="2700" y="8060"/>
                    <a:pt x="3208" y="8165"/>
                    <a:pt x="3744" y="8165"/>
                  </a:cubicBezTo>
                  <a:cubicBezTo>
                    <a:pt x="4279" y="8165"/>
                    <a:pt x="4786" y="8060"/>
                    <a:pt x="5172" y="7867"/>
                  </a:cubicBezTo>
                  <a:cubicBezTo>
                    <a:pt x="5608" y="7648"/>
                    <a:pt x="5849" y="7340"/>
                    <a:pt x="5849" y="6996"/>
                  </a:cubicBezTo>
                  <a:cubicBezTo>
                    <a:pt x="5849" y="6614"/>
                    <a:pt x="5543" y="6275"/>
                    <a:pt x="5027" y="6060"/>
                  </a:cubicBezTo>
                  <a:lnTo>
                    <a:pt x="5297" y="5790"/>
                  </a:lnTo>
                  <a:close/>
                  <a:moveTo>
                    <a:pt x="3743" y="0"/>
                  </a:moveTo>
                  <a:cubicBezTo>
                    <a:pt x="2965" y="0"/>
                    <a:pt x="2186" y="297"/>
                    <a:pt x="1593" y="890"/>
                  </a:cubicBezTo>
                  <a:cubicBezTo>
                    <a:pt x="406" y="2077"/>
                    <a:pt x="406" y="4006"/>
                    <a:pt x="1593" y="5192"/>
                  </a:cubicBezTo>
                  <a:lnTo>
                    <a:pt x="1840" y="5439"/>
                  </a:lnTo>
                  <a:cubicBezTo>
                    <a:pt x="1212" y="5765"/>
                    <a:pt x="814" y="6237"/>
                    <a:pt x="723" y="6762"/>
                  </a:cubicBezTo>
                  <a:lnTo>
                    <a:pt x="0" y="6762"/>
                  </a:lnTo>
                  <a:lnTo>
                    <a:pt x="0" y="7229"/>
                  </a:lnTo>
                  <a:lnTo>
                    <a:pt x="723" y="7229"/>
                  </a:lnTo>
                  <a:cubicBezTo>
                    <a:pt x="803" y="7692"/>
                    <a:pt x="1119" y="8113"/>
                    <a:pt x="1635" y="8434"/>
                  </a:cubicBezTo>
                  <a:cubicBezTo>
                    <a:pt x="2203" y="8789"/>
                    <a:pt x="2952" y="8984"/>
                    <a:pt x="3745" y="8984"/>
                  </a:cubicBezTo>
                  <a:cubicBezTo>
                    <a:pt x="4539" y="8984"/>
                    <a:pt x="5287" y="8789"/>
                    <a:pt x="5855" y="8434"/>
                  </a:cubicBezTo>
                  <a:cubicBezTo>
                    <a:pt x="6455" y="8059"/>
                    <a:pt x="6786" y="7548"/>
                    <a:pt x="6786" y="6995"/>
                  </a:cubicBezTo>
                  <a:cubicBezTo>
                    <a:pt x="6785" y="6376"/>
                    <a:pt x="6366" y="5812"/>
                    <a:pt x="5648" y="5439"/>
                  </a:cubicBezTo>
                  <a:lnTo>
                    <a:pt x="5895" y="5192"/>
                  </a:lnTo>
                  <a:cubicBezTo>
                    <a:pt x="7081" y="4006"/>
                    <a:pt x="7081" y="2077"/>
                    <a:pt x="5895" y="890"/>
                  </a:cubicBezTo>
                  <a:cubicBezTo>
                    <a:pt x="5301" y="297"/>
                    <a:pt x="4522" y="0"/>
                    <a:pt x="37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3"/>
            <p:cNvSpPr/>
            <p:nvPr/>
          </p:nvSpPr>
          <p:spPr>
            <a:xfrm>
              <a:off x="7174989" y="3978288"/>
              <a:ext cx="139840" cy="139807"/>
            </a:xfrm>
            <a:custGeom>
              <a:rect b="b" l="l" r="r" t="t"/>
              <a:pathLst>
                <a:path extrusionOk="0" h="4212" w="4213">
                  <a:moveTo>
                    <a:pt x="2106" y="468"/>
                  </a:moveTo>
                  <a:cubicBezTo>
                    <a:pt x="3010" y="468"/>
                    <a:pt x="3744" y="1203"/>
                    <a:pt x="3744" y="2106"/>
                  </a:cubicBezTo>
                  <a:cubicBezTo>
                    <a:pt x="3744" y="3010"/>
                    <a:pt x="3009" y="3745"/>
                    <a:pt x="2106" y="3745"/>
                  </a:cubicBezTo>
                  <a:cubicBezTo>
                    <a:pt x="1204" y="3745"/>
                    <a:pt x="469" y="3010"/>
                    <a:pt x="469" y="2106"/>
                  </a:cubicBezTo>
                  <a:cubicBezTo>
                    <a:pt x="469" y="1203"/>
                    <a:pt x="1204" y="468"/>
                    <a:pt x="2106" y="468"/>
                  </a:cubicBezTo>
                  <a:close/>
                  <a:moveTo>
                    <a:pt x="2106" y="1"/>
                  </a:moveTo>
                  <a:cubicBezTo>
                    <a:pt x="946" y="1"/>
                    <a:pt x="1" y="945"/>
                    <a:pt x="1" y="2106"/>
                  </a:cubicBezTo>
                  <a:cubicBezTo>
                    <a:pt x="1" y="3267"/>
                    <a:pt x="946" y="4212"/>
                    <a:pt x="2106" y="4212"/>
                  </a:cubicBezTo>
                  <a:cubicBezTo>
                    <a:pt x="3268" y="4212"/>
                    <a:pt x="4213" y="3267"/>
                    <a:pt x="4213" y="2106"/>
                  </a:cubicBezTo>
                  <a:cubicBezTo>
                    <a:pt x="4213" y="945"/>
                    <a:pt x="3268" y="1"/>
                    <a:pt x="2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3"/>
            <p:cNvSpPr/>
            <p:nvPr/>
          </p:nvSpPr>
          <p:spPr>
            <a:xfrm>
              <a:off x="7134129" y="3947253"/>
              <a:ext cx="306002" cy="357317"/>
            </a:xfrm>
            <a:custGeom>
              <a:rect b="b" l="l" r="r" t="t"/>
              <a:pathLst>
                <a:path extrusionOk="0" h="10765" w="9219">
                  <a:moveTo>
                    <a:pt x="3337" y="468"/>
                  </a:moveTo>
                  <a:cubicBezTo>
                    <a:pt x="3997" y="468"/>
                    <a:pt x="4656" y="720"/>
                    <a:pt x="5157" y="1221"/>
                  </a:cubicBezTo>
                  <a:cubicBezTo>
                    <a:pt x="6161" y="2224"/>
                    <a:pt x="6161" y="3858"/>
                    <a:pt x="5157" y="4862"/>
                  </a:cubicBezTo>
                  <a:lnTo>
                    <a:pt x="3337" y="6682"/>
                  </a:lnTo>
                  <a:lnTo>
                    <a:pt x="1517" y="4862"/>
                  </a:lnTo>
                  <a:cubicBezTo>
                    <a:pt x="513" y="3858"/>
                    <a:pt x="513" y="2224"/>
                    <a:pt x="1517" y="1221"/>
                  </a:cubicBezTo>
                  <a:cubicBezTo>
                    <a:pt x="2019" y="720"/>
                    <a:pt x="2679" y="468"/>
                    <a:pt x="3337" y="468"/>
                  </a:cubicBezTo>
                  <a:close/>
                  <a:moveTo>
                    <a:pt x="4256" y="6424"/>
                  </a:moveTo>
                  <a:cubicBezTo>
                    <a:pt x="4685" y="6559"/>
                    <a:pt x="4974" y="6785"/>
                    <a:pt x="4974" y="6996"/>
                  </a:cubicBezTo>
                  <a:cubicBezTo>
                    <a:pt x="4974" y="7327"/>
                    <a:pt x="4273" y="7697"/>
                    <a:pt x="3336" y="7697"/>
                  </a:cubicBezTo>
                  <a:cubicBezTo>
                    <a:pt x="2399" y="7697"/>
                    <a:pt x="1698" y="7326"/>
                    <a:pt x="1698" y="6996"/>
                  </a:cubicBezTo>
                  <a:cubicBezTo>
                    <a:pt x="1698" y="6785"/>
                    <a:pt x="1988" y="6559"/>
                    <a:pt x="2417" y="6424"/>
                  </a:cubicBezTo>
                  <a:lnTo>
                    <a:pt x="3336" y="7344"/>
                  </a:lnTo>
                  <a:lnTo>
                    <a:pt x="4256" y="6424"/>
                  </a:lnTo>
                  <a:close/>
                  <a:moveTo>
                    <a:pt x="4892" y="5791"/>
                  </a:moveTo>
                  <a:cubicBezTo>
                    <a:pt x="5533" y="6082"/>
                    <a:pt x="5911" y="6525"/>
                    <a:pt x="5911" y="6997"/>
                  </a:cubicBezTo>
                  <a:cubicBezTo>
                    <a:pt x="5911" y="7381"/>
                    <a:pt x="5658" y="7752"/>
                    <a:pt x="5199" y="8039"/>
                  </a:cubicBezTo>
                  <a:cubicBezTo>
                    <a:pt x="4706" y="8348"/>
                    <a:pt x="4045" y="8517"/>
                    <a:pt x="3337" y="8517"/>
                  </a:cubicBezTo>
                  <a:cubicBezTo>
                    <a:pt x="2631" y="8517"/>
                    <a:pt x="1970" y="8348"/>
                    <a:pt x="1476" y="8039"/>
                  </a:cubicBezTo>
                  <a:cubicBezTo>
                    <a:pt x="1018" y="7752"/>
                    <a:pt x="764" y="7381"/>
                    <a:pt x="764" y="6997"/>
                  </a:cubicBezTo>
                  <a:cubicBezTo>
                    <a:pt x="764" y="6525"/>
                    <a:pt x="1143" y="6080"/>
                    <a:pt x="1784" y="5791"/>
                  </a:cubicBezTo>
                  <a:lnTo>
                    <a:pt x="2054" y="6061"/>
                  </a:lnTo>
                  <a:cubicBezTo>
                    <a:pt x="1538" y="6275"/>
                    <a:pt x="1232" y="6617"/>
                    <a:pt x="1232" y="6997"/>
                  </a:cubicBezTo>
                  <a:cubicBezTo>
                    <a:pt x="1232" y="7340"/>
                    <a:pt x="1473" y="7650"/>
                    <a:pt x="1909" y="7868"/>
                  </a:cubicBezTo>
                  <a:cubicBezTo>
                    <a:pt x="2294" y="8060"/>
                    <a:pt x="2803" y="8167"/>
                    <a:pt x="3337" y="8167"/>
                  </a:cubicBezTo>
                  <a:cubicBezTo>
                    <a:pt x="3873" y="8167"/>
                    <a:pt x="4381" y="8060"/>
                    <a:pt x="4767" y="7868"/>
                  </a:cubicBezTo>
                  <a:cubicBezTo>
                    <a:pt x="5203" y="7650"/>
                    <a:pt x="5443" y="7340"/>
                    <a:pt x="5443" y="6997"/>
                  </a:cubicBezTo>
                  <a:cubicBezTo>
                    <a:pt x="5443" y="6616"/>
                    <a:pt x="5137" y="6275"/>
                    <a:pt x="4621" y="6061"/>
                  </a:cubicBezTo>
                  <a:lnTo>
                    <a:pt x="4892" y="5791"/>
                  </a:lnTo>
                  <a:close/>
                  <a:moveTo>
                    <a:pt x="3338" y="1"/>
                  </a:moveTo>
                  <a:cubicBezTo>
                    <a:pt x="2559" y="1"/>
                    <a:pt x="1780" y="298"/>
                    <a:pt x="1186" y="891"/>
                  </a:cubicBezTo>
                  <a:cubicBezTo>
                    <a:pt x="0" y="2078"/>
                    <a:pt x="0" y="4006"/>
                    <a:pt x="1186" y="5194"/>
                  </a:cubicBezTo>
                  <a:lnTo>
                    <a:pt x="1433" y="5441"/>
                  </a:lnTo>
                  <a:cubicBezTo>
                    <a:pt x="715" y="5813"/>
                    <a:pt x="296" y="6379"/>
                    <a:pt x="296" y="6997"/>
                  </a:cubicBezTo>
                  <a:cubicBezTo>
                    <a:pt x="296" y="7549"/>
                    <a:pt x="627" y="8060"/>
                    <a:pt x="1228" y="8437"/>
                  </a:cubicBezTo>
                  <a:cubicBezTo>
                    <a:pt x="1795" y="8791"/>
                    <a:pt x="2544" y="8986"/>
                    <a:pt x="3337" y="8986"/>
                  </a:cubicBezTo>
                  <a:cubicBezTo>
                    <a:pt x="4132" y="8986"/>
                    <a:pt x="4880" y="8791"/>
                    <a:pt x="5447" y="8437"/>
                  </a:cubicBezTo>
                  <a:cubicBezTo>
                    <a:pt x="5959" y="8116"/>
                    <a:pt x="6276" y="7697"/>
                    <a:pt x="6359" y="7240"/>
                  </a:cubicBezTo>
                  <a:lnTo>
                    <a:pt x="7223" y="7240"/>
                  </a:lnTo>
                  <a:cubicBezTo>
                    <a:pt x="7631" y="7240"/>
                    <a:pt x="8015" y="7398"/>
                    <a:pt x="8303" y="7687"/>
                  </a:cubicBezTo>
                  <a:cubicBezTo>
                    <a:pt x="8591" y="7975"/>
                    <a:pt x="8750" y="8359"/>
                    <a:pt x="8750" y="8768"/>
                  </a:cubicBezTo>
                  <a:cubicBezTo>
                    <a:pt x="8750" y="9604"/>
                    <a:pt x="8071" y="10290"/>
                    <a:pt x="7235" y="10297"/>
                  </a:cubicBezTo>
                  <a:lnTo>
                    <a:pt x="7239" y="10765"/>
                  </a:lnTo>
                  <a:cubicBezTo>
                    <a:pt x="8330" y="10756"/>
                    <a:pt x="9219" y="9860"/>
                    <a:pt x="9219" y="8768"/>
                  </a:cubicBezTo>
                  <a:cubicBezTo>
                    <a:pt x="9219" y="8233"/>
                    <a:pt x="9012" y="7731"/>
                    <a:pt x="8634" y="7355"/>
                  </a:cubicBezTo>
                  <a:cubicBezTo>
                    <a:pt x="8257" y="6977"/>
                    <a:pt x="7755" y="6771"/>
                    <a:pt x="7223" y="6771"/>
                  </a:cubicBezTo>
                  <a:lnTo>
                    <a:pt x="6360" y="6771"/>
                  </a:lnTo>
                  <a:cubicBezTo>
                    <a:pt x="6270" y="6242"/>
                    <a:pt x="5871" y="5767"/>
                    <a:pt x="5241" y="5441"/>
                  </a:cubicBezTo>
                  <a:lnTo>
                    <a:pt x="5488" y="5194"/>
                  </a:lnTo>
                  <a:cubicBezTo>
                    <a:pt x="6676" y="4007"/>
                    <a:pt x="6676" y="2078"/>
                    <a:pt x="5488" y="891"/>
                  </a:cubicBezTo>
                  <a:cubicBezTo>
                    <a:pt x="4895" y="298"/>
                    <a:pt x="4117" y="1"/>
                    <a:pt x="3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3"/>
            <p:cNvSpPr/>
            <p:nvPr/>
          </p:nvSpPr>
          <p:spPr>
            <a:xfrm>
              <a:off x="7343308" y="4289003"/>
              <a:ext cx="15534" cy="15534"/>
            </a:xfrm>
            <a:custGeom>
              <a:rect b="b" l="l" r="r" t="t"/>
              <a:pathLst>
                <a:path extrusionOk="0" h="468" w="468">
                  <a:moveTo>
                    <a:pt x="0" y="0"/>
                  </a:moveTo>
                  <a:lnTo>
                    <a:pt x="0" y="468"/>
                  </a:lnTo>
                  <a:lnTo>
                    <a:pt x="468" y="468"/>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3"/>
            <p:cNvSpPr/>
            <p:nvPr/>
          </p:nvSpPr>
          <p:spPr>
            <a:xfrm>
              <a:off x="7410556" y="4396448"/>
              <a:ext cx="15567" cy="15534"/>
            </a:xfrm>
            <a:custGeom>
              <a:rect b="b" l="l" r="r" t="t"/>
              <a:pathLst>
                <a:path extrusionOk="0" h="468" w="469">
                  <a:moveTo>
                    <a:pt x="0" y="0"/>
                  </a:moveTo>
                  <a:lnTo>
                    <a:pt x="0" y="467"/>
                  </a:lnTo>
                  <a:lnTo>
                    <a:pt x="469" y="467"/>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3"/>
            <p:cNvSpPr/>
            <p:nvPr/>
          </p:nvSpPr>
          <p:spPr>
            <a:xfrm>
              <a:off x="7234536" y="4396448"/>
              <a:ext cx="15534" cy="15534"/>
            </a:xfrm>
            <a:custGeom>
              <a:rect b="b" l="l" r="r" t="t"/>
              <a:pathLst>
                <a:path extrusionOk="0" h="468" w="468">
                  <a:moveTo>
                    <a:pt x="0" y="0"/>
                  </a:moveTo>
                  <a:lnTo>
                    <a:pt x="0" y="467"/>
                  </a:lnTo>
                  <a:lnTo>
                    <a:pt x="467" y="467"/>
                  </a:lnTo>
                  <a:lnTo>
                    <a:pt x="4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3"/>
            <p:cNvSpPr/>
            <p:nvPr/>
          </p:nvSpPr>
          <p:spPr>
            <a:xfrm>
              <a:off x="7143887" y="4257935"/>
              <a:ext cx="183853" cy="154046"/>
            </a:xfrm>
            <a:custGeom>
              <a:rect b="b" l="l" r="r" t="t"/>
              <a:pathLst>
                <a:path extrusionOk="0" h="4641" w="5539">
                  <a:moveTo>
                    <a:pt x="3667" y="468"/>
                  </a:moveTo>
                  <a:cubicBezTo>
                    <a:pt x="4054" y="468"/>
                    <a:pt x="4369" y="783"/>
                    <a:pt x="4369" y="1170"/>
                  </a:cubicBezTo>
                  <a:cubicBezTo>
                    <a:pt x="4369" y="1557"/>
                    <a:pt x="4055" y="1872"/>
                    <a:pt x="3667" y="1872"/>
                  </a:cubicBezTo>
                  <a:cubicBezTo>
                    <a:pt x="3280" y="1872"/>
                    <a:pt x="2965" y="1557"/>
                    <a:pt x="2965" y="1170"/>
                  </a:cubicBezTo>
                  <a:cubicBezTo>
                    <a:pt x="2965" y="783"/>
                    <a:pt x="3280" y="468"/>
                    <a:pt x="3667" y="468"/>
                  </a:cubicBezTo>
                  <a:close/>
                  <a:moveTo>
                    <a:pt x="3667" y="0"/>
                  </a:moveTo>
                  <a:cubicBezTo>
                    <a:pt x="3102" y="0"/>
                    <a:pt x="2629" y="402"/>
                    <a:pt x="2520" y="936"/>
                  </a:cubicBezTo>
                  <a:lnTo>
                    <a:pt x="1853" y="936"/>
                  </a:lnTo>
                  <a:cubicBezTo>
                    <a:pt x="831" y="936"/>
                    <a:pt x="1" y="1767"/>
                    <a:pt x="1" y="2788"/>
                  </a:cubicBezTo>
                  <a:cubicBezTo>
                    <a:pt x="1" y="3809"/>
                    <a:pt x="831" y="4640"/>
                    <a:pt x="1853" y="4640"/>
                  </a:cubicBezTo>
                  <a:lnTo>
                    <a:pt x="2263" y="4640"/>
                  </a:lnTo>
                  <a:lnTo>
                    <a:pt x="2263" y="4173"/>
                  </a:lnTo>
                  <a:lnTo>
                    <a:pt x="1853" y="4173"/>
                  </a:lnTo>
                  <a:cubicBezTo>
                    <a:pt x="1089" y="4173"/>
                    <a:pt x="468" y="3553"/>
                    <a:pt x="468" y="2788"/>
                  </a:cubicBezTo>
                  <a:cubicBezTo>
                    <a:pt x="468" y="2024"/>
                    <a:pt x="1089" y="1404"/>
                    <a:pt x="1853" y="1404"/>
                  </a:cubicBezTo>
                  <a:lnTo>
                    <a:pt x="2520" y="1404"/>
                  </a:lnTo>
                  <a:cubicBezTo>
                    <a:pt x="2629" y="1937"/>
                    <a:pt x="3102" y="2339"/>
                    <a:pt x="3667" y="2339"/>
                  </a:cubicBezTo>
                  <a:cubicBezTo>
                    <a:pt x="4232" y="2339"/>
                    <a:pt x="4705" y="1937"/>
                    <a:pt x="4814" y="1404"/>
                  </a:cubicBezTo>
                  <a:lnTo>
                    <a:pt x="5539" y="1404"/>
                  </a:lnTo>
                  <a:lnTo>
                    <a:pt x="5539" y="936"/>
                  </a:lnTo>
                  <a:lnTo>
                    <a:pt x="4814" y="936"/>
                  </a:lnTo>
                  <a:cubicBezTo>
                    <a:pt x="4705" y="402"/>
                    <a:pt x="4232" y="0"/>
                    <a:pt x="3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3"/>
            <p:cNvSpPr/>
            <p:nvPr/>
          </p:nvSpPr>
          <p:spPr>
            <a:xfrm>
              <a:off x="7265571" y="4365612"/>
              <a:ext cx="129484" cy="77704"/>
            </a:xfrm>
            <a:custGeom>
              <a:rect b="b" l="l" r="r" t="t"/>
              <a:pathLst>
                <a:path extrusionOk="0" h="2341" w="3901">
                  <a:moveTo>
                    <a:pt x="1874" y="469"/>
                  </a:moveTo>
                  <a:cubicBezTo>
                    <a:pt x="2261" y="469"/>
                    <a:pt x="2576" y="784"/>
                    <a:pt x="2576" y="1171"/>
                  </a:cubicBezTo>
                  <a:cubicBezTo>
                    <a:pt x="2576" y="1557"/>
                    <a:pt x="2261" y="1872"/>
                    <a:pt x="1874" y="1872"/>
                  </a:cubicBezTo>
                  <a:cubicBezTo>
                    <a:pt x="1487" y="1872"/>
                    <a:pt x="1172" y="1557"/>
                    <a:pt x="1172" y="1171"/>
                  </a:cubicBezTo>
                  <a:cubicBezTo>
                    <a:pt x="1172" y="784"/>
                    <a:pt x="1487" y="469"/>
                    <a:pt x="1874" y="469"/>
                  </a:cubicBezTo>
                  <a:close/>
                  <a:moveTo>
                    <a:pt x="1873" y="0"/>
                  </a:moveTo>
                  <a:cubicBezTo>
                    <a:pt x="1310" y="0"/>
                    <a:pt x="840" y="399"/>
                    <a:pt x="727" y="929"/>
                  </a:cubicBezTo>
                  <a:lnTo>
                    <a:pt x="1" y="929"/>
                  </a:lnTo>
                  <a:lnTo>
                    <a:pt x="1" y="1396"/>
                  </a:lnTo>
                  <a:lnTo>
                    <a:pt x="725" y="1396"/>
                  </a:lnTo>
                  <a:cubicBezTo>
                    <a:pt x="830" y="1934"/>
                    <a:pt x="1305" y="2341"/>
                    <a:pt x="1873" y="2341"/>
                  </a:cubicBezTo>
                  <a:cubicBezTo>
                    <a:pt x="2439" y="2341"/>
                    <a:pt x="2914" y="1933"/>
                    <a:pt x="3021" y="1396"/>
                  </a:cubicBezTo>
                  <a:lnTo>
                    <a:pt x="3901" y="1396"/>
                  </a:lnTo>
                  <a:lnTo>
                    <a:pt x="3901" y="929"/>
                  </a:lnTo>
                  <a:lnTo>
                    <a:pt x="3018" y="929"/>
                  </a:lnTo>
                  <a:cubicBezTo>
                    <a:pt x="2907" y="399"/>
                    <a:pt x="2435" y="0"/>
                    <a:pt x="18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3"/>
            <p:cNvSpPr/>
            <p:nvPr/>
          </p:nvSpPr>
          <p:spPr>
            <a:xfrm>
              <a:off x="7558163" y="4296239"/>
              <a:ext cx="15567" cy="15534"/>
            </a:xfrm>
            <a:custGeom>
              <a:rect b="b" l="l" r="r" t="t"/>
              <a:pathLst>
                <a:path extrusionOk="0" h="468" w="469">
                  <a:moveTo>
                    <a:pt x="0" y="0"/>
                  </a:moveTo>
                  <a:lnTo>
                    <a:pt x="0"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3"/>
            <p:cNvSpPr/>
            <p:nvPr/>
          </p:nvSpPr>
          <p:spPr>
            <a:xfrm>
              <a:off x="7558163" y="4234070"/>
              <a:ext cx="15567" cy="15534"/>
            </a:xfrm>
            <a:custGeom>
              <a:rect b="b" l="l" r="r" t="t"/>
              <a:pathLst>
                <a:path extrusionOk="0" h="468" w="469">
                  <a:moveTo>
                    <a:pt x="0" y="0"/>
                  </a:moveTo>
                  <a:lnTo>
                    <a:pt x="0"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3"/>
            <p:cNvSpPr/>
            <p:nvPr/>
          </p:nvSpPr>
          <p:spPr>
            <a:xfrm>
              <a:off x="7558163" y="4265171"/>
              <a:ext cx="15567" cy="15567"/>
            </a:xfrm>
            <a:custGeom>
              <a:rect b="b" l="l" r="r" t="t"/>
              <a:pathLst>
                <a:path extrusionOk="0" h="469" w="469">
                  <a:moveTo>
                    <a:pt x="0" y="0"/>
                  </a:moveTo>
                  <a:lnTo>
                    <a:pt x="0" y="469"/>
                  </a:lnTo>
                  <a:lnTo>
                    <a:pt x="469" y="469"/>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3"/>
            <p:cNvSpPr/>
            <p:nvPr/>
          </p:nvSpPr>
          <p:spPr>
            <a:xfrm>
              <a:off x="7589264" y="4265171"/>
              <a:ext cx="15534" cy="15567"/>
            </a:xfrm>
            <a:custGeom>
              <a:rect b="b" l="l" r="r" t="t"/>
              <a:pathLst>
                <a:path extrusionOk="0" h="469" w="468">
                  <a:moveTo>
                    <a:pt x="0" y="0"/>
                  </a:moveTo>
                  <a:lnTo>
                    <a:pt x="0" y="469"/>
                  </a:lnTo>
                  <a:lnTo>
                    <a:pt x="467" y="469"/>
                  </a:lnTo>
                  <a:lnTo>
                    <a:pt x="4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3"/>
            <p:cNvSpPr/>
            <p:nvPr/>
          </p:nvSpPr>
          <p:spPr>
            <a:xfrm>
              <a:off x="7527128" y="4265171"/>
              <a:ext cx="15534" cy="15567"/>
            </a:xfrm>
            <a:custGeom>
              <a:rect b="b" l="l" r="r" t="t"/>
              <a:pathLst>
                <a:path extrusionOk="0" h="469" w="468">
                  <a:moveTo>
                    <a:pt x="0" y="0"/>
                  </a:moveTo>
                  <a:lnTo>
                    <a:pt x="0" y="469"/>
                  </a:lnTo>
                  <a:lnTo>
                    <a:pt x="468" y="469"/>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3"/>
            <p:cNvSpPr/>
            <p:nvPr/>
          </p:nvSpPr>
          <p:spPr>
            <a:xfrm>
              <a:off x="7237125" y="4071493"/>
              <a:ext cx="15567" cy="15567"/>
            </a:xfrm>
            <a:custGeom>
              <a:rect b="b" l="l" r="r" t="t"/>
              <a:pathLst>
                <a:path extrusionOk="0" h="469" w="469">
                  <a:moveTo>
                    <a:pt x="1" y="1"/>
                  </a:moveTo>
                  <a:lnTo>
                    <a:pt x="1" y="468"/>
                  </a:lnTo>
                  <a:lnTo>
                    <a:pt x="468" y="46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3"/>
            <p:cNvSpPr/>
            <p:nvPr/>
          </p:nvSpPr>
          <p:spPr>
            <a:xfrm>
              <a:off x="7237125" y="4009357"/>
              <a:ext cx="15567" cy="15567"/>
            </a:xfrm>
            <a:custGeom>
              <a:rect b="b" l="l" r="r" t="t"/>
              <a:pathLst>
                <a:path extrusionOk="0" h="469" w="469">
                  <a:moveTo>
                    <a:pt x="1" y="1"/>
                  </a:moveTo>
                  <a:lnTo>
                    <a:pt x="1" y="468"/>
                  </a:lnTo>
                  <a:lnTo>
                    <a:pt x="468" y="46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3"/>
            <p:cNvSpPr/>
            <p:nvPr/>
          </p:nvSpPr>
          <p:spPr>
            <a:xfrm>
              <a:off x="7237125" y="4040392"/>
              <a:ext cx="15567" cy="15600"/>
            </a:xfrm>
            <a:custGeom>
              <a:rect b="b" l="l" r="r" t="t"/>
              <a:pathLst>
                <a:path extrusionOk="0" h="470" w="469">
                  <a:moveTo>
                    <a:pt x="1" y="1"/>
                  </a:moveTo>
                  <a:lnTo>
                    <a:pt x="1" y="469"/>
                  </a:lnTo>
                  <a:lnTo>
                    <a:pt x="468" y="469"/>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3"/>
            <p:cNvSpPr/>
            <p:nvPr/>
          </p:nvSpPr>
          <p:spPr>
            <a:xfrm>
              <a:off x="7268193" y="4040392"/>
              <a:ext cx="15600" cy="15600"/>
            </a:xfrm>
            <a:custGeom>
              <a:rect b="b" l="l" r="r" t="t"/>
              <a:pathLst>
                <a:path extrusionOk="0" h="470" w="470">
                  <a:moveTo>
                    <a:pt x="1" y="1"/>
                  </a:moveTo>
                  <a:lnTo>
                    <a:pt x="1" y="469"/>
                  </a:lnTo>
                  <a:lnTo>
                    <a:pt x="469" y="469"/>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3"/>
            <p:cNvSpPr/>
            <p:nvPr/>
          </p:nvSpPr>
          <p:spPr>
            <a:xfrm>
              <a:off x="7558163" y="4356318"/>
              <a:ext cx="15567" cy="15534"/>
            </a:xfrm>
            <a:custGeom>
              <a:rect b="b" l="l" r="r" t="t"/>
              <a:pathLst>
                <a:path extrusionOk="0" h="468" w="469">
                  <a:moveTo>
                    <a:pt x="0" y="0"/>
                  </a:moveTo>
                  <a:lnTo>
                    <a:pt x="0"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3"/>
            <p:cNvSpPr/>
            <p:nvPr/>
          </p:nvSpPr>
          <p:spPr>
            <a:xfrm>
              <a:off x="7237125" y="4131571"/>
              <a:ext cx="15567" cy="15534"/>
            </a:xfrm>
            <a:custGeom>
              <a:rect b="b" l="l" r="r" t="t"/>
              <a:pathLst>
                <a:path extrusionOk="0" h="468" w="469">
                  <a:moveTo>
                    <a:pt x="1" y="0"/>
                  </a:moveTo>
                  <a:lnTo>
                    <a:pt x="1" y="468"/>
                  </a:lnTo>
                  <a:lnTo>
                    <a:pt x="468" y="468"/>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3"/>
            <p:cNvSpPr/>
            <p:nvPr/>
          </p:nvSpPr>
          <p:spPr>
            <a:xfrm>
              <a:off x="7257804" y="4289003"/>
              <a:ext cx="15567" cy="15534"/>
            </a:xfrm>
            <a:custGeom>
              <a:rect b="b" l="l" r="r" t="t"/>
              <a:pathLst>
                <a:path extrusionOk="0" h="468" w="469">
                  <a:moveTo>
                    <a:pt x="0" y="0"/>
                  </a:moveTo>
                  <a:lnTo>
                    <a:pt x="0"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3"/>
            <p:cNvSpPr/>
            <p:nvPr/>
          </p:nvSpPr>
          <p:spPr>
            <a:xfrm>
              <a:off x="7319940" y="4396680"/>
              <a:ext cx="15567" cy="15567"/>
            </a:xfrm>
            <a:custGeom>
              <a:rect b="b" l="l" r="r" t="t"/>
              <a:pathLst>
                <a:path extrusionOk="0" h="469" w="469">
                  <a:moveTo>
                    <a:pt x="0" y="0"/>
                  </a:moveTo>
                  <a:lnTo>
                    <a:pt x="0" y="469"/>
                  </a:lnTo>
                  <a:lnTo>
                    <a:pt x="468" y="469"/>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43"/>
          <p:cNvGrpSpPr/>
          <p:nvPr/>
        </p:nvGrpSpPr>
        <p:grpSpPr>
          <a:xfrm>
            <a:off x="2728733" y="1330056"/>
            <a:ext cx="523014" cy="523014"/>
            <a:chOff x="2728720" y="1425188"/>
            <a:chExt cx="523014" cy="523014"/>
          </a:xfrm>
        </p:grpSpPr>
        <p:sp>
          <p:nvSpPr>
            <p:cNvPr id="1666" name="Google Shape;1666;p43"/>
            <p:cNvSpPr/>
            <p:nvPr/>
          </p:nvSpPr>
          <p:spPr>
            <a:xfrm>
              <a:off x="2990244" y="1686678"/>
              <a:ext cx="33" cy="33"/>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3"/>
            <p:cNvSpPr/>
            <p:nvPr/>
          </p:nvSpPr>
          <p:spPr>
            <a:xfrm>
              <a:off x="2990244" y="1686678"/>
              <a:ext cx="33" cy="33"/>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3"/>
            <p:cNvSpPr/>
            <p:nvPr/>
          </p:nvSpPr>
          <p:spPr>
            <a:xfrm>
              <a:off x="2728720" y="1425188"/>
              <a:ext cx="523014" cy="523014"/>
            </a:xfrm>
            <a:custGeom>
              <a:rect b="b" l="l" r="r" t="t"/>
              <a:pathLst>
                <a:path extrusionOk="0" h="15757" w="15757">
                  <a:moveTo>
                    <a:pt x="11860" y="3898"/>
                  </a:moveTo>
                  <a:lnTo>
                    <a:pt x="11268" y="5914"/>
                  </a:lnTo>
                  <a:lnTo>
                    <a:pt x="10277" y="5480"/>
                  </a:lnTo>
                  <a:lnTo>
                    <a:pt x="9843" y="4488"/>
                  </a:lnTo>
                  <a:lnTo>
                    <a:pt x="11860" y="3898"/>
                  </a:lnTo>
                  <a:close/>
                  <a:moveTo>
                    <a:pt x="3898" y="3898"/>
                  </a:moveTo>
                  <a:lnTo>
                    <a:pt x="5913" y="4489"/>
                  </a:lnTo>
                  <a:lnTo>
                    <a:pt x="5479" y="5481"/>
                  </a:lnTo>
                  <a:lnTo>
                    <a:pt x="4487" y="5915"/>
                  </a:lnTo>
                  <a:lnTo>
                    <a:pt x="3898" y="3898"/>
                  </a:lnTo>
                  <a:close/>
                  <a:moveTo>
                    <a:pt x="11270" y="9844"/>
                  </a:moveTo>
                  <a:lnTo>
                    <a:pt x="11860" y="11861"/>
                  </a:lnTo>
                  <a:lnTo>
                    <a:pt x="11860" y="11861"/>
                  </a:lnTo>
                  <a:lnTo>
                    <a:pt x="9844" y="11270"/>
                  </a:lnTo>
                  <a:lnTo>
                    <a:pt x="10278" y="10278"/>
                  </a:lnTo>
                  <a:lnTo>
                    <a:pt x="11270" y="9844"/>
                  </a:lnTo>
                  <a:close/>
                  <a:moveTo>
                    <a:pt x="4488" y="9845"/>
                  </a:moveTo>
                  <a:lnTo>
                    <a:pt x="5480" y="10279"/>
                  </a:lnTo>
                  <a:lnTo>
                    <a:pt x="5914" y="11271"/>
                  </a:lnTo>
                  <a:lnTo>
                    <a:pt x="3898" y="11861"/>
                  </a:lnTo>
                  <a:lnTo>
                    <a:pt x="4488" y="9845"/>
                  </a:lnTo>
                  <a:close/>
                  <a:moveTo>
                    <a:pt x="7879" y="1156"/>
                  </a:moveTo>
                  <a:lnTo>
                    <a:pt x="9826" y="5604"/>
                  </a:lnTo>
                  <a:lnTo>
                    <a:pt x="8642" y="6788"/>
                  </a:lnTo>
                  <a:lnTo>
                    <a:pt x="8970" y="7115"/>
                  </a:lnTo>
                  <a:lnTo>
                    <a:pt x="10154" y="5931"/>
                  </a:lnTo>
                  <a:lnTo>
                    <a:pt x="14602" y="7879"/>
                  </a:lnTo>
                  <a:lnTo>
                    <a:pt x="10154" y="9827"/>
                  </a:lnTo>
                  <a:lnTo>
                    <a:pt x="8970" y="8643"/>
                  </a:lnTo>
                  <a:lnTo>
                    <a:pt x="8642" y="8970"/>
                  </a:lnTo>
                  <a:lnTo>
                    <a:pt x="9826" y="10154"/>
                  </a:lnTo>
                  <a:lnTo>
                    <a:pt x="7879" y="14602"/>
                  </a:lnTo>
                  <a:lnTo>
                    <a:pt x="5931" y="10154"/>
                  </a:lnTo>
                  <a:lnTo>
                    <a:pt x="7115" y="8970"/>
                  </a:lnTo>
                  <a:lnTo>
                    <a:pt x="6788" y="8643"/>
                  </a:lnTo>
                  <a:lnTo>
                    <a:pt x="5604" y="9827"/>
                  </a:lnTo>
                  <a:lnTo>
                    <a:pt x="1156" y="7879"/>
                  </a:lnTo>
                  <a:lnTo>
                    <a:pt x="5604" y="5931"/>
                  </a:lnTo>
                  <a:lnTo>
                    <a:pt x="6788" y="7115"/>
                  </a:lnTo>
                  <a:lnTo>
                    <a:pt x="7115" y="6788"/>
                  </a:lnTo>
                  <a:lnTo>
                    <a:pt x="5931" y="5604"/>
                  </a:lnTo>
                  <a:lnTo>
                    <a:pt x="7879" y="1156"/>
                  </a:lnTo>
                  <a:close/>
                  <a:moveTo>
                    <a:pt x="7879" y="1"/>
                  </a:moveTo>
                  <a:lnTo>
                    <a:pt x="6101" y="4062"/>
                  </a:lnTo>
                  <a:lnTo>
                    <a:pt x="3216" y="3216"/>
                  </a:lnTo>
                  <a:lnTo>
                    <a:pt x="4062" y="6101"/>
                  </a:lnTo>
                  <a:lnTo>
                    <a:pt x="1" y="7879"/>
                  </a:lnTo>
                  <a:lnTo>
                    <a:pt x="4062" y="9657"/>
                  </a:lnTo>
                  <a:lnTo>
                    <a:pt x="3216" y="12542"/>
                  </a:lnTo>
                  <a:lnTo>
                    <a:pt x="6101" y="11696"/>
                  </a:lnTo>
                  <a:lnTo>
                    <a:pt x="7879" y="15756"/>
                  </a:lnTo>
                  <a:lnTo>
                    <a:pt x="9656" y="11696"/>
                  </a:lnTo>
                  <a:lnTo>
                    <a:pt x="12541" y="12542"/>
                  </a:lnTo>
                  <a:lnTo>
                    <a:pt x="11696" y="9657"/>
                  </a:lnTo>
                  <a:lnTo>
                    <a:pt x="15756" y="7879"/>
                  </a:lnTo>
                  <a:lnTo>
                    <a:pt x="11696" y="6101"/>
                  </a:lnTo>
                  <a:lnTo>
                    <a:pt x="12541" y="3216"/>
                  </a:lnTo>
                  <a:lnTo>
                    <a:pt x="12541" y="3216"/>
                  </a:lnTo>
                  <a:lnTo>
                    <a:pt x="9656" y="4062"/>
                  </a:lnTo>
                  <a:lnTo>
                    <a:pt x="78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3"/>
            <p:cNvSpPr/>
            <p:nvPr/>
          </p:nvSpPr>
          <p:spPr>
            <a:xfrm>
              <a:off x="3012749" y="1679011"/>
              <a:ext cx="91213" cy="15368"/>
            </a:xfrm>
            <a:custGeom>
              <a:rect b="b" l="l" r="r" t="t"/>
              <a:pathLst>
                <a:path extrusionOk="0" h="463" w="2748">
                  <a:moveTo>
                    <a:pt x="0" y="0"/>
                  </a:moveTo>
                  <a:lnTo>
                    <a:pt x="0" y="463"/>
                  </a:lnTo>
                  <a:lnTo>
                    <a:pt x="2747" y="463"/>
                  </a:lnTo>
                  <a:lnTo>
                    <a:pt x="27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3"/>
            <p:cNvSpPr/>
            <p:nvPr/>
          </p:nvSpPr>
          <p:spPr>
            <a:xfrm>
              <a:off x="3119330" y="1679011"/>
              <a:ext cx="15368" cy="15368"/>
            </a:xfrm>
            <a:custGeom>
              <a:rect b="b" l="l" r="r" t="t"/>
              <a:pathLst>
                <a:path extrusionOk="0" h="463" w="463">
                  <a:moveTo>
                    <a:pt x="1" y="0"/>
                  </a:moveTo>
                  <a:lnTo>
                    <a:pt x="1" y="463"/>
                  </a:lnTo>
                  <a:lnTo>
                    <a:pt x="463" y="463"/>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3"/>
            <p:cNvSpPr/>
            <p:nvPr/>
          </p:nvSpPr>
          <p:spPr>
            <a:xfrm>
              <a:off x="3150066" y="1679011"/>
              <a:ext cx="15368" cy="15368"/>
            </a:xfrm>
            <a:custGeom>
              <a:rect b="b" l="l" r="r" t="t"/>
              <a:pathLst>
                <a:path extrusionOk="0" h="463" w="463">
                  <a:moveTo>
                    <a:pt x="0" y="0"/>
                  </a:moveTo>
                  <a:lnTo>
                    <a:pt x="0" y="463"/>
                  </a:lnTo>
                  <a:lnTo>
                    <a:pt x="462" y="463"/>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3"/>
            <p:cNvSpPr/>
            <p:nvPr/>
          </p:nvSpPr>
          <p:spPr>
            <a:xfrm>
              <a:off x="2813959" y="1679011"/>
              <a:ext cx="15368" cy="15368"/>
            </a:xfrm>
            <a:custGeom>
              <a:rect b="b" l="l" r="r" t="t"/>
              <a:pathLst>
                <a:path extrusionOk="0" h="463" w="463">
                  <a:moveTo>
                    <a:pt x="1" y="0"/>
                  </a:moveTo>
                  <a:lnTo>
                    <a:pt x="1" y="463"/>
                  </a:lnTo>
                  <a:lnTo>
                    <a:pt x="463" y="463"/>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3"/>
            <p:cNvSpPr/>
            <p:nvPr/>
          </p:nvSpPr>
          <p:spPr>
            <a:xfrm>
              <a:off x="2844728" y="1679011"/>
              <a:ext cx="15401" cy="15368"/>
            </a:xfrm>
            <a:custGeom>
              <a:rect b="b" l="l" r="r" t="t"/>
              <a:pathLst>
                <a:path extrusionOk="0" h="463" w="464">
                  <a:moveTo>
                    <a:pt x="0" y="0"/>
                  </a:moveTo>
                  <a:lnTo>
                    <a:pt x="0" y="463"/>
                  </a:lnTo>
                  <a:lnTo>
                    <a:pt x="464" y="463"/>
                  </a:lnTo>
                  <a:lnTo>
                    <a:pt x="4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3"/>
            <p:cNvSpPr/>
            <p:nvPr/>
          </p:nvSpPr>
          <p:spPr>
            <a:xfrm>
              <a:off x="2875431" y="1679011"/>
              <a:ext cx="91213" cy="15368"/>
            </a:xfrm>
            <a:custGeom>
              <a:rect b="b" l="l" r="r" t="t"/>
              <a:pathLst>
                <a:path extrusionOk="0" h="463" w="2748">
                  <a:moveTo>
                    <a:pt x="1" y="0"/>
                  </a:moveTo>
                  <a:lnTo>
                    <a:pt x="1" y="463"/>
                  </a:lnTo>
                  <a:lnTo>
                    <a:pt x="2748" y="463"/>
                  </a:lnTo>
                  <a:lnTo>
                    <a:pt x="27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3"/>
            <p:cNvSpPr/>
            <p:nvPr/>
          </p:nvSpPr>
          <p:spPr>
            <a:xfrm>
              <a:off x="2982543" y="1847562"/>
              <a:ext cx="15368" cy="15368"/>
            </a:xfrm>
            <a:custGeom>
              <a:rect b="b" l="l" r="r" t="t"/>
              <a:pathLst>
                <a:path extrusionOk="0" h="463" w="463">
                  <a:moveTo>
                    <a:pt x="0" y="0"/>
                  </a:moveTo>
                  <a:lnTo>
                    <a:pt x="0" y="462"/>
                  </a:lnTo>
                  <a:lnTo>
                    <a:pt x="463" y="462"/>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3"/>
            <p:cNvSpPr/>
            <p:nvPr/>
          </p:nvSpPr>
          <p:spPr>
            <a:xfrm>
              <a:off x="2982543" y="1710245"/>
              <a:ext cx="15368" cy="91213"/>
            </a:xfrm>
            <a:custGeom>
              <a:rect b="b" l="l" r="r" t="t"/>
              <a:pathLst>
                <a:path extrusionOk="0" h="2748" w="463">
                  <a:moveTo>
                    <a:pt x="0" y="0"/>
                  </a:moveTo>
                  <a:lnTo>
                    <a:pt x="0" y="2747"/>
                  </a:lnTo>
                  <a:lnTo>
                    <a:pt x="463" y="2747"/>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3"/>
            <p:cNvSpPr/>
            <p:nvPr/>
          </p:nvSpPr>
          <p:spPr>
            <a:xfrm>
              <a:off x="2982543" y="1816826"/>
              <a:ext cx="15368" cy="15368"/>
            </a:xfrm>
            <a:custGeom>
              <a:rect b="b" l="l" r="r" t="t"/>
              <a:pathLst>
                <a:path extrusionOk="0" h="463" w="463">
                  <a:moveTo>
                    <a:pt x="0" y="0"/>
                  </a:moveTo>
                  <a:lnTo>
                    <a:pt x="0" y="463"/>
                  </a:lnTo>
                  <a:lnTo>
                    <a:pt x="463" y="463"/>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3"/>
            <p:cNvSpPr/>
            <p:nvPr/>
          </p:nvSpPr>
          <p:spPr>
            <a:xfrm>
              <a:off x="2982543" y="1571899"/>
              <a:ext cx="15368" cy="91213"/>
            </a:xfrm>
            <a:custGeom>
              <a:rect b="b" l="l" r="r" t="t"/>
              <a:pathLst>
                <a:path extrusionOk="0" h="2748" w="463">
                  <a:moveTo>
                    <a:pt x="0" y="1"/>
                  </a:moveTo>
                  <a:lnTo>
                    <a:pt x="0" y="2747"/>
                  </a:lnTo>
                  <a:lnTo>
                    <a:pt x="463" y="2747"/>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3"/>
            <p:cNvSpPr/>
            <p:nvPr/>
          </p:nvSpPr>
          <p:spPr>
            <a:xfrm>
              <a:off x="2982543" y="1541196"/>
              <a:ext cx="15368" cy="15368"/>
            </a:xfrm>
            <a:custGeom>
              <a:rect b="b" l="l" r="r" t="t"/>
              <a:pathLst>
                <a:path extrusionOk="0" h="463" w="463">
                  <a:moveTo>
                    <a:pt x="0" y="0"/>
                  </a:moveTo>
                  <a:lnTo>
                    <a:pt x="0" y="462"/>
                  </a:lnTo>
                  <a:lnTo>
                    <a:pt x="463" y="462"/>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3"/>
            <p:cNvSpPr/>
            <p:nvPr/>
          </p:nvSpPr>
          <p:spPr>
            <a:xfrm>
              <a:off x="2982543" y="1510459"/>
              <a:ext cx="15368" cy="15368"/>
            </a:xfrm>
            <a:custGeom>
              <a:rect b="b" l="l" r="r" t="t"/>
              <a:pathLst>
                <a:path extrusionOk="0" h="463" w="463">
                  <a:moveTo>
                    <a:pt x="0" y="1"/>
                  </a:moveTo>
                  <a:lnTo>
                    <a:pt x="0" y="463"/>
                  </a:lnTo>
                  <a:lnTo>
                    <a:pt x="463" y="463"/>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3"/>
            <p:cNvSpPr/>
            <p:nvPr/>
          </p:nvSpPr>
          <p:spPr>
            <a:xfrm>
              <a:off x="2982543" y="1679011"/>
              <a:ext cx="15368" cy="15368"/>
            </a:xfrm>
            <a:custGeom>
              <a:rect b="b" l="l" r="r" t="t"/>
              <a:pathLst>
                <a:path extrusionOk="0" h="463" w="463">
                  <a:moveTo>
                    <a:pt x="0" y="0"/>
                  </a:moveTo>
                  <a:lnTo>
                    <a:pt x="0" y="463"/>
                  </a:lnTo>
                  <a:lnTo>
                    <a:pt x="463" y="463"/>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 name="Google Shape;1682;p43"/>
          <p:cNvGrpSpPr/>
          <p:nvPr/>
        </p:nvGrpSpPr>
        <p:grpSpPr>
          <a:xfrm>
            <a:off x="5949798" y="1330023"/>
            <a:ext cx="424101" cy="523081"/>
            <a:chOff x="7193410" y="2649427"/>
            <a:chExt cx="424101" cy="523081"/>
          </a:xfrm>
        </p:grpSpPr>
        <p:sp>
          <p:nvSpPr>
            <p:cNvPr id="1683" name="Google Shape;1683;p43"/>
            <p:cNvSpPr/>
            <p:nvPr/>
          </p:nvSpPr>
          <p:spPr>
            <a:xfrm>
              <a:off x="7267961" y="2800619"/>
              <a:ext cx="15335" cy="15335"/>
            </a:xfrm>
            <a:custGeom>
              <a:rect b="b" l="l" r="r" t="t"/>
              <a:pathLst>
                <a:path extrusionOk="0" h="462" w="462">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3"/>
            <p:cNvSpPr/>
            <p:nvPr/>
          </p:nvSpPr>
          <p:spPr>
            <a:xfrm>
              <a:off x="7298564" y="2800619"/>
              <a:ext cx="15335" cy="15335"/>
            </a:xfrm>
            <a:custGeom>
              <a:rect b="b" l="l" r="r" t="t"/>
              <a:pathLst>
                <a:path extrusionOk="0" h="462" w="462">
                  <a:moveTo>
                    <a:pt x="1" y="1"/>
                  </a:moveTo>
                  <a:lnTo>
                    <a:pt x="1"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3"/>
            <p:cNvSpPr/>
            <p:nvPr/>
          </p:nvSpPr>
          <p:spPr>
            <a:xfrm>
              <a:off x="7329234" y="2708177"/>
              <a:ext cx="15335" cy="26454"/>
            </a:xfrm>
            <a:custGeom>
              <a:rect b="b" l="l" r="r" t="t"/>
              <a:pathLst>
                <a:path extrusionOk="0" h="797" w="462">
                  <a:moveTo>
                    <a:pt x="0" y="1"/>
                  </a:moveTo>
                  <a:lnTo>
                    <a:pt x="0" y="797"/>
                  </a:lnTo>
                  <a:lnTo>
                    <a:pt x="462" y="797"/>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3"/>
            <p:cNvSpPr/>
            <p:nvPr/>
          </p:nvSpPr>
          <p:spPr>
            <a:xfrm>
              <a:off x="7467116" y="2711231"/>
              <a:ext cx="15335" cy="30703"/>
            </a:xfrm>
            <a:custGeom>
              <a:rect b="b" l="l" r="r" t="t"/>
              <a:pathLst>
                <a:path extrusionOk="0" h="925" w="462">
                  <a:moveTo>
                    <a:pt x="1" y="1"/>
                  </a:moveTo>
                  <a:lnTo>
                    <a:pt x="1" y="924"/>
                  </a:lnTo>
                  <a:lnTo>
                    <a:pt x="462" y="924"/>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3"/>
            <p:cNvSpPr/>
            <p:nvPr/>
          </p:nvSpPr>
          <p:spPr>
            <a:xfrm>
              <a:off x="7497786" y="2800619"/>
              <a:ext cx="15335" cy="15335"/>
            </a:xfrm>
            <a:custGeom>
              <a:rect b="b" l="l" r="r" t="t"/>
              <a:pathLst>
                <a:path extrusionOk="0" h="462" w="462">
                  <a:moveTo>
                    <a:pt x="0" y="1"/>
                  </a:moveTo>
                  <a:lnTo>
                    <a:pt x="0" y="462"/>
                  </a:lnTo>
                  <a:lnTo>
                    <a:pt x="461" y="462"/>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3"/>
            <p:cNvSpPr/>
            <p:nvPr/>
          </p:nvSpPr>
          <p:spPr>
            <a:xfrm>
              <a:off x="7528389" y="2800619"/>
              <a:ext cx="15335" cy="15335"/>
            </a:xfrm>
            <a:custGeom>
              <a:rect b="b" l="l" r="r" t="t"/>
              <a:pathLst>
                <a:path extrusionOk="0" h="462" w="462">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3"/>
            <p:cNvSpPr/>
            <p:nvPr/>
          </p:nvSpPr>
          <p:spPr>
            <a:xfrm>
              <a:off x="7292955" y="2903283"/>
              <a:ext cx="16397" cy="15401"/>
            </a:xfrm>
            <a:custGeom>
              <a:rect b="b" l="l" r="r" t="t"/>
              <a:pathLst>
                <a:path extrusionOk="0" h="464" w="494">
                  <a:moveTo>
                    <a:pt x="0" y="1"/>
                  </a:moveTo>
                  <a:lnTo>
                    <a:pt x="0" y="463"/>
                  </a:lnTo>
                  <a:lnTo>
                    <a:pt x="493" y="463"/>
                  </a:lnTo>
                  <a:lnTo>
                    <a:pt x="4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3"/>
            <p:cNvSpPr/>
            <p:nvPr/>
          </p:nvSpPr>
          <p:spPr>
            <a:xfrm>
              <a:off x="7501470" y="2903283"/>
              <a:ext cx="16397" cy="15401"/>
            </a:xfrm>
            <a:custGeom>
              <a:rect b="b" l="l" r="r" t="t"/>
              <a:pathLst>
                <a:path extrusionOk="0" h="464" w="494">
                  <a:moveTo>
                    <a:pt x="1" y="1"/>
                  </a:moveTo>
                  <a:lnTo>
                    <a:pt x="1" y="463"/>
                  </a:lnTo>
                  <a:lnTo>
                    <a:pt x="494" y="463"/>
                  </a:lnTo>
                  <a:lnTo>
                    <a:pt x="4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3"/>
            <p:cNvSpPr/>
            <p:nvPr/>
          </p:nvSpPr>
          <p:spPr>
            <a:xfrm>
              <a:off x="7333284" y="3063669"/>
              <a:ext cx="15368" cy="15335"/>
            </a:xfrm>
            <a:custGeom>
              <a:rect b="b" l="l" r="r" t="t"/>
              <a:pathLst>
                <a:path extrusionOk="0" h="462" w="463">
                  <a:moveTo>
                    <a:pt x="0" y="1"/>
                  </a:moveTo>
                  <a:lnTo>
                    <a:pt x="0" y="462"/>
                  </a:lnTo>
                  <a:lnTo>
                    <a:pt x="463" y="462"/>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3"/>
            <p:cNvSpPr/>
            <p:nvPr/>
          </p:nvSpPr>
          <p:spPr>
            <a:xfrm>
              <a:off x="7333284" y="3094339"/>
              <a:ext cx="15368" cy="15368"/>
            </a:xfrm>
            <a:custGeom>
              <a:rect b="b" l="l" r="r" t="t"/>
              <a:pathLst>
                <a:path extrusionOk="0" h="463" w="463">
                  <a:moveTo>
                    <a:pt x="0" y="0"/>
                  </a:moveTo>
                  <a:lnTo>
                    <a:pt x="0" y="462"/>
                  </a:lnTo>
                  <a:lnTo>
                    <a:pt x="463" y="462"/>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3"/>
            <p:cNvSpPr/>
            <p:nvPr/>
          </p:nvSpPr>
          <p:spPr>
            <a:xfrm>
              <a:off x="7463033" y="3063669"/>
              <a:ext cx="15335" cy="15335"/>
            </a:xfrm>
            <a:custGeom>
              <a:rect b="b" l="l" r="r" t="t"/>
              <a:pathLst>
                <a:path extrusionOk="0" h="462" w="462">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3"/>
            <p:cNvSpPr/>
            <p:nvPr/>
          </p:nvSpPr>
          <p:spPr>
            <a:xfrm>
              <a:off x="7463033" y="3094339"/>
              <a:ext cx="15335" cy="15368"/>
            </a:xfrm>
            <a:custGeom>
              <a:rect b="b" l="l" r="r" t="t"/>
              <a:pathLst>
                <a:path extrusionOk="0" h="463" w="462">
                  <a:moveTo>
                    <a:pt x="0" y="0"/>
                  </a:moveTo>
                  <a:lnTo>
                    <a:pt x="0" y="462"/>
                  </a:lnTo>
                  <a:lnTo>
                    <a:pt x="462" y="462"/>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3"/>
            <p:cNvSpPr/>
            <p:nvPr/>
          </p:nvSpPr>
          <p:spPr>
            <a:xfrm>
              <a:off x="7251265" y="3055570"/>
              <a:ext cx="17094" cy="17061"/>
            </a:xfrm>
            <a:custGeom>
              <a:rect b="b" l="l" r="r" t="t"/>
              <a:pathLst>
                <a:path extrusionOk="0" h="514" w="515">
                  <a:moveTo>
                    <a:pt x="57" y="0"/>
                  </a:moveTo>
                  <a:lnTo>
                    <a:pt x="1" y="457"/>
                  </a:lnTo>
                  <a:lnTo>
                    <a:pt x="459" y="513"/>
                  </a:lnTo>
                  <a:lnTo>
                    <a:pt x="515" y="57"/>
                  </a:lnTo>
                  <a:lnTo>
                    <a:pt x="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3"/>
            <p:cNvSpPr/>
            <p:nvPr/>
          </p:nvSpPr>
          <p:spPr>
            <a:xfrm>
              <a:off x="7254850" y="3005947"/>
              <a:ext cx="40196" cy="36545"/>
            </a:xfrm>
            <a:custGeom>
              <a:rect b="b" l="l" r="r" t="t"/>
              <a:pathLst>
                <a:path extrusionOk="0" h="1101" w="1211">
                  <a:moveTo>
                    <a:pt x="130" y="0"/>
                  </a:moveTo>
                  <a:lnTo>
                    <a:pt x="0" y="1044"/>
                  </a:lnTo>
                  <a:lnTo>
                    <a:pt x="458" y="1100"/>
                  </a:lnTo>
                  <a:lnTo>
                    <a:pt x="537" y="463"/>
                  </a:lnTo>
                  <a:lnTo>
                    <a:pt x="1210" y="463"/>
                  </a:lnTo>
                  <a:lnTo>
                    <a:pt x="12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3"/>
            <p:cNvSpPr/>
            <p:nvPr/>
          </p:nvSpPr>
          <p:spPr>
            <a:xfrm>
              <a:off x="7516141" y="3005947"/>
              <a:ext cx="40196" cy="36545"/>
            </a:xfrm>
            <a:custGeom>
              <a:rect b="b" l="l" r="r" t="t"/>
              <a:pathLst>
                <a:path extrusionOk="0" h="1101" w="1211">
                  <a:moveTo>
                    <a:pt x="0" y="0"/>
                  </a:moveTo>
                  <a:lnTo>
                    <a:pt x="0" y="463"/>
                  </a:lnTo>
                  <a:lnTo>
                    <a:pt x="672" y="463"/>
                  </a:lnTo>
                  <a:lnTo>
                    <a:pt x="751" y="1100"/>
                  </a:lnTo>
                  <a:lnTo>
                    <a:pt x="1210" y="1044"/>
                  </a:lnTo>
                  <a:lnTo>
                    <a:pt x="10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3"/>
            <p:cNvSpPr/>
            <p:nvPr/>
          </p:nvSpPr>
          <p:spPr>
            <a:xfrm>
              <a:off x="7542629" y="3055736"/>
              <a:ext cx="17094" cy="17028"/>
            </a:xfrm>
            <a:custGeom>
              <a:rect b="b" l="l" r="r" t="t"/>
              <a:pathLst>
                <a:path extrusionOk="0" h="513" w="515">
                  <a:moveTo>
                    <a:pt x="459" y="1"/>
                  </a:moveTo>
                  <a:lnTo>
                    <a:pt x="1" y="57"/>
                  </a:lnTo>
                  <a:lnTo>
                    <a:pt x="57" y="513"/>
                  </a:lnTo>
                  <a:lnTo>
                    <a:pt x="515" y="456"/>
                  </a:lnTo>
                  <a:lnTo>
                    <a:pt x="4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3"/>
            <p:cNvSpPr/>
            <p:nvPr/>
          </p:nvSpPr>
          <p:spPr>
            <a:xfrm>
              <a:off x="7193410" y="2649427"/>
              <a:ext cx="424101" cy="523081"/>
            </a:xfrm>
            <a:custGeom>
              <a:rect b="b" l="l" r="r" t="t"/>
              <a:pathLst>
                <a:path extrusionOk="0" h="15759" w="12777">
                  <a:moveTo>
                    <a:pt x="5015" y="463"/>
                  </a:moveTo>
                  <a:lnTo>
                    <a:pt x="5015" y="894"/>
                  </a:lnTo>
                  <a:lnTo>
                    <a:pt x="861" y="894"/>
                  </a:lnTo>
                  <a:lnTo>
                    <a:pt x="861" y="463"/>
                  </a:lnTo>
                  <a:close/>
                  <a:moveTo>
                    <a:pt x="11940" y="463"/>
                  </a:moveTo>
                  <a:lnTo>
                    <a:pt x="11940" y="894"/>
                  </a:lnTo>
                  <a:lnTo>
                    <a:pt x="7785" y="894"/>
                  </a:lnTo>
                  <a:lnTo>
                    <a:pt x="7785" y="463"/>
                  </a:lnTo>
                  <a:close/>
                  <a:moveTo>
                    <a:pt x="5015" y="1356"/>
                  </a:moveTo>
                  <a:lnTo>
                    <a:pt x="5015" y="2663"/>
                  </a:lnTo>
                  <a:lnTo>
                    <a:pt x="4225" y="5480"/>
                  </a:lnTo>
                  <a:lnTo>
                    <a:pt x="1652" y="5480"/>
                  </a:lnTo>
                  <a:lnTo>
                    <a:pt x="861" y="2663"/>
                  </a:lnTo>
                  <a:lnTo>
                    <a:pt x="861" y="1356"/>
                  </a:lnTo>
                  <a:close/>
                  <a:moveTo>
                    <a:pt x="7735" y="4188"/>
                  </a:moveTo>
                  <a:lnTo>
                    <a:pt x="8098" y="5480"/>
                  </a:lnTo>
                  <a:lnTo>
                    <a:pt x="4705" y="5480"/>
                  </a:lnTo>
                  <a:lnTo>
                    <a:pt x="5067" y="4188"/>
                  </a:lnTo>
                  <a:close/>
                  <a:moveTo>
                    <a:pt x="11940" y="1356"/>
                  </a:moveTo>
                  <a:lnTo>
                    <a:pt x="11940" y="2663"/>
                  </a:lnTo>
                  <a:lnTo>
                    <a:pt x="11150" y="5480"/>
                  </a:lnTo>
                  <a:lnTo>
                    <a:pt x="8575" y="5480"/>
                  </a:lnTo>
                  <a:lnTo>
                    <a:pt x="7785" y="2663"/>
                  </a:lnTo>
                  <a:lnTo>
                    <a:pt x="7785" y="1356"/>
                  </a:lnTo>
                  <a:close/>
                  <a:moveTo>
                    <a:pt x="5543" y="5940"/>
                  </a:moveTo>
                  <a:lnTo>
                    <a:pt x="5543" y="8895"/>
                  </a:lnTo>
                  <a:lnTo>
                    <a:pt x="464" y="8895"/>
                  </a:lnTo>
                  <a:lnTo>
                    <a:pt x="463" y="8111"/>
                  </a:lnTo>
                  <a:lnTo>
                    <a:pt x="2538" y="8111"/>
                  </a:lnTo>
                  <a:lnTo>
                    <a:pt x="2538" y="7649"/>
                  </a:lnTo>
                  <a:lnTo>
                    <a:pt x="463" y="7649"/>
                  </a:lnTo>
                  <a:lnTo>
                    <a:pt x="460" y="6172"/>
                  </a:lnTo>
                  <a:cubicBezTo>
                    <a:pt x="460" y="6046"/>
                    <a:pt x="569" y="5940"/>
                    <a:pt x="697" y="5940"/>
                  </a:cubicBezTo>
                  <a:close/>
                  <a:moveTo>
                    <a:pt x="12082" y="5941"/>
                  </a:moveTo>
                  <a:cubicBezTo>
                    <a:pt x="12208" y="5941"/>
                    <a:pt x="12314" y="6045"/>
                    <a:pt x="12314" y="6173"/>
                  </a:cubicBezTo>
                  <a:lnTo>
                    <a:pt x="12314" y="7649"/>
                  </a:lnTo>
                  <a:lnTo>
                    <a:pt x="10236" y="7649"/>
                  </a:lnTo>
                  <a:lnTo>
                    <a:pt x="10236" y="8111"/>
                  </a:lnTo>
                  <a:lnTo>
                    <a:pt x="12314" y="8111"/>
                  </a:lnTo>
                  <a:lnTo>
                    <a:pt x="12314" y="8895"/>
                  </a:lnTo>
                  <a:lnTo>
                    <a:pt x="7236" y="8895"/>
                  </a:lnTo>
                  <a:lnTo>
                    <a:pt x="7236" y="5941"/>
                  </a:lnTo>
                  <a:close/>
                  <a:moveTo>
                    <a:pt x="5545" y="9357"/>
                  </a:moveTo>
                  <a:lnTo>
                    <a:pt x="5545" y="9819"/>
                  </a:lnTo>
                  <a:lnTo>
                    <a:pt x="465" y="9819"/>
                  </a:lnTo>
                  <a:lnTo>
                    <a:pt x="465" y="9357"/>
                  </a:lnTo>
                  <a:close/>
                  <a:moveTo>
                    <a:pt x="6774" y="5940"/>
                  </a:moveTo>
                  <a:lnTo>
                    <a:pt x="6774" y="9819"/>
                  </a:lnTo>
                  <a:lnTo>
                    <a:pt x="6005" y="9819"/>
                  </a:lnTo>
                  <a:lnTo>
                    <a:pt x="6005" y="5940"/>
                  </a:lnTo>
                  <a:close/>
                  <a:moveTo>
                    <a:pt x="12314" y="9357"/>
                  </a:moveTo>
                  <a:lnTo>
                    <a:pt x="12314" y="9819"/>
                  </a:lnTo>
                  <a:lnTo>
                    <a:pt x="7236" y="9819"/>
                  </a:lnTo>
                  <a:lnTo>
                    <a:pt x="7236" y="9357"/>
                  </a:lnTo>
                  <a:close/>
                  <a:moveTo>
                    <a:pt x="5108" y="10280"/>
                  </a:moveTo>
                  <a:lnTo>
                    <a:pt x="5108" y="14404"/>
                  </a:lnTo>
                  <a:lnTo>
                    <a:pt x="1063" y="14404"/>
                  </a:lnTo>
                  <a:lnTo>
                    <a:pt x="1572" y="10280"/>
                  </a:lnTo>
                  <a:close/>
                  <a:moveTo>
                    <a:pt x="11198" y="10280"/>
                  </a:moveTo>
                  <a:lnTo>
                    <a:pt x="11707" y="14404"/>
                  </a:lnTo>
                  <a:lnTo>
                    <a:pt x="7662" y="14404"/>
                  </a:lnTo>
                  <a:lnTo>
                    <a:pt x="7662" y="10280"/>
                  </a:lnTo>
                  <a:close/>
                  <a:moveTo>
                    <a:pt x="11764" y="14865"/>
                  </a:moveTo>
                  <a:lnTo>
                    <a:pt x="11784" y="15037"/>
                  </a:lnTo>
                  <a:cubicBezTo>
                    <a:pt x="11793" y="15103"/>
                    <a:pt x="11773" y="15167"/>
                    <a:pt x="11730" y="15218"/>
                  </a:cubicBezTo>
                  <a:cubicBezTo>
                    <a:pt x="11685" y="15269"/>
                    <a:pt x="11623" y="15296"/>
                    <a:pt x="11556" y="15296"/>
                  </a:cubicBezTo>
                  <a:lnTo>
                    <a:pt x="7662" y="15296"/>
                  </a:lnTo>
                  <a:lnTo>
                    <a:pt x="7662" y="14865"/>
                  </a:lnTo>
                  <a:close/>
                  <a:moveTo>
                    <a:pt x="5108" y="14866"/>
                  </a:moveTo>
                  <a:lnTo>
                    <a:pt x="5108" y="15297"/>
                  </a:lnTo>
                  <a:lnTo>
                    <a:pt x="1214" y="15297"/>
                  </a:lnTo>
                  <a:cubicBezTo>
                    <a:pt x="1147" y="15297"/>
                    <a:pt x="1086" y="15270"/>
                    <a:pt x="1042" y="15219"/>
                  </a:cubicBezTo>
                  <a:cubicBezTo>
                    <a:pt x="997" y="15169"/>
                    <a:pt x="976" y="15104"/>
                    <a:pt x="986" y="15038"/>
                  </a:cubicBezTo>
                  <a:lnTo>
                    <a:pt x="1006" y="14866"/>
                  </a:lnTo>
                  <a:close/>
                  <a:moveTo>
                    <a:pt x="400" y="0"/>
                  </a:moveTo>
                  <a:lnTo>
                    <a:pt x="400" y="2725"/>
                  </a:lnTo>
                  <a:lnTo>
                    <a:pt x="1173" y="5479"/>
                  </a:lnTo>
                  <a:lnTo>
                    <a:pt x="698" y="5479"/>
                  </a:lnTo>
                  <a:cubicBezTo>
                    <a:pt x="313" y="5479"/>
                    <a:pt x="0" y="5789"/>
                    <a:pt x="0" y="6172"/>
                  </a:cubicBezTo>
                  <a:lnTo>
                    <a:pt x="5" y="10280"/>
                  </a:lnTo>
                  <a:lnTo>
                    <a:pt x="1108" y="10280"/>
                  </a:lnTo>
                  <a:lnTo>
                    <a:pt x="528" y="14980"/>
                  </a:lnTo>
                  <a:cubicBezTo>
                    <a:pt x="503" y="15177"/>
                    <a:pt x="565" y="15376"/>
                    <a:pt x="696" y="15523"/>
                  </a:cubicBezTo>
                  <a:cubicBezTo>
                    <a:pt x="827" y="15672"/>
                    <a:pt x="1017" y="15757"/>
                    <a:pt x="1214" y="15757"/>
                  </a:cubicBezTo>
                  <a:lnTo>
                    <a:pt x="5569" y="15757"/>
                  </a:lnTo>
                  <a:lnTo>
                    <a:pt x="5569" y="10280"/>
                  </a:lnTo>
                  <a:lnTo>
                    <a:pt x="7201" y="10280"/>
                  </a:lnTo>
                  <a:lnTo>
                    <a:pt x="7201" y="15759"/>
                  </a:lnTo>
                  <a:lnTo>
                    <a:pt x="11556" y="15759"/>
                  </a:lnTo>
                  <a:cubicBezTo>
                    <a:pt x="11753" y="15759"/>
                    <a:pt x="11944" y="15673"/>
                    <a:pt x="12074" y="15524"/>
                  </a:cubicBezTo>
                  <a:cubicBezTo>
                    <a:pt x="12206" y="15376"/>
                    <a:pt x="12266" y="15178"/>
                    <a:pt x="12243" y="14981"/>
                  </a:cubicBezTo>
                  <a:lnTo>
                    <a:pt x="11662" y="10281"/>
                  </a:lnTo>
                  <a:lnTo>
                    <a:pt x="12775" y="10281"/>
                  </a:lnTo>
                  <a:lnTo>
                    <a:pt x="12775" y="6172"/>
                  </a:lnTo>
                  <a:lnTo>
                    <a:pt x="12776" y="6172"/>
                  </a:lnTo>
                  <a:cubicBezTo>
                    <a:pt x="12776" y="5790"/>
                    <a:pt x="12466" y="5479"/>
                    <a:pt x="12083" y="5479"/>
                  </a:cubicBezTo>
                  <a:lnTo>
                    <a:pt x="11628" y="5479"/>
                  </a:lnTo>
                  <a:lnTo>
                    <a:pt x="12401" y="2725"/>
                  </a:lnTo>
                  <a:lnTo>
                    <a:pt x="12401" y="0"/>
                  </a:lnTo>
                  <a:lnTo>
                    <a:pt x="7324" y="0"/>
                  </a:lnTo>
                  <a:lnTo>
                    <a:pt x="7324" y="2725"/>
                  </a:lnTo>
                  <a:lnTo>
                    <a:pt x="7604" y="3724"/>
                  </a:lnTo>
                  <a:lnTo>
                    <a:pt x="5197" y="3724"/>
                  </a:lnTo>
                  <a:lnTo>
                    <a:pt x="5478" y="2725"/>
                  </a:lnTo>
                  <a:lnTo>
                    <a:pt x="54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3"/>
            <p:cNvSpPr/>
            <p:nvPr/>
          </p:nvSpPr>
          <p:spPr>
            <a:xfrm>
              <a:off x="7300191" y="2861925"/>
              <a:ext cx="15368" cy="15368"/>
            </a:xfrm>
            <a:custGeom>
              <a:rect b="b" l="l" r="r" t="t"/>
              <a:pathLst>
                <a:path extrusionOk="0" h="463" w="463">
                  <a:moveTo>
                    <a:pt x="0" y="1"/>
                  </a:moveTo>
                  <a:lnTo>
                    <a:pt x="0" y="463"/>
                  </a:lnTo>
                  <a:lnTo>
                    <a:pt x="463" y="463"/>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3"/>
            <p:cNvSpPr/>
            <p:nvPr/>
          </p:nvSpPr>
          <p:spPr>
            <a:xfrm>
              <a:off x="7238884" y="2861925"/>
              <a:ext cx="15368" cy="15368"/>
            </a:xfrm>
            <a:custGeom>
              <a:rect b="b" l="l" r="r" t="t"/>
              <a:pathLst>
                <a:path extrusionOk="0" h="463" w="463">
                  <a:moveTo>
                    <a:pt x="0" y="1"/>
                  </a:moveTo>
                  <a:lnTo>
                    <a:pt x="0" y="463"/>
                  </a:lnTo>
                  <a:lnTo>
                    <a:pt x="463" y="463"/>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3"/>
            <p:cNvSpPr/>
            <p:nvPr/>
          </p:nvSpPr>
          <p:spPr>
            <a:xfrm>
              <a:off x="7330827" y="2861925"/>
              <a:ext cx="15368" cy="15368"/>
            </a:xfrm>
            <a:custGeom>
              <a:rect b="b" l="l" r="r" t="t"/>
              <a:pathLst>
                <a:path extrusionOk="0" h="463" w="463">
                  <a:moveTo>
                    <a:pt x="1" y="1"/>
                  </a:moveTo>
                  <a:lnTo>
                    <a:pt x="1"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3"/>
            <p:cNvSpPr/>
            <p:nvPr/>
          </p:nvSpPr>
          <p:spPr>
            <a:xfrm>
              <a:off x="7269521" y="2861925"/>
              <a:ext cx="15368" cy="15368"/>
            </a:xfrm>
            <a:custGeom>
              <a:rect b="b" l="l" r="r" t="t"/>
              <a:pathLst>
                <a:path extrusionOk="0" h="463" w="463">
                  <a:moveTo>
                    <a:pt x="1" y="1"/>
                  </a:moveTo>
                  <a:lnTo>
                    <a:pt x="1"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3"/>
            <p:cNvSpPr/>
            <p:nvPr/>
          </p:nvSpPr>
          <p:spPr>
            <a:xfrm>
              <a:off x="7463199" y="2861925"/>
              <a:ext cx="15368" cy="15368"/>
            </a:xfrm>
            <a:custGeom>
              <a:rect b="b" l="l" r="r" t="t"/>
              <a:pathLst>
                <a:path extrusionOk="0" h="463" w="463">
                  <a:moveTo>
                    <a:pt x="1" y="1"/>
                  </a:moveTo>
                  <a:lnTo>
                    <a:pt x="1" y="463"/>
                  </a:lnTo>
                  <a:lnTo>
                    <a:pt x="463" y="463"/>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3"/>
            <p:cNvSpPr/>
            <p:nvPr/>
          </p:nvSpPr>
          <p:spPr>
            <a:xfrm>
              <a:off x="7555142" y="2861925"/>
              <a:ext cx="15335" cy="15368"/>
            </a:xfrm>
            <a:custGeom>
              <a:rect b="b" l="l" r="r" t="t"/>
              <a:pathLst>
                <a:path extrusionOk="0" h="463" w="462">
                  <a:moveTo>
                    <a:pt x="0" y="1"/>
                  </a:moveTo>
                  <a:lnTo>
                    <a:pt x="0" y="463"/>
                  </a:lnTo>
                  <a:lnTo>
                    <a:pt x="461" y="463"/>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3"/>
            <p:cNvSpPr/>
            <p:nvPr/>
          </p:nvSpPr>
          <p:spPr>
            <a:xfrm>
              <a:off x="7524472" y="2861925"/>
              <a:ext cx="15335" cy="15368"/>
            </a:xfrm>
            <a:custGeom>
              <a:rect b="b" l="l" r="r" t="t"/>
              <a:pathLst>
                <a:path extrusionOk="0" h="463" w="462">
                  <a:moveTo>
                    <a:pt x="1" y="1"/>
                  </a:moveTo>
                  <a:lnTo>
                    <a:pt x="1"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3"/>
            <p:cNvSpPr/>
            <p:nvPr/>
          </p:nvSpPr>
          <p:spPr>
            <a:xfrm>
              <a:off x="7493869" y="2861925"/>
              <a:ext cx="15335" cy="15368"/>
            </a:xfrm>
            <a:custGeom>
              <a:rect b="b" l="l" r="r" t="t"/>
              <a:pathLst>
                <a:path extrusionOk="0" h="463" w="462">
                  <a:moveTo>
                    <a:pt x="0" y="1"/>
                  </a:moveTo>
                  <a:lnTo>
                    <a:pt x="0" y="463"/>
                  </a:lnTo>
                  <a:lnTo>
                    <a:pt x="461" y="463"/>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43"/>
          <p:cNvGrpSpPr/>
          <p:nvPr/>
        </p:nvGrpSpPr>
        <p:grpSpPr>
          <a:xfrm>
            <a:off x="2785660" y="3101479"/>
            <a:ext cx="409131" cy="523014"/>
            <a:chOff x="1524198" y="3277230"/>
            <a:chExt cx="409131" cy="523014"/>
          </a:xfrm>
        </p:grpSpPr>
        <p:sp>
          <p:nvSpPr>
            <p:cNvPr id="1709" name="Google Shape;1709;p43"/>
            <p:cNvSpPr/>
            <p:nvPr/>
          </p:nvSpPr>
          <p:spPr>
            <a:xfrm>
              <a:off x="1612191" y="3277230"/>
              <a:ext cx="57025" cy="56992"/>
            </a:xfrm>
            <a:custGeom>
              <a:rect b="b" l="l" r="r" t="t"/>
              <a:pathLst>
                <a:path extrusionOk="0" h="1717" w="1718">
                  <a:moveTo>
                    <a:pt x="859" y="466"/>
                  </a:moveTo>
                  <a:cubicBezTo>
                    <a:pt x="1073" y="466"/>
                    <a:pt x="1249" y="641"/>
                    <a:pt x="1249" y="857"/>
                  </a:cubicBezTo>
                  <a:cubicBezTo>
                    <a:pt x="1249" y="1072"/>
                    <a:pt x="1075" y="1247"/>
                    <a:pt x="859" y="1247"/>
                  </a:cubicBezTo>
                  <a:cubicBezTo>
                    <a:pt x="644" y="1247"/>
                    <a:pt x="468" y="1072"/>
                    <a:pt x="468" y="857"/>
                  </a:cubicBezTo>
                  <a:cubicBezTo>
                    <a:pt x="468" y="642"/>
                    <a:pt x="643" y="466"/>
                    <a:pt x="859" y="466"/>
                  </a:cubicBezTo>
                  <a:close/>
                  <a:moveTo>
                    <a:pt x="859" y="0"/>
                  </a:moveTo>
                  <a:cubicBezTo>
                    <a:pt x="385" y="0"/>
                    <a:pt x="1" y="385"/>
                    <a:pt x="1" y="858"/>
                  </a:cubicBezTo>
                  <a:cubicBezTo>
                    <a:pt x="1" y="1331"/>
                    <a:pt x="385" y="1717"/>
                    <a:pt x="859" y="1717"/>
                  </a:cubicBezTo>
                  <a:cubicBezTo>
                    <a:pt x="1332" y="1717"/>
                    <a:pt x="1717" y="1331"/>
                    <a:pt x="1717" y="858"/>
                  </a:cubicBezTo>
                  <a:cubicBezTo>
                    <a:pt x="1717" y="385"/>
                    <a:pt x="1332" y="0"/>
                    <a:pt x="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3"/>
            <p:cNvSpPr/>
            <p:nvPr/>
          </p:nvSpPr>
          <p:spPr>
            <a:xfrm>
              <a:off x="1524198" y="3349689"/>
              <a:ext cx="409131" cy="450555"/>
            </a:xfrm>
            <a:custGeom>
              <a:rect b="b" l="l" r="r" t="t"/>
              <a:pathLst>
                <a:path extrusionOk="0" h="13574" w="12326">
                  <a:moveTo>
                    <a:pt x="8361" y="1123"/>
                  </a:moveTo>
                  <a:lnTo>
                    <a:pt x="8361" y="5648"/>
                  </a:lnTo>
                  <a:lnTo>
                    <a:pt x="4212" y="5648"/>
                  </a:lnTo>
                  <a:lnTo>
                    <a:pt x="4212" y="1123"/>
                  </a:lnTo>
                  <a:close/>
                  <a:moveTo>
                    <a:pt x="7930" y="6116"/>
                  </a:moveTo>
                  <a:lnTo>
                    <a:pt x="7270" y="6644"/>
                  </a:lnTo>
                  <a:lnTo>
                    <a:pt x="7270" y="6116"/>
                  </a:lnTo>
                  <a:close/>
                  <a:moveTo>
                    <a:pt x="11857" y="2373"/>
                  </a:moveTo>
                  <a:lnTo>
                    <a:pt x="11857" y="6897"/>
                  </a:lnTo>
                  <a:lnTo>
                    <a:pt x="7704" y="6897"/>
                  </a:lnTo>
                  <a:lnTo>
                    <a:pt x="8831" y="5996"/>
                  </a:lnTo>
                  <a:lnTo>
                    <a:pt x="8831" y="2373"/>
                  </a:lnTo>
                  <a:close/>
                  <a:moveTo>
                    <a:pt x="3510" y="469"/>
                  </a:moveTo>
                  <a:cubicBezTo>
                    <a:pt x="3639" y="469"/>
                    <a:pt x="3744" y="573"/>
                    <a:pt x="3744" y="702"/>
                  </a:cubicBezTo>
                  <a:lnTo>
                    <a:pt x="3744" y="10921"/>
                  </a:lnTo>
                  <a:lnTo>
                    <a:pt x="3275" y="10921"/>
                  </a:lnTo>
                  <a:lnTo>
                    <a:pt x="3275" y="702"/>
                  </a:lnTo>
                  <a:cubicBezTo>
                    <a:pt x="3275" y="573"/>
                    <a:pt x="3381" y="469"/>
                    <a:pt x="3510" y="469"/>
                  </a:cubicBezTo>
                  <a:close/>
                  <a:moveTo>
                    <a:pt x="4913" y="11389"/>
                  </a:moveTo>
                  <a:cubicBezTo>
                    <a:pt x="5218" y="11389"/>
                    <a:pt x="5479" y="11584"/>
                    <a:pt x="5575" y="11857"/>
                  </a:cubicBezTo>
                  <a:lnTo>
                    <a:pt x="1444" y="11857"/>
                  </a:lnTo>
                  <a:cubicBezTo>
                    <a:pt x="1541" y="11584"/>
                    <a:pt x="1801" y="11389"/>
                    <a:pt x="2106" y="11389"/>
                  </a:cubicBezTo>
                  <a:close/>
                  <a:moveTo>
                    <a:pt x="6163" y="12325"/>
                  </a:moveTo>
                  <a:cubicBezTo>
                    <a:pt x="6377" y="12325"/>
                    <a:pt x="6552" y="12499"/>
                    <a:pt x="6552" y="12715"/>
                  </a:cubicBezTo>
                  <a:lnTo>
                    <a:pt x="6552" y="13106"/>
                  </a:lnTo>
                  <a:lnTo>
                    <a:pt x="469" y="13106"/>
                  </a:lnTo>
                  <a:lnTo>
                    <a:pt x="469" y="12715"/>
                  </a:lnTo>
                  <a:cubicBezTo>
                    <a:pt x="469" y="12500"/>
                    <a:pt x="642" y="12325"/>
                    <a:pt x="858" y="12325"/>
                  </a:cubicBezTo>
                  <a:close/>
                  <a:moveTo>
                    <a:pt x="3511" y="0"/>
                  </a:moveTo>
                  <a:cubicBezTo>
                    <a:pt x="3124" y="0"/>
                    <a:pt x="2809" y="316"/>
                    <a:pt x="2809" y="702"/>
                  </a:cubicBezTo>
                  <a:lnTo>
                    <a:pt x="2809" y="10921"/>
                  </a:lnTo>
                  <a:lnTo>
                    <a:pt x="2108" y="10921"/>
                  </a:lnTo>
                  <a:cubicBezTo>
                    <a:pt x="1542" y="10921"/>
                    <a:pt x="1069" y="11323"/>
                    <a:pt x="961" y="11857"/>
                  </a:cubicBezTo>
                  <a:lnTo>
                    <a:pt x="858" y="11857"/>
                  </a:lnTo>
                  <a:cubicBezTo>
                    <a:pt x="386" y="11857"/>
                    <a:pt x="0" y="12243"/>
                    <a:pt x="0" y="12715"/>
                  </a:cubicBezTo>
                  <a:lnTo>
                    <a:pt x="0" y="13574"/>
                  </a:lnTo>
                  <a:lnTo>
                    <a:pt x="7021" y="13574"/>
                  </a:lnTo>
                  <a:lnTo>
                    <a:pt x="7021" y="12715"/>
                  </a:lnTo>
                  <a:cubicBezTo>
                    <a:pt x="7021" y="12242"/>
                    <a:pt x="6635" y="11857"/>
                    <a:pt x="6163" y="11857"/>
                  </a:cubicBezTo>
                  <a:lnTo>
                    <a:pt x="6060" y="11857"/>
                  </a:lnTo>
                  <a:cubicBezTo>
                    <a:pt x="5952" y="11323"/>
                    <a:pt x="5479" y="10921"/>
                    <a:pt x="4913" y="10921"/>
                  </a:cubicBezTo>
                  <a:lnTo>
                    <a:pt x="4212" y="10921"/>
                  </a:lnTo>
                  <a:lnTo>
                    <a:pt x="4212" y="6116"/>
                  </a:lnTo>
                  <a:lnTo>
                    <a:pt x="6801" y="6116"/>
                  </a:lnTo>
                  <a:lnTo>
                    <a:pt x="6801" y="7363"/>
                  </a:lnTo>
                  <a:lnTo>
                    <a:pt x="12325" y="7363"/>
                  </a:lnTo>
                  <a:lnTo>
                    <a:pt x="12325" y="1903"/>
                  </a:lnTo>
                  <a:lnTo>
                    <a:pt x="8831" y="1903"/>
                  </a:lnTo>
                  <a:lnTo>
                    <a:pt x="8831" y="656"/>
                  </a:lnTo>
                  <a:lnTo>
                    <a:pt x="4212" y="656"/>
                  </a:lnTo>
                  <a:cubicBezTo>
                    <a:pt x="4187" y="290"/>
                    <a:pt x="3883" y="0"/>
                    <a:pt x="3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3"/>
            <p:cNvSpPr/>
            <p:nvPr/>
          </p:nvSpPr>
          <p:spPr>
            <a:xfrm>
              <a:off x="1679505" y="3500383"/>
              <a:ext cx="15567" cy="15567"/>
            </a:xfrm>
            <a:custGeom>
              <a:rect b="b" l="l" r="r" t="t"/>
              <a:pathLst>
                <a:path extrusionOk="0" h="469" w="469">
                  <a:moveTo>
                    <a:pt x="1" y="0"/>
                  </a:moveTo>
                  <a:lnTo>
                    <a:pt x="1" y="469"/>
                  </a:lnTo>
                  <a:lnTo>
                    <a:pt x="468" y="469"/>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3"/>
            <p:cNvSpPr/>
            <p:nvPr/>
          </p:nvSpPr>
          <p:spPr>
            <a:xfrm>
              <a:off x="1679505" y="3433068"/>
              <a:ext cx="15567" cy="51813"/>
            </a:xfrm>
            <a:custGeom>
              <a:rect b="b" l="l" r="r" t="t"/>
              <a:pathLst>
                <a:path extrusionOk="0" h="1561" w="469">
                  <a:moveTo>
                    <a:pt x="1" y="0"/>
                  </a:moveTo>
                  <a:lnTo>
                    <a:pt x="1" y="1561"/>
                  </a:lnTo>
                  <a:lnTo>
                    <a:pt x="468" y="1561"/>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3"/>
            <p:cNvSpPr/>
            <p:nvPr/>
          </p:nvSpPr>
          <p:spPr>
            <a:xfrm>
              <a:off x="1770121" y="3506059"/>
              <a:ext cx="15600" cy="15600"/>
            </a:xfrm>
            <a:custGeom>
              <a:rect b="b" l="l" r="r" t="t"/>
              <a:pathLst>
                <a:path extrusionOk="0" h="470" w="470">
                  <a:moveTo>
                    <a:pt x="1" y="1"/>
                  </a:moveTo>
                  <a:lnTo>
                    <a:pt x="1" y="469"/>
                  </a:lnTo>
                  <a:lnTo>
                    <a:pt x="469" y="469"/>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3"/>
            <p:cNvSpPr/>
            <p:nvPr/>
          </p:nvSpPr>
          <p:spPr>
            <a:xfrm>
              <a:off x="1840555" y="3547483"/>
              <a:ext cx="15600" cy="15567"/>
            </a:xfrm>
            <a:custGeom>
              <a:rect b="b" l="l" r="r" t="t"/>
              <a:pathLst>
                <a:path extrusionOk="0" h="469" w="470">
                  <a:moveTo>
                    <a:pt x="1" y="0"/>
                  </a:moveTo>
                  <a:lnTo>
                    <a:pt x="1" y="469"/>
                  </a:lnTo>
                  <a:lnTo>
                    <a:pt x="469" y="469"/>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3"/>
            <p:cNvSpPr/>
            <p:nvPr/>
          </p:nvSpPr>
          <p:spPr>
            <a:xfrm>
              <a:off x="1871657" y="3547483"/>
              <a:ext cx="31101" cy="15567"/>
            </a:xfrm>
            <a:custGeom>
              <a:rect b="b" l="l" r="r" t="t"/>
              <a:pathLst>
                <a:path extrusionOk="0" h="469" w="937">
                  <a:moveTo>
                    <a:pt x="1" y="0"/>
                  </a:moveTo>
                  <a:lnTo>
                    <a:pt x="1" y="469"/>
                  </a:lnTo>
                  <a:lnTo>
                    <a:pt x="937" y="469"/>
                  </a:lnTo>
                  <a:lnTo>
                    <a:pt x="9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3"/>
            <p:cNvSpPr/>
            <p:nvPr/>
          </p:nvSpPr>
          <p:spPr>
            <a:xfrm>
              <a:off x="1832291" y="3443956"/>
              <a:ext cx="15600" cy="15567"/>
            </a:xfrm>
            <a:custGeom>
              <a:rect b="b" l="l" r="r" t="t"/>
              <a:pathLst>
                <a:path extrusionOk="0" h="469" w="470">
                  <a:moveTo>
                    <a:pt x="1" y="0"/>
                  </a:moveTo>
                  <a:lnTo>
                    <a:pt x="1"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3"/>
            <p:cNvSpPr/>
            <p:nvPr/>
          </p:nvSpPr>
          <p:spPr>
            <a:xfrm>
              <a:off x="1863359" y="3443956"/>
              <a:ext cx="38902" cy="38868"/>
            </a:xfrm>
            <a:custGeom>
              <a:rect b="b" l="l" r="r" t="t"/>
              <a:pathLst>
                <a:path extrusionOk="0" h="1171" w="1172">
                  <a:moveTo>
                    <a:pt x="1" y="0"/>
                  </a:moveTo>
                  <a:lnTo>
                    <a:pt x="1" y="468"/>
                  </a:lnTo>
                  <a:lnTo>
                    <a:pt x="703" y="468"/>
                  </a:lnTo>
                  <a:lnTo>
                    <a:pt x="703" y="1171"/>
                  </a:lnTo>
                  <a:lnTo>
                    <a:pt x="1171" y="1171"/>
                  </a:lnTo>
                  <a:lnTo>
                    <a:pt x="11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3"/>
            <p:cNvSpPr/>
            <p:nvPr/>
          </p:nvSpPr>
          <p:spPr>
            <a:xfrm>
              <a:off x="1886660" y="3498325"/>
              <a:ext cx="15600" cy="15567"/>
            </a:xfrm>
            <a:custGeom>
              <a:rect b="b" l="l" r="r" t="t"/>
              <a:pathLst>
                <a:path extrusionOk="0" h="469" w="470">
                  <a:moveTo>
                    <a:pt x="1" y="0"/>
                  </a:moveTo>
                  <a:lnTo>
                    <a:pt x="1" y="469"/>
                  </a:lnTo>
                  <a:lnTo>
                    <a:pt x="469" y="469"/>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3"/>
            <p:cNvSpPr/>
            <p:nvPr/>
          </p:nvSpPr>
          <p:spPr>
            <a:xfrm>
              <a:off x="1716283" y="3402498"/>
              <a:ext cx="15567" cy="15567"/>
            </a:xfrm>
            <a:custGeom>
              <a:rect b="b" l="l" r="r" t="t"/>
              <a:pathLst>
                <a:path extrusionOk="0" h="469" w="469">
                  <a:moveTo>
                    <a:pt x="0" y="1"/>
                  </a:moveTo>
                  <a:lnTo>
                    <a:pt x="0"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3"/>
            <p:cNvSpPr/>
            <p:nvPr/>
          </p:nvSpPr>
          <p:spPr>
            <a:xfrm>
              <a:off x="1770652" y="3456867"/>
              <a:ext cx="15534" cy="15567"/>
            </a:xfrm>
            <a:custGeom>
              <a:rect b="b" l="l" r="r" t="t"/>
              <a:pathLst>
                <a:path extrusionOk="0" h="469" w="468">
                  <a:moveTo>
                    <a:pt x="0" y="1"/>
                  </a:moveTo>
                  <a:lnTo>
                    <a:pt x="0" y="468"/>
                  </a:lnTo>
                  <a:lnTo>
                    <a:pt x="468" y="46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3"/>
            <p:cNvSpPr/>
            <p:nvPr/>
          </p:nvSpPr>
          <p:spPr>
            <a:xfrm>
              <a:off x="1747351" y="3402498"/>
              <a:ext cx="38868" cy="38868"/>
            </a:xfrm>
            <a:custGeom>
              <a:rect b="b" l="l" r="r" t="t"/>
              <a:pathLst>
                <a:path extrusionOk="0" h="1171" w="1171">
                  <a:moveTo>
                    <a:pt x="0" y="1"/>
                  </a:moveTo>
                  <a:lnTo>
                    <a:pt x="0" y="468"/>
                  </a:lnTo>
                  <a:lnTo>
                    <a:pt x="702" y="468"/>
                  </a:lnTo>
                  <a:lnTo>
                    <a:pt x="702" y="1170"/>
                  </a:lnTo>
                  <a:lnTo>
                    <a:pt x="1171" y="1170"/>
                  </a:lnTo>
                  <a:lnTo>
                    <a:pt x="11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2" name="Google Shape;1722;p43"/>
          <p:cNvSpPr/>
          <p:nvPr/>
        </p:nvSpPr>
        <p:spPr>
          <a:xfrm>
            <a:off x="-1054975" y="2622975"/>
            <a:ext cx="2829782" cy="2682965"/>
          </a:xfrm>
          <a:custGeom>
            <a:rect b="b" l="l" r="r" t="t"/>
            <a:pathLst>
              <a:path extrusionOk="0" h="50510" w="53274">
                <a:moveTo>
                  <a:pt x="48752" y="17523"/>
                </a:moveTo>
                <a:cubicBezTo>
                  <a:pt x="49150" y="18416"/>
                  <a:pt x="49699" y="19525"/>
                  <a:pt x="50035" y="20266"/>
                </a:cubicBezTo>
                <a:cubicBezTo>
                  <a:pt x="50372" y="21006"/>
                  <a:pt x="50890" y="22053"/>
                  <a:pt x="51318" y="22239"/>
                </a:cubicBezTo>
                <a:cubicBezTo>
                  <a:pt x="51747" y="22424"/>
                  <a:pt x="51747" y="22763"/>
                  <a:pt x="52082" y="23011"/>
                </a:cubicBezTo>
                <a:cubicBezTo>
                  <a:pt x="52418" y="23257"/>
                  <a:pt x="53274" y="23811"/>
                  <a:pt x="52845" y="24337"/>
                </a:cubicBezTo>
                <a:cubicBezTo>
                  <a:pt x="52417" y="24862"/>
                  <a:pt x="51410" y="25908"/>
                  <a:pt x="50737" y="25940"/>
                </a:cubicBezTo>
                <a:cubicBezTo>
                  <a:pt x="50065" y="25971"/>
                  <a:pt x="48659" y="25662"/>
                  <a:pt x="48048" y="26095"/>
                </a:cubicBezTo>
                <a:cubicBezTo>
                  <a:pt x="47437" y="26526"/>
                  <a:pt x="46276" y="27297"/>
                  <a:pt x="46367" y="27390"/>
                </a:cubicBezTo>
                <a:cubicBezTo>
                  <a:pt x="46459" y="27481"/>
                  <a:pt x="46795" y="27419"/>
                  <a:pt x="47131" y="27174"/>
                </a:cubicBezTo>
                <a:cubicBezTo>
                  <a:pt x="47468" y="26927"/>
                  <a:pt x="48658" y="26526"/>
                  <a:pt x="48658" y="26711"/>
                </a:cubicBezTo>
                <a:cubicBezTo>
                  <a:pt x="48658" y="26895"/>
                  <a:pt x="48627" y="27328"/>
                  <a:pt x="48597" y="27728"/>
                </a:cubicBezTo>
                <a:cubicBezTo>
                  <a:pt x="48566" y="28129"/>
                  <a:pt x="48445" y="28345"/>
                  <a:pt x="48780" y="28438"/>
                </a:cubicBezTo>
                <a:cubicBezTo>
                  <a:pt x="49117" y="28531"/>
                  <a:pt x="49300" y="28808"/>
                  <a:pt x="49544" y="28839"/>
                </a:cubicBezTo>
                <a:cubicBezTo>
                  <a:pt x="49788" y="28870"/>
                  <a:pt x="50307" y="28222"/>
                  <a:pt x="50490" y="28346"/>
                </a:cubicBezTo>
                <a:cubicBezTo>
                  <a:pt x="50674" y="28470"/>
                  <a:pt x="51315" y="28808"/>
                  <a:pt x="50582" y="29209"/>
                </a:cubicBezTo>
                <a:cubicBezTo>
                  <a:pt x="49848" y="29610"/>
                  <a:pt x="49238" y="30010"/>
                  <a:pt x="49024" y="30134"/>
                </a:cubicBezTo>
                <a:cubicBezTo>
                  <a:pt x="48810" y="30258"/>
                  <a:pt x="48078" y="30935"/>
                  <a:pt x="48016" y="30595"/>
                </a:cubicBezTo>
                <a:cubicBezTo>
                  <a:pt x="47955" y="30256"/>
                  <a:pt x="48047" y="29826"/>
                  <a:pt x="48321" y="29702"/>
                </a:cubicBezTo>
                <a:cubicBezTo>
                  <a:pt x="48596" y="29578"/>
                  <a:pt x="48901" y="29054"/>
                  <a:pt x="48444" y="29331"/>
                </a:cubicBezTo>
                <a:cubicBezTo>
                  <a:pt x="47986" y="29609"/>
                  <a:pt x="46092" y="30163"/>
                  <a:pt x="46031" y="30440"/>
                </a:cubicBezTo>
                <a:cubicBezTo>
                  <a:pt x="45970" y="30718"/>
                  <a:pt x="45725" y="30934"/>
                  <a:pt x="45908" y="31212"/>
                </a:cubicBezTo>
                <a:cubicBezTo>
                  <a:pt x="46092" y="31489"/>
                  <a:pt x="46305" y="31766"/>
                  <a:pt x="45572" y="32013"/>
                </a:cubicBezTo>
                <a:cubicBezTo>
                  <a:pt x="44838" y="32259"/>
                  <a:pt x="44534" y="32228"/>
                  <a:pt x="44319" y="32691"/>
                </a:cubicBezTo>
                <a:cubicBezTo>
                  <a:pt x="44319" y="32691"/>
                  <a:pt x="44021" y="33654"/>
                  <a:pt x="43815" y="33955"/>
                </a:cubicBezTo>
                <a:cubicBezTo>
                  <a:pt x="43608" y="34256"/>
                  <a:pt x="43540" y="34325"/>
                  <a:pt x="43402" y="34232"/>
                </a:cubicBezTo>
                <a:cubicBezTo>
                  <a:pt x="43265" y="34139"/>
                  <a:pt x="43105" y="33862"/>
                  <a:pt x="43265" y="34417"/>
                </a:cubicBezTo>
                <a:cubicBezTo>
                  <a:pt x="43425" y="34971"/>
                  <a:pt x="43837" y="35458"/>
                  <a:pt x="43013" y="36036"/>
                </a:cubicBezTo>
                <a:cubicBezTo>
                  <a:pt x="42187" y="36613"/>
                  <a:pt x="41042" y="37331"/>
                  <a:pt x="41018" y="37561"/>
                </a:cubicBezTo>
                <a:cubicBezTo>
                  <a:pt x="40996" y="37792"/>
                  <a:pt x="40721" y="38069"/>
                  <a:pt x="40972" y="38902"/>
                </a:cubicBezTo>
                <a:cubicBezTo>
                  <a:pt x="41224" y="39735"/>
                  <a:pt x="41636" y="41352"/>
                  <a:pt x="41202" y="41330"/>
                </a:cubicBezTo>
                <a:cubicBezTo>
                  <a:pt x="40766" y="41306"/>
                  <a:pt x="40399" y="40312"/>
                  <a:pt x="40285" y="39988"/>
                </a:cubicBezTo>
                <a:cubicBezTo>
                  <a:pt x="40170" y="39664"/>
                  <a:pt x="40102" y="38716"/>
                  <a:pt x="39506" y="38740"/>
                </a:cubicBezTo>
                <a:cubicBezTo>
                  <a:pt x="38911" y="38763"/>
                  <a:pt x="37513" y="38486"/>
                  <a:pt x="37169" y="38647"/>
                </a:cubicBezTo>
                <a:cubicBezTo>
                  <a:pt x="36826" y="38808"/>
                  <a:pt x="36895" y="39040"/>
                  <a:pt x="36092" y="38925"/>
                </a:cubicBezTo>
                <a:cubicBezTo>
                  <a:pt x="35290" y="38808"/>
                  <a:pt x="34328" y="38878"/>
                  <a:pt x="33686" y="39618"/>
                </a:cubicBezTo>
                <a:cubicBezTo>
                  <a:pt x="33045" y="40359"/>
                  <a:pt x="33456" y="40751"/>
                  <a:pt x="33341" y="40937"/>
                </a:cubicBezTo>
                <a:cubicBezTo>
                  <a:pt x="33227" y="41120"/>
                  <a:pt x="32999" y="42369"/>
                  <a:pt x="33159" y="42809"/>
                </a:cubicBezTo>
                <a:cubicBezTo>
                  <a:pt x="33318" y="43249"/>
                  <a:pt x="33571" y="44265"/>
                  <a:pt x="33984" y="44497"/>
                </a:cubicBezTo>
                <a:cubicBezTo>
                  <a:pt x="34397" y="44728"/>
                  <a:pt x="35358" y="44890"/>
                  <a:pt x="35748" y="44636"/>
                </a:cubicBezTo>
                <a:cubicBezTo>
                  <a:pt x="36137" y="44383"/>
                  <a:pt x="36595" y="44151"/>
                  <a:pt x="36595" y="43805"/>
                </a:cubicBezTo>
                <a:cubicBezTo>
                  <a:pt x="36595" y="43457"/>
                  <a:pt x="36503" y="43181"/>
                  <a:pt x="36984" y="43181"/>
                </a:cubicBezTo>
                <a:cubicBezTo>
                  <a:pt x="37466" y="43181"/>
                  <a:pt x="38451" y="42903"/>
                  <a:pt x="38292" y="43320"/>
                </a:cubicBezTo>
                <a:cubicBezTo>
                  <a:pt x="38132" y="43736"/>
                  <a:pt x="37627" y="44615"/>
                  <a:pt x="37581" y="45100"/>
                </a:cubicBezTo>
                <a:cubicBezTo>
                  <a:pt x="37534" y="45585"/>
                  <a:pt x="37421" y="45931"/>
                  <a:pt x="37763" y="45931"/>
                </a:cubicBezTo>
                <a:cubicBezTo>
                  <a:pt x="38107" y="45931"/>
                  <a:pt x="39000" y="45700"/>
                  <a:pt x="39345" y="45885"/>
                </a:cubicBezTo>
                <a:cubicBezTo>
                  <a:pt x="39690" y="46070"/>
                  <a:pt x="39986" y="46209"/>
                  <a:pt x="39849" y="47180"/>
                </a:cubicBezTo>
                <a:cubicBezTo>
                  <a:pt x="39711" y="48151"/>
                  <a:pt x="39619" y="48682"/>
                  <a:pt x="40100" y="48959"/>
                </a:cubicBezTo>
                <a:cubicBezTo>
                  <a:pt x="40582" y="49237"/>
                  <a:pt x="40971" y="49237"/>
                  <a:pt x="41614" y="49075"/>
                </a:cubicBezTo>
                <a:cubicBezTo>
                  <a:pt x="42254" y="48914"/>
                  <a:pt x="42896" y="49538"/>
                  <a:pt x="42896" y="49538"/>
                </a:cubicBezTo>
                <a:lnTo>
                  <a:pt x="42461" y="50279"/>
                </a:lnTo>
                <a:cubicBezTo>
                  <a:pt x="42231" y="49909"/>
                  <a:pt x="42414" y="49470"/>
                  <a:pt x="42003" y="49446"/>
                </a:cubicBezTo>
                <a:cubicBezTo>
                  <a:pt x="41590" y="49424"/>
                  <a:pt x="41384" y="49655"/>
                  <a:pt x="41384" y="49655"/>
                </a:cubicBezTo>
                <a:cubicBezTo>
                  <a:pt x="41384" y="49655"/>
                  <a:pt x="41476" y="50509"/>
                  <a:pt x="40879" y="50048"/>
                </a:cubicBezTo>
                <a:cubicBezTo>
                  <a:pt x="40284" y="49586"/>
                  <a:pt x="39734" y="49354"/>
                  <a:pt x="39413" y="49170"/>
                </a:cubicBezTo>
                <a:cubicBezTo>
                  <a:pt x="39092" y="48985"/>
                  <a:pt x="38634" y="49008"/>
                  <a:pt x="38634" y="48753"/>
                </a:cubicBezTo>
                <a:cubicBezTo>
                  <a:pt x="38634" y="48499"/>
                  <a:pt x="38451" y="48082"/>
                  <a:pt x="38221" y="47968"/>
                </a:cubicBezTo>
                <a:cubicBezTo>
                  <a:pt x="37992" y="47851"/>
                  <a:pt x="38107" y="47483"/>
                  <a:pt x="37877" y="47344"/>
                </a:cubicBezTo>
                <a:cubicBezTo>
                  <a:pt x="37648" y="47204"/>
                  <a:pt x="36502" y="47159"/>
                  <a:pt x="35975" y="46835"/>
                </a:cubicBezTo>
                <a:cubicBezTo>
                  <a:pt x="35447" y="46511"/>
                  <a:pt x="34898" y="45610"/>
                  <a:pt x="34394" y="45771"/>
                </a:cubicBezTo>
                <a:cubicBezTo>
                  <a:pt x="33889" y="45933"/>
                  <a:pt x="30750" y="45587"/>
                  <a:pt x="29857" y="44499"/>
                </a:cubicBezTo>
                <a:cubicBezTo>
                  <a:pt x="28962" y="43414"/>
                  <a:pt x="29741" y="43414"/>
                  <a:pt x="29399" y="42881"/>
                </a:cubicBezTo>
                <a:cubicBezTo>
                  <a:pt x="29054" y="42350"/>
                  <a:pt x="26259" y="38835"/>
                  <a:pt x="25870" y="38164"/>
                </a:cubicBezTo>
                <a:cubicBezTo>
                  <a:pt x="25480" y="37494"/>
                  <a:pt x="24817" y="37586"/>
                  <a:pt x="25343" y="38512"/>
                </a:cubicBezTo>
                <a:cubicBezTo>
                  <a:pt x="25870" y="39436"/>
                  <a:pt x="27244" y="41726"/>
                  <a:pt x="27428" y="41909"/>
                </a:cubicBezTo>
                <a:cubicBezTo>
                  <a:pt x="27611" y="42094"/>
                  <a:pt x="27794" y="42789"/>
                  <a:pt x="27085" y="42094"/>
                </a:cubicBezTo>
                <a:cubicBezTo>
                  <a:pt x="26375" y="41401"/>
                  <a:pt x="26283" y="40545"/>
                  <a:pt x="25893" y="40499"/>
                </a:cubicBezTo>
                <a:cubicBezTo>
                  <a:pt x="25504" y="40453"/>
                  <a:pt x="24839" y="39921"/>
                  <a:pt x="24885" y="39782"/>
                </a:cubicBezTo>
                <a:cubicBezTo>
                  <a:pt x="24931" y="39643"/>
                  <a:pt x="25366" y="39621"/>
                  <a:pt x="25298" y="39482"/>
                </a:cubicBezTo>
                <a:cubicBezTo>
                  <a:pt x="25229" y="39342"/>
                  <a:pt x="24289" y="37539"/>
                  <a:pt x="23831" y="37100"/>
                </a:cubicBezTo>
                <a:cubicBezTo>
                  <a:pt x="23373" y="36661"/>
                  <a:pt x="22548" y="36269"/>
                  <a:pt x="22342" y="35991"/>
                </a:cubicBezTo>
                <a:cubicBezTo>
                  <a:pt x="22135" y="35714"/>
                  <a:pt x="21126" y="34303"/>
                  <a:pt x="20737" y="32894"/>
                </a:cubicBezTo>
                <a:cubicBezTo>
                  <a:pt x="20347" y="31484"/>
                  <a:pt x="20829" y="28847"/>
                  <a:pt x="20737" y="28409"/>
                </a:cubicBezTo>
                <a:cubicBezTo>
                  <a:pt x="20645" y="27969"/>
                  <a:pt x="20599" y="27207"/>
                  <a:pt x="20026" y="26767"/>
                </a:cubicBezTo>
                <a:cubicBezTo>
                  <a:pt x="19454" y="26328"/>
                  <a:pt x="18377" y="25788"/>
                  <a:pt x="18529" y="25605"/>
                </a:cubicBezTo>
                <a:cubicBezTo>
                  <a:pt x="18681" y="25420"/>
                  <a:pt x="19201" y="25666"/>
                  <a:pt x="18896" y="25080"/>
                </a:cubicBezTo>
                <a:cubicBezTo>
                  <a:pt x="18590" y="24495"/>
                  <a:pt x="18070" y="23693"/>
                  <a:pt x="17643" y="23016"/>
                </a:cubicBezTo>
                <a:cubicBezTo>
                  <a:pt x="17215" y="22337"/>
                  <a:pt x="15534" y="20272"/>
                  <a:pt x="14924" y="19655"/>
                </a:cubicBezTo>
                <a:cubicBezTo>
                  <a:pt x="14313" y="19040"/>
                  <a:pt x="12418" y="17776"/>
                  <a:pt x="11777" y="17653"/>
                </a:cubicBezTo>
                <a:cubicBezTo>
                  <a:pt x="11137" y="17529"/>
                  <a:pt x="10219" y="16944"/>
                  <a:pt x="9914" y="17037"/>
                </a:cubicBezTo>
                <a:cubicBezTo>
                  <a:pt x="9609" y="17130"/>
                  <a:pt x="9456" y="17653"/>
                  <a:pt x="9456" y="17746"/>
                </a:cubicBezTo>
                <a:cubicBezTo>
                  <a:pt x="9456" y="17839"/>
                  <a:pt x="8479" y="18332"/>
                  <a:pt x="8203" y="18425"/>
                </a:cubicBezTo>
                <a:cubicBezTo>
                  <a:pt x="7929" y="18517"/>
                  <a:pt x="7837" y="18301"/>
                  <a:pt x="7806" y="17992"/>
                </a:cubicBezTo>
                <a:cubicBezTo>
                  <a:pt x="7775" y="17684"/>
                  <a:pt x="7318" y="17560"/>
                  <a:pt x="7043" y="18085"/>
                </a:cubicBezTo>
                <a:cubicBezTo>
                  <a:pt x="6768" y="18608"/>
                  <a:pt x="7532" y="18085"/>
                  <a:pt x="7043" y="18856"/>
                </a:cubicBezTo>
                <a:cubicBezTo>
                  <a:pt x="6555" y="19628"/>
                  <a:pt x="5608" y="20737"/>
                  <a:pt x="4202" y="21506"/>
                </a:cubicBezTo>
                <a:cubicBezTo>
                  <a:pt x="2796" y="22278"/>
                  <a:pt x="2093" y="22924"/>
                  <a:pt x="1758" y="22863"/>
                </a:cubicBezTo>
                <a:cubicBezTo>
                  <a:pt x="1422" y="22801"/>
                  <a:pt x="1208" y="22617"/>
                  <a:pt x="1850" y="22216"/>
                </a:cubicBezTo>
                <a:cubicBezTo>
                  <a:pt x="2491" y="21815"/>
                  <a:pt x="3590" y="21384"/>
                  <a:pt x="4079" y="20952"/>
                </a:cubicBezTo>
                <a:cubicBezTo>
                  <a:pt x="4569" y="20520"/>
                  <a:pt x="4966" y="19874"/>
                  <a:pt x="4966" y="19566"/>
                </a:cubicBezTo>
                <a:cubicBezTo>
                  <a:pt x="4966" y="19257"/>
                  <a:pt x="4935" y="19164"/>
                  <a:pt x="4416" y="19133"/>
                </a:cubicBezTo>
                <a:cubicBezTo>
                  <a:pt x="3896" y="19102"/>
                  <a:pt x="3621" y="18981"/>
                  <a:pt x="3316" y="19102"/>
                </a:cubicBezTo>
                <a:cubicBezTo>
                  <a:pt x="3011" y="19226"/>
                  <a:pt x="3042" y="18701"/>
                  <a:pt x="2888" y="18302"/>
                </a:cubicBezTo>
                <a:cubicBezTo>
                  <a:pt x="2735" y="17900"/>
                  <a:pt x="2062" y="18055"/>
                  <a:pt x="1910" y="18055"/>
                </a:cubicBezTo>
                <a:cubicBezTo>
                  <a:pt x="1758" y="18055"/>
                  <a:pt x="627" y="16791"/>
                  <a:pt x="1055" y="15960"/>
                </a:cubicBezTo>
                <a:cubicBezTo>
                  <a:pt x="1484" y="15128"/>
                  <a:pt x="1819" y="14449"/>
                  <a:pt x="2338" y="14449"/>
                </a:cubicBezTo>
                <a:cubicBezTo>
                  <a:pt x="2858" y="14449"/>
                  <a:pt x="3468" y="14295"/>
                  <a:pt x="3347" y="13587"/>
                </a:cubicBezTo>
                <a:cubicBezTo>
                  <a:pt x="3224" y="12877"/>
                  <a:pt x="1912" y="13278"/>
                  <a:pt x="1515" y="13278"/>
                </a:cubicBezTo>
                <a:cubicBezTo>
                  <a:pt x="1515" y="13278"/>
                  <a:pt x="887" y="13340"/>
                  <a:pt x="826" y="12892"/>
                </a:cubicBezTo>
                <a:cubicBezTo>
                  <a:pt x="767" y="12446"/>
                  <a:pt x="536" y="12307"/>
                  <a:pt x="338" y="12214"/>
                </a:cubicBezTo>
                <a:cubicBezTo>
                  <a:pt x="139" y="12122"/>
                  <a:pt x="1" y="11937"/>
                  <a:pt x="505" y="11659"/>
                </a:cubicBezTo>
                <a:cubicBezTo>
                  <a:pt x="1010" y="11383"/>
                  <a:pt x="1651" y="10859"/>
                  <a:pt x="1850" y="10812"/>
                </a:cubicBezTo>
                <a:cubicBezTo>
                  <a:pt x="2048" y="10766"/>
                  <a:pt x="2291" y="10797"/>
                  <a:pt x="2338" y="10952"/>
                </a:cubicBezTo>
                <a:cubicBezTo>
                  <a:pt x="2384" y="11105"/>
                  <a:pt x="2093" y="11491"/>
                  <a:pt x="2338" y="11491"/>
                </a:cubicBezTo>
                <a:cubicBezTo>
                  <a:pt x="2583" y="11491"/>
                  <a:pt x="3392" y="11398"/>
                  <a:pt x="3224" y="11074"/>
                </a:cubicBezTo>
                <a:cubicBezTo>
                  <a:pt x="3057" y="10750"/>
                  <a:pt x="2476" y="10319"/>
                  <a:pt x="2338" y="10243"/>
                </a:cubicBezTo>
                <a:cubicBezTo>
                  <a:pt x="2201" y="10165"/>
                  <a:pt x="2032" y="9810"/>
                  <a:pt x="1881" y="9595"/>
                </a:cubicBezTo>
                <a:cubicBezTo>
                  <a:pt x="1728" y="9380"/>
                  <a:pt x="1055" y="8994"/>
                  <a:pt x="979" y="8824"/>
                </a:cubicBezTo>
                <a:cubicBezTo>
                  <a:pt x="903" y="8655"/>
                  <a:pt x="979" y="8083"/>
                  <a:pt x="979" y="8083"/>
                </a:cubicBezTo>
                <a:cubicBezTo>
                  <a:pt x="1032" y="7952"/>
                  <a:pt x="986" y="8021"/>
                  <a:pt x="1399" y="7999"/>
                </a:cubicBezTo>
                <a:cubicBezTo>
                  <a:pt x="1812" y="7975"/>
                  <a:pt x="2087" y="7791"/>
                  <a:pt x="2338" y="7282"/>
                </a:cubicBezTo>
                <a:cubicBezTo>
                  <a:pt x="2590" y="6773"/>
                  <a:pt x="2774" y="6241"/>
                  <a:pt x="3209" y="6033"/>
                </a:cubicBezTo>
                <a:cubicBezTo>
                  <a:pt x="3645" y="5826"/>
                  <a:pt x="4607" y="5247"/>
                  <a:pt x="5179" y="5039"/>
                </a:cubicBezTo>
                <a:cubicBezTo>
                  <a:pt x="5752" y="4831"/>
                  <a:pt x="6050" y="5085"/>
                  <a:pt x="6645" y="5246"/>
                </a:cubicBezTo>
                <a:cubicBezTo>
                  <a:pt x="7242" y="5408"/>
                  <a:pt x="7791" y="5987"/>
                  <a:pt x="8456" y="5894"/>
                </a:cubicBezTo>
                <a:cubicBezTo>
                  <a:pt x="9121" y="5801"/>
                  <a:pt x="9785" y="6194"/>
                  <a:pt x="10451" y="6241"/>
                </a:cubicBezTo>
                <a:cubicBezTo>
                  <a:pt x="11115" y="6287"/>
                  <a:pt x="11138" y="6472"/>
                  <a:pt x="11778" y="6311"/>
                </a:cubicBezTo>
                <a:cubicBezTo>
                  <a:pt x="12420" y="6149"/>
                  <a:pt x="12420" y="6889"/>
                  <a:pt x="13130" y="6981"/>
                </a:cubicBezTo>
                <a:cubicBezTo>
                  <a:pt x="13841" y="7073"/>
                  <a:pt x="14644" y="8045"/>
                  <a:pt x="15399" y="7652"/>
                </a:cubicBezTo>
                <a:cubicBezTo>
                  <a:pt x="16155" y="7258"/>
                  <a:pt x="16682" y="6727"/>
                  <a:pt x="17393" y="6519"/>
                </a:cubicBezTo>
                <a:cubicBezTo>
                  <a:pt x="18103" y="6312"/>
                  <a:pt x="18127" y="6242"/>
                  <a:pt x="18309" y="6356"/>
                </a:cubicBezTo>
                <a:cubicBezTo>
                  <a:pt x="18493" y="6473"/>
                  <a:pt x="18791" y="6449"/>
                  <a:pt x="18838" y="6195"/>
                </a:cubicBezTo>
                <a:cubicBezTo>
                  <a:pt x="18884" y="5941"/>
                  <a:pt x="18998" y="5502"/>
                  <a:pt x="19250" y="6056"/>
                </a:cubicBezTo>
                <a:cubicBezTo>
                  <a:pt x="19501" y="6611"/>
                  <a:pt x="19686" y="7605"/>
                  <a:pt x="19984" y="7073"/>
                </a:cubicBezTo>
                <a:cubicBezTo>
                  <a:pt x="20282" y="6543"/>
                  <a:pt x="20489" y="5918"/>
                  <a:pt x="20695" y="6543"/>
                </a:cubicBezTo>
                <a:cubicBezTo>
                  <a:pt x="20901" y="7167"/>
                  <a:pt x="21037" y="7190"/>
                  <a:pt x="21198" y="6866"/>
                </a:cubicBezTo>
                <a:cubicBezTo>
                  <a:pt x="21358" y="6543"/>
                  <a:pt x="21955" y="6819"/>
                  <a:pt x="22276" y="7027"/>
                </a:cubicBezTo>
                <a:cubicBezTo>
                  <a:pt x="22596" y="7235"/>
                  <a:pt x="22986" y="7490"/>
                  <a:pt x="23559" y="7744"/>
                </a:cubicBezTo>
                <a:cubicBezTo>
                  <a:pt x="24132" y="7999"/>
                  <a:pt x="24567" y="7884"/>
                  <a:pt x="24980" y="8138"/>
                </a:cubicBezTo>
                <a:cubicBezTo>
                  <a:pt x="25392" y="8392"/>
                  <a:pt x="25782" y="8600"/>
                  <a:pt x="25392" y="8831"/>
                </a:cubicBezTo>
                <a:cubicBezTo>
                  <a:pt x="25004" y="9062"/>
                  <a:pt x="24545" y="9456"/>
                  <a:pt x="25255" y="9456"/>
                </a:cubicBezTo>
                <a:cubicBezTo>
                  <a:pt x="25965" y="9456"/>
                  <a:pt x="27202" y="8948"/>
                  <a:pt x="27455" y="9225"/>
                </a:cubicBezTo>
                <a:cubicBezTo>
                  <a:pt x="27707" y="9502"/>
                  <a:pt x="28234" y="10150"/>
                  <a:pt x="28348" y="9572"/>
                </a:cubicBezTo>
                <a:cubicBezTo>
                  <a:pt x="28464" y="8994"/>
                  <a:pt x="28005" y="8878"/>
                  <a:pt x="28211" y="8694"/>
                </a:cubicBezTo>
                <a:cubicBezTo>
                  <a:pt x="28418" y="8509"/>
                  <a:pt x="29173" y="7885"/>
                  <a:pt x="29403" y="8209"/>
                </a:cubicBezTo>
                <a:cubicBezTo>
                  <a:pt x="29632" y="8532"/>
                  <a:pt x="29700" y="9017"/>
                  <a:pt x="30709" y="9203"/>
                </a:cubicBezTo>
                <a:cubicBezTo>
                  <a:pt x="31718" y="9388"/>
                  <a:pt x="32199" y="9504"/>
                  <a:pt x="32473" y="9365"/>
                </a:cubicBezTo>
                <a:cubicBezTo>
                  <a:pt x="32748" y="9225"/>
                  <a:pt x="32588" y="8556"/>
                  <a:pt x="32932" y="8579"/>
                </a:cubicBezTo>
                <a:cubicBezTo>
                  <a:pt x="33274" y="8602"/>
                  <a:pt x="33893" y="8486"/>
                  <a:pt x="33917" y="8926"/>
                </a:cubicBezTo>
                <a:cubicBezTo>
                  <a:pt x="33940" y="9366"/>
                  <a:pt x="34272" y="10402"/>
                  <a:pt x="34259" y="9920"/>
                </a:cubicBezTo>
                <a:cubicBezTo>
                  <a:pt x="34243" y="9202"/>
                  <a:pt x="34181" y="9114"/>
                  <a:pt x="34878" y="8788"/>
                </a:cubicBezTo>
                <a:cubicBezTo>
                  <a:pt x="35130" y="8670"/>
                  <a:pt x="35383" y="7886"/>
                  <a:pt x="34970" y="7493"/>
                </a:cubicBezTo>
                <a:cubicBezTo>
                  <a:pt x="34558" y="7099"/>
                  <a:pt x="33825" y="7239"/>
                  <a:pt x="33825" y="6245"/>
                </a:cubicBezTo>
                <a:cubicBezTo>
                  <a:pt x="33825" y="5250"/>
                  <a:pt x="33985" y="4812"/>
                  <a:pt x="34123" y="3978"/>
                </a:cubicBezTo>
                <a:cubicBezTo>
                  <a:pt x="34260" y="3146"/>
                  <a:pt x="33985" y="3007"/>
                  <a:pt x="34123" y="2059"/>
                </a:cubicBezTo>
                <a:cubicBezTo>
                  <a:pt x="34260" y="1112"/>
                  <a:pt x="34170" y="117"/>
                  <a:pt x="34878" y="117"/>
                </a:cubicBezTo>
                <a:cubicBezTo>
                  <a:pt x="35589" y="117"/>
                  <a:pt x="35681" y="278"/>
                  <a:pt x="36024" y="324"/>
                </a:cubicBezTo>
                <a:cubicBezTo>
                  <a:pt x="36368" y="371"/>
                  <a:pt x="36712" y="0"/>
                  <a:pt x="36322" y="1156"/>
                </a:cubicBezTo>
                <a:cubicBezTo>
                  <a:pt x="35933" y="2312"/>
                  <a:pt x="36116" y="2428"/>
                  <a:pt x="35520" y="2451"/>
                </a:cubicBezTo>
                <a:cubicBezTo>
                  <a:pt x="34924" y="2475"/>
                  <a:pt x="34695" y="2221"/>
                  <a:pt x="34809" y="2544"/>
                </a:cubicBezTo>
                <a:cubicBezTo>
                  <a:pt x="34924" y="2868"/>
                  <a:pt x="34948" y="3075"/>
                  <a:pt x="34763" y="3469"/>
                </a:cubicBezTo>
                <a:cubicBezTo>
                  <a:pt x="34579" y="3862"/>
                  <a:pt x="34258" y="3630"/>
                  <a:pt x="34786" y="4093"/>
                </a:cubicBezTo>
                <a:cubicBezTo>
                  <a:pt x="35314" y="4555"/>
                  <a:pt x="35931" y="5596"/>
                  <a:pt x="35817" y="6103"/>
                </a:cubicBezTo>
                <a:cubicBezTo>
                  <a:pt x="35703" y="6612"/>
                  <a:pt x="35543" y="7212"/>
                  <a:pt x="35909" y="7305"/>
                </a:cubicBezTo>
                <a:cubicBezTo>
                  <a:pt x="36275" y="7398"/>
                  <a:pt x="36436" y="7352"/>
                  <a:pt x="36436" y="7814"/>
                </a:cubicBezTo>
                <a:cubicBezTo>
                  <a:pt x="36436" y="8275"/>
                  <a:pt x="36506" y="9085"/>
                  <a:pt x="36688" y="8646"/>
                </a:cubicBezTo>
                <a:cubicBezTo>
                  <a:pt x="36872" y="8206"/>
                  <a:pt x="36826" y="7259"/>
                  <a:pt x="37238" y="7675"/>
                </a:cubicBezTo>
                <a:cubicBezTo>
                  <a:pt x="37651" y="8092"/>
                  <a:pt x="37673" y="8206"/>
                  <a:pt x="37627" y="8784"/>
                </a:cubicBezTo>
                <a:cubicBezTo>
                  <a:pt x="37581" y="9362"/>
                  <a:pt x="37925" y="10333"/>
                  <a:pt x="38314" y="9708"/>
                </a:cubicBezTo>
                <a:cubicBezTo>
                  <a:pt x="38704" y="9084"/>
                  <a:pt x="38819" y="8182"/>
                  <a:pt x="38979" y="8136"/>
                </a:cubicBezTo>
                <a:cubicBezTo>
                  <a:pt x="39139" y="8089"/>
                  <a:pt x="38634" y="7443"/>
                  <a:pt x="38772" y="7211"/>
                </a:cubicBezTo>
                <a:cubicBezTo>
                  <a:pt x="38911" y="6980"/>
                  <a:pt x="39711" y="6380"/>
                  <a:pt x="40262" y="7096"/>
                </a:cubicBezTo>
                <a:cubicBezTo>
                  <a:pt x="40811" y="7813"/>
                  <a:pt x="40514" y="8205"/>
                  <a:pt x="40445" y="8552"/>
                </a:cubicBezTo>
                <a:cubicBezTo>
                  <a:pt x="40377" y="8898"/>
                  <a:pt x="41156" y="9523"/>
                  <a:pt x="40788" y="10054"/>
                </a:cubicBezTo>
                <a:cubicBezTo>
                  <a:pt x="40422" y="10585"/>
                  <a:pt x="40124" y="10863"/>
                  <a:pt x="39735" y="11049"/>
                </a:cubicBezTo>
                <a:cubicBezTo>
                  <a:pt x="39345" y="11233"/>
                  <a:pt x="39139" y="11164"/>
                  <a:pt x="38772" y="11049"/>
                </a:cubicBezTo>
                <a:cubicBezTo>
                  <a:pt x="38406" y="10932"/>
                  <a:pt x="38451" y="10888"/>
                  <a:pt x="38521" y="11302"/>
                </a:cubicBezTo>
                <a:cubicBezTo>
                  <a:pt x="38590" y="11719"/>
                  <a:pt x="38361" y="12180"/>
                  <a:pt x="38132" y="12251"/>
                </a:cubicBezTo>
                <a:cubicBezTo>
                  <a:pt x="37902" y="12320"/>
                  <a:pt x="37811" y="12390"/>
                  <a:pt x="37353" y="12134"/>
                </a:cubicBezTo>
                <a:cubicBezTo>
                  <a:pt x="36895" y="11880"/>
                  <a:pt x="36596" y="11880"/>
                  <a:pt x="37009" y="12088"/>
                </a:cubicBezTo>
                <a:cubicBezTo>
                  <a:pt x="37422" y="12296"/>
                  <a:pt x="37744" y="12504"/>
                  <a:pt x="37904" y="12504"/>
                </a:cubicBezTo>
                <a:cubicBezTo>
                  <a:pt x="38063" y="12504"/>
                  <a:pt x="38246" y="12435"/>
                  <a:pt x="38063" y="12782"/>
                </a:cubicBezTo>
                <a:cubicBezTo>
                  <a:pt x="37880" y="13129"/>
                  <a:pt x="37765" y="13823"/>
                  <a:pt x="37261" y="13823"/>
                </a:cubicBezTo>
                <a:cubicBezTo>
                  <a:pt x="36756" y="13823"/>
                  <a:pt x="36872" y="14077"/>
                  <a:pt x="36620" y="14170"/>
                </a:cubicBezTo>
                <a:cubicBezTo>
                  <a:pt x="36368" y="14262"/>
                  <a:pt x="36070" y="14123"/>
                  <a:pt x="36184" y="14262"/>
                </a:cubicBezTo>
                <a:cubicBezTo>
                  <a:pt x="36299" y="14402"/>
                  <a:pt x="36620" y="14586"/>
                  <a:pt x="36344" y="14863"/>
                </a:cubicBezTo>
                <a:cubicBezTo>
                  <a:pt x="36344" y="14863"/>
                  <a:pt x="35863" y="15094"/>
                  <a:pt x="35634" y="15348"/>
                </a:cubicBezTo>
                <a:cubicBezTo>
                  <a:pt x="35404" y="15603"/>
                  <a:pt x="34808" y="16620"/>
                  <a:pt x="34695" y="17198"/>
                </a:cubicBezTo>
                <a:cubicBezTo>
                  <a:pt x="34579" y="17776"/>
                  <a:pt x="34373" y="18146"/>
                  <a:pt x="34877" y="18839"/>
                </a:cubicBezTo>
                <a:cubicBezTo>
                  <a:pt x="35382" y="19534"/>
                  <a:pt x="36825" y="20829"/>
                  <a:pt x="37695" y="21150"/>
                </a:cubicBezTo>
                <a:cubicBezTo>
                  <a:pt x="38566" y="21474"/>
                  <a:pt x="40170" y="21590"/>
                  <a:pt x="40308" y="22306"/>
                </a:cubicBezTo>
                <a:cubicBezTo>
                  <a:pt x="40445" y="23023"/>
                  <a:pt x="40948" y="25127"/>
                  <a:pt x="41453" y="25103"/>
                </a:cubicBezTo>
                <a:cubicBezTo>
                  <a:pt x="41956" y="25080"/>
                  <a:pt x="42300" y="23739"/>
                  <a:pt x="41888" y="23115"/>
                </a:cubicBezTo>
                <a:cubicBezTo>
                  <a:pt x="41476" y="22491"/>
                  <a:pt x="41546" y="22444"/>
                  <a:pt x="42209" y="22051"/>
                </a:cubicBezTo>
                <a:cubicBezTo>
                  <a:pt x="42874" y="21657"/>
                  <a:pt x="43286" y="20502"/>
                  <a:pt x="42646" y="19694"/>
                </a:cubicBezTo>
                <a:cubicBezTo>
                  <a:pt x="42005" y="18885"/>
                  <a:pt x="42486" y="18838"/>
                  <a:pt x="42577" y="18005"/>
                </a:cubicBezTo>
                <a:cubicBezTo>
                  <a:pt x="42668" y="17173"/>
                  <a:pt x="42371" y="17034"/>
                  <a:pt x="42394" y="16480"/>
                </a:cubicBezTo>
                <a:cubicBezTo>
                  <a:pt x="42418" y="15925"/>
                  <a:pt x="42326" y="14976"/>
                  <a:pt x="43058" y="15278"/>
                </a:cubicBezTo>
                <a:cubicBezTo>
                  <a:pt x="43792" y="15578"/>
                  <a:pt x="44112" y="15093"/>
                  <a:pt x="44663" y="15532"/>
                </a:cubicBezTo>
                <a:cubicBezTo>
                  <a:pt x="45212" y="15971"/>
                  <a:pt x="45510" y="16687"/>
                  <a:pt x="45990" y="16873"/>
                </a:cubicBezTo>
                <a:cubicBezTo>
                  <a:pt x="46472" y="17058"/>
                  <a:pt x="46289" y="17150"/>
                  <a:pt x="46334" y="17775"/>
                </a:cubicBezTo>
                <a:cubicBezTo>
                  <a:pt x="46380" y="18399"/>
                  <a:pt x="46540" y="19230"/>
                  <a:pt x="47205" y="19092"/>
                </a:cubicBezTo>
                <a:cubicBezTo>
                  <a:pt x="47868" y="18953"/>
                  <a:pt x="48305" y="17797"/>
                  <a:pt x="48487" y="17590"/>
                </a:cubicBezTo>
                <a:cubicBezTo>
                  <a:pt x="48676" y="17377"/>
                  <a:pt x="48752" y="17523"/>
                  <a:pt x="48752" y="1752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3" name="Google Shape;1723;p43"/>
          <p:cNvGrpSpPr/>
          <p:nvPr/>
        </p:nvGrpSpPr>
        <p:grpSpPr>
          <a:xfrm rot="-3946285">
            <a:off x="7117891" y="-604200"/>
            <a:ext cx="3684110" cy="3346390"/>
            <a:chOff x="3167525" y="751950"/>
            <a:chExt cx="1309325" cy="1189300"/>
          </a:xfrm>
        </p:grpSpPr>
        <p:sp>
          <p:nvSpPr>
            <p:cNvPr id="1724" name="Google Shape;1724;p43"/>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3"/>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3"/>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3"/>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3"/>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3"/>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3"/>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3"/>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3"/>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 name="Google Shape;1733;p43"/>
          <p:cNvGrpSpPr/>
          <p:nvPr/>
        </p:nvGrpSpPr>
        <p:grpSpPr>
          <a:xfrm>
            <a:off x="7164100" y="4442775"/>
            <a:ext cx="1259900" cy="1185450"/>
            <a:chOff x="6450675" y="609250"/>
            <a:chExt cx="1259900" cy="1185450"/>
          </a:xfrm>
        </p:grpSpPr>
        <p:sp>
          <p:nvSpPr>
            <p:cNvPr id="1734" name="Google Shape;1734;p43"/>
            <p:cNvSpPr/>
            <p:nvPr/>
          </p:nvSpPr>
          <p:spPr>
            <a:xfrm>
              <a:off x="6450675" y="609250"/>
              <a:ext cx="1259900" cy="1185450"/>
            </a:xfrm>
            <a:custGeom>
              <a:rect b="b" l="l" r="r" t="t"/>
              <a:pathLst>
                <a:path extrusionOk="0" h="47418" w="50396">
                  <a:moveTo>
                    <a:pt x="25149" y="695"/>
                  </a:moveTo>
                  <a:cubicBezTo>
                    <a:pt x="26152" y="695"/>
                    <a:pt x="27163" y="759"/>
                    <a:pt x="28176" y="892"/>
                  </a:cubicBezTo>
                  <a:cubicBezTo>
                    <a:pt x="40757" y="2534"/>
                    <a:pt x="49656" y="14107"/>
                    <a:pt x="48014" y="26687"/>
                  </a:cubicBezTo>
                  <a:cubicBezTo>
                    <a:pt x="47218" y="32783"/>
                    <a:pt x="44097" y="38204"/>
                    <a:pt x="39224" y="41950"/>
                  </a:cubicBezTo>
                  <a:cubicBezTo>
                    <a:pt x="35161" y="45076"/>
                    <a:pt x="30285" y="46724"/>
                    <a:pt x="25242" y="46724"/>
                  </a:cubicBezTo>
                  <a:cubicBezTo>
                    <a:pt x="24239" y="46724"/>
                    <a:pt x="23229" y="46659"/>
                    <a:pt x="22218" y="46527"/>
                  </a:cubicBezTo>
                  <a:cubicBezTo>
                    <a:pt x="9637" y="44885"/>
                    <a:pt x="736" y="33313"/>
                    <a:pt x="2379" y="20732"/>
                  </a:cubicBezTo>
                  <a:cubicBezTo>
                    <a:pt x="3175" y="14636"/>
                    <a:pt x="6296" y="9216"/>
                    <a:pt x="11169" y="5469"/>
                  </a:cubicBezTo>
                  <a:cubicBezTo>
                    <a:pt x="15232" y="2345"/>
                    <a:pt x="20106" y="695"/>
                    <a:pt x="25149" y="695"/>
                  </a:cubicBezTo>
                  <a:close/>
                  <a:moveTo>
                    <a:pt x="25149" y="0"/>
                  </a:moveTo>
                  <a:cubicBezTo>
                    <a:pt x="19956" y="0"/>
                    <a:pt x="14933" y="1700"/>
                    <a:pt x="10747" y="4919"/>
                  </a:cubicBezTo>
                  <a:cubicBezTo>
                    <a:pt x="5727" y="8779"/>
                    <a:pt x="2512" y="14362"/>
                    <a:pt x="1692" y="20640"/>
                  </a:cubicBezTo>
                  <a:cubicBezTo>
                    <a:pt x="0" y="33600"/>
                    <a:pt x="9167" y="45521"/>
                    <a:pt x="22128" y="47213"/>
                  </a:cubicBezTo>
                  <a:cubicBezTo>
                    <a:pt x="23170" y="47350"/>
                    <a:pt x="24211" y="47417"/>
                    <a:pt x="25246" y="47417"/>
                  </a:cubicBezTo>
                  <a:cubicBezTo>
                    <a:pt x="30439" y="47417"/>
                    <a:pt x="35463" y="45718"/>
                    <a:pt x="39647" y="42498"/>
                  </a:cubicBezTo>
                  <a:cubicBezTo>
                    <a:pt x="44667" y="38638"/>
                    <a:pt x="47882" y="33055"/>
                    <a:pt x="48702" y="26777"/>
                  </a:cubicBezTo>
                  <a:cubicBezTo>
                    <a:pt x="50395" y="13816"/>
                    <a:pt x="41228" y="1896"/>
                    <a:pt x="28266" y="204"/>
                  </a:cubicBezTo>
                  <a:cubicBezTo>
                    <a:pt x="27224" y="68"/>
                    <a:pt x="26183" y="0"/>
                    <a:pt x="251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3"/>
            <p:cNvSpPr/>
            <p:nvPr/>
          </p:nvSpPr>
          <p:spPr>
            <a:xfrm>
              <a:off x="6490375" y="1257125"/>
              <a:ext cx="1144325" cy="285850"/>
            </a:xfrm>
            <a:custGeom>
              <a:rect b="b" l="l" r="r" t="t"/>
              <a:pathLst>
                <a:path extrusionOk="0" h="11434" w="45773">
                  <a:moveTo>
                    <a:pt x="90" y="0"/>
                  </a:moveTo>
                  <a:lnTo>
                    <a:pt x="1" y="688"/>
                  </a:lnTo>
                  <a:lnTo>
                    <a:pt x="10660" y="2079"/>
                  </a:lnTo>
                  <a:cubicBezTo>
                    <a:pt x="12301" y="7028"/>
                    <a:pt x="16668" y="10644"/>
                    <a:pt x="21844" y="11320"/>
                  </a:cubicBezTo>
                  <a:cubicBezTo>
                    <a:pt x="22428" y="11396"/>
                    <a:pt x="23014" y="11433"/>
                    <a:pt x="23594" y="11433"/>
                  </a:cubicBezTo>
                  <a:cubicBezTo>
                    <a:pt x="28153" y="11433"/>
                    <a:pt x="32491" y="9127"/>
                    <a:pt x="35025" y="5259"/>
                  </a:cubicBezTo>
                  <a:lnTo>
                    <a:pt x="45684" y="6651"/>
                  </a:lnTo>
                  <a:lnTo>
                    <a:pt x="45773" y="5964"/>
                  </a:lnTo>
                  <a:lnTo>
                    <a:pt x="34677" y="4515"/>
                  </a:lnTo>
                  <a:lnTo>
                    <a:pt x="34559" y="4702"/>
                  </a:lnTo>
                  <a:cubicBezTo>
                    <a:pt x="32173" y="8481"/>
                    <a:pt x="27997" y="10741"/>
                    <a:pt x="23598" y="10741"/>
                  </a:cubicBezTo>
                  <a:cubicBezTo>
                    <a:pt x="23045" y="10741"/>
                    <a:pt x="22489" y="10705"/>
                    <a:pt x="21933" y="10633"/>
                  </a:cubicBezTo>
                  <a:cubicBezTo>
                    <a:pt x="16950" y="9981"/>
                    <a:pt x="12759" y="6460"/>
                    <a:pt x="11253" y="1660"/>
                  </a:cubicBezTo>
                  <a:lnTo>
                    <a:pt x="11187" y="1448"/>
                  </a:lnTo>
                  <a:lnTo>
                    <a:pt x="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3"/>
            <p:cNvSpPr/>
            <p:nvPr/>
          </p:nvSpPr>
          <p:spPr>
            <a:xfrm>
              <a:off x="6526500" y="860975"/>
              <a:ext cx="1144325" cy="285900"/>
            </a:xfrm>
            <a:custGeom>
              <a:rect b="b" l="l" r="r" t="t"/>
              <a:pathLst>
                <a:path extrusionOk="0" h="11436" w="45773">
                  <a:moveTo>
                    <a:pt x="22171" y="0"/>
                  </a:moveTo>
                  <a:cubicBezTo>
                    <a:pt x="17614" y="0"/>
                    <a:pt x="13281" y="2310"/>
                    <a:pt x="10748" y="6176"/>
                  </a:cubicBezTo>
                  <a:lnTo>
                    <a:pt x="89" y="4784"/>
                  </a:lnTo>
                  <a:lnTo>
                    <a:pt x="0" y="5472"/>
                  </a:lnTo>
                  <a:lnTo>
                    <a:pt x="11097" y="6920"/>
                  </a:lnTo>
                  <a:lnTo>
                    <a:pt x="11216" y="6733"/>
                  </a:lnTo>
                  <a:cubicBezTo>
                    <a:pt x="13601" y="2954"/>
                    <a:pt x="17780" y="696"/>
                    <a:pt x="22179" y="696"/>
                  </a:cubicBezTo>
                  <a:cubicBezTo>
                    <a:pt x="22730" y="696"/>
                    <a:pt x="23285" y="731"/>
                    <a:pt x="23840" y="803"/>
                  </a:cubicBezTo>
                  <a:cubicBezTo>
                    <a:pt x="28824" y="1453"/>
                    <a:pt x="33017" y="4975"/>
                    <a:pt x="34520" y="9776"/>
                  </a:cubicBezTo>
                  <a:lnTo>
                    <a:pt x="34586" y="9987"/>
                  </a:lnTo>
                  <a:lnTo>
                    <a:pt x="45684" y="11436"/>
                  </a:lnTo>
                  <a:lnTo>
                    <a:pt x="45772" y="10750"/>
                  </a:lnTo>
                  <a:lnTo>
                    <a:pt x="35113" y="9358"/>
                  </a:lnTo>
                  <a:cubicBezTo>
                    <a:pt x="33473" y="4407"/>
                    <a:pt x="29106" y="791"/>
                    <a:pt x="23929" y="115"/>
                  </a:cubicBezTo>
                  <a:cubicBezTo>
                    <a:pt x="23341" y="38"/>
                    <a:pt x="22754" y="0"/>
                    <a:pt x="221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3"/>
            <p:cNvSpPr/>
            <p:nvPr/>
          </p:nvSpPr>
          <p:spPr>
            <a:xfrm>
              <a:off x="6845050" y="752425"/>
              <a:ext cx="61550" cy="80625"/>
            </a:xfrm>
            <a:custGeom>
              <a:rect b="b" l="l" r="r" t="t"/>
              <a:pathLst>
                <a:path extrusionOk="0" h="3225" w="2462">
                  <a:moveTo>
                    <a:pt x="2148" y="0"/>
                  </a:moveTo>
                  <a:lnTo>
                    <a:pt x="1790" y="172"/>
                  </a:lnTo>
                  <a:lnTo>
                    <a:pt x="1965" y="1668"/>
                  </a:lnTo>
                  <a:cubicBezTo>
                    <a:pt x="2009" y="2063"/>
                    <a:pt x="2060" y="2442"/>
                    <a:pt x="2131" y="2779"/>
                  </a:cubicBezTo>
                  <a:lnTo>
                    <a:pt x="2123" y="2783"/>
                  </a:lnTo>
                  <a:cubicBezTo>
                    <a:pt x="1908" y="2511"/>
                    <a:pt x="1661" y="2241"/>
                    <a:pt x="1380" y="1943"/>
                  </a:cubicBezTo>
                  <a:lnTo>
                    <a:pt x="363" y="854"/>
                  </a:lnTo>
                  <a:lnTo>
                    <a:pt x="1" y="1029"/>
                  </a:lnTo>
                  <a:lnTo>
                    <a:pt x="2092" y="3224"/>
                  </a:lnTo>
                  <a:lnTo>
                    <a:pt x="2461" y="3047"/>
                  </a:lnTo>
                  <a:lnTo>
                    <a:pt x="214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3"/>
            <p:cNvSpPr/>
            <p:nvPr/>
          </p:nvSpPr>
          <p:spPr>
            <a:xfrm>
              <a:off x="6922850" y="741575"/>
              <a:ext cx="31600" cy="71275"/>
            </a:xfrm>
            <a:custGeom>
              <a:rect b="b" l="l" r="r" t="t"/>
              <a:pathLst>
                <a:path extrusionOk="0" h="2851" w="1264">
                  <a:moveTo>
                    <a:pt x="352" y="1"/>
                  </a:moveTo>
                  <a:lnTo>
                    <a:pt x="0" y="118"/>
                  </a:lnTo>
                  <a:lnTo>
                    <a:pt x="909" y="2850"/>
                  </a:lnTo>
                  <a:lnTo>
                    <a:pt x="1263" y="2733"/>
                  </a:lnTo>
                  <a:lnTo>
                    <a:pt x="3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3"/>
            <p:cNvSpPr/>
            <p:nvPr/>
          </p:nvSpPr>
          <p:spPr>
            <a:xfrm>
              <a:off x="6962925" y="725725"/>
              <a:ext cx="52700" cy="75725"/>
            </a:xfrm>
            <a:custGeom>
              <a:rect b="b" l="l" r="r" t="t"/>
              <a:pathLst>
                <a:path extrusionOk="0" h="3029" w="2108">
                  <a:moveTo>
                    <a:pt x="1177" y="0"/>
                  </a:moveTo>
                  <a:cubicBezTo>
                    <a:pt x="1079" y="0"/>
                    <a:pt x="967" y="11"/>
                    <a:pt x="844" y="36"/>
                  </a:cubicBezTo>
                  <a:cubicBezTo>
                    <a:pt x="296" y="150"/>
                    <a:pt x="1" y="554"/>
                    <a:pt x="93" y="993"/>
                  </a:cubicBezTo>
                  <a:cubicBezTo>
                    <a:pt x="176" y="1390"/>
                    <a:pt x="510" y="1567"/>
                    <a:pt x="1004" y="1636"/>
                  </a:cubicBezTo>
                  <a:cubicBezTo>
                    <a:pt x="1415" y="1703"/>
                    <a:pt x="1596" y="1821"/>
                    <a:pt x="1652" y="2084"/>
                  </a:cubicBezTo>
                  <a:cubicBezTo>
                    <a:pt x="1712" y="2370"/>
                    <a:pt x="1534" y="2613"/>
                    <a:pt x="1163" y="2690"/>
                  </a:cubicBezTo>
                  <a:cubicBezTo>
                    <a:pt x="1078" y="2707"/>
                    <a:pt x="993" y="2715"/>
                    <a:pt x="910" y="2715"/>
                  </a:cubicBezTo>
                  <a:cubicBezTo>
                    <a:pt x="747" y="2715"/>
                    <a:pt x="594" y="2685"/>
                    <a:pt x="472" y="2641"/>
                  </a:cubicBezTo>
                  <a:lnTo>
                    <a:pt x="443" y="2965"/>
                  </a:lnTo>
                  <a:cubicBezTo>
                    <a:pt x="546" y="3006"/>
                    <a:pt x="699" y="3029"/>
                    <a:pt x="862" y="3029"/>
                  </a:cubicBezTo>
                  <a:cubicBezTo>
                    <a:pt x="974" y="3029"/>
                    <a:pt x="1090" y="3018"/>
                    <a:pt x="1200" y="2995"/>
                  </a:cubicBezTo>
                  <a:cubicBezTo>
                    <a:pt x="1865" y="2856"/>
                    <a:pt x="2108" y="2412"/>
                    <a:pt x="2018" y="1978"/>
                  </a:cubicBezTo>
                  <a:cubicBezTo>
                    <a:pt x="1931" y="1563"/>
                    <a:pt x="1641" y="1383"/>
                    <a:pt x="1125" y="1299"/>
                  </a:cubicBezTo>
                  <a:cubicBezTo>
                    <a:pt x="704" y="1231"/>
                    <a:pt x="506" y="1137"/>
                    <a:pt x="451" y="874"/>
                  </a:cubicBezTo>
                  <a:cubicBezTo>
                    <a:pt x="410" y="681"/>
                    <a:pt x="510" y="421"/>
                    <a:pt x="894" y="340"/>
                  </a:cubicBezTo>
                  <a:cubicBezTo>
                    <a:pt x="980" y="322"/>
                    <a:pt x="1061" y="315"/>
                    <a:pt x="1134" y="315"/>
                  </a:cubicBezTo>
                  <a:cubicBezTo>
                    <a:pt x="1276" y="315"/>
                    <a:pt x="1389" y="341"/>
                    <a:pt x="1458" y="361"/>
                  </a:cubicBezTo>
                  <a:lnTo>
                    <a:pt x="1496" y="45"/>
                  </a:lnTo>
                  <a:cubicBezTo>
                    <a:pt x="1415" y="19"/>
                    <a:pt x="1308" y="0"/>
                    <a:pt x="11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3"/>
            <p:cNvSpPr/>
            <p:nvPr/>
          </p:nvSpPr>
          <p:spPr>
            <a:xfrm>
              <a:off x="7032725" y="719725"/>
              <a:ext cx="15575" cy="72550"/>
            </a:xfrm>
            <a:custGeom>
              <a:rect b="b" l="l" r="r" t="t"/>
              <a:pathLst>
                <a:path extrusionOk="0" h="2902" w="623">
                  <a:moveTo>
                    <a:pt x="371" y="1"/>
                  </a:moveTo>
                  <a:lnTo>
                    <a:pt x="1" y="33"/>
                  </a:lnTo>
                  <a:lnTo>
                    <a:pt x="252" y="2901"/>
                  </a:lnTo>
                  <a:lnTo>
                    <a:pt x="623" y="2869"/>
                  </a:lnTo>
                  <a:lnTo>
                    <a:pt x="3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3"/>
            <p:cNvSpPr/>
            <p:nvPr/>
          </p:nvSpPr>
          <p:spPr>
            <a:xfrm>
              <a:off x="7066650" y="717600"/>
              <a:ext cx="53625" cy="72975"/>
            </a:xfrm>
            <a:custGeom>
              <a:rect b="b" l="l" r="r" t="t"/>
              <a:pathLst>
                <a:path extrusionOk="0" h="2919" w="2145">
                  <a:moveTo>
                    <a:pt x="10" y="0"/>
                  </a:moveTo>
                  <a:lnTo>
                    <a:pt x="0" y="317"/>
                  </a:lnTo>
                  <a:lnTo>
                    <a:pt x="877" y="341"/>
                  </a:lnTo>
                  <a:lnTo>
                    <a:pt x="805" y="2909"/>
                  </a:lnTo>
                  <a:lnTo>
                    <a:pt x="1182" y="2919"/>
                  </a:lnTo>
                  <a:lnTo>
                    <a:pt x="1255" y="353"/>
                  </a:lnTo>
                  <a:lnTo>
                    <a:pt x="2136" y="377"/>
                  </a:lnTo>
                  <a:lnTo>
                    <a:pt x="2144" y="61"/>
                  </a:ln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3"/>
            <p:cNvSpPr/>
            <p:nvPr/>
          </p:nvSpPr>
          <p:spPr>
            <a:xfrm>
              <a:off x="7165975" y="729775"/>
              <a:ext cx="57725" cy="71275"/>
            </a:xfrm>
            <a:custGeom>
              <a:rect b="b" l="l" r="r" t="t"/>
              <a:pathLst>
                <a:path extrusionOk="0" h="2851" w="2309">
                  <a:moveTo>
                    <a:pt x="1017" y="354"/>
                  </a:moveTo>
                  <a:cubicBezTo>
                    <a:pt x="1083" y="354"/>
                    <a:pt x="1207" y="374"/>
                    <a:pt x="1365" y="415"/>
                  </a:cubicBezTo>
                  <a:cubicBezTo>
                    <a:pt x="1762" y="518"/>
                    <a:pt x="1976" y="766"/>
                    <a:pt x="1879" y="1133"/>
                  </a:cubicBezTo>
                  <a:cubicBezTo>
                    <a:pt x="1801" y="1432"/>
                    <a:pt x="1590" y="1584"/>
                    <a:pt x="1297" y="1584"/>
                  </a:cubicBezTo>
                  <a:cubicBezTo>
                    <a:pt x="1213" y="1584"/>
                    <a:pt x="1121" y="1571"/>
                    <a:pt x="1024" y="1546"/>
                  </a:cubicBezTo>
                  <a:cubicBezTo>
                    <a:pt x="904" y="1515"/>
                    <a:pt x="808" y="1481"/>
                    <a:pt x="733" y="1439"/>
                  </a:cubicBezTo>
                  <a:lnTo>
                    <a:pt x="1017" y="354"/>
                  </a:lnTo>
                  <a:close/>
                  <a:moveTo>
                    <a:pt x="726" y="0"/>
                  </a:moveTo>
                  <a:lnTo>
                    <a:pt x="1" y="2756"/>
                  </a:lnTo>
                  <a:lnTo>
                    <a:pt x="362" y="2851"/>
                  </a:lnTo>
                  <a:lnTo>
                    <a:pt x="655" y="1734"/>
                  </a:lnTo>
                  <a:cubicBezTo>
                    <a:pt x="733" y="1776"/>
                    <a:pt x="831" y="1805"/>
                    <a:pt x="939" y="1834"/>
                  </a:cubicBezTo>
                  <a:cubicBezTo>
                    <a:pt x="1077" y="1870"/>
                    <a:pt x="1212" y="1888"/>
                    <a:pt x="1341" y="1888"/>
                  </a:cubicBezTo>
                  <a:cubicBezTo>
                    <a:pt x="1541" y="1888"/>
                    <a:pt x="1724" y="1843"/>
                    <a:pt x="1872" y="1750"/>
                  </a:cubicBezTo>
                  <a:cubicBezTo>
                    <a:pt x="2052" y="1643"/>
                    <a:pt x="2178" y="1463"/>
                    <a:pt x="2244" y="1210"/>
                  </a:cubicBezTo>
                  <a:cubicBezTo>
                    <a:pt x="2309" y="963"/>
                    <a:pt x="2271" y="735"/>
                    <a:pt x="2152" y="564"/>
                  </a:cubicBezTo>
                  <a:cubicBezTo>
                    <a:pt x="2026" y="372"/>
                    <a:pt x="1788" y="220"/>
                    <a:pt x="1432" y="127"/>
                  </a:cubicBezTo>
                  <a:cubicBezTo>
                    <a:pt x="1141" y="52"/>
                    <a:pt x="908" y="17"/>
                    <a:pt x="7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3"/>
            <p:cNvSpPr/>
            <p:nvPr/>
          </p:nvSpPr>
          <p:spPr>
            <a:xfrm>
              <a:off x="7214650" y="754675"/>
              <a:ext cx="61150" cy="80375"/>
            </a:xfrm>
            <a:custGeom>
              <a:rect b="b" l="l" r="r" t="t"/>
              <a:pathLst>
                <a:path extrusionOk="0" h="3215" w="2446">
                  <a:moveTo>
                    <a:pt x="2095" y="387"/>
                  </a:moveTo>
                  <a:lnTo>
                    <a:pt x="2103" y="390"/>
                  </a:lnTo>
                  <a:cubicBezTo>
                    <a:pt x="2077" y="562"/>
                    <a:pt x="2050" y="734"/>
                    <a:pt x="2034" y="934"/>
                  </a:cubicBezTo>
                  <a:lnTo>
                    <a:pt x="1968" y="1807"/>
                  </a:lnTo>
                  <a:lnTo>
                    <a:pt x="1172" y="1466"/>
                  </a:lnTo>
                  <a:lnTo>
                    <a:pt x="1757" y="810"/>
                  </a:lnTo>
                  <a:cubicBezTo>
                    <a:pt x="1876" y="670"/>
                    <a:pt x="1989" y="527"/>
                    <a:pt x="2095" y="387"/>
                  </a:cubicBezTo>
                  <a:close/>
                  <a:moveTo>
                    <a:pt x="2031" y="1"/>
                  </a:moveTo>
                  <a:lnTo>
                    <a:pt x="1" y="2270"/>
                  </a:lnTo>
                  <a:lnTo>
                    <a:pt x="354" y="2420"/>
                  </a:lnTo>
                  <a:lnTo>
                    <a:pt x="986" y="1703"/>
                  </a:lnTo>
                  <a:lnTo>
                    <a:pt x="1926" y="2105"/>
                  </a:lnTo>
                  <a:lnTo>
                    <a:pt x="1854" y="3059"/>
                  </a:lnTo>
                  <a:lnTo>
                    <a:pt x="2220" y="3215"/>
                  </a:lnTo>
                  <a:lnTo>
                    <a:pt x="2446" y="177"/>
                  </a:lnTo>
                  <a:lnTo>
                    <a:pt x="20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3"/>
            <p:cNvSpPr/>
            <p:nvPr/>
          </p:nvSpPr>
          <p:spPr>
            <a:xfrm>
              <a:off x="7284850" y="789450"/>
              <a:ext cx="69825" cy="69075"/>
            </a:xfrm>
            <a:custGeom>
              <a:rect b="b" l="l" r="r" t="t"/>
              <a:pathLst>
                <a:path extrusionOk="0" h="2763" w="2793">
                  <a:moveTo>
                    <a:pt x="1757" y="1"/>
                  </a:moveTo>
                  <a:cubicBezTo>
                    <a:pt x="1496" y="1"/>
                    <a:pt x="1267" y="121"/>
                    <a:pt x="1126" y="344"/>
                  </a:cubicBezTo>
                  <a:cubicBezTo>
                    <a:pt x="908" y="688"/>
                    <a:pt x="1023" y="1049"/>
                    <a:pt x="1331" y="1441"/>
                  </a:cubicBezTo>
                  <a:cubicBezTo>
                    <a:pt x="1580" y="1776"/>
                    <a:pt x="1626" y="1988"/>
                    <a:pt x="1483" y="2215"/>
                  </a:cubicBezTo>
                  <a:cubicBezTo>
                    <a:pt x="1392" y="2357"/>
                    <a:pt x="1256" y="2433"/>
                    <a:pt x="1094" y="2433"/>
                  </a:cubicBezTo>
                  <a:cubicBezTo>
                    <a:pt x="977" y="2433"/>
                    <a:pt x="846" y="2393"/>
                    <a:pt x="711" y="2308"/>
                  </a:cubicBezTo>
                  <a:cubicBezTo>
                    <a:pt x="494" y="2170"/>
                    <a:pt x="334" y="1967"/>
                    <a:pt x="249" y="1792"/>
                  </a:cubicBezTo>
                  <a:lnTo>
                    <a:pt x="0" y="2005"/>
                  </a:lnTo>
                  <a:cubicBezTo>
                    <a:pt x="74" y="2175"/>
                    <a:pt x="289" y="2406"/>
                    <a:pt x="522" y="2553"/>
                  </a:cubicBezTo>
                  <a:cubicBezTo>
                    <a:pt x="752" y="2699"/>
                    <a:pt x="967" y="2762"/>
                    <a:pt x="1158" y="2762"/>
                  </a:cubicBezTo>
                  <a:cubicBezTo>
                    <a:pt x="1444" y="2762"/>
                    <a:pt x="1676" y="2618"/>
                    <a:pt x="1818" y="2392"/>
                  </a:cubicBezTo>
                  <a:cubicBezTo>
                    <a:pt x="2045" y="2035"/>
                    <a:pt x="1962" y="1704"/>
                    <a:pt x="1651" y="1284"/>
                  </a:cubicBezTo>
                  <a:cubicBezTo>
                    <a:pt x="1398" y="943"/>
                    <a:pt x="1321" y="736"/>
                    <a:pt x="1465" y="509"/>
                  </a:cubicBezTo>
                  <a:cubicBezTo>
                    <a:pt x="1530" y="407"/>
                    <a:pt x="1651" y="322"/>
                    <a:pt x="1812" y="322"/>
                  </a:cubicBezTo>
                  <a:cubicBezTo>
                    <a:pt x="1912" y="322"/>
                    <a:pt x="2027" y="355"/>
                    <a:pt x="2153" y="435"/>
                  </a:cubicBezTo>
                  <a:cubicBezTo>
                    <a:pt x="2374" y="574"/>
                    <a:pt x="2492" y="750"/>
                    <a:pt x="2543" y="844"/>
                  </a:cubicBezTo>
                  <a:lnTo>
                    <a:pt x="2792" y="641"/>
                  </a:lnTo>
                  <a:cubicBezTo>
                    <a:pt x="2724" y="512"/>
                    <a:pt x="2579" y="339"/>
                    <a:pt x="2331" y="182"/>
                  </a:cubicBezTo>
                  <a:cubicBezTo>
                    <a:pt x="2136" y="59"/>
                    <a:pt x="1939" y="1"/>
                    <a:pt x="17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3"/>
            <p:cNvSpPr/>
            <p:nvPr/>
          </p:nvSpPr>
          <p:spPr>
            <a:xfrm>
              <a:off x="7336275" y="830350"/>
              <a:ext cx="74000" cy="66575"/>
            </a:xfrm>
            <a:custGeom>
              <a:rect b="b" l="l" r="r" t="t"/>
              <a:pathLst>
                <a:path extrusionOk="0" h="2663" w="2960">
                  <a:moveTo>
                    <a:pt x="1907" y="1"/>
                  </a:moveTo>
                  <a:cubicBezTo>
                    <a:pt x="1694" y="1"/>
                    <a:pt x="1498" y="88"/>
                    <a:pt x="1353" y="257"/>
                  </a:cubicBezTo>
                  <a:cubicBezTo>
                    <a:pt x="1087" y="564"/>
                    <a:pt x="1149" y="938"/>
                    <a:pt x="1395" y="1371"/>
                  </a:cubicBezTo>
                  <a:cubicBezTo>
                    <a:pt x="1592" y="1740"/>
                    <a:pt x="1608" y="1956"/>
                    <a:pt x="1431" y="2159"/>
                  </a:cubicBezTo>
                  <a:cubicBezTo>
                    <a:pt x="1338" y="2268"/>
                    <a:pt x="1218" y="2325"/>
                    <a:pt x="1087" y="2325"/>
                  </a:cubicBezTo>
                  <a:cubicBezTo>
                    <a:pt x="950" y="2325"/>
                    <a:pt x="801" y="2264"/>
                    <a:pt x="656" y="2138"/>
                  </a:cubicBezTo>
                  <a:cubicBezTo>
                    <a:pt x="462" y="1970"/>
                    <a:pt x="333" y="1746"/>
                    <a:pt x="274" y="1560"/>
                  </a:cubicBezTo>
                  <a:lnTo>
                    <a:pt x="0" y="1733"/>
                  </a:lnTo>
                  <a:cubicBezTo>
                    <a:pt x="50" y="1912"/>
                    <a:pt x="225" y="2171"/>
                    <a:pt x="436" y="2352"/>
                  </a:cubicBezTo>
                  <a:cubicBezTo>
                    <a:pt x="686" y="2569"/>
                    <a:pt x="933" y="2662"/>
                    <a:pt x="1154" y="2662"/>
                  </a:cubicBezTo>
                  <a:cubicBezTo>
                    <a:pt x="1387" y="2662"/>
                    <a:pt x="1592" y="2558"/>
                    <a:pt x="1741" y="2385"/>
                  </a:cubicBezTo>
                  <a:cubicBezTo>
                    <a:pt x="2015" y="2066"/>
                    <a:pt x="1983" y="1725"/>
                    <a:pt x="1737" y="1264"/>
                  </a:cubicBezTo>
                  <a:cubicBezTo>
                    <a:pt x="1538" y="887"/>
                    <a:pt x="1490" y="674"/>
                    <a:pt x="1667" y="469"/>
                  </a:cubicBezTo>
                  <a:cubicBezTo>
                    <a:pt x="1734" y="391"/>
                    <a:pt x="1841" y="332"/>
                    <a:pt x="1971" y="332"/>
                  </a:cubicBezTo>
                  <a:cubicBezTo>
                    <a:pt x="2086" y="332"/>
                    <a:pt x="2219" y="378"/>
                    <a:pt x="2359" y="498"/>
                  </a:cubicBezTo>
                  <a:cubicBezTo>
                    <a:pt x="2556" y="669"/>
                    <a:pt x="2647" y="858"/>
                    <a:pt x="2684" y="958"/>
                  </a:cubicBezTo>
                  <a:lnTo>
                    <a:pt x="2959" y="797"/>
                  </a:lnTo>
                  <a:cubicBezTo>
                    <a:pt x="2909" y="658"/>
                    <a:pt x="2792" y="466"/>
                    <a:pt x="2571" y="274"/>
                  </a:cubicBezTo>
                  <a:cubicBezTo>
                    <a:pt x="2356" y="90"/>
                    <a:pt x="2123" y="1"/>
                    <a:pt x="1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3"/>
            <p:cNvSpPr/>
            <p:nvPr/>
          </p:nvSpPr>
          <p:spPr>
            <a:xfrm>
              <a:off x="6631150" y="1366550"/>
              <a:ext cx="48800" cy="26225"/>
            </a:xfrm>
            <a:custGeom>
              <a:rect b="b" l="l" r="r" t="t"/>
              <a:pathLst>
                <a:path extrusionOk="0" h="1049" w="1952">
                  <a:moveTo>
                    <a:pt x="1847" y="0"/>
                  </a:moveTo>
                  <a:lnTo>
                    <a:pt x="0" y="810"/>
                  </a:lnTo>
                  <a:lnTo>
                    <a:pt x="104" y="1048"/>
                  </a:lnTo>
                  <a:lnTo>
                    <a:pt x="1951" y="239"/>
                  </a:lnTo>
                  <a:lnTo>
                    <a:pt x="18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3"/>
            <p:cNvSpPr/>
            <p:nvPr/>
          </p:nvSpPr>
          <p:spPr>
            <a:xfrm>
              <a:off x="6642850" y="1388625"/>
              <a:ext cx="62450" cy="57500"/>
            </a:xfrm>
            <a:custGeom>
              <a:rect b="b" l="l" r="r" t="t"/>
              <a:pathLst>
                <a:path extrusionOk="0" h="2300" w="2498">
                  <a:moveTo>
                    <a:pt x="1769" y="0"/>
                  </a:moveTo>
                  <a:lnTo>
                    <a:pt x="1" y="970"/>
                  </a:lnTo>
                  <a:lnTo>
                    <a:pt x="120" y="1187"/>
                  </a:lnTo>
                  <a:lnTo>
                    <a:pt x="875" y="772"/>
                  </a:lnTo>
                  <a:cubicBezTo>
                    <a:pt x="1169" y="610"/>
                    <a:pt x="1379" y="488"/>
                    <a:pt x="1595" y="352"/>
                  </a:cubicBezTo>
                  <a:lnTo>
                    <a:pt x="1601" y="359"/>
                  </a:lnTo>
                  <a:cubicBezTo>
                    <a:pt x="1458" y="553"/>
                    <a:pt x="1321" y="783"/>
                    <a:pt x="1192" y="1015"/>
                  </a:cubicBezTo>
                  <a:lnTo>
                    <a:pt x="603" y="2068"/>
                  </a:lnTo>
                  <a:lnTo>
                    <a:pt x="731" y="2299"/>
                  </a:lnTo>
                  <a:lnTo>
                    <a:pt x="2498" y="1327"/>
                  </a:lnTo>
                  <a:lnTo>
                    <a:pt x="2380" y="1113"/>
                  </a:lnTo>
                  <a:lnTo>
                    <a:pt x="1640" y="1518"/>
                  </a:lnTo>
                  <a:cubicBezTo>
                    <a:pt x="1364" y="1670"/>
                    <a:pt x="1152" y="1794"/>
                    <a:pt x="928" y="1944"/>
                  </a:cubicBezTo>
                  <a:lnTo>
                    <a:pt x="923" y="1940"/>
                  </a:lnTo>
                  <a:cubicBezTo>
                    <a:pt x="1057" y="1755"/>
                    <a:pt x="1187" y="1552"/>
                    <a:pt x="1322" y="1307"/>
                  </a:cubicBezTo>
                  <a:lnTo>
                    <a:pt x="1905" y="249"/>
                  </a:lnTo>
                  <a:lnTo>
                    <a:pt x="17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3"/>
            <p:cNvSpPr/>
            <p:nvPr/>
          </p:nvSpPr>
          <p:spPr>
            <a:xfrm>
              <a:off x="6678800" y="1431425"/>
              <a:ext cx="53850" cy="46900"/>
            </a:xfrm>
            <a:custGeom>
              <a:rect b="b" l="l" r="r" t="t"/>
              <a:pathLst>
                <a:path extrusionOk="0" h="1876" w="2154">
                  <a:moveTo>
                    <a:pt x="1296" y="0"/>
                  </a:moveTo>
                  <a:lnTo>
                    <a:pt x="1115" y="127"/>
                  </a:lnTo>
                  <a:lnTo>
                    <a:pt x="1467" y="628"/>
                  </a:lnTo>
                  <a:lnTo>
                    <a:pt x="1" y="1660"/>
                  </a:lnTo>
                  <a:lnTo>
                    <a:pt x="152" y="1876"/>
                  </a:lnTo>
                  <a:lnTo>
                    <a:pt x="1618" y="844"/>
                  </a:lnTo>
                  <a:lnTo>
                    <a:pt x="1973" y="1346"/>
                  </a:lnTo>
                  <a:lnTo>
                    <a:pt x="2153" y="1221"/>
                  </a:lnTo>
                  <a:lnTo>
                    <a:pt x="12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3"/>
            <p:cNvSpPr/>
            <p:nvPr/>
          </p:nvSpPr>
          <p:spPr>
            <a:xfrm>
              <a:off x="6701925" y="1471150"/>
              <a:ext cx="56000" cy="54375"/>
            </a:xfrm>
            <a:custGeom>
              <a:rect b="b" l="l" r="r" t="t"/>
              <a:pathLst>
                <a:path extrusionOk="0" h="2175" w="2240">
                  <a:moveTo>
                    <a:pt x="1532" y="1"/>
                  </a:moveTo>
                  <a:lnTo>
                    <a:pt x="0" y="1313"/>
                  </a:lnTo>
                  <a:lnTo>
                    <a:pt x="738" y="2175"/>
                  </a:lnTo>
                  <a:lnTo>
                    <a:pt x="904" y="2033"/>
                  </a:lnTo>
                  <a:lnTo>
                    <a:pt x="336" y="1370"/>
                  </a:lnTo>
                  <a:lnTo>
                    <a:pt x="888" y="897"/>
                  </a:lnTo>
                  <a:lnTo>
                    <a:pt x="1398" y="1492"/>
                  </a:lnTo>
                  <a:lnTo>
                    <a:pt x="1560" y="1351"/>
                  </a:lnTo>
                  <a:lnTo>
                    <a:pt x="1052" y="756"/>
                  </a:lnTo>
                  <a:lnTo>
                    <a:pt x="1535" y="340"/>
                  </a:lnTo>
                  <a:lnTo>
                    <a:pt x="2074" y="970"/>
                  </a:lnTo>
                  <a:lnTo>
                    <a:pt x="2239" y="828"/>
                  </a:lnTo>
                  <a:lnTo>
                    <a:pt x="153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3"/>
            <p:cNvSpPr/>
            <p:nvPr/>
          </p:nvSpPr>
          <p:spPr>
            <a:xfrm>
              <a:off x="6733975" y="1503625"/>
              <a:ext cx="52175" cy="58725"/>
            </a:xfrm>
            <a:custGeom>
              <a:rect b="b" l="l" r="r" t="t"/>
              <a:pathLst>
                <a:path extrusionOk="0" h="2349" w="2087">
                  <a:moveTo>
                    <a:pt x="1437" y="312"/>
                  </a:moveTo>
                  <a:cubicBezTo>
                    <a:pt x="1476" y="332"/>
                    <a:pt x="1550" y="385"/>
                    <a:pt x="1639" y="471"/>
                  </a:cubicBezTo>
                  <a:cubicBezTo>
                    <a:pt x="1837" y="664"/>
                    <a:pt x="1894" y="877"/>
                    <a:pt x="1715" y="1065"/>
                  </a:cubicBezTo>
                  <a:cubicBezTo>
                    <a:pt x="1640" y="1143"/>
                    <a:pt x="1550" y="1183"/>
                    <a:pt x="1455" y="1183"/>
                  </a:cubicBezTo>
                  <a:cubicBezTo>
                    <a:pt x="1345" y="1183"/>
                    <a:pt x="1229" y="1131"/>
                    <a:pt x="1121" y="1029"/>
                  </a:cubicBezTo>
                  <a:lnTo>
                    <a:pt x="929" y="846"/>
                  </a:lnTo>
                  <a:lnTo>
                    <a:pt x="1437" y="312"/>
                  </a:lnTo>
                  <a:close/>
                  <a:moveTo>
                    <a:pt x="1374" y="1"/>
                  </a:moveTo>
                  <a:lnTo>
                    <a:pt x="1" y="1441"/>
                  </a:lnTo>
                  <a:lnTo>
                    <a:pt x="189" y="1621"/>
                  </a:lnTo>
                  <a:lnTo>
                    <a:pt x="792" y="989"/>
                  </a:lnTo>
                  <a:lnTo>
                    <a:pt x="971" y="1158"/>
                  </a:lnTo>
                  <a:cubicBezTo>
                    <a:pt x="1136" y="1328"/>
                    <a:pt x="1141" y="1477"/>
                    <a:pt x="992" y="1720"/>
                  </a:cubicBezTo>
                  <a:cubicBezTo>
                    <a:pt x="859" y="1942"/>
                    <a:pt x="773" y="2099"/>
                    <a:pt x="757" y="2162"/>
                  </a:cubicBezTo>
                  <a:lnTo>
                    <a:pt x="952" y="2348"/>
                  </a:lnTo>
                  <a:cubicBezTo>
                    <a:pt x="976" y="2264"/>
                    <a:pt x="1075" y="2089"/>
                    <a:pt x="1221" y="1841"/>
                  </a:cubicBezTo>
                  <a:cubicBezTo>
                    <a:pt x="1332" y="1656"/>
                    <a:pt x="1364" y="1487"/>
                    <a:pt x="1287" y="1341"/>
                  </a:cubicBezTo>
                  <a:lnTo>
                    <a:pt x="1294" y="1335"/>
                  </a:lnTo>
                  <a:cubicBezTo>
                    <a:pt x="1373" y="1372"/>
                    <a:pt x="1458" y="1392"/>
                    <a:pt x="1544" y="1392"/>
                  </a:cubicBezTo>
                  <a:cubicBezTo>
                    <a:pt x="1678" y="1392"/>
                    <a:pt x="1811" y="1342"/>
                    <a:pt x="1923" y="1225"/>
                  </a:cubicBezTo>
                  <a:cubicBezTo>
                    <a:pt x="2031" y="1112"/>
                    <a:pt x="2086" y="974"/>
                    <a:pt x="2075" y="838"/>
                  </a:cubicBezTo>
                  <a:cubicBezTo>
                    <a:pt x="2061" y="669"/>
                    <a:pt x="1967" y="508"/>
                    <a:pt x="1765" y="316"/>
                  </a:cubicBezTo>
                  <a:cubicBezTo>
                    <a:pt x="1634" y="192"/>
                    <a:pt x="1488" y="73"/>
                    <a:pt x="13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3"/>
            <p:cNvSpPr/>
            <p:nvPr/>
          </p:nvSpPr>
          <p:spPr>
            <a:xfrm>
              <a:off x="6772100" y="1534100"/>
              <a:ext cx="60550" cy="63050"/>
            </a:xfrm>
            <a:custGeom>
              <a:rect b="b" l="l" r="r" t="t"/>
              <a:pathLst>
                <a:path extrusionOk="0" h="2522" w="2422">
                  <a:moveTo>
                    <a:pt x="1212" y="0"/>
                  </a:moveTo>
                  <a:lnTo>
                    <a:pt x="1" y="1613"/>
                  </a:lnTo>
                  <a:lnTo>
                    <a:pt x="197" y="1759"/>
                  </a:lnTo>
                  <a:lnTo>
                    <a:pt x="714" y="1070"/>
                  </a:lnTo>
                  <a:cubicBezTo>
                    <a:pt x="914" y="802"/>
                    <a:pt x="1056" y="604"/>
                    <a:pt x="1197" y="393"/>
                  </a:cubicBezTo>
                  <a:lnTo>
                    <a:pt x="1206" y="396"/>
                  </a:lnTo>
                  <a:cubicBezTo>
                    <a:pt x="1156" y="632"/>
                    <a:pt x="1125" y="896"/>
                    <a:pt x="1104" y="1160"/>
                  </a:cubicBezTo>
                  <a:lnTo>
                    <a:pt x="1001" y="2363"/>
                  </a:lnTo>
                  <a:lnTo>
                    <a:pt x="1211" y="2521"/>
                  </a:lnTo>
                  <a:lnTo>
                    <a:pt x="2421" y="908"/>
                  </a:lnTo>
                  <a:lnTo>
                    <a:pt x="2226" y="762"/>
                  </a:lnTo>
                  <a:lnTo>
                    <a:pt x="1721" y="1437"/>
                  </a:lnTo>
                  <a:cubicBezTo>
                    <a:pt x="1531" y="1687"/>
                    <a:pt x="1389" y="1888"/>
                    <a:pt x="1246" y="2118"/>
                  </a:cubicBezTo>
                  <a:lnTo>
                    <a:pt x="1239" y="2116"/>
                  </a:lnTo>
                  <a:cubicBezTo>
                    <a:pt x="1286" y="1894"/>
                    <a:pt x="1321" y="1654"/>
                    <a:pt x="1343" y="1376"/>
                  </a:cubicBezTo>
                  <a:lnTo>
                    <a:pt x="1439" y="171"/>
                  </a:lnTo>
                  <a:lnTo>
                    <a:pt x="12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3"/>
            <p:cNvSpPr/>
            <p:nvPr/>
          </p:nvSpPr>
          <p:spPr>
            <a:xfrm>
              <a:off x="6818500" y="1573000"/>
              <a:ext cx="46975" cy="56250"/>
            </a:xfrm>
            <a:custGeom>
              <a:rect b="b" l="l" r="r" t="t"/>
              <a:pathLst>
                <a:path extrusionOk="0" h="2250" w="1879">
                  <a:moveTo>
                    <a:pt x="1619" y="275"/>
                  </a:moveTo>
                  <a:lnTo>
                    <a:pt x="1625" y="279"/>
                  </a:lnTo>
                  <a:cubicBezTo>
                    <a:pt x="1593" y="393"/>
                    <a:pt x="1559" y="512"/>
                    <a:pt x="1531" y="649"/>
                  </a:cubicBezTo>
                  <a:lnTo>
                    <a:pt x="1409" y="1251"/>
                  </a:lnTo>
                  <a:lnTo>
                    <a:pt x="883" y="945"/>
                  </a:lnTo>
                  <a:lnTo>
                    <a:pt x="1347" y="539"/>
                  </a:lnTo>
                  <a:cubicBezTo>
                    <a:pt x="1443" y="452"/>
                    <a:pt x="1533" y="364"/>
                    <a:pt x="1619" y="275"/>
                  </a:cubicBezTo>
                  <a:close/>
                  <a:moveTo>
                    <a:pt x="1606" y="0"/>
                  </a:moveTo>
                  <a:lnTo>
                    <a:pt x="1" y="1404"/>
                  </a:lnTo>
                  <a:lnTo>
                    <a:pt x="234" y="1539"/>
                  </a:lnTo>
                  <a:lnTo>
                    <a:pt x="735" y="1095"/>
                  </a:lnTo>
                  <a:lnTo>
                    <a:pt x="1353" y="1452"/>
                  </a:lnTo>
                  <a:lnTo>
                    <a:pt x="1222" y="2110"/>
                  </a:lnTo>
                  <a:lnTo>
                    <a:pt x="1462" y="2250"/>
                  </a:lnTo>
                  <a:lnTo>
                    <a:pt x="1879" y="157"/>
                  </a:lnTo>
                  <a:lnTo>
                    <a:pt x="160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3"/>
            <p:cNvSpPr/>
            <p:nvPr/>
          </p:nvSpPr>
          <p:spPr>
            <a:xfrm>
              <a:off x="6875000" y="1586275"/>
              <a:ext cx="40900" cy="54975"/>
            </a:xfrm>
            <a:custGeom>
              <a:rect b="b" l="l" r="r" t="t"/>
              <a:pathLst>
                <a:path extrusionOk="0" h="2199" w="1636">
                  <a:moveTo>
                    <a:pt x="279" y="1"/>
                  </a:moveTo>
                  <a:lnTo>
                    <a:pt x="186" y="202"/>
                  </a:lnTo>
                  <a:lnTo>
                    <a:pt x="744" y="457"/>
                  </a:lnTo>
                  <a:lnTo>
                    <a:pt x="1" y="2089"/>
                  </a:lnTo>
                  <a:lnTo>
                    <a:pt x="239" y="2198"/>
                  </a:lnTo>
                  <a:lnTo>
                    <a:pt x="983" y="565"/>
                  </a:lnTo>
                  <a:lnTo>
                    <a:pt x="1544" y="821"/>
                  </a:lnTo>
                  <a:lnTo>
                    <a:pt x="1636" y="620"/>
                  </a:lnTo>
                  <a:lnTo>
                    <a:pt x="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3"/>
            <p:cNvSpPr/>
            <p:nvPr/>
          </p:nvSpPr>
          <p:spPr>
            <a:xfrm>
              <a:off x="6909975" y="1605725"/>
              <a:ext cx="23475" cy="49675"/>
            </a:xfrm>
            <a:custGeom>
              <a:rect b="b" l="l" r="r" t="t"/>
              <a:pathLst>
                <a:path extrusionOk="0" h="1987" w="939">
                  <a:moveTo>
                    <a:pt x="693" y="1"/>
                  </a:moveTo>
                  <a:lnTo>
                    <a:pt x="1" y="1896"/>
                  </a:lnTo>
                  <a:lnTo>
                    <a:pt x="245" y="1987"/>
                  </a:lnTo>
                  <a:lnTo>
                    <a:pt x="938" y="90"/>
                  </a:lnTo>
                  <a:lnTo>
                    <a:pt x="6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3"/>
            <p:cNvSpPr/>
            <p:nvPr/>
          </p:nvSpPr>
          <p:spPr>
            <a:xfrm>
              <a:off x="6936625" y="1617675"/>
              <a:ext cx="52475" cy="51775"/>
            </a:xfrm>
            <a:custGeom>
              <a:rect b="b" l="l" r="r" t="t"/>
              <a:pathLst>
                <a:path extrusionOk="0" h="2071" w="2099">
                  <a:moveTo>
                    <a:pt x="1106" y="214"/>
                  </a:moveTo>
                  <a:cubicBezTo>
                    <a:pt x="1157" y="214"/>
                    <a:pt x="1210" y="221"/>
                    <a:pt x="1265" y="236"/>
                  </a:cubicBezTo>
                  <a:cubicBezTo>
                    <a:pt x="1683" y="345"/>
                    <a:pt x="1780" y="803"/>
                    <a:pt x="1677" y="1191"/>
                  </a:cubicBezTo>
                  <a:cubicBezTo>
                    <a:pt x="1576" y="1575"/>
                    <a:pt x="1320" y="1856"/>
                    <a:pt x="995" y="1856"/>
                  </a:cubicBezTo>
                  <a:cubicBezTo>
                    <a:pt x="945" y="1856"/>
                    <a:pt x="893" y="1850"/>
                    <a:pt x="840" y="1836"/>
                  </a:cubicBezTo>
                  <a:cubicBezTo>
                    <a:pt x="443" y="1732"/>
                    <a:pt x="316" y="1299"/>
                    <a:pt x="425" y="883"/>
                  </a:cubicBezTo>
                  <a:cubicBezTo>
                    <a:pt x="523" y="511"/>
                    <a:pt x="769" y="214"/>
                    <a:pt x="1106" y="214"/>
                  </a:cubicBezTo>
                  <a:close/>
                  <a:moveTo>
                    <a:pt x="1085" y="0"/>
                  </a:moveTo>
                  <a:cubicBezTo>
                    <a:pt x="662" y="0"/>
                    <a:pt x="293" y="298"/>
                    <a:pt x="156" y="818"/>
                  </a:cubicBezTo>
                  <a:cubicBezTo>
                    <a:pt x="0" y="1407"/>
                    <a:pt x="257" y="1901"/>
                    <a:pt x="771" y="2037"/>
                  </a:cubicBezTo>
                  <a:cubicBezTo>
                    <a:pt x="856" y="2059"/>
                    <a:pt x="941" y="2070"/>
                    <a:pt x="1024" y="2070"/>
                  </a:cubicBezTo>
                  <a:cubicBezTo>
                    <a:pt x="1431" y="2070"/>
                    <a:pt x="1800" y="1805"/>
                    <a:pt x="1946" y="1249"/>
                  </a:cubicBezTo>
                  <a:cubicBezTo>
                    <a:pt x="2099" y="671"/>
                    <a:pt x="1862" y="173"/>
                    <a:pt x="1331" y="33"/>
                  </a:cubicBezTo>
                  <a:cubicBezTo>
                    <a:pt x="1248" y="11"/>
                    <a:pt x="1165" y="0"/>
                    <a:pt x="10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3"/>
            <p:cNvSpPr/>
            <p:nvPr/>
          </p:nvSpPr>
          <p:spPr>
            <a:xfrm>
              <a:off x="6998700" y="1627175"/>
              <a:ext cx="45000" cy="55500"/>
            </a:xfrm>
            <a:custGeom>
              <a:rect b="b" l="l" r="r" t="t"/>
              <a:pathLst>
                <a:path extrusionOk="0" h="2220" w="1800">
                  <a:moveTo>
                    <a:pt x="299" y="0"/>
                  </a:moveTo>
                  <a:lnTo>
                    <a:pt x="1" y="1998"/>
                  </a:lnTo>
                  <a:lnTo>
                    <a:pt x="246" y="2034"/>
                  </a:lnTo>
                  <a:lnTo>
                    <a:pt x="372" y="1178"/>
                  </a:lnTo>
                  <a:cubicBezTo>
                    <a:pt x="423" y="847"/>
                    <a:pt x="452" y="606"/>
                    <a:pt x="474" y="352"/>
                  </a:cubicBezTo>
                  <a:lnTo>
                    <a:pt x="484" y="351"/>
                  </a:lnTo>
                  <a:cubicBezTo>
                    <a:pt x="553" y="581"/>
                    <a:pt x="653" y="830"/>
                    <a:pt x="758" y="1073"/>
                  </a:cubicBezTo>
                  <a:lnTo>
                    <a:pt x="1242" y="2180"/>
                  </a:lnTo>
                  <a:lnTo>
                    <a:pt x="1502" y="2219"/>
                  </a:lnTo>
                  <a:lnTo>
                    <a:pt x="1799" y="222"/>
                  </a:lnTo>
                  <a:lnTo>
                    <a:pt x="1557" y="186"/>
                  </a:lnTo>
                  <a:lnTo>
                    <a:pt x="1432" y="1021"/>
                  </a:lnTo>
                  <a:cubicBezTo>
                    <a:pt x="1385" y="1332"/>
                    <a:pt x="1356" y="1576"/>
                    <a:pt x="1339" y="1847"/>
                  </a:cubicBezTo>
                  <a:lnTo>
                    <a:pt x="1332" y="1849"/>
                  </a:lnTo>
                  <a:cubicBezTo>
                    <a:pt x="1268" y="1631"/>
                    <a:pt x="1184" y="1403"/>
                    <a:pt x="1071" y="1147"/>
                  </a:cubicBezTo>
                  <a:lnTo>
                    <a:pt x="581" y="41"/>
                  </a:lnTo>
                  <a:lnTo>
                    <a:pt x="2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3"/>
            <p:cNvSpPr/>
            <p:nvPr/>
          </p:nvSpPr>
          <p:spPr>
            <a:xfrm>
              <a:off x="7055775" y="1633575"/>
              <a:ext cx="42250" cy="50850"/>
            </a:xfrm>
            <a:custGeom>
              <a:rect b="b" l="l" r="r" t="t"/>
              <a:pathLst>
                <a:path extrusionOk="0" h="2034" w="1690">
                  <a:moveTo>
                    <a:pt x="861" y="235"/>
                  </a:moveTo>
                  <a:cubicBezTo>
                    <a:pt x="890" y="352"/>
                    <a:pt x="919" y="472"/>
                    <a:pt x="962" y="605"/>
                  </a:cubicBezTo>
                  <a:lnTo>
                    <a:pt x="1153" y="1189"/>
                  </a:lnTo>
                  <a:lnTo>
                    <a:pt x="544" y="1180"/>
                  </a:lnTo>
                  <a:lnTo>
                    <a:pt x="749" y="599"/>
                  </a:lnTo>
                  <a:cubicBezTo>
                    <a:pt x="790" y="478"/>
                    <a:pt x="823" y="354"/>
                    <a:pt x="855" y="235"/>
                  </a:cubicBezTo>
                  <a:close/>
                  <a:moveTo>
                    <a:pt x="711" y="1"/>
                  </a:moveTo>
                  <a:lnTo>
                    <a:pt x="0" y="2011"/>
                  </a:lnTo>
                  <a:lnTo>
                    <a:pt x="269" y="2015"/>
                  </a:lnTo>
                  <a:lnTo>
                    <a:pt x="487" y="1384"/>
                  </a:lnTo>
                  <a:lnTo>
                    <a:pt x="1203" y="1392"/>
                  </a:lnTo>
                  <a:lnTo>
                    <a:pt x="1410" y="2029"/>
                  </a:lnTo>
                  <a:lnTo>
                    <a:pt x="1689" y="2034"/>
                  </a:lnTo>
                  <a:lnTo>
                    <a:pt x="1026" y="4"/>
                  </a:lnTo>
                  <a:lnTo>
                    <a:pt x="7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3"/>
            <p:cNvSpPr/>
            <p:nvPr/>
          </p:nvSpPr>
          <p:spPr>
            <a:xfrm>
              <a:off x="7111800" y="1632200"/>
              <a:ext cx="32775" cy="50925"/>
            </a:xfrm>
            <a:custGeom>
              <a:rect b="b" l="l" r="r" t="t"/>
              <a:pathLst>
                <a:path extrusionOk="0" h="2037" w="1311">
                  <a:moveTo>
                    <a:pt x="259" y="0"/>
                  </a:moveTo>
                  <a:lnTo>
                    <a:pt x="0" y="25"/>
                  </a:lnTo>
                  <a:lnTo>
                    <a:pt x="192" y="2037"/>
                  </a:lnTo>
                  <a:lnTo>
                    <a:pt x="1310" y="1931"/>
                  </a:lnTo>
                  <a:lnTo>
                    <a:pt x="1290" y="1713"/>
                  </a:lnTo>
                  <a:lnTo>
                    <a:pt x="429" y="1794"/>
                  </a:lnTo>
                  <a:lnTo>
                    <a:pt x="2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3"/>
            <p:cNvSpPr/>
            <p:nvPr/>
          </p:nvSpPr>
          <p:spPr>
            <a:xfrm>
              <a:off x="7184100" y="1618800"/>
              <a:ext cx="40850" cy="55100"/>
            </a:xfrm>
            <a:custGeom>
              <a:rect b="b" l="l" r="r" t="t"/>
              <a:pathLst>
                <a:path extrusionOk="0" h="2204" w="1634">
                  <a:moveTo>
                    <a:pt x="361" y="263"/>
                  </a:moveTo>
                  <a:cubicBezTo>
                    <a:pt x="419" y="368"/>
                    <a:pt x="480" y="476"/>
                    <a:pt x="555" y="593"/>
                  </a:cubicBezTo>
                  <a:lnTo>
                    <a:pt x="893" y="1105"/>
                  </a:lnTo>
                  <a:lnTo>
                    <a:pt x="304" y="1258"/>
                  </a:lnTo>
                  <a:lnTo>
                    <a:pt x="348" y="644"/>
                  </a:lnTo>
                  <a:cubicBezTo>
                    <a:pt x="356" y="515"/>
                    <a:pt x="357" y="388"/>
                    <a:pt x="356" y="264"/>
                  </a:cubicBezTo>
                  <a:lnTo>
                    <a:pt x="361" y="263"/>
                  </a:lnTo>
                  <a:close/>
                  <a:moveTo>
                    <a:pt x="459" y="1"/>
                  </a:moveTo>
                  <a:lnTo>
                    <a:pt x="156" y="79"/>
                  </a:lnTo>
                  <a:lnTo>
                    <a:pt x="0" y="2204"/>
                  </a:lnTo>
                  <a:lnTo>
                    <a:pt x="260" y="2135"/>
                  </a:lnTo>
                  <a:lnTo>
                    <a:pt x="304" y="1469"/>
                  </a:lnTo>
                  <a:lnTo>
                    <a:pt x="997" y="1289"/>
                  </a:lnTo>
                  <a:lnTo>
                    <a:pt x="1364" y="1849"/>
                  </a:lnTo>
                  <a:lnTo>
                    <a:pt x="1633" y="1780"/>
                  </a:lnTo>
                  <a:lnTo>
                    <a:pt x="4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3"/>
            <p:cNvSpPr/>
            <p:nvPr/>
          </p:nvSpPr>
          <p:spPr>
            <a:xfrm>
              <a:off x="7225100" y="1607550"/>
              <a:ext cx="22975" cy="49725"/>
            </a:xfrm>
            <a:custGeom>
              <a:rect b="b" l="l" r="r" t="t"/>
              <a:pathLst>
                <a:path extrusionOk="0" h="1989" w="919">
                  <a:moveTo>
                    <a:pt x="245" y="1"/>
                  </a:moveTo>
                  <a:lnTo>
                    <a:pt x="1" y="88"/>
                  </a:lnTo>
                  <a:lnTo>
                    <a:pt x="673" y="1988"/>
                  </a:lnTo>
                  <a:lnTo>
                    <a:pt x="919" y="1901"/>
                  </a:lnTo>
                  <a:lnTo>
                    <a:pt x="2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3"/>
            <p:cNvSpPr/>
            <p:nvPr/>
          </p:nvSpPr>
          <p:spPr>
            <a:xfrm>
              <a:off x="7247875" y="1593175"/>
              <a:ext cx="50375" cy="54375"/>
            </a:xfrm>
            <a:custGeom>
              <a:rect b="b" l="l" r="r" t="t"/>
              <a:pathLst>
                <a:path extrusionOk="0" h="2175" w="2015">
                  <a:moveTo>
                    <a:pt x="799" y="226"/>
                  </a:moveTo>
                  <a:cubicBezTo>
                    <a:pt x="937" y="226"/>
                    <a:pt x="1050" y="292"/>
                    <a:pt x="1118" y="443"/>
                  </a:cubicBezTo>
                  <a:cubicBezTo>
                    <a:pt x="1212" y="654"/>
                    <a:pt x="1113" y="866"/>
                    <a:pt x="859" y="979"/>
                  </a:cubicBezTo>
                  <a:lnTo>
                    <a:pt x="614" y="1089"/>
                  </a:lnTo>
                  <a:lnTo>
                    <a:pt x="315" y="414"/>
                  </a:lnTo>
                  <a:cubicBezTo>
                    <a:pt x="348" y="387"/>
                    <a:pt x="426" y="340"/>
                    <a:pt x="540" y="288"/>
                  </a:cubicBezTo>
                  <a:cubicBezTo>
                    <a:pt x="632" y="248"/>
                    <a:pt x="720" y="226"/>
                    <a:pt x="799" y="226"/>
                  </a:cubicBezTo>
                  <a:close/>
                  <a:moveTo>
                    <a:pt x="874" y="0"/>
                  </a:moveTo>
                  <a:cubicBezTo>
                    <a:pt x="752" y="0"/>
                    <a:pt x="613" y="37"/>
                    <a:pt x="441" y="114"/>
                  </a:cubicBezTo>
                  <a:cubicBezTo>
                    <a:pt x="277" y="188"/>
                    <a:pt x="111" y="278"/>
                    <a:pt x="1" y="356"/>
                  </a:cubicBezTo>
                  <a:lnTo>
                    <a:pt x="816" y="2174"/>
                  </a:lnTo>
                  <a:lnTo>
                    <a:pt x="1053" y="2068"/>
                  </a:lnTo>
                  <a:lnTo>
                    <a:pt x="696" y="1271"/>
                  </a:lnTo>
                  <a:lnTo>
                    <a:pt x="921" y="1170"/>
                  </a:lnTo>
                  <a:cubicBezTo>
                    <a:pt x="987" y="1144"/>
                    <a:pt x="1046" y="1130"/>
                    <a:pt x="1101" y="1130"/>
                  </a:cubicBezTo>
                  <a:cubicBezTo>
                    <a:pt x="1227" y="1130"/>
                    <a:pt x="1331" y="1204"/>
                    <a:pt x="1449" y="1364"/>
                  </a:cubicBezTo>
                  <a:cubicBezTo>
                    <a:pt x="1603" y="1568"/>
                    <a:pt x="1715" y="1710"/>
                    <a:pt x="1768" y="1748"/>
                  </a:cubicBezTo>
                  <a:lnTo>
                    <a:pt x="2015" y="1638"/>
                  </a:lnTo>
                  <a:cubicBezTo>
                    <a:pt x="1944" y="1583"/>
                    <a:pt x="1822" y="1426"/>
                    <a:pt x="1646" y="1195"/>
                  </a:cubicBezTo>
                  <a:cubicBezTo>
                    <a:pt x="1525" y="1035"/>
                    <a:pt x="1393" y="943"/>
                    <a:pt x="1241" y="943"/>
                  </a:cubicBezTo>
                  <a:cubicBezTo>
                    <a:pt x="1231" y="943"/>
                    <a:pt x="1220" y="943"/>
                    <a:pt x="1210" y="944"/>
                  </a:cubicBezTo>
                  <a:lnTo>
                    <a:pt x="1206" y="937"/>
                  </a:lnTo>
                  <a:cubicBezTo>
                    <a:pt x="1371" y="784"/>
                    <a:pt x="1450" y="555"/>
                    <a:pt x="1342" y="312"/>
                  </a:cubicBezTo>
                  <a:cubicBezTo>
                    <a:pt x="1279" y="169"/>
                    <a:pt x="1171" y="66"/>
                    <a:pt x="1041" y="26"/>
                  </a:cubicBezTo>
                  <a:cubicBezTo>
                    <a:pt x="988" y="9"/>
                    <a:pt x="933" y="0"/>
                    <a:pt x="8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3"/>
            <p:cNvSpPr/>
            <p:nvPr/>
          </p:nvSpPr>
          <p:spPr>
            <a:xfrm>
              <a:off x="7289725" y="1571500"/>
              <a:ext cx="36675" cy="53900"/>
            </a:xfrm>
            <a:custGeom>
              <a:rect b="b" l="l" r="r" t="t"/>
              <a:pathLst>
                <a:path extrusionOk="0" h="2156" w="1467">
                  <a:moveTo>
                    <a:pt x="817" y="234"/>
                  </a:moveTo>
                  <a:cubicBezTo>
                    <a:pt x="944" y="234"/>
                    <a:pt x="1053" y="295"/>
                    <a:pt x="1131" y="429"/>
                  </a:cubicBezTo>
                  <a:cubicBezTo>
                    <a:pt x="1271" y="670"/>
                    <a:pt x="1181" y="897"/>
                    <a:pt x="910" y="1055"/>
                  </a:cubicBezTo>
                  <a:cubicBezTo>
                    <a:pt x="836" y="1098"/>
                    <a:pt x="770" y="1129"/>
                    <a:pt x="713" y="1145"/>
                  </a:cubicBezTo>
                  <a:lnTo>
                    <a:pt x="321" y="468"/>
                  </a:lnTo>
                  <a:cubicBezTo>
                    <a:pt x="354" y="434"/>
                    <a:pt x="424" y="382"/>
                    <a:pt x="522" y="326"/>
                  </a:cubicBezTo>
                  <a:cubicBezTo>
                    <a:pt x="626" y="266"/>
                    <a:pt x="726" y="234"/>
                    <a:pt x="817" y="234"/>
                  </a:cubicBezTo>
                  <a:close/>
                  <a:moveTo>
                    <a:pt x="879" y="0"/>
                  </a:moveTo>
                  <a:cubicBezTo>
                    <a:pt x="744" y="0"/>
                    <a:pt x="588" y="48"/>
                    <a:pt x="414" y="149"/>
                  </a:cubicBezTo>
                  <a:cubicBezTo>
                    <a:pt x="232" y="255"/>
                    <a:pt x="98" y="353"/>
                    <a:pt x="0" y="434"/>
                  </a:cubicBezTo>
                  <a:lnTo>
                    <a:pt x="998" y="2156"/>
                  </a:lnTo>
                  <a:lnTo>
                    <a:pt x="1223" y="2026"/>
                  </a:lnTo>
                  <a:lnTo>
                    <a:pt x="818" y="1326"/>
                  </a:lnTo>
                  <a:cubicBezTo>
                    <a:pt x="878" y="1310"/>
                    <a:pt x="941" y="1276"/>
                    <a:pt x="1008" y="1238"/>
                  </a:cubicBezTo>
                  <a:cubicBezTo>
                    <a:pt x="1229" y="1110"/>
                    <a:pt x="1385" y="933"/>
                    <a:pt x="1431" y="737"/>
                  </a:cubicBezTo>
                  <a:cubicBezTo>
                    <a:pt x="1466" y="597"/>
                    <a:pt x="1440" y="444"/>
                    <a:pt x="1350" y="287"/>
                  </a:cubicBezTo>
                  <a:cubicBezTo>
                    <a:pt x="1260" y="133"/>
                    <a:pt x="1130" y="39"/>
                    <a:pt x="986" y="11"/>
                  </a:cubicBezTo>
                  <a:cubicBezTo>
                    <a:pt x="952" y="4"/>
                    <a:pt x="917" y="0"/>
                    <a:pt x="8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3"/>
            <p:cNvSpPr/>
            <p:nvPr/>
          </p:nvSpPr>
          <p:spPr>
            <a:xfrm>
              <a:off x="7331625" y="1541000"/>
              <a:ext cx="56400" cy="51375"/>
            </a:xfrm>
            <a:custGeom>
              <a:rect b="b" l="l" r="r" t="t"/>
              <a:pathLst>
                <a:path extrusionOk="0" h="2055" w="2256">
                  <a:moveTo>
                    <a:pt x="959" y="246"/>
                  </a:moveTo>
                  <a:cubicBezTo>
                    <a:pt x="1211" y="246"/>
                    <a:pt x="1460" y="415"/>
                    <a:pt x="1625" y="636"/>
                  </a:cubicBezTo>
                  <a:cubicBezTo>
                    <a:pt x="1899" y="1003"/>
                    <a:pt x="1938" y="1446"/>
                    <a:pt x="1607" y="1694"/>
                  </a:cubicBezTo>
                  <a:cubicBezTo>
                    <a:pt x="1500" y="1774"/>
                    <a:pt x="1383" y="1810"/>
                    <a:pt x="1266" y="1810"/>
                  </a:cubicBezTo>
                  <a:cubicBezTo>
                    <a:pt x="1023" y="1810"/>
                    <a:pt x="776" y="1657"/>
                    <a:pt x="602" y="1424"/>
                  </a:cubicBezTo>
                  <a:cubicBezTo>
                    <a:pt x="338" y="1069"/>
                    <a:pt x="274" y="620"/>
                    <a:pt x="618" y="363"/>
                  </a:cubicBezTo>
                  <a:cubicBezTo>
                    <a:pt x="727" y="282"/>
                    <a:pt x="843" y="246"/>
                    <a:pt x="959" y="246"/>
                  </a:cubicBezTo>
                  <a:close/>
                  <a:moveTo>
                    <a:pt x="1028" y="0"/>
                  </a:moveTo>
                  <a:cubicBezTo>
                    <a:pt x="848" y="0"/>
                    <a:pt x="668" y="60"/>
                    <a:pt x="501" y="184"/>
                  </a:cubicBezTo>
                  <a:cubicBezTo>
                    <a:pt x="70" y="507"/>
                    <a:pt x="1" y="1080"/>
                    <a:pt x="383" y="1595"/>
                  </a:cubicBezTo>
                  <a:cubicBezTo>
                    <a:pt x="609" y="1898"/>
                    <a:pt x="905" y="2055"/>
                    <a:pt x="1199" y="2055"/>
                  </a:cubicBezTo>
                  <a:cubicBezTo>
                    <a:pt x="1380" y="2055"/>
                    <a:pt x="1561" y="1995"/>
                    <a:pt x="1724" y="1874"/>
                  </a:cubicBezTo>
                  <a:cubicBezTo>
                    <a:pt x="2136" y="1566"/>
                    <a:pt x="2255" y="1018"/>
                    <a:pt x="1839" y="461"/>
                  </a:cubicBezTo>
                  <a:cubicBezTo>
                    <a:pt x="1617" y="162"/>
                    <a:pt x="1324" y="0"/>
                    <a:pt x="10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3"/>
            <p:cNvSpPr/>
            <p:nvPr/>
          </p:nvSpPr>
          <p:spPr>
            <a:xfrm>
              <a:off x="7373950" y="1507350"/>
              <a:ext cx="58050" cy="52500"/>
            </a:xfrm>
            <a:custGeom>
              <a:rect b="b" l="l" r="r" t="t"/>
              <a:pathLst>
                <a:path extrusionOk="0" h="2100" w="2322">
                  <a:moveTo>
                    <a:pt x="829" y="248"/>
                  </a:moveTo>
                  <a:cubicBezTo>
                    <a:pt x="917" y="248"/>
                    <a:pt x="1003" y="285"/>
                    <a:pt x="1081" y="368"/>
                  </a:cubicBezTo>
                  <a:cubicBezTo>
                    <a:pt x="1239" y="536"/>
                    <a:pt x="1215" y="768"/>
                    <a:pt x="1014" y="958"/>
                  </a:cubicBezTo>
                  <a:lnTo>
                    <a:pt x="821" y="1142"/>
                  </a:lnTo>
                  <a:lnTo>
                    <a:pt x="317" y="606"/>
                  </a:lnTo>
                  <a:cubicBezTo>
                    <a:pt x="337" y="569"/>
                    <a:pt x="395" y="500"/>
                    <a:pt x="486" y="413"/>
                  </a:cubicBezTo>
                  <a:cubicBezTo>
                    <a:pt x="599" y="309"/>
                    <a:pt x="716" y="248"/>
                    <a:pt x="829" y="248"/>
                  </a:cubicBezTo>
                  <a:close/>
                  <a:moveTo>
                    <a:pt x="888" y="0"/>
                  </a:moveTo>
                  <a:cubicBezTo>
                    <a:pt x="882" y="0"/>
                    <a:pt x="877" y="0"/>
                    <a:pt x="872" y="1"/>
                  </a:cubicBezTo>
                  <a:cubicBezTo>
                    <a:pt x="702" y="5"/>
                    <a:pt x="537" y="90"/>
                    <a:pt x="334" y="281"/>
                  </a:cubicBezTo>
                  <a:cubicBezTo>
                    <a:pt x="204" y="405"/>
                    <a:pt x="78" y="544"/>
                    <a:pt x="1" y="656"/>
                  </a:cubicBezTo>
                  <a:lnTo>
                    <a:pt x="1368" y="2099"/>
                  </a:lnTo>
                  <a:lnTo>
                    <a:pt x="1557" y="1920"/>
                  </a:lnTo>
                  <a:lnTo>
                    <a:pt x="957" y="1286"/>
                  </a:lnTo>
                  <a:lnTo>
                    <a:pt x="1136" y="1117"/>
                  </a:lnTo>
                  <a:cubicBezTo>
                    <a:pt x="1223" y="1040"/>
                    <a:pt x="1304" y="1001"/>
                    <a:pt x="1392" y="1001"/>
                  </a:cubicBezTo>
                  <a:cubicBezTo>
                    <a:pt x="1482" y="1001"/>
                    <a:pt x="1579" y="1042"/>
                    <a:pt x="1698" y="1124"/>
                  </a:cubicBezTo>
                  <a:cubicBezTo>
                    <a:pt x="1911" y="1266"/>
                    <a:pt x="2063" y="1362"/>
                    <a:pt x="2126" y="1380"/>
                  </a:cubicBezTo>
                  <a:lnTo>
                    <a:pt x="2321" y="1196"/>
                  </a:lnTo>
                  <a:cubicBezTo>
                    <a:pt x="2239" y="1168"/>
                    <a:pt x="2071" y="1060"/>
                    <a:pt x="1829" y="902"/>
                  </a:cubicBezTo>
                  <a:cubicBezTo>
                    <a:pt x="1709" y="822"/>
                    <a:pt x="1594" y="778"/>
                    <a:pt x="1486" y="778"/>
                  </a:cubicBezTo>
                  <a:cubicBezTo>
                    <a:pt x="1434" y="778"/>
                    <a:pt x="1383" y="788"/>
                    <a:pt x="1334" y="810"/>
                  </a:cubicBezTo>
                  <a:lnTo>
                    <a:pt x="1328" y="804"/>
                  </a:lnTo>
                  <a:cubicBezTo>
                    <a:pt x="1432" y="605"/>
                    <a:pt x="1432" y="363"/>
                    <a:pt x="1249" y="170"/>
                  </a:cubicBezTo>
                  <a:cubicBezTo>
                    <a:pt x="1146" y="61"/>
                    <a:pt x="1017" y="0"/>
                    <a:pt x="8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3"/>
            <p:cNvSpPr/>
            <p:nvPr/>
          </p:nvSpPr>
          <p:spPr>
            <a:xfrm>
              <a:off x="7403075" y="1466400"/>
              <a:ext cx="52475" cy="49525"/>
            </a:xfrm>
            <a:custGeom>
              <a:rect b="b" l="l" r="r" t="t"/>
              <a:pathLst>
                <a:path extrusionOk="0" h="1981" w="2099">
                  <a:moveTo>
                    <a:pt x="976" y="0"/>
                  </a:moveTo>
                  <a:lnTo>
                    <a:pt x="1" y="1130"/>
                  </a:lnTo>
                  <a:lnTo>
                    <a:pt x="168" y="1273"/>
                  </a:lnTo>
                  <a:lnTo>
                    <a:pt x="569" y="809"/>
                  </a:lnTo>
                  <a:lnTo>
                    <a:pt x="1927" y="1980"/>
                  </a:lnTo>
                  <a:lnTo>
                    <a:pt x="2098" y="1780"/>
                  </a:lnTo>
                  <a:lnTo>
                    <a:pt x="740" y="611"/>
                  </a:lnTo>
                  <a:lnTo>
                    <a:pt x="1143" y="144"/>
                  </a:lnTo>
                  <a:lnTo>
                    <a:pt x="9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3"/>
            <p:cNvSpPr/>
            <p:nvPr/>
          </p:nvSpPr>
          <p:spPr>
            <a:xfrm>
              <a:off x="6748125" y="819425"/>
              <a:ext cx="69175" cy="68650"/>
            </a:xfrm>
            <a:custGeom>
              <a:rect b="b" l="l" r="r" t="t"/>
              <a:pathLst>
                <a:path extrusionOk="0" h="2746" w="2767">
                  <a:moveTo>
                    <a:pt x="2025" y="1"/>
                  </a:moveTo>
                  <a:lnTo>
                    <a:pt x="1228" y="563"/>
                  </a:lnTo>
                  <a:lnTo>
                    <a:pt x="314" y="227"/>
                  </a:lnTo>
                  <a:lnTo>
                    <a:pt x="314" y="227"/>
                  </a:lnTo>
                  <a:lnTo>
                    <a:pt x="603" y="1156"/>
                  </a:lnTo>
                  <a:lnTo>
                    <a:pt x="0" y="1922"/>
                  </a:lnTo>
                  <a:lnTo>
                    <a:pt x="974" y="1935"/>
                  </a:lnTo>
                  <a:lnTo>
                    <a:pt x="1516" y="2745"/>
                  </a:lnTo>
                  <a:lnTo>
                    <a:pt x="1830" y="1822"/>
                  </a:lnTo>
                  <a:lnTo>
                    <a:pt x="2766" y="1557"/>
                  </a:lnTo>
                  <a:lnTo>
                    <a:pt x="1986" y="975"/>
                  </a:lnTo>
                  <a:lnTo>
                    <a:pt x="202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3"/>
            <p:cNvSpPr/>
            <p:nvPr/>
          </p:nvSpPr>
          <p:spPr>
            <a:xfrm>
              <a:off x="6674575" y="899350"/>
              <a:ext cx="67225" cy="69750"/>
            </a:xfrm>
            <a:custGeom>
              <a:rect b="b" l="l" r="r" t="t"/>
              <a:pathLst>
                <a:path extrusionOk="0" h="2790" w="2689">
                  <a:moveTo>
                    <a:pt x="1619" y="1"/>
                  </a:moveTo>
                  <a:lnTo>
                    <a:pt x="966" y="726"/>
                  </a:lnTo>
                  <a:lnTo>
                    <a:pt x="1" y="601"/>
                  </a:lnTo>
                  <a:lnTo>
                    <a:pt x="490" y="1445"/>
                  </a:lnTo>
                  <a:lnTo>
                    <a:pt x="73" y="2326"/>
                  </a:lnTo>
                  <a:lnTo>
                    <a:pt x="1025" y="2121"/>
                  </a:lnTo>
                  <a:lnTo>
                    <a:pt x="1734" y="2790"/>
                  </a:lnTo>
                  <a:lnTo>
                    <a:pt x="1833" y="1820"/>
                  </a:lnTo>
                  <a:lnTo>
                    <a:pt x="2688" y="1354"/>
                  </a:lnTo>
                  <a:lnTo>
                    <a:pt x="1797" y="958"/>
                  </a:lnTo>
                  <a:lnTo>
                    <a:pt x="161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3"/>
            <p:cNvSpPr/>
            <p:nvPr/>
          </p:nvSpPr>
          <p:spPr>
            <a:xfrm>
              <a:off x="7417900" y="903900"/>
              <a:ext cx="67850" cy="69600"/>
            </a:xfrm>
            <a:custGeom>
              <a:rect b="b" l="l" r="r" t="t"/>
              <a:pathLst>
                <a:path extrusionOk="0" h="2784" w="2714">
                  <a:moveTo>
                    <a:pt x="1118" y="1"/>
                  </a:moveTo>
                  <a:lnTo>
                    <a:pt x="905" y="951"/>
                  </a:lnTo>
                  <a:lnTo>
                    <a:pt x="1" y="1315"/>
                  </a:lnTo>
                  <a:lnTo>
                    <a:pt x="839" y="1811"/>
                  </a:lnTo>
                  <a:lnTo>
                    <a:pt x="905" y="2783"/>
                  </a:lnTo>
                  <a:lnTo>
                    <a:pt x="1637" y="2140"/>
                  </a:lnTo>
                  <a:lnTo>
                    <a:pt x="2581" y="2378"/>
                  </a:lnTo>
                  <a:lnTo>
                    <a:pt x="2195" y="1482"/>
                  </a:lnTo>
                  <a:lnTo>
                    <a:pt x="2713" y="657"/>
                  </a:lnTo>
                  <a:lnTo>
                    <a:pt x="1743" y="749"/>
                  </a:lnTo>
                  <a:lnTo>
                    <a:pt x="11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3"/>
            <p:cNvSpPr/>
            <p:nvPr/>
          </p:nvSpPr>
          <p:spPr>
            <a:xfrm>
              <a:off x="7471700" y="1002675"/>
              <a:ext cx="69800" cy="66650"/>
            </a:xfrm>
            <a:custGeom>
              <a:rect b="b" l="l" r="r" t="t"/>
              <a:pathLst>
                <a:path extrusionOk="0" h="2666" w="2792">
                  <a:moveTo>
                    <a:pt x="1383" y="0"/>
                  </a:moveTo>
                  <a:lnTo>
                    <a:pt x="962" y="879"/>
                  </a:lnTo>
                  <a:lnTo>
                    <a:pt x="0" y="1032"/>
                  </a:lnTo>
                  <a:lnTo>
                    <a:pt x="707" y="1703"/>
                  </a:lnTo>
                  <a:lnTo>
                    <a:pt x="554" y="2665"/>
                  </a:lnTo>
                  <a:lnTo>
                    <a:pt x="1411" y="2200"/>
                  </a:lnTo>
                  <a:lnTo>
                    <a:pt x="2278" y="2642"/>
                  </a:lnTo>
                  <a:lnTo>
                    <a:pt x="2102" y="1684"/>
                  </a:lnTo>
                  <a:lnTo>
                    <a:pt x="2791" y="996"/>
                  </a:lnTo>
                  <a:lnTo>
                    <a:pt x="1824" y="868"/>
                  </a:lnTo>
                  <a:lnTo>
                    <a:pt x="13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3"/>
            <p:cNvSpPr/>
            <p:nvPr/>
          </p:nvSpPr>
          <p:spPr>
            <a:xfrm>
              <a:off x="7409300" y="1162500"/>
              <a:ext cx="195675" cy="176950"/>
            </a:xfrm>
            <a:custGeom>
              <a:rect b="b" l="l" r="r" t="t"/>
              <a:pathLst>
                <a:path extrusionOk="0" h="7078" w="7827">
                  <a:moveTo>
                    <a:pt x="4602" y="1"/>
                  </a:moveTo>
                  <a:cubicBezTo>
                    <a:pt x="4602" y="1"/>
                    <a:pt x="4202" y="221"/>
                    <a:pt x="4143" y="551"/>
                  </a:cubicBezTo>
                  <a:cubicBezTo>
                    <a:pt x="4082" y="879"/>
                    <a:pt x="3917" y="2224"/>
                    <a:pt x="3917" y="2224"/>
                  </a:cubicBezTo>
                  <a:lnTo>
                    <a:pt x="3194" y="2673"/>
                  </a:lnTo>
                  <a:cubicBezTo>
                    <a:pt x="3174" y="2597"/>
                    <a:pt x="3112" y="2535"/>
                    <a:pt x="3030" y="2525"/>
                  </a:cubicBezTo>
                  <a:lnTo>
                    <a:pt x="2763" y="2490"/>
                  </a:lnTo>
                  <a:cubicBezTo>
                    <a:pt x="2755" y="2489"/>
                    <a:pt x="2747" y="2488"/>
                    <a:pt x="2739" y="2488"/>
                  </a:cubicBezTo>
                  <a:cubicBezTo>
                    <a:pt x="2642" y="2488"/>
                    <a:pt x="2556" y="2560"/>
                    <a:pt x="2544" y="2659"/>
                  </a:cubicBezTo>
                  <a:lnTo>
                    <a:pt x="2489" y="3067"/>
                  </a:lnTo>
                  <a:cubicBezTo>
                    <a:pt x="2488" y="3082"/>
                    <a:pt x="2490" y="3095"/>
                    <a:pt x="2492" y="3108"/>
                  </a:cubicBezTo>
                  <a:lnTo>
                    <a:pt x="991" y="4039"/>
                  </a:lnTo>
                  <a:cubicBezTo>
                    <a:pt x="991" y="4039"/>
                    <a:pt x="0" y="4621"/>
                    <a:pt x="224" y="5037"/>
                  </a:cubicBezTo>
                  <a:lnTo>
                    <a:pt x="3713" y="3964"/>
                  </a:lnTo>
                  <a:lnTo>
                    <a:pt x="3465" y="6108"/>
                  </a:lnTo>
                  <a:lnTo>
                    <a:pt x="2832" y="6501"/>
                  </a:lnTo>
                  <a:cubicBezTo>
                    <a:pt x="2832" y="6501"/>
                    <a:pt x="2541" y="6672"/>
                    <a:pt x="2607" y="6795"/>
                  </a:cubicBezTo>
                  <a:lnTo>
                    <a:pt x="3452" y="6536"/>
                  </a:lnTo>
                  <a:cubicBezTo>
                    <a:pt x="3455" y="6672"/>
                    <a:pt x="3555" y="6792"/>
                    <a:pt x="3695" y="6812"/>
                  </a:cubicBezTo>
                  <a:cubicBezTo>
                    <a:pt x="3707" y="6813"/>
                    <a:pt x="3719" y="6814"/>
                    <a:pt x="3731" y="6814"/>
                  </a:cubicBezTo>
                  <a:cubicBezTo>
                    <a:pt x="3857" y="6814"/>
                    <a:pt x="3966" y="6728"/>
                    <a:pt x="4001" y="6608"/>
                  </a:cubicBezTo>
                  <a:lnTo>
                    <a:pt x="4753" y="7078"/>
                  </a:lnTo>
                  <a:cubicBezTo>
                    <a:pt x="4848" y="6976"/>
                    <a:pt x="4610" y="6735"/>
                    <a:pt x="4610" y="6735"/>
                  </a:cubicBezTo>
                  <a:lnTo>
                    <a:pt x="4083" y="6176"/>
                  </a:lnTo>
                  <a:lnTo>
                    <a:pt x="4409" y="4061"/>
                  </a:lnTo>
                  <a:lnTo>
                    <a:pt x="4409" y="4061"/>
                  </a:lnTo>
                  <a:cubicBezTo>
                    <a:pt x="4410" y="4061"/>
                    <a:pt x="4412" y="4061"/>
                    <a:pt x="4415" y="4062"/>
                  </a:cubicBezTo>
                  <a:lnTo>
                    <a:pt x="7502" y="5993"/>
                  </a:lnTo>
                  <a:cubicBezTo>
                    <a:pt x="7826" y="5648"/>
                    <a:pt x="7020" y="4831"/>
                    <a:pt x="7020" y="4831"/>
                  </a:cubicBezTo>
                  <a:lnTo>
                    <a:pt x="5861" y="3598"/>
                  </a:lnTo>
                  <a:cubicBezTo>
                    <a:pt x="5877" y="3574"/>
                    <a:pt x="5889" y="3546"/>
                    <a:pt x="5894" y="3515"/>
                  </a:cubicBezTo>
                  <a:lnTo>
                    <a:pt x="5948" y="3107"/>
                  </a:lnTo>
                  <a:cubicBezTo>
                    <a:pt x="5963" y="2999"/>
                    <a:pt x="5886" y="2900"/>
                    <a:pt x="5779" y="2886"/>
                  </a:cubicBezTo>
                  <a:lnTo>
                    <a:pt x="5514" y="2852"/>
                  </a:lnTo>
                  <a:cubicBezTo>
                    <a:pt x="5505" y="2850"/>
                    <a:pt x="5496" y="2850"/>
                    <a:pt x="5488" y="2850"/>
                  </a:cubicBezTo>
                  <a:cubicBezTo>
                    <a:pt x="5446" y="2850"/>
                    <a:pt x="5406" y="2864"/>
                    <a:pt x="5375" y="2887"/>
                  </a:cubicBezTo>
                  <a:lnTo>
                    <a:pt x="5371" y="2887"/>
                  </a:lnTo>
                  <a:lnTo>
                    <a:pt x="5371" y="2890"/>
                  </a:lnTo>
                  <a:cubicBezTo>
                    <a:pt x="5336" y="2916"/>
                    <a:pt x="5313" y="2956"/>
                    <a:pt x="5301" y="2999"/>
                  </a:cubicBezTo>
                  <a:lnTo>
                    <a:pt x="4712" y="2374"/>
                  </a:lnTo>
                  <a:lnTo>
                    <a:pt x="4674" y="2327"/>
                  </a:lnTo>
                  <a:cubicBezTo>
                    <a:pt x="4674" y="2327"/>
                    <a:pt x="4871" y="986"/>
                    <a:pt x="4900" y="652"/>
                  </a:cubicBezTo>
                  <a:cubicBezTo>
                    <a:pt x="4928" y="319"/>
                    <a:pt x="4602" y="1"/>
                    <a:pt x="46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3"/>
            <p:cNvSpPr/>
            <p:nvPr/>
          </p:nvSpPr>
          <p:spPr>
            <a:xfrm>
              <a:off x="6549800" y="1050300"/>
              <a:ext cx="195700" cy="176950"/>
            </a:xfrm>
            <a:custGeom>
              <a:rect b="b" l="l" r="r" t="t"/>
              <a:pathLst>
                <a:path extrusionOk="0" h="7078" w="7828">
                  <a:moveTo>
                    <a:pt x="4604" y="1"/>
                  </a:moveTo>
                  <a:cubicBezTo>
                    <a:pt x="4604" y="1"/>
                    <a:pt x="4203" y="221"/>
                    <a:pt x="4143" y="551"/>
                  </a:cubicBezTo>
                  <a:cubicBezTo>
                    <a:pt x="4083" y="879"/>
                    <a:pt x="3918" y="2224"/>
                    <a:pt x="3918" y="2224"/>
                  </a:cubicBezTo>
                  <a:lnTo>
                    <a:pt x="3193" y="2673"/>
                  </a:lnTo>
                  <a:cubicBezTo>
                    <a:pt x="3175" y="2597"/>
                    <a:pt x="3113" y="2535"/>
                    <a:pt x="3030" y="2524"/>
                  </a:cubicBezTo>
                  <a:lnTo>
                    <a:pt x="2764" y="2489"/>
                  </a:lnTo>
                  <a:cubicBezTo>
                    <a:pt x="2756" y="2488"/>
                    <a:pt x="2748" y="2488"/>
                    <a:pt x="2739" y="2488"/>
                  </a:cubicBezTo>
                  <a:cubicBezTo>
                    <a:pt x="2642" y="2488"/>
                    <a:pt x="2557" y="2560"/>
                    <a:pt x="2543" y="2659"/>
                  </a:cubicBezTo>
                  <a:lnTo>
                    <a:pt x="2490" y="3067"/>
                  </a:lnTo>
                  <a:cubicBezTo>
                    <a:pt x="2489" y="3082"/>
                    <a:pt x="2491" y="3095"/>
                    <a:pt x="2492" y="3107"/>
                  </a:cubicBezTo>
                  <a:lnTo>
                    <a:pt x="991" y="4039"/>
                  </a:lnTo>
                  <a:cubicBezTo>
                    <a:pt x="991" y="4039"/>
                    <a:pt x="0" y="4621"/>
                    <a:pt x="225" y="5037"/>
                  </a:cubicBezTo>
                  <a:lnTo>
                    <a:pt x="3713" y="3964"/>
                  </a:lnTo>
                  <a:lnTo>
                    <a:pt x="3466" y="6108"/>
                  </a:lnTo>
                  <a:lnTo>
                    <a:pt x="2832" y="6501"/>
                  </a:lnTo>
                  <a:cubicBezTo>
                    <a:pt x="2832" y="6501"/>
                    <a:pt x="2541" y="6672"/>
                    <a:pt x="2607" y="6795"/>
                  </a:cubicBezTo>
                  <a:lnTo>
                    <a:pt x="3451" y="6536"/>
                  </a:lnTo>
                  <a:cubicBezTo>
                    <a:pt x="3455" y="6672"/>
                    <a:pt x="3555" y="6794"/>
                    <a:pt x="3696" y="6811"/>
                  </a:cubicBezTo>
                  <a:cubicBezTo>
                    <a:pt x="3708" y="6813"/>
                    <a:pt x="3720" y="6814"/>
                    <a:pt x="3732" y="6814"/>
                  </a:cubicBezTo>
                  <a:cubicBezTo>
                    <a:pt x="3858" y="6814"/>
                    <a:pt x="3965" y="6728"/>
                    <a:pt x="4001" y="6608"/>
                  </a:cubicBezTo>
                  <a:lnTo>
                    <a:pt x="4751" y="7078"/>
                  </a:lnTo>
                  <a:cubicBezTo>
                    <a:pt x="4847" y="6975"/>
                    <a:pt x="4610" y="6735"/>
                    <a:pt x="4610" y="6735"/>
                  </a:cubicBezTo>
                  <a:lnTo>
                    <a:pt x="4083" y="6176"/>
                  </a:lnTo>
                  <a:lnTo>
                    <a:pt x="4409" y="4061"/>
                  </a:lnTo>
                  <a:cubicBezTo>
                    <a:pt x="4409" y="4061"/>
                    <a:pt x="4412" y="4061"/>
                    <a:pt x="4415" y="4062"/>
                  </a:cubicBezTo>
                  <a:lnTo>
                    <a:pt x="7503" y="5993"/>
                  </a:lnTo>
                  <a:cubicBezTo>
                    <a:pt x="7827" y="5648"/>
                    <a:pt x="7020" y="4830"/>
                    <a:pt x="7020" y="4830"/>
                  </a:cubicBezTo>
                  <a:lnTo>
                    <a:pt x="5862" y="3598"/>
                  </a:lnTo>
                  <a:cubicBezTo>
                    <a:pt x="5878" y="3574"/>
                    <a:pt x="5889" y="3546"/>
                    <a:pt x="5895" y="3515"/>
                  </a:cubicBezTo>
                  <a:lnTo>
                    <a:pt x="5948" y="3106"/>
                  </a:lnTo>
                  <a:cubicBezTo>
                    <a:pt x="5963" y="2999"/>
                    <a:pt x="5886" y="2900"/>
                    <a:pt x="5780" y="2886"/>
                  </a:cubicBezTo>
                  <a:lnTo>
                    <a:pt x="5514" y="2852"/>
                  </a:lnTo>
                  <a:cubicBezTo>
                    <a:pt x="5505" y="2850"/>
                    <a:pt x="5496" y="2850"/>
                    <a:pt x="5487" y="2850"/>
                  </a:cubicBezTo>
                  <a:cubicBezTo>
                    <a:pt x="5446" y="2850"/>
                    <a:pt x="5407" y="2864"/>
                    <a:pt x="5375" y="2887"/>
                  </a:cubicBezTo>
                  <a:lnTo>
                    <a:pt x="5370" y="2887"/>
                  </a:lnTo>
                  <a:lnTo>
                    <a:pt x="5370" y="2890"/>
                  </a:lnTo>
                  <a:cubicBezTo>
                    <a:pt x="5336" y="2916"/>
                    <a:pt x="5313" y="2956"/>
                    <a:pt x="5302" y="2999"/>
                  </a:cubicBezTo>
                  <a:lnTo>
                    <a:pt x="4714" y="2374"/>
                  </a:lnTo>
                  <a:lnTo>
                    <a:pt x="4676" y="2326"/>
                  </a:lnTo>
                  <a:cubicBezTo>
                    <a:pt x="4676" y="2326"/>
                    <a:pt x="4873" y="986"/>
                    <a:pt x="4901" y="652"/>
                  </a:cubicBezTo>
                  <a:cubicBezTo>
                    <a:pt x="4930" y="319"/>
                    <a:pt x="4604" y="1"/>
                    <a:pt x="46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3"/>
            <p:cNvSpPr/>
            <p:nvPr/>
          </p:nvSpPr>
          <p:spPr>
            <a:xfrm>
              <a:off x="6856325" y="987225"/>
              <a:ext cx="430925" cy="389500"/>
            </a:xfrm>
            <a:custGeom>
              <a:rect b="b" l="l" r="r" t="t"/>
              <a:pathLst>
                <a:path extrusionOk="0" h="15580" w="17237">
                  <a:moveTo>
                    <a:pt x="10130" y="0"/>
                  </a:moveTo>
                  <a:cubicBezTo>
                    <a:pt x="10130" y="0"/>
                    <a:pt x="9250" y="484"/>
                    <a:pt x="9118" y="1208"/>
                  </a:cubicBezTo>
                  <a:cubicBezTo>
                    <a:pt x="8984" y="1934"/>
                    <a:pt x="8620" y="4893"/>
                    <a:pt x="8620" y="4893"/>
                  </a:cubicBezTo>
                  <a:lnTo>
                    <a:pt x="7026" y="5882"/>
                  </a:lnTo>
                  <a:cubicBezTo>
                    <a:pt x="6984" y="5715"/>
                    <a:pt x="6845" y="5579"/>
                    <a:pt x="6665" y="5556"/>
                  </a:cubicBezTo>
                  <a:lnTo>
                    <a:pt x="6081" y="5480"/>
                  </a:lnTo>
                  <a:cubicBezTo>
                    <a:pt x="6062" y="5477"/>
                    <a:pt x="6043" y="5476"/>
                    <a:pt x="6025" y="5476"/>
                  </a:cubicBezTo>
                  <a:cubicBezTo>
                    <a:pt x="5811" y="5476"/>
                    <a:pt x="5624" y="5636"/>
                    <a:pt x="5596" y="5852"/>
                  </a:cubicBezTo>
                  <a:lnTo>
                    <a:pt x="5478" y="6753"/>
                  </a:lnTo>
                  <a:cubicBezTo>
                    <a:pt x="5474" y="6784"/>
                    <a:pt x="5482" y="6812"/>
                    <a:pt x="5484" y="6841"/>
                  </a:cubicBezTo>
                  <a:lnTo>
                    <a:pt x="2181" y="8891"/>
                  </a:lnTo>
                  <a:cubicBezTo>
                    <a:pt x="2181" y="8891"/>
                    <a:pt x="1" y="10172"/>
                    <a:pt x="494" y="11088"/>
                  </a:cubicBezTo>
                  <a:lnTo>
                    <a:pt x="8174" y="8730"/>
                  </a:lnTo>
                  <a:lnTo>
                    <a:pt x="7628" y="13448"/>
                  </a:lnTo>
                  <a:lnTo>
                    <a:pt x="6234" y="14313"/>
                  </a:lnTo>
                  <a:cubicBezTo>
                    <a:pt x="6234" y="14313"/>
                    <a:pt x="5592" y="14689"/>
                    <a:pt x="5737" y="14961"/>
                  </a:cubicBezTo>
                  <a:lnTo>
                    <a:pt x="7596" y="14389"/>
                  </a:lnTo>
                  <a:cubicBezTo>
                    <a:pt x="7607" y="14691"/>
                    <a:pt x="7823" y="14955"/>
                    <a:pt x="8131" y="14997"/>
                  </a:cubicBezTo>
                  <a:cubicBezTo>
                    <a:pt x="8157" y="15000"/>
                    <a:pt x="8184" y="15002"/>
                    <a:pt x="8210" y="15002"/>
                  </a:cubicBezTo>
                  <a:cubicBezTo>
                    <a:pt x="8487" y="15002"/>
                    <a:pt x="8726" y="14812"/>
                    <a:pt x="8806" y="14547"/>
                  </a:cubicBezTo>
                  <a:lnTo>
                    <a:pt x="10457" y="15580"/>
                  </a:lnTo>
                  <a:cubicBezTo>
                    <a:pt x="10668" y="15357"/>
                    <a:pt x="10145" y="14826"/>
                    <a:pt x="10145" y="14826"/>
                  </a:cubicBezTo>
                  <a:lnTo>
                    <a:pt x="8984" y="13594"/>
                  </a:lnTo>
                  <a:lnTo>
                    <a:pt x="9702" y="8937"/>
                  </a:lnTo>
                  <a:cubicBezTo>
                    <a:pt x="9711" y="8937"/>
                    <a:pt x="9718" y="8939"/>
                    <a:pt x="9725" y="8940"/>
                  </a:cubicBezTo>
                  <a:lnTo>
                    <a:pt x="16523" y="13191"/>
                  </a:lnTo>
                  <a:cubicBezTo>
                    <a:pt x="17236" y="12432"/>
                    <a:pt x="15460" y="10632"/>
                    <a:pt x="15460" y="10632"/>
                  </a:cubicBezTo>
                  <a:lnTo>
                    <a:pt x="12907" y="7918"/>
                  </a:lnTo>
                  <a:cubicBezTo>
                    <a:pt x="12943" y="7864"/>
                    <a:pt x="12970" y="7804"/>
                    <a:pt x="12979" y="7737"/>
                  </a:cubicBezTo>
                  <a:lnTo>
                    <a:pt x="13097" y="6837"/>
                  </a:lnTo>
                  <a:cubicBezTo>
                    <a:pt x="13128" y="6600"/>
                    <a:pt x="12959" y="6383"/>
                    <a:pt x="12724" y="6352"/>
                  </a:cubicBezTo>
                  <a:lnTo>
                    <a:pt x="12139" y="6275"/>
                  </a:lnTo>
                  <a:cubicBezTo>
                    <a:pt x="12122" y="6273"/>
                    <a:pt x="12105" y="6272"/>
                    <a:pt x="12088" y="6272"/>
                  </a:cubicBezTo>
                  <a:cubicBezTo>
                    <a:pt x="11993" y="6272"/>
                    <a:pt x="11904" y="6303"/>
                    <a:pt x="11831" y="6356"/>
                  </a:cubicBezTo>
                  <a:lnTo>
                    <a:pt x="11822" y="6355"/>
                  </a:lnTo>
                  <a:lnTo>
                    <a:pt x="11821" y="6361"/>
                  </a:lnTo>
                  <a:cubicBezTo>
                    <a:pt x="11745" y="6419"/>
                    <a:pt x="11693" y="6505"/>
                    <a:pt x="11670" y="6603"/>
                  </a:cubicBezTo>
                  <a:lnTo>
                    <a:pt x="10374" y="5225"/>
                  </a:lnTo>
                  <a:lnTo>
                    <a:pt x="10289" y="5120"/>
                  </a:lnTo>
                  <a:cubicBezTo>
                    <a:pt x="10289" y="5120"/>
                    <a:pt x="10723" y="2169"/>
                    <a:pt x="10787" y="1434"/>
                  </a:cubicBezTo>
                  <a:cubicBezTo>
                    <a:pt x="10849" y="699"/>
                    <a:pt x="10130" y="0"/>
                    <a:pt x="10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3"/>
            <p:cNvSpPr/>
            <p:nvPr/>
          </p:nvSpPr>
          <p:spPr>
            <a:xfrm>
              <a:off x="6773225" y="912700"/>
              <a:ext cx="614750" cy="578525"/>
            </a:xfrm>
            <a:custGeom>
              <a:rect b="b" l="l" r="r" t="t"/>
              <a:pathLst>
                <a:path extrusionOk="0" h="23141" w="24590">
                  <a:moveTo>
                    <a:pt x="12272" y="521"/>
                  </a:moveTo>
                  <a:cubicBezTo>
                    <a:pt x="12754" y="521"/>
                    <a:pt x="13239" y="553"/>
                    <a:pt x="13725" y="615"/>
                  </a:cubicBezTo>
                  <a:cubicBezTo>
                    <a:pt x="19765" y="1404"/>
                    <a:pt x="24037" y="6959"/>
                    <a:pt x="23250" y="13000"/>
                  </a:cubicBezTo>
                  <a:cubicBezTo>
                    <a:pt x="22868" y="15926"/>
                    <a:pt x="21369" y="18527"/>
                    <a:pt x="19030" y="20326"/>
                  </a:cubicBezTo>
                  <a:cubicBezTo>
                    <a:pt x="17078" y="21827"/>
                    <a:pt x="14736" y="22619"/>
                    <a:pt x="12318" y="22619"/>
                  </a:cubicBezTo>
                  <a:cubicBezTo>
                    <a:pt x="11836" y="22619"/>
                    <a:pt x="11350" y="22587"/>
                    <a:pt x="10865" y="22524"/>
                  </a:cubicBezTo>
                  <a:cubicBezTo>
                    <a:pt x="4825" y="21735"/>
                    <a:pt x="552" y="16181"/>
                    <a:pt x="1340" y="10141"/>
                  </a:cubicBezTo>
                  <a:cubicBezTo>
                    <a:pt x="1722" y="7213"/>
                    <a:pt x="3220" y="4612"/>
                    <a:pt x="5560" y="2813"/>
                  </a:cubicBezTo>
                  <a:cubicBezTo>
                    <a:pt x="7510" y="1314"/>
                    <a:pt x="9850" y="521"/>
                    <a:pt x="12272" y="521"/>
                  </a:cubicBezTo>
                  <a:close/>
                  <a:moveTo>
                    <a:pt x="12272" y="0"/>
                  </a:moveTo>
                  <a:cubicBezTo>
                    <a:pt x="9737" y="0"/>
                    <a:pt x="7286" y="829"/>
                    <a:pt x="5243" y="2400"/>
                  </a:cubicBezTo>
                  <a:cubicBezTo>
                    <a:pt x="2793" y="4285"/>
                    <a:pt x="1224" y="7009"/>
                    <a:pt x="824" y="10073"/>
                  </a:cubicBezTo>
                  <a:cubicBezTo>
                    <a:pt x="0" y="16398"/>
                    <a:pt x="4473" y="22215"/>
                    <a:pt x="10798" y="23041"/>
                  </a:cubicBezTo>
                  <a:cubicBezTo>
                    <a:pt x="11307" y="23108"/>
                    <a:pt x="11815" y="23141"/>
                    <a:pt x="12319" y="23141"/>
                  </a:cubicBezTo>
                  <a:cubicBezTo>
                    <a:pt x="14853" y="23141"/>
                    <a:pt x="17304" y="22311"/>
                    <a:pt x="19347" y="20740"/>
                  </a:cubicBezTo>
                  <a:cubicBezTo>
                    <a:pt x="21796" y="18856"/>
                    <a:pt x="23365" y="16132"/>
                    <a:pt x="23766" y="13068"/>
                  </a:cubicBezTo>
                  <a:cubicBezTo>
                    <a:pt x="24589" y="6743"/>
                    <a:pt x="20116" y="925"/>
                    <a:pt x="13792" y="99"/>
                  </a:cubicBezTo>
                  <a:cubicBezTo>
                    <a:pt x="13283" y="33"/>
                    <a:pt x="12776" y="0"/>
                    <a:pt x="122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4" name="Google Shape;1774;p43"/>
          <p:cNvSpPr/>
          <p:nvPr/>
        </p:nvSpPr>
        <p:spPr>
          <a:xfrm rot="-662707">
            <a:off x="4587771" y="-544525"/>
            <a:ext cx="1555741" cy="1185463"/>
          </a:xfrm>
          <a:custGeom>
            <a:rect b="b" l="l" r="r" t="t"/>
            <a:pathLst>
              <a:path extrusionOk="0" h="14900" w="19554">
                <a:moveTo>
                  <a:pt x="14146" y="74"/>
                </a:moveTo>
                <a:cubicBezTo>
                  <a:pt x="14497" y="336"/>
                  <a:pt x="14420" y="1399"/>
                  <a:pt x="14786" y="1646"/>
                </a:cubicBezTo>
                <a:cubicBezTo>
                  <a:pt x="15153" y="1892"/>
                  <a:pt x="15490" y="2478"/>
                  <a:pt x="15612" y="3125"/>
                </a:cubicBezTo>
                <a:cubicBezTo>
                  <a:pt x="15734" y="3772"/>
                  <a:pt x="16437" y="4388"/>
                  <a:pt x="16956" y="4943"/>
                </a:cubicBezTo>
                <a:cubicBezTo>
                  <a:pt x="17476" y="5498"/>
                  <a:pt x="18361" y="6700"/>
                  <a:pt x="18668" y="7225"/>
                </a:cubicBezTo>
                <a:cubicBezTo>
                  <a:pt x="18973" y="7748"/>
                  <a:pt x="19553" y="9289"/>
                  <a:pt x="18973" y="10522"/>
                </a:cubicBezTo>
                <a:cubicBezTo>
                  <a:pt x="18392" y="11755"/>
                  <a:pt x="17751" y="13081"/>
                  <a:pt x="17629" y="13667"/>
                </a:cubicBezTo>
                <a:cubicBezTo>
                  <a:pt x="17507" y="14252"/>
                  <a:pt x="17477" y="14437"/>
                  <a:pt x="16803" y="14561"/>
                </a:cubicBezTo>
                <a:cubicBezTo>
                  <a:pt x="16132" y="14684"/>
                  <a:pt x="15460" y="14900"/>
                  <a:pt x="14696" y="14900"/>
                </a:cubicBezTo>
                <a:cubicBezTo>
                  <a:pt x="13932" y="14900"/>
                  <a:pt x="12771" y="14345"/>
                  <a:pt x="12220" y="13297"/>
                </a:cubicBezTo>
                <a:cubicBezTo>
                  <a:pt x="11670" y="12248"/>
                  <a:pt x="11731" y="11879"/>
                  <a:pt x="11426" y="12126"/>
                </a:cubicBezTo>
                <a:cubicBezTo>
                  <a:pt x="11120" y="12372"/>
                  <a:pt x="10814" y="13297"/>
                  <a:pt x="10357" y="12279"/>
                </a:cubicBezTo>
                <a:cubicBezTo>
                  <a:pt x="9899" y="11261"/>
                  <a:pt x="8615" y="10245"/>
                  <a:pt x="6873" y="11170"/>
                </a:cubicBezTo>
                <a:cubicBezTo>
                  <a:pt x="5132" y="12095"/>
                  <a:pt x="5498" y="12064"/>
                  <a:pt x="4735" y="12157"/>
                </a:cubicBezTo>
                <a:cubicBezTo>
                  <a:pt x="3971" y="12249"/>
                  <a:pt x="3360" y="12157"/>
                  <a:pt x="2688" y="12620"/>
                </a:cubicBezTo>
                <a:cubicBezTo>
                  <a:pt x="2016" y="13081"/>
                  <a:pt x="1007" y="12558"/>
                  <a:pt x="1161" y="12127"/>
                </a:cubicBezTo>
                <a:cubicBezTo>
                  <a:pt x="1314" y="11694"/>
                  <a:pt x="1345" y="10185"/>
                  <a:pt x="672" y="8767"/>
                </a:cubicBezTo>
                <a:cubicBezTo>
                  <a:pt x="0" y="7350"/>
                  <a:pt x="215" y="7565"/>
                  <a:pt x="306" y="6979"/>
                </a:cubicBezTo>
                <a:cubicBezTo>
                  <a:pt x="397" y="6394"/>
                  <a:pt x="215" y="5962"/>
                  <a:pt x="795" y="5653"/>
                </a:cubicBezTo>
                <a:cubicBezTo>
                  <a:pt x="1376" y="5346"/>
                  <a:pt x="2536" y="4914"/>
                  <a:pt x="3239" y="4698"/>
                </a:cubicBezTo>
                <a:cubicBezTo>
                  <a:pt x="3942" y="4482"/>
                  <a:pt x="4491" y="4020"/>
                  <a:pt x="4462" y="3589"/>
                </a:cubicBezTo>
                <a:cubicBezTo>
                  <a:pt x="4431" y="3156"/>
                  <a:pt x="4431" y="2973"/>
                  <a:pt x="4798" y="2880"/>
                </a:cubicBezTo>
                <a:cubicBezTo>
                  <a:pt x="5164" y="2787"/>
                  <a:pt x="5898" y="2139"/>
                  <a:pt x="6295" y="1831"/>
                </a:cubicBezTo>
                <a:cubicBezTo>
                  <a:pt x="6692" y="1523"/>
                  <a:pt x="7120" y="1678"/>
                  <a:pt x="7304" y="1862"/>
                </a:cubicBezTo>
                <a:cubicBezTo>
                  <a:pt x="7487" y="2046"/>
                  <a:pt x="7732" y="2386"/>
                  <a:pt x="7884" y="2046"/>
                </a:cubicBezTo>
                <a:cubicBezTo>
                  <a:pt x="8037" y="1707"/>
                  <a:pt x="8281" y="968"/>
                  <a:pt x="8801" y="813"/>
                </a:cubicBezTo>
                <a:cubicBezTo>
                  <a:pt x="9321" y="660"/>
                  <a:pt x="11428" y="567"/>
                  <a:pt x="11337" y="906"/>
                </a:cubicBezTo>
                <a:cubicBezTo>
                  <a:pt x="11245" y="1246"/>
                  <a:pt x="10664" y="1800"/>
                  <a:pt x="10787" y="2015"/>
                </a:cubicBezTo>
                <a:cubicBezTo>
                  <a:pt x="10910" y="2231"/>
                  <a:pt x="12437" y="3433"/>
                  <a:pt x="12651" y="3464"/>
                </a:cubicBezTo>
                <a:cubicBezTo>
                  <a:pt x="12865" y="3495"/>
                  <a:pt x="13537" y="3649"/>
                  <a:pt x="13506" y="2723"/>
                </a:cubicBezTo>
                <a:cubicBezTo>
                  <a:pt x="13475" y="1799"/>
                  <a:pt x="13629" y="535"/>
                  <a:pt x="13721" y="319"/>
                </a:cubicBezTo>
                <a:cubicBezTo>
                  <a:pt x="13809" y="105"/>
                  <a:pt x="14047" y="0"/>
                  <a:pt x="14146" y="7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 name="Google Shape;1775;p43"/>
          <p:cNvGrpSpPr/>
          <p:nvPr/>
        </p:nvGrpSpPr>
        <p:grpSpPr>
          <a:xfrm rot="-506795">
            <a:off x="-1999947" y="-1330076"/>
            <a:ext cx="3684074" cy="3346357"/>
            <a:chOff x="3167525" y="751950"/>
            <a:chExt cx="1309325" cy="1189300"/>
          </a:xfrm>
        </p:grpSpPr>
        <p:sp>
          <p:nvSpPr>
            <p:cNvPr id="1776" name="Google Shape;1776;p43"/>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3"/>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3"/>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3"/>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3"/>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3"/>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3"/>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3"/>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3"/>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8" name="Shape 1788"/>
        <p:cNvGrpSpPr/>
        <p:nvPr/>
      </p:nvGrpSpPr>
      <p:grpSpPr>
        <a:xfrm>
          <a:off x="0" y="0"/>
          <a:ext cx="0" cy="0"/>
          <a:chOff x="0" y="0"/>
          <a:chExt cx="0" cy="0"/>
        </a:xfrm>
      </p:grpSpPr>
      <p:sp>
        <p:nvSpPr>
          <p:cNvPr id="1789" name="Google Shape;1789;p44"/>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Nachrichten</a:t>
            </a:r>
            <a:endParaRPr/>
          </a:p>
        </p:txBody>
      </p:sp>
      <p:sp>
        <p:nvSpPr>
          <p:cNvPr id="1790" name="Google Shape;1790;p44"/>
          <p:cNvSpPr txBox="1"/>
          <p:nvPr>
            <p:ph idx="1" type="subTitle"/>
          </p:nvPr>
        </p:nvSpPr>
        <p:spPr>
          <a:xfrm>
            <a:off x="1882700" y="2434547"/>
            <a:ext cx="2553000" cy="53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Sie</a:t>
            </a:r>
            <a:endParaRPr/>
          </a:p>
        </p:txBody>
      </p:sp>
      <p:sp>
        <p:nvSpPr>
          <p:cNvPr id="1791" name="Google Shape;1791;p44"/>
          <p:cNvSpPr txBox="1"/>
          <p:nvPr>
            <p:ph idx="2" type="subTitle"/>
          </p:nvPr>
        </p:nvSpPr>
        <p:spPr>
          <a:xfrm>
            <a:off x="4708312" y="2434547"/>
            <a:ext cx="2553000" cy="53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Uns</a:t>
            </a:r>
            <a:endParaRPr/>
          </a:p>
        </p:txBody>
      </p:sp>
      <p:sp>
        <p:nvSpPr>
          <p:cNvPr id="1792" name="Google Shape;1792;p44"/>
          <p:cNvSpPr txBox="1"/>
          <p:nvPr>
            <p:ph idx="3" type="subTitle"/>
          </p:nvPr>
        </p:nvSpPr>
        <p:spPr>
          <a:xfrm>
            <a:off x="1882700" y="2891977"/>
            <a:ext cx="2553000" cy="80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Der Merkur ist der sonnennächste Planet und der kleinste</a:t>
            </a:r>
            <a:endParaRPr/>
          </a:p>
        </p:txBody>
      </p:sp>
      <p:sp>
        <p:nvSpPr>
          <p:cNvPr id="1793" name="Google Shape;1793;p44"/>
          <p:cNvSpPr txBox="1"/>
          <p:nvPr>
            <p:ph idx="4" type="subTitle"/>
          </p:nvPr>
        </p:nvSpPr>
        <p:spPr>
          <a:xfrm>
            <a:off x="4708312" y="2891977"/>
            <a:ext cx="2553000" cy="80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Die Venus hat einen schönen Namen und ist der ist der drittkleinste</a:t>
            </a:r>
            <a:endParaRPr/>
          </a:p>
        </p:txBody>
      </p:sp>
      <p:grpSp>
        <p:nvGrpSpPr>
          <p:cNvPr id="1794" name="Google Shape;1794;p44"/>
          <p:cNvGrpSpPr/>
          <p:nvPr/>
        </p:nvGrpSpPr>
        <p:grpSpPr>
          <a:xfrm>
            <a:off x="5723255" y="1792318"/>
            <a:ext cx="523081" cy="522848"/>
            <a:chOff x="4620892" y="3277230"/>
            <a:chExt cx="523081" cy="522848"/>
          </a:xfrm>
        </p:grpSpPr>
        <p:sp>
          <p:nvSpPr>
            <p:cNvPr id="1795" name="Google Shape;1795;p44"/>
            <p:cNvSpPr/>
            <p:nvPr/>
          </p:nvSpPr>
          <p:spPr>
            <a:xfrm>
              <a:off x="4711707" y="3592525"/>
              <a:ext cx="108705" cy="115908"/>
            </a:xfrm>
            <a:custGeom>
              <a:rect b="b" l="l" r="r" t="t"/>
              <a:pathLst>
                <a:path extrusionOk="0" h="3492" w="3275">
                  <a:moveTo>
                    <a:pt x="1178" y="465"/>
                  </a:moveTo>
                  <a:lnTo>
                    <a:pt x="1517" y="1485"/>
                  </a:lnTo>
                  <a:lnTo>
                    <a:pt x="2813" y="1485"/>
                  </a:lnTo>
                  <a:lnTo>
                    <a:pt x="2813" y="3029"/>
                  </a:lnTo>
                  <a:lnTo>
                    <a:pt x="1826" y="3029"/>
                  </a:lnTo>
                  <a:lnTo>
                    <a:pt x="1145" y="2194"/>
                  </a:lnTo>
                  <a:lnTo>
                    <a:pt x="464" y="2194"/>
                  </a:lnTo>
                  <a:lnTo>
                    <a:pt x="464" y="465"/>
                  </a:lnTo>
                  <a:close/>
                  <a:moveTo>
                    <a:pt x="0" y="1"/>
                  </a:moveTo>
                  <a:lnTo>
                    <a:pt x="0" y="2658"/>
                  </a:lnTo>
                  <a:lnTo>
                    <a:pt x="925" y="2658"/>
                  </a:lnTo>
                  <a:lnTo>
                    <a:pt x="1604" y="3491"/>
                  </a:lnTo>
                  <a:lnTo>
                    <a:pt x="3274" y="3491"/>
                  </a:lnTo>
                  <a:lnTo>
                    <a:pt x="3274" y="1020"/>
                  </a:lnTo>
                  <a:lnTo>
                    <a:pt x="1851" y="1020"/>
                  </a:lnTo>
                  <a:lnTo>
                    <a:pt x="1851" y="1021"/>
                  </a:lnTo>
                  <a:lnTo>
                    <a:pt x="15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4620892" y="3277230"/>
              <a:ext cx="523081" cy="522848"/>
            </a:xfrm>
            <a:custGeom>
              <a:rect b="b" l="l" r="r" t="t"/>
              <a:pathLst>
                <a:path extrusionOk="0" h="15752" w="15759">
                  <a:moveTo>
                    <a:pt x="7835" y="462"/>
                  </a:moveTo>
                  <a:lnTo>
                    <a:pt x="7835" y="1608"/>
                  </a:lnTo>
                  <a:lnTo>
                    <a:pt x="9564" y="2288"/>
                  </a:lnTo>
                  <a:lnTo>
                    <a:pt x="9564" y="2917"/>
                  </a:lnTo>
                  <a:lnTo>
                    <a:pt x="8586" y="2917"/>
                  </a:lnTo>
                  <a:lnTo>
                    <a:pt x="7566" y="5605"/>
                  </a:lnTo>
                  <a:lnTo>
                    <a:pt x="6420" y="5605"/>
                  </a:lnTo>
                  <a:lnTo>
                    <a:pt x="5803" y="7303"/>
                  </a:lnTo>
                  <a:lnTo>
                    <a:pt x="4992" y="7303"/>
                  </a:lnTo>
                  <a:lnTo>
                    <a:pt x="4992" y="5605"/>
                  </a:lnTo>
                  <a:lnTo>
                    <a:pt x="2630" y="5605"/>
                  </a:lnTo>
                  <a:lnTo>
                    <a:pt x="2113" y="3221"/>
                  </a:lnTo>
                  <a:cubicBezTo>
                    <a:pt x="3286" y="1773"/>
                    <a:pt x="4996" y="771"/>
                    <a:pt x="6936" y="522"/>
                  </a:cubicBezTo>
                  <a:cubicBezTo>
                    <a:pt x="6991" y="516"/>
                    <a:pt x="7044" y="509"/>
                    <a:pt x="7097" y="504"/>
                  </a:cubicBezTo>
                  <a:cubicBezTo>
                    <a:pt x="7113" y="503"/>
                    <a:pt x="7128" y="501"/>
                    <a:pt x="7144" y="499"/>
                  </a:cubicBezTo>
                  <a:lnTo>
                    <a:pt x="7276" y="487"/>
                  </a:lnTo>
                  <a:cubicBezTo>
                    <a:pt x="7302" y="485"/>
                    <a:pt x="7328" y="483"/>
                    <a:pt x="7353" y="482"/>
                  </a:cubicBezTo>
                  <a:cubicBezTo>
                    <a:pt x="7390" y="480"/>
                    <a:pt x="7426" y="477"/>
                    <a:pt x="7463" y="476"/>
                  </a:cubicBezTo>
                  <a:cubicBezTo>
                    <a:pt x="7496" y="475"/>
                    <a:pt x="7530" y="472"/>
                    <a:pt x="7562" y="471"/>
                  </a:cubicBezTo>
                  <a:cubicBezTo>
                    <a:pt x="7594" y="470"/>
                    <a:pt x="7625" y="468"/>
                    <a:pt x="7658" y="466"/>
                  </a:cubicBezTo>
                  <a:cubicBezTo>
                    <a:pt x="7695" y="465"/>
                    <a:pt x="7733" y="465"/>
                    <a:pt x="7772" y="464"/>
                  </a:cubicBezTo>
                  <a:cubicBezTo>
                    <a:pt x="7792" y="464"/>
                    <a:pt x="7814" y="462"/>
                    <a:pt x="7835" y="462"/>
                  </a:cubicBezTo>
                  <a:close/>
                  <a:moveTo>
                    <a:pt x="12114" y="8387"/>
                  </a:moveTo>
                  <a:lnTo>
                    <a:pt x="13813" y="9345"/>
                  </a:lnTo>
                  <a:lnTo>
                    <a:pt x="15148" y="9345"/>
                  </a:lnTo>
                  <a:cubicBezTo>
                    <a:pt x="14554" y="12296"/>
                    <a:pt x="12203" y="14617"/>
                    <a:pt x="9237" y="15167"/>
                  </a:cubicBezTo>
                  <a:lnTo>
                    <a:pt x="8613" y="12805"/>
                  </a:lnTo>
                  <a:lnTo>
                    <a:pt x="10784" y="12805"/>
                  </a:lnTo>
                  <a:cubicBezTo>
                    <a:pt x="11287" y="12805"/>
                    <a:pt x="11695" y="12397"/>
                    <a:pt x="11695" y="11894"/>
                  </a:cubicBezTo>
                  <a:cubicBezTo>
                    <a:pt x="11695" y="11391"/>
                    <a:pt x="11287" y="10983"/>
                    <a:pt x="10784" y="10983"/>
                  </a:cubicBezTo>
                  <a:lnTo>
                    <a:pt x="9982" y="10983"/>
                  </a:lnTo>
                  <a:lnTo>
                    <a:pt x="9405" y="8387"/>
                  </a:lnTo>
                  <a:close/>
                  <a:moveTo>
                    <a:pt x="8297" y="477"/>
                  </a:moveTo>
                  <a:cubicBezTo>
                    <a:pt x="12193" y="694"/>
                    <a:pt x="15295" y="3931"/>
                    <a:pt x="15295" y="7880"/>
                  </a:cubicBezTo>
                  <a:cubicBezTo>
                    <a:pt x="15295" y="8219"/>
                    <a:pt x="15271" y="8554"/>
                    <a:pt x="15226" y="8883"/>
                  </a:cubicBezTo>
                  <a:lnTo>
                    <a:pt x="13933" y="8883"/>
                  </a:lnTo>
                  <a:lnTo>
                    <a:pt x="12235" y="7924"/>
                  </a:lnTo>
                  <a:lnTo>
                    <a:pt x="8826" y="7924"/>
                  </a:lnTo>
                  <a:lnTo>
                    <a:pt x="9608" y="11447"/>
                  </a:lnTo>
                  <a:lnTo>
                    <a:pt x="10783" y="11447"/>
                  </a:lnTo>
                  <a:cubicBezTo>
                    <a:pt x="11030" y="11447"/>
                    <a:pt x="11232" y="11647"/>
                    <a:pt x="11232" y="11895"/>
                  </a:cubicBezTo>
                  <a:cubicBezTo>
                    <a:pt x="11232" y="12142"/>
                    <a:pt x="11031" y="12344"/>
                    <a:pt x="10783" y="12344"/>
                  </a:cubicBezTo>
                  <a:lnTo>
                    <a:pt x="8012" y="12344"/>
                  </a:lnTo>
                  <a:lnTo>
                    <a:pt x="8776" y="15240"/>
                  </a:lnTo>
                  <a:cubicBezTo>
                    <a:pt x="8482" y="15276"/>
                    <a:pt x="8182" y="15293"/>
                    <a:pt x="7880" y="15293"/>
                  </a:cubicBezTo>
                  <a:cubicBezTo>
                    <a:pt x="3791" y="15293"/>
                    <a:pt x="465" y="11967"/>
                    <a:pt x="465" y="7878"/>
                  </a:cubicBezTo>
                  <a:cubicBezTo>
                    <a:pt x="465" y="6337"/>
                    <a:pt x="938" y="4905"/>
                    <a:pt x="1745" y="3719"/>
                  </a:cubicBezTo>
                  <a:lnTo>
                    <a:pt x="2255" y="6072"/>
                  </a:lnTo>
                  <a:lnTo>
                    <a:pt x="4527" y="6072"/>
                  </a:lnTo>
                  <a:lnTo>
                    <a:pt x="4527" y="7770"/>
                  </a:lnTo>
                  <a:lnTo>
                    <a:pt x="6127" y="7770"/>
                  </a:lnTo>
                  <a:lnTo>
                    <a:pt x="6745" y="6072"/>
                  </a:lnTo>
                  <a:lnTo>
                    <a:pt x="7885" y="6072"/>
                  </a:lnTo>
                  <a:lnTo>
                    <a:pt x="8905" y="3384"/>
                  </a:lnTo>
                  <a:lnTo>
                    <a:pt x="10027" y="3384"/>
                  </a:lnTo>
                  <a:lnTo>
                    <a:pt x="10027" y="1975"/>
                  </a:lnTo>
                  <a:lnTo>
                    <a:pt x="8297" y="1295"/>
                  </a:lnTo>
                  <a:lnTo>
                    <a:pt x="8297" y="477"/>
                  </a:lnTo>
                  <a:close/>
                  <a:moveTo>
                    <a:pt x="7881" y="0"/>
                  </a:moveTo>
                  <a:cubicBezTo>
                    <a:pt x="7810" y="0"/>
                    <a:pt x="7739" y="1"/>
                    <a:pt x="7667" y="2"/>
                  </a:cubicBezTo>
                  <a:cubicBezTo>
                    <a:pt x="7640" y="4"/>
                    <a:pt x="7612" y="5"/>
                    <a:pt x="7584" y="5"/>
                  </a:cubicBezTo>
                  <a:cubicBezTo>
                    <a:pt x="7542" y="6"/>
                    <a:pt x="7501" y="7"/>
                    <a:pt x="7458" y="10"/>
                  </a:cubicBezTo>
                  <a:cubicBezTo>
                    <a:pt x="7423" y="11"/>
                    <a:pt x="7388" y="15"/>
                    <a:pt x="7354" y="17"/>
                  </a:cubicBezTo>
                  <a:lnTo>
                    <a:pt x="7252" y="25"/>
                  </a:lnTo>
                  <a:cubicBezTo>
                    <a:pt x="7212" y="27"/>
                    <a:pt x="7174" y="31"/>
                    <a:pt x="7134" y="35"/>
                  </a:cubicBezTo>
                  <a:cubicBezTo>
                    <a:pt x="7107" y="37"/>
                    <a:pt x="7078" y="40"/>
                    <a:pt x="7051" y="42"/>
                  </a:cubicBezTo>
                  <a:cubicBezTo>
                    <a:pt x="7007" y="47"/>
                    <a:pt x="6964" y="52"/>
                    <a:pt x="6922" y="57"/>
                  </a:cubicBezTo>
                  <a:cubicBezTo>
                    <a:pt x="6901" y="59"/>
                    <a:pt x="6879" y="62"/>
                    <a:pt x="6858" y="64"/>
                  </a:cubicBezTo>
                  <a:cubicBezTo>
                    <a:pt x="6698" y="85"/>
                    <a:pt x="6539" y="111"/>
                    <a:pt x="6380" y="141"/>
                  </a:cubicBezTo>
                  <a:cubicBezTo>
                    <a:pt x="6362" y="145"/>
                    <a:pt x="6344" y="147"/>
                    <a:pt x="6326" y="151"/>
                  </a:cubicBezTo>
                  <a:cubicBezTo>
                    <a:pt x="6289" y="159"/>
                    <a:pt x="6252" y="167"/>
                    <a:pt x="6216" y="175"/>
                  </a:cubicBezTo>
                  <a:cubicBezTo>
                    <a:pt x="6182" y="182"/>
                    <a:pt x="6147" y="188"/>
                    <a:pt x="6114" y="197"/>
                  </a:cubicBezTo>
                  <a:cubicBezTo>
                    <a:pt x="6085" y="203"/>
                    <a:pt x="6057" y="209"/>
                    <a:pt x="6027" y="217"/>
                  </a:cubicBezTo>
                  <a:cubicBezTo>
                    <a:pt x="5981" y="228"/>
                    <a:pt x="5935" y="239"/>
                    <a:pt x="5890" y="250"/>
                  </a:cubicBezTo>
                  <a:cubicBezTo>
                    <a:pt x="5872" y="255"/>
                    <a:pt x="5852" y="260"/>
                    <a:pt x="5835" y="265"/>
                  </a:cubicBezTo>
                  <a:cubicBezTo>
                    <a:pt x="4513" y="617"/>
                    <a:pt x="3302" y="1312"/>
                    <a:pt x="2309" y="2305"/>
                  </a:cubicBezTo>
                  <a:cubicBezTo>
                    <a:pt x="2241" y="2373"/>
                    <a:pt x="2175" y="2442"/>
                    <a:pt x="2111" y="2512"/>
                  </a:cubicBezTo>
                  <a:lnTo>
                    <a:pt x="2103" y="2518"/>
                  </a:lnTo>
                  <a:cubicBezTo>
                    <a:pt x="2056" y="2570"/>
                    <a:pt x="2008" y="2622"/>
                    <a:pt x="1962" y="2674"/>
                  </a:cubicBezTo>
                  <a:lnTo>
                    <a:pt x="1958" y="2679"/>
                  </a:lnTo>
                  <a:cubicBezTo>
                    <a:pt x="1843" y="2810"/>
                    <a:pt x="1731" y="2944"/>
                    <a:pt x="1626" y="3082"/>
                  </a:cubicBezTo>
                  <a:lnTo>
                    <a:pt x="1611" y="3098"/>
                  </a:lnTo>
                  <a:cubicBezTo>
                    <a:pt x="567" y="4464"/>
                    <a:pt x="1" y="6124"/>
                    <a:pt x="1" y="7874"/>
                  </a:cubicBezTo>
                  <a:cubicBezTo>
                    <a:pt x="1" y="9979"/>
                    <a:pt x="820" y="11956"/>
                    <a:pt x="2308" y="13444"/>
                  </a:cubicBezTo>
                  <a:cubicBezTo>
                    <a:pt x="3796" y="14932"/>
                    <a:pt x="5775" y="15751"/>
                    <a:pt x="7878" y="15751"/>
                  </a:cubicBezTo>
                  <a:cubicBezTo>
                    <a:pt x="8220" y="15751"/>
                    <a:pt x="8560" y="15730"/>
                    <a:pt x="8895" y="15687"/>
                  </a:cubicBezTo>
                  <a:lnTo>
                    <a:pt x="8895" y="15689"/>
                  </a:lnTo>
                  <a:lnTo>
                    <a:pt x="9015" y="15670"/>
                  </a:lnTo>
                  <a:cubicBezTo>
                    <a:pt x="9761" y="15563"/>
                    <a:pt x="10482" y="15349"/>
                    <a:pt x="11161" y="15039"/>
                  </a:cubicBezTo>
                  <a:cubicBezTo>
                    <a:pt x="11162" y="15039"/>
                    <a:pt x="11163" y="15038"/>
                    <a:pt x="11165" y="15038"/>
                  </a:cubicBezTo>
                  <a:cubicBezTo>
                    <a:pt x="11209" y="15017"/>
                    <a:pt x="11255" y="14995"/>
                    <a:pt x="11300" y="14975"/>
                  </a:cubicBezTo>
                  <a:cubicBezTo>
                    <a:pt x="11301" y="14974"/>
                    <a:pt x="11302" y="14974"/>
                    <a:pt x="11304" y="14972"/>
                  </a:cubicBezTo>
                  <a:cubicBezTo>
                    <a:pt x="11432" y="14910"/>
                    <a:pt x="11559" y="14844"/>
                    <a:pt x="11684" y="14775"/>
                  </a:cubicBezTo>
                  <a:cubicBezTo>
                    <a:pt x="11694" y="14769"/>
                    <a:pt x="11706" y="14764"/>
                    <a:pt x="11716" y="14758"/>
                  </a:cubicBezTo>
                  <a:cubicBezTo>
                    <a:pt x="11750" y="14739"/>
                    <a:pt x="11783" y="14720"/>
                    <a:pt x="11816" y="14701"/>
                  </a:cubicBezTo>
                  <a:cubicBezTo>
                    <a:pt x="11833" y="14691"/>
                    <a:pt x="11849" y="14681"/>
                    <a:pt x="11866" y="14672"/>
                  </a:cubicBezTo>
                  <a:cubicBezTo>
                    <a:pt x="11897" y="14654"/>
                    <a:pt x="11928" y="14635"/>
                    <a:pt x="11961" y="14617"/>
                  </a:cubicBezTo>
                  <a:cubicBezTo>
                    <a:pt x="11978" y="14607"/>
                    <a:pt x="11995" y="14594"/>
                    <a:pt x="12013" y="14584"/>
                  </a:cubicBezTo>
                  <a:cubicBezTo>
                    <a:pt x="12116" y="14521"/>
                    <a:pt x="12217" y="14454"/>
                    <a:pt x="12318" y="14385"/>
                  </a:cubicBezTo>
                  <a:cubicBezTo>
                    <a:pt x="12335" y="14372"/>
                    <a:pt x="12355" y="14359"/>
                    <a:pt x="12373" y="14346"/>
                  </a:cubicBezTo>
                  <a:cubicBezTo>
                    <a:pt x="12402" y="14327"/>
                    <a:pt x="12428" y="14308"/>
                    <a:pt x="12457" y="14287"/>
                  </a:cubicBezTo>
                  <a:cubicBezTo>
                    <a:pt x="12476" y="14274"/>
                    <a:pt x="12495" y="14260"/>
                    <a:pt x="12512" y="14247"/>
                  </a:cubicBezTo>
                  <a:cubicBezTo>
                    <a:pt x="12541" y="14226"/>
                    <a:pt x="12568" y="14205"/>
                    <a:pt x="12597" y="14185"/>
                  </a:cubicBezTo>
                  <a:lnTo>
                    <a:pt x="12647" y="14146"/>
                  </a:lnTo>
                  <a:cubicBezTo>
                    <a:pt x="12747" y="14070"/>
                    <a:pt x="12846" y="13991"/>
                    <a:pt x="12943" y="13910"/>
                  </a:cubicBezTo>
                  <a:cubicBezTo>
                    <a:pt x="12956" y="13898"/>
                    <a:pt x="12969" y="13888"/>
                    <a:pt x="12982" y="13875"/>
                  </a:cubicBezTo>
                  <a:cubicBezTo>
                    <a:pt x="13012" y="13852"/>
                    <a:pt x="13040" y="13826"/>
                    <a:pt x="13070" y="13800"/>
                  </a:cubicBezTo>
                  <a:cubicBezTo>
                    <a:pt x="13083" y="13788"/>
                    <a:pt x="13097" y="13776"/>
                    <a:pt x="13110" y="13765"/>
                  </a:cubicBezTo>
                  <a:cubicBezTo>
                    <a:pt x="13140" y="13738"/>
                    <a:pt x="13169" y="13712"/>
                    <a:pt x="13199" y="13684"/>
                  </a:cubicBezTo>
                  <a:cubicBezTo>
                    <a:pt x="13208" y="13676"/>
                    <a:pt x="13218" y="13668"/>
                    <a:pt x="13228" y="13658"/>
                  </a:cubicBezTo>
                  <a:cubicBezTo>
                    <a:pt x="13302" y="13589"/>
                    <a:pt x="13378" y="13518"/>
                    <a:pt x="13450" y="13445"/>
                  </a:cubicBezTo>
                  <a:cubicBezTo>
                    <a:pt x="13474" y="13420"/>
                    <a:pt x="13498" y="13397"/>
                    <a:pt x="13521" y="13373"/>
                  </a:cubicBezTo>
                  <a:cubicBezTo>
                    <a:pt x="13531" y="13363"/>
                    <a:pt x="13540" y="13352"/>
                    <a:pt x="13551" y="13343"/>
                  </a:cubicBezTo>
                  <a:cubicBezTo>
                    <a:pt x="13579" y="13314"/>
                    <a:pt x="13606" y="13285"/>
                    <a:pt x="13633" y="13255"/>
                  </a:cubicBezTo>
                  <a:cubicBezTo>
                    <a:pt x="13645" y="13243"/>
                    <a:pt x="13657" y="13231"/>
                    <a:pt x="13668" y="13218"/>
                  </a:cubicBezTo>
                  <a:lnTo>
                    <a:pt x="13750" y="13129"/>
                  </a:lnTo>
                  <a:cubicBezTo>
                    <a:pt x="13758" y="13118"/>
                    <a:pt x="13768" y="13109"/>
                    <a:pt x="13776" y="13099"/>
                  </a:cubicBezTo>
                  <a:cubicBezTo>
                    <a:pt x="13864" y="13001"/>
                    <a:pt x="13948" y="12900"/>
                    <a:pt x="14030" y="12798"/>
                  </a:cubicBezTo>
                  <a:cubicBezTo>
                    <a:pt x="14042" y="12783"/>
                    <a:pt x="14053" y="12768"/>
                    <a:pt x="14066" y="12753"/>
                  </a:cubicBezTo>
                  <a:cubicBezTo>
                    <a:pt x="14088" y="12725"/>
                    <a:pt x="14110" y="12695"/>
                    <a:pt x="14134" y="12665"/>
                  </a:cubicBezTo>
                  <a:cubicBezTo>
                    <a:pt x="14145" y="12650"/>
                    <a:pt x="14159" y="12633"/>
                    <a:pt x="14170" y="12618"/>
                  </a:cubicBezTo>
                  <a:cubicBezTo>
                    <a:pt x="14192" y="12588"/>
                    <a:pt x="14215" y="12559"/>
                    <a:pt x="14237" y="12529"/>
                  </a:cubicBezTo>
                  <a:cubicBezTo>
                    <a:pt x="14247" y="12516"/>
                    <a:pt x="14255" y="12504"/>
                    <a:pt x="14264" y="12492"/>
                  </a:cubicBezTo>
                  <a:cubicBezTo>
                    <a:pt x="14317" y="12419"/>
                    <a:pt x="14369" y="12345"/>
                    <a:pt x="14419" y="12271"/>
                  </a:cubicBezTo>
                  <a:cubicBezTo>
                    <a:pt x="14443" y="12238"/>
                    <a:pt x="14465" y="12203"/>
                    <a:pt x="14487" y="12168"/>
                  </a:cubicBezTo>
                  <a:cubicBezTo>
                    <a:pt x="14496" y="12156"/>
                    <a:pt x="14505" y="12143"/>
                    <a:pt x="14512" y="12131"/>
                  </a:cubicBezTo>
                  <a:cubicBezTo>
                    <a:pt x="14534" y="12096"/>
                    <a:pt x="14557" y="12063"/>
                    <a:pt x="14578" y="12027"/>
                  </a:cubicBezTo>
                  <a:cubicBezTo>
                    <a:pt x="14585" y="12017"/>
                    <a:pt x="14591" y="12006"/>
                    <a:pt x="14599" y="11995"/>
                  </a:cubicBezTo>
                  <a:cubicBezTo>
                    <a:pt x="15155" y="11091"/>
                    <a:pt x="15521" y="10085"/>
                    <a:pt x="15675" y="9028"/>
                  </a:cubicBezTo>
                  <a:lnTo>
                    <a:pt x="15700" y="8879"/>
                  </a:lnTo>
                  <a:lnTo>
                    <a:pt x="15695" y="8879"/>
                  </a:lnTo>
                  <a:cubicBezTo>
                    <a:pt x="15737" y="8552"/>
                    <a:pt x="15758" y="8217"/>
                    <a:pt x="15758" y="7877"/>
                  </a:cubicBezTo>
                  <a:cubicBezTo>
                    <a:pt x="15758" y="5773"/>
                    <a:pt x="14939" y="3795"/>
                    <a:pt x="13451" y="2307"/>
                  </a:cubicBezTo>
                  <a:cubicBezTo>
                    <a:pt x="12061" y="917"/>
                    <a:pt x="10245" y="113"/>
                    <a:pt x="8297" y="11"/>
                  </a:cubicBezTo>
                  <a:lnTo>
                    <a:pt x="8297" y="9"/>
                  </a:lnTo>
                  <a:lnTo>
                    <a:pt x="8090" y="4"/>
                  </a:lnTo>
                  <a:cubicBezTo>
                    <a:pt x="8081" y="4"/>
                    <a:pt x="8071" y="4"/>
                    <a:pt x="8062" y="2"/>
                  </a:cubicBezTo>
                  <a:cubicBezTo>
                    <a:pt x="7997" y="1"/>
                    <a:pt x="7938" y="0"/>
                    <a:pt x="7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5034736" y="3650479"/>
              <a:ext cx="45042" cy="51382"/>
            </a:xfrm>
            <a:custGeom>
              <a:rect b="b" l="l" r="r" t="t"/>
              <a:pathLst>
                <a:path extrusionOk="0" h="1548" w="1357">
                  <a:moveTo>
                    <a:pt x="962" y="1"/>
                  </a:moveTo>
                  <a:cubicBezTo>
                    <a:pt x="693" y="441"/>
                    <a:pt x="369" y="851"/>
                    <a:pt x="1" y="1221"/>
                  </a:cubicBezTo>
                  <a:lnTo>
                    <a:pt x="328" y="1548"/>
                  </a:lnTo>
                  <a:cubicBezTo>
                    <a:pt x="724" y="1152"/>
                    <a:pt x="1070" y="712"/>
                    <a:pt x="1357" y="241"/>
                  </a:cubicBezTo>
                  <a:lnTo>
                    <a:pt x="9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4719275" y="3333159"/>
              <a:ext cx="65057" cy="53274"/>
            </a:xfrm>
            <a:custGeom>
              <a:rect b="b" l="l" r="r" t="t"/>
              <a:pathLst>
                <a:path extrusionOk="0" h="1605" w="1960">
                  <a:moveTo>
                    <a:pt x="1748" y="1"/>
                  </a:moveTo>
                  <a:cubicBezTo>
                    <a:pt x="1106" y="331"/>
                    <a:pt x="518" y="761"/>
                    <a:pt x="1" y="1278"/>
                  </a:cubicBezTo>
                  <a:lnTo>
                    <a:pt x="328" y="1605"/>
                  </a:lnTo>
                  <a:cubicBezTo>
                    <a:pt x="812" y="1122"/>
                    <a:pt x="1360" y="721"/>
                    <a:pt x="1960" y="413"/>
                  </a:cubicBezTo>
                  <a:lnTo>
                    <a:pt x="17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4791701" y="3320679"/>
              <a:ext cx="19949" cy="19949"/>
            </a:xfrm>
            <a:custGeom>
              <a:rect b="b" l="l" r="r" t="t"/>
              <a:pathLst>
                <a:path extrusionOk="0" h="601" w="601">
                  <a:moveTo>
                    <a:pt x="449" y="0"/>
                  </a:moveTo>
                  <a:cubicBezTo>
                    <a:pt x="299" y="52"/>
                    <a:pt x="147" y="110"/>
                    <a:pt x="1" y="174"/>
                  </a:cubicBezTo>
                  <a:lnTo>
                    <a:pt x="183" y="600"/>
                  </a:lnTo>
                  <a:cubicBezTo>
                    <a:pt x="320" y="542"/>
                    <a:pt x="460" y="487"/>
                    <a:pt x="601" y="439"/>
                  </a:cubicBezTo>
                  <a:lnTo>
                    <a:pt x="4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4651661" y="3519867"/>
              <a:ext cx="31998" cy="108008"/>
            </a:xfrm>
            <a:custGeom>
              <a:rect b="b" l="l" r="r" t="t"/>
              <a:pathLst>
                <a:path extrusionOk="0" h="3254" w="964">
                  <a:moveTo>
                    <a:pt x="24" y="1"/>
                  </a:moveTo>
                  <a:cubicBezTo>
                    <a:pt x="9" y="188"/>
                    <a:pt x="1" y="379"/>
                    <a:pt x="1" y="567"/>
                  </a:cubicBezTo>
                  <a:cubicBezTo>
                    <a:pt x="1" y="1500"/>
                    <a:pt x="180" y="2403"/>
                    <a:pt x="536" y="3253"/>
                  </a:cubicBezTo>
                  <a:lnTo>
                    <a:pt x="963" y="3074"/>
                  </a:lnTo>
                  <a:cubicBezTo>
                    <a:pt x="632" y="2282"/>
                    <a:pt x="465" y="1439"/>
                    <a:pt x="465" y="567"/>
                  </a:cubicBezTo>
                  <a:cubicBezTo>
                    <a:pt x="465" y="390"/>
                    <a:pt x="472" y="213"/>
                    <a:pt x="486" y="38"/>
                  </a:cubicBez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4654284" y="3488832"/>
              <a:ext cx="17824" cy="17559"/>
            </a:xfrm>
            <a:custGeom>
              <a:rect b="b" l="l" r="r" t="t"/>
              <a:pathLst>
                <a:path extrusionOk="0" h="529" w="537">
                  <a:moveTo>
                    <a:pt x="85" y="1"/>
                  </a:moveTo>
                  <a:cubicBezTo>
                    <a:pt x="51" y="152"/>
                    <a:pt x="23" y="306"/>
                    <a:pt x="0" y="460"/>
                  </a:cubicBezTo>
                  <a:lnTo>
                    <a:pt x="459" y="528"/>
                  </a:lnTo>
                  <a:cubicBezTo>
                    <a:pt x="480" y="385"/>
                    <a:pt x="506" y="241"/>
                    <a:pt x="537" y="100"/>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4814603" y="3744646"/>
              <a:ext cx="18787" cy="18853"/>
            </a:xfrm>
            <a:custGeom>
              <a:rect b="b" l="l" r="r" t="t"/>
              <a:pathLst>
                <a:path extrusionOk="0" h="568" w="566">
                  <a:moveTo>
                    <a:pt x="137" y="0"/>
                  </a:moveTo>
                  <a:lnTo>
                    <a:pt x="1" y="444"/>
                  </a:lnTo>
                  <a:cubicBezTo>
                    <a:pt x="153" y="490"/>
                    <a:pt x="307" y="532"/>
                    <a:pt x="460" y="567"/>
                  </a:cubicBezTo>
                  <a:lnTo>
                    <a:pt x="565" y="116"/>
                  </a:lnTo>
                  <a:cubicBezTo>
                    <a:pt x="422" y="82"/>
                    <a:pt x="278" y="44"/>
                    <a:pt x="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4845472" y="3751285"/>
              <a:ext cx="36976" cy="18156"/>
            </a:xfrm>
            <a:custGeom>
              <a:rect b="b" l="l" r="r" t="t"/>
              <a:pathLst>
                <a:path extrusionOk="0" h="547" w="1114">
                  <a:moveTo>
                    <a:pt x="75" y="1"/>
                  </a:moveTo>
                  <a:lnTo>
                    <a:pt x="0" y="459"/>
                  </a:lnTo>
                  <a:cubicBezTo>
                    <a:pt x="367" y="517"/>
                    <a:pt x="741" y="547"/>
                    <a:pt x="1113" y="547"/>
                  </a:cubicBezTo>
                  <a:lnTo>
                    <a:pt x="1113" y="84"/>
                  </a:lnTo>
                  <a:cubicBezTo>
                    <a:pt x="765" y="84"/>
                    <a:pt x="415" y="57"/>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5072874" y="3430712"/>
              <a:ext cx="20613" cy="20613"/>
            </a:xfrm>
            <a:custGeom>
              <a:rect b="b" l="l" r="r" t="t"/>
              <a:pathLst>
                <a:path extrusionOk="0" h="621" w="621">
                  <a:moveTo>
                    <a:pt x="411" y="1"/>
                  </a:moveTo>
                  <a:lnTo>
                    <a:pt x="1" y="218"/>
                  </a:lnTo>
                  <a:cubicBezTo>
                    <a:pt x="71" y="349"/>
                    <a:pt x="136" y="485"/>
                    <a:pt x="196" y="620"/>
                  </a:cubicBezTo>
                  <a:lnTo>
                    <a:pt x="620" y="432"/>
                  </a:lnTo>
                  <a:cubicBezTo>
                    <a:pt x="556" y="287"/>
                    <a:pt x="485" y="143"/>
                    <a:pt x="4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5034736" y="3375546"/>
              <a:ext cx="43847" cy="49556"/>
            </a:xfrm>
            <a:custGeom>
              <a:rect b="b" l="l" r="r" t="t"/>
              <a:pathLst>
                <a:path extrusionOk="0" h="1493" w="1321">
                  <a:moveTo>
                    <a:pt x="328" y="1"/>
                  </a:moveTo>
                  <a:lnTo>
                    <a:pt x="1" y="328"/>
                  </a:lnTo>
                  <a:cubicBezTo>
                    <a:pt x="356" y="682"/>
                    <a:pt x="667" y="1073"/>
                    <a:pt x="927" y="1492"/>
                  </a:cubicBezTo>
                  <a:lnTo>
                    <a:pt x="1320" y="1247"/>
                  </a:lnTo>
                  <a:cubicBezTo>
                    <a:pt x="1040" y="798"/>
                    <a:pt x="705" y="379"/>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5084923" y="3459822"/>
              <a:ext cx="19484" cy="19418"/>
            </a:xfrm>
            <a:custGeom>
              <a:rect b="b" l="l" r="r" t="t"/>
              <a:pathLst>
                <a:path extrusionOk="0" h="585" w="587">
                  <a:moveTo>
                    <a:pt x="437" y="1"/>
                  </a:moveTo>
                  <a:lnTo>
                    <a:pt x="1" y="158"/>
                  </a:lnTo>
                  <a:cubicBezTo>
                    <a:pt x="51" y="298"/>
                    <a:pt x="98" y="441"/>
                    <a:pt x="139" y="584"/>
                  </a:cubicBezTo>
                  <a:lnTo>
                    <a:pt x="586" y="456"/>
                  </a:lnTo>
                  <a:cubicBezTo>
                    <a:pt x="541" y="303"/>
                    <a:pt x="491" y="150"/>
                    <a:pt x="4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5093055" y="3490392"/>
              <a:ext cx="20148" cy="48328"/>
            </a:xfrm>
            <a:custGeom>
              <a:rect b="b" l="l" r="r" t="t"/>
              <a:pathLst>
                <a:path extrusionOk="0" h="1456" w="607">
                  <a:moveTo>
                    <a:pt x="454" y="0"/>
                  </a:moveTo>
                  <a:lnTo>
                    <a:pt x="1" y="95"/>
                  </a:lnTo>
                  <a:cubicBezTo>
                    <a:pt x="95" y="539"/>
                    <a:pt x="143" y="996"/>
                    <a:pt x="143" y="1455"/>
                  </a:cubicBezTo>
                  <a:lnTo>
                    <a:pt x="606" y="1455"/>
                  </a:lnTo>
                  <a:cubicBezTo>
                    <a:pt x="607" y="964"/>
                    <a:pt x="555" y="476"/>
                    <a:pt x="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4746592" y="3432571"/>
              <a:ext cx="41026" cy="15368"/>
            </a:xfrm>
            <a:custGeom>
              <a:rect b="b" l="l" r="r" t="t"/>
              <a:pathLst>
                <a:path extrusionOk="0" h="463" w="1236">
                  <a:moveTo>
                    <a:pt x="0" y="1"/>
                  </a:moveTo>
                  <a:lnTo>
                    <a:pt x="0" y="463"/>
                  </a:lnTo>
                  <a:lnTo>
                    <a:pt x="1236" y="463"/>
                  </a:lnTo>
                  <a:lnTo>
                    <a:pt x="12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4915243" y="3509478"/>
              <a:ext cx="41059" cy="15401"/>
            </a:xfrm>
            <a:custGeom>
              <a:rect b="b" l="l" r="r" t="t"/>
              <a:pathLst>
                <a:path extrusionOk="0" h="464" w="1237">
                  <a:moveTo>
                    <a:pt x="1" y="0"/>
                  </a:moveTo>
                  <a:lnTo>
                    <a:pt x="1" y="464"/>
                  </a:lnTo>
                  <a:lnTo>
                    <a:pt x="1237" y="464"/>
                  </a:lnTo>
                  <a:lnTo>
                    <a:pt x="12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44"/>
          <p:cNvGrpSpPr/>
          <p:nvPr/>
        </p:nvGrpSpPr>
        <p:grpSpPr>
          <a:xfrm>
            <a:off x="2897675" y="1793637"/>
            <a:ext cx="523047" cy="520226"/>
            <a:chOff x="2728687" y="3278624"/>
            <a:chExt cx="523047" cy="520226"/>
          </a:xfrm>
        </p:grpSpPr>
        <p:sp>
          <p:nvSpPr>
            <p:cNvPr id="1811" name="Google Shape;1811;p44"/>
            <p:cNvSpPr/>
            <p:nvPr/>
          </p:nvSpPr>
          <p:spPr>
            <a:xfrm>
              <a:off x="2728687" y="3278624"/>
              <a:ext cx="523047" cy="520226"/>
            </a:xfrm>
            <a:custGeom>
              <a:rect b="b" l="l" r="r" t="t"/>
              <a:pathLst>
                <a:path extrusionOk="0" h="15673" w="15758">
                  <a:moveTo>
                    <a:pt x="8732" y="465"/>
                  </a:moveTo>
                  <a:lnTo>
                    <a:pt x="8732" y="1861"/>
                  </a:lnTo>
                  <a:lnTo>
                    <a:pt x="7026" y="1861"/>
                  </a:lnTo>
                  <a:lnTo>
                    <a:pt x="7026" y="465"/>
                  </a:lnTo>
                  <a:close/>
                  <a:moveTo>
                    <a:pt x="14578" y="3412"/>
                  </a:moveTo>
                  <a:lnTo>
                    <a:pt x="15209" y="4420"/>
                  </a:lnTo>
                  <a:lnTo>
                    <a:pt x="14578" y="5429"/>
                  </a:lnTo>
                  <a:lnTo>
                    <a:pt x="8733" y="5429"/>
                  </a:lnTo>
                  <a:lnTo>
                    <a:pt x="8733" y="3412"/>
                  </a:lnTo>
                  <a:close/>
                  <a:moveTo>
                    <a:pt x="7026" y="3413"/>
                  </a:moveTo>
                  <a:lnTo>
                    <a:pt x="7026" y="5430"/>
                  </a:lnTo>
                  <a:lnTo>
                    <a:pt x="1180" y="5430"/>
                  </a:lnTo>
                  <a:lnTo>
                    <a:pt x="549" y="4422"/>
                  </a:lnTo>
                  <a:lnTo>
                    <a:pt x="1180" y="3413"/>
                  </a:lnTo>
                  <a:close/>
                  <a:moveTo>
                    <a:pt x="8268" y="2327"/>
                  </a:moveTo>
                  <a:lnTo>
                    <a:pt x="8268" y="13966"/>
                  </a:lnTo>
                  <a:lnTo>
                    <a:pt x="7492" y="13966"/>
                  </a:lnTo>
                  <a:lnTo>
                    <a:pt x="7492" y="2327"/>
                  </a:lnTo>
                  <a:close/>
                  <a:moveTo>
                    <a:pt x="10440" y="14431"/>
                  </a:moveTo>
                  <a:lnTo>
                    <a:pt x="10440" y="15207"/>
                  </a:lnTo>
                  <a:lnTo>
                    <a:pt x="5319" y="15207"/>
                  </a:lnTo>
                  <a:lnTo>
                    <a:pt x="5319" y="14431"/>
                  </a:lnTo>
                  <a:close/>
                  <a:moveTo>
                    <a:pt x="6559" y="0"/>
                  </a:moveTo>
                  <a:lnTo>
                    <a:pt x="6559" y="2328"/>
                  </a:lnTo>
                  <a:lnTo>
                    <a:pt x="7025" y="2328"/>
                  </a:lnTo>
                  <a:lnTo>
                    <a:pt x="7025" y="2949"/>
                  </a:lnTo>
                  <a:lnTo>
                    <a:pt x="922" y="2949"/>
                  </a:lnTo>
                  <a:lnTo>
                    <a:pt x="1" y="4423"/>
                  </a:lnTo>
                  <a:lnTo>
                    <a:pt x="922" y="5896"/>
                  </a:lnTo>
                  <a:lnTo>
                    <a:pt x="7025" y="5896"/>
                  </a:lnTo>
                  <a:lnTo>
                    <a:pt x="7025" y="13966"/>
                  </a:lnTo>
                  <a:lnTo>
                    <a:pt x="4852" y="13966"/>
                  </a:lnTo>
                  <a:lnTo>
                    <a:pt x="4852" y="15672"/>
                  </a:lnTo>
                  <a:lnTo>
                    <a:pt x="10905" y="15672"/>
                  </a:lnTo>
                  <a:lnTo>
                    <a:pt x="10905" y="13966"/>
                  </a:lnTo>
                  <a:lnTo>
                    <a:pt x="8731" y="13966"/>
                  </a:lnTo>
                  <a:lnTo>
                    <a:pt x="8731" y="5896"/>
                  </a:lnTo>
                  <a:lnTo>
                    <a:pt x="14836" y="5896"/>
                  </a:lnTo>
                  <a:lnTo>
                    <a:pt x="15757" y="4423"/>
                  </a:lnTo>
                  <a:lnTo>
                    <a:pt x="14836" y="2949"/>
                  </a:lnTo>
                  <a:lnTo>
                    <a:pt x="8733" y="2949"/>
                  </a:lnTo>
                  <a:lnTo>
                    <a:pt x="8733" y="2328"/>
                  </a:lnTo>
                  <a:lnTo>
                    <a:pt x="9199" y="2328"/>
                  </a:lnTo>
                  <a:lnTo>
                    <a:pt x="91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2887215" y="3418663"/>
              <a:ext cx="15468" cy="15501"/>
            </a:xfrm>
            <a:custGeom>
              <a:rect b="b" l="l" r="r" t="t"/>
              <a:pathLst>
                <a:path extrusionOk="0" h="467" w="466">
                  <a:moveTo>
                    <a:pt x="1" y="1"/>
                  </a:moveTo>
                  <a:lnTo>
                    <a:pt x="1" y="466"/>
                  </a:lnTo>
                  <a:lnTo>
                    <a:pt x="466" y="466"/>
                  </a:lnTo>
                  <a:lnTo>
                    <a:pt x="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2825344" y="3418663"/>
              <a:ext cx="15501" cy="15501"/>
            </a:xfrm>
            <a:custGeom>
              <a:rect b="b" l="l" r="r" t="t"/>
              <a:pathLst>
                <a:path extrusionOk="0" h="467" w="467">
                  <a:moveTo>
                    <a:pt x="1" y="1"/>
                  </a:moveTo>
                  <a:lnTo>
                    <a:pt x="1" y="466"/>
                  </a:lnTo>
                  <a:lnTo>
                    <a:pt x="466" y="466"/>
                  </a:lnTo>
                  <a:lnTo>
                    <a:pt x="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2856246" y="3418663"/>
              <a:ext cx="15501" cy="15501"/>
            </a:xfrm>
            <a:custGeom>
              <a:rect b="b" l="l" r="r" t="t"/>
              <a:pathLst>
                <a:path extrusionOk="0" h="467" w="467">
                  <a:moveTo>
                    <a:pt x="1" y="1"/>
                  </a:moveTo>
                  <a:lnTo>
                    <a:pt x="1" y="466"/>
                  </a:lnTo>
                  <a:lnTo>
                    <a:pt x="466" y="466"/>
                  </a:lnTo>
                  <a:lnTo>
                    <a:pt x="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3139577" y="3418663"/>
              <a:ext cx="15501" cy="15501"/>
            </a:xfrm>
            <a:custGeom>
              <a:rect b="b" l="l" r="r" t="t"/>
              <a:pathLst>
                <a:path extrusionOk="0" h="467" w="467">
                  <a:moveTo>
                    <a:pt x="1" y="1"/>
                  </a:moveTo>
                  <a:lnTo>
                    <a:pt x="1" y="466"/>
                  </a:lnTo>
                  <a:lnTo>
                    <a:pt x="466" y="466"/>
                  </a:lnTo>
                  <a:lnTo>
                    <a:pt x="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a:off x="3108642" y="3418663"/>
              <a:ext cx="15501" cy="15501"/>
            </a:xfrm>
            <a:custGeom>
              <a:rect b="b" l="l" r="r" t="t"/>
              <a:pathLst>
                <a:path extrusionOk="0" h="467" w="467">
                  <a:moveTo>
                    <a:pt x="1" y="1"/>
                  </a:moveTo>
                  <a:lnTo>
                    <a:pt x="1" y="466"/>
                  </a:lnTo>
                  <a:lnTo>
                    <a:pt x="466" y="466"/>
                  </a:lnTo>
                  <a:lnTo>
                    <a:pt x="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3077773" y="3418663"/>
              <a:ext cx="15468" cy="15501"/>
            </a:xfrm>
            <a:custGeom>
              <a:rect b="b" l="l" r="r" t="t"/>
              <a:pathLst>
                <a:path extrusionOk="0" h="467" w="466">
                  <a:moveTo>
                    <a:pt x="0" y="1"/>
                  </a:moveTo>
                  <a:lnTo>
                    <a:pt x="0" y="466"/>
                  </a:lnTo>
                  <a:lnTo>
                    <a:pt x="466" y="466"/>
                  </a:lnTo>
                  <a:lnTo>
                    <a:pt x="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2982444" y="3306904"/>
              <a:ext cx="15468" cy="20646"/>
            </a:xfrm>
            <a:custGeom>
              <a:rect b="b" l="l" r="r" t="t"/>
              <a:pathLst>
                <a:path extrusionOk="0" h="622" w="466">
                  <a:moveTo>
                    <a:pt x="0" y="1"/>
                  </a:moveTo>
                  <a:lnTo>
                    <a:pt x="0" y="621"/>
                  </a:lnTo>
                  <a:lnTo>
                    <a:pt x="466" y="621"/>
                  </a:lnTo>
                  <a:lnTo>
                    <a:pt x="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3033992" y="3407344"/>
              <a:ext cx="15468" cy="36080"/>
            </a:xfrm>
            <a:custGeom>
              <a:rect b="b" l="l" r="r" t="t"/>
              <a:pathLst>
                <a:path extrusionOk="0" h="1087" w="466">
                  <a:moveTo>
                    <a:pt x="1" y="1"/>
                  </a:moveTo>
                  <a:lnTo>
                    <a:pt x="1" y="1086"/>
                  </a:lnTo>
                  <a:lnTo>
                    <a:pt x="466" y="1086"/>
                  </a:lnTo>
                  <a:lnTo>
                    <a:pt x="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3170479" y="3407344"/>
              <a:ext cx="47167" cy="30006"/>
            </a:xfrm>
            <a:custGeom>
              <a:rect b="b" l="l" r="r" t="t"/>
              <a:pathLst>
                <a:path extrusionOk="0" h="904" w="1421">
                  <a:moveTo>
                    <a:pt x="0" y="1"/>
                  </a:moveTo>
                  <a:lnTo>
                    <a:pt x="0" y="466"/>
                  </a:lnTo>
                  <a:lnTo>
                    <a:pt x="751" y="466"/>
                  </a:lnTo>
                  <a:lnTo>
                    <a:pt x="1025" y="903"/>
                  </a:lnTo>
                  <a:lnTo>
                    <a:pt x="1420" y="656"/>
                  </a:lnTo>
                  <a:lnTo>
                    <a:pt x="10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2773862" y="3407344"/>
              <a:ext cx="32993" cy="15468"/>
            </a:xfrm>
            <a:custGeom>
              <a:rect b="b" l="l" r="r" t="t"/>
              <a:pathLst>
                <a:path extrusionOk="0" h="466" w="994">
                  <a:moveTo>
                    <a:pt x="1" y="1"/>
                  </a:moveTo>
                  <a:lnTo>
                    <a:pt x="1" y="466"/>
                  </a:lnTo>
                  <a:lnTo>
                    <a:pt x="994" y="466"/>
                  </a:lnTo>
                  <a:lnTo>
                    <a:pt x="9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2916059" y="3427957"/>
              <a:ext cx="32993" cy="15468"/>
            </a:xfrm>
            <a:custGeom>
              <a:rect b="b" l="l" r="r" t="t"/>
              <a:pathLst>
                <a:path extrusionOk="0" h="466" w="994">
                  <a:moveTo>
                    <a:pt x="0" y="0"/>
                  </a:moveTo>
                  <a:lnTo>
                    <a:pt x="0" y="465"/>
                  </a:lnTo>
                  <a:lnTo>
                    <a:pt x="993" y="465"/>
                  </a:lnTo>
                  <a:lnTo>
                    <a:pt x="9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44"/>
          <p:cNvSpPr/>
          <p:nvPr/>
        </p:nvSpPr>
        <p:spPr>
          <a:xfrm>
            <a:off x="6737529" y="3687726"/>
            <a:ext cx="1910475" cy="1455767"/>
          </a:xfrm>
          <a:custGeom>
            <a:rect b="b" l="l" r="r" t="t"/>
            <a:pathLst>
              <a:path extrusionOk="0" h="14900" w="19554">
                <a:moveTo>
                  <a:pt x="14146" y="74"/>
                </a:moveTo>
                <a:cubicBezTo>
                  <a:pt x="14497" y="336"/>
                  <a:pt x="14420" y="1399"/>
                  <a:pt x="14786" y="1646"/>
                </a:cubicBezTo>
                <a:cubicBezTo>
                  <a:pt x="15153" y="1892"/>
                  <a:pt x="15490" y="2478"/>
                  <a:pt x="15612" y="3125"/>
                </a:cubicBezTo>
                <a:cubicBezTo>
                  <a:pt x="15734" y="3772"/>
                  <a:pt x="16437" y="4388"/>
                  <a:pt x="16956" y="4943"/>
                </a:cubicBezTo>
                <a:cubicBezTo>
                  <a:pt x="17476" y="5498"/>
                  <a:pt x="18361" y="6700"/>
                  <a:pt x="18668" y="7225"/>
                </a:cubicBezTo>
                <a:cubicBezTo>
                  <a:pt x="18973" y="7748"/>
                  <a:pt x="19553" y="9289"/>
                  <a:pt x="18973" y="10522"/>
                </a:cubicBezTo>
                <a:cubicBezTo>
                  <a:pt x="18392" y="11755"/>
                  <a:pt x="17751" y="13081"/>
                  <a:pt x="17629" y="13667"/>
                </a:cubicBezTo>
                <a:cubicBezTo>
                  <a:pt x="17507" y="14252"/>
                  <a:pt x="17477" y="14437"/>
                  <a:pt x="16803" y="14561"/>
                </a:cubicBezTo>
                <a:cubicBezTo>
                  <a:pt x="16132" y="14684"/>
                  <a:pt x="15460" y="14900"/>
                  <a:pt x="14696" y="14900"/>
                </a:cubicBezTo>
                <a:cubicBezTo>
                  <a:pt x="13932" y="14900"/>
                  <a:pt x="12771" y="14345"/>
                  <a:pt x="12220" y="13297"/>
                </a:cubicBezTo>
                <a:cubicBezTo>
                  <a:pt x="11670" y="12248"/>
                  <a:pt x="11731" y="11879"/>
                  <a:pt x="11426" y="12126"/>
                </a:cubicBezTo>
                <a:cubicBezTo>
                  <a:pt x="11120" y="12372"/>
                  <a:pt x="10814" y="13297"/>
                  <a:pt x="10357" y="12279"/>
                </a:cubicBezTo>
                <a:cubicBezTo>
                  <a:pt x="9899" y="11261"/>
                  <a:pt x="8615" y="10245"/>
                  <a:pt x="6873" y="11170"/>
                </a:cubicBezTo>
                <a:cubicBezTo>
                  <a:pt x="5132" y="12095"/>
                  <a:pt x="5498" y="12064"/>
                  <a:pt x="4735" y="12157"/>
                </a:cubicBezTo>
                <a:cubicBezTo>
                  <a:pt x="3971" y="12249"/>
                  <a:pt x="3360" y="12157"/>
                  <a:pt x="2688" y="12620"/>
                </a:cubicBezTo>
                <a:cubicBezTo>
                  <a:pt x="2016" y="13081"/>
                  <a:pt x="1007" y="12558"/>
                  <a:pt x="1161" y="12127"/>
                </a:cubicBezTo>
                <a:cubicBezTo>
                  <a:pt x="1314" y="11694"/>
                  <a:pt x="1345" y="10185"/>
                  <a:pt x="672" y="8767"/>
                </a:cubicBezTo>
                <a:cubicBezTo>
                  <a:pt x="0" y="7350"/>
                  <a:pt x="215" y="7565"/>
                  <a:pt x="306" y="6979"/>
                </a:cubicBezTo>
                <a:cubicBezTo>
                  <a:pt x="397" y="6394"/>
                  <a:pt x="215" y="5962"/>
                  <a:pt x="795" y="5653"/>
                </a:cubicBezTo>
                <a:cubicBezTo>
                  <a:pt x="1376" y="5346"/>
                  <a:pt x="2536" y="4914"/>
                  <a:pt x="3239" y="4698"/>
                </a:cubicBezTo>
                <a:cubicBezTo>
                  <a:pt x="3942" y="4482"/>
                  <a:pt x="4491" y="4020"/>
                  <a:pt x="4462" y="3589"/>
                </a:cubicBezTo>
                <a:cubicBezTo>
                  <a:pt x="4431" y="3156"/>
                  <a:pt x="4431" y="2973"/>
                  <a:pt x="4798" y="2880"/>
                </a:cubicBezTo>
                <a:cubicBezTo>
                  <a:pt x="5164" y="2787"/>
                  <a:pt x="5898" y="2139"/>
                  <a:pt x="6295" y="1831"/>
                </a:cubicBezTo>
                <a:cubicBezTo>
                  <a:pt x="6692" y="1523"/>
                  <a:pt x="7120" y="1678"/>
                  <a:pt x="7304" y="1862"/>
                </a:cubicBezTo>
                <a:cubicBezTo>
                  <a:pt x="7487" y="2046"/>
                  <a:pt x="7732" y="2386"/>
                  <a:pt x="7884" y="2046"/>
                </a:cubicBezTo>
                <a:cubicBezTo>
                  <a:pt x="8037" y="1707"/>
                  <a:pt x="8281" y="968"/>
                  <a:pt x="8801" y="813"/>
                </a:cubicBezTo>
                <a:cubicBezTo>
                  <a:pt x="9321" y="660"/>
                  <a:pt x="11428" y="567"/>
                  <a:pt x="11337" y="906"/>
                </a:cubicBezTo>
                <a:cubicBezTo>
                  <a:pt x="11245" y="1246"/>
                  <a:pt x="10664" y="1800"/>
                  <a:pt x="10787" y="2015"/>
                </a:cubicBezTo>
                <a:cubicBezTo>
                  <a:pt x="10910" y="2231"/>
                  <a:pt x="12437" y="3433"/>
                  <a:pt x="12651" y="3464"/>
                </a:cubicBezTo>
                <a:cubicBezTo>
                  <a:pt x="12865" y="3495"/>
                  <a:pt x="13537" y="3649"/>
                  <a:pt x="13506" y="2723"/>
                </a:cubicBezTo>
                <a:cubicBezTo>
                  <a:pt x="13475" y="1799"/>
                  <a:pt x="13629" y="535"/>
                  <a:pt x="13721" y="319"/>
                </a:cubicBezTo>
                <a:cubicBezTo>
                  <a:pt x="13809" y="105"/>
                  <a:pt x="14047" y="0"/>
                  <a:pt x="14146" y="7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4" name="Google Shape;1824;p44"/>
          <p:cNvGrpSpPr/>
          <p:nvPr/>
        </p:nvGrpSpPr>
        <p:grpSpPr>
          <a:xfrm>
            <a:off x="-296118" y="3803388"/>
            <a:ext cx="2032219" cy="1387904"/>
            <a:chOff x="-512179" y="-394944"/>
            <a:chExt cx="2169783" cy="1481853"/>
          </a:xfrm>
        </p:grpSpPr>
        <p:grpSp>
          <p:nvGrpSpPr>
            <p:cNvPr id="1825" name="Google Shape;1825;p44"/>
            <p:cNvGrpSpPr/>
            <p:nvPr/>
          </p:nvGrpSpPr>
          <p:grpSpPr>
            <a:xfrm>
              <a:off x="-512179" y="-394944"/>
              <a:ext cx="1878017" cy="1225153"/>
              <a:chOff x="1705450" y="1644825"/>
              <a:chExt cx="1313850" cy="857050"/>
            </a:xfrm>
          </p:grpSpPr>
          <p:sp>
            <p:nvSpPr>
              <p:cNvPr id="1826" name="Google Shape;1826;p44"/>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4"/>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4"/>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 name="Google Shape;1876;p44"/>
            <p:cNvGrpSpPr/>
            <p:nvPr/>
          </p:nvGrpSpPr>
          <p:grpSpPr>
            <a:xfrm>
              <a:off x="380139" y="539997"/>
              <a:ext cx="1277466" cy="546912"/>
              <a:chOff x="2011750" y="3107325"/>
              <a:chExt cx="1510900" cy="646850"/>
            </a:xfrm>
          </p:grpSpPr>
          <p:sp>
            <p:nvSpPr>
              <p:cNvPr id="1877" name="Google Shape;1877;p44"/>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6" name="Shape 1886"/>
        <p:cNvGrpSpPr/>
        <p:nvPr/>
      </p:nvGrpSpPr>
      <p:grpSpPr>
        <a:xfrm>
          <a:off x="0" y="0"/>
          <a:ext cx="0" cy="0"/>
          <a:chOff x="0" y="0"/>
          <a:chExt cx="0" cy="0"/>
        </a:xfrm>
      </p:grpSpPr>
      <p:sp>
        <p:nvSpPr>
          <p:cNvPr id="1887" name="Google Shape;1887;p45"/>
          <p:cNvSpPr txBox="1"/>
          <p:nvPr>
            <p:ph type="title"/>
          </p:nvPr>
        </p:nvSpPr>
        <p:spPr>
          <a:xfrm>
            <a:off x="1406700" y="1182600"/>
            <a:ext cx="6330600" cy="277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Geniale</a:t>
            </a:r>
            <a:endParaRPr/>
          </a:p>
          <a:p>
            <a:pPr indent="0" lvl="0" marL="0" rtl="0" algn="ctr">
              <a:spcBef>
                <a:spcPts val="0"/>
              </a:spcBef>
              <a:spcAft>
                <a:spcPts val="0"/>
              </a:spcAft>
              <a:buNone/>
            </a:pPr>
            <a:r>
              <a:rPr lang="en"/>
              <a:t>Worte</a:t>
            </a:r>
            <a:endParaRPr/>
          </a:p>
        </p:txBody>
      </p:sp>
      <p:sp>
        <p:nvSpPr>
          <p:cNvPr id="1888" name="Google Shape;1888;p45"/>
          <p:cNvSpPr/>
          <p:nvPr/>
        </p:nvSpPr>
        <p:spPr>
          <a:xfrm>
            <a:off x="7293600" y="-989950"/>
            <a:ext cx="4296820" cy="3460719"/>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5"/>
          <p:cNvSpPr/>
          <p:nvPr/>
        </p:nvSpPr>
        <p:spPr>
          <a:xfrm rot="-262921">
            <a:off x="-2068612" y="3268345"/>
            <a:ext cx="4296716" cy="346063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5"/>
          <p:cNvSpPr/>
          <p:nvPr/>
        </p:nvSpPr>
        <p:spPr>
          <a:xfrm flipH="1">
            <a:off x="-285722" y="-209550"/>
            <a:ext cx="9761397" cy="1979639"/>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1891" name="Google Shape;1891;p45"/>
          <p:cNvSpPr/>
          <p:nvPr/>
        </p:nvSpPr>
        <p:spPr>
          <a:xfrm>
            <a:off x="93325" y="3782550"/>
            <a:ext cx="9382350" cy="1641900"/>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grpSp>
        <p:nvGrpSpPr>
          <p:cNvPr id="1892" name="Google Shape;1892;p45"/>
          <p:cNvGrpSpPr/>
          <p:nvPr/>
        </p:nvGrpSpPr>
        <p:grpSpPr>
          <a:xfrm>
            <a:off x="284829" y="988064"/>
            <a:ext cx="1169098" cy="1169098"/>
            <a:chOff x="7174954" y="1502414"/>
            <a:chExt cx="1169098" cy="1169098"/>
          </a:xfrm>
        </p:grpSpPr>
        <p:grpSp>
          <p:nvGrpSpPr>
            <p:cNvPr id="1893" name="Google Shape;1893;p45"/>
            <p:cNvGrpSpPr/>
            <p:nvPr/>
          </p:nvGrpSpPr>
          <p:grpSpPr>
            <a:xfrm>
              <a:off x="7174954" y="1502414"/>
              <a:ext cx="1169098" cy="1169098"/>
              <a:chOff x="4082250" y="2509500"/>
              <a:chExt cx="1390625" cy="1390625"/>
            </a:xfrm>
          </p:grpSpPr>
          <p:sp>
            <p:nvSpPr>
              <p:cNvPr id="1894" name="Google Shape;1894;p45"/>
              <p:cNvSpPr/>
              <p:nvPr/>
            </p:nvSpPr>
            <p:spPr>
              <a:xfrm>
                <a:off x="4478100" y="2910975"/>
                <a:ext cx="287300" cy="289575"/>
              </a:xfrm>
              <a:custGeom>
                <a:rect b="b" l="l" r="r" t="t"/>
                <a:pathLst>
                  <a:path extrusionOk="0" h="11583" w="11492">
                    <a:moveTo>
                      <a:pt x="723" y="710"/>
                    </a:moveTo>
                    <a:lnTo>
                      <a:pt x="11101" y="7728"/>
                    </a:lnTo>
                    <a:lnTo>
                      <a:pt x="7695" y="11189"/>
                    </a:lnTo>
                    <a:lnTo>
                      <a:pt x="723" y="710"/>
                    </a:lnTo>
                    <a:close/>
                    <a:moveTo>
                      <a:pt x="171" y="1"/>
                    </a:moveTo>
                    <a:cubicBezTo>
                      <a:pt x="131" y="1"/>
                      <a:pt x="91" y="15"/>
                      <a:pt x="61" y="43"/>
                    </a:cubicBezTo>
                    <a:cubicBezTo>
                      <a:pt x="8" y="94"/>
                      <a:pt x="0" y="174"/>
                      <a:pt x="41" y="235"/>
                    </a:cubicBezTo>
                    <a:lnTo>
                      <a:pt x="7545" y="11513"/>
                    </a:lnTo>
                    <a:cubicBezTo>
                      <a:pt x="7569" y="11551"/>
                      <a:pt x="7610" y="11577"/>
                      <a:pt x="7657" y="11580"/>
                    </a:cubicBezTo>
                    <a:cubicBezTo>
                      <a:pt x="7661" y="11582"/>
                      <a:pt x="7667" y="11582"/>
                      <a:pt x="7671" y="11582"/>
                    </a:cubicBezTo>
                    <a:cubicBezTo>
                      <a:pt x="7712" y="11582"/>
                      <a:pt x="7752" y="11567"/>
                      <a:pt x="7778" y="11537"/>
                    </a:cubicBezTo>
                    <a:lnTo>
                      <a:pt x="11445" y="7811"/>
                    </a:lnTo>
                    <a:cubicBezTo>
                      <a:pt x="11476" y="7779"/>
                      <a:pt x="11492" y="7734"/>
                      <a:pt x="11488" y="7688"/>
                    </a:cubicBezTo>
                    <a:cubicBezTo>
                      <a:pt x="11484" y="7643"/>
                      <a:pt x="11459" y="7604"/>
                      <a:pt x="11422" y="7578"/>
                    </a:cubicBezTo>
                    <a:lnTo>
                      <a:pt x="253" y="25"/>
                    </a:lnTo>
                    <a:cubicBezTo>
                      <a:pt x="228" y="8"/>
                      <a:pt x="200" y="1"/>
                      <a:pt x="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5"/>
              <p:cNvSpPr/>
              <p:nvPr/>
            </p:nvSpPr>
            <p:spPr>
              <a:xfrm>
                <a:off x="4480525" y="2912950"/>
                <a:ext cx="239625" cy="238600"/>
              </a:xfrm>
              <a:custGeom>
                <a:rect b="b" l="l" r="r" t="t"/>
                <a:pathLst>
                  <a:path extrusionOk="0" h="9544" w="9585">
                    <a:moveTo>
                      <a:pt x="143" y="0"/>
                    </a:moveTo>
                    <a:lnTo>
                      <a:pt x="0" y="144"/>
                    </a:lnTo>
                    <a:lnTo>
                      <a:pt x="9440" y="9543"/>
                    </a:lnTo>
                    <a:lnTo>
                      <a:pt x="9584" y="9399"/>
                    </a:lnTo>
                    <a:lnTo>
                      <a:pt x="1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5"/>
              <p:cNvSpPr/>
              <p:nvPr/>
            </p:nvSpPr>
            <p:spPr>
              <a:xfrm>
                <a:off x="4647825" y="3091125"/>
                <a:ext cx="7875" cy="78350"/>
              </a:xfrm>
              <a:custGeom>
                <a:rect b="b" l="l" r="r" t="t"/>
                <a:pathLst>
                  <a:path extrusionOk="0" h="3134" w="315">
                    <a:moveTo>
                      <a:pt x="315" y="1"/>
                    </a:moveTo>
                    <a:lnTo>
                      <a:pt x="0" y="3118"/>
                    </a:lnTo>
                    <a:lnTo>
                      <a:pt x="304" y="3133"/>
                    </a:lnTo>
                    <a:lnTo>
                      <a:pt x="3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5"/>
              <p:cNvSpPr/>
              <p:nvPr/>
            </p:nvSpPr>
            <p:spPr>
              <a:xfrm>
                <a:off x="4659950" y="3103075"/>
                <a:ext cx="7900" cy="78300"/>
              </a:xfrm>
              <a:custGeom>
                <a:rect b="b" l="l" r="r" t="t"/>
                <a:pathLst>
                  <a:path extrusionOk="0" h="3132" w="316">
                    <a:moveTo>
                      <a:pt x="316" y="0"/>
                    </a:moveTo>
                    <a:lnTo>
                      <a:pt x="1" y="3116"/>
                    </a:lnTo>
                    <a:lnTo>
                      <a:pt x="305" y="3132"/>
                    </a:lnTo>
                    <a:lnTo>
                      <a:pt x="3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5"/>
              <p:cNvSpPr/>
              <p:nvPr/>
            </p:nvSpPr>
            <p:spPr>
              <a:xfrm>
                <a:off x="4670850" y="3113775"/>
                <a:ext cx="7925" cy="78325"/>
              </a:xfrm>
              <a:custGeom>
                <a:rect b="b" l="l" r="r" t="t"/>
                <a:pathLst>
                  <a:path extrusionOk="0" h="3133" w="317">
                    <a:moveTo>
                      <a:pt x="316" y="1"/>
                    </a:moveTo>
                    <a:lnTo>
                      <a:pt x="0" y="3116"/>
                    </a:lnTo>
                    <a:lnTo>
                      <a:pt x="306" y="3133"/>
                    </a:lnTo>
                    <a:lnTo>
                      <a:pt x="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5"/>
              <p:cNvSpPr/>
              <p:nvPr/>
            </p:nvSpPr>
            <p:spPr>
              <a:xfrm>
                <a:off x="4683825" y="3124875"/>
                <a:ext cx="7625" cy="54000"/>
              </a:xfrm>
              <a:custGeom>
                <a:rect b="b" l="l" r="r" t="t"/>
                <a:pathLst>
                  <a:path extrusionOk="0" h="2160" w="305">
                    <a:moveTo>
                      <a:pt x="248" y="0"/>
                    </a:moveTo>
                    <a:lnTo>
                      <a:pt x="0" y="2146"/>
                    </a:lnTo>
                    <a:lnTo>
                      <a:pt x="305" y="2160"/>
                    </a:lnTo>
                    <a:lnTo>
                      <a:pt x="2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5"/>
              <p:cNvSpPr/>
              <p:nvPr/>
            </p:nvSpPr>
            <p:spPr>
              <a:xfrm>
                <a:off x="4697325" y="3137225"/>
                <a:ext cx="7650" cy="27600"/>
              </a:xfrm>
              <a:custGeom>
                <a:rect b="b" l="l" r="r" t="t"/>
                <a:pathLst>
                  <a:path extrusionOk="0" h="1104" w="306">
                    <a:moveTo>
                      <a:pt x="210" y="0"/>
                    </a:moveTo>
                    <a:lnTo>
                      <a:pt x="1" y="1088"/>
                    </a:lnTo>
                    <a:lnTo>
                      <a:pt x="305" y="1103"/>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5"/>
              <p:cNvSpPr/>
              <p:nvPr/>
            </p:nvSpPr>
            <p:spPr>
              <a:xfrm>
                <a:off x="4591200" y="3033925"/>
                <a:ext cx="7625" cy="48900"/>
              </a:xfrm>
              <a:custGeom>
                <a:rect b="b" l="l" r="r" t="t"/>
                <a:pathLst>
                  <a:path extrusionOk="0" h="1956" w="305">
                    <a:moveTo>
                      <a:pt x="253" y="0"/>
                    </a:moveTo>
                    <a:lnTo>
                      <a:pt x="0" y="1939"/>
                    </a:lnTo>
                    <a:lnTo>
                      <a:pt x="305" y="1955"/>
                    </a:lnTo>
                    <a:lnTo>
                      <a:pt x="2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5"/>
              <p:cNvSpPr/>
              <p:nvPr/>
            </p:nvSpPr>
            <p:spPr>
              <a:xfrm>
                <a:off x="4602925" y="3045875"/>
                <a:ext cx="7650" cy="56150"/>
              </a:xfrm>
              <a:custGeom>
                <a:rect b="b" l="l" r="r" t="t"/>
                <a:pathLst>
                  <a:path extrusionOk="0" h="2246" w="306">
                    <a:moveTo>
                      <a:pt x="270" y="1"/>
                    </a:moveTo>
                    <a:lnTo>
                      <a:pt x="1" y="2230"/>
                    </a:lnTo>
                    <a:lnTo>
                      <a:pt x="305" y="2245"/>
                    </a:lnTo>
                    <a:lnTo>
                      <a:pt x="305" y="2245"/>
                    </a:lnTo>
                    <a:lnTo>
                      <a:pt x="2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5"/>
              <p:cNvSpPr/>
              <p:nvPr/>
            </p:nvSpPr>
            <p:spPr>
              <a:xfrm>
                <a:off x="4613475" y="3056600"/>
                <a:ext cx="7650" cy="63100"/>
              </a:xfrm>
              <a:custGeom>
                <a:rect b="b" l="l" r="r" t="t"/>
                <a:pathLst>
                  <a:path extrusionOk="0" h="2524" w="306">
                    <a:moveTo>
                      <a:pt x="284" y="0"/>
                    </a:moveTo>
                    <a:lnTo>
                      <a:pt x="1" y="2508"/>
                    </a:lnTo>
                    <a:lnTo>
                      <a:pt x="305" y="252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5"/>
              <p:cNvSpPr/>
              <p:nvPr/>
            </p:nvSpPr>
            <p:spPr>
              <a:xfrm>
                <a:off x="4624575" y="3067675"/>
                <a:ext cx="7625" cy="66875"/>
              </a:xfrm>
              <a:custGeom>
                <a:rect b="b" l="l" r="r" t="t"/>
                <a:pathLst>
                  <a:path extrusionOk="0" h="2675" w="305">
                    <a:moveTo>
                      <a:pt x="291" y="1"/>
                    </a:moveTo>
                    <a:lnTo>
                      <a:pt x="0" y="2658"/>
                    </a:lnTo>
                    <a:lnTo>
                      <a:pt x="305" y="2674"/>
                    </a:lnTo>
                    <a:lnTo>
                      <a:pt x="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5"/>
              <p:cNvSpPr/>
              <p:nvPr/>
            </p:nvSpPr>
            <p:spPr>
              <a:xfrm>
                <a:off x="4636825" y="3080050"/>
                <a:ext cx="7625" cy="72700"/>
              </a:xfrm>
              <a:custGeom>
                <a:rect b="b" l="l" r="r" t="t"/>
                <a:pathLst>
                  <a:path extrusionOk="0" h="2908" w="305">
                    <a:moveTo>
                      <a:pt x="304" y="0"/>
                    </a:moveTo>
                    <a:lnTo>
                      <a:pt x="0" y="2891"/>
                    </a:lnTo>
                    <a:lnTo>
                      <a:pt x="305" y="2908"/>
                    </a:lnTo>
                    <a:lnTo>
                      <a:pt x="3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5"/>
              <p:cNvSpPr/>
              <p:nvPr/>
            </p:nvSpPr>
            <p:spPr>
              <a:xfrm>
                <a:off x="4522800" y="2960775"/>
                <a:ext cx="7625" cy="20700"/>
              </a:xfrm>
              <a:custGeom>
                <a:rect b="b" l="l" r="r" t="t"/>
                <a:pathLst>
                  <a:path extrusionOk="0" h="828" w="305">
                    <a:moveTo>
                      <a:pt x="194" y="0"/>
                    </a:moveTo>
                    <a:lnTo>
                      <a:pt x="0" y="811"/>
                    </a:lnTo>
                    <a:lnTo>
                      <a:pt x="304" y="828"/>
                    </a:lnTo>
                    <a:lnTo>
                      <a:pt x="304" y="828"/>
                    </a:lnTo>
                    <a:lnTo>
                      <a:pt x="1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5"/>
              <p:cNvSpPr/>
              <p:nvPr/>
            </p:nvSpPr>
            <p:spPr>
              <a:xfrm>
                <a:off x="4511275" y="2949200"/>
                <a:ext cx="7675" cy="15050"/>
              </a:xfrm>
              <a:custGeom>
                <a:rect b="b" l="l" r="r" t="t"/>
                <a:pathLst>
                  <a:path extrusionOk="0" h="602" w="307">
                    <a:moveTo>
                      <a:pt x="185" y="1"/>
                    </a:moveTo>
                    <a:lnTo>
                      <a:pt x="1" y="585"/>
                    </a:lnTo>
                    <a:lnTo>
                      <a:pt x="306" y="601"/>
                    </a:lnTo>
                    <a:lnTo>
                      <a:pt x="1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5"/>
              <p:cNvSpPr/>
              <p:nvPr/>
            </p:nvSpPr>
            <p:spPr>
              <a:xfrm>
                <a:off x="4502950" y="2937600"/>
                <a:ext cx="7650" cy="15075"/>
              </a:xfrm>
              <a:custGeom>
                <a:rect b="b" l="l" r="r" t="t"/>
                <a:pathLst>
                  <a:path extrusionOk="0" h="603" w="306">
                    <a:moveTo>
                      <a:pt x="183" y="1"/>
                    </a:moveTo>
                    <a:lnTo>
                      <a:pt x="1" y="587"/>
                    </a:lnTo>
                    <a:lnTo>
                      <a:pt x="305" y="602"/>
                    </a:lnTo>
                    <a:lnTo>
                      <a:pt x="1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5"/>
              <p:cNvSpPr/>
              <p:nvPr/>
            </p:nvSpPr>
            <p:spPr>
              <a:xfrm>
                <a:off x="4534600" y="2972725"/>
                <a:ext cx="7625" cy="26550"/>
              </a:xfrm>
              <a:custGeom>
                <a:rect b="b" l="l" r="r" t="t"/>
                <a:pathLst>
                  <a:path extrusionOk="0" h="1062" w="305">
                    <a:moveTo>
                      <a:pt x="207" y="1"/>
                    </a:moveTo>
                    <a:lnTo>
                      <a:pt x="1" y="1045"/>
                    </a:lnTo>
                    <a:lnTo>
                      <a:pt x="305" y="1062"/>
                    </a:lnTo>
                    <a:lnTo>
                      <a:pt x="305" y="1062"/>
                    </a:lnTo>
                    <a:lnTo>
                      <a:pt x="2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5"/>
              <p:cNvSpPr/>
              <p:nvPr/>
            </p:nvSpPr>
            <p:spPr>
              <a:xfrm>
                <a:off x="4545225" y="2983450"/>
                <a:ext cx="7650" cy="31800"/>
              </a:xfrm>
              <a:custGeom>
                <a:rect b="b" l="l" r="r" t="t"/>
                <a:pathLst>
                  <a:path extrusionOk="0" h="1272" w="306">
                    <a:moveTo>
                      <a:pt x="218" y="0"/>
                    </a:moveTo>
                    <a:lnTo>
                      <a:pt x="1" y="1255"/>
                    </a:lnTo>
                    <a:lnTo>
                      <a:pt x="305" y="1271"/>
                    </a:lnTo>
                    <a:lnTo>
                      <a:pt x="305" y="1271"/>
                    </a:lnTo>
                    <a:lnTo>
                      <a:pt x="2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5"/>
              <p:cNvSpPr/>
              <p:nvPr/>
            </p:nvSpPr>
            <p:spPr>
              <a:xfrm>
                <a:off x="4556225" y="2994525"/>
                <a:ext cx="7625" cy="37250"/>
              </a:xfrm>
              <a:custGeom>
                <a:rect b="b" l="l" r="r" t="t"/>
                <a:pathLst>
                  <a:path extrusionOk="0" h="1490" w="305">
                    <a:moveTo>
                      <a:pt x="229" y="1"/>
                    </a:moveTo>
                    <a:lnTo>
                      <a:pt x="0" y="1474"/>
                    </a:lnTo>
                    <a:lnTo>
                      <a:pt x="305" y="1490"/>
                    </a:lnTo>
                    <a:lnTo>
                      <a:pt x="305" y="1490"/>
                    </a:lnTo>
                    <a:lnTo>
                      <a:pt x="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5"/>
              <p:cNvSpPr/>
              <p:nvPr/>
            </p:nvSpPr>
            <p:spPr>
              <a:xfrm>
                <a:off x="4568450" y="3006850"/>
                <a:ext cx="7650" cy="43500"/>
              </a:xfrm>
              <a:custGeom>
                <a:rect b="b" l="l" r="r" t="t"/>
                <a:pathLst>
                  <a:path extrusionOk="0" h="1740" w="306">
                    <a:moveTo>
                      <a:pt x="244" y="1"/>
                    </a:moveTo>
                    <a:lnTo>
                      <a:pt x="0" y="1724"/>
                    </a:lnTo>
                    <a:lnTo>
                      <a:pt x="306" y="1739"/>
                    </a:lnTo>
                    <a:lnTo>
                      <a:pt x="2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5"/>
              <p:cNvSpPr/>
              <p:nvPr/>
            </p:nvSpPr>
            <p:spPr>
              <a:xfrm>
                <a:off x="4579450" y="3017950"/>
                <a:ext cx="7650" cy="48750"/>
              </a:xfrm>
              <a:custGeom>
                <a:rect b="b" l="l" r="r" t="t"/>
                <a:pathLst>
                  <a:path extrusionOk="0" h="1950" w="306">
                    <a:moveTo>
                      <a:pt x="255" y="1"/>
                    </a:moveTo>
                    <a:lnTo>
                      <a:pt x="1" y="1934"/>
                    </a:lnTo>
                    <a:lnTo>
                      <a:pt x="305" y="1950"/>
                    </a:lnTo>
                    <a:lnTo>
                      <a:pt x="2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5"/>
              <p:cNvSpPr/>
              <p:nvPr/>
            </p:nvSpPr>
            <p:spPr>
              <a:xfrm>
                <a:off x="4783650" y="3215275"/>
                <a:ext cx="287275" cy="289750"/>
              </a:xfrm>
              <a:custGeom>
                <a:rect b="b" l="l" r="r" t="t"/>
                <a:pathLst>
                  <a:path extrusionOk="0" h="11590" w="11491">
                    <a:moveTo>
                      <a:pt x="3796" y="398"/>
                    </a:moveTo>
                    <a:lnTo>
                      <a:pt x="10767" y="10877"/>
                    </a:lnTo>
                    <a:lnTo>
                      <a:pt x="392" y="3861"/>
                    </a:lnTo>
                    <a:lnTo>
                      <a:pt x="3796" y="398"/>
                    </a:lnTo>
                    <a:close/>
                    <a:moveTo>
                      <a:pt x="3804" y="0"/>
                    </a:moveTo>
                    <a:cubicBezTo>
                      <a:pt x="3768" y="0"/>
                      <a:pt x="3735" y="26"/>
                      <a:pt x="3711" y="51"/>
                    </a:cubicBezTo>
                    <a:lnTo>
                      <a:pt x="47" y="3777"/>
                    </a:lnTo>
                    <a:cubicBezTo>
                      <a:pt x="16" y="3810"/>
                      <a:pt x="0" y="3854"/>
                      <a:pt x="4" y="3900"/>
                    </a:cubicBezTo>
                    <a:cubicBezTo>
                      <a:pt x="9" y="3945"/>
                      <a:pt x="33" y="3985"/>
                      <a:pt x="70" y="4011"/>
                    </a:cubicBezTo>
                    <a:lnTo>
                      <a:pt x="11238" y="11563"/>
                    </a:lnTo>
                    <a:cubicBezTo>
                      <a:pt x="11262" y="11580"/>
                      <a:pt x="11293" y="11589"/>
                      <a:pt x="11323" y="11589"/>
                    </a:cubicBezTo>
                    <a:cubicBezTo>
                      <a:pt x="11362" y="11589"/>
                      <a:pt x="11400" y="11574"/>
                      <a:pt x="11430" y="11544"/>
                    </a:cubicBezTo>
                    <a:cubicBezTo>
                      <a:pt x="11483" y="11493"/>
                      <a:pt x="11491" y="11412"/>
                      <a:pt x="11450" y="11352"/>
                    </a:cubicBezTo>
                    <a:lnTo>
                      <a:pt x="3946" y="73"/>
                    </a:lnTo>
                    <a:cubicBezTo>
                      <a:pt x="3921" y="36"/>
                      <a:pt x="3880" y="10"/>
                      <a:pt x="3833" y="6"/>
                    </a:cubicBezTo>
                    <a:cubicBezTo>
                      <a:pt x="3823" y="2"/>
                      <a:pt x="3814" y="0"/>
                      <a:pt x="3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5"/>
              <p:cNvSpPr/>
              <p:nvPr/>
            </p:nvSpPr>
            <p:spPr>
              <a:xfrm>
                <a:off x="4828975" y="3264425"/>
                <a:ext cx="239525" cy="238575"/>
              </a:xfrm>
              <a:custGeom>
                <a:rect b="b" l="l" r="r" t="t"/>
                <a:pathLst>
                  <a:path extrusionOk="0" h="9543" w="9581">
                    <a:moveTo>
                      <a:pt x="142" y="0"/>
                    </a:moveTo>
                    <a:lnTo>
                      <a:pt x="0" y="144"/>
                    </a:lnTo>
                    <a:lnTo>
                      <a:pt x="9438" y="9543"/>
                    </a:lnTo>
                    <a:lnTo>
                      <a:pt x="9581" y="9398"/>
                    </a:lnTo>
                    <a:lnTo>
                      <a:pt x="1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5"/>
              <p:cNvSpPr/>
              <p:nvPr/>
            </p:nvSpPr>
            <p:spPr>
              <a:xfrm>
                <a:off x="4893350" y="3246450"/>
                <a:ext cx="7875" cy="78350"/>
              </a:xfrm>
              <a:custGeom>
                <a:rect b="b" l="l" r="r" t="t"/>
                <a:pathLst>
                  <a:path extrusionOk="0" h="3134" w="315">
                    <a:moveTo>
                      <a:pt x="11" y="1"/>
                    </a:moveTo>
                    <a:lnTo>
                      <a:pt x="0" y="3133"/>
                    </a:lnTo>
                    <a:lnTo>
                      <a:pt x="315" y="17"/>
                    </a:lnTo>
                    <a:lnTo>
                      <a:pt x="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5"/>
              <p:cNvSpPr/>
              <p:nvPr/>
            </p:nvSpPr>
            <p:spPr>
              <a:xfrm>
                <a:off x="4881200" y="3234550"/>
                <a:ext cx="7925" cy="78325"/>
              </a:xfrm>
              <a:custGeom>
                <a:rect b="b" l="l" r="r" t="t"/>
                <a:pathLst>
                  <a:path extrusionOk="0" h="3133" w="317">
                    <a:moveTo>
                      <a:pt x="12" y="0"/>
                    </a:moveTo>
                    <a:lnTo>
                      <a:pt x="0" y="3133"/>
                    </a:lnTo>
                    <a:lnTo>
                      <a:pt x="316" y="17"/>
                    </a:lnTo>
                    <a:lnTo>
                      <a:pt x="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5"/>
              <p:cNvSpPr/>
              <p:nvPr/>
            </p:nvSpPr>
            <p:spPr>
              <a:xfrm>
                <a:off x="4870275" y="3223850"/>
                <a:ext cx="7925" cy="78325"/>
              </a:xfrm>
              <a:custGeom>
                <a:rect b="b" l="l" r="r" t="t"/>
                <a:pathLst>
                  <a:path extrusionOk="0" h="3133" w="317">
                    <a:moveTo>
                      <a:pt x="12" y="0"/>
                    </a:moveTo>
                    <a:lnTo>
                      <a:pt x="1" y="3132"/>
                    </a:lnTo>
                    <a:lnTo>
                      <a:pt x="317" y="16"/>
                    </a:lnTo>
                    <a:lnTo>
                      <a:pt x="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5"/>
              <p:cNvSpPr/>
              <p:nvPr/>
            </p:nvSpPr>
            <p:spPr>
              <a:xfrm>
                <a:off x="4857625" y="3237050"/>
                <a:ext cx="7625" cy="54025"/>
              </a:xfrm>
              <a:custGeom>
                <a:rect b="b" l="l" r="r" t="t"/>
                <a:pathLst>
                  <a:path extrusionOk="0" h="2161" w="305">
                    <a:moveTo>
                      <a:pt x="0" y="0"/>
                    </a:moveTo>
                    <a:lnTo>
                      <a:pt x="56" y="2161"/>
                    </a:lnTo>
                    <a:lnTo>
                      <a:pt x="305" y="1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5"/>
              <p:cNvSpPr/>
              <p:nvPr/>
            </p:nvSpPr>
            <p:spPr>
              <a:xfrm>
                <a:off x="4844075" y="3251100"/>
                <a:ext cx="7650" cy="27625"/>
              </a:xfrm>
              <a:custGeom>
                <a:rect b="b" l="l" r="r" t="t"/>
                <a:pathLst>
                  <a:path extrusionOk="0" h="1105" w="306">
                    <a:moveTo>
                      <a:pt x="1" y="1"/>
                    </a:moveTo>
                    <a:lnTo>
                      <a:pt x="96" y="1105"/>
                    </a:lnTo>
                    <a:lnTo>
                      <a:pt x="305" y="1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5"/>
              <p:cNvSpPr/>
              <p:nvPr/>
            </p:nvSpPr>
            <p:spPr>
              <a:xfrm>
                <a:off x="4950250" y="3333125"/>
                <a:ext cx="7625" cy="48875"/>
              </a:xfrm>
              <a:custGeom>
                <a:rect b="b" l="l" r="r" t="t"/>
                <a:pathLst>
                  <a:path extrusionOk="0" h="1955" w="305">
                    <a:moveTo>
                      <a:pt x="0" y="1"/>
                    </a:moveTo>
                    <a:lnTo>
                      <a:pt x="51" y="1955"/>
                    </a:lnTo>
                    <a:lnTo>
                      <a:pt x="305" y="1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5"/>
              <p:cNvSpPr/>
              <p:nvPr/>
            </p:nvSpPr>
            <p:spPr>
              <a:xfrm>
                <a:off x="4938475" y="3313900"/>
                <a:ext cx="7650" cy="56175"/>
              </a:xfrm>
              <a:custGeom>
                <a:rect b="b" l="l" r="r" t="t"/>
                <a:pathLst>
                  <a:path extrusionOk="0" h="2247" w="306">
                    <a:moveTo>
                      <a:pt x="1" y="1"/>
                    </a:moveTo>
                    <a:lnTo>
                      <a:pt x="36" y="2246"/>
                    </a:lnTo>
                    <a:lnTo>
                      <a:pt x="305" y="1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5"/>
              <p:cNvSpPr/>
              <p:nvPr/>
            </p:nvSpPr>
            <p:spPr>
              <a:xfrm>
                <a:off x="4927925" y="3296250"/>
                <a:ext cx="7650" cy="63100"/>
              </a:xfrm>
              <a:custGeom>
                <a:rect b="b" l="l" r="r" t="t"/>
                <a:pathLst>
                  <a:path extrusionOk="0" h="2524" w="306">
                    <a:moveTo>
                      <a:pt x="1" y="0"/>
                    </a:moveTo>
                    <a:lnTo>
                      <a:pt x="22" y="2524"/>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5"/>
              <p:cNvSpPr/>
              <p:nvPr/>
            </p:nvSpPr>
            <p:spPr>
              <a:xfrm>
                <a:off x="4916850" y="3281400"/>
                <a:ext cx="7625" cy="66850"/>
              </a:xfrm>
              <a:custGeom>
                <a:rect b="b" l="l" r="r" t="t"/>
                <a:pathLst>
                  <a:path extrusionOk="0" h="2674" w="305">
                    <a:moveTo>
                      <a:pt x="0" y="1"/>
                    </a:moveTo>
                    <a:lnTo>
                      <a:pt x="14" y="2673"/>
                    </a:lnTo>
                    <a:lnTo>
                      <a:pt x="305" y="1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5"/>
              <p:cNvSpPr/>
              <p:nvPr/>
            </p:nvSpPr>
            <p:spPr>
              <a:xfrm>
                <a:off x="4904600" y="3263200"/>
                <a:ext cx="7625" cy="72675"/>
              </a:xfrm>
              <a:custGeom>
                <a:rect b="b" l="l" r="r" t="t"/>
                <a:pathLst>
                  <a:path extrusionOk="0" h="2907" w="305">
                    <a:moveTo>
                      <a:pt x="0" y="1"/>
                    </a:moveTo>
                    <a:lnTo>
                      <a:pt x="1" y="2907"/>
                    </a:lnTo>
                    <a:lnTo>
                      <a:pt x="305" y="1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5"/>
              <p:cNvSpPr/>
              <p:nvPr/>
            </p:nvSpPr>
            <p:spPr>
              <a:xfrm>
                <a:off x="5018675" y="3434475"/>
                <a:ext cx="7625" cy="20675"/>
              </a:xfrm>
              <a:custGeom>
                <a:rect b="b" l="l" r="r" t="t"/>
                <a:pathLst>
                  <a:path extrusionOk="0" h="827" w="305">
                    <a:moveTo>
                      <a:pt x="1" y="0"/>
                    </a:moveTo>
                    <a:lnTo>
                      <a:pt x="110" y="827"/>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5"/>
              <p:cNvSpPr/>
              <p:nvPr/>
            </p:nvSpPr>
            <p:spPr>
              <a:xfrm>
                <a:off x="5030100" y="3451675"/>
                <a:ext cx="7650" cy="15075"/>
              </a:xfrm>
              <a:custGeom>
                <a:rect b="b" l="l" r="r" t="t"/>
                <a:pathLst>
                  <a:path extrusionOk="0" h="603" w="306">
                    <a:moveTo>
                      <a:pt x="1" y="1"/>
                    </a:moveTo>
                    <a:lnTo>
                      <a:pt x="122" y="602"/>
                    </a:lnTo>
                    <a:lnTo>
                      <a:pt x="305" y="1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5"/>
              <p:cNvSpPr/>
              <p:nvPr/>
            </p:nvSpPr>
            <p:spPr>
              <a:xfrm>
                <a:off x="5038500" y="3463250"/>
                <a:ext cx="7625" cy="15075"/>
              </a:xfrm>
              <a:custGeom>
                <a:rect b="b" l="l" r="r" t="t"/>
                <a:pathLst>
                  <a:path extrusionOk="0" h="603" w="305">
                    <a:moveTo>
                      <a:pt x="0" y="1"/>
                    </a:moveTo>
                    <a:lnTo>
                      <a:pt x="122" y="602"/>
                    </a:lnTo>
                    <a:lnTo>
                      <a:pt x="304" y="1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5"/>
              <p:cNvSpPr/>
              <p:nvPr/>
            </p:nvSpPr>
            <p:spPr>
              <a:xfrm>
                <a:off x="5006850" y="3416675"/>
                <a:ext cx="7625" cy="26575"/>
              </a:xfrm>
              <a:custGeom>
                <a:rect b="b" l="l" r="r" t="t"/>
                <a:pathLst>
                  <a:path extrusionOk="0" h="1063" w="305">
                    <a:moveTo>
                      <a:pt x="0" y="0"/>
                    </a:moveTo>
                    <a:lnTo>
                      <a:pt x="97" y="1062"/>
                    </a:lnTo>
                    <a:lnTo>
                      <a:pt x="304" y="1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5"/>
              <p:cNvSpPr/>
              <p:nvPr/>
            </p:nvSpPr>
            <p:spPr>
              <a:xfrm>
                <a:off x="4996175" y="3400700"/>
                <a:ext cx="7650" cy="31825"/>
              </a:xfrm>
              <a:custGeom>
                <a:rect b="b" l="l" r="r" t="t"/>
                <a:pathLst>
                  <a:path extrusionOk="0" h="1273" w="306">
                    <a:moveTo>
                      <a:pt x="1" y="1"/>
                    </a:moveTo>
                    <a:lnTo>
                      <a:pt x="88" y="1273"/>
                    </a:lnTo>
                    <a:lnTo>
                      <a:pt x="305" y="1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5"/>
              <p:cNvSpPr/>
              <p:nvPr/>
            </p:nvSpPr>
            <p:spPr>
              <a:xfrm>
                <a:off x="4985200" y="3384175"/>
                <a:ext cx="7625" cy="37225"/>
              </a:xfrm>
              <a:custGeom>
                <a:rect b="b" l="l" r="r" t="t"/>
                <a:pathLst>
                  <a:path extrusionOk="0" h="1489" w="305">
                    <a:moveTo>
                      <a:pt x="0" y="0"/>
                    </a:moveTo>
                    <a:lnTo>
                      <a:pt x="76" y="1488"/>
                    </a:lnTo>
                    <a:lnTo>
                      <a:pt x="305" y="1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5"/>
              <p:cNvSpPr/>
              <p:nvPr/>
            </p:nvSpPr>
            <p:spPr>
              <a:xfrm>
                <a:off x="4972975" y="3365550"/>
                <a:ext cx="7625" cy="43550"/>
              </a:xfrm>
              <a:custGeom>
                <a:rect b="b" l="l" r="r" t="t"/>
                <a:pathLst>
                  <a:path extrusionOk="0" h="1742" w="305">
                    <a:moveTo>
                      <a:pt x="0" y="1"/>
                    </a:moveTo>
                    <a:lnTo>
                      <a:pt x="61" y="1741"/>
                    </a:lnTo>
                    <a:lnTo>
                      <a:pt x="305"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5"/>
              <p:cNvSpPr/>
              <p:nvPr/>
            </p:nvSpPr>
            <p:spPr>
              <a:xfrm>
                <a:off x="4961950" y="3349225"/>
                <a:ext cx="7650" cy="48750"/>
              </a:xfrm>
              <a:custGeom>
                <a:rect b="b" l="l" r="r" t="t"/>
                <a:pathLst>
                  <a:path extrusionOk="0" h="1950" w="306">
                    <a:moveTo>
                      <a:pt x="1" y="0"/>
                    </a:moveTo>
                    <a:lnTo>
                      <a:pt x="51" y="1949"/>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5"/>
              <p:cNvSpPr/>
              <p:nvPr/>
            </p:nvSpPr>
            <p:spPr>
              <a:xfrm>
                <a:off x="4807850" y="3080475"/>
                <a:ext cx="78300" cy="7900"/>
              </a:xfrm>
              <a:custGeom>
                <a:rect b="b" l="l" r="r" t="t"/>
                <a:pathLst>
                  <a:path extrusionOk="0" h="316" w="3132">
                    <a:moveTo>
                      <a:pt x="16" y="1"/>
                    </a:moveTo>
                    <a:lnTo>
                      <a:pt x="0" y="305"/>
                    </a:lnTo>
                    <a:lnTo>
                      <a:pt x="3131" y="315"/>
                    </a:lnTo>
                    <a:lnTo>
                      <a:pt x="3131" y="315"/>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5"/>
              <p:cNvSpPr/>
              <p:nvPr/>
            </p:nvSpPr>
            <p:spPr>
              <a:xfrm>
                <a:off x="4795875" y="3092600"/>
                <a:ext cx="78325" cy="7925"/>
              </a:xfrm>
              <a:custGeom>
                <a:rect b="b" l="l" r="r" t="t"/>
                <a:pathLst>
                  <a:path extrusionOk="0" h="317" w="3133">
                    <a:moveTo>
                      <a:pt x="17" y="0"/>
                    </a:moveTo>
                    <a:lnTo>
                      <a:pt x="0" y="305"/>
                    </a:lnTo>
                    <a:lnTo>
                      <a:pt x="3133" y="316"/>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5"/>
              <p:cNvSpPr/>
              <p:nvPr/>
            </p:nvSpPr>
            <p:spPr>
              <a:xfrm>
                <a:off x="4785175" y="3103500"/>
                <a:ext cx="78325" cy="7925"/>
              </a:xfrm>
              <a:custGeom>
                <a:rect b="b" l="l" r="r" t="t"/>
                <a:pathLst>
                  <a:path extrusionOk="0" h="317" w="3133">
                    <a:moveTo>
                      <a:pt x="16" y="1"/>
                    </a:moveTo>
                    <a:lnTo>
                      <a:pt x="0" y="305"/>
                    </a:lnTo>
                    <a:lnTo>
                      <a:pt x="3133" y="317"/>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5"/>
              <p:cNvSpPr/>
              <p:nvPr/>
            </p:nvSpPr>
            <p:spPr>
              <a:xfrm>
                <a:off x="4798400" y="3116450"/>
                <a:ext cx="54000" cy="7675"/>
              </a:xfrm>
              <a:custGeom>
                <a:rect b="b" l="l" r="r" t="t"/>
                <a:pathLst>
                  <a:path extrusionOk="0" h="307" w="2160">
                    <a:moveTo>
                      <a:pt x="14" y="1"/>
                    </a:moveTo>
                    <a:lnTo>
                      <a:pt x="0" y="306"/>
                    </a:lnTo>
                    <a:lnTo>
                      <a:pt x="0" y="306"/>
                    </a:lnTo>
                    <a:lnTo>
                      <a:pt x="2160" y="250"/>
                    </a:lnTo>
                    <a:lnTo>
                      <a:pt x="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5"/>
              <p:cNvSpPr/>
              <p:nvPr/>
            </p:nvSpPr>
            <p:spPr>
              <a:xfrm>
                <a:off x="4812475" y="3130000"/>
                <a:ext cx="27600" cy="7625"/>
              </a:xfrm>
              <a:custGeom>
                <a:rect b="b" l="l" r="r" t="t"/>
                <a:pathLst>
                  <a:path extrusionOk="0" h="305" w="1104">
                    <a:moveTo>
                      <a:pt x="16" y="1"/>
                    </a:moveTo>
                    <a:lnTo>
                      <a:pt x="1" y="305"/>
                    </a:lnTo>
                    <a:lnTo>
                      <a:pt x="1104" y="210"/>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5"/>
              <p:cNvSpPr/>
              <p:nvPr/>
            </p:nvSpPr>
            <p:spPr>
              <a:xfrm>
                <a:off x="4894475" y="3023825"/>
                <a:ext cx="48850" cy="7650"/>
              </a:xfrm>
              <a:custGeom>
                <a:rect b="b" l="l" r="r" t="t"/>
                <a:pathLst>
                  <a:path extrusionOk="0" h="306" w="1954">
                    <a:moveTo>
                      <a:pt x="16" y="1"/>
                    </a:moveTo>
                    <a:lnTo>
                      <a:pt x="1" y="305"/>
                    </a:lnTo>
                    <a:lnTo>
                      <a:pt x="1954" y="255"/>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5"/>
              <p:cNvSpPr/>
              <p:nvPr/>
            </p:nvSpPr>
            <p:spPr>
              <a:xfrm>
                <a:off x="4875275" y="3035600"/>
                <a:ext cx="56150" cy="7625"/>
              </a:xfrm>
              <a:custGeom>
                <a:rect b="b" l="l" r="r" t="t"/>
                <a:pathLst>
                  <a:path extrusionOk="0" h="305" w="2246">
                    <a:moveTo>
                      <a:pt x="17" y="0"/>
                    </a:moveTo>
                    <a:lnTo>
                      <a:pt x="0" y="305"/>
                    </a:lnTo>
                    <a:lnTo>
                      <a:pt x="0" y="305"/>
                    </a:lnTo>
                    <a:lnTo>
                      <a:pt x="2245" y="270"/>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5"/>
              <p:cNvSpPr/>
              <p:nvPr/>
            </p:nvSpPr>
            <p:spPr>
              <a:xfrm>
                <a:off x="4857600" y="3046150"/>
                <a:ext cx="63100" cy="7625"/>
              </a:xfrm>
              <a:custGeom>
                <a:rect b="b" l="l" r="r" t="t"/>
                <a:pathLst>
                  <a:path extrusionOk="0" h="305" w="2524">
                    <a:moveTo>
                      <a:pt x="16" y="0"/>
                    </a:moveTo>
                    <a:lnTo>
                      <a:pt x="0" y="305"/>
                    </a:lnTo>
                    <a:lnTo>
                      <a:pt x="2524" y="284"/>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5"/>
              <p:cNvSpPr/>
              <p:nvPr/>
            </p:nvSpPr>
            <p:spPr>
              <a:xfrm>
                <a:off x="4842775" y="3057225"/>
                <a:ext cx="66850" cy="7650"/>
              </a:xfrm>
              <a:custGeom>
                <a:rect b="b" l="l" r="r" t="t"/>
                <a:pathLst>
                  <a:path extrusionOk="0" h="306" w="2674">
                    <a:moveTo>
                      <a:pt x="17" y="1"/>
                    </a:moveTo>
                    <a:lnTo>
                      <a:pt x="0" y="305"/>
                    </a:lnTo>
                    <a:lnTo>
                      <a:pt x="0" y="305"/>
                    </a:lnTo>
                    <a:lnTo>
                      <a:pt x="2673" y="292"/>
                    </a:lnTo>
                    <a:lnTo>
                      <a:pt x="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5"/>
              <p:cNvSpPr/>
              <p:nvPr/>
            </p:nvSpPr>
            <p:spPr>
              <a:xfrm>
                <a:off x="4824525" y="3069500"/>
                <a:ext cx="72750" cy="7625"/>
              </a:xfrm>
              <a:custGeom>
                <a:rect b="b" l="l" r="r" t="t"/>
                <a:pathLst>
                  <a:path extrusionOk="0" h="305" w="2910">
                    <a:moveTo>
                      <a:pt x="16" y="0"/>
                    </a:moveTo>
                    <a:lnTo>
                      <a:pt x="1" y="304"/>
                    </a:lnTo>
                    <a:lnTo>
                      <a:pt x="1" y="304"/>
                    </a:lnTo>
                    <a:lnTo>
                      <a:pt x="2909" y="303"/>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5"/>
              <p:cNvSpPr/>
              <p:nvPr/>
            </p:nvSpPr>
            <p:spPr>
              <a:xfrm>
                <a:off x="4995800" y="2955400"/>
                <a:ext cx="20700" cy="7625"/>
              </a:xfrm>
              <a:custGeom>
                <a:rect b="b" l="l" r="r" t="t"/>
                <a:pathLst>
                  <a:path extrusionOk="0" h="305" w="828">
                    <a:moveTo>
                      <a:pt x="16" y="1"/>
                    </a:moveTo>
                    <a:lnTo>
                      <a:pt x="0" y="305"/>
                    </a:lnTo>
                    <a:lnTo>
                      <a:pt x="828" y="197"/>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5"/>
              <p:cNvSpPr/>
              <p:nvPr/>
            </p:nvSpPr>
            <p:spPr>
              <a:xfrm>
                <a:off x="5013025" y="2943975"/>
                <a:ext cx="15050" cy="7600"/>
              </a:xfrm>
              <a:custGeom>
                <a:rect b="b" l="l" r="r" t="t"/>
                <a:pathLst>
                  <a:path extrusionOk="0" h="304" w="602">
                    <a:moveTo>
                      <a:pt x="16" y="0"/>
                    </a:moveTo>
                    <a:lnTo>
                      <a:pt x="1" y="304"/>
                    </a:lnTo>
                    <a:lnTo>
                      <a:pt x="601" y="183"/>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a:off x="5024600" y="2935600"/>
                <a:ext cx="15050" cy="7600"/>
              </a:xfrm>
              <a:custGeom>
                <a:rect b="b" l="l" r="r" t="t"/>
                <a:pathLst>
                  <a:path extrusionOk="0" h="304" w="602">
                    <a:moveTo>
                      <a:pt x="17" y="0"/>
                    </a:moveTo>
                    <a:lnTo>
                      <a:pt x="1" y="304"/>
                    </a:lnTo>
                    <a:lnTo>
                      <a:pt x="601" y="183"/>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a:off x="4978000" y="2967275"/>
                <a:ext cx="26575" cy="7625"/>
              </a:xfrm>
              <a:custGeom>
                <a:rect b="b" l="l" r="r" t="t"/>
                <a:pathLst>
                  <a:path extrusionOk="0" h="305" w="1063">
                    <a:moveTo>
                      <a:pt x="16" y="0"/>
                    </a:moveTo>
                    <a:lnTo>
                      <a:pt x="1" y="305"/>
                    </a:lnTo>
                    <a:lnTo>
                      <a:pt x="1062" y="207"/>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a:off x="4962050" y="2977900"/>
                <a:ext cx="31825" cy="7625"/>
              </a:xfrm>
              <a:custGeom>
                <a:rect b="b" l="l" r="r" t="t"/>
                <a:pathLst>
                  <a:path extrusionOk="0" h="305" w="1273">
                    <a:moveTo>
                      <a:pt x="16" y="0"/>
                    </a:moveTo>
                    <a:lnTo>
                      <a:pt x="1" y="305"/>
                    </a:lnTo>
                    <a:lnTo>
                      <a:pt x="1" y="305"/>
                    </a:lnTo>
                    <a:lnTo>
                      <a:pt x="1272" y="218"/>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5"/>
              <p:cNvSpPr/>
              <p:nvPr/>
            </p:nvSpPr>
            <p:spPr>
              <a:xfrm>
                <a:off x="4945500" y="2988875"/>
                <a:ext cx="37250" cy="7650"/>
              </a:xfrm>
              <a:custGeom>
                <a:rect b="b" l="l" r="r" t="t"/>
                <a:pathLst>
                  <a:path extrusionOk="0" h="306" w="1490">
                    <a:moveTo>
                      <a:pt x="16" y="1"/>
                    </a:moveTo>
                    <a:lnTo>
                      <a:pt x="1" y="305"/>
                    </a:lnTo>
                    <a:lnTo>
                      <a:pt x="1" y="305"/>
                    </a:lnTo>
                    <a:lnTo>
                      <a:pt x="1489" y="230"/>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5"/>
              <p:cNvSpPr/>
              <p:nvPr/>
            </p:nvSpPr>
            <p:spPr>
              <a:xfrm>
                <a:off x="4926900" y="3001125"/>
                <a:ext cx="43525" cy="7650"/>
              </a:xfrm>
              <a:custGeom>
                <a:rect b="b" l="l" r="r" t="t"/>
                <a:pathLst>
                  <a:path extrusionOk="0" h="306" w="1741">
                    <a:moveTo>
                      <a:pt x="17" y="1"/>
                    </a:moveTo>
                    <a:lnTo>
                      <a:pt x="1" y="305"/>
                    </a:lnTo>
                    <a:lnTo>
                      <a:pt x="1740" y="243"/>
                    </a:lnTo>
                    <a:lnTo>
                      <a:pt x="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5"/>
              <p:cNvSpPr/>
              <p:nvPr/>
            </p:nvSpPr>
            <p:spPr>
              <a:xfrm>
                <a:off x="4910550" y="3012125"/>
                <a:ext cx="48750" cy="7625"/>
              </a:xfrm>
              <a:custGeom>
                <a:rect b="b" l="l" r="r" t="t"/>
                <a:pathLst>
                  <a:path extrusionOk="0" h="305" w="1950">
                    <a:moveTo>
                      <a:pt x="18" y="0"/>
                    </a:moveTo>
                    <a:lnTo>
                      <a:pt x="0" y="305"/>
                    </a:lnTo>
                    <a:lnTo>
                      <a:pt x="1949" y="254"/>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4478250" y="3209875"/>
                <a:ext cx="290075" cy="286900"/>
              </a:xfrm>
              <a:custGeom>
                <a:rect b="b" l="l" r="r" t="t"/>
                <a:pathLst>
                  <a:path extrusionOk="0" h="11476" w="11603">
                    <a:moveTo>
                      <a:pt x="7744" y="391"/>
                    </a:moveTo>
                    <a:lnTo>
                      <a:pt x="11207" y="3796"/>
                    </a:lnTo>
                    <a:lnTo>
                      <a:pt x="727" y="10766"/>
                    </a:lnTo>
                    <a:lnTo>
                      <a:pt x="7744" y="391"/>
                    </a:lnTo>
                    <a:close/>
                    <a:moveTo>
                      <a:pt x="7723" y="1"/>
                    </a:moveTo>
                    <a:cubicBezTo>
                      <a:pt x="7717" y="1"/>
                      <a:pt x="7711" y="1"/>
                      <a:pt x="7705" y="2"/>
                    </a:cubicBezTo>
                    <a:cubicBezTo>
                      <a:pt x="7660" y="5"/>
                      <a:pt x="7620" y="30"/>
                      <a:pt x="7594" y="67"/>
                    </a:cubicBezTo>
                    <a:lnTo>
                      <a:pt x="40" y="11236"/>
                    </a:lnTo>
                    <a:cubicBezTo>
                      <a:pt x="0" y="11297"/>
                      <a:pt x="9" y="11377"/>
                      <a:pt x="59" y="11430"/>
                    </a:cubicBezTo>
                    <a:cubicBezTo>
                      <a:pt x="87" y="11460"/>
                      <a:pt x="128" y="11475"/>
                      <a:pt x="167" y="11475"/>
                    </a:cubicBezTo>
                    <a:cubicBezTo>
                      <a:pt x="195" y="11475"/>
                      <a:pt x="225" y="11466"/>
                      <a:pt x="251" y="11449"/>
                    </a:cubicBezTo>
                    <a:lnTo>
                      <a:pt x="11530" y="3945"/>
                    </a:lnTo>
                    <a:cubicBezTo>
                      <a:pt x="11569" y="3919"/>
                      <a:pt x="11595" y="3878"/>
                      <a:pt x="11599" y="3833"/>
                    </a:cubicBezTo>
                    <a:cubicBezTo>
                      <a:pt x="11602" y="3786"/>
                      <a:pt x="11587" y="3742"/>
                      <a:pt x="11554" y="3709"/>
                    </a:cubicBezTo>
                    <a:lnTo>
                      <a:pt x="7828" y="44"/>
                    </a:lnTo>
                    <a:cubicBezTo>
                      <a:pt x="7798" y="17"/>
                      <a:pt x="7764" y="1"/>
                      <a:pt x="7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5"/>
              <p:cNvSpPr/>
              <p:nvPr/>
            </p:nvSpPr>
            <p:spPr>
              <a:xfrm>
                <a:off x="4480625" y="3255125"/>
                <a:ext cx="238550" cy="239625"/>
              </a:xfrm>
              <a:custGeom>
                <a:rect b="b" l="l" r="r" t="t"/>
                <a:pathLst>
                  <a:path extrusionOk="0" h="9585" w="9542">
                    <a:moveTo>
                      <a:pt x="9399" y="1"/>
                    </a:moveTo>
                    <a:lnTo>
                      <a:pt x="0" y="9440"/>
                    </a:lnTo>
                    <a:lnTo>
                      <a:pt x="143" y="9585"/>
                    </a:lnTo>
                    <a:lnTo>
                      <a:pt x="9542" y="145"/>
                    </a:lnTo>
                    <a:lnTo>
                      <a:pt x="9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4658800" y="3319550"/>
                <a:ext cx="78350" cy="7900"/>
              </a:xfrm>
              <a:custGeom>
                <a:rect b="b" l="l" r="r" t="t"/>
                <a:pathLst>
                  <a:path extrusionOk="0" h="316" w="3134">
                    <a:moveTo>
                      <a:pt x="1" y="1"/>
                    </a:moveTo>
                    <a:lnTo>
                      <a:pt x="3119" y="316"/>
                    </a:lnTo>
                    <a:lnTo>
                      <a:pt x="3134" y="1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4670750" y="3307400"/>
                <a:ext cx="78325" cy="7925"/>
              </a:xfrm>
              <a:custGeom>
                <a:rect b="b" l="l" r="r" t="t"/>
                <a:pathLst>
                  <a:path extrusionOk="0" h="317" w="3133">
                    <a:moveTo>
                      <a:pt x="0" y="1"/>
                    </a:moveTo>
                    <a:lnTo>
                      <a:pt x="3117" y="317"/>
                    </a:lnTo>
                    <a:lnTo>
                      <a:pt x="3133" y="1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4681450" y="3296500"/>
                <a:ext cx="78325" cy="7925"/>
              </a:xfrm>
              <a:custGeom>
                <a:rect b="b" l="l" r="r" t="t"/>
                <a:pathLst>
                  <a:path extrusionOk="0" h="317" w="3133">
                    <a:moveTo>
                      <a:pt x="0" y="1"/>
                    </a:moveTo>
                    <a:lnTo>
                      <a:pt x="3117" y="316"/>
                    </a:lnTo>
                    <a:lnTo>
                      <a:pt x="3133" y="1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4692575" y="3283800"/>
                <a:ext cx="54000" cy="7625"/>
              </a:xfrm>
              <a:custGeom>
                <a:rect b="b" l="l" r="r" t="t"/>
                <a:pathLst>
                  <a:path extrusionOk="0" h="305" w="2160">
                    <a:moveTo>
                      <a:pt x="2160" y="1"/>
                    </a:moveTo>
                    <a:lnTo>
                      <a:pt x="0" y="58"/>
                    </a:lnTo>
                    <a:lnTo>
                      <a:pt x="2146" y="304"/>
                    </a:lnTo>
                    <a:lnTo>
                      <a:pt x="21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4704925" y="3270300"/>
                <a:ext cx="27600" cy="7625"/>
              </a:xfrm>
              <a:custGeom>
                <a:rect b="b" l="l" r="r" t="t"/>
                <a:pathLst>
                  <a:path extrusionOk="0" h="305" w="1104">
                    <a:moveTo>
                      <a:pt x="1103" y="0"/>
                    </a:moveTo>
                    <a:lnTo>
                      <a:pt x="0" y="94"/>
                    </a:lnTo>
                    <a:lnTo>
                      <a:pt x="1088" y="305"/>
                    </a:lnTo>
                    <a:lnTo>
                      <a:pt x="11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4601625" y="3376425"/>
                <a:ext cx="48900" cy="7675"/>
              </a:xfrm>
              <a:custGeom>
                <a:rect b="b" l="l" r="r" t="t"/>
                <a:pathLst>
                  <a:path extrusionOk="0" h="307" w="1956">
                    <a:moveTo>
                      <a:pt x="1955" y="1"/>
                    </a:moveTo>
                    <a:lnTo>
                      <a:pt x="0" y="51"/>
                    </a:lnTo>
                    <a:lnTo>
                      <a:pt x="1939" y="306"/>
                    </a:lnTo>
                    <a:lnTo>
                      <a:pt x="19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4613525" y="3364675"/>
                <a:ext cx="56175" cy="7625"/>
              </a:xfrm>
              <a:custGeom>
                <a:rect b="b" l="l" r="r" t="t"/>
                <a:pathLst>
                  <a:path extrusionOk="0" h="305" w="2247">
                    <a:moveTo>
                      <a:pt x="2247" y="0"/>
                    </a:moveTo>
                    <a:lnTo>
                      <a:pt x="1" y="36"/>
                    </a:lnTo>
                    <a:lnTo>
                      <a:pt x="2231" y="305"/>
                    </a:lnTo>
                    <a:lnTo>
                      <a:pt x="22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4624300" y="3354150"/>
                <a:ext cx="63100" cy="7625"/>
              </a:xfrm>
              <a:custGeom>
                <a:rect b="b" l="l" r="r" t="t"/>
                <a:pathLst>
                  <a:path extrusionOk="0" h="305" w="2524">
                    <a:moveTo>
                      <a:pt x="2524" y="1"/>
                    </a:moveTo>
                    <a:lnTo>
                      <a:pt x="0" y="21"/>
                    </a:lnTo>
                    <a:lnTo>
                      <a:pt x="2507" y="305"/>
                    </a:lnTo>
                    <a:lnTo>
                      <a:pt x="25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5"/>
              <p:cNvSpPr/>
              <p:nvPr/>
            </p:nvSpPr>
            <p:spPr>
              <a:xfrm>
                <a:off x="4635375" y="3343050"/>
                <a:ext cx="66825" cy="7650"/>
              </a:xfrm>
              <a:custGeom>
                <a:rect b="b" l="l" r="r" t="t"/>
                <a:pathLst>
                  <a:path extrusionOk="0" h="306" w="2673">
                    <a:moveTo>
                      <a:pt x="2673" y="1"/>
                    </a:moveTo>
                    <a:lnTo>
                      <a:pt x="1" y="14"/>
                    </a:lnTo>
                    <a:lnTo>
                      <a:pt x="2657" y="305"/>
                    </a:lnTo>
                    <a:lnTo>
                      <a:pt x="26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5"/>
              <p:cNvSpPr/>
              <p:nvPr/>
            </p:nvSpPr>
            <p:spPr>
              <a:xfrm>
                <a:off x="4647700" y="3330800"/>
                <a:ext cx="72750" cy="7650"/>
              </a:xfrm>
              <a:custGeom>
                <a:rect b="b" l="l" r="r" t="t"/>
                <a:pathLst>
                  <a:path extrusionOk="0" h="306" w="2910">
                    <a:moveTo>
                      <a:pt x="1" y="1"/>
                    </a:moveTo>
                    <a:lnTo>
                      <a:pt x="2893" y="305"/>
                    </a:lnTo>
                    <a:lnTo>
                      <a:pt x="29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5"/>
              <p:cNvSpPr/>
              <p:nvPr/>
            </p:nvSpPr>
            <p:spPr>
              <a:xfrm>
                <a:off x="4528475" y="3444850"/>
                <a:ext cx="20700" cy="7675"/>
              </a:xfrm>
              <a:custGeom>
                <a:rect b="b" l="l" r="r" t="t"/>
                <a:pathLst>
                  <a:path extrusionOk="0" h="307" w="828">
                    <a:moveTo>
                      <a:pt x="828" y="0"/>
                    </a:moveTo>
                    <a:lnTo>
                      <a:pt x="0" y="111"/>
                    </a:lnTo>
                    <a:lnTo>
                      <a:pt x="811" y="307"/>
                    </a:lnTo>
                    <a:lnTo>
                      <a:pt x="8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5"/>
              <p:cNvSpPr/>
              <p:nvPr/>
            </p:nvSpPr>
            <p:spPr>
              <a:xfrm>
                <a:off x="4516875" y="3456325"/>
                <a:ext cx="15050" cy="7625"/>
              </a:xfrm>
              <a:custGeom>
                <a:rect b="b" l="l" r="r" t="t"/>
                <a:pathLst>
                  <a:path extrusionOk="0" h="305" w="602">
                    <a:moveTo>
                      <a:pt x="601" y="0"/>
                    </a:moveTo>
                    <a:lnTo>
                      <a:pt x="1" y="122"/>
                    </a:lnTo>
                    <a:lnTo>
                      <a:pt x="586" y="305"/>
                    </a:lnTo>
                    <a:lnTo>
                      <a:pt x="6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5"/>
              <p:cNvSpPr/>
              <p:nvPr/>
            </p:nvSpPr>
            <p:spPr>
              <a:xfrm>
                <a:off x="4505300" y="3464675"/>
                <a:ext cx="15050" cy="7625"/>
              </a:xfrm>
              <a:custGeom>
                <a:rect b="b" l="l" r="r" t="t"/>
                <a:pathLst>
                  <a:path extrusionOk="0" h="305" w="602">
                    <a:moveTo>
                      <a:pt x="601" y="1"/>
                    </a:moveTo>
                    <a:lnTo>
                      <a:pt x="1" y="123"/>
                    </a:lnTo>
                    <a:lnTo>
                      <a:pt x="587" y="305"/>
                    </a:lnTo>
                    <a:lnTo>
                      <a:pt x="6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5"/>
              <p:cNvSpPr/>
              <p:nvPr/>
            </p:nvSpPr>
            <p:spPr>
              <a:xfrm>
                <a:off x="4540375" y="3433025"/>
                <a:ext cx="26575" cy="7625"/>
              </a:xfrm>
              <a:custGeom>
                <a:rect b="b" l="l" r="r" t="t"/>
                <a:pathLst>
                  <a:path extrusionOk="0" h="305" w="1063">
                    <a:moveTo>
                      <a:pt x="1062" y="1"/>
                    </a:moveTo>
                    <a:lnTo>
                      <a:pt x="1" y="99"/>
                    </a:lnTo>
                    <a:lnTo>
                      <a:pt x="1047" y="305"/>
                    </a:lnTo>
                    <a:lnTo>
                      <a:pt x="10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4551100" y="3422400"/>
                <a:ext cx="31850" cy="7625"/>
              </a:xfrm>
              <a:custGeom>
                <a:rect b="b" l="l" r="r" t="t"/>
                <a:pathLst>
                  <a:path extrusionOk="0" h="305" w="1274">
                    <a:moveTo>
                      <a:pt x="1273" y="1"/>
                    </a:moveTo>
                    <a:lnTo>
                      <a:pt x="1" y="87"/>
                    </a:lnTo>
                    <a:lnTo>
                      <a:pt x="1257" y="305"/>
                    </a:lnTo>
                    <a:lnTo>
                      <a:pt x="12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5"/>
              <p:cNvSpPr/>
              <p:nvPr/>
            </p:nvSpPr>
            <p:spPr>
              <a:xfrm>
                <a:off x="4562200" y="3411375"/>
                <a:ext cx="37275" cy="7650"/>
              </a:xfrm>
              <a:custGeom>
                <a:rect b="b" l="l" r="r" t="t"/>
                <a:pathLst>
                  <a:path extrusionOk="0" h="306" w="1491">
                    <a:moveTo>
                      <a:pt x="1490" y="1"/>
                    </a:moveTo>
                    <a:lnTo>
                      <a:pt x="1" y="76"/>
                    </a:lnTo>
                    <a:lnTo>
                      <a:pt x="1474" y="305"/>
                    </a:lnTo>
                    <a:lnTo>
                      <a:pt x="14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4574550" y="3399150"/>
                <a:ext cx="43500" cy="7650"/>
              </a:xfrm>
              <a:custGeom>
                <a:rect b="b" l="l" r="r" t="t"/>
                <a:pathLst>
                  <a:path extrusionOk="0" h="306" w="1740">
                    <a:moveTo>
                      <a:pt x="1739" y="1"/>
                    </a:moveTo>
                    <a:lnTo>
                      <a:pt x="1" y="63"/>
                    </a:lnTo>
                    <a:lnTo>
                      <a:pt x="1724" y="305"/>
                    </a:lnTo>
                    <a:lnTo>
                      <a:pt x="17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4585650" y="3388175"/>
                <a:ext cx="48750" cy="7625"/>
              </a:xfrm>
              <a:custGeom>
                <a:rect b="b" l="l" r="r" t="t"/>
                <a:pathLst>
                  <a:path extrusionOk="0" h="305" w="1950">
                    <a:moveTo>
                      <a:pt x="1949" y="0"/>
                    </a:moveTo>
                    <a:lnTo>
                      <a:pt x="0" y="50"/>
                    </a:lnTo>
                    <a:lnTo>
                      <a:pt x="1934" y="305"/>
                    </a:lnTo>
                    <a:lnTo>
                      <a:pt x="19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4675400" y="2623400"/>
                <a:ext cx="194150" cy="475900"/>
              </a:xfrm>
              <a:custGeom>
                <a:rect b="b" l="l" r="r" t="t"/>
                <a:pathLst>
                  <a:path extrusionOk="0" h="19036" w="7766">
                    <a:moveTo>
                      <a:pt x="3961" y="1317"/>
                    </a:moveTo>
                    <a:lnTo>
                      <a:pt x="7286" y="18550"/>
                    </a:lnTo>
                    <a:lnTo>
                      <a:pt x="484" y="18606"/>
                    </a:lnTo>
                    <a:lnTo>
                      <a:pt x="3961" y="1317"/>
                    </a:lnTo>
                    <a:close/>
                    <a:moveTo>
                      <a:pt x="3964" y="1"/>
                    </a:moveTo>
                    <a:cubicBezTo>
                      <a:pt x="3863" y="1"/>
                      <a:pt x="3776" y="72"/>
                      <a:pt x="3755" y="172"/>
                    </a:cubicBezTo>
                    <a:lnTo>
                      <a:pt x="12" y="18780"/>
                    </a:lnTo>
                    <a:cubicBezTo>
                      <a:pt x="1" y="18844"/>
                      <a:pt x="16" y="18909"/>
                      <a:pt x="58" y="18958"/>
                    </a:cubicBezTo>
                    <a:cubicBezTo>
                      <a:pt x="99" y="19007"/>
                      <a:pt x="159" y="19036"/>
                      <a:pt x="223" y="19036"/>
                    </a:cubicBezTo>
                    <a:lnTo>
                      <a:pt x="7546" y="18975"/>
                    </a:lnTo>
                    <a:cubicBezTo>
                      <a:pt x="7610" y="18974"/>
                      <a:pt x="7668" y="18945"/>
                      <a:pt x="7709" y="18896"/>
                    </a:cubicBezTo>
                    <a:cubicBezTo>
                      <a:pt x="7751" y="18849"/>
                      <a:pt x="7766" y="18783"/>
                      <a:pt x="7755" y="18721"/>
                    </a:cubicBezTo>
                    <a:lnTo>
                      <a:pt x="4174" y="174"/>
                    </a:lnTo>
                    <a:cubicBezTo>
                      <a:pt x="4155" y="73"/>
                      <a:pt x="4067" y="2"/>
                      <a:pt x="39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4770950" y="2628700"/>
                <a:ext cx="8075" cy="466600"/>
              </a:xfrm>
              <a:custGeom>
                <a:rect b="b" l="l" r="r" t="t"/>
                <a:pathLst>
                  <a:path extrusionOk="0" h="18664" w="323">
                    <a:moveTo>
                      <a:pt x="1" y="0"/>
                    </a:moveTo>
                    <a:lnTo>
                      <a:pt x="39" y="18664"/>
                    </a:lnTo>
                    <a:lnTo>
                      <a:pt x="323" y="1866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4686500" y="2975225"/>
                <a:ext cx="85025" cy="77375"/>
              </a:xfrm>
              <a:custGeom>
                <a:rect b="b" l="l" r="r" t="t"/>
                <a:pathLst>
                  <a:path extrusionOk="0" h="3095" w="3401">
                    <a:moveTo>
                      <a:pt x="3400" y="1"/>
                    </a:moveTo>
                    <a:lnTo>
                      <a:pt x="1" y="2776"/>
                    </a:lnTo>
                    <a:lnTo>
                      <a:pt x="287" y="3094"/>
                    </a:lnTo>
                    <a:lnTo>
                      <a:pt x="34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4686700" y="2999100"/>
                <a:ext cx="85050" cy="77350"/>
              </a:xfrm>
              <a:custGeom>
                <a:rect b="b" l="l" r="r" t="t"/>
                <a:pathLst>
                  <a:path extrusionOk="0" h="3094" w="3402">
                    <a:moveTo>
                      <a:pt x="3402" y="0"/>
                    </a:moveTo>
                    <a:lnTo>
                      <a:pt x="1" y="2776"/>
                    </a:lnTo>
                    <a:lnTo>
                      <a:pt x="287" y="3094"/>
                    </a:lnTo>
                    <a:lnTo>
                      <a:pt x="34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5"/>
              <p:cNvSpPr/>
              <p:nvPr/>
            </p:nvSpPr>
            <p:spPr>
              <a:xfrm>
                <a:off x="4686900" y="3020500"/>
                <a:ext cx="85000" cy="77350"/>
              </a:xfrm>
              <a:custGeom>
                <a:rect b="b" l="l" r="r" t="t"/>
                <a:pathLst>
                  <a:path extrusionOk="0" h="3094" w="3400">
                    <a:moveTo>
                      <a:pt x="3400" y="1"/>
                    </a:moveTo>
                    <a:lnTo>
                      <a:pt x="0" y="2776"/>
                    </a:lnTo>
                    <a:lnTo>
                      <a:pt x="287" y="3094"/>
                    </a:lnTo>
                    <a:lnTo>
                      <a:pt x="34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5"/>
              <p:cNvSpPr/>
              <p:nvPr/>
            </p:nvSpPr>
            <p:spPr>
              <a:xfrm>
                <a:off x="4712800" y="3042700"/>
                <a:ext cx="59325" cy="54900"/>
              </a:xfrm>
              <a:custGeom>
                <a:rect b="b" l="l" r="r" t="t"/>
                <a:pathLst>
                  <a:path extrusionOk="0" h="2196" w="2373">
                    <a:moveTo>
                      <a:pt x="2372" y="0"/>
                    </a:moveTo>
                    <a:lnTo>
                      <a:pt x="0" y="1881"/>
                    </a:lnTo>
                    <a:lnTo>
                      <a:pt x="289" y="2196"/>
                    </a:lnTo>
                    <a:lnTo>
                      <a:pt x="23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4740175" y="3067350"/>
                <a:ext cx="32125" cy="29675"/>
              </a:xfrm>
              <a:custGeom>
                <a:rect b="b" l="l" r="r" t="t"/>
                <a:pathLst>
                  <a:path extrusionOk="0" h="1187" w="1285">
                    <a:moveTo>
                      <a:pt x="1284" y="0"/>
                    </a:moveTo>
                    <a:lnTo>
                      <a:pt x="1" y="870"/>
                    </a:lnTo>
                    <a:lnTo>
                      <a:pt x="287" y="1187"/>
                    </a:lnTo>
                    <a:lnTo>
                      <a:pt x="1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4716275" y="2860950"/>
                <a:ext cx="54300" cy="49700"/>
              </a:xfrm>
              <a:custGeom>
                <a:rect b="b" l="l" r="r" t="t"/>
                <a:pathLst>
                  <a:path extrusionOk="0" h="1988" w="2172">
                    <a:moveTo>
                      <a:pt x="2171" y="0"/>
                    </a:moveTo>
                    <a:lnTo>
                      <a:pt x="0" y="1671"/>
                    </a:lnTo>
                    <a:lnTo>
                      <a:pt x="285" y="1987"/>
                    </a:lnTo>
                    <a:lnTo>
                      <a:pt x="21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4708900" y="2884800"/>
                <a:ext cx="61875" cy="56525"/>
              </a:xfrm>
              <a:custGeom>
                <a:rect b="b" l="l" r="r" t="t"/>
                <a:pathLst>
                  <a:path extrusionOk="0" h="2261" w="2475">
                    <a:moveTo>
                      <a:pt x="2474" y="1"/>
                    </a:moveTo>
                    <a:lnTo>
                      <a:pt x="0" y="1942"/>
                    </a:lnTo>
                    <a:lnTo>
                      <a:pt x="285" y="2260"/>
                    </a:lnTo>
                    <a:lnTo>
                      <a:pt x="24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5"/>
              <p:cNvSpPr/>
              <p:nvPr/>
            </p:nvSpPr>
            <p:spPr>
              <a:xfrm>
                <a:off x="4701800" y="2906200"/>
                <a:ext cx="69150" cy="63075"/>
              </a:xfrm>
              <a:custGeom>
                <a:rect b="b" l="l" r="r" t="t"/>
                <a:pathLst>
                  <a:path extrusionOk="0" h="2523" w="2766">
                    <a:moveTo>
                      <a:pt x="2766" y="1"/>
                    </a:moveTo>
                    <a:lnTo>
                      <a:pt x="0" y="2205"/>
                    </a:lnTo>
                    <a:lnTo>
                      <a:pt x="286" y="2523"/>
                    </a:lnTo>
                    <a:lnTo>
                      <a:pt x="27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5"/>
              <p:cNvSpPr/>
              <p:nvPr/>
            </p:nvSpPr>
            <p:spPr>
              <a:xfrm>
                <a:off x="4698075" y="2928400"/>
                <a:ext cx="73050" cy="66550"/>
              </a:xfrm>
              <a:custGeom>
                <a:rect b="b" l="l" r="r" t="t"/>
                <a:pathLst>
                  <a:path extrusionOk="0" h="2662" w="2922">
                    <a:moveTo>
                      <a:pt x="2922" y="0"/>
                    </a:moveTo>
                    <a:lnTo>
                      <a:pt x="1" y="2343"/>
                    </a:lnTo>
                    <a:lnTo>
                      <a:pt x="287" y="2661"/>
                    </a:lnTo>
                    <a:lnTo>
                      <a:pt x="29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4692175" y="2953050"/>
                <a:ext cx="79175" cy="72100"/>
              </a:xfrm>
              <a:custGeom>
                <a:rect b="b" l="l" r="r" t="t"/>
                <a:pathLst>
                  <a:path extrusionOk="0" h="2884" w="3167">
                    <a:moveTo>
                      <a:pt x="3166" y="1"/>
                    </a:moveTo>
                    <a:lnTo>
                      <a:pt x="1" y="2566"/>
                    </a:lnTo>
                    <a:lnTo>
                      <a:pt x="287" y="2883"/>
                    </a:lnTo>
                    <a:lnTo>
                      <a:pt x="31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5"/>
              <p:cNvSpPr/>
              <p:nvPr/>
            </p:nvSpPr>
            <p:spPr>
              <a:xfrm>
                <a:off x="4748875" y="2719225"/>
                <a:ext cx="24950" cy="23250"/>
              </a:xfrm>
              <a:custGeom>
                <a:rect b="b" l="l" r="r" t="t"/>
                <a:pathLst>
                  <a:path extrusionOk="0" h="930" w="998">
                    <a:moveTo>
                      <a:pt x="997" y="1"/>
                    </a:moveTo>
                    <a:lnTo>
                      <a:pt x="0" y="613"/>
                    </a:lnTo>
                    <a:lnTo>
                      <a:pt x="286" y="929"/>
                    </a:lnTo>
                    <a:lnTo>
                      <a:pt x="9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5"/>
              <p:cNvSpPr/>
              <p:nvPr/>
            </p:nvSpPr>
            <p:spPr>
              <a:xfrm>
                <a:off x="4754575" y="2696150"/>
                <a:ext cx="19025" cy="17900"/>
              </a:xfrm>
              <a:custGeom>
                <a:rect b="b" l="l" r="r" t="t"/>
                <a:pathLst>
                  <a:path extrusionOk="0" h="716" w="761">
                    <a:moveTo>
                      <a:pt x="761" y="0"/>
                    </a:moveTo>
                    <a:lnTo>
                      <a:pt x="0" y="398"/>
                    </a:lnTo>
                    <a:lnTo>
                      <a:pt x="286" y="715"/>
                    </a:lnTo>
                    <a:lnTo>
                      <a:pt x="7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4757775" y="2676400"/>
                <a:ext cx="19025" cy="17875"/>
              </a:xfrm>
              <a:custGeom>
                <a:rect b="b" l="l" r="r" t="t"/>
                <a:pathLst>
                  <a:path extrusionOk="0" h="715" w="761">
                    <a:moveTo>
                      <a:pt x="761" y="0"/>
                    </a:moveTo>
                    <a:lnTo>
                      <a:pt x="0" y="397"/>
                    </a:lnTo>
                    <a:lnTo>
                      <a:pt x="285" y="714"/>
                    </a:lnTo>
                    <a:lnTo>
                      <a:pt x="7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4742975" y="2743100"/>
                <a:ext cx="31025" cy="28725"/>
              </a:xfrm>
              <a:custGeom>
                <a:rect b="b" l="l" r="r" t="t"/>
                <a:pathLst>
                  <a:path extrusionOk="0" h="1149" w="1241">
                    <a:moveTo>
                      <a:pt x="1240" y="0"/>
                    </a:moveTo>
                    <a:lnTo>
                      <a:pt x="0" y="831"/>
                    </a:lnTo>
                    <a:lnTo>
                      <a:pt x="285" y="1149"/>
                    </a:lnTo>
                    <a:lnTo>
                      <a:pt x="12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5"/>
              <p:cNvSpPr/>
              <p:nvPr/>
            </p:nvSpPr>
            <p:spPr>
              <a:xfrm>
                <a:off x="4737675" y="2764500"/>
                <a:ext cx="36525" cy="33650"/>
              </a:xfrm>
              <a:custGeom>
                <a:rect b="b" l="l" r="r" t="t"/>
                <a:pathLst>
                  <a:path extrusionOk="0" h="1346" w="1461">
                    <a:moveTo>
                      <a:pt x="1461" y="1"/>
                    </a:moveTo>
                    <a:lnTo>
                      <a:pt x="1" y="1028"/>
                    </a:lnTo>
                    <a:lnTo>
                      <a:pt x="285" y="1346"/>
                    </a:lnTo>
                    <a:lnTo>
                      <a:pt x="14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5"/>
              <p:cNvSpPr/>
              <p:nvPr/>
            </p:nvSpPr>
            <p:spPr>
              <a:xfrm>
                <a:off x="4732150" y="2786675"/>
                <a:ext cx="42200" cy="38750"/>
              </a:xfrm>
              <a:custGeom>
                <a:rect b="b" l="l" r="r" t="t"/>
                <a:pathLst>
                  <a:path extrusionOk="0" h="1550" w="1688">
                    <a:moveTo>
                      <a:pt x="1688" y="1"/>
                    </a:moveTo>
                    <a:lnTo>
                      <a:pt x="1" y="1233"/>
                    </a:lnTo>
                    <a:lnTo>
                      <a:pt x="288" y="1549"/>
                    </a:lnTo>
                    <a:lnTo>
                      <a:pt x="16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5"/>
              <p:cNvSpPr/>
              <p:nvPr/>
            </p:nvSpPr>
            <p:spPr>
              <a:xfrm>
                <a:off x="4725875" y="2811350"/>
                <a:ext cx="48725" cy="44625"/>
              </a:xfrm>
              <a:custGeom>
                <a:rect b="b" l="l" r="r" t="t"/>
                <a:pathLst>
                  <a:path extrusionOk="0" h="1785" w="1949">
                    <a:moveTo>
                      <a:pt x="1948" y="0"/>
                    </a:moveTo>
                    <a:lnTo>
                      <a:pt x="0" y="1467"/>
                    </a:lnTo>
                    <a:lnTo>
                      <a:pt x="287" y="1784"/>
                    </a:lnTo>
                    <a:lnTo>
                      <a:pt x="19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5"/>
              <p:cNvSpPr/>
              <p:nvPr/>
            </p:nvSpPr>
            <p:spPr>
              <a:xfrm>
                <a:off x="4720575" y="2833525"/>
                <a:ext cx="54200" cy="49550"/>
              </a:xfrm>
              <a:custGeom>
                <a:rect b="b" l="l" r="r" t="t"/>
                <a:pathLst>
                  <a:path extrusionOk="0" h="1982" w="2168">
                    <a:moveTo>
                      <a:pt x="2167" y="1"/>
                    </a:moveTo>
                    <a:lnTo>
                      <a:pt x="1" y="1665"/>
                    </a:lnTo>
                    <a:lnTo>
                      <a:pt x="287" y="1981"/>
                    </a:lnTo>
                    <a:lnTo>
                      <a:pt x="21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5"/>
              <p:cNvSpPr/>
              <p:nvPr/>
            </p:nvSpPr>
            <p:spPr>
              <a:xfrm>
                <a:off x="4681750" y="3307700"/>
                <a:ext cx="194225" cy="475900"/>
              </a:xfrm>
              <a:custGeom>
                <a:rect b="b" l="l" r="r" t="t"/>
                <a:pathLst>
                  <a:path extrusionOk="0" h="19036" w="7769">
                    <a:moveTo>
                      <a:pt x="7284" y="427"/>
                    </a:moveTo>
                    <a:lnTo>
                      <a:pt x="3807" y="17716"/>
                    </a:lnTo>
                    <a:lnTo>
                      <a:pt x="481" y="485"/>
                    </a:lnTo>
                    <a:lnTo>
                      <a:pt x="7284" y="427"/>
                    </a:lnTo>
                    <a:close/>
                    <a:moveTo>
                      <a:pt x="7545" y="0"/>
                    </a:moveTo>
                    <a:lnTo>
                      <a:pt x="222" y="61"/>
                    </a:lnTo>
                    <a:cubicBezTo>
                      <a:pt x="158" y="62"/>
                      <a:pt x="99" y="90"/>
                      <a:pt x="58" y="140"/>
                    </a:cubicBezTo>
                    <a:cubicBezTo>
                      <a:pt x="16" y="187"/>
                      <a:pt x="1" y="253"/>
                      <a:pt x="13" y="315"/>
                    </a:cubicBezTo>
                    <a:lnTo>
                      <a:pt x="3593" y="18862"/>
                    </a:lnTo>
                    <a:cubicBezTo>
                      <a:pt x="3612" y="18963"/>
                      <a:pt x="3700" y="19033"/>
                      <a:pt x="3803" y="19035"/>
                    </a:cubicBezTo>
                    <a:cubicBezTo>
                      <a:pt x="3905" y="19035"/>
                      <a:pt x="3993" y="18963"/>
                      <a:pt x="4016" y="18863"/>
                    </a:cubicBezTo>
                    <a:lnTo>
                      <a:pt x="7758" y="255"/>
                    </a:lnTo>
                    <a:cubicBezTo>
                      <a:pt x="7769" y="192"/>
                      <a:pt x="7753" y="126"/>
                      <a:pt x="7712" y="78"/>
                    </a:cubicBezTo>
                    <a:cubicBezTo>
                      <a:pt x="7671" y="28"/>
                      <a:pt x="7612" y="0"/>
                      <a:pt x="75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5"/>
              <p:cNvSpPr/>
              <p:nvPr/>
            </p:nvSpPr>
            <p:spPr>
              <a:xfrm>
                <a:off x="4772300" y="3311625"/>
                <a:ext cx="8100" cy="466600"/>
              </a:xfrm>
              <a:custGeom>
                <a:rect b="b" l="l" r="r" t="t"/>
                <a:pathLst>
                  <a:path extrusionOk="0" h="18664" w="324">
                    <a:moveTo>
                      <a:pt x="0" y="0"/>
                    </a:moveTo>
                    <a:lnTo>
                      <a:pt x="39" y="18664"/>
                    </a:lnTo>
                    <a:lnTo>
                      <a:pt x="323" y="1866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5"/>
              <p:cNvSpPr/>
              <p:nvPr/>
            </p:nvSpPr>
            <p:spPr>
              <a:xfrm>
                <a:off x="4779850" y="3354350"/>
                <a:ext cx="85025" cy="77325"/>
              </a:xfrm>
              <a:custGeom>
                <a:rect b="b" l="l" r="r" t="t"/>
                <a:pathLst>
                  <a:path extrusionOk="0" h="3093" w="3401">
                    <a:moveTo>
                      <a:pt x="3113" y="1"/>
                    </a:moveTo>
                    <a:lnTo>
                      <a:pt x="1" y="3093"/>
                    </a:lnTo>
                    <a:lnTo>
                      <a:pt x="3400" y="319"/>
                    </a:lnTo>
                    <a:lnTo>
                      <a:pt x="3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5"/>
              <p:cNvSpPr/>
              <p:nvPr/>
            </p:nvSpPr>
            <p:spPr>
              <a:xfrm>
                <a:off x="4779625" y="3330525"/>
                <a:ext cx="85025" cy="77300"/>
              </a:xfrm>
              <a:custGeom>
                <a:rect b="b" l="l" r="r" t="t"/>
                <a:pathLst>
                  <a:path extrusionOk="0" h="3092" w="3401">
                    <a:moveTo>
                      <a:pt x="3115" y="0"/>
                    </a:moveTo>
                    <a:lnTo>
                      <a:pt x="0" y="3092"/>
                    </a:lnTo>
                    <a:lnTo>
                      <a:pt x="3401" y="317"/>
                    </a:lnTo>
                    <a:lnTo>
                      <a:pt x="3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5"/>
              <p:cNvSpPr/>
              <p:nvPr/>
            </p:nvSpPr>
            <p:spPr>
              <a:xfrm>
                <a:off x="4779475" y="3309125"/>
                <a:ext cx="85000" cy="77325"/>
              </a:xfrm>
              <a:custGeom>
                <a:rect b="b" l="l" r="r" t="t"/>
                <a:pathLst>
                  <a:path extrusionOk="0" h="3093" w="3400">
                    <a:moveTo>
                      <a:pt x="3115" y="0"/>
                    </a:moveTo>
                    <a:lnTo>
                      <a:pt x="0" y="3092"/>
                    </a:lnTo>
                    <a:lnTo>
                      <a:pt x="3400" y="317"/>
                    </a:lnTo>
                    <a:lnTo>
                      <a:pt x="3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5"/>
              <p:cNvSpPr/>
              <p:nvPr/>
            </p:nvSpPr>
            <p:spPr>
              <a:xfrm>
                <a:off x="4779250" y="3309350"/>
                <a:ext cx="59325" cy="54900"/>
              </a:xfrm>
              <a:custGeom>
                <a:rect b="b" l="l" r="r" t="t"/>
                <a:pathLst>
                  <a:path extrusionOk="0" h="2196" w="2373">
                    <a:moveTo>
                      <a:pt x="2085" y="0"/>
                    </a:moveTo>
                    <a:lnTo>
                      <a:pt x="1" y="2196"/>
                    </a:lnTo>
                    <a:lnTo>
                      <a:pt x="2373" y="316"/>
                    </a:lnTo>
                    <a:lnTo>
                      <a:pt x="20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4779075" y="3309900"/>
                <a:ext cx="32150" cy="29675"/>
              </a:xfrm>
              <a:custGeom>
                <a:rect b="b" l="l" r="r" t="t"/>
                <a:pathLst>
                  <a:path extrusionOk="0" h="1187" w="1286">
                    <a:moveTo>
                      <a:pt x="998" y="0"/>
                    </a:moveTo>
                    <a:lnTo>
                      <a:pt x="1" y="1187"/>
                    </a:lnTo>
                    <a:lnTo>
                      <a:pt x="1285" y="317"/>
                    </a:lnTo>
                    <a:lnTo>
                      <a:pt x="9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5"/>
              <p:cNvSpPr/>
              <p:nvPr/>
            </p:nvSpPr>
            <p:spPr>
              <a:xfrm>
                <a:off x="4780775" y="3496300"/>
                <a:ext cx="54350" cy="49675"/>
              </a:xfrm>
              <a:custGeom>
                <a:rect b="b" l="l" r="r" t="t"/>
                <a:pathLst>
                  <a:path extrusionOk="0" h="1987" w="2174">
                    <a:moveTo>
                      <a:pt x="1888" y="1"/>
                    </a:moveTo>
                    <a:lnTo>
                      <a:pt x="1" y="1987"/>
                    </a:lnTo>
                    <a:lnTo>
                      <a:pt x="2174" y="318"/>
                    </a:lnTo>
                    <a:lnTo>
                      <a:pt x="18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5"/>
              <p:cNvSpPr/>
              <p:nvPr/>
            </p:nvSpPr>
            <p:spPr>
              <a:xfrm>
                <a:off x="4780600" y="3465600"/>
                <a:ext cx="61875" cy="56525"/>
              </a:xfrm>
              <a:custGeom>
                <a:rect b="b" l="l" r="r" t="t"/>
                <a:pathLst>
                  <a:path extrusionOk="0" h="2261" w="2475">
                    <a:moveTo>
                      <a:pt x="2189" y="1"/>
                    </a:moveTo>
                    <a:lnTo>
                      <a:pt x="1" y="2260"/>
                    </a:lnTo>
                    <a:lnTo>
                      <a:pt x="2475" y="319"/>
                    </a:lnTo>
                    <a:lnTo>
                      <a:pt x="21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5"/>
              <p:cNvSpPr/>
              <p:nvPr/>
            </p:nvSpPr>
            <p:spPr>
              <a:xfrm>
                <a:off x="4780425" y="3437675"/>
                <a:ext cx="69150" cy="63025"/>
              </a:xfrm>
              <a:custGeom>
                <a:rect b="b" l="l" r="r" t="t"/>
                <a:pathLst>
                  <a:path extrusionOk="0" h="2521" w="2766">
                    <a:moveTo>
                      <a:pt x="2481" y="0"/>
                    </a:moveTo>
                    <a:lnTo>
                      <a:pt x="0" y="2521"/>
                    </a:lnTo>
                    <a:lnTo>
                      <a:pt x="0" y="2521"/>
                    </a:lnTo>
                    <a:lnTo>
                      <a:pt x="2765" y="317"/>
                    </a:lnTo>
                    <a:lnTo>
                      <a:pt x="24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4780250" y="3411975"/>
                <a:ext cx="73025" cy="66550"/>
              </a:xfrm>
              <a:custGeom>
                <a:rect b="b" l="l" r="r" t="t"/>
                <a:pathLst>
                  <a:path extrusionOk="0" h="2662" w="2921">
                    <a:moveTo>
                      <a:pt x="2635" y="1"/>
                    </a:moveTo>
                    <a:lnTo>
                      <a:pt x="0" y="2662"/>
                    </a:lnTo>
                    <a:lnTo>
                      <a:pt x="2921" y="318"/>
                    </a:lnTo>
                    <a:lnTo>
                      <a:pt x="2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4780000" y="3381825"/>
                <a:ext cx="79200" cy="72050"/>
              </a:xfrm>
              <a:custGeom>
                <a:rect b="b" l="l" r="r" t="t"/>
                <a:pathLst>
                  <a:path extrusionOk="0" h="2882" w="3168">
                    <a:moveTo>
                      <a:pt x="2882" y="1"/>
                    </a:moveTo>
                    <a:lnTo>
                      <a:pt x="1" y="2881"/>
                    </a:lnTo>
                    <a:lnTo>
                      <a:pt x="3167" y="317"/>
                    </a:lnTo>
                    <a:lnTo>
                      <a:pt x="28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5"/>
              <p:cNvSpPr/>
              <p:nvPr/>
            </p:nvSpPr>
            <p:spPr>
              <a:xfrm>
                <a:off x="4777550" y="3664450"/>
                <a:ext cx="25000" cy="23250"/>
              </a:xfrm>
              <a:custGeom>
                <a:rect b="b" l="l" r="r" t="t"/>
                <a:pathLst>
                  <a:path extrusionOk="0" h="930" w="1000">
                    <a:moveTo>
                      <a:pt x="713" y="1"/>
                    </a:moveTo>
                    <a:lnTo>
                      <a:pt x="1" y="929"/>
                    </a:lnTo>
                    <a:lnTo>
                      <a:pt x="999" y="319"/>
                    </a:lnTo>
                    <a:lnTo>
                      <a:pt x="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5"/>
              <p:cNvSpPr/>
              <p:nvPr/>
            </p:nvSpPr>
            <p:spPr>
              <a:xfrm>
                <a:off x="4777775" y="3692900"/>
                <a:ext cx="19025" cy="17900"/>
              </a:xfrm>
              <a:custGeom>
                <a:rect b="b" l="l" r="r" t="t"/>
                <a:pathLst>
                  <a:path extrusionOk="0" h="716" w="761">
                    <a:moveTo>
                      <a:pt x="476" y="1"/>
                    </a:moveTo>
                    <a:lnTo>
                      <a:pt x="0" y="716"/>
                    </a:lnTo>
                    <a:lnTo>
                      <a:pt x="0" y="716"/>
                    </a:lnTo>
                    <a:lnTo>
                      <a:pt x="760" y="317"/>
                    </a:lnTo>
                    <a:lnTo>
                      <a:pt x="4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5"/>
              <p:cNvSpPr/>
              <p:nvPr/>
            </p:nvSpPr>
            <p:spPr>
              <a:xfrm>
                <a:off x="4774600" y="3712650"/>
                <a:ext cx="19000" cy="17925"/>
              </a:xfrm>
              <a:custGeom>
                <a:rect b="b" l="l" r="r" t="t"/>
                <a:pathLst>
                  <a:path extrusionOk="0" h="717" w="760">
                    <a:moveTo>
                      <a:pt x="475" y="1"/>
                    </a:moveTo>
                    <a:lnTo>
                      <a:pt x="0" y="717"/>
                    </a:lnTo>
                    <a:lnTo>
                      <a:pt x="0" y="717"/>
                    </a:lnTo>
                    <a:lnTo>
                      <a:pt x="759" y="318"/>
                    </a:lnTo>
                    <a:lnTo>
                      <a:pt x="4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5"/>
              <p:cNvSpPr/>
              <p:nvPr/>
            </p:nvSpPr>
            <p:spPr>
              <a:xfrm>
                <a:off x="4777375" y="3635125"/>
                <a:ext cx="31025" cy="28700"/>
              </a:xfrm>
              <a:custGeom>
                <a:rect b="b" l="l" r="r" t="t"/>
                <a:pathLst>
                  <a:path extrusionOk="0" h="1148" w="1241">
                    <a:moveTo>
                      <a:pt x="955" y="0"/>
                    </a:moveTo>
                    <a:lnTo>
                      <a:pt x="1" y="1148"/>
                    </a:lnTo>
                    <a:lnTo>
                      <a:pt x="1241" y="317"/>
                    </a:lnTo>
                    <a:lnTo>
                      <a:pt x="9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5"/>
              <p:cNvSpPr/>
              <p:nvPr/>
            </p:nvSpPr>
            <p:spPr>
              <a:xfrm>
                <a:off x="4777175" y="3608825"/>
                <a:ext cx="36550" cy="33600"/>
              </a:xfrm>
              <a:custGeom>
                <a:rect b="b" l="l" r="r" t="t"/>
                <a:pathLst>
                  <a:path extrusionOk="0" h="1344" w="1462">
                    <a:moveTo>
                      <a:pt x="1175" y="0"/>
                    </a:moveTo>
                    <a:lnTo>
                      <a:pt x="0" y="1343"/>
                    </a:lnTo>
                    <a:lnTo>
                      <a:pt x="0" y="1343"/>
                    </a:lnTo>
                    <a:lnTo>
                      <a:pt x="1461" y="317"/>
                    </a:lnTo>
                    <a:lnTo>
                      <a:pt x="11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5"/>
              <p:cNvSpPr/>
              <p:nvPr/>
            </p:nvSpPr>
            <p:spPr>
              <a:xfrm>
                <a:off x="4777000" y="3581500"/>
                <a:ext cx="42200" cy="38750"/>
              </a:xfrm>
              <a:custGeom>
                <a:rect b="b" l="l" r="r" t="t"/>
                <a:pathLst>
                  <a:path extrusionOk="0" h="1550" w="1688">
                    <a:moveTo>
                      <a:pt x="1401" y="0"/>
                    </a:moveTo>
                    <a:lnTo>
                      <a:pt x="0" y="1549"/>
                    </a:lnTo>
                    <a:lnTo>
                      <a:pt x="1688" y="317"/>
                    </a:lnTo>
                    <a:lnTo>
                      <a:pt x="14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5"/>
              <p:cNvSpPr/>
              <p:nvPr/>
            </p:nvSpPr>
            <p:spPr>
              <a:xfrm>
                <a:off x="4776775" y="3550950"/>
                <a:ext cx="48725" cy="44625"/>
              </a:xfrm>
              <a:custGeom>
                <a:rect b="b" l="l" r="r" t="t"/>
                <a:pathLst>
                  <a:path extrusionOk="0" h="1785" w="1949">
                    <a:moveTo>
                      <a:pt x="1662" y="1"/>
                    </a:moveTo>
                    <a:lnTo>
                      <a:pt x="1" y="1785"/>
                    </a:lnTo>
                    <a:lnTo>
                      <a:pt x="1" y="1785"/>
                    </a:lnTo>
                    <a:lnTo>
                      <a:pt x="1949" y="319"/>
                    </a:lnTo>
                    <a:lnTo>
                      <a:pt x="16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5"/>
              <p:cNvSpPr/>
              <p:nvPr/>
            </p:nvSpPr>
            <p:spPr>
              <a:xfrm>
                <a:off x="4776600" y="3523850"/>
                <a:ext cx="54200" cy="49575"/>
              </a:xfrm>
              <a:custGeom>
                <a:rect b="b" l="l" r="r" t="t"/>
                <a:pathLst>
                  <a:path extrusionOk="0" h="1983" w="2168">
                    <a:moveTo>
                      <a:pt x="1880" y="0"/>
                    </a:moveTo>
                    <a:lnTo>
                      <a:pt x="1" y="1982"/>
                    </a:lnTo>
                    <a:lnTo>
                      <a:pt x="2167" y="317"/>
                    </a:lnTo>
                    <a:lnTo>
                      <a:pt x="18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5"/>
              <p:cNvSpPr/>
              <p:nvPr/>
            </p:nvSpPr>
            <p:spPr>
              <a:xfrm>
                <a:off x="4878550" y="3104900"/>
                <a:ext cx="475900" cy="193800"/>
              </a:xfrm>
              <a:custGeom>
                <a:rect b="b" l="l" r="r" t="t"/>
                <a:pathLst>
                  <a:path extrusionOk="0" h="7752" w="19036">
                    <a:moveTo>
                      <a:pt x="429" y="476"/>
                    </a:moveTo>
                    <a:lnTo>
                      <a:pt x="17716" y="3951"/>
                    </a:lnTo>
                    <a:lnTo>
                      <a:pt x="486" y="7279"/>
                    </a:lnTo>
                    <a:lnTo>
                      <a:pt x="429" y="476"/>
                    </a:lnTo>
                    <a:close/>
                    <a:moveTo>
                      <a:pt x="219" y="1"/>
                    </a:moveTo>
                    <a:cubicBezTo>
                      <a:pt x="164" y="1"/>
                      <a:pt x="119" y="13"/>
                      <a:pt x="77" y="48"/>
                    </a:cubicBezTo>
                    <a:cubicBezTo>
                      <a:pt x="27" y="90"/>
                      <a:pt x="0" y="151"/>
                      <a:pt x="0" y="215"/>
                    </a:cubicBezTo>
                    <a:lnTo>
                      <a:pt x="61" y="7538"/>
                    </a:lnTo>
                    <a:cubicBezTo>
                      <a:pt x="61" y="7602"/>
                      <a:pt x="89" y="7662"/>
                      <a:pt x="138" y="7702"/>
                    </a:cubicBezTo>
                    <a:cubicBezTo>
                      <a:pt x="177" y="7735"/>
                      <a:pt x="225" y="7751"/>
                      <a:pt x="273" y="7751"/>
                    </a:cubicBezTo>
                    <a:cubicBezTo>
                      <a:pt x="288" y="7751"/>
                      <a:pt x="300" y="7750"/>
                      <a:pt x="315" y="7747"/>
                    </a:cubicBezTo>
                    <a:lnTo>
                      <a:pt x="18863" y="4163"/>
                    </a:lnTo>
                    <a:cubicBezTo>
                      <a:pt x="18963" y="4144"/>
                      <a:pt x="19036" y="4055"/>
                      <a:pt x="19036" y="3954"/>
                    </a:cubicBezTo>
                    <a:cubicBezTo>
                      <a:pt x="19036" y="3852"/>
                      <a:pt x="18964" y="3764"/>
                      <a:pt x="18865" y="3744"/>
                    </a:cubicBezTo>
                    <a:lnTo>
                      <a:pt x="257" y="3"/>
                    </a:lnTo>
                    <a:cubicBezTo>
                      <a:pt x="244" y="2"/>
                      <a:pt x="231"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5"/>
              <p:cNvSpPr/>
              <p:nvPr/>
            </p:nvSpPr>
            <p:spPr>
              <a:xfrm>
                <a:off x="4882500" y="3200250"/>
                <a:ext cx="466625" cy="8075"/>
              </a:xfrm>
              <a:custGeom>
                <a:rect b="b" l="l" r="r" t="t"/>
                <a:pathLst>
                  <a:path extrusionOk="0" h="323" w="18665">
                    <a:moveTo>
                      <a:pt x="18664" y="0"/>
                    </a:moveTo>
                    <a:lnTo>
                      <a:pt x="1" y="38"/>
                    </a:lnTo>
                    <a:lnTo>
                      <a:pt x="1" y="323"/>
                    </a:lnTo>
                    <a:lnTo>
                      <a:pt x="18664" y="285"/>
                    </a:lnTo>
                    <a:lnTo>
                      <a:pt x="186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5"/>
              <p:cNvSpPr/>
              <p:nvPr/>
            </p:nvSpPr>
            <p:spPr>
              <a:xfrm>
                <a:off x="4925225" y="3115800"/>
                <a:ext cx="77350" cy="85025"/>
              </a:xfrm>
              <a:custGeom>
                <a:rect b="b" l="l" r="r" t="t"/>
                <a:pathLst>
                  <a:path extrusionOk="0" h="3401" w="3094">
                    <a:moveTo>
                      <a:pt x="318" y="0"/>
                    </a:moveTo>
                    <a:lnTo>
                      <a:pt x="1" y="286"/>
                    </a:lnTo>
                    <a:lnTo>
                      <a:pt x="3094" y="3401"/>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5"/>
              <p:cNvSpPr/>
              <p:nvPr/>
            </p:nvSpPr>
            <p:spPr>
              <a:xfrm>
                <a:off x="4901375" y="3115975"/>
                <a:ext cx="77350" cy="85050"/>
              </a:xfrm>
              <a:custGeom>
                <a:rect b="b" l="l" r="r" t="t"/>
                <a:pathLst>
                  <a:path extrusionOk="0" h="3402" w="3094">
                    <a:moveTo>
                      <a:pt x="318" y="0"/>
                    </a:moveTo>
                    <a:lnTo>
                      <a:pt x="0" y="287"/>
                    </a:lnTo>
                    <a:lnTo>
                      <a:pt x="3093" y="3402"/>
                    </a:lnTo>
                    <a:lnTo>
                      <a:pt x="3093" y="3402"/>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5"/>
              <p:cNvSpPr/>
              <p:nvPr/>
            </p:nvSpPr>
            <p:spPr>
              <a:xfrm>
                <a:off x="4879950" y="3116175"/>
                <a:ext cx="77375" cy="85025"/>
              </a:xfrm>
              <a:custGeom>
                <a:rect b="b" l="l" r="r" t="t"/>
                <a:pathLst>
                  <a:path extrusionOk="0" h="3401" w="3095">
                    <a:moveTo>
                      <a:pt x="319" y="1"/>
                    </a:moveTo>
                    <a:lnTo>
                      <a:pt x="1" y="286"/>
                    </a:lnTo>
                    <a:lnTo>
                      <a:pt x="3094" y="3400"/>
                    </a:lnTo>
                    <a:lnTo>
                      <a:pt x="3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5"/>
              <p:cNvSpPr/>
              <p:nvPr/>
            </p:nvSpPr>
            <p:spPr>
              <a:xfrm>
                <a:off x="4880225" y="3142075"/>
                <a:ext cx="54900" cy="59300"/>
              </a:xfrm>
              <a:custGeom>
                <a:rect b="b" l="l" r="r" t="t"/>
                <a:pathLst>
                  <a:path extrusionOk="0" h="2372" w="2196">
                    <a:moveTo>
                      <a:pt x="315" y="0"/>
                    </a:moveTo>
                    <a:lnTo>
                      <a:pt x="0" y="287"/>
                    </a:lnTo>
                    <a:lnTo>
                      <a:pt x="2196" y="2371"/>
                    </a:lnTo>
                    <a:lnTo>
                      <a:pt x="3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5"/>
              <p:cNvSpPr/>
              <p:nvPr/>
            </p:nvSpPr>
            <p:spPr>
              <a:xfrm>
                <a:off x="4880750" y="3169475"/>
                <a:ext cx="29700" cy="32125"/>
              </a:xfrm>
              <a:custGeom>
                <a:rect b="b" l="l" r="r" t="t"/>
                <a:pathLst>
                  <a:path extrusionOk="0" h="1285" w="1188">
                    <a:moveTo>
                      <a:pt x="319" y="0"/>
                    </a:moveTo>
                    <a:lnTo>
                      <a:pt x="1" y="285"/>
                    </a:lnTo>
                    <a:lnTo>
                      <a:pt x="1187" y="1285"/>
                    </a:lnTo>
                    <a:lnTo>
                      <a:pt x="3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5"/>
              <p:cNvSpPr/>
              <p:nvPr/>
            </p:nvSpPr>
            <p:spPr>
              <a:xfrm>
                <a:off x="5067175" y="3145500"/>
                <a:ext cx="49700" cy="54350"/>
              </a:xfrm>
              <a:custGeom>
                <a:rect b="b" l="l" r="r" t="t"/>
                <a:pathLst>
                  <a:path extrusionOk="0" h="2174" w="1988">
                    <a:moveTo>
                      <a:pt x="317" y="1"/>
                    </a:moveTo>
                    <a:lnTo>
                      <a:pt x="0" y="287"/>
                    </a:lnTo>
                    <a:lnTo>
                      <a:pt x="1987" y="2173"/>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5"/>
              <p:cNvSpPr/>
              <p:nvPr/>
            </p:nvSpPr>
            <p:spPr>
              <a:xfrm>
                <a:off x="5036500" y="3138150"/>
                <a:ext cx="56525" cy="61900"/>
              </a:xfrm>
              <a:custGeom>
                <a:rect b="b" l="l" r="r" t="t"/>
                <a:pathLst>
                  <a:path extrusionOk="0" h="2476" w="2261">
                    <a:moveTo>
                      <a:pt x="317" y="1"/>
                    </a:moveTo>
                    <a:lnTo>
                      <a:pt x="1" y="287"/>
                    </a:lnTo>
                    <a:lnTo>
                      <a:pt x="2260" y="2476"/>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5"/>
              <p:cNvSpPr/>
              <p:nvPr/>
            </p:nvSpPr>
            <p:spPr>
              <a:xfrm>
                <a:off x="5008550" y="3131050"/>
                <a:ext cx="63050" cy="69150"/>
              </a:xfrm>
              <a:custGeom>
                <a:rect b="b" l="l" r="r" t="t"/>
                <a:pathLst>
                  <a:path extrusionOk="0" h="2766" w="2522">
                    <a:moveTo>
                      <a:pt x="318" y="1"/>
                    </a:moveTo>
                    <a:lnTo>
                      <a:pt x="0" y="288"/>
                    </a:lnTo>
                    <a:lnTo>
                      <a:pt x="2522" y="2766"/>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5"/>
              <p:cNvSpPr/>
              <p:nvPr/>
            </p:nvSpPr>
            <p:spPr>
              <a:xfrm>
                <a:off x="4982875" y="3127400"/>
                <a:ext cx="66550" cy="73025"/>
              </a:xfrm>
              <a:custGeom>
                <a:rect b="b" l="l" r="r" t="t"/>
                <a:pathLst>
                  <a:path extrusionOk="0" h="2921" w="2662">
                    <a:moveTo>
                      <a:pt x="318" y="0"/>
                    </a:moveTo>
                    <a:lnTo>
                      <a:pt x="1" y="285"/>
                    </a:lnTo>
                    <a:lnTo>
                      <a:pt x="2661" y="2920"/>
                    </a:lnTo>
                    <a:lnTo>
                      <a:pt x="2661" y="2920"/>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5"/>
              <p:cNvSpPr/>
              <p:nvPr/>
            </p:nvSpPr>
            <p:spPr>
              <a:xfrm>
                <a:off x="4952675" y="3121475"/>
                <a:ext cx="72100" cy="79175"/>
              </a:xfrm>
              <a:custGeom>
                <a:rect b="b" l="l" r="r" t="t"/>
                <a:pathLst>
                  <a:path extrusionOk="0" h="3167" w="2884">
                    <a:moveTo>
                      <a:pt x="317" y="0"/>
                    </a:moveTo>
                    <a:lnTo>
                      <a:pt x="0" y="285"/>
                    </a:lnTo>
                    <a:lnTo>
                      <a:pt x="2883" y="3166"/>
                    </a:lnTo>
                    <a:lnTo>
                      <a:pt x="3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5"/>
              <p:cNvSpPr/>
              <p:nvPr/>
            </p:nvSpPr>
            <p:spPr>
              <a:xfrm>
                <a:off x="5235350" y="3178125"/>
                <a:ext cx="23225" cy="24950"/>
              </a:xfrm>
              <a:custGeom>
                <a:rect b="b" l="l" r="r" t="t"/>
                <a:pathLst>
                  <a:path extrusionOk="0" h="998" w="929">
                    <a:moveTo>
                      <a:pt x="317" y="1"/>
                    </a:moveTo>
                    <a:lnTo>
                      <a:pt x="0" y="287"/>
                    </a:lnTo>
                    <a:lnTo>
                      <a:pt x="929" y="997"/>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5"/>
              <p:cNvSpPr/>
              <p:nvPr/>
            </p:nvSpPr>
            <p:spPr>
              <a:xfrm>
                <a:off x="5263775" y="3183850"/>
                <a:ext cx="17900" cy="19050"/>
              </a:xfrm>
              <a:custGeom>
                <a:rect b="b" l="l" r="r" t="t"/>
                <a:pathLst>
                  <a:path extrusionOk="0" h="762" w="716">
                    <a:moveTo>
                      <a:pt x="318" y="1"/>
                    </a:moveTo>
                    <a:lnTo>
                      <a:pt x="0" y="286"/>
                    </a:lnTo>
                    <a:lnTo>
                      <a:pt x="715" y="761"/>
                    </a:lnTo>
                    <a:lnTo>
                      <a:pt x="715" y="761"/>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5"/>
              <p:cNvSpPr/>
              <p:nvPr/>
            </p:nvSpPr>
            <p:spPr>
              <a:xfrm>
                <a:off x="5283525" y="3187025"/>
                <a:ext cx="17900" cy="19075"/>
              </a:xfrm>
              <a:custGeom>
                <a:rect b="b" l="l" r="r" t="t"/>
                <a:pathLst>
                  <a:path extrusionOk="0" h="763" w="716">
                    <a:moveTo>
                      <a:pt x="318" y="1"/>
                    </a:moveTo>
                    <a:lnTo>
                      <a:pt x="1" y="287"/>
                    </a:lnTo>
                    <a:lnTo>
                      <a:pt x="716" y="762"/>
                    </a:lnTo>
                    <a:lnTo>
                      <a:pt x="716" y="762"/>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5"/>
              <p:cNvSpPr/>
              <p:nvPr/>
            </p:nvSpPr>
            <p:spPr>
              <a:xfrm>
                <a:off x="5206000" y="3172250"/>
                <a:ext cx="28725" cy="31025"/>
              </a:xfrm>
              <a:custGeom>
                <a:rect b="b" l="l" r="r" t="t"/>
                <a:pathLst>
                  <a:path extrusionOk="0" h="1241" w="1149">
                    <a:moveTo>
                      <a:pt x="318" y="1"/>
                    </a:moveTo>
                    <a:lnTo>
                      <a:pt x="0" y="286"/>
                    </a:lnTo>
                    <a:lnTo>
                      <a:pt x="1149" y="1241"/>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5"/>
              <p:cNvSpPr/>
              <p:nvPr/>
            </p:nvSpPr>
            <p:spPr>
              <a:xfrm>
                <a:off x="5179650" y="3166950"/>
                <a:ext cx="33675" cy="36525"/>
              </a:xfrm>
              <a:custGeom>
                <a:rect b="b" l="l" r="r" t="t"/>
                <a:pathLst>
                  <a:path extrusionOk="0" h="1461" w="1347">
                    <a:moveTo>
                      <a:pt x="318" y="0"/>
                    </a:moveTo>
                    <a:lnTo>
                      <a:pt x="1" y="286"/>
                    </a:lnTo>
                    <a:lnTo>
                      <a:pt x="1346" y="1461"/>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5"/>
              <p:cNvSpPr/>
              <p:nvPr/>
            </p:nvSpPr>
            <p:spPr>
              <a:xfrm>
                <a:off x="5152375" y="3161475"/>
                <a:ext cx="38750" cy="42200"/>
              </a:xfrm>
              <a:custGeom>
                <a:rect b="b" l="l" r="r" t="t"/>
                <a:pathLst>
                  <a:path extrusionOk="0" h="1688" w="1550">
                    <a:moveTo>
                      <a:pt x="318" y="0"/>
                    </a:moveTo>
                    <a:lnTo>
                      <a:pt x="0" y="285"/>
                    </a:lnTo>
                    <a:lnTo>
                      <a:pt x="1550" y="1687"/>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5"/>
              <p:cNvSpPr/>
              <p:nvPr/>
            </p:nvSpPr>
            <p:spPr>
              <a:xfrm>
                <a:off x="5121850" y="3155150"/>
                <a:ext cx="44600" cy="48725"/>
              </a:xfrm>
              <a:custGeom>
                <a:rect b="b" l="l" r="r" t="t"/>
                <a:pathLst>
                  <a:path extrusionOk="0" h="1949" w="1784">
                    <a:moveTo>
                      <a:pt x="317" y="0"/>
                    </a:moveTo>
                    <a:lnTo>
                      <a:pt x="1" y="287"/>
                    </a:lnTo>
                    <a:lnTo>
                      <a:pt x="1784" y="1948"/>
                    </a:lnTo>
                    <a:lnTo>
                      <a:pt x="3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5"/>
              <p:cNvSpPr/>
              <p:nvPr/>
            </p:nvSpPr>
            <p:spPr>
              <a:xfrm>
                <a:off x="5094725" y="3149850"/>
                <a:ext cx="49550" cy="54200"/>
              </a:xfrm>
              <a:custGeom>
                <a:rect b="b" l="l" r="r" t="t"/>
                <a:pathLst>
                  <a:path extrusionOk="0" h="2168" w="1982">
                    <a:moveTo>
                      <a:pt x="318" y="1"/>
                    </a:moveTo>
                    <a:lnTo>
                      <a:pt x="0" y="288"/>
                    </a:lnTo>
                    <a:lnTo>
                      <a:pt x="1981" y="2168"/>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5"/>
              <p:cNvSpPr/>
              <p:nvPr/>
            </p:nvSpPr>
            <p:spPr>
              <a:xfrm>
                <a:off x="4196400" y="3106750"/>
                <a:ext cx="475950" cy="193775"/>
              </a:xfrm>
              <a:custGeom>
                <a:rect b="b" l="l" r="r" t="t"/>
                <a:pathLst>
                  <a:path extrusionOk="0" h="7751" w="19038">
                    <a:moveTo>
                      <a:pt x="18552" y="471"/>
                    </a:moveTo>
                    <a:lnTo>
                      <a:pt x="18610" y="7275"/>
                    </a:lnTo>
                    <a:lnTo>
                      <a:pt x="1321" y="3799"/>
                    </a:lnTo>
                    <a:lnTo>
                      <a:pt x="18552" y="471"/>
                    </a:lnTo>
                    <a:close/>
                    <a:moveTo>
                      <a:pt x="18764" y="0"/>
                    </a:moveTo>
                    <a:cubicBezTo>
                      <a:pt x="18750" y="0"/>
                      <a:pt x="18736" y="2"/>
                      <a:pt x="18721" y="5"/>
                    </a:cubicBezTo>
                    <a:lnTo>
                      <a:pt x="173" y="3586"/>
                    </a:lnTo>
                    <a:cubicBezTo>
                      <a:pt x="73" y="3606"/>
                      <a:pt x="0" y="3694"/>
                      <a:pt x="0" y="3795"/>
                    </a:cubicBezTo>
                    <a:cubicBezTo>
                      <a:pt x="0" y="3897"/>
                      <a:pt x="72" y="3985"/>
                      <a:pt x="172" y="4005"/>
                    </a:cubicBezTo>
                    <a:lnTo>
                      <a:pt x="18782" y="7746"/>
                    </a:lnTo>
                    <a:cubicBezTo>
                      <a:pt x="18798" y="7747"/>
                      <a:pt x="18810" y="7750"/>
                      <a:pt x="18825" y="7750"/>
                    </a:cubicBezTo>
                    <a:cubicBezTo>
                      <a:pt x="18873" y="7750"/>
                      <a:pt x="18923" y="7733"/>
                      <a:pt x="18960" y="7704"/>
                    </a:cubicBezTo>
                    <a:cubicBezTo>
                      <a:pt x="19010" y="7662"/>
                      <a:pt x="19037" y="7601"/>
                      <a:pt x="19037" y="7537"/>
                    </a:cubicBezTo>
                    <a:lnTo>
                      <a:pt x="18975" y="213"/>
                    </a:lnTo>
                    <a:cubicBezTo>
                      <a:pt x="18975" y="151"/>
                      <a:pt x="18947" y="90"/>
                      <a:pt x="18898" y="49"/>
                    </a:cubicBezTo>
                    <a:cubicBezTo>
                      <a:pt x="18859" y="18"/>
                      <a:pt x="18812" y="0"/>
                      <a:pt x="187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5"/>
              <p:cNvSpPr/>
              <p:nvPr/>
            </p:nvSpPr>
            <p:spPr>
              <a:xfrm>
                <a:off x="4201725" y="3197075"/>
                <a:ext cx="466625" cy="8150"/>
              </a:xfrm>
              <a:custGeom>
                <a:rect b="b" l="l" r="r" t="t"/>
                <a:pathLst>
                  <a:path extrusionOk="0" h="326" w="18665">
                    <a:moveTo>
                      <a:pt x="18664" y="0"/>
                    </a:moveTo>
                    <a:lnTo>
                      <a:pt x="1" y="40"/>
                    </a:lnTo>
                    <a:lnTo>
                      <a:pt x="1" y="325"/>
                    </a:lnTo>
                    <a:lnTo>
                      <a:pt x="18664" y="287"/>
                    </a:lnTo>
                    <a:lnTo>
                      <a:pt x="186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5"/>
              <p:cNvSpPr/>
              <p:nvPr/>
            </p:nvSpPr>
            <p:spPr>
              <a:xfrm>
                <a:off x="4548325" y="3204625"/>
                <a:ext cx="77325" cy="85025"/>
              </a:xfrm>
              <a:custGeom>
                <a:rect b="b" l="l" r="r" t="t"/>
                <a:pathLst>
                  <a:path extrusionOk="0" h="3401" w="3093">
                    <a:moveTo>
                      <a:pt x="1" y="0"/>
                    </a:moveTo>
                    <a:lnTo>
                      <a:pt x="2774" y="3400"/>
                    </a:lnTo>
                    <a:lnTo>
                      <a:pt x="3093" y="311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5"/>
              <p:cNvSpPr/>
              <p:nvPr/>
            </p:nvSpPr>
            <p:spPr>
              <a:xfrm>
                <a:off x="4572125" y="3204425"/>
                <a:ext cx="77375" cy="85000"/>
              </a:xfrm>
              <a:custGeom>
                <a:rect b="b" l="l" r="r" t="t"/>
                <a:pathLst>
                  <a:path extrusionOk="0" h="3400" w="3095">
                    <a:moveTo>
                      <a:pt x="1" y="0"/>
                    </a:moveTo>
                    <a:lnTo>
                      <a:pt x="2776" y="3400"/>
                    </a:lnTo>
                    <a:lnTo>
                      <a:pt x="3094" y="311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5"/>
              <p:cNvSpPr/>
              <p:nvPr/>
            </p:nvSpPr>
            <p:spPr>
              <a:xfrm>
                <a:off x="4593550" y="3204225"/>
                <a:ext cx="77350" cy="85050"/>
              </a:xfrm>
              <a:custGeom>
                <a:rect b="b" l="l" r="r" t="t"/>
                <a:pathLst>
                  <a:path extrusionOk="0" h="3402" w="3094">
                    <a:moveTo>
                      <a:pt x="0" y="1"/>
                    </a:moveTo>
                    <a:lnTo>
                      <a:pt x="2776" y="3402"/>
                    </a:lnTo>
                    <a:lnTo>
                      <a:pt x="3093" y="3115"/>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5"/>
              <p:cNvSpPr/>
              <p:nvPr/>
            </p:nvSpPr>
            <p:spPr>
              <a:xfrm>
                <a:off x="4615725" y="3204025"/>
                <a:ext cx="54950" cy="59350"/>
              </a:xfrm>
              <a:custGeom>
                <a:rect b="b" l="l" r="r" t="t"/>
                <a:pathLst>
                  <a:path extrusionOk="0" h="2374" w="2198">
                    <a:moveTo>
                      <a:pt x="1" y="1"/>
                    </a:moveTo>
                    <a:lnTo>
                      <a:pt x="1881" y="2374"/>
                    </a:lnTo>
                    <a:lnTo>
                      <a:pt x="2197" y="208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5"/>
              <p:cNvSpPr/>
              <p:nvPr/>
            </p:nvSpPr>
            <p:spPr>
              <a:xfrm>
                <a:off x="4640425" y="3203850"/>
                <a:ext cx="29700" cy="32100"/>
              </a:xfrm>
              <a:custGeom>
                <a:rect b="b" l="l" r="r" t="t"/>
                <a:pathLst>
                  <a:path extrusionOk="0" h="1284" w="1188">
                    <a:moveTo>
                      <a:pt x="1" y="0"/>
                    </a:moveTo>
                    <a:lnTo>
                      <a:pt x="870" y="1284"/>
                    </a:lnTo>
                    <a:lnTo>
                      <a:pt x="1187" y="99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5"/>
              <p:cNvSpPr/>
              <p:nvPr/>
            </p:nvSpPr>
            <p:spPr>
              <a:xfrm>
                <a:off x="4434000" y="3205575"/>
                <a:ext cx="49675" cy="54325"/>
              </a:xfrm>
              <a:custGeom>
                <a:rect b="b" l="l" r="r" t="t"/>
                <a:pathLst>
                  <a:path extrusionOk="0" h="2173" w="1987">
                    <a:moveTo>
                      <a:pt x="1" y="1"/>
                    </a:moveTo>
                    <a:lnTo>
                      <a:pt x="1670" y="2172"/>
                    </a:lnTo>
                    <a:lnTo>
                      <a:pt x="1987" y="188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5"/>
              <p:cNvSpPr/>
              <p:nvPr/>
            </p:nvSpPr>
            <p:spPr>
              <a:xfrm>
                <a:off x="4457875" y="3205400"/>
                <a:ext cx="56500" cy="61875"/>
              </a:xfrm>
              <a:custGeom>
                <a:rect b="b" l="l" r="r" t="t"/>
                <a:pathLst>
                  <a:path extrusionOk="0" h="2475" w="2260">
                    <a:moveTo>
                      <a:pt x="0" y="0"/>
                    </a:moveTo>
                    <a:lnTo>
                      <a:pt x="1943" y="2475"/>
                    </a:lnTo>
                    <a:lnTo>
                      <a:pt x="2260" y="218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5"/>
              <p:cNvSpPr/>
              <p:nvPr/>
            </p:nvSpPr>
            <p:spPr>
              <a:xfrm>
                <a:off x="4479275" y="3205200"/>
                <a:ext cx="63075" cy="69175"/>
              </a:xfrm>
              <a:custGeom>
                <a:rect b="b" l="l" r="r" t="t"/>
                <a:pathLst>
                  <a:path extrusionOk="0" h="2767" w="2523">
                    <a:moveTo>
                      <a:pt x="1" y="0"/>
                    </a:moveTo>
                    <a:lnTo>
                      <a:pt x="2205" y="2766"/>
                    </a:lnTo>
                    <a:lnTo>
                      <a:pt x="2522" y="248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5"/>
              <p:cNvSpPr/>
              <p:nvPr/>
            </p:nvSpPr>
            <p:spPr>
              <a:xfrm>
                <a:off x="4501450" y="3204975"/>
                <a:ext cx="66550" cy="73075"/>
              </a:xfrm>
              <a:custGeom>
                <a:rect b="b" l="l" r="r" t="t"/>
                <a:pathLst>
                  <a:path extrusionOk="0" h="2923" w="2662">
                    <a:moveTo>
                      <a:pt x="1" y="1"/>
                    </a:moveTo>
                    <a:lnTo>
                      <a:pt x="2345" y="2923"/>
                    </a:lnTo>
                    <a:lnTo>
                      <a:pt x="2662" y="263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5"/>
              <p:cNvSpPr/>
              <p:nvPr/>
            </p:nvSpPr>
            <p:spPr>
              <a:xfrm>
                <a:off x="4526125" y="3204800"/>
                <a:ext cx="72050" cy="79200"/>
              </a:xfrm>
              <a:custGeom>
                <a:rect b="b" l="l" r="r" t="t"/>
                <a:pathLst>
                  <a:path extrusionOk="0" h="3168" w="2882">
                    <a:moveTo>
                      <a:pt x="0" y="1"/>
                    </a:moveTo>
                    <a:lnTo>
                      <a:pt x="2565" y="3167"/>
                    </a:lnTo>
                    <a:lnTo>
                      <a:pt x="2882" y="2880"/>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5"/>
              <p:cNvSpPr/>
              <p:nvPr/>
            </p:nvSpPr>
            <p:spPr>
              <a:xfrm>
                <a:off x="4292325" y="3202325"/>
                <a:ext cx="23225" cy="24975"/>
              </a:xfrm>
              <a:custGeom>
                <a:rect b="b" l="l" r="r" t="t"/>
                <a:pathLst>
                  <a:path extrusionOk="0" h="999" w="929">
                    <a:moveTo>
                      <a:pt x="0" y="1"/>
                    </a:moveTo>
                    <a:lnTo>
                      <a:pt x="610" y="998"/>
                    </a:lnTo>
                    <a:lnTo>
                      <a:pt x="929" y="71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5"/>
              <p:cNvSpPr/>
              <p:nvPr/>
            </p:nvSpPr>
            <p:spPr>
              <a:xfrm>
                <a:off x="4269175" y="3202550"/>
                <a:ext cx="17925" cy="19050"/>
              </a:xfrm>
              <a:custGeom>
                <a:rect b="b" l="l" r="r" t="t"/>
                <a:pathLst>
                  <a:path extrusionOk="0" h="762" w="717">
                    <a:moveTo>
                      <a:pt x="1" y="1"/>
                    </a:moveTo>
                    <a:lnTo>
                      <a:pt x="399" y="761"/>
                    </a:lnTo>
                    <a:lnTo>
                      <a:pt x="717" y="47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5"/>
              <p:cNvSpPr/>
              <p:nvPr/>
            </p:nvSpPr>
            <p:spPr>
              <a:xfrm>
                <a:off x="4249425" y="3199350"/>
                <a:ext cx="17925" cy="19050"/>
              </a:xfrm>
              <a:custGeom>
                <a:rect b="b" l="l" r="r" t="t"/>
                <a:pathLst>
                  <a:path extrusionOk="0" h="762" w="717">
                    <a:moveTo>
                      <a:pt x="1" y="1"/>
                    </a:moveTo>
                    <a:lnTo>
                      <a:pt x="399" y="761"/>
                    </a:lnTo>
                    <a:lnTo>
                      <a:pt x="717" y="47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5"/>
              <p:cNvSpPr/>
              <p:nvPr/>
            </p:nvSpPr>
            <p:spPr>
              <a:xfrm>
                <a:off x="4316175" y="3202125"/>
                <a:ext cx="28725" cy="31075"/>
              </a:xfrm>
              <a:custGeom>
                <a:rect b="b" l="l" r="r" t="t"/>
                <a:pathLst>
                  <a:path extrusionOk="0" h="1243" w="1149">
                    <a:moveTo>
                      <a:pt x="1" y="0"/>
                    </a:moveTo>
                    <a:lnTo>
                      <a:pt x="831" y="1243"/>
                    </a:lnTo>
                    <a:lnTo>
                      <a:pt x="1148" y="95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5"/>
              <p:cNvSpPr/>
              <p:nvPr/>
            </p:nvSpPr>
            <p:spPr>
              <a:xfrm>
                <a:off x="4337600" y="3201975"/>
                <a:ext cx="33625" cy="36525"/>
              </a:xfrm>
              <a:custGeom>
                <a:rect b="b" l="l" r="r" t="t"/>
                <a:pathLst>
                  <a:path extrusionOk="0" h="1461" w="1345">
                    <a:moveTo>
                      <a:pt x="0" y="0"/>
                    </a:moveTo>
                    <a:lnTo>
                      <a:pt x="1028" y="1460"/>
                    </a:lnTo>
                    <a:lnTo>
                      <a:pt x="1344" y="117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5"/>
              <p:cNvSpPr/>
              <p:nvPr/>
            </p:nvSpPr>
            <p:spPr>
              <a:xfrm>
                <a:off x="4359750" y="3201750"/>
                <a:ext cx="38775" cy="42225"/>
              </a:xfrm>
              <a:custGeom>
                <a:rect b="b" l="l" r="r" t="t"/>
                <a:pathLst>
                  <a:path extrusionOk="0" h="1689" w="1551">
                    <a:moveTo>
                      <a:pt x="0" y="1"/>
                    </a:moveTo>
                    <a:lnTo>
                      <a:pt x="1232" y="1689"/>
                    </a:lnTo>
                    <a:lnTo>
                      <a:pt x="1550" y="140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5"/>
              <p:cNvSpPr/>
              <p:nvPr/>
            </p:nvSpPr>
            <p:spPr>
              <a:xfrm>
                <a:off x="4384425" y="3201550"/>
                <a:ext cx="44625" cy="48700"/>
              </a:xfrm>
              <a:custGeom>
                <a:rect b="b" l="l" r="r" t="t"/>
                <a:pathLst>
                  <a:path extrusionOk="0" h="1948" w="1785">
                    <a:moveTo>
                      <a:pt x="1" y="1"/>
                    </a:moveTo>
                    <a:lnTo>
                      <a:pt x="1467" y="1948"/>
                    </a:lnTo>
                    <a:lnTo>
                      <a:pt x="1785" y="1663"/>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5"/>
              <p:cNvSpPr/>
              <p:nvPr/>
            </p:nvSpPr>
            <p:spPr>
              <a:xfrm>
                <a:off x="4406600" y="3201400"/>
                <a:ext cx="49575" cy="54200"/>
              </a:xfrm>
              <a:custGeom>
                <a:rect b="b" l="l" r="r" t="t"/>
                <a:pathLst>
                  <a:path extrusionOk="0" h="2168" w="1983">
                    <a:moveTo>
                      <a:pt x="0" y="0"/>
                    </a:moveTo>
                    <a:lnTo>
                      <a:pt x="1664" y="2167"/>
                    </a:lnTo>
                    <a:lnTo>
                      <a:pt x="1982" y="188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5"/>
              <p:cNvSpPr/>
              <p:nvPr/>
            </p:nvSpPr>
            <p:spPr>
              <a:xfrm>
                <a:off x="4628070" y="3059501"/>
                <a:ext cx="290067" cy="289135"/>
              </a:xfrm>
              <a:custGeom>
                <a:rect b="b" l="l" r="r" t="t"/>
                <a:pathLst>
                  <a:path extrusionOk="0" h="11793" w="11831">
                    <a:moveTo>
                      <a:pt x="5922" y="429"/>
                    </a:moveTo>
                    <a:cubicBezTo>
                      <a:pt x="7365" y="429"/>
                      <a:pt x="8725" y="985"/>
                      <a:pt x="9757" y="1999"/>
                    </a:cubicBezTo>
                    <a:cubicBezTo>
                      <a:pt x="10798" y="3023"/>
                      <a:pt x="11377" y="4392"/>
                      <a:pt x="11389" y="5853"/>
                    </a:cubicBezTo>
                    <a:cubicBezTo>
                      <a:pt x="11402" y="7313"/>
                      <a:pt x="10844" y="8691"/>
                      <a:pt x="9821" y="9732"/>
                    </a:cubicBezTo>
                    <a:cubicBezTo>
                      <a:pt x="8796" y="10774"/>
                      <a:pt x="7429" y="11354"/>
                      <a:pt x="5968" y="11368"/>
                    </a:cubicBezTo>
                    <a:lnTo>
                      <a:pt x="5922" y="11368"/>
                    </a:lnTo>
                    <a:cubicBezTo>
                      <a:pt x="2929" y="11368"/>
                      <a:pt x="480" y="8945"/>
                      <a:pt x="455" y="5946"/>
                    </a:cubicBezTo>
                    <a:cubicBezTo>
                      <a:pt x="428" y="2930"/>
                      <a:pt x="2860" y="455"/>
                      <a:pt x="5876" y="429"/>
                    </a:cubicBezTo>
                    <a:close/>
                    <a:moveTo>
                      <a:pt x="5922" y="1"/>
                    </a:moveTo>
                    <a:cubicBezTo>
                      <a:pt x="5905" y="1"/>
                      <a:pt x="5890" y="1"/>
                      <a:pt x="5871" y="3"/>
                    </a:cubicBezTo>
                    <a:cubicBezTo>
                      <a:pt x="2621" y="31"/>
                      <a:pt x="1" y="2698"/>
                      <a:pt x="28" y="5948"/>
                    </a:cubicBezTo>
                    <a:cubicBezTo>
                      <a:pt x="56" y="9181"/>
                      <a:pt x="2695" y="11793"/>
                      <a:pt x="5922" y="11793"/>
                    </a:cubicBezTo>
                    <a:cubicBezTo>
                      <a:pt x="5938" y="11793"/>
                      <a:pt x="5954" y="11793"/>
                      <a:pt x="5973" y="11792"/>
                    </a:cubicBezTo>
                    <a:cubicBezTo>
                      <a:pt x="7546" y="11778"/>
                      <a:pt x="9021" y="11153"/>
                      <a:pt x="10126" y="10029"/>
                    </a:cubicBezTo>
                    <a:cubicBezTo>
                      <a:pt x="11230" y="8908"/>
                      <a:pt x="11831" y="7422"/>
                      <a:pt x="11817" y="5848"/>
                    </a:cubicBezTo>
                    <a:cubicBezTo>
                      <a:pt x="11803" y="4272"/>
                      <a:pt x="11178" y="2798"/>
                      <a:pt x="10056" y="1693"/>
                    </a:cubicBezTo>
                    <a:cubicBezTo>
                      <a:pt x="8945" y="601"/>
                      <a:pt x="7479" y="1"/>
                      <a:pt x="5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5"/>
              <p:cNvSpPr/>
              <p:nvPr/>
            </p:nvSpPr>
            <p:spPr>
              <a:xfrm>
                <a:off x="4679375" y="3098425"/>
                <a:ext cx="40250" cy="8975"/>
              </a:xfrm>
              <a:custGeom>
                <a:rect b="b" l="l" r="r" t="t"/>
                <a:pathLst>
                  <a:path extrusionOk="0" h="359" w="1610">
                    <a:moveTo>
                      <a:pt x="1" y="1"/>
                    </a:moveTo>
                    <a:lnTo>
                      <a:pt x="5" y="359"/>
                    </a:lnTo>
                    <a:lnTo>
                      <a:pt x="1609" y="16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5"/>
              <p:cNvSpPr/>
              <p:nvPr/>
            </p:nvSpPr>
            <p:spPr>
              <a:xfrm>
                <a:off x="4670000" y="3112825"/>
                <a:ext cx="50900" cy="8950"/>
              </a:xfrm>
              <a:custGeom>
                <a:rect b="b" l="l" r="r" t="t"/>
                <a:pathLst>
                  <a:path extrusionOk="0" h="358" w="2036">
                    <a:moveTo>
                      <a:pt x="0" y="0"/>
                    </a:moveTo>
                    <a:lnTo>
                      <a:pt x="4" y="357"/>
                    </a:lnTo>
                    <a:lnTo>
                      <a:pt x="2036" y="16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5"/>
              <p:cNvSpPr/>
              <p:nvPr/>
            </p:nvSpPr>
            <p:spPr>
              <a:xfrm>
                <a:off x="4658875" y="3128900"/>
                <a:ext cx="50875" cy="8975"/>
              </a:xfrm>
              <a:custGeom>
                <a:rect b="b" l="l" r="r" t="t"/>
                <a:pathLst>
                  <a:path extrusionOk="0" h="359" w="2035">
                    <a:moveTo>
                      <a:pt x="1" y="0"/>
                    </a:moveTo>
                    <a:lnTo>
                      <a:pt x="3" y="358"/>
                    </a:lnTo>
                    <a:lnTo>
                      <a:pt x="2034" y="162"/>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5"/>
              <p:cNvSpPr/>
              <p:nvPr/>
            </p:nvSpPr>
            <p:spPr>
              <a:xfrm>
                <a:off x="4644875" y="3146775"/>
                <a:ext cx="50900" cy="8950"/>
              </a:xfrm>
              <a:custGeom>
                <a:rect b="b" l="l" r="r" t="t"/>
                <a:pathLst>
                  <a:path extrusionOk="0" h="358" w="2036">
                    <a:moveTo>
                      <a:pt x="0" y="0"/>
                    </a:moveTo>
                    <a:lnTo>
                      <a:pt x="5" y="357"/>
                    </a:lnTo>
                    <a:lnTo>
                      <a:pt x="2035" y="16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5"/>
              <p:cNvSpPr/>
              <p:nvPr/>
            </p:nvSpPr>
            <p:spPr>
              <a:xfrm>
                <a:off x="4639725" y="3163650"/>
                <a:ext cx="50825" cy="9025"/>
              </a:xfrm>
              <a:custGeom>
                <a:rect b="b" l="l" r="r" t="t"/>
                <a:pathLst>
                  <a:path extrusionOk="0" h="361" w="2033">
                    <a:moveTo>
                      <a:pt x="0" y="1"/>
                    </a:moveTo>
                    <a:lnTo>
                      <a:pt x="3" y="360"/>
                    </a:lnTo>
                    <a:lnTo>
                      <a:pt x="2033" y="16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5"/>
              <p:cNvSpPr/>
              <p:nvPr/>
            </p:nvSpPr>
            <p:spPr>
              <a:xfrm>
                <a:off x="4633875" y="3178825"/>
                <a:ext cx="50875" cy="8950"/>
              </a:xfrm>
              <a:custGeom>
                <a:rect b="b" l="l" r="r" t="t"/>
                <a:pathLst>
                  <a:path extrusionOk="0" h="358" w="2035">
                    <a:moveTo>
                      <a:pt x="1" y="1"/>
                    </a:moveTo>
                    <a:lnTo>
                      <a:pt x="4" y="358"/>
                    </a:lnTo>
                    <a:lnTo>
                      <a:pt x="2034" y="162"/>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5"/>
              <p:cNvSpPr/>
              <p:nvPr/>
            </p:nvSpPr>
            <p:spPr>
              <a:xfrm>
                <a:off x="4633975" y="3193925"/>
                <a:ext cx="50900" cy="8950"/>
              </a:xfrm>
              <a:custGeom>
                <a:rect b="b" l="l" r="r" t="t"/>
                <a:pathLst>
                  <a:path extrusionOk="0" h="358" w="2036">
                    <a:moveTo>
                      <a:pt x="1" y="0"/>
                    </a:moveTo>
                    <a:lnTo>
                      <a:pt x="5" y="357"/>
                    </a:lnTo>
                    <a:lnTo>
                      <a:pt x="2036" y="161"/>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5"/>
              <p:cNvSpPr/>
              <p:nvPr/>
            </p:nvSpPr>
            <p:spPr>
              <a:xfrm>
                <a:off x="4634175" y="3214325"/>
                <a:ext cx="50875" cy="8950"/>
              </a:xfrm>
              <a:custGeom>
                <a:rect b="b" l="l" r="r" t="t"/>
                <a:pathLst>
                  <a:path extrusionOk="0" h="358" w="2035">
                    <a:moveTo>
                      <a:pt x="0" y="0"/>
                    </a:moveTo>
                    <a:lnTo>
                      <a:pt x="3" y="357"/>
                    </a:lnTo>
                    <a:lnTo>
                      <a:pt x="2035" y="162"/>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5"/>
              <p:cNvSpPr/>
              <p:nvPr/>
            </p:nvSpPr>
            <p:spPr>
              <a:xfrm>
                <a:off x="4640325" y="3236475"/>
                <a:ext cx="50850" cy="8950"/>
              </a:xfrm>
              <a:custGeom>
                <a:rect b="b" l="l" r="r" t="t"/>
                <a:pathLst>
                  <a:path extrusionOk="0" h="358" w="2034">
                    <a:moveTo>
                      <a:pt x="1" y="1"/>
                    </a:moveTo>
                    <a:lnTo>
                      <a:pt x="4" y="358"/>
                    </a:lnTo>
                    <a:lnTo>
                      <a:pt x="2033" y="162"/>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5"/>
              <p:cNvSpPr/>
              <p:nvPr/>
            </p:nvSpPr>
            <p:spPr>
              <a:xfrm>
                <a:off x="4645825" y="3256850"/>
                <a:ext cx="50875" cy="8950"/>
              </a:xfrm>
              <a:custGeom>
                <a:rect b="b" l="l" r="r" t="t"/>
                <a:pathLst>
                  <a:path extrusionOk="0" h="358" w="2035">
                    <a:moveTo>
                      <a:pt x="1" y="1"/>
                    </a:moveTo>
                    <a:lnTo>
                      <a:pt x="3" y="358"/>
                    </a:lnTo>
                    <a:lnTo>
                      <a:pt x="2034" y="162"/>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5"/>
              <p:cNvSpPr/>
              <p:nvPr/>
            </p:nvSpPr>
            <p:spPr>
              <a:xfrm>
                <a:off x="4655450" y="3272750"/>
                <a:ext cx="50900" cy="8950"/>
              </a:xfrm>
              <a:custGeom>
                <a:rect b="b" l="l" r="r" t="t"/>
                <a:pathLst>
                  <a:path extrusionOk="0" h="358" w="2036">
                    <a:moveTo>
                      <a:pt x="0" y="0"/>
                    </a:moveTo>
                    <a:lnTo>
                      <a:pt x="4" y="357"/>
                    </a:lnTo>
                    <a:lnTo>
                      <a:pt x="2035" y="16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5"/>
              <p:cNvSpPr/>
              <p:nvPr/>
            </p:nvSpPr>
            <p:spPr>
              <a:xfrm>
                <a:off x="4666150" y="3290425"/>
                <a:ext cx="50925" cy="8950"/>
              </a:xfrm>
              <a:custGeom>
                <a:rect b="b" l="l" r="r" t="t"/>
                <a:pathLst>
                  <a:path extrusionOk="0" h="358" w="2037">
                    <a:moveTo>
                      <a:pt x="1" y="0"/>
                    </a:moveTo>
                    <a:lnTo>
                      <a:pt x="5" y="357"/>
                    </a:lnTo>
                    <a:lnTo>
                      <a:pt x="2036" y="161"/>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5"/>
              <p:cNvSpPr/>
              <p:nvPr/>
            </p:nvSpPr>
            <p:spPr>
              <a:xfrm>
                <a:off x="4680200" y="3307150"/>
                <a:ext cx="61525" cy="8950"/>
              </a:xfrm>
              <a:custGeom>
                <a:rect b="b" l="l" r="r" t="t"/>
                <a:pathLst>
                  <a:path extrusionOk="0" h="358" w="2461">
                    <a:moveTo>
                      <a:pt x="1" y="1"/>
                    </a:moveTo>
                    <a:lnTo>
                      <a:pt x="4" y="358"/>
                    </a:lnTo>
                    <a:lnTo>
                      <a:pt x="2461" y="15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5"/>
              <p:cNvSpPr/>
              <p:nvPr/>
            </p:nvSpPr>
            <p:spPr>
              <a:xfrm>
                <a:off x="4706700" y="3322925"/>
                <a:ext cx="72175" cy="8950"/>
              </a:xfrm>
              <a:custGeom>
                <a:rect b="b" l="l" r="r" t="t"/>
                <a:pathLst>
                  <a:path extrusionOk="0" h="358" w="2887">
                    <a:moveTo>
                      <a:pt x="1" y="0"/>
                    </a:moveTo>
                    <a:lnTo>
                      <a:pt x="3" y="357"/>
                    </a:lnTo>
                    <a:lnTo>
                      <a:pt x="2886" y="15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5"/>
              <p:cNvSpPr/>
              <p:nvPr/>
            </p:nvSpPr>
            <p:spPr>
              <a:xfrm>
                <a:off x="4738475" y="3338625"/>
                <a:ext cx="72225" cy="8950"/>
              </a:xfrm>
              <a:custGeom>
                <a:rect b="b" l="l" r="r" t="t"/>
                <a:pathLst>
                  <a:path extrusionOk="0" h="358" w="2889">
                    <a:moveTo>
                      <a:pt x="1" y="0"/>
                    </a:moveTo>
                    <a:lnTo>
                      <a:pt x="5" y="357"/>
                    </a:lnTo>
                    <a:lnTo>
                      <a:pt x="2889" y="15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5"/>
              <p:cNvSpPr/>
              <p:nvPr/>
            </p:nvSpPr>
            <p:spPr>
              <a:xfrm>
                <a:off x="4722575" y="3153675"/>
                <a:ext cx="107075" cy="106550"/>
              </a:xfrm>
              <a:custGeom>
                <a:rect b="b" l="l" r="r" t="t"/>
                <a:pathLst>
                  <a:path extrusionOk="0" h="4262" w="4283">
                    <a:moveTo>
                      <a:pt x="2143" y="1"/>
                    </a:moveTo>
                    <a:cubicBezTo>
                      <a:pt x="2136" y="1"/>
                      <a:pt x="2129" y="1"/>
                      <a:pt x="2122" y="1"/>
                    </a:cubicBezTo>
                    <a:cubicBezTo>
                      <a:pt x="946" y="11"/>
                      <a:pt x="0" y="973"/>
                      <a:pt x="10" y="2149"/>
                    </a:cubicBezTo>
                    <a:cubicBezTo>
                      <a:pt x="21" y="3319"/>
                      <a:pt x="973" y="4262"/>
                      <a:pt x="2141" y="4262"/>
                    </a:cubicBezTo>
                    <a:cubicBezTo>
                      <a:pt x="2147" y="4262"/>
                      <a:pt x="2153" y="4262"/>
                      <a:pt x="2158" y="4262"/>
                    </a:cubicBezTo>
                    <a:cubicBezTo>
                      <a:pt x="3336" y="4250"/>
                      <a:pt x="4283" y="3289"/>
                      <a:pt x="4273" y="2113"/>
                    </a:cubicBezTo>
                    <a:cubicBezTo>
                      <a:pt x="4263" y="943"/>
                      <a:pt x="3313" y="1"/>
                      <a:pt x="2143"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5"/>
              <p:cNvSpPr/>
              <p:nvPr/>
            </p:nvSpPr>
            <p:spPr>
              <a:xfrm>
                <a:off x="4717225" y="3148350"/>
                <a:ext cx="117650" cy="117225"/>
              </a:xfrm>
              <a:custGeom>
                <a:rect b="b" l="l" r="r" t="t"/>
                <a:pathLst>
                  <a:path extrusionOk="0" h="4689" w="4706">
                    <a:moveTo>
                      <a:pt x="2357" y="426"/>
                    </a:moveTo>
                    <a:cubicBezTo>
                      <a:pt x="2864" y="426"/>
                      <a:pt x="3341" y="622"/>
                      <a:pt x="3698" y="978"/>
                    </a:cubicBezTo>
                    <a:cubicBezTo>
                      <a:pt x="4064" y="1336"/>
                      <a:pt x="4267" y="1816"/>
                      <a:pt x="4271" y="2330"/>
                    </a:cubicBezTo>
                    <a:cubicBezTo>
                      <a:pt x="4275" y="2842"/>
                      <a:pt x="4081" y="3324"/>
                      <a:pt x="3722" y="3691"/>
                    </a:cubicBezTo>
                    <a:cubicBezTo>
                      <a:pt x="3363" y="4055"/>
                      <a:pt x="2883" y="4258"/>
                      <a:pt x="2370" y="4263"/>
                    </a:cubicBezTo>
                    <a:lnTo>
                      <a:pt x="2355" y="4263"/>
                    </a:lnTo>
                    <a:cubicBezTo>
                      <a:pt x="1305" y="4263"/>
                      <a:pt x="447" y="3413"/>
                      <a:pt x="437" y="2361"/>
                    </a:cubicBezTo>
                    <a:cubicBezTo>
                      <a:pt x="428" y="1302"/>
                      <a:pt x="1280" y="436"/>
                      <a:pt x="2339" y="426"/>
                    </a:cubicBezTo>
                    <a:close/>
                    <a:moveTo>
                      <a:pt x="2336" y="0"/>
                    </a:moveTo>
                    <a:cubicBezTo>
                      <a:pt x="1045" y="12"/>
                      <a:pt x="0" y="1071"/>
                      <a:pt x="11" y="2365"/>
                    </a:cubicBezTo>
                    <a:cubicBezTo>
                      <a:pt x="24" y="3650"/>
                      <a:pt x="1074" y="4688"/>
                      <a:pt x="2356" y="4688"/>
                    </a:cubicBezTo>
                    <a:cubicBezTo>
                      <a:pt x="2361" y="4688"/>
                      <a:pt x="2368" y="4688"/>
                      <a:pt x="2377" y="4686"/>
                    </a:cubicBezTo>
                    <a:cubicBezTo>
                      <a:pt x="3002" y="4681"/>
                      <a:pt x="3589" y="4432"/>
                      <a:pt x="4027" y="3986"/>
                    </a:cubicBezTo>
                    <a:cubicBezTo>
                      <a:pt x="4467" y="3541"/>
                      <a:pt x="4705" y="2950"/>
                      <a:pt x="4702" y="2324"/>
                    </a:cubicBezTo>
                    <a:cubicBezTo>
                      <a:pt x="4695" y="1696"/>
                      <a:pt x="4446" y="1109"/>
                      <a:pt x="4001" y="671"/>
                    </a:cubicBezTo>
                    <a:cubicBezTo>
                      <a:pt x="3559" y="239"/>
                      <a:pt x="2976" y="0"/>
                      <a:pt x="2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5"/>
              <p:cNvSpPr/>
              <p:nvPr/>
            </p:nvSpPr>
            <p:spPr>
              <a:xfrm>
                <a:off x="4746550" y="3159250"/>
                <a:ext cx="46100" cy="6725"/>
              </a:xfrm>
              <a:custGeom>
                <a:rect b="b" l="l" r="r" t="t"/>
                <a:pathLst>
                  <a:path extrusionOk="0" h="269" w="1844">
                    <a:moveTo>
                      <a:pt x="1" y="1"/>
                    </a:moveTo>
                    <a:lnTo>
                      <a:pt x="3" y="269"/>
                    </a:lnTo>
                    <a:lnTo>
                      <a:pt x="1843" y="1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5"/>
              <p:cNvSpPr/>
              <p:nvPr/>
            </p:nvSpPr>
            <p:spPr>
              <a:xfrm>
                <a:off x="4737200" y="3173750"/>
                <a:ext cx="46050" cy="6700"/>
              </a:xfrm>
              <a:custGeom>
                <a:rect b="b" l="l" r="r" t="t"/>
                <a:pathLst>
                  <a:path extrusionOk="0" h="268" w="1842">
                    <a:moveTo>
                      <a:pt x="0" y="0"/>
                    </a:moveTo>
                    <a:lnTo>
                      <a:pt x="3" y="268"/>
                    </a:lnTo>
                    <a:lnTo>
                      <a:pt x="1842" y="118"/>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5"/>
              <p:cNvSpPr/>
              <p:nvPr/>
            </p:nvSpPr>
            <p:spPr>
              <a:xfrm>
                <a:off x="4724925" y="3186250"/>
                <a:ext cx="46100" cy="6750"/>
              </a:xfrm>
              <a:custGeom>
                <a:rect b="b" l="l" r="r" t="t"/>
                <a:pathLst>
                  <a:path extrusionOk="0" h="270" w="1844">
                    <a:moveTo>
                      <a:pt x="1" y="1"/>
                    </a:moveTo>
                    <a:lnTo>
                      <a:pt x="4" y="269"/>
                    </a:lnTo>
                    <a:lnTo>
                      <a:pt x="1844" y="1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5"/>
              <p:cNvSpPr/>
              <p:nvPr/>
            </p:nvSpPr>
            <p:spPr>
              <a:xfrm>
                <a:off x="4725075" y="3198700"/>
                <a:ext cx="46050" cy="6725"/>
              </a:xfrm>
              <a:custGeom>
                <a:rect b="b" l="l" r="r" t="t"/>
                <a:pathLst>
                  <a:path extrusionOk="0" h="269" w="1842">
                    <a:moveTo>
                      <a:pt x="0" y="0"/>
                    </a:moveTo>
                    <a:lnTo>
                      <a:pt x="1" y="268"/>
                    </a:lnTo>
                    <a:lnTo>
                      <a:pt x="1842" y="12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5"/>
              <p:cNvSpPr/>
              <p:nvPr/>
            </p:nvSpPr>
            <p:spPr>
              <a:xfrm>
                <a:off x="4725200" y="3214650"/>
                <a:ext cx="46050" cy="6775"/>
              </a:xfrm>
              <a:custGeom>
                <a:rect b="b" l="l" r="r" t="t"/>
                <a:pathLst>
                  <a:path extrusionOk="0" h="271" w="1842">
                    <a:moveTo>
                      <a:pt x="0" y="1"/>
                    </a:moveTo>
                    <a:lnTo>
                      <a:pt x="3" y="270"/>
                    </a:lnTo>
                    <a:lnTo>
                      <a:pt x="1842" y="120"/>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5"/>
              <p:cNvSpPr/>
              <p:nvPr/>
            </p:nvSpPr>
            <p:spPr>
              <a:xfrm>
                <a:off x="4727625" y="3228850"/>
                <a:ext cx="46050" cy="6750"/>
              </a:xfrm>
              <a:custGeom>
                <a:rect b="b" l="l" r="r" t="t"/>
                <a:pathLst>
                  <a:path extrusionOk="0" h="270" w="1842">
                    <a:moveTo>
                      <a:pt x="0" y="0"/>
                    </a:moveTo>
                    <a:lnTo>
                      <a:pt x="2" y="270"/>
                    </a:lnTo>
                    <a:lnTo>
                      <a:pt x="1842" y="12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4737725" y="3241200"/>
                <a:ext cx="46125" cy="6725"/>
              </a:xfrm>
              <a:custGeom>
                <a:rect b="b" l="l" r="r" t="t"/>
                <a:pathLst>
                  <a:path extrusionOk="0" h="269" w="1845">
                    <a:moveTo>
                      <a:pt x="1" y="0"/>
                    </a:moveTo>
                    <a:lnTo>
                      <a:pt x="4" y="269"/>
                    </a:lnTo>
                    <a:lnTo>
                      <a:pt x="1844" y="11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5"/>
              <p:cNvSpPr/>
              <p:nvPr/>
            </p:nvSpPr>
            <p:spPr>
              <a:xfrm>
                <a:off x="4750800" y="3249975"/>
                <a:ext cx="46075" cy="6700"/>
              </a:xfrm>
              <a:custGeom>
                <a:rect b="b" l="l" r="r" t="t"/>
                <a:pathLst>
                  <a:path extrusionOk="0" h="268" w="1843">
                    <a:moveTo>
                      <a:pt x="1" y="0"/>
                    </a:moveTo>
                    <a:lnTo>
                      <a:pt x="3" y="267"/>
                    </a:lnTo>
                    <a:lnTo>
                      <a:pt x="1843" y="11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5"/>
              <p:cNvSpPr/>
              <p:nvPr/>
            </p:nvSpPr>
            <p:spPr>
              <a:xfrm>
                <a:off x="4685300" y="3116475"/>
                <a:ext cx="181650" cy="180925"/>
              </a:xfrm>
              <a:custGeom>
                <a:rect b="b" l="l" r="r" t="t"/>
                <a:pathLst>
                  <a:path extrusionOk="0" h="7237" w="7266">
                    <a:moveTo>
                      <a:pt x="3633" y="215"/>
                    </a:moveTo>
                    <a:cubicBezTo>
                      <a:pt x="5495" y="215"/>
                      <a:pt x="7018" y="1724"/>
                      <a:pt x="7037" y="3591"/>
                    </a:cubicBezTo>
                    <a:cubicBezTo>
                      <a:pt x="7052" y="5468"/>
                      <a:pt x="5537" y="7009"/>
                      <a:pt x="3661" y="7024"/>
                    </a:cubicBezTo>
                    <a:lnTo>
                      <a:pt x="3630" y="7024"/>
                    </a:lnTo>
                    <a:cubicBezTo>
                      <a:pt x="1770" y="7024"/>
                      <a:pt x="246" y="5516"/>
                      <a:pt x="228" y="3648"/>
                    </a:cubicBezTo>
                    <a:cubicBezTo>
                      <a:pt x="213" y="1772"/>
                      <a:pt x="1728" y="231"/>
                      <a:pt x="3603" y="215"/>
                    </a:cubicBezTo>
                    <a:close/>
                    <a:moveTo>
                      <a:pt x="3603" y="1"/>
                    </a:moveTo>
                    <a:cubicBezTo>
                      <a:pt x="1608" y="19"/>
                      <a:pt x="0" y="1656"/>
                      <a:pt x="16" y="3649"/>
                    </a:cubicBezTo>
                    <a:cubicBezTo>
                      <a:pt x="32" y="5633"/>
                      <a:pt x="1652" y="7237"/>
                      <a:pt x="3630" y="7237"/>
                    </a:cubicBezTo>
                    <a:lnTo>
                      <a:pt x="3663" y="7237"/>
                    </a:lnTo>
                    <a:cubicBezTo>
                      <a:pt x="5657" y="7220"/>
                      <a:pt x="7266" y="5583"/>
                      <a:pt x="7250" y="3589"/>
                    </a:cubicBezTo>
                    <a:cubicBezTo>
                      <a:pt x="7233" y="1604"/>
                      <a:pt x="5613" y="1"/>
                      <a:pt x="36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4082250" y="2509500"/>
                <a:ext cx="1390625" cy="1390625"/>
              </a:xfrm>
              <a:custGeom>
                <a:rect b="b" l="l" r="r" t="t"/>
                <a:pathLst>
                  <a:path extrusionOk="0" h="55625" w="55625">
                    <a:moveTo>
                      <a:pt x="27813" y="3186"/>
                    </a:moveTo>
                    <a:cubicBezTo>
                      <a:pt x="41414" y="3186"/>
                      <a:pt x="52440" y="14212"/>
                      <a:pt x="52440" y="27813"/>
                    </a:cubicBezTo>
                    <a:cubicBezTo>
                      <a:pt x="52440" y="41414"/>
                      <a:pt x="41414" y="52440"/>
                      <a:pt x="27813" y="52440"/>
                    </a:cubicBezTo>
                    <a:cubicBezTo>
                      <a:pt x="14212" y="52440"/>
                      <a:pt x="3186" y="41414"/>
                      <a:pt x="3186" y="27813"/>
                    </a:cubicBezTo>
                    <a:cubicBezTo>
                      <a:pt x="3186" y="14212"/>
                      <a:pt x="14212" y="3186"/>
                      <a:pt x="27813" y="3186"/>
                    </a:cubicBezTo>
                    <a:close/>
                    <a:moveTo>
                      <a:pt x="27813" y="1"/>
                    </a:moveTo>
                    <a:cubicBezTo>
                      <a:pt x="12453" y="1"/>
                      <a:pt x="1" y="12453"/>
                      <a:pt x="1" y="27813"/>
                    </a:cubicBezTo>
                    <a:cubicBezTo>
                      <a:pt x="1" y="43173"/>
                      <a:pt x="12453" y="55625"/>
                      <a:pt x="27813" y="55625"/>
                    </a:cubicBezTo>
                    <a:cubicBezTo>
                      <a:pt x="43174" y="55625"/>
                      <a:pt x="55625" y="43173"/>
                      <a:pt x="55625" y="27813"/>
                    </a:cubicBezTo>
                    <a:cubicBezTo>
                      <a:pt x="55625" y="12453"/>
                      <a:pt x="43174" y="1"/>
                      <a:pt x="2781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5"/>
              <p:cNvSpPr/>
              <p:nvPr/>
            </p:nvSpPr>
            <p:spPr>
              <a:xfrm>
                <a:off x="4776625" y="2911175"/>
                <a:ext cx="290075" cy="286850"/>
              </a:xfrm>
              <a:custGeom>
                <a:rect b="b" l="l" r="r" t="t"/>
                <a:pathLst>
                  <a:path extrusionOk="0" h="11474" w="11603">
                    <a:moveTo>
                      <a:pt x="10877" y="709"/>
                    </a:moveTo>
                    <a:lnTo>
                      <a:pt x="3861" y="11084"/>
                    </a:lnTo>
                    <a:lnTo>
                      <a:pt x="398" y="7679"/>
                    </a:lnTo>
                    <a:lnTo>
                      <a:pt x="10877" y="709"/>
                    </a:lnTo>
                    <a:close/>
                    <a:moveTo>
                      <a:pt x="11435" y="1"/>
                    </a:moveTo>
                    <a:cubicBezTo>
                      <a:pt x="11405" y="1"/>
                      <a:pt x="11376" y="9"/>
                      <a:pt x="11352" y="25"/>
                    </a:cubicBezTo>
                    <a:lnTo>
                      <a:pt x="73" y="7528"/>
                    </a:lnTo>
                    <a:cubicBezTo>
                      <a:pt x="34" y="7554"/>
                      <a:pt x="8" y="7596"/>
                      <a:pt x="5" y="7640"/>
                    </a:cubicBezTo>
                    <a:cubicBezTo>
                      <a:pt x="1" y="7687"/>
                      <a:pt x="16" y="7732"/>
                      <a:pt x="49" y="7764"/>
                    </a:cubicBezTo>
                    <a:lnTo>
                      <a:pt x="3778" y="11430"/>
                    </a:lnTo>
                    <a:cubicBezTo>
                      <a:pt x="3808" y="11458"/>
                      <a:pt x="3846" y="11473"/>
                      <a:pt x="3885" y="11473"/>
                    </a:cubicBezTo>
                    <a:cubicBezTo>
                      <a:pt x="3890" y="11473"/>
                      <a:pt x="3894" y="11473"/>
                      <a:pt x="3901" y="11472"/>
                    </a:cubicBezTo>
                    <a:cubicBezTo>
                      <a:pt x="3945" y="11468"/>
                      <a:pt x="3985" y="11443"/>
                      <a:pt x="4011" y="11406"/>
                    </a:cubicBezTo>
                    <a:lnTo>
                      <a:pt x="11562" y="237"/>
                    </a:lnTo>
                    <a:cubicBezTo>
                      <a:pt x="11603" y="177"/>
                      <a:pt x="11594" y="97"/>
                      <a:pt x="11545" y="44"/>
                    </a:cubicBezTo>
                    <a:cubicBezTo>
                      <a:pt x="11516" y="15"/>
                      <a:pt x="11475" y="1"/>
                      <a:pt x="11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5"/>
              <p:cNvSpPr/>
              <p:nvPr/>
            </p:nvSpPr>
            <p:spPr>
              <a:xfrm>
                <a:off x="4825750" y="2913175"/>
                <a:ext cx="238600" cy="239575"/>
              </a:xfrm>
              <a:custGeom>
                <a:rect b="b" l="l" r="r" t="t"/>
                <a:pathLst>
                  <a:path extrusionOk="0" h="9583" w="9544">
                    <a:moveTo>
                      <a:pt x="9399" y="1"/>
                    </a:moveTo>
                    <a:lnTo>
                      <a:pt x="0" y="9440"/>
                    </a:lnTo>
                    <a:lnTo>
                      <a:pt x="145" y="9583"/>
                    </a:lnTo>
                    <a:lnTo>
                      <a:pt x="9544" y="145"/>
                    </a:lnTo>
                    <a:lnTo>
                      <a:pt x="9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2" name="Google Shape;2082;p45"/>
            <p:cNvSpPr/>
            <p:nvPr/>
          </p:nvSpPr>
          <p:spPr>
            <a:xfrm>
              <a:off x="7641300" y="1973125"/>
              <a:ext cx="232200" cy="230700"/>
            </a:xfrm>
            <a:prstGeom prst="donut">
              <a:avLst>
                <a:gd fmla="val 2249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6" name="Shape 2086"/>
        <p:cNvGrpSpPr/>
        <p:nvPr/>
      </p:nvGrpSpPr>
      <p:grpSpPr>
        <a:xfrm>
          <a:off x="0" y="0"/>
          <a:ext cx="0" cy="0"/>
          <a:chOff x="0" y="0"/>
          <a:chExt cx="0" cy="0"/>
        </a:xfrm>
      </p:grpSpPr>
      <p:sp>
        <p:nvSpPr>
          <p:cNvPr id="2087" name="Google Shape;2087;p46"/>
          <p:cNvSpPr/>
          <p:nvPr/>
        </p:nvSpPr>
        <p:spPr>
          <a:xfrm rot="-414922">
            <a:off x="-873292" y="4725508"/>
            <a:ext cx="8497235" cy="1193045"/>
          </a:xfrm>
          <a:custGeom>
            <a:rect b="b" l="l" r="r" t="t"/>
            <a:pathLst>
              <a:path extrusionOk="0" h="47723" w="339898">
                <a:moveTo>
                  <a:pt x="339898" y="47723"/>
                </a:moveTo>
                <a:cubicBezTo>
                  <a:pt x="334044" y="44868"/>
                  <a:pt x="317928" y="34057"/>
                  <a:pt x="304773" y="30590"/>
                </a:cubicBezTo>
                <a:cubicBezTo>
                  <a:pt x="291618" y="27123"/>
                  <a:pt x="273987" y="29435"/>
                  <a:pt x="260970" y="26919"/>
                </a:cubicBezTo>
                <a:cubicBezTo>
                  <a:pt x="247953" y="24404"/>
                  <a:pt x="242857" y="15497"/>
                  <a:pt x="226672" y="15497"/>
                </a:cubicBezTo>
                <a:cubicBezTo>
                  <a:pt x="210487" y="15497"/>
                  <a:pt x="182663" y="26851"/>
                  <a:pt x="163861" y="26919"/>
                </a:cubicBezTo>
                <a:cubicBezTo>
                  <a:pt x="145059" y="26987"/>
                  <a:pt x="127290" y="17673"/>
                  <a:pt x="113860" y="15905"/>
                </a:cubicBezTo>
                <a:cubicBezTo>
                  <a:pt x="100430" y="14137"/>
                  <a:pt x="94779" y="14953"/>
                  <a:pt x="83281" y="16313"/>
                </a:cubicBezTo>
                <a:cubicBezTo>
                  <a:pt x="71783" y="17674"/>
                  <a:pt x="54129" y="24883"/>
                  <a:pt x="44872" y="24068"/>
                </a:cubicBezTo>
                <a:cubicBezTo>
                  <a:pt x="35615" y="23253"/>
                  <a:pt x="35218" y="15433"/>
                  <a:pt x="27739" y="11422"/>
                </a:cubicBezTo>
                <a:cubicBezTo>
                  <a:pt x="20260" y="7411"/>
                  <a:pt x="4623" y="1904"/>
                  <a:pt x="0" y="0"/>
                </a:cubicBezTo>
              </a:path>
            </a:pathLst>
          </a:custGeom>
          <a:noFill/>
          <a:ln cap="flat" cmpd="sng" w="19050">
            <a:solidFill>
              <a:schemeClr val="lt1"/>
            </a:solidFill>
            <a:prstDash val="dash"/>
            <a:round/>
            <a:headEnd len="med" w="med" type="none"/>
            <a:tailEnd len="med" w="med" type="none"/>
          </a:ln>
        </p:spPr>
      </p:sp>
      <p:sp>
        <p:nvSpPr>
          <p:cNvPr id="2088" name="Google Shape;2088;p46"/>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Details</a:t>
            </a:r>
            <a:endParaRPr/>
          </a:p>
        </p:txBody>
      </p:sp>
      <p:pic>
        <p:nvPicPr>
          <p:cNvPr id="2089" name="Google Shape;2089;p46" title="Gráfico">
            <a:hlinkClick r:id="rId3"/>
          </p:cNvPr>
          <p:cNvPicPr preferRelativeResize="0"/>
          <p:nvPr/>
        </p:nvPicPr>
        <p:blipFill rotWithShape="1">
          <a:blip r:embed="rId4">
            <a:alphaModFix/>
          </a:blip>
          <a:srcRect b="0" l="14244" r="0" t="0"/>
          <a:stretch/>
        </p:blipFill>
        <p:spPr>
          <a:xfrm>
            <a:off x="795450" y="1297775"/>
            <a:ext cx="4299650" cy="2547951"/>
          </a:xfrm>
          <a:prstGeom prst="rect">
            <a:avLst/>
          </a:prstGeom>
          <a:noFill/>
          <a:ln>
            <a:noFill/>
          </a:ln>
        </p:spPr>
      </p:pic>
      <p:sp>
        <p:nvSpPr>
          <p:cNvPr id="2090" name="Google Shape;2090;p46"/>
          <p:cNvSpPr txBox="1"/>
          <p:nvPr>
            <p:ph idx="4294967295" type="title"/>
          </p:nvPr>
        </p:nvSpPr>
        <p:spPr>
          <a:xfrm>
            <a:off x="6186600" y="1338775"/>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Neptun</a:t>
            </a:r>
            <a:endParaRPr sz="2300"/>
          </a:p>
        </p:txBody>
      </p:sp>
      <p:sp>
        <p:nvSpPr>
          <p:cNvPr id="2091" name="Google Shape;2091;p46"/>
          <p:cNvSpPr txBox="1"/>
          <p:nvPr>
            <p:ph idx="4294967295" type="subTitle"/>
          </p:nvPr>
        </p:nvSpPr>
        <p:spPr>
          <a:xfrm>
            <a:off x="6186600" y="1756375"/>
            <a:ext cx="2237400" cy="54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Der Neptun ist der sonnenfernste Planet</a:t>
            </a:r>
            <a:endParaRPr/>
          </a:p>
          <a:p>
            <a:pPr indent="0" lvl="0" marL="0" rtl="0" algn="l">
              <a:spcBef>
                <a:spcPts val="0"/>
              </a:spcBef>
              <a:spcAft>
                <a:spcPts val="0"/>
              </a:spcAft>
              <a:buNone/>
            </a:pPr>
            <a:r>
              <a:t/>
            </a:r>
            <a:endParaRPr/>
          </a:p>
        </p:txBody>
      </p:sp>
      <p:sp>
        <p:nvSpPr>
          <p:cNvPr id="2092" name="Google Shape;2092;p46"/>
          <p:cNvSpPr txBox="1"/>
          <p:nvPr>
            <p:ph idx="4294967295" type="title"/>
          </p:nvPr>
        </p:nvSpPr>
        <p:spPr>
          <a:xfrm>
            <a:off x="6186600" y="2424000"/>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Pluto</a:t>
            </a:r>
            <a:endParaRPr sz="2300"/>
          </a:p>
        </p:txBody>
      </p:sp>
      <p:sp>
        <p:nvSpPr>
          <p:cNvPr id="2093" name="Google Shape;2093;p46"/>
          <p:cNvSpPr txBox="1"/>
          <p:nvPr>
            <p:ph idx="4294967295" type="subTitle"/>
          </p:nvPr>
        </p:nvSpPr>
        <p:spPr>
          <a:xfrm>
            <a:off x="6186600" y="2841600"/>
            <a:ext cx="2237400" cy="54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Pluto wird nun als Zwergplanet betrachtet</a:t>
            </a:r>
            <a:endParaRPr/>
          </a:p>
          <a:p>
            <a:pPr indent="0" lvl="0" marL="0" rtl="0" algn="l">
              <a:spcBef>
                <a:spcPts val="0"/>
              </a:spcBef>
              <a:spcAft>
                <a:spcPts val="0"/>
              </a:spcAft>
              <a:buNone/>
            </a:pPr>
            <a:r>
              <a:t/>
            </a:r>
            <a:endParaRPr/>
          </a:p>
        </p:txBody>
      </p:sp>
      <p:sp>
        <p:nvSpPr>
          <p:cNvPr id="2094" name="Google Shape;2094;p46"/>
          <p:cNvSpPr txBox="1"/>
          <p:nvPr>
            <p:ph idx="4294967295" type="title"/>
          </p:nvPr>
        </p:nvSpPr>
        <p:spPr>
          <a:xfrm>
            <a:off x="6186600" y="3518612"/>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Ceres</a:t>
            </a:r>
            <a:endParaRPr sz="2300"/>
          </a:p>
        </p:txBody>
      </p:sp>
      <p:sp>
        <p:nvSpPr>
          <p:cNvPr id="2095" name="Google Shape;2095;p46"/>
          <p:cNvSpPr txBox="1"/>
          <p:nvPr>
            <p:ph idx="4294967295" type="subTitle"/>
          </p:nvPr>
        </p:nvSpPr>
        <p:spPr>
          <a:xfrm>
            <a:off x="6186600" y="3936212"/>
            <a:ext cx="2237400" cy="54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Ceres befindet sich im Asteroidengürtel</a:t>
            </a:r>
            <a:endParaRPr/>
          </a:p>
          <a:p>
            <a:pPr indent="0" lvl="0" marL="0" rtl="0" algn="l">
              <a:spcBef>
                <a:spcPts val="0"/>
              </a:spcBef>
              <a:spcAft>
                <a:spcPts val="0"/>
              </a:spcAft>
              <a:buNone/>
            </a:pPr>
            <a:r>
              <a:t/>
            </a:r>
            <a:endParaRPr/>
          </a:p>
        </p:txBody>
      </p:sp>
      <p:grpSp>
        <p:nvGrpSpPr>
          <p:cNvPr id="2096" name="Google Shape;2096;p46"/>
          <p:cNvGrpSpPr/>
          <p:nvPr/>
        </p:nvGrpSpPr>
        <p:grpSpPr>
          <a:xfrm flipH="1" rot="10800000">
            <a:off x="5820644" y="3610255"/>
            <a:ext cx="365958" cy="365958"/>
            <a:chOff x="1640700" y="3823575"/>
            <a:chExt cx="682375" cy="682375"/>
          </a:xfrm>
        </p:grpSpPr>
        <p:sp>
          <p:nvSpPr>
            <p:cNvPr id="2097" name="Google Shape;2097;p46"/>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lt2"/>
            </a:solidFill>
            <a:ln cap="flat" cmpd="sng" w="35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6"/>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lt2"/>
            </a:solidFill>
            <a:ln cap="flat" cmpd="sng" w="25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6"/>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lt2"/>
            </a:solidFill>
            <a:ln cap="flat" cmpd="sng" w="15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6"/>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lt2"/>
            </a:solidFill>
            <a:ln cap="flat" cmpd="sng" w="15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6"/>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lt2"/>
            </a:solidFill>
            <a:ln cap="flat" cmpd="sng" w="10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6"/>
            <p:cNvSpPr/>
            <p:nvPr/>
          </p:nvSpPr>
          <p:spPr>
            <a:xfrm>
              <a:off x="1832425" y="4472950"/>
              <a:ext cx="25" cy="25"/>
            </a:xfrm>
            <a:custGeom>
              <a:rect b="b" l="l" r="r" t="t"/>
              <a:pathLst>
                <a:path extrusionOk="0" fill="none" h="1" w="1">
                  <a:moveTo>
                    <a:pt x="1" y="1"/>
                  </a:moveTo>
                  <a:close/>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6"/>
            <p:cNvSpPr/>
            <p:nvPr/>
          </p:nvSpPr>
          <p:spPr>
            <a:xfrm>
              <a:off x="2105750" y="3937200"/>
              <a:ext cx="25" cy="25"/>
            </a:xfrm>
            <a:custGeom>
              <a:rect b="b" l="l" r="r" t="t"/>
              <a:pathLst>
                <a:path extrusionOk="0" fill="none" h="1" w="1">
                  <a:moveTo>
                    <a:pt x="0" y="1"/>
                  </a:moveTo>
                  <a:close/>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6"/>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6"/>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6"/>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6"/>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6"/>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6"/>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6"/>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6"/>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6"/>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6"/>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6"/>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6"/>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6"/>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6"/>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6"/>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6"/>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6"/>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6"/>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6"/>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6"/>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6"/>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6"/>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6"/>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6"/>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6"/>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6"/>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6"/>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6"/>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6"/>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6"/>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6"/>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6"/>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6"/>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6"/>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6"/>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6"/>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6"/>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6"/>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6"/>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6"/>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6"/>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6"/>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6"/>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6"/>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6"/>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6"/>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6"/>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6"/>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6"/>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6"/>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6"/>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6"/>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6"/>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6"/>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6"/>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6"/>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6"/>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6"/>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6"/>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6"/>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6"/>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6"/>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6"/>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6"/>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6"/>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6"/>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6"/>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6"/>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6"/>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6"/>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6"/>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6"/>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6"/>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6"/>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6"/>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6"/>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6"/>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6"/>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6"/>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6"/>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6"/>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6"/>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6"/>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6"/>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6"/>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6"/>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6"/>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6"/>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6"/>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6"/>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6"/>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6"/>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6"/>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6"/>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6"/>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6"/>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6"/>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6"/>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6"/>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6"/>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6"/>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6"/>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6"/>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6"/>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6"/>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lt2"/>
            </a:solidFill>
            <a:ln cap="flat" cmpd="sng" w="225">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6"/>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lt2"/>
            </a:solidFill>
            <a:ln cap="flat" cmpd="sng" w="30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6"/>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lt2"/>
            </a:solidFill>
            <a:ln cap="flat" cmpd="sng" w="30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6"/>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lt2"/>
            </a:solidFill>
            <a:ln cap="flat" cmpd="sng" w="30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6"/>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lt2"/>
            </a:solidFill>
            <a:ln cap="flat" cmpd="sng" w="300">
              <a:solidFill>
                <a:schemeClr val="lt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 name="Google Shape;2213;p46"/>
          <p:cNvGrpSpPr/>
          <p:nvPr/>
        </p:nvGrpSpPr>
        <p:grpSpPr>
          <a:xfrm>
            <a:off x="5820644" y="1436318"/>
            <a:ext cx="365958" cy="365958"/>
            <a:chOff x="1640700" y="3823575"/>
            <a:chExt cx="682375" cy="682375"/>
          </a:xfrm>
        </p:grpSpPr>
        <p:sp>
          <p:nvSpPr>
            <p:cNvPr id="2214" name="Google Shape;2214;p46"/>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accent3"/>
            </a:solidFill>
            <a:ln cap="flat" cmpd="sng" w="3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6"/>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accent3"/>
            </a:solidFill>
            <a:ln cap="flat" cmpd="sng" w="2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6"/>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accent3"/>
            </a:solidFill>
            <a:ln cap="flat" cmpd="sng" w="1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6"/>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accent3"/>
            </a:solidFill>
            <a:ln cap="flat" cmpd="sng" w="1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6"/>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accent3"/>
            </a:solidFill>
            <a:ln cap="flat" cmpd="sng" w="1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6"/>
            <p:cNvSpPr/>
            <p:nvPr/>
          </p:nvSpPr>
          <p:spPr>
            <a:xfrm>
              <a:off x="1832425" y="4472950"/>
              <a:ext cx="25" cy="25"/>
            </a:xfrm>
            <a:custGeom>
              <a:rect b="b" l="l" r="r" t="t"/>
              <a:pathLst>
                <a:path extrusionOk="0" fill="none" h="1" w="1">
                  <a:moveTo>
                    <a:pt x="1" y="1"/>
                  </a:move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6"/>
            <p:cNvSpPr/>
            <p:nvPr/>
          </p:nvSpPr>
          <p:spPr>
            <a:xfrm>
              <a:off x="2105750" y="3937200"/>
              <a:ext cx="25" cy="25"/>
            </a:xfrm>
            <a:custGeom>
              <a:rect b="b" l="l" r="r" t="t"/>
              <a:pathLst>
                <a:path extrusionOk="0" fill="none" h="1" w="1">
                  <a:moveTo>
                    <a:pt x="0" y="1"/>
                  </a:move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6"/>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6"/>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6"/>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6"/>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6"/>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6"/>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6"/>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6"/>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6"/>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6"/>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6"/>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6"/>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6"/>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6"/>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6"/>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6"/>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6"/>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6"/>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6"/>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6"/>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6"/>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6"/>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6"/>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6"/>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6"/>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6"/>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6"/>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6"/>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6"/>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6"/>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6"/>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6"/>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6"/>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6"/>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6"/>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6"/>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6"/>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6"/>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6"/>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6"/>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6"/>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6"/>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6"/>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6"/>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6"/>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6"/>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6"/>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6"/>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6"/>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6"/>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6"/>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6"/>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6"/>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6"/>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6"/>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6"/>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6"/>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6"/>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6"/>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6"/>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6"/>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6"/>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6"/>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6"/>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6"/>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6"/>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6"/>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6"/>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6"/>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6"/>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6"/>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6"/>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6"/>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6"/>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6"/>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6"/>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6"/>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6"/>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6"/>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6"/>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6"/>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6"/>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6"/>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6"/>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6"/>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6"/>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6"/>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6"/>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6"/>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6"/>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6"/>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6"/>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6"/>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6"/>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6"/>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6"/>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6"/>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6"/>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6"/>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6"/>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6"/>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6"/>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6"/>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6"/>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6"/>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 name="Google Shape;2330;p46"/>
          <p:cNvGrpSpPr/>
          <p:nvPr/>
        </p:nvGrpSpPr>
        <p:grpSpPr>
          <a:xfrm flipH="1" rot="10800000">
            <a:off x="5820644" y="2512693"/>
            <a:ext cx="365958" cy="365958"/>
            <a:chOff x="1640700" y="3823575"/>
            <a:chExt cx="682375" cy="682375"/>
          </a:xfrm>
        </p:grpSpPr>
        <p:sp>
          <p:nvSpPr>
            <p:cNvPr id="2331" name="Google Shape;2331;p46"/>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dk2"/>
            </a:solidFill>
            <a:ln cap="flat" cmpd="sng" w="35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6"/>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dk2"/>
            </a:solidFill>
            <a:ln cap="flat" cmpd="sng" w="25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6"/>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dk2"/>
            </a:solidFill>
            <a:ln cap="flat" cmpd="sng" w="15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6"/>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dk2"/>
            </a:solidFill>
            <a:ln cap="flat" cmpd="sng" w="15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6"/>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dk2"/>
            </a:solidFill>
            <a:ln cap="flat" cmpd="sng" w="10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6"/>
            <p:cNvSpPr/>
            <p:nvPr/>
          </p:nvSpPr>
          <p:spPr>
            <a:xfrm>
              <a:off x="1832425" y="4472950"/>
              <a:ext cx="25" cy="25"/>
            </a:xfrm>
            <a:custGeom>
              <a:rect b="b" l="l" r="r" t="t"/>
              <a:pathLst>
                <a:path extrusionOk="0" fill="none" h="1" w="1">
                  <a:moveTo>
                    <a:pt x="1" y="1"/>
                  </a:moveTo>
                  <a:close/>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6"/>
            <p:cNvSpPr/>
            <p:nvPr/>
          </p:nvSpPr>
          <p:spPr>
            <a:xfrm>
              <a:off x="2105750" y="3937200"/>
              <a:ext cx="25" cy="25"/>
            </a:xfrm>
            <a:custGeom>
              <a:rect b="b" l="l" r="r" t="t"/>
              <a:pathLst>
                <a:path extrusionOk="0" fill="none" h="1" w="1">
                  <a:moveTo>
                    <a:pt x="0" y="1"/>
                  </a:moveTo>
                  <a:close/>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6"/>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6"/>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6"/>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6"/>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6"/>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6"/>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6"/>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6"/>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6"/>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6"/>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6"/>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6"/>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6"/>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6"/>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6"/>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6"/>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6"/>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6"/>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6"/>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6"/>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6"/>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6"/>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6"/>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6"/>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6"/>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6"/>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6"/>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6"/>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6"/>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6"/>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6"/>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6"/>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6"/>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6"/>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6"/>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6"/>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6"/>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6"/>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6"/>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6"/>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6"/>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6"/>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6"/>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6"/>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6"/>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6"/>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6"/>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6"/>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6"/>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6"/>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6"/>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6"/>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6"/>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6"/>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6"/>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6"/>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6"/>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6"/>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6"/>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6"/>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6"/>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6"/>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6"/>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6"/>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6"/>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6"/>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6"/>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6"/>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6"/>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6"/>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6"/>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6"/>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6"/>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6"/>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6"/>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6"/>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6"/>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6"/>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6"/>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6"/>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6"/>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6"/>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6"/>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6"/>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6"/>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6"/>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6"/>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6"/>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6"/>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6"/>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6"/>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6"/>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6"/>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6"/>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6"/>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6"/>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6"/>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6"/>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6"/>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6"/>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6"/>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6"/>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6"/>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6"/>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6"/>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dk2"/>
            </a:solidFill>
            <a:ln cap="flat" cmpd="sng" w="225">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6"/>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dk2"/>
            </a:solidFill>
            <a:ln cap="flat" cmpd="sng" w="30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6"/>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dk2"/>
            </a:solidFill>
            <a:ln cap="flat" cmpd="sng" w="30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6"/>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dk2"/>
            </a:solidFill>
            <a:ln cap="flat" cmpd="sng" w="30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6"/>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dk2"/>
            </a:solidFill>
            <a:ln cap="flat" cmpd="sng" w="300">
              <a:solidFill>
                <a:schemeClr val="dk2"/>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46"/>
          <p:cNvGrpSpPr/>
          <p:nvPr/>
        </p:nvGrpSpPr>
        <p:grpSpPr>
          <a:xfrm>
            <a:off x="7886159" y="4288506"/>
            <a:ext cx="2169783" cy="1481853"/>
            <a:chOff x="-512179" y="-394944"/>
            <a:chExt cx="2169783" cy="1481853"/>
          </a:xfrm>
        </p:grpSpPr>
        <p:grpSp>
          <p:nvGrpSpPr>
            <p:cNvPr id="2448" name="Google Shape;2448;p46"/>
            <p:cNvGrpSpPr/>
            <p:nvPr/>
          </p:nvGrpSpPr>
          <p:grpSpPr>
            <a:xfrm>
              <a:off x="-512179" y="-394944"/>
              <a:ext cx="1878017" cy="1225153"/>
              <a:chOff x="1705450" y="1644825"/>
              <a:chExt cx="1313850" cy="857050"/>
            </a:xfrm>
          </p:grpSpPr>
          <p:sp>
            <p:nvSpPr>
              <p:cNvPr id="2449" name="Google Shape;2449;p46"/>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6"/>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6"/>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6"/>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6"/>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6"/>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6"/>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6"/>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6"/>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6"/>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6"/>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6"/>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6"/>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6"/>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6"/>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6"/>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6"/>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6"/>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6"/>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6"/>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6"/>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6"/>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6"/>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6"/>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6"/>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6"/>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6"/>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6"/>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6"/>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6"/>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6"/>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6"/>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6"/>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6"/>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6"/>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6"/>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6"/>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6"/>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6"/>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6"/>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6"/>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6"/>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6"/>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6"/>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6"/>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6"/>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6"/>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6"/>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6"/>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6"/>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46"/>
            <p:cNvGrpSpPr/>
            <p:nvPr/>
          </p:nvGrpSpPr>
          <p:grpSpPr>
            <a:xfrm>
              <a:off x="380139" y="539997"/>
              <a:ext cx="1277466" cy="546912"/>
              <a:chOff x="2011750" y="3107325"/>
              <a:chExt cx="1510900" cy="646850"/>
            </a:xfrm>
          </p:grpSpPr>
          <p:sp>
            <p:nvSpPr>
              <p:cNvPr id="2500" name="Google Shape;2500;p46"/>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6"/>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6"/>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6"/>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6"/>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6"/>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506" name="Google Shape;2506;p46"/>
          <p:cNvSpPr/>
          <p:nvPr/>
        </p:nvSpPr>
        <p:spPr>
          <a:xfrm rot="-1660799">
            <a:off x="-367526" y="-585441"/>
            <a:ext cx="1405275" cy="2137762"/>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6"/>
          <p:cNvSpPr/>
          <p:nvPr/>
        </p:nvSpPr>
        <p:spPr>
          <a:xfrm>
            <a:off x="-649325" y="-409150"/>
            <a:ext cx="6341530" cy="1319923"/>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2508" name="Google Shape;2508;p46"/>
          <p:cNvSpPr txBox="1"/>
          <p:nvPr>
            <p:ph idx="4294967295" type="subTitle"/>
          </p:nvPr>
        </p:nvSpPr>
        <p:spPr>
          <a:xfrm>
            <a:off x="720000" y="3998125"/>
            <a:ext cx="4580700" cy="54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Folge dem Link in das Diagramm, um die Daten zu ändern und füge dann das neue hier ein. Für mehr Infos, </a:t>
            </a:r>
            <a:r>
              <a:rPr b="1" lang="en" sz="1200" u="sng">
                <a:solidFill>
                  <a:schemeClr val="hlink"/>
                </a:solidFill>
                <a:hlinkClick r:id="rId5"/>
              </a:rPr>
              <a:t>klicke hier</a:t>
            </a:r>
            <a:endParaRPr/>
          </a:p>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2" name="Shape 2512"/>
        <p:cNvGrpSpPr/>
        <p:nvPr/>
      </p:nvGrpSpPr>
      <p:grpSpPr>
        <a:xfrm>
          <a:off x="0" y="0"/>
          <a:ext cx="0" cy="0"/>
          <a:chOff x="0" y="0"/>
          <a:chExt cx="0" cy="0"/>
        </a:xfrm>
      </p:grpSpPr>
      <p:sp>
        <p:nvSpPr>
          <p:cNvPr id="2513" name="Google Shape;2513;p47"/>
          <p:cNvSpPr txBox="1"/>
          <p:nvPr>
            <p:ph type="title"/>
          </p:nvPr>
        </p:nvSpPr>
        <p:spPr>
          <a:xfrm>
            <a:off x="3879300" y="2359013"/>
            <a:ext cx="45447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 Kürze</a:t>
            </a:r>
            <a:endParaRPr/>
          </a:p>
        </p:txBody>
      </p:sp>
      <p:sp>
        <p:nvSpPr>
          <p:cNvPr id="2514" name="Google Shape;2514;p47"/>
          <p:cNvSpPr txBox="1"/>
          <p:nvPr>
            <p:ph idx="2" type="title"/>
          </p:nvPr>
        </p:nvSpPr>
        <p:spPr>
          <a:xfrm>
            <a:off x="5376500" y="1198704"/>
            <a:ext cx="1550100" cy="123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515" name="Google Shape;2515;p47"/>
          <p:cNvSpPr txBox="1"/>
          <p:nvPr>
            <p:ph idx="1" type="subTitle"/>
          </p:nvPr>
        </p:nvSpPr>
        <p:spPr>
          <a:xfrm rot="338">
            <a:off x="4626900" y="3345000"/>
            <a:ext cx="3049200" cy="57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Gib hier einen Untertitel ein, wenn du es brauchst</a:t>
            </a:r>
            <a:endParaRPr/>
          </a:p>
        </p:txBody>
      </p:sp>
      <p:sp>
        <p:nvSpPr>
          <p:cNvPr id="2516" name="Google Shape;2516;p47"/>
          <p:cNvSpPr/>
          <p:nvPr/>
        </p:nvSpPr>
        <p:spPr>
          <a:xfrm rot="-719098">
            <a:off x="5118778" y="1287253"/>
            <a:ext cx="2097428" cy="141682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939068" y="545283"/>
            <a:ext cx="1386644" cy="689004"/>
          </a:xfrm>
          <a:custGeom>
            <a:rect b="b" l="l" r="r" t="t"/>
            <a:pathLst>
              <a:path extrusionOk="0" h="4933" w="9928">
                <a:moveTo>
                  <a:pt x="640" y="309"/>
                </a:moveTo>
                <a:cubicBezTo>
                  <a:pt x="1037" y="216"/>
                  <a:pt x="1983" y="1"/>
                  <a:pt x="1983" y="493"/>
                </a:cubicBezTo>
                <a:cubicBezTo>
                  <a:pt x="1983" y="986"/>
                  <a:pt x="2136" y="1511"/>
                  <a:pt x="2412" y="1449"/>
                </a:cubicBezTo>
                <a:cubicBezTo>
                  <a:pt x="2686" y="1388"/>
                  <a:pt x="3023" y="1048"/>
                  <a:pt x="3206" y="894"/>
                </a:cubicBezTo>
                <a:cubicBezTo>
                  <a:pt x="3390" y="740"/>
                  <a:pt x="4092" y="679"/>
                  <a:pt x="4979" y="1079"/>
                </a:cubicBezTo>
                <a:cubicBezTo>
                  <a:pt x="5864" y="1480"/>
                  <a:pt x="6873" y="1819"/>
                  <a:pt x="7116" y="2034"/>
                </a:cubicBezTo>
                <a:cubicBezTo>
                  <a:pt x="7362" y="2250"/>
                  <a:pt x="8003" y="2744"/>
                  <a:pt x="8125" y="3083"/>
                </a:cubicBezTo>
                <a:cubicBezTo>
                  <a:pt x="8247" y="3422"/>
                  <a:pt x="8613" y="3977"/>
                  <a:pt x="8920" y="4285"/>
                </a:cubicBezTo>
                <a:cubicBezTo>
                  <a:pt x="9225" y="4593"/>
                  <a:pt x="9928" y="4933"/>
                  <a:pt x="9225" y="4933"/>
                </a:cubicBezTo>
                <a:cubicBezTo>
                  <a:pt x="8523" y="4933"/>
                  <a:pt x="7698" y="4161"/>
                  <a:pt x="7239" y="3853"/>
                </a:cubicBezTo>
                <a:cubicBezTo>
                  <a:pt x="6781" y="3545"/>
                  <a:pt x="6750" y="3884"/>
                  <a:pt x="6292" y="4099"/>
                </a:cubicBezTo>
                <a:cubicBezTo>
                  <a:pt x="5835" y="4315"/>
                  <a:pt x="4520" y="4068"/>
                  <a:pt x="4031" y="4068"/>
                </a:cubicBezTo>
                <a:cubicBezTo>
                  <a:pt x="3542" y="4068"/>
                  <a:pt x="3573" y="3637"/>
                  <a:pt x="3970" y="3359"/>
                </a:cubicBezTo>
                <a:cubicBezTo>
                  <a:pt x="4320" y="3116"/>
                  <a:pt x="3665" y="2404"/>
                  <a:pt x="3116" y="2219"/>
                </a:cubicBezTo>
                <a:cubicBezTo>
                  <a:pt x="2566" y="2034"/>
                  <a:pt x="1649" y="1818"/>
                  <a:pt x="1344" y="1726"/>
                </a:cubicBezTo>
                <a:cubicBezTo>
                  <a:pt x="1038" y="1633"/>
                  <a:pt x="915" y="1480"/>
                  <a:pt x="977" y="1326"/>
                </a:cubicBezTo>
                <a:cubicBezTo>
                  <a:pt x="1038" y="1172"/>
                  <a:pt x="1161" y="986"/>
                  <a:pt x="1130" y="863"/>
                </a:cubicBezTo>
                <a:cubicBezTo>
                  <a:pt x="1099" y="740"/>
                  <a:pt x="0" y="586"/>
                  <a:pt x="121" y="493"/>
                </a:cubicBezTo>
                <a:cubicBezTo>
                  <a:pt x="243" y="402"/>
                  <a:pt x="640" y="309"/>
                  <a:pt x="640" y="309"/>
                </a:cubicBezTo>
                <a:close/>
              </a:path>
            </a:pathLst>
          </a:custGeom>
          <a:solidFill>
            <a:srgbClr val="AC9430">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249253" y="814851"/>
            <a:ext cx="297497" cy="163556"/>
          </a:xfrm>
          <a:custGeom>
            <a:rect b="b" l="l" r="r" t="t"/>
            <a:pathLst>
              <a:path extrusionOk="0" h="1171" w="2130">
                <a:moveTo>
                  <a:pt x="2019" y="178"/>
                </a:moveTo>
                <a:cubicBezTo>
                  <a:pt x="2050" y="195"/>
                  <a:pt x="2083" y="214"/>
                  <a:pt x="2097" y="247"/>
                </a:cubicBezTo>
                <a:cubicBezTo>
                  <a:pt x="2130" y="315"/>
                  <a:pt x="2069" y="389"/>
                  <a:pt x="2012" y="441"/>
                </a:cubicBezTo>
                <a:cubicBezTo>
                  <a:pt x="1599" y="816"/>
                  <a:pt x="1108" y="1170"/>
                  <a:pt x="552" y="1165"/>
                </a:cubicBezTo>
                <a:cubicBezTo>
                  <a:pt x="303" y="1162"/>
                  <a:pt x="0" y="1010"/>
                  <a:pt x="23" y="760"/>
                </a:cubicBezTo>
                <a:cubicBezTo>
                  <a:pt x="36" y="619"/>
                  <a:pt x="157" y="507"/>
                  <a:pt x="291" y="466"/>
                </a:cubicBezTo>
                <a:cubicBezTo>
                  <a:pt x="425" y="423"/>
                  <a:pt x="569" y="438"/>
                  <a:pt x="708" y="459"/>
                </a:cubicBezTo>
                <a:cubicBezTo>
                  <a:pt x="831" y="477"/>
                  <a:pt x="955" y="502"/>
                  <a:pt x="1075" y="475"/>
                </a:cubicBezTo>
                <a:cubicBezTo>
                  <a:pt x="1195" y="448"/>
                  <a:pt x="1312" y="353"/>
                  <a:pt x="1319" y="229"/>
                </a:cubicBezTo>
                <a:cubicBezTo>
                  <a:pt x="1319" y="229"/>
                  <a:pt x="1510" y="0"/>
                  <a:pt x="1693" y="35"/>
                </a:cubicBezTo>
                <a:cubicBezTo>
                  <a:pt x="1878" y="67"/>
                  <a:pt x="2019" y="178"/>
                  <a:pt x="2019" y="178"/>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653600" y="857591"/>
            <a:ext cx="206991" cy="146656"/>
          </a:xfrm>
          <a:custGeom>
            <a:rect b="b" l="l" r="r" t="t"/>
            <a:pathLst>
              <a:path extrusionOk="0" h="1050" w="1482">
                <a:moveTo>
                  <a:pt x="123" y="66"/>
                </a:moveTo>
                <a:cubicBezTo>
                  <a:pt x="133" y="23"/>
                  <a:pt x="62" y="1"/>
                  <a:pt x="31" y="32"/>
                </a:cubicBezTo>
                <a:cubicBezTo>
                  <a:pt x="0" y="63"/>
                  <a:pt x="1" y="113"/>
                  <a:pt x="4" y="157"/>
                </a:cubicBezTo>
                <a:cubicBezTo>
                  <a:pt x="21" y="407"/>
                  <a:pt x="62" y="697"/>
                  <a:pt x="278" y="824"/>
                </a:cubicBezTo>
                <a:cubicBezTo>
                  <a:pt x="493" y="949"/>
                  <a:pt x="771" y="1043"/>
                  <a:pt x="975" y="1050"/>
                </a:cubicBezTo>
                <a:cubicBezTo>
                  <a:pt x="1482" y="986"/>
                  <a:pt x="577" y="835"/>
                  <a:pt x="686" y="409"/>
                </a:cubicBezTo>
                <a:cubicBezTo>
                  <a:pt x="698" y="363"/>
                  <a:pt x="670" y="314"/>
                  <a:pt x="639" y="277"/>
                </a:cubicBezTo>
                <a:cubicBezTo>
                  <a:pt x="607" y="238"/>
                  <a:pt x="556" y="220"/>
                  <a:pt x="509" y="205"/>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409036" y="699621"/>
            <a:ext cx="160201" cy="148751"/>
          </a:xfrm>
          <a:custGeom>
            <a:rect b="b" l="l" r="r" t="t"/>
            <a:pathLst>
              <a:path extrusionOk="0" h="1065" w="1147">
                <a:moveTo>
                  <a:pt x="58" y="1"/>
                </a:moveTo>
                <a:cubicBezTo>
                  <a:pt x="413" y="197"/>
                  <a:pt x="1055" y="556"/>
                  <a:pt x="1100" y="695"/>
                </a:cubicBezTo>
                <a:cubicBezTo>
                  <a:pt x="1147" y="835"/>
                  <a:pt x="1065" y="1065"/>
                  <a:pt x="1008" y="1042"/>
                </a:cubicBezTo>
                <a:cubicBezTo>
                  <a:pt x="952" y="1018"/>
                  <a:pt x="1008" y="984"/>
                  <a:pt x="894" y="811"/>
                </a:cubicBezTo>
                <a:cubicBezTo>
                  <a:pt x="779" y="638"/>
                  <a:pt x="46" y="257"/>
                  <a:pt x="23" y="140"/>
                </a:cubicBezTo>
                <a:cubicBezTo>
                  <a:pt x="0" y="25"/>
                  <a:pt x="58" y="1"/>
                  <a:pt x="58" y="1"/>
                </a:cubicBezTo>
                <a:close/>
              </a:path>
            </a:pathLst>
          </a:custGeom>
          <a:solidFill>
            <a:srgbClr val="645830">
              <a:alpha val="37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21" name="Google Shape;2521;p47"/>
          <p:cNvCxnSpPr/>
          <p:nvPr/>
        </p:nvCxnSpPr>
        <p:spPr>
          <a:xfrm rot="-5400000">
            <a:off x="-1627550" y="1079425"/>
            <a:ext cx="5465100" cy="29469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2522" name="Google Shape;2522;p47"/>
          <p:cNvCxnSpPr/>
          <p:nvPr/>
        </p:nvCxnSpPr>
        <p:spPr>
          <a:xfrm>
            <a:off x="5111350" y="-203600"/>
            <a:ext cx="4767300" cy="2113800"/>
          </a:xfrm>
          <a:prstGeom prst="curvedConnector3">
            <a:avLst>
              <a:gd fmla="val 50000" name="adj1"/>
            </a:avLst>
          </a:prstGeom>
          <a:noFill/>
          <a:ln cap="flat" cmpd="sng" w="19050">
            <a:solidFill>
              <a:schemeClr val="lt1"/>
            </a:solidFill>
            <a:prstDash val="dash"/>
            <a:round/>
            <a:headEnd len="med" w="med" type="none"/>
            <a:tailEnd len="med" w="med" type="none"/>
          </a:ln>
        </p:spPr>
      </p:cxnSp>
      <p:grpSp>
        <p:nvGrpSpPr>
          <p:cNvPr id="2523" name="Google Shape;2523;p47"/>
          <p:cNvGrpSpPr/>
          <p:nvPr/>
        </p:nvGrpSpPr>
        <p:grpSpPr>
          <a:xfrm>
            <a:off x="1909420" y="1684780"/>
            <a:ext cx="1754009" cy="1773931"/>
            <a:chOff x="3636950" y="4013525"/>
            <a:chExt cx="746800" cy="755250"/>
          </a:xfrm>
        </p:grpSpPr>
        <p:sp>
          <p:nvSpPr>
            <p:cNvPr id="2524" name="Google Shape;2524;p47"/>
            <p:cNvSpPr/>
            <p:nvPr/>
          </p:nvSpPr>
          <p:spPr>
            <a:xfrm>
              <a:off x="3694900" y="4067825"/>
              <a:ext cx="645075" cy="645025"/>
            </a:xfrm>
            <a:custGeom>
              <a:rect b="b" l="l" r="r" t="t"/>
              <a:pathLst>
                <a:path extrusionOk="0" h="25801" w="25803">
                  <a:moveTo>
                    <a:pt x="12673" y="1895"/>
                  </a:moveTo>
                  <a:lnTo>
                    <a:pt x="12526" y="3078"/>
                  </a:lnTo>
                  <a:cubicBezTo>
                    <a:pt x="11793" y="3106"/>
                    <a:pt x="11080" y="3215"/>
                    <a:pt x="10396" y="3395"/>
                  </a:cubicBezTo>
                  <a:lnTo>
                    <a:pt x="10090" y="2256"/>
                  </a:lnTo>
                  <a:cubicBezTo>
                    <a:pt x="10917" y="2037"/>
                    <a:pt x="11781" y="1914"/>
                    <a:pt x="12673" y="1895"/>
                  </a:cubicBezTo>
                  <a:close/>
                  <a:moveTo>
                    <a:pt x="13137" y="1895"/>
                  </a:moveTo>
                  <a:cubicBezTo>
                    <a:pt x="14026" y="1914"/>
                    <a:pt x="14892" y="2037"/>
                    <a:pt x="15718" y="2256"/>
                  </a:cubicBezTo>
                  <a:lnTo>
                    <a:pt x="15413" y="3395"/>
                  </a:lnTo>
                  <a:cubicBezTo>
                    <a:pt x="14728" y="3215"/>
                    <a:pt x="14015" y="3106"/>
                    <a:pt x="13282" y="3078"/>
                  </a:cubicBezTo>
                  <a:lnTo>
                    <a:pt x="13137" y="1895"/>
                  </a:lnTo>
                  <a:close/>
                  <a:moveTo>
                    <a:pt x="10019" y="2276"/>
                  </a:moveTo>
                  <a:lnTo>
                    <a:pt x="10325" y="3415"/>
                  </a:lnTo>
                  <a:cubicBezTo>
                    <a:pt x="9511" y="3637"/>
                    <a:pt x="8739" y="3959"/>
                    <a:pt x="8022" y="4370"/>
                  </a:cubicBezTo>
                  <a:lnTo>
                    <a:pt x="7433" y="3349"/>
                  </a:lnTo>
                  <a:cubicBezTo>
                    <a:pt x="8237" y="2888"/>
                    <a:pt x="9105" y="2524"/>
                    <a:pt x="10019" y="2276"/>
                  </a:cubicBezTo>
                  <a:close/>
                  <a:moveTo>
                    <a:pt x="15790" y="2276"/>
                  </a:moveTo>
                  <a:cubicBezTo>
                    <a:pt x="16704" y="2524"/>
                    <a:pt x="17571" y="2888"/>
                    <a:pt x="18376" y="3350"/>
                  </a:cubicBezTo>
                  <a:lnTo>
                    <a:pt x="17787" y="4371"/>
                  </a:lnTo>
                  <a:cubicBezTo>
                    <a:pt x="17071" y="3961"/>
                    <a:pt x="16299" y="3637"/>
                    <a:pt x="15485" y="3416"/>
                  </a:cubicBezTo>
                  <a:lnTo>
                    <a:pt x="15790" y="2276"/>
                  </a:lnTo>
                  <a:close/>
                  <a:moveTo>
                    <a:pt x="18440" y="3388"/>
                  </a:moveTo>
                  <a:cubicBezTo>
                    <a:pt x="19251" y="3861"/>
                    <a:pt x="19996" y="4436"/>
                    <a:pt x="20659" y="5094"/>
                  </a:cubicBezTo>
                  <a:cubicBezTo>
                    <a:pt x="20677" y="5111"/>
                    <a:pt x="20695" y="5129"/>
                    <a:pt x="20711" y="5145"/>
                  </a:cubicBezTo>
                  <a:cubicBezTo>
                    <a:pt x="21368" y="5809"/>
                    <a:pt x="21944" y="6553"/>
                    <a:pt x="22417" y="7365"/>
                  </a:cubicBezTo>
                  <a:lnTo>
                    <a:pt x="21395" y="7955"/>
                  </a:lnTo>
                  <a:cubicBezTo>
                    <a:pt x="20974" y="7232"/>
                    <a:pt x="20461" y="6569"/>
                    <a:pt x="19876" y="5979"/>
                  </a:cubicBezTo>
                  <a:cubicBezTo>
                    <a:pt x="19860" y="5960"/>
                    <a:pt x="19841" y="5944"/>
                    <a:pt x="19825" y="5927"/>
                  </a:cubicBezTo>
                  <a:cubicBezTo>
                    <a:pt x="19236" y="5341"/>
                    <a:pt x="18571" y="4829"/>
                    <a:pt x="17849" y="4407"/>
                  </a:cubicBezTo>
                  <a:lnTo>
                    <a:pt x="18440" y="3388"/>
                  </a:lnTo>
                  <a:close/>
                  <a:moveTo>
                    <a:pt x="7369" y="3388"/>
                  </a:moveTo>
                  <a:lnTo>
                    <a:pt x="7958" y="4409"/>
                  </a:lnTo>
                  <a:cubicBezTo>
                    <a:pt x="7236" y="4830"/>
                    <a:pt x="6573" y="5343"/>
                    <a:pt x="5983" y="5928"/>
                  </a:cubicBezTo>
                  <a:cubicBezTo>
                    <a:pt x="5964" y="5945"/>
                    <a:pt x="5948" y="5963"/>
                    <a:pt x="5931" y="5980"/>
                  </a:cubicBezTo>
                  <a:cubicBezTo>
                    <a:pt x="5345" y="6569"/>
                    <a:pt x="4833" y="7233"/>
                    <a:pt x="4411" y="7956"/>
                  </a:cubicBezTo>
                  <a:lnTo>
                    <a:pt x="3390" y="7366"/>
                  </a:lnTo>
                  <a:cubicBezTo>
                    <a:pt x="3864" y="6553"/>
                    <a:pt x="4439" y="5809"/>
                    <a:pt x="5097" y="5145"/>
                  </a:cubicBezTo>
                  <a:cubicBezTo>
                    <a:pt x="5115" y="5128"/>
                    <a:pt x="5133" y="5111"/>
                    <a:pt x="5149" y="5094"/>
                  </a:cubicBezTo>
                  <a:cubicBezTo>
                    <a:pt x="5812" y="4436"/>
                    <a:pt x="6557" y="3861"/>
                    <a:pt x="7369" y="3388"/>
                  </a:cubicBezTo>
                  <a:close/>
                  <a:moveTo>
                    <a:pt x="12108" y="6481"/>
                  </a:moveTo>
                  <a:lnTo>
                    <a:pt x="11932" y="7915"/>
                  </a:lnTo>
                  <a:cubicBezTo>
                    <a:pt x="11713" y="7959"/>
                    <a:pt x="11498" y="8015"/>
                    <a:pt x="11290" y="8086"/>
                  </a:cubicBezTo>
                  <a:cubicBezTo>
                    <a:pt x="11066" y="8161"/>
                    <a:pt x="10848" y="8251"/>
                    <a:pt x="10641" y="8356"/>
                  </a:cubicBezTo>
                  <a:cubicBezTo>
                    <a:pt x="10481" y="8435"/>
                    <a:pt x="10325" y="8524"/>
                    <a:pt x="10175" y="8620"/>
                  </a:cubicBezTo>
                  <a:lnTo>
                    <a:pt x="8857" y="7858"/>
                  </a:lnTo>
                  <a:cubicBezTo>
                    <a:pt x="9285" y="7513"/>
                    <a:pt x="9758" y="7223"/>
                    <a:pt x="10264" y="6996"/>
                  </a:cubicBezTo>
                  <a:cubicBezTo>
                    <a:pt x="10373" y="6948"/>
                    <a:pt x="10483" y="6901"/>
                    <a:pt x="10596" y="6858"/>
                  </a:cubicBezTo>
                  <a:cubicBezTo>
                    <a:pt x="11075" y="6674"/>
                    <a:pt x="11582" y="6546"/>
                    <a:pt x="12108" y="6481"/>
                  </a:cubicBezTo>
                  <a:close/>
                  <a:moveTo>
                    <a:pt x="13700" y="6481"/>
                  </a:moveTo>
                  <a:lnTo>
                    <a:pt x="13700" y="6481"/>
                  </a:lnTo>
                  <a:cubicBezTo>
                    <a:pt x="14226" y="6546"/>
                    <a:pt x="14733" y="6673"/>
                    <a:pt x="15213" y="6858"/>
                  </a:cubicBezTo>
                  <a:cubicBezTo>
                    <a:pt x="15325" y="6900"/>
                    <a:pt x="15435" y="6948"/>
                    <a:pt x="15544" y="6996"/>
                  </a:cubicBezTo>
                  <a:cubicBezTo>
                    <a:pt x="16052" y="7223"/>
                    <a:pt x="16523" y="7513"/>
                    <a:pt x="16951" y="7858"/>
                  </a:cubicBezTo>
                  <a:lnTo>
                    <a:pt x="15634" y="8620"/>
                  </a:lnTo>
                  <a:cubicBezTo>
                    <a:pt x="15484" y="8523"/>
                    <a:pt x="15327" y="8435"/>
                    <a:pt x="15167" y="8356"/>
                  </a:cubicBezTo>
                  <a:cubicBezTo>
                    <a:pt x="14959" y="8251"/>
                    <a:pt x="14742" y="8161"/>
                    <a:pt x="14519" y="8086"/>
                  </a:cubicBezTo>
                  <a:cubicBezTo>
                    <a:pt x="14310" y="8015"/>
                    <a:pt x="14096" y="7959"/>
                    <a:pt x="13877" y="7915"/>
                  </a:cubicBezTo>
                  <a:lnTo>
                    <a:pt x="13700" y="6481"/>
                  </a:lnTo>
                  <a:close/>
                  <a:moveTo>
                    <a:pt x="11923" y="8000"/>
                  </a:moveTo>
                  <a:lnTo>
                    <a:pt x="11874" y="8399"/>
                  </a:lnTo>
                  <a:cubicBezTo>
                    <a:pt x="11754" y="8426"/>
                    <a:pt x="11637" y="8457"/>
                    <a:pt x="11520" y="8493"/>
                  </a:cubicBezTo>
                  <a:cubicBezTo>
                    <a:pt x="11259" y="8576"/>
                    <a:pt x="11006" y="8682"/>
                    <a:pt x="10766" y="8808"/>
                  </a:cubicBezTo>
                  <a:cubicBezTo>
                    <a:pt x="10719" y="8833"/>
                    <a:pt x="10674" y="8857"/>
                    <a:pt x="10630" y="8883"/>
                  </a:cubicBezTo>
                  <a:lnTo>
                    <a:pt x="10253" y="8665"/>
                  </a:lnTo>
                  <a:cubicBezTo>
                    <a:pt x="10385" y="8581"/>
                    <a:pt x="10522" y="8506"/>
                    <a:pt x="10663" y="8434"/>
                  </a:cubicBezTo>
                  <a:cubicBezTo>
                    <a:pt x="10877" y="8326"/>
                    <a:pt x="11100" y="8233"/>
                    <a:pt x="11331" y="8157"/>
                  </a:cubicBezTo>
                  <a:cubicBezTo>
                    <a:pt x="11523" y="8093"/>
                    <a:pt x="11720" y="8039"/>
                    <a:pt x="11923" y="8000"/>
                  </a:cubicBezTo>
                  <a:close/>
                  <a:moveTo>
                    <a:pt x="13887" y="8000"/>
                  </a:moveTo>
                  <a:lnTo>
                    <a:pt x="13887" y="8000"/>
                  </a:lnTo>
                  <a:cubicBezTo>
                    <a:pt x="14088" y="8039"/>
                    <a:pt x="14285" y="8093"/>
                    <a:pt x="14478" y="8157"/>
                  </a:cubicBezTo>
                  <a:cubicBezTo>
                    <a:pt x="14708" y="8233"/>
                    <a:pt x="14932" y="8326"/>
                    <a:pt x="15146" y="8434"/>
                  </a:cubicBezTo>
                  <a:cubicBezTo>
                    <a:pt x="15286" y="8506"/>
                    <a:pt x="15423" y="8583"/>
                    <a:pt x="15556" y="8665"/>
                  </a:cubicBezTo>
                  <a:lnTo>
                    <a:pt x="15180" y="8883"/>
                  </a:lnTo>
                  <a:cubicBezTo>
                    <a:pt x="15134" y="8857"/>
                    <a:pt x="15089" y="8833"/>
                    <a:pt x="15043" y="8808"/>
                  </a:cubicBezTo>
                  <a:cubicBezTo>
                    <a:pt x="14803" y="8682"/>
                    <a:pt x="14551" y="8576"/>
                    <a:pt x="14288" y="8493"/>
                  </a:cubicBezTo>
                  <a:cubicBezTo>
                    <a:pt x="14174" y="8457"/>
                    <a:pt x="14055" y="8426"/>
                    <a:pt x="13936" y="8399"/>
                  </a:cubicBezTo>
                  <a:lnTo>
                    <a:pt x="13887" y="8000"/>
                  </a:lnTo>
                  <a:close/>
                  <a:moveTo>
                    <a:pt x="13966" y="8652"/>
                  </a:moveTo>
                  <a:cubicBezTo>
                    <a:pt x="14035" y="8671"/>
                    <a:pt x="14100" y="8688"/>
                    <a:pt x="14166" y="8708"/>
                  </a:cubicBezTo>
                  <a:cubicBezTo>
                    <a:pt x="14434" y="8789"/>
                    <a:pt x="14691" y="8895"/>
                    <a:pt x="14935" y="9022"/>
                  </a:cubicBezTo>
                  <a:lnTo>
                    <a:pt x="14074" y="9520"/>
                  </a:lnTo>
                  <a:lnTo>
                    <a:pt x="14008" y="8986"/>
                  </a:lnTo>
                  <a:lnTo>
                    <a:pt x="13966" y="8652"/>
                  </a:lnTo>
                  <a:close/>
                  <a:moveTo>
                    <a:pt x="11842" y="8653"/>
                  </a:moveTo>
                  <a:lnTo>
                    <a:pt x="11801" y="8987"/>
                  </a:lnTo>
                  <a:lnTo>
                    <a:pt x="11735" y="9522"/>
                  </a:lnTo>
                  <a:lnTo>
                    <a:pt x="10873" y="9023"/>
                  </a:lnTo>
                  <a:cubicBezTo>
                    <a:pt x="11117" y="8895"/>
                    <a:pt x="11375" y="8788"/>
                    <a:pt x="11643" y="8708"/>
                  </a:cubicBezTo>
                  <a:cubicBezTo>
                    <a:pt x="11708" y="8688"/>
                    <a:pt x="11775" y="8671"/>
                    <a:pt x="11842" y="8653"/>
                  </a:cubicBezTo>
                  <a:close/>
                  <a:moveTo>
                    <a:pt x="12984" y="1317"/>
                  </a:moveTo>
                  <a:lnTo>
                    <a:pt x="13046" y="1823"/>
                  </a:lnTo>
                  <a:lnTo>
                    <a:pt x="13055" y="1898"/>
                  </a:lnTo>
                  <a:lnTo>
                    <a:pt x="13201" y="3081"/>
                  </a:lnTo>
                  <a:lnTo>
                    <a:pt x="13210" y="3154"/>
                  </a:lnTo>
                  <a:lnTo>
                    <a:pt x="13598" y="6310"/>
                  </a:lnTo>
                  <a:lnTo>
                    <a:pt x="13608" y="6393"/>
                  </a:lnTo>
                  <a:lnTo>
                    <a:pt x="13619" y="6475"/>
                  </a:lnTo>
                  <a:lnTo>
                    <a:pt x="13794" y="7905"/>
                  </a:lnTo>
                  <a:lnTo>
                    <a:pt x="13804" y="7989"/>
                  </a:lnTo>
                  <a:lnTo>
                    <a:pt x="13854" y="8385"/>
                  </a:lnTo>
                  <a:lnTo>
                    <a:pt x="13885" y="8640"/>
                  </a:lnTo>
                  <a:lnTo>
                    <a:pt x="13943" y="9110"/>
                  </a:lnTo>
                  <a:lnTo>
                    <a:pt x="13999" y="9570"/>
                  </a:lnTo>
                  <a:lnTo>
                    <a:pt x="13527" y="9843"/>
                  </a:lnTo>
                  <a:lnTo>
                    <a:pt x="13029" y="10132"/>
                  </a:lnTo>
                  <a:cubicBezTo>
                    <a:pt x="13014" y="10132"/>
                    <a:pt x="13000" y="10131"/>
                    <a:pt x="12985" y="10131"/>
                  </a:cubicBezTo>
                  <a:lnTo>
                    <a:pt x="12985" y="8524"/>
                  </a:lnTo>
                  <a:lnTo>
                    <a:pt x="12984" y="8524"/>
                  </a:lnTo>
                  <a:lnTo>
                    <a:pt x="12984" y="8284"/>
                  </a:lnTo>
                  <a:lnTo>
                    <a:pt x="12984" y="7904"/>
                  </a:lnTo>
                  <a:lnTo>
                    <a:pt x="12984" y="7825"/>
                  </a:lnTo>
                  <a:lnTo>
                    <a:pt x="12984" y="6434"/>
                  </a:lnTo>
                  <a:lnTo>
                    <a:pt x="12984" y="6354"/>
                  </a:lnTo>
                  <a:lnTo>
                    <a:pt x="12984" y="6274"/>
                  </a:lnTo>
                  <a:lnTo>
                    <a:pt x="12984" y="3148"/>
                  </a:lnTo>
                  <a:lnTo>
                    <a:pt x="12984" y="3074"/>
                  </a:lnTo>
                  <a:lnTo>
                    <a:pt x="12984" y="1895"/>
                  </a:lnTo>
                  <a:lnTo>
                    <a:pt x="12984" y="1822"/>
                  </a:lnTo>
                  <a:lnTo>
                    <a:pt x="12984" y="1317"/>
                  </a:lnTo>
                  <a:close/>
                  <a:moveTo>
                    <a:pt x="3353" y="7429"/>
                  </a:moveTo>
                  <a:lnTo>
                    <a:pt x="4374" y="8019"/>
                  </a:lnTo>
                  <a:cubicBezTo>
                    <a:pt x="3963" y="8735"/>
                    <a:pt x="3640" y="9507"/>
                    <a:pt x="3419" y="10321"/>
                  </a:cubicBezTo>
                  <a:lnTo>
                    <a:pt x="2280" y="10015"/>
                  </a:lnTo>
                  <a:cubicBezTo>
                    <a:pt x="2527" y="9101"/>
                    <a:pt x="2892" y="8233"/>
                    <a:pt x="3353" y="7429"/>
                  </a:cubicBezTo>
                  <a:close/>
                  <a:moveTo>
                    <a:pt x="22456" y="7429"/>
                  </a:moveTo>
                  <a:cubicBezTo>
                    <a:pt x="22918" y="8233"/>
                    <a:pt x="23281" y="9101"/>
                    <a:pt x="23529" y="10015"/>
                  </a:cubicBezTo>
                  <a:lnTo>
                    <a:pt x="22390" y="10321"/>
                  </a:lnTo>
                  <a:cubicBezTo>
                    <a:pt x="22168" y="9507"/>
                    <a:pt x="21846" y="8735"/>
                    <a:pt x="21434" y="8019"/>
                  </a:cubicBezTo>
                  <a:lnTo>
                    <a:pt x="22456" y="7429"/>
                  </a:lnTo>
                  <a:close/>
                  <a:moveTo>
                    <a:pt x="6985" y="6868"/>
                  </a:moveTo>
                  <a:lnTo>
                    <a:pt x="8642" y="7827"/>
                  </a:lnTo>
                  <a:lnTo>
                    <a:pt x="8713" y="7868"/>
                  </a:lnTo>
                  <a:lnTo>
                    <a:pt x="8789" y="7911"/>
                  </a:lnTo>
                  <a:lnTo>
                    <a:pt x="10099" y="8669"/>
                  </a:lnTo>
                  <a:lnTo>
                    <a:pt x="10178" y="8714"/>
                  </a:lnTo>
                  <a:lnTo>
                    <a:pt x="10549" y="8930"/>
                  </a:lnTo>
                  <a:lnTo>
                    <a:pt x="10791" y="9069"/>
                  </a:lnTo>
                  <a:lnTo>
                    <a:pt x="10848" y="9102"/>
                  </a:lnTo>
                  <a:lnTo>
                    <a:pt x="11724" y="9608"/>
                  </a:lnTo>
                  <a:lnTo>
                    <a:pt x="11762" y="9631"/>
                  </a:lnTo>
                  <a:lnTo>
                    <a:pt x="11799" y="9653"/>
                  </a:lnTo>
                  <a:lnTo>
                    <a:pt x="12359" y="9977"/>
                  </a:lnTo>
                  <a:lnTo>
                    <a:pt x="12638" y="10138"/>
                  </a:lnTo>
                  <a:cubicBezTo>
                    <a:pt x="12578" y="10143"/>
                    <a:pt x="12520" y="10151"/>
                    <a:pt x="12463" y="10159"/>
                  </a:cubicBezTo>
                  <a:cubicBezTo>
                    <a:pt x="12197" y="10203"/>
                    <a:pt x="11943" y="10282"/>
                    <a:pt x="11709" y="10396"/>
                  </a:cubicBezTo>
                  <a:cubicBezTo>
                    <a:pt x="11694" y="10402"/>
                    <a:pt x="11680" y="10410"/>
                    <a:pt x="11667" y="10417"/>
                  </a:cubicBezTo>
                  <a:cubicBezTo>
                    <a:pt x="11652" y="10426"/>
                    <a:pt x="11638" y="10432"/>
                    <a:pt x="11623" y="10440"/>
                  </a:cubicBezTo>
                  <a:cubicBezTo>
                    <a:pt x="11504" y="10503"/>
                    <a:pt x="11389" y="10574"/>
                    <a:pt x="11280" y="10653"/>
                  </a:cubicBezTo>
                  <a:cubicBezTo>
                    <a:pt x="11181" y="10724"/>
                    <a:pt x="11088" y="10801"/>
                    <a:pt x="11000" y="10884"/>
                  </a:cubicBezTo>
                  <a:lnTo>
                    <a:pt x="9867" y="9751"/>
                  </a:lnTo>
                  <a:lnTo>
                    <a:pt x="9697" y="9581"/>
                  </a:lnTo>
                  <a:lnTo>
                    <a:pt x="9429" y="9312"/>
                  </a:lnTo>
                  <a:lnTo>
                    <a:pt x="9372" y="9256"/>
                  </a:lnTo>
                  <a:lnTo>
                    <a:pt x="8389" y="8273"/>
                  </a:lnTo>
                  <a:lnTo>
                    <a:pt x="8330" y="8214"/>
                  </a:lnTo>
                  <a:lnTo>
                    <a:pt x="8275" y="8160"/>
                  </a:lnTo>
                  <a:lnTo>
                    <a:pt x="6985" y="6868"/>
                  </a:lnTo>
                  <a:close/>
                  <a:moveTo>
                    <a:pt x="9027" y="10869"/>
                  </a:moveTo>
                  <a:lnTo>
                    <a:pt x="9526" y="11731"/>
                  </a:lnTo>
                  <a:lnTo>
                    <a:pt x="8991" y="11797"/>
                  </a:lnTo>
                  <a:lnTo>
                    <a:pt x="8657" y="11838"/>
                  </a:lnTo>
                  <a:cubicBezTo>
                    <a:pt x="8672" y="11771"/>
                    <a:pt x="8692" y="11705"/>
                    <a:pt x="8712" y="11639"/>
                  </a:cubicBezTo>
                  <a:cubicBezTo>
                    <a:pt x="8793" y="11371"/>
                    <a:pt x="8898" y="11114"/>
                    <a:pt x="9027" y="10869"/>
                  </a:cubicBezTo>
                  <a:close/>
                  <a:moveTo>
                    <a:pt x="16781" y="10869"/>
                  </a:moveTo>
                  <a:cubicBezTo>
                    <a:pt x="16909" y="11113"/>
                    <a:pt x="17016" y="11371"/>
                    <a:pt x="17096" y="11639"/>
                  </a:cubicBezTo>
                  <a:cubicBezTo>
                    <a:pt x="17115" y="11705"/>
                    <a:pt x="17135" y="11771"/>
                    <a:pt x="17151" y="11838"/>
                  </a:cubicBezTo>
                  <a:lnTo>
                    <a:pt x="16817" y="11797"/>
                  </a:lnTo>
                  <a:lnTo>
                    <a:pt x="16284" y="11731"/>
                  </a:lnTo>
                  <a:lnTo>
                    <a:pt x="16781" y="10869"/>
                  </a:lnTo>
                  <a:close/>
                  <a:moveTo>
                    <a:pt x="8667" y="10249"/>
                  </a:moveTo>
                  <a:lnTo>
                    <a:pt x="8885" y="10626"/>
                  </a:lnTo>
                  <a:cubicBezTo>
                    <a:pt x="8859" y="10670"/>
                    <a:pt x="8835" y="10716"/>
                    <a:pt x="8811" y="10762"/>
                  </a:cubicBezTo>
                  <a:cubicBezTo>
                    <a:pt x="8684" y="11002"/>
                    <a:pt x="8579" y="11253"/>
                    <a:pt x="8496" y="11516"/>
                  </a:cubicBezTo>
                  <a:cubicBezTo>
                    <a:pt x="8460" y="11632"/>
                    <a:pt x="8429" y="11750"/>
                    <a:pt x="8402" y="11869"/>
                  </a:cubicBezTo>
                  <a:lnTo>
                    <a:pt x="8002" y="11918"/>
                  </a:lnTo>
                  <a:cubicBezTo>
                    <a:pt x="8042" y="11716"/>
                    <a:pt x="8097" y="11519"/>
                    <a:pt x="8160" y="11327"/>
                  </a:cubicBezTo>
                  <a:cubicBezTo>
                    <a:pt x="8236" y="11096"/>
                    <a:pt x="8329" y="10872"/>
                    <a:pt x="8437" y="10659"/>
                  </a:cubicBezTo>
                  <a:cubicBezTo>
                    <a:pt x="8507" y="10519"/>
                    <a:pt x="8585" y="10381"/>
                    <a:pt x="8667" y="10249"/>
                  </a:cubicBezTo>
                  <a:close/>
                  <a:moveTo>
                    <a:pt x="17141" y="10250"/>
                  </a:moveTo>
                  <a:cubicBezTo>
                    <a:pt x="17225" y="10382"/>
                    <a:pt x="17301" y="10520"/>
                    <a:pt x="17371" y="10660"/>
                  </a:cubicBezTo>
                  <a:cubicBezTo>
                    <a:pt x="17480" y="10874"/>
                    <a:pt x="17573" y="11097"/>
                    <a:pt x="17649" y="11328"/>
                  </a:cubicBezTo>
                  <a:cubicBezTo>
                    <a:pt x="17714" y="11520"/>
                    <a:pt x="17766" y="11717"/>
                    <a:pt x="17807" y="11920"/>
                  </a:cubicBezTo>
                  <a:lnTo>
                    <a:pt x="17406" y="11871"/>
                  </a:lnTo>
                  <a:cubicBezTo>
                    <a:pt x="17379" y="11752"/>
                    <a:pt x="17349" y="11634"/>
                    <a:pt x="17312" y="11519"/>
                  </a:cubicBezTo>
                  <a:cubicBezTo>
                    <a:pt x="17230" y="11255"/>
                    <a:pt x="17123" y="11003"/>
                    <a:pt x="16998" y="10763"/>
                  </a:cubicBezTo>
                  <a:cubicBezTo>
                    <a:pt x="16973" y="10717"/>
                    <a:pt x="16949" y="10672"/>
                    <a:pt x="16923" y="10627"/>
                  </a:cubicBezTo>
                  <a:lnTo>
                    <a:pt x="17141" y="10250"/>
                  </a:lnTo>
                  <a:close/>
                  <a:moveTo>
                    <a:pt x="7860" y="8853"/>
                  </a:moveTo>
                  <a:lnTo>
                    <a:pt x="8623" y="10172"/>
                  </a:lnTo>
                  <a:cubicBezTo>
                    <a:pt x="8527" y="10321"/>
                    <a:pt x="8438" y="10477"/>
                    <a:pt x="8358" y="10637"/>
                  </a:cubicBezTo>
                  <a:cubicBezTo>
                    <a:pt x="8254" y="10846"/>
                    <a:pt x="8164" y="11062"/>
                    <a:pt x="8088" y="11285"/>
                  </a:cubicBezTo>
                  <a:cubicBezTo>
                    <a:pt x="8019" y="11495"/>
                    <a:pt x="7961" y="11708"/>
                    <a:pt x="7918" y="11928"/>
                  </a:cubicBezTo>
                  <a:lnTo>
                    <a:pt x="6484" y="12104"/>
                  </a:lnTo>
                  <a:cubicBezTo>
                    <a:pt x="6550" y="11578"/>
                    <a:pt x="6678" y="11072"/>
                    <a:pt x="6861" y="10592"/>
                  </a:cubicBezTo>
                  <a:cubicBezTo>
                    <a:pt x="6903" y="10479"/>
                    <a:pt x="6949" y="10370"/>
                    <a:pt x="6999" y="10261"/>
                  </a:cubicBezTo>
                  <a:cubicBezTo>
                    <a:pt x="7226" y="9754"/>
                    <a:pt x="7516" y="9281"/>
                    <a:pt x="7860" y="8853"/>
                  </a:cubicBezTo>
                  <a:close/>
                  <a:moveTo>
                    <a:pt x="17948" y="8854"/>
                  </a:moveTo>
                  <a:cubicBezTo>
                    <a:pt x="18293" y="9282"/>
                    <a:pt x="18582" y="9755"/>
                    <a:pt x="18809" y="10262"/>
                  </a:cubicBezTo>
                  <a:cubicBezTo>
                    <a:pt x="18859" y="10370"/>
                    <a:pt x="18905" y="10481"/>
                    <a:pt x="18948" y="10593"/>
                  </a:cubicBezTo>
                  <a:cubicBezTo>
                    <a:pt x="19132" y="11073"/>
                    <a:pt x="19260" y="11580"/>
                    <a:pt x="19324" y="12106"/>
                  </a:cubicBezTo>
                  <a:lnTo>
                    <a:pt x="17890" y="11929"/>
                  </a:lnTo>
                  <a:cubicBezTo>
                    <a:pt x="17847" y="11709"/>
                    <a:pt x="17790" y="11495"/>
                    <a:pt x="17720" y="11287"/>
                  </a:cubicBezTo>
                  <a:cubicBezTo>
                    <a:pt x="17646" y="11064"/>
                    <a:pt x="17555" y="10846"/>
                    <a:pt x="17451" y="10638"/>
                  </a:cubicBezTo>
                  <a:cubicBezTo>
                    <a:pt x="17370" y="10478"/>
                    <a:pt x="17281" y="10322"/>
                    <a:pt x="17187" y="10173"/>
                  </a:cubicBezTo>
                  <a:lnTo>
                    <a:pt x="17948" y="8854"/>
                  </a:lnTo>
                  <a:close/>
                  <a:moveTo>
                    <a:pt x="13292" y="3152"/>
                  </a:moveTo>
                  <a:cubicBezTo>
                    <a:pt x="14015" y="3180"/>
                    <a:pt x="14719" y="3287"/>
                    <a:pt x="15393" y="3465"/>
                  </a:cubicBezTo>
                  <a:cubicBezTo>
                    <a:pt x="15417" y="3472"/>
                    <a:pt x="15441" y="3478"/>
                    <a:pt x="15465" y="3484"/>
                  </a:cubicBezTo>
                  <a:cubicBezTo>
                    <a:pt x="16271" y="3705"/>
                    <a:pt x="17039" y="4025"/>
                    <a:pt x="17749" y="4433"/>
                  </a:cubicBezTo>
                  <a:cubicBezTo>
                    <a:pt x="17771" y="4446"/>
                    <a:pt x="17791" y="4458"/>
                    <a:pt x="17812" y="4471"/>
                  </a:cubicBezTo>
                  <a:cubicBezTo>
                    <a:pt x="18529" y="4890"/>
                    <a:pt x="19186" y="5397"/>
                    <a:pt x="19772" y="5979"/>
                  </a:cubicBezTo>
                  <a:cubicBezTo>
                    <a:pt x="19790" y="5995"/>
                    <a:pt x="19806" y="6014"/>
                    <a:pt x="19824" y="6030"/>
                  </a:cubicBezTo>
                  <a:cubicBezTo>
                    <a:pt x="20405" y="6615"/>
                    <a:pt x="20912" y="7275"/>
                    <a:pt x="21331" y="7991"/>
                  </a:cubicBezTo>
                  <a:cubicBezTo>
                    <a:pt x="21343" y="8011"/>
                    <a:pt x="21356" y="8033"/>
                    <a:pt x="21368" y="8054"/>
                  </a:cubicBezTo>
                  <a:cubicBezTo>
                    <a:pt x="21776" y="8765"/>
                    <a:pt x="22097" y="9530"/>
                    <a:pt x="22317" y="10338"/>
                  </a:cubicBezTo>
                  <a:cubicBezTo>
                    <a:pt x="22324" y="10361"/>
                    <a:pt x="22331" y="10385"/>
                    <a:pt x="22337" y="10409"/>
                  </a:cubicBezTo>
                  <a:cubicBezTo>
                    <a:pt x="22515" y="11085"/>
                    <a:pt x="22622" y="11788"/>
                    <a:pt x="22651" y="12511"/>
                  </a:cubicBezTo>
                  <a:lnTo>
                    <a:pt x="19486" y="12123"/>
                  </a:lnTo>
                  <a:cubicBezTo>
                    <a:pt x="19422" y="11563"/>
                    <a:pt x="19286" y="11023"/>
                    <a:pt x="19088" y="10512"/>
                  </a:cubicBezTo>
                  <a:lnTo>
                    <a:pt x="20228" y="9867"/>
                  </a:lnTo>
                  <a:lnTo>
                    <a:pt x="18966" y="10216"/>
                  </a:lnTo>
                  <a:cubicBezTo>
                    <a:pt x="18722" y="9669"/>
                    <a:pt x="18409" y="9161"/>
                    <a:pt x="18034" y="8704"/>
                  </a:cubicBezTo>
                  <a:lnTo>
                    <a:pt x="19313" y="6492"/>
                  </a:lnTo>
                  <a:lnTo>
                    <a:pt x="17101" y="7771"/>
                  </a:lnTo>
                  <a:cubicBezTo>
                    <a:pt x="16643" y="7396"/>
                    <a:pt x="16135" y="7083"/>
                    <a:pt x="15588" y="6839"/>
                  </a:cubicBezTo>
                  <a:lnTo>
                    <a:pt x="15938" y="5576"/>
                  </a:lnTo>
                  <a:lnTo>
                    <a:pt x="15293" y="6716"/>
                  </a:lnTo>
                  <a:cubicBezTo>
                    <a:pt x="14783" y="6519"/>
                    <a:pt x="14242" y="6382"/>
                    <a:pt x="13680" y="6316"/>
                  </a:cubicBezTo>
                  <a:lnTo>
                    <a:pt x="13292" y="3152"/>
                  </a:lnTo>
                  <a:close/>
                  <a:moveTo>
                    <a:pt x="12515" y="3154"/>
                  </a:moveTo>
                  <a:lnTo>
                    <a:pt x="12127" y="6319"/>
                  </a:lnTo>
                  <a:cubicBezTo>
                    <a:pt x="11567" y="6382"/>
                    <a:pt x="11027" y="6519"/>
                    <a:pt x="10516" y="6716"/>
                  </a:cubicBezTo>
                  <a:lnTo>
                    <a:pt x="9871" y="5576"/>
                  </a:lnTo>
                  <a:lnTo>
                    <a:pt x="10220" y="6839"/>
                  </a:lnTo>
                  <a:cubicBezTo>
                    <a:pt x="9673" y="7083"/>
                    <a:pt x="9165" y="7396"/>
                    <a:pt x="8708" y="7771"/>
                  </a:cubicBezTo>
                  <a:lnTo>
                    <a:pt x="6495" y="6492"/>
                  </a:lnTo>
                  <a:lnTo>
                    <a:pt x="6495" y="6492"/>
                  </a:lnTo>
                  <a:lnTo>
                    <a:pt x="7775" y="8704"/>
                  </a:lnTo>
                  <a:cubicBezTo>
                    <a:pt x="7399" y="9162"/>
                    <a:pt x="7087" y="9669"/>
                    <a:pt x="6843" y="10216"/>
                  </a:cubicBezTo>
                  <a:lnTo>
                    <a:pt x="5580" y="9866"/>
                  </a:lnTo>
                  <a:lnTo>
                    <a:pt x="6720" y="10511"/>
                  </a:lnTo>
                  <a:cubicBezTo>
                    <a:pt x="6522" y="11022"/>
                    <a:pt x="6386" y="11563"/>
                    <a:pt x="6320" y="12125"/>
                  </a:cubicBezTo>
                  <a:lnTo>
                    <a:pt x="3156" y="12513"/>
                  </a:lnTo>
                  <a:cubicBezTo>
                    <a:pt x="3184" y="11790"/>
                    <a:pt x="3291" y="11086"/>
                    <a:pt x="3469" y="10411"/>
                  </a:cubicBezTo>
                  <a:cubicBezTo>
                    <a:pt x="3476" y="10387"/>
                    <a:pt x="3482" y="10364"/>
                    <a:pt x="3488" y="10340"/>
                  </a:cubicBezTo>
                  <a:cubicBezTo>
                    <a:pt x="3709" y="9533"/>
                    <a:pt x="4029" y="8766"/>
                    <a:pt x="4437" y="8056"/>
                  </a:cubicBezTo>
                  <a:cubicBezTo>
                    <a:pt x="4449" y="8034"/>
                    <a:pt x="4462" y="8013"/>
                    <a:pt x="4475" y="7993"/>
                  </a:cubicBezTo>
                  <a:cubicBezTo>
                    <a:pt x="4894" y="7277"/>
                    <a:pt x="5401" y="6618"/>
                    <a:pt x="5983" y="6032"/>
                  </a:cubicBezTo>
                  <a:cubicBezTo>
                    <a:pt x="5999" y="6015"/>
                    <a:pt x="6018" y="5997"/>
                    <a:pt x="6034" y="5981"/>
                  </a:cubicBezTo>
                  <a:cubicBezTo>
                    <a:pt x="6619" y="5399"/>
                    <a:pt x="7279" y="4892"/>
                    <a:pt x="7995" y="4473"/>
                  </a:cubicBezTo>
                  <a:cubicBezTo>
                    <a:pt x="8015" y="4460"/>
                    <a:pt x="8037" y="4449"/>
                    <a:pt x="8058" y="4436"/>
                  </a:cubicBezTo>
                  <a:cubicBezTo>
                    <a:pt x="8768" y="4029"/>
                    <a:pt x="9534" y="3707"/>
                    <a:pt x="10342" y="3487"/>
                  </a:cubicBezTo>
                  <a:cubicBezTo>
                    <a:pt x="10365" y="3480"/>
                    <a:pt x="10389" y="3474"/>
                    <a:pt x="10413" y="3467"/>
                  </a:cubicBezTo>
                  <a:cubicBezTo>
                    <a:pt x="11088" y="3289"/>
                    <a:pt x="11791" y="3183"/>
                    <a:pt x="12515" y="3154"/>
                  </a:cubicBezTo>
                  <a:close/>
                  <a:moveTo>
                    <a:pt x="18937" y="6984"/>
                  </a:moveTo>
                  <a:lnTo>
                    <a:pt x="17979" y="8641"/>
                  </a:lnTo>
                  <a:lnTo>
                    <a:pt x="17938" y="8712"/>
                  </a:lnTo>
                  <a:lnTo>
                    <a:pt x="17894" y="8787"/>
                  </a:lnTo>
                  <a:lnTo>
                    <a:pt x="17137" y="10098"/>
                  </a:lnTo>
                  <a:lnTo>
                    <a:pt x="17092" y="10177"/>
                  </a:lnTo>
                  <a:lnTo>
                    <a:pt x="16877" y="10548"/>
                  </a:lnTo>
                  <a:lnTo>
                    <a:pt x="16738" y="10789"/>
                  </a:lnTo>
                  <a:lnTo>
                    <a:pt x="16704" y="10848"/>
                  </a:lnTo>
                  <a:lnTo>
                    <a:pt x="16197" y="11723"/>
                  </a:lnTo>
                  <a:lnTo>
                    <a:pt x="16175" y="11761"/>
                  </a:lnTo>
                  <a:lnTo>
                    <a:pt x="16153" y="11798"/>
                  </a:lnTo>
                  <a:lnTo>
                    <a:pt x="15830" y="12357"/>
                  </a:lnTo>
                  <a:lnTo>
                    <a:pt x="15668" y="12636"/>
                  </a:lnTo>
                  <a:cubicBezTo>
                    <a:pt x="15663" y="12576"/>
                    <a:pt x="15655" y="12517"/>
                    <a:pt x="15646" y="12460"/>
                  </a:cubicBezTo>
                  <a:cubicBezTo>
                    <a:pt x="15604" y="12195"/>
                    <a:pt x="15523" y="11941"/>
                    <a:pt x="15410" y="11706"/>
                  </a:cubicBezTo>
                  <a:cubicBezTo>
                    <a:pt x="15404" y="11692"/>
                    <a:pt x="15395" y="11678"/>
                    <a:pt x="15388" y="11664"/>
                  </a:cubicBezTo>
                  <a:cubicBezTo>
                    <a:pt x="15381" y="11649"/>
                    <a:pt x="15374" y="11635"/>
                    <a:pt x="15367" y="11621"/>
                  </a:cubicBezTo>
                  <a:cubicBezTo>
                    <a:pt x="15304" y="11501"/>
                    <a:pt x="15232" y="11386"/>
                    <a:pt x="15154" y="11277"/>
                  </a:cubicBezTo>
                  <a:cubicBezTo>
                    <a:pt x="15083" y="11179"/>
                    <a:pt x="15005" y="11086"/>
                    <a:pt x="14923" y="10998"/>
                  </a:cubicBezTo>
                  <a:lnTo>
                    <a:pt x="16055" y="9865"/>
                  </a:lnTo>
                  <a:lnTo>
                    <a:pt x="16225" y="9695"/>
                  </a:lnTo>
                  <a:lnTo>
                    <a:pt x="16493" y="9427"/>
                  </a:lnTo>
                  <a:lnTo>
                    <a:pt x="16550" y="9370"/>
                  </a:lnTo>
                  <a:lnTo>
                    <a:pt x="17533" y="8388"/>
                  </a:lnTo>
                  <a:lnTo>
                    <a:pt x="17592" y="8328"/>
                  </a:lnTo>
                  <a:lnTo>
                    <a:pt x="17647" y="8274"/>
                  </a:lnTo>
                  <a:lnTo>
                    <a:pt x="18937" y="6984"/>
                  </a:lnTo>
                  <a:close/>
                  <a:moveTo>
                    <a:pt x="2259" y="10086"/>
                  </a:moveTo>
                  <a:lnTo>
                    <a:pt x="3398" y="10392"/>
                  </a:lnTo>
                  <a:cubicBezTo>
                    <a:pt x="3218" y="11077"/>
                    <a:pt x="3109" y="11790"/>
                    <a:pt x="3080" y="12522"/>
                  </a:cubicBezTo>
                  <a:lnTo>
                    <a:pt x="1898" y="12669"/>
                  </a:lnTo>
                  <a:cubicBezTo>
                    <a:pt x="1918" y="11778"/>
                    <a:pt x="2041" y="10913"/>
                    <a:pt x="2259" y="10086"/>
                  </a:cubicBezTo>
                  <a:close/>
                  <a:moveTo>
                    <a:pt x="23548" y="10086"/>
                  </a:moveTo>
                  <a:cubicBezTo>
                    <a:pt x="23767" y="10913"/>
                    <a:pt x="23891" y="11778"/>
                    <a:pt x="23909" y="12669"/>
                  </a:cubicBezTo>
                  <a:lnTo>
                    <a:pt x="22726" y="12522"/>
                  </a:lnTo>
                  <a:cubicBezTo>
                    <a:pt x="22698" y="11789"/>
                    <a:pt x="22590" y="11076"/>
                    <a:pt x="22409" y="10392"/>
                  </a:cubicBezTo>
                  <a:lnTo>
                    <a:pt x="23548" y="10086"/>
                  </a:lnTo>
                  <a:close/>
                  <a:moveTo>
                    <a:pt x="9570" y="11805"/>
                  </a:moveTo>
                  <a:lnTo>
                    <a:pt x="9842" y="12278"/>
                  </a:lnTo>
                  <a:lnTo>
                    <a:pt x="10131" y="12777"/>
                  </a:lnTo>
                  <a:cubicBezTo>
                    <a:pt x="10131" y="12790"/>
                    <a:pt x="10130" y="12805"/>
                    <a:pt x="10130" y="12819"/>
                  </a:cubicBezTo>
                  <a:lnTo>
                    <a:pt x="1822" y="12819"/>
                  </a:lnTo>
                  <a:lnTo>
                    <a:pt x="1822" y="12820"/>
                  </a:lnTo>
                  <a:lnTo>
                    <a:pt x="1318" y="12820"/>
                  </a:lnTo>
                  <a:lnTo>
                    <a:pt x="1824" y="12758"/>
                  </a:lnTo>
                  <a:lnTo>
                    <a:pt x="1898" y="12749"/>
                  </a:lnTo>
                  <a:lnTo>
                    <a:pt x="3080" y="12604"/>
                  </a:lnTo>
                  <a:lnTo>
                    <a:pt x="3155" y="12594"/>
                  </a:lnTo>
                  <a:lnTo>
                    <a:pt x="6310" y="12206"/>
                  </a:lnTo>
                  <a:lnTo>
                    <a:pt x="6392" y="12196"/>
                  </a:lnTo>
                  <a:lnTo>
                    <a:pt x="6475" y="12186"/>
                  </a:lnTo>
                  <a:lnTo>
                    <a:pt x="7905" y="12010"/>
                  </a:lnTo>
                  <a:lnTo>
                    <a:pt x="7989" y="12000"/>
                  </a:lnTo>
                  <a:lnTo>
                    <a:pt x="8385" y="11952"/>
                  </a:lnTo>
                  <a:lnTo>
                    <a:pt x="8639" y="11921"/>
                  </a:lnTo>
                  <a:lnTo>
                    <a:pt x="9110" y="11862"/>
                  </a:lnTo>
                  <a:lnTo>
                    <a:pt x="9570" y="11805"/>
                  </a:lnTo>
                  <a:close/>
                  <a:moveTo>
                    <a:pt x="24489" y="12982"/>
                  </a:moveTo>
                  <a:lnTo>
                    <a:pt x="23984" y="13044"/>
                  </a:lnTo>
                  <a:lnTo>
                    <a:pt x="23910" y="13052"/>
                  </a:lnTo>
                  <a:lnTo>
                    <a:pt x="22728" y="13198"/>
                  </a:lnTo>
                  <a:lnTo>
                    <a:pt x="22654" y="13207"/>
                  </a:lnTo>
                  <a:lnTo>
                    <a:pt x="19499" y="13595"/>
                  </a:lnTo>
                  <a:lnTo>
                    <a:pt x="19416" y="13606"/>
                  </a:lnTo>
                  <a:lnTo>
                    <a:pt x="19334" y="13616"/>
                  </a:lnTo>
                  <a:lnTo>
                    <a:pt x="17904" y="13791"/>
                  </a:lnTo>
                  <a:lnTo>
                    <a:pt x="17819" y="13802"/>
                  </a:lnTo>
                  <a:lnTo>
                    <a:pt x="17424" y="13851"/>
                  </a:lnTo>
                  <a:lnTo>
                    <a:pt x="17169" y="13882"/>
                  </a:lnTo>
                  <a:lnTo>
                    <a:pt x="16699" y="13940"/>
                  </a:lnTo>
                  <a:lnTo>
                    <a:pt x="16238" y="13997"/>
                  </a:lnTo>
                  <a:lnTo>
                    <a:pt x="15966" y="13524"/>
                  </a:lnTo>
                  <a:lnTo>
                    <a:pt x="15677" y="13026"/>
                  </a:lnTo>
                  <a:cubicBezTo>
                    <a:pt x="15677" y="13011"/>
                    <a:pt x="15678" y="12997"/>
                    <a:pt x="15678" y="12982"/>
                  </a:cubicBezTo>
                  <a:close/>
                  <a:moveTo>
                    <a:pt x="8656" y="13964"/>
                  </a:moveTo>
                  <a:lnTo>
                    <a:pt x="8990" y="14005"/>
                  </a:lnTo>
                  <a:lnTo>
                    <a:pt x="9524" y="14070"/>
                  </a:lnTo>
                  <a:lnTo>
                    <a:pt x="9026" y="14931"/>
                  </a:lnTo>
                  <a:cubicBezTo>
                    <a:pt x="8898" y="14688"/>
                    <a:pt x="8791" y="14430"/>
                    <a:pt x="8712" y="14162"/>
                  </a:cubicBezTo>
                  <a:cubicBezTo>
                    <a:pt x="8692" y="14098"/>
                    <a:pt x="8672" y="14031"/>
                    <a:pt x="8656" y="13964"/>
                  </a:cubicBezTo>
                  <a:close/>
                  <a:moveTo>
                    <a:pt x="17152" y="13965"/>
                  </a:moveTo>
                  <a:cubicBezTo>
                    <a:pt x="17135" y="14031"/>
                    <a:pt x="17116" y="14098"/>
                    <a:pt x="17097" y="14163"/>
                  </a:cubicBezTo>
                  <a:cubicBezTo>
                    <a:pt x="17016" y="14431"/>
                    <a:pt x="16910" y="14688"/>
                    <a:pt x="16782" y="14933"/>
                  </a:cubicBezTo>
                  <a:lnTo>
                    <a:pt x="16285" y="14072"/>
                  </a:lnTo>
                  <a:lnTo>
                    <a:pt x="16818" y="14006"/>
                  </a:lnTo>
                  <a:lnTo>
                    <a:pt x="17152" y="13965"/>
                  </a:lnTo>
                  <a:close/>
                  <a:moveTo>
                    <a:pt x="12905" y="10443"/>
                  </a:moveTo>
                  <a:cubicBezTo>
                    <a:pt x="12917" y="10443"/>
                    <a:pt x="12932" y="10444"/>
                    <a:pt x="12944" y="10444"/>
                  </a:cubicBezTo>
                  <a:cubicBezTo>
                    <a:pt x="12957" y="10444"/>
                    <a:pt x="12972" y="10444"/>
                    <a:pt x="12984" y="10446"/>
                  </a:cubicBezTo>
                  <a:cubicBezTo>
                    <a:pt x="13049" y="10448"/>
                    <a:pt x="13112" y="10452"/>
                    <a:pt x="13174" y="10459"/>
                  </a:cubicBezTo>
                  <a:cubicBezTo>
                    <a:pt x="13183" y="10460"/>
                    <a:pt x="13194" y="10462"/>
                    <a:pt x="13202" y="10463"/>
                  </a:cubicBezTo>
                  <a:cubicBezTo>
                    <a:pt x="13238" y="10467"/>
                    <a:pt x="13273" y="10472"/>
                    <a:pt x="13309" y="10478"/>
                  </a:cubicBezTo>
                  <a:cubicBezTo>
                    <a:pt x="13349" y="10484"/>
                    <a:pt x="13390" y="10493"/>
                    <a:pt x="13429" y="10501"/>
                  </a:cubicBezTo>
                  <a:cubicBezTo>
                    <a:pt x="13686" y="10558"/>
                    <a:pt x="13927" y="10654"/>
                    <a:pt x="14148" y="10784"/>
                  </a:cubicBezTo>
                  <a:cubicBezTo>
                    <a:pt x="14161" y="10793"/>
                    <a:pt x="14177" y="10800"/>
                    <a:pt x="14191" y="10809"/>
                  </a:cubicBezTo>
                  <a:cubicBezTo>
                    <a:pt x="14206" y="10819"/>
                    <a:pt x="14221" y="10829"/>
                    <a:pt x="14235" y="10838"/>
                  </a:cubicBezTo>
                  <a:cubicBezTo>
                    <a:pt x="14305" y="10883"/>
                    <a:pt x="14373" y="10932"/>
                    <a:pt x="14438" y="10985"/>
                  </a:cubicBezTo>
                  <a:cubicBezTo>
                    <a:pt x="14486" y="11025"/>
                    <a:pt x="14534" y="11066"/>
                    <a:pt x="14581" y="11110"/>
                  </a:cubicBezTo>
                  <a:cubicBezTo>
                    <a:pt x="14592" y="11119"/>
                    <a:pt x="14600" y="11128"/>
                    <a:pt x="14610" y="11138"/>
                  </a:cubicBezTo>
                  <a:cubicBezTo>
                    <a:pt x="14620" y="11147"/>
                    <a:pt x="14630" y="11155"/>
                    <a:pt x="14640" y="11164"/>
                  </a:cubicBezTo>
                  <a:cubicBezTo>
                    <a:pt x="14649" y="11174"/>
                    <a:pt x="14659" y="11184"/>
                    <a:pt x="14667" y="11194"/>
                  </a:cubicBezTo>
                  <a:cubicBezTo>
                    <a:pt x="14676" y="11205"/>
                    <a:pt x="14686" y="11213"/>
                    <a:pt x="14695" y="11223"/>
                  </a:cubicBezTo>
                  <a:cubicBezTo>
                    <a:pt x="14738" y="11270"/>
                    <a:pt x="14779" y="11318"/>
                    <a:pt x="14820" y="11367"/>
                  </a:cubicBezTo>
                  <a:cubicBezTo>
                    <a:pt x="14871" y="11432"/>
                    <a:pt x="14920" y="11500"/>
                    <a:pt x="14966" y="11569"/>
                  </a:cubicBezTo>
                  <a:cubicBezTo>
                    <a:pt x="14975" y="11583"/>
                    <a:pt x="14986" y="11599"/>
                    <a:pt x="14995" y="11613"/>
                  </a:cubicBezTo>
                  <a:cubicBezTo>
                    <a:pt x="15004" y="11628"/>
                    <a:pt x="15013" y="11643"/>
                    <a:pt x="15021" y="11657"/>
                  </a:cubicBezTo>
                  <a:cubicBezTo>
                    <a:pt x="15151" y="11876"/>
                    <a:pt x="15247" y="12119"/>
                    <a:pt x="15304" y="12376"/>
                  </a:cubicBezTo>
                  <a:cubicBezTo>
                    <a:pt x="15312" y="12416"/>
                    <a:pt x="15320" y="12455"/>
                    <a:pt x="15326" y="12495"/>
                  </a:cubicBezTo>
                  <a:cubicBezTo>
                    <a:pt x="15332" y="12530"/>
                    <a:pt x="15337" y="12567"/>
                    <a:pt x="15342" y="12603"/>
                  </a:cubicBezTo>
                  <a:cubicBezTo>
                    <a:pt x="15343" y="12611"/>
                    <a:pt x="15344" y="12621"/>
                    <a:pt x="15346" y="12631"/>
                  </a:cubicBezTo>
                  <a:cubicBezTo>
                    <a:pt x="15352" y="12693"/>
                    <a:pt x="15357" y="12757"/>
                    <a:pt x="15358" y="12820"/>
                  </a:cubicBezTo>
                  <a:cubicBezTo>
                    <a:pt x="15358" y="12833"/>
                    <a:pt x="15360" y="12847"/>
                    <a:pt x="15360" y="12861"/>
                  </a:cubicBezTo>
                  <a:cubicBezTo>
                    <a:pt x="15360" y="12873"/>
                    <a:pt x="15361" y="12887"/>
                    <a:pt x="15361" y="12901"/>
                  </a:cubicBezTo>
                  <a:cubicBezTo>
                    <a:pt x="15361" y="12913"/>
                    <a:pt x="15360" y="12928"/>
                    <a:pt x="15360" y="12940"/>
                  </a:cubicBezTo>
                  <a:cubicBezTo>
                    <a:pt x="15360" y="12953"/>
                    <a:pt x="15360" y="12968"/>
                    <a:pt x="15358" y="12980"/>
                  </a:cubicBezTo>
                  <a:cubicBezTo>
                    <a:pt x="15356" y="13045"/>
                    <a:pt x="15352" y="13108"/>
                    <a:pt x="15346" y="13170"/>
                  </a:cubicBezTo>
                  <a:cubicBezTo>
                    <a:pt x="15344" y="13179"/>
                    <a:pt x="15343" y="13190"/>
                    <a:pt x="15342" y="13198"/>
                  </a:cubicBezTo>
                  <a:cubicBezTo>
                    <a:pt x="15338" y="13234"/>
                    <a:pt x="15332" y="13269"/>
                    <a:pt x="15326" y="13305"/>
                  </a:cubicBezTo>
                  <a:cubicBezTo>
                    <a:pt x="15320" y="13346"/>
                    <a:pt x="15312" y="13386"/>
                    <a:pt x="15304" y="13425"/>
                  </a:cubicBezTo>
                  <a:cubicBezTo>
                    <a:pt x="15247" y="13682"/>
                    <a:pt x="15151" y="13923"/>
                    <a:pt x="15021" y="14144"/>
                  </a:cubicBezTo>
                  <a:cubicBezTo>
                    <a:pt x="15012" y="14158"/>
                    <a:pt x="15004" y="14173"/>
                    <a:pt x="14995" y="14187"/>
                  </a:cubicBezTo>
                  <a:cubicBezTo>
                    <a:pt x="14986" y="14202"/>
                    <a:pt x="14975" y="14217"/>
                    <a:pt x="14966" y="14232"/>
                  </a:cubicBezTo>
                  <a:cubicBezTo>
                    <a:pt x="14922" y="14301"/>
                    <a:pt x="14872" y="14369"/>
                    <a:pt x="14820" y="14434"/>
                  </a:cubicBezTo>
                  <a:cubicBezTo>
                    <a:pt x="14779" y="14483"/>
                    <a:pt x="14738" y="14531"/>
                    <a:pt x="14695" y="14577"/>
                  </a:cubicBezTo>
                  <a:cubicBezTo>
                    <a:pt x="14686" y="14588"/>
                    <a:pt x="14676" y="14596"/>
                    <a:pt x="14667" y="14606"/>
                  </a:cubicBezTo>
                  <a:cubicBezTo>
                    <a:pt x="14659" y="14616"/>
                    <a:pt x="14649" y="14626"/>
                    <a:pt x="14640" y="14636"/>
                  </a:cubicBezTo>
                  <a:cubicBezTo>
                    <a:pt x="14631" y="14646"/>
                    <a:pt x="14621" y="14655"/>
                    <a:pt x="14610" y="14663"/>
                  </a:cubicBezTo>
                  <a:cubicBezTo>
                    <a:pt x="14602" y="14672"/>
                    <a:pt x="14592" y="14682"/>
                    <a:pt x="14581" y="14691"/>
                  </a:cubicBezTo>
                  <a:cubicBezTo>
                    <a:pt x="14534" y="14734"/>
                    <a:pt x="14486" y="14776"/>
                    <a:pt x="14438" y="14816"/>
                  </a:cubicBezTo>
                  <a:cubicBezTo>
                    <a:pt x="14373" y="14867"/>
                    <a:pt x="14305" y="14916"/>
                    <a:pt x="14235" y="14962"/>
                  </a:cubicBezTo>
                  <a:cubicBezTo>
                    <a:pt x="14221" y="14972"/>
                    <a:pt x="14206" y="14982"/>
                    <a:pt x="14191" y="14991"/>
                  </a:cubicBezTo>
                  <a:cubicBezTo>
                    <a:pt x="14177" y="15000"/>
                    <a:pt x="14161" y="15009"/>
                    <a:pt x="14148" y="15017"/>
                  </a:cubicBezTo>
                  <a:cubicBezTo>
                    <a:pt x="13928" y="15147"/>
                    <a:pt x="13686" y="15243"/>
                    <a:pt x="13429" y="15300"/>
                  </a:cubicBezTo>
                  <a:cubicBezTo>
                    <a:pt x="13390" y="15308"/>
                    <a:pt x="13349" y="15316"/>
                    <a:pt x="13309" y="15322"/>
                  </a:cubicBezTo>
                  <a:cubicBezTo>
                    <a:pt x="13274" y="15329"/>
                    <a:pt x="13238" y="15333"/>
                    <a:pt x="13202" y="15338"/>
                  </a:cubicBezTo>
                  <a:cubicBezTo>
                    <a:pt x="13194" y="15339"/>
                    <a:pt x="13183" y="15341"/>
                    <a:pt x="13174" y="15342"/>
                  </a:cubicBezTo>
                  <a:cubicBezTo>
                    <a:pt x="13112" y="15348"/>
                    <a:pt x="13049" y="15352"/>
                    <a:pt x="12984" y="15354"/>
                  </a:cubicBezTo>
                  <a:cubicBezTo>
                    <a:pt x="12972" y="15354"/>
                    <a:pt x="12957" y="15356"/>
                    <a:pt x="12944" y="15356"/>
                  </a:cubicBezTo>
                  <a:cubicBezTo>
                    <a:pt x="12932" y="15356"/>
                    <a:pt x="12917" y="15357"/>
                    <a:pt x="12905" y="15357"/>
                  </a:cubicBezTo>
                  <a:cubicBezTo>
                    <a:pt x="12891" y="15357"/>
                    <a:pt x="12877" y="15356"/>
                    <a:pt x="12864" y="15356"/>
                  </a:cubicBezTo>
                  <a:cubicBezTo>
                    <a:pt x="12851" y="15356"/>
                    <a:pt x="12837" y="15356"/>
                    <a:pt x="12824" y="15354"/>
                  </a:cubicBezTo>
                  <a:cubicBezTo>
                    <a:pt x="12759" y="15352"/>
                    <a:pt x="12696" y="15348"/>
                    <a:pt x="12634" y="15342"/>
                  </a:cubicBezTo>
                  <a:cubicBezTo>
                    <a:pt x="12625" y="15341"/>
                    <a:pt x="12615" y="15339"/>
                    <a:pt x="12607" y="15338"/>
                  </a:cubicBezTo>
                  <a:cubicBezTo>
                    <a:pt x="12570" y="15334"/>
                    <a:pt x="12535" y="15329"/>
                    <a:pt x="12499" y="15322"/>
                  </a:cubicBezTo>
                  <a:cubicBezTo>
                    <a:pt x="12459" y="15316"/>
                    <a:pt x="12419" y="15308"/>
                    <a:pt x="12380" y="15300"/>
                  </a:cubicBezTo>
                  <a:cubicBezTo>
                    <a:pt x="12123" y="15243"/>
                    <a:pt x="11881" y="15147"/>
                    <a:pt x="11660" y="15017"/>
                  </a:cubicBezTo>
                  <a:cubicBezTo>
                    <a:pt x="11647" y="15008"/>
                    <a:pt x="11632" y="15000"/>
                    <a:pt x="11617" y="14991"/>
                  </a:cubicBezTo>
                  <a:cubicBezTo>
                    <a:pt x="11603" y="14982"/>
                    <a:pt x="11587" y="14972"/>
                    <a:pt x="11574" y="14962"/>
                  </a:cubicBezTo>
                  <a:cubicBezTo>
                    <a:pt x="11504" y="14918"/>
                    <a:pt x="11436" y="14868"/>
                    <a:pt x="11371" y="14816"/>
                  </a:cubicBezTo>
                  <a:cubicBezTo>
                    <a:pt x="11322" y="14776"/>
                    <a:pt x="11275" y="14734"/>
                    <a:pt x="11228" y="14691"/>
                  </a:cubicBezTo>
                  <a:cubicBezTo>
                    <a:pt x="11217" y="14682"/>
                    <a:pt x="11209" y="14672"/>
                    <a:pt x="11198" y="14663"/>
                  </a:cubicBezTo>
                  <a:cubicBezTo>
                    <a:pt x="11189" y="14655"/>
                    <a:pt x="11179" y="14646"/>
                    <a:pt x="11168" y="14636"/>
                  </a:cubicBezTo>
                  <a:cubicBezTo>
                    <a:pt x="11159" y="14627"/>
                    <a:pt x="11151" y="14617"/>
                    <a:pt x="11141" y="14606"/>
                  </a:cubicBezTo>
                  <a:cubicBezTo>
                    <a:pt x="11132" y="14598"/>
                    <a:pt x="11123" y="14588"/>
                    <a:pt x="11114" y="14577"/>
                  </a:cubicBezTo>
                  <a:cubicBezTo>
                    <a:pt x="11070" y="14531"/>
                    <a:pt x="11029" y="14483"/>
                    <a:pt x="10989" y="14434"/>
                  </a:cubicBezTo>
                  <a:cubicBezTo>
                    <a:pt x="10937" y="14369"/>
                    <a:pt x="10889" y="14301"/>
                    <a:pt x="10842" y="14232"/>
                  </a:cubicBezTo>
                  <a:cubicBezTo>
                    <a:pt x="10833" y="14217"/>
                    <a:pt x="10823" y="14202"/>
                    <a:pt x="10813" y="14187"/>
                  </a:cubicBezTo>
                  <a:cubicBezTo>
                    <a:pt x="10804" y="14173"/>
                    <a:pt x="10796" y="14158"/>
                    <a:pt x="10788" y="14144"/>
                  </a:cubicBezTo>
                  <a:cubicBezTo>
                    <a:pt x="10658" y="13924"/>
                    <a:pt x="10562" y="13682"/>
                    <a:pt x="10506" y="13425"/>
                  </a:cubicBezTo>
                  <a:cubicBezTo>
                    <a:pt x="10497" y="13386"/>
                    <a:pt x="10488" y="13346"/>
                    <a:pt x="10482" y="13305"/>
                  </a:cubicBezTo>
                  <a:cubicBezTo>
                    <a:pt x="10476" y="13270"/>
                    <a:pt x="10472" y="13234"/>
                    <a:pt x="10467" y="13198"/>
                  </a:cubicBezTo>
                  <a:cubicBezTo>
                    <a:pt x="10466" y="13190"/>
                    <a:pt x="10465" y="13179"/>
                    <a:pt x="10463" y="13170"/>
                  </a:cubicBezTo>
                  <a:cubicBezTo>
                    <a:pt x="10456" y="13107"/>
                    <a:pt x="10451" y="13043"/>
                    <a:pt x="10450" y="12980"/>
                  </a:cubicBezTo>
                  <a:cubicBezTo>
                    <a:pt x="10450" y="12968"/>
                    <a:pt x="10448" y="12953"/>
                    <a:pt x="10448" y="12940"/>
                  </a:cubicBezTo>
                  <a:cubicBezTo>
                    <a:pt x="10448" y="12928"/>
                    <a:pt x="10447" y="12913"/>
                    <a:pt x="10447" y="12901"/>
                  </a:cubicBezTo>
                  <a:cubicBezTo>
                    <a:pt x="10447" y="12887"/>
                    <a:pt x="10448" y="12873"/>
                    <a:pt x="10448" y="12861"/>
                  </a:cubicBezTo>
                  <a:cubicBezTo>
                    <a:pt x="10448" y="12847"/>
                    <a:pt x="10448" y="12833"/>
                    <a:pt x="10450" y="12820"/>
                  </a:cubicBezTo>
                  <a:cubicBezTo>
                    <a:pt x="10452" y="12755"/>
                    <a:pt x="10456" y="12692"/>
                    <a:pt x="10463" y="12631"/>
                  </a:cubicBezTo>
                  <a:cubicBezTo>
                    <a:pt x="10465" y="12621"/>
                    <a:pt x="10466" y="12611"/>
                    <a:pt x="10467" y="12603"/>
                  </a:cubicBezTo>
                  <a:cubicBezTo>
                    <a:pt x="10471" y="12567"/>
                    <a:pt x="10476" y="12531"/>
                    <a:pt x="10482" y="12495"/>
                  </a:cubicBezTo>
                  <a:cubicBezTo>
                    <a:pt x="10488" y="12455"/>
                    <a:pt x="10497" y="12415"/>
                    <a:pt x="10506" y="12376"/>
                  </a:cubicBezTo>
                  <a:cubicBezTo>
                    <a:pt x="10562" y="12119"/>
                    <a:pt x="10658" y="11877"/>
                    <a:pt x="10788" y="11657"/>
                  </a:cubicBezTo>
                  <a:cubicBezTo>
                    <a:pt x="10797" y="11643"/>
                    <a:pt x="10804" y="11628"/>
                    <a:pt x="10813" y="11613"/>
                  </a:cubicBezTo>
                  <a:cubicBezTo>
                    <a:pt x="10823" y="11599"/>
                    <a:pt x="10833" y="11583"/>
                    <a:pt x="10842" y="11569"/>
                  </a:cubicBezTo>
                  <a:cubicBezTo>
                    <a:pt x="10887" y="11500"/>
                    <a:pt x="10936" y="11432"/>
                    <a:pt x="10989" y="11367"/>
                  </a:cubicBezTo>
                  <a:cubicBezTo>
                    <a:pt x="11029" y="11318"/>
                    <a:pt x="11070" y="11270"/>
                    <a:pt x="11114" y="11223"/>
                  </a:cubicBezTo>
                  <a:cubicBezTo>
                    <a:pt x="11123" y="11213"/>
                    <a:pt x="11132" y="11205"/>
                    <a:pt x="11141" y="11194"/>
                  </a:cubicBezTo>
                  <a:cubicBezTo>
                    <a:pt x="11150" y="11185"/>
                    <a:pt x="11159" y="11175"/>
                    <a:pt x="11168" y="11164"/>
                  </a:cubicBezTo>
                  <a:cubicBezTo>
                    <a:pt x="11178" y="11155"/>
                    <a:pt x="11188" y="11147"/>
                    <a:pt x="11198" y="11138"/>
                  </a:cubicBezTo>
                  <a:cubicBezTo>
                    <a:pt x="11206" y="11128"/>
                    <a:pt x="11217" y="11119"/>
                    <a:pt x="11228" y="11110"/>
                  </a:cubicBezTo>
                  <a:cubicBezTo>
                    <a:pt x="11275" y="11066"/>
                    <a:pt x="11322" y="11025"/>
                    <a:pt x="11371" y="10985"/>
                  </a:cubicBezTo>
                  <a:cubicBezTo>
                    <a:pt x="11436" y="10933"/>
                    <a:pt x="11504" y="10885"/>
                    <a:pt x="11574" y="10838"/>
                  </a:cubicBezTo>
                  <a:cubicBezTo>
                    <a:pt x="11587" y="10829"/>
                    <a:pt x="11603" y="10819"/>
                    <a:pt x="11617" y="10809"/>
                  </a:cubicBezTo>
                  <a:cubicBezTo>
                    <a:pt x="11632" y="10800"/>
                    <a:pt x="11647" y="10792"/>
                    <a:pt x="11660" y="10784"/>
                  </a:cubicBezTo>
                  <a:cubicBezTo>
                    <a:pt x="11880" y="10654"/>
                    <a:pt x="12123" y="10558"/>
                    <a:pt x="12380" y="10501"/>
                  </a:cubicBezTo>
                  <a:cubicBezTo>
                    <a:pt x="12419" y="10493"/>
                    <a:pt x="12459" y="10484"/>
                    <a:pt x="12499" y="10478"/>
                  </a:cubicBezTo>
                  <a:cubicBezTo>
                    <a:pt x="12534" y="10472"/>
                    <a:pt x="12570" y="10468"/>
                    <a:pt x="12607" y="10463"/>
                  </a:cubicBezTo>
                  <a:cubicBezTo>
                    <a:pt x="12615" y="10462"/>
                    <a:pt x="12625" y="10460"/>
                    <a:pt x="12634" y="10459"/>
                  </a:cubicBezTo>
                  <a:cubicBezTo>
                    <a:pt x="12697" y="10452"/>
                    <a:pt x="12761" y="10447"/>
                    <a:pt x="12824" y="10446"/>
                  </a:cubicBezTo>
                  <a:cubicBezTo>
                    <a:pt x="12837" y="10446"/>
                    <a:pt x="12851" y="10444"/>
                    <a:pt x="12864" y="10444"/>
                  </a:cubicBezTo>
                  <a:cubicBezTo>
                    <a:pt x="12877" y="10444"/>
                    <a:pt x="12891" y="10443"/>
                    <a:pt x="12905" y="10443"/>
                  </a:cubicBezTo>
                  <a:close/>
                  <a:moveTo>
                    <a:pt x="8002" y="13882"/>
                  </a:moveTo>
                  <a:lnTo>
                    <a:pt x="8402" y="13931"/>
                  </a:lnTo>
                  <a:cubicBezTo>
                    <a:pt x="8429" y="14049"/>
                    <a:pt x="8460" y="14168"/>
                    <a:pt x="8496" y="14283"/>
                  </a:cubicBezTo>
                  <a:cubicBezTo>
                    <a:pt x="8579" y="14548"/>
                    <a:pt x="8686" y="14799"/>
                    <a:pt x="8811" y="15039"/>
                  </a:cubicBezTo>
                  <a:cubicBezTo>
                    <a:pt x="8835" y="15085"/>
                    <a:pt x="8860" y="15130"/>
                    <a:pt x="8886" y="15176"/>
                  </a:cubicBezTo>
                  <a:lnTo>
                    <a:pt x="8667" y="15552"/>
                  </a:lnTo>
                  <a:cubicBezTo>
                    <a:pt x="8584" y="15419"/>
                    <a:pt x="8507" y="15282"/>
                    <a:pt x="8437" y="15142"/>
                  </a:cubicBezTo>
                  <a:cubicBezTo>
                    <a:pt x="8329" y="14928"/>
                    <a:pt x="8236" y="14704"/>
                    <a:pt x="8160" y="14474"/>
                  </a:cubicBezTo>
                  <a:cubicBezTo>
                    <a:pt x="8095" y="14281"/>
                    <a:pt x="8042" y="14084"/>
                    <a:pt x="8002" y="13882"/>
                  </a:cubicBezTo>
                  <a:close/>
                  <a:moveTo>
                    <a:pt x="17806" y="13884"/>
                  </a:moveTo>
                  <a:lnTo>
                    <a:pt x="17806" y="13884"/>
                  </a:lnTo>
                  <a:cubicBezTo>
                    <a:pt x="17765" y="14085"/>
                    <a:pt x="17713" y="14281"/>
                    <a:pt x="17648" y="14475"/>
                  </a:cubicBezTo>
                  <a:cubicBezTo>
                    <a:pt x="17571" y="14706"/>
                    <a:pt x="17479" y="14929"/>
                    <a:pt x="17370" y="15143"/>
                  </a:cubicBezTo>
                  <a:cubicBezTo>
                    <a:pt x="17300" y="15283"/>
                    <a:pt x="17223" y="15420"/>
                    <a:pt x="17140" y="15553"/>
                  </a:cubicBezTo>
                  <a:lnTo>
                    <a:pt x="16921" y="15177"/>
                  </a:lnTo>
                  <a:cubicBezTo>
                    <a:pt x="16947" y="15131"/>
                    <a:pt x="16972" y="15086"/>
                    <a:pt x="16997" y="15040"/>
                  </a:cubicBezTo>
                  <a:cubicBezTo>
                    <a:pt x="17123" y="14800"/>
                    <a:pt x="17229" y="14549"/>
                    <a:pt x="17311" y="14285"/>
                  </a:cubicBezTo>
                  <a:cubicBezTo>
                    <a:pt x="17347" y="14171"/>
                    <a:pt x="17378" y="14052"/>
                    <a:pt x="17405" y="13934"/>
                  </a:cubicBezTo>
                  <a:lnTo>
                    <a:pt x="17806" y="13884"/>
                  </a:lnTo>
                  <a:close/>
                  <a:moveTo>
                    <a:pt x="23909" y="13133"/>
                  </a:moveTo>
                  <a:cubicBezTo>
                    <a:pt x="23891" y="14023"/>
                    <a:pt x="23767" y="14888"/>
                    <a:pt x="23548" y="15714"/>
                  </a:cubicBezTo>
                  <a:lnTo>
                    <a:pt x="22409" y="15409"/>
                  </a:lnTo>
                  <a:cubicBezTo>
                    <a:pt x="22590" y="14724"/>
                    <a:pt x="22698" y="14012"/>
                    <a:pt x="22727" y="13278"/>
                  </a:cubicBezTo>
                  <a:lnTo>
                    <a:pt x="23909" y="13133"/>
                  </a:lnTo>
                  <a:close/>
                  <a:moveTo>
                    <a:pt x="1899" y="13134"/>
                  </a:moveTo>
                  <a:lnTo>
                    <a:pt x="3082" y="13279"/>
                  </a:lnTo>
                  <a:cubicBezTo>
                    <a:pt x="3110" y="14013"/>
                    <a:pt x="3219" y="14727"/>
                    <a:pt x="3399" y="15410"/>
                  </a:cubicBezTo>
                  <a:lnTo>
                    <a:pt x="2260" y="15715"/>
                  </a:lnTo>
                  <a:cubicBezTo>
                    <a:pt x="2041" y="14888"/>
                    <a:pt x="1918" y="14023"/>
                    <a:pt x="1899" y="13134"/>
                  </a:cubicBezTo>
                  <a:close/>
                  <a:moveTo>
                    <a:pt x="6484" y="13696"/>
                  </a:moveTo>
                  <a:lnTo>
                    <a:pt x="7918" y="13873"/>
                  </a:lnTo>
                  <a:cubicBezTo>
                    <a:pt x="7963" y="14093"/>
                    <a:pt x="8019" y="14306"/>
                    <a:pt x="8088" y="14516"/>
                  </a:cubicBezTo>
                  <a:cubicBezTo>
                    <a:pt x="8164" y="14738"/>
                    <a:pt x="8254" y="14956"/>
                    <a:pt x="8358" y="15163"/>
                  </a:cubicBezTo>
                  <a:cubicBezTo>
                    <a:pt x="8438" y="15323"/>
                    <a:pt x="8527" y="15480"/>
                    <a:pt x="8623" y="15630"/>
                  </a:cubicBezTo>
                  <a:lnTo>
                    <a:pt x="7860" y="16947"/>
                  </a:lnTo>
                  <a:cubicBezTo>
                    <a:pt x="7516" y="16519"/>
                    <a:pt x="7226" y="16048"/>
                    <a:pt x="6999" y="15540"/>
                  </a:cubicBezTo>
                  <a:cubicBezTo>
                    <a:pt x="6949" y="15432"/>
                    <a:pt x="6903" y="15321"/>
                    <a:pt x="6861" y="15209"/>
                  </a:cubicBezTo>
                  <a:cubicBezTo>
                    <a:pt x="6676" y="14729"/>
                    <a:pt x="6548" y="14223"/>
                    <a:pt x="6484" y="13696"/>
                  </a:cubicBezTo>
                  <a:close/>
                  <a:moveTo>
                    <a:pt x="19323" y="13696"/>
                  </a:moveTo>
                  <a:cubicBezTo>
                    <a:pt x="19258" y="14224"/>
                    <a:pt x="19131" y="14730"/>
                    <a:pt x="18947" y="15209"/>
                  </a:cubicBezTo>
                  <a:cubicBezTo>
                    <a:pt x="18904" y="15321"/>
                    <a:pt x="18858" y="15431"/>
                    <a:pt x="18808" y="15540"/>
                  </a:cubicBezTo>
                  <a:cubicBezTo>
                    <a:pt x="18581" y="16048"/>
                    <a:pt x="18292" y="16519"/>
                    <a:pt x="17947" y="16947"/>
                  </a:cubicBezTo>
                  <a:lnTo>
                    <a:pt x="17184" y="15630"/>
                  </a:lnTo>
                  <a:cubicBezTo>
                    <a:pt x="17280" y="15480"/>
                    <a:pt x="17369" y="15323"/>
                    <a:pt x="17450" y="15163"/>
                  </a:cubicBezTo>
                  <a:cubicBezTo>
                    <a:pt x="17554" y="14955"/>
                    <a:pt x="17644" y="14738"/>
                    <a:pt x="17719" y="14516"/>
                  </a:cubicBezTo>
                  <a:cubicBezTo>
                    <a:pt x="17788" y="14306"/>
                    <a:pt x="17846" y="14093"/>
                    <a:pt x="17889" y="13873"/>
                  </a:cubicBezTo>
                  <a:lnTo>
                    <a:pt x="19323" y="13696"/>
                  </a:lnTo>
                  <a:close/>
                  <a:moveTo>
                    <a:pt x="11735" y="16280"/>
                  </a:moveTo>
                  <a:lnTo>
                    <a:pt x="11801" y="16813"/>
                  </a:lnTo>
                  <a:lnTo>
                    <a:pt x="11842" y="17148"/>
                  </a:lnTo>
                  <a:cubicBezTo>
                    <a:pt x="11775" y="17132"/>
                    <a:pt x="11708" y="17113"/>
                    <a:pt x="11643" y="17093"/>
                  </a:cubicBezTo>
                  <a:cubicBezTo>
                    <a:pt x="11375" y="17012"/>
                    <a:pt x="11118" y="16906"/>
                    <a:pt x="10873" y="16777"/>
                  </a:cubicBezTo>
                  <a:lnTo>
                    <a:pt x="11735" y="16280"/>
                  </a:lnTo>
                  <a:close/>
                  <a:moveTo>
                    <a:pt x="14074" y="16281"/>
                  </a:moveTo>
                  <a:lnTo>
                    <a:pt x="14935" y="16778"/>
                  </a:lnTo>
                  <a:cubicBezTo>
                    <a:pt x="14692" y="16906"/>
                    <a:pt x="14434" y="17013"/>
                    <a:pt x="14166" y="17095"/>
                  </a:cubicBezTo>
                  <a:cubicBezTo>
                    <a:pt x="14100" y="17113"/>
                    <a:pt x="14035" y="17132"/>
                    <a:pt x="13967" y="17149"/>
                  </a:cubicBezTo>
                  <a:lnTo>
                    <a:pt x="14009" y="16814"/>
                  </a:lnTo>
                  <a:lnTo>
                    <a:pt x="14074" y="16281"/>
                  </a:lnTo>
                  <a:close/>
                  <a:moveTo>
                    <a:pt x="10630" y="16920"/>
                  </a:moveTo>
                  <a:cubicBezTo>
                    <a:pt x="10674" y="16945"/>
                    <a:pt x="10719" y="16969"/>
                    <a:pt x="10766" y="16994"/>
                  </a:cubicBezTo>
                  <a:cubicBezTo>
                    <a:pt x="11006" y="17121"/>
                    <a:pt x="11257" y="17226"/>
                    <a:pt x="11520" y="17309"/>
                  </a:cubicBezTo>
                  <a:cubicBezTo>
                    <a:pt x="11636" y="17345"/>
                    <a:pt x="11754" y="17376"/>
                    <a:pt x="11873" y="17402"/>
                  </a:cubicBezTo>
                  <a:lnTo>
                    <a:pt x="11921" y="17803"/>
                  </a:lnTo>
                  <a:cubicBezTo>
                    <a:pt x="11720" y="17762"/>
                    <a:pt x="11523" y="17709"/>
                    <a:pt x="11331" y="17645"/>
                  </a:cubicBezTo>
                  <a:cubicBezTo>
                    <a:pt x="11100" y="17570"/>
                    <a:pt x="10877" y="17477"/>
                    <a:pt x="10663" y="17368"/>
                  </a:cubicBezTo>
                  <a:cubicBezTo>
                    <a:pt x="10522" y="17297"/>
                    <a:pt x="10385" y="17220"/>
                    <a:pt x="10253" y="17137"/>
                  </a:cubicBezTo>
                  <a:lnTo>
                    <a:pt x="10630" y="16920"/>
                  </a:lnTo>
                  <a:close/>
                  <a:moveTo>
                    <a:pt x="15180" y="16920"/>
                  </a:moveTo>
                  <a:lnTo>
                    <a:pt x="15556" y="17137"/>
                  </a:lnTo>
                  <a:cubicBezTo>
                    <a:pt x="15423" y="17221"/>
                    <a:pt x="15286" y="17297"/>
                    <a:pt x="15146" y="17368"/>
                  </a:cubicBezTo>
                  <a:cubicBezTo>
                    <a:pt x="14931" y="17477"/>
                    <a:pt x="14708" y="17570"/>
                    <a:pt x="14478" y="17645"/>
                  </a:cubicBezTo>
                  <a:cubicBezTo>
                    <a:pt x="14285" y="17710"/>
                    <a:pt x="14088" y="17762"/>
                    <a:pt x="13886" y="17803"/>
                  </a:cubicBezTo>
                  <a:lnTo>
                    <a:pt x="13934" y="17402"/>
                  </a:lnTo>
                  <a:cubicBezTo>
                    <a:pt x="14055" y="17376"/>
                    <a:pt x="14172" y="17345"/>
                    <a:pt x="14288" y="17309"/>
                  </a:cubicBezTo>
                  <a:cubicBezTo>
                    <a:pt x="14550" y="17226"/>
                    <a:pt x="14802" y="17121"/>
                    <a:pt x="15043" y="16994"/>
                  </a:cubicBezTo>
                  <a:cubicBezTo>
                    <a:pt x="15089" y="16969"/>
                    <a:pt x="15134" y="16945"/>
                    <a:pt x="15180" y="16920"/>
                  </a:cubicBezTo>
                  <a:close/>
                  <a:moveTo>
                    <a:pt x="3418" y="15480"/>
                  </a:moveTo>
                  <a:cubicBezTo>
                    <a:pt x="3640" y="16293"/>
                    <a:pt x="3961" y="17066"/>
                    <a:pt x="4373" y="17782"/>
                  </a:cubicBezTo>
                  <a:lnTo>
                    <a:pt x="3352" y="18371"/>
                  </a:lnTo>
                  <a:cubicBezTo>
                    <a:pt x="2892" y="17570"/>
                    <a:pt x="2527" y="16701"/>
                    <a:pt x="2279" y="15786"/>
                  </a:cubicBezTo>
                  <a:lnTo>
                    <a:pt x="3418" y="15480"/>
                  </a:lnTo>
                  <a:close/>
                  <a:moveTo>
                    <a:pt x="22390" y="15481"/>
                  </a:moveTo>
                  <a:lnTo>
                    <a:pt x="23529" y="15787"/>
                  </a:lnTo>
                  <a:cubicBezTo>
                    <a:pt x="23281" y="16701"/>
                    <a:pt x="22918" y="17570"/>
                    <a:pt x="22456" y="18372"/>
                  </a:cubicBezTo>
                  <a:lnTo>
                    <a:pt x="21434" y="17783"/>
                  </a:lnTo>
                  <a:cubicBezTo>
                    <a:pt x="21846" y="17067"/>
                    <a:pt x="22170" y="16295"/>
                    <a:pt x="22390" y="15481"/>
                  </a:cubicBezTo>
                  <a:close/>
                  <a:moveTo>
                    <a:pt x="10141" y="13167"/>
                  </a:moveTo>
                  <a:cubicBezTo>
                    <a:pt x="10146" y="13227"/>
                    <a:pt x="10153" y="13285"/>
                    <a:pt x="10162" y="13341"/>
                  </a:cubicBezTo>
                  <a:cubicBezTo>
                    <a:pt x="10205" y="13608"/>
                    <a:pt x="10285" y="13861"/>
                    <a:pt x="10399" y="14096"/>
                  </a:cubicBezTo>
                  <a:cubicBezTo>
                    <a:pt x="10405" y="14110"/>
                    <a:pt x="10413" y="14124"/>
                    <a:pt x="10420" y="14139"/>
                  </a:cubicBezTo>
                  <a:cubicBezTo>
                    <a:pt x="10429" y="14152"/>
                    <a:pt x="10435" y="14167"/>
                    <a:pt x="10442" y="14182"/>
                  </a:cubicBezTo>
                  <a:cubicBezTo>
                    <a:pt x="10506" y="14302"/>
                    <a:pt x="10576" y="14418"/>
                    <a:pt x="10656" y="14527"/>
                  </a:cubicBezTo>
                  <a:cubicBezTo>
                    <a:pt x="10726" y="14625"/>
                    <a:pt x="10803" y="14718"/>
                    <a:pt x="10886" y="14805"/>
                  </a:cubicBezTo>
                  <a:lnTo>
                    <a:pt x="9754" y="15937"/>
                  </a:lnTo>
                  <a:lnTo>
                    <a:pt x="9584" y="16108"/>
                  </a:lnTo>
                  <a:lnTo>
                    <a:pt x="9315" y="16376"/>
                  </a:lnTo>
                  <a:lnTo>
                    <a:pt x="9259" y="16433"/>
                  </a:lnTo>
                  <a:lnTo>
                    <a:pt x="8275" y="17416"/>
                  </a:lnTo>
                  <a:lnTo>
                    <a:pt x="8216" y="17475"/>
                  </a:lnTo>
                  <a:lnTo>
                    <a:pt x="8162" y="17529"/>
                  </a:lnTo>
                  <a:lnTo>
                    <a:pt x="6871" y="18820"/>
                  </a:lnTo>
                  <a:lnTo>
                    <a:pt x="7830" y="17163"/>
                  </a:lnTo>
                  <a:lnTo>
                    <a:pt x="7871" y="17092"/>
                  </a:lnTo>
                  <a:lnTo>
                    <a:pt x="7914" y="17015"/>
                  </a:lnTo>
                  <a:lnTo>
                    <a:pt x="8671" y="15705"/>
                  </a:lnTo>
                  <a:lnTo>
                    <a:pt x="8717" y="15627"/>
                  </a:lnTo>
                  <a:lnTo>
                    <a:pt x="8932" y="15255"/>
                  </a:lnTo>
                  <a:lnTo>
                    <a:pt x="9072" y="15014"/>
                  </a:lnTo>
                  <a:lnTo>
                    <a:pt x="9105" y="14956"/>
                  </a:lnTo>
                  <a:lnTo>
                    <a:pt x="9611" y="14080"/>
                  </a:lnTo>
                  <a:lnTo>
                    <a:pt x="9634" y="14043"/>
                  </a:lnTo>
                  <a:lnTo>
                    <a:pt x="9656" y="14006"/>
                  </a:lnTo>
                  <a:lnTo>
                    <a:pt x="9980" y="13446"/>
                  </a:lnTo>
                  <a:lnTo>
                    <a:pt x="10141" y="13167"/>
                  </a:lnTo>
                  <a:close/>
                  <a:moveTo>
                    <a:pt x="14808" y="14919"/>
                  </a:moveTo>
                  <a:lnTo>
                    <a:pt x="15940" y="16051"/>
                  </a:lnTo>
                  <a:lnTo>
                    <a:pt x="16110" y="16221"/>
                  </a:lnTo>
                  <a:lnTo>
                    <a:pt x="16380" y="16489"/>
                  </a:lnTo>
                  <a:lnTo>
                    <a:pt x="16436" y="16546"/>
                  </a:lnTo>
                  <a:lnTo>
                    <a:pt x="17420" y="17529"/>
                  </a:lnTo>
                  <a:lnTo>
                    <a:pt x="17479" y="17588"/>
                  </a:lnTo>
                  <a:lnTo>
                    <a:pt x="17533" y="17643"/>
                  </a:lnTo>
                  <a:lnTo>
                    <a:pt x="18824" y="18934"/>
                  </a:lnTo>
                  <a:lnTo>
                    <a:pt x="17167" y="17975"/>
                  </a:lnTo>
                  <a:lnTo>
                    <a:pt x="17096" y="17934"/>
                  </a:lnTo>
                  <a:lnTo>
                    <a:pt x="17019" y="17890"/>
                  </a:lnTo>
                  <a:lnTo>
                    <a:pt x="15709" y="17133"/>
                  </a:lnTo>
                  <a:lnTo>
                    <a:pt x="15631" y="17088"/>
                  </a:lnTo>
                  <a:lnTo>
                    <a:pt x="15259" y="16873"/>
                  </a:lnTo>
                  <a:lnTo>
                    <a:pt x="15018" y="16734"/>
                  </a:lnTo>
                  <a:lnTo>
                    <a:pt x="14960" y="16700"/>
                  </a:lnTo>
                  <a:lnTo>
                    <a:pt x="14084" y="16193"/>
                  </a:lnTo>
                  <a:lnTo>
                    <a:pt x="14047" y="16172"/>
                  </a:lnTo>
                  <a:lnTo>
                    <a:pt x="14010" y="16149"/>
                  </a:lnTo>
                  <a:lnTo>
                    <a:pt x="13450" y="15826"/>
                  </a:lnTo>
                  <a:lnTo>
                    <a:pt x="13171" y="15664"/>
                  </a:lnTo>
                  <a:cubicBezTo>
                    <a:pt x="13231" y="15659"/>
                    <a:pt x="13289" y="15651"/>
                    <a:pt x="13345" y="15642"/>
                  </a:cubicBezTo>
                  <a:cubicBezTo>
                    <a:pt x="13611" y="15600"/>
                    <a:pt x="13865" y="15519"/>
                    <a:pt x="14100" y="15406"/>
                  </a:cubicBezTo>
                  <a:cubicBezTo>
                    <a:pt x="14114" y="15400"/>
                    <a:pt x="14128" y="15393"/>
                    <a:pt x="14143" y="15384"/>
                  </a:cubicBezTo>
                  <a:cubicBezTo>
                    <a:pt x="14156" y="15377"/>
                    <a:pt x="14171" y="15370"/>
                    <a:pt x="14185" y="15363"/>
                  </a:cubicBezTo>
                  <a:cubicBezTo>
                    <a:pt x="14305" y="15300"/>
                    <a:pt x="14419" y="15228"/>
                    <a:pt x="14530" y="15150"/>
                  </a:cubicBezTo>
                  <a:cubicBezTo>
                    <a:pt x="14628" y="15079"/>
                    <a:pt x="14721" y="15001"/>
                    <a:pt x="14808" y="14919"/>
                  </a:cubicBezTo>
                  <a:close/>
                  <a:moveTo>
                    <a:pt x="10176" y="17183"/>
                  </a:moveTo>
                  <a:cubicBezTo>
                    <a:pt x="10325" y="17278"/>
                    <a:pt x="10481" y="17366"/>
                    <a:pt x="10641" y="17447"/>
                  </a:cubicBezTo>
                  <a:cubicBezTo>
                    <a:pt x="10849" y="17551"/>
                    <a:pt x="11066" y="17642"/>
                    <a:pt x="11290" y="17716"/>
                  </a:cubicBezTo>
                  <a:cubicBezTo>
                    <a:pt x="11498" y="17785"/>
                    <a:pt x="11713" y="17844"/>
                    <a:pt x="11932" y="17886"/>
                  </a:cubicBezTo>
                  <a:lnTo>
                    <a:pt x="12108" y="19320"/>
                  </a:lnTo>
                  <a:cubicBezTo>
                    <a:pt x="11582" y="19254"/>
                    <a:pt x="11075" y="19127"/>
                    <a:pt x="10596" y="18944"/>
                  </a:cubicBezTo>
                  <a:cubicBezTo>
                    <a:pt x="10483" y="18902"/>
                    <a:pt x="10374" y="18855"/>
                    <a:pt x="10264" y="18806"/>
                  </a:cubicBezTo>
                  <a:cubicBezTo>
                    <a:pt x="9758" y="18579"/>
                    <a:pt x="9285" y="18289"/>
                    <a:pt x="8857" y="17944"/>
                  </a:cubicBezTo>
                  <a:lnTo>
                    <a:pt x="10176" y="17183"/>
                  </a:lnTo>
                  <a:close/>
                  <a:moveTo>
                    <a:pt x="15632" y="17183"/>
                  </a:moveTo>
                  <a:lnTo>
                    <a:pt x="16950" y="17944"/>
                  </a:lnTo>
                  <a:cubicBezTo>
                    <a:pt x="16522" y="18289"/>
                    <a:pt x="16050" y="18579"/>
                    <a:pt x="15543" y="18806"/>
                  </a:cubicBezTo>
                  <a:cubicBezTo>
                    <a:pt x="15435" y="18855"/>
                    <a:pt x="15324" y="18902"/>
                    <a:pt x="15212" y="18944"/>
                  </a:cubicBezTo>
                  <a:cubicBezTo>
                    <a:pt x="14732" y="19129"/>
                    <a:pt x="14225" y="19256"/>
                    <a:pt x="13699" y="19320"/>
                  </a:cubicBezTo>
                  <a:lnTo>
                    <a:pt x="13876" y="17886"/>
                  </a:lnTo>
                  <a:cubicBezTo>
                    <a:pt x="14096" y="17844"/>
                    <a:pt x="14310" y="17786"/>
                    <a:pt x="14517" y="17716"/>
                  </a:cubicBezTo>
                  <a:cubicBezTo>
                    <a:pt x="14741" y="17642"/>
                    <a:pt x="14959" y="17551"/>
                    <a:pt x="15166" y="17447"/>
                  </a:cubicBezTo>
                  <a:cubicBezTo>
                    <a:pt x="15326" y="17366"/>
                    <a:pt x="15482" y="17278"/>
                    <a:pt x="15632" y="17183"/>
                  </a:cubicBezTo>
                  <a:close/>
                  <a:moveTo>
                    <a:pt x="15938" y="20224"/>
                  </a:moveTo>
                  <a:lnTo>
                    <a:pt x="15938" y="20224"/>
                  </a:lnTo>
                  <a:lnTo>
                    <a:pt x="15938" y="20224"/>
                  </a:lnTo>
                  <a:close/>
                  <a:moveTo>
                    <a:pt x="21397" y="17845"/>
                  </a:moveTo>
                  <a:lnTo>
                    <a:pt x="22419" y="18434"/>
                  </a:lnTo>
                  <a:cubicBezTo>
                    <a:pt x="21944" y="19247"/>
                    <a:pt x="21370" y="19994"/>
                    <a:pt x="20711" y="20656"/>
                  </a:cubicBezTo>
                  <a:cubicBezTo>
                    <a:pt x="20695" y="20673"/>
                    <a:pt x="20676" y="20691"/>
                    <a:pt x="20659" y="20707"/>
                  </a:cubicBezTo>
                  <a:cubicBezTo>
                    <a:pt x="19996" y="21364"/>
                    <a:pt x="19251" y="21940"/>
                    <a:pt x="18439" y="22414"/>
                  </a:cubicBezTo>
                  <a:lnTo>
                    <a:pt x="17850" y="21392"/>
                  </a:lnTo>
                  <a:cubicBezTo>
                    <a:pt x="18572" y="20970"/>
                    <a:pt x="19236" y="20458"/>
                    <a:pt x="19826" y="19872"/>
                  </a:cubicBezTo>
                  <a:cubicBezTo>
                    <a:pt x="19844" y="19856"/>
                    <a:pt x="19861" y="19837"/>
                    <a:pt x="19877" y="19821"/>
                  </a:cubicBezTo>
                  <a:cubicBezTo>
                    <a:pt x="20463" y="19232"/>
                    <a:pt x="20975" y="18567"/>
                    <a:pt x="21397" y="17845"/>
                  </a:cubicBezTo>
                  <a:close/>
                  <a:moveTo>
                    <a:pt x="4412" y="17848"/>
                  </a:moveTo>
                  <a:cubicBezTo>
                    <a:pt x="4834" y="18570"/>
                    <a:pt x="5346" y="19233"/>
                    <a:pt x="5932" y="19824"/>
                  </a:cubicBezTo>
                  <a:cubicBezTo>
                    <a:pt x="5949" y="19841"/>
                    <a:pt x="5967" y="19858"/>
                    <a:pt x="5984" y="19876"/>
                  </a:cubicBezTo>
                  <a:cubicBezTo>
                    <a:pt x="6573" y="20461"/>
                    <a:pt x="7237" y="20971"/>
                    <a:pt x="7960" y="21394"/>
                  </a:cubicBezTo>
                  <a:lnTo>
                    <a:pt x="7369" y="22415"/>
                  </a:lnTo>
                  <a:cubicBezTo>
                    <a:pt x="6557" y="21941"/>
                    <a:pt x="5812" y="21366"/>
                    <a:pt x="5149" y="20708"/>
                  </a:cubicBezTo>
                  <a:cubicBezTo>
                    <a:pt x="5131" y="20692"/>
                    <a:pt x="5115" y="20673"/>
                    <a:pt x="5097" y="20657"/>
                  </a:cubicBezTo>
                  <a:cubicBezTo>
                    <a:pt x="4440" y="19994"/>
                    <a:pt x="3864" y="19248"/>
                    <a:pt x="3391" y="18437"/>
                  </a:cubicBezTo>
                  <a:lnTo>
                    <a:pt x="4412" y="17848"/>
                  </a:lnTo>
                  <a:close/>
                  <a:moveTo>
                    <a:pt x="22652" y="13288"/>
                  </a:moveTo>
                  <a:lnTo>
                    <a:pt x="22652" y="13288"/>
                  </a:lnTo>
                  <a:cubicBezTo>
                    <a:pt x="22623" y="14011"/>
                    <a:pt x="22517" y="14715"/>
                    <a:pt x="22338" y="15389"/>
                  </a:cubicBezTo>
                  <a:cubicBezTo>
                    <a:pt x="22332" y="15413"/>
                    <a:pt x="22326" y="15437"/>
                    <a:pt x="22320" y="15461"/>
                  </a:cubicBezTo>
                  <a:cubicBezTo>
                    <a:pt x="22099" y="16267"/>
                    <a:pt x="21779" y="17035"/>
                    <a:pt x="21370" y="17745"/>
                  </a:cubicBezTo>
                  <a:cubicBezTo>
                    <a:pt x="21358" y="17767"/>
                    <a:pt x="21346" y="17787"/>
                    <a:pt x="21332" y="17808"/>
                  </a:cubicBezTo>
                  <a:cubicBezTo>
                    <a:pt x="20913" y="18525"/>
                    <a:pt x="20407" y="19182"/>
                    <a:pt x="19825" y="19768"/>
                  </a:cubicBezTo>
                  <a:cubicBezTo>
                    <a:pt x="19808" y="19786"/>
                    <a:pt x="19790" y="19803"/>
                    <a:pt x="19773" y="19820"/>
                  </a:cubicBezTo>
                  <a:cubicBezTo>
                    <a:pt x="19188" y="20402"/>
                    <a:pt x="18529" y="20908"/>
                    <a:pt x="17813" y="21327"/>
                  </a:cubicBezTo>
                  <a:cubicBezTo>
                    <a:pt x="17792" y="21341"/>
                    <a:pt x="17771" y="21352"/>
                    <a:pt x="17750" y="21364"/>
                  </a:cubicBezTo>
                  <a:cubicBezTo>
                    <a:pt x="17039" y="21772"/>
                    <a:pt x="16273" y="22094"/>
                    <a:pt x="15466" y="22314"/>
                  </a:cubicBezTo>
                  <a:cubicBezTo>
                    <a:pt x="15443" y="22321"/>
                    <a:pt x="15418" y="22327"/>
                    <a:pt x="15394" y="22333"/>
                  </a:cubicBezTo>
                  <a:cubicBezTo>
                    <a:pt x="14719" y="22512"/>
                    <a:pt x="14016" y="22618"/>
                    <a:pt x="13293" y="22647"/>
                  </a:cubicBezTo>
                  <a:lnTo>
                    <a:pt x="13681" y="19483"/>
                  </a:lnTo>
                  <a:cubicBezTo>
                    <a:pt x="14242" y="19418"/>
                    <a:pt x="14783" y="19283"/>
                    <a:pt x="15293" y="19084"/>
                  </a:cubicBezTo>
                  <a:lnTo>
                    <a:pt x="15938" y="20224"/>
                  </a:lnTo>
                  <a:lnTo>
                    <a:pt x="15588" y="18962"/>
                  </a:lnTo>
                  <a:cubicBezTo>
                    <a:pt x="16135" y="18718"/>
                    <a:pt x="16645" y="18404"/>
                    <a:pt x="17101" y="18030"/>
                  </a:cubicBezTo>
                  <a:lnTo>
                    <a:pt x="19313" y="19309"/>
                  </a:lnTo>
                  <a:lnTo>
                    <a:pt x="18034" y="17097"/>
                  </a:lnTo>
                  <a:cubicBezTo>
                    <a:pt x="18409" y="16639"/>
                    <a:pt x="18722" y="16131"/>
                    <a:pt x="18966" y="15584"/>
                  </a:cubicBezTo>
                  <a:lnTo>
                    <a:pt x="20228" y="15934"/>
                  </a:lnTo>
                  <a:lnTo>
                    <a:pt x="20228" y="15934"/>
                  </a:lnTo>
                  <a:lnTo>
                    <a:pt x="19088" y="15289"/>
                  </a:lnTo>
                  <a:cubicBezTo>
                    <a:pt x="19286" y="14779"/>
                    <a:pt x="19422" y="14238"/>
                    <a:pt x="19488" y="13676"/>
                  </a:cubicBezTo>
                  <a:lnTo>
                    <a:pt x="22652" y="13288"/>
                  </a:lnTo>
                  <a:close/>
                  <a:moveTo>
                    <a:pt x="3158" y="13289"/>
                  </a:moveTo>
                  <a:lnTo>
                    <a:pt x="6323" y="13677"/>
                  </a:lnTo>
                  <a:cubicBezTo>
                    <a:pt x="6386" y="14239"/>
                    <a:pt x="6523" y="14780"/>
                    <a:pt x="6720" y="15289"/>
                  </a:cubicBezTo>
                  <a:lnTo>
                    <a:pt x="5580" y="15934"/>
                  </a:lnTo>
                  <a:lnTo>
                    <a:pt x="5580" y="15934"/>
                  </a:lnTo>
                  <a:lnTo>
                    <a:pt x="6843" y="15584"/>
                  </a:lnTo>
                  <a:cubicBezTo>
                    <a:pt x="7087" y="16131"/>
                    <a:pt x="7400" y="16641"/>
                    <a:pt x="7775" y="17097"/>
                  </a:cubicBezTo>
                  <a:lnTo>
                    <a:pt x="6495" y="19309"/>
                  </a:lnTo>
                  <a:lnTo>
                    <a:pt x="8708" y="18030"/>
                  </a:lnTo>
                  <a:cubicBezTo>
                    <a:pt x="9166" y="18404"/>
                    <a:pt x="9673" y="18718"/>
                    <a:pt x="10220" y="18961"/>
                  </a:cubicBezTo>
                  <a:lnTo>
                    <a:pt x="9871" y="20224"/>
                  </a:lnTo>
                  <a:lnTo>
                    <a:pt x="10516" y="19084"/>
                  </a:lnTo>
                  <a:cubicBezTo>
                    <a:pt x="11027" y="19281"/>
                    <a:pt x="11567" y="19418"/>
                    <a:pt x="12129" y="19484"/>
                  </a:cubicBezTo>
                  <a:lnTo>
                    <a:pt x="12518" y="22648"/>
                  </a:lnTo>
                  <a:cubicBezTo>
                    <a:pt x="11794" y="22619"/>
                    <a:pt x="11090" y="22513"/>
                    <a:pt x="10415" y="22334"/>
                  </a:cubicBezTo>
                  <a:cubicBezTo>
                    <a:pt x="10392" y="22328"/>
                    <a:pt x="10368" y="22322"/>
                    <a:pt x="10344" y="22315"/>
                  </a:cubicBezTo>
                  <a:cubicBezTo>
                    <a:pt x="9537" y="22095"/>
                    <a:pt x="8769" y="21775"/>
                    <a:pt x="8061" y="21365"/>
                  </a:cubicBezTo>
                  <a:cubicBezTo>
                    <a:pt x="8038" y="21353"/>
                    <a:pt x="8017" y="21342"/>
                    <a:pt x="7997" y="21328"/>
                  </a:cubicBezTo>
                  <a:cubicBezTo>
                    <a:pt x="7280" y="20909"/>
                    <a:pt x="6622" y="20403"/>
                    <a:pt x="6036" y="19821"/>
                  </a:cubicBezTo>
                  <a:cubicBezTo>
                    <a:pt x="6019" y="19804"/>
                    <a:pt x="6002" y="19786"/>
                    <a:pt x="5985" y="19769"/>
                  </a:cubicBezTo>
                  <a:cubicBezTo>
                    <a:pt x="5404" y="19183"/>
                    <a:pt x="4896" y="18525"/>
                    <a:pt x="4477" y="17809"/>
                  </a:cubicBezTo>
                  <a:cubicBezTo>
                    <a:pt x="4465" y="17788"/>
                    <a:pt x="4453" y="17767"/>
                    <a:pt x="4440" y="17746"/>
                  </a:cubicBezTo>
                  <a:cubicBezTo>
                    <a:pt x="4033" y="17035"/>
                    <a:pt x="3712" y="16268"/>
                    <a:pt x="3491" y="15462"/>
                  </a:cubicBezTo>
                  <a:cubicBezTo>
                    <a:pt x="3485" y="15438"/>
                    <a:pt x="3478" y="15414"/>
                    <a:pt x="3471" y="15390"/>
                  </a:cubicBezTo>
                  <a:cubicBezTo>
                    <a:pt x="3294" y="14715"/>
                    <a:pt x="3187" y="14012"/>
                    <a:pt x="3158" y="13289"/>
                  </a:cubicBezTo>
                  <a:close/>
                  <a:moveTo>
                    <a:pt x="8021" y="21430"/>
                  </a:moveTo>
                  <a:cubicBezTo>
                    <a:pt x="8737" y="21842"/>
                    <a:pt x="9509" y="22166"/>
                    <a:pt x="10323" y="22386"/>
                  </a:cubicBezTo>
                  <a:lnTo>
                    <a:pt x="10019" y="23526"/>
                  </a:lnTo>
                  <a:cubicBezTo>
                    <a:pt x="9105" y="23277"/>
                    <a:pt x="8237" y="22915"/>
                    <a:pt x="7432" y="22452"/>
                  </a:cubicBezTo>
                  <a:lnTo>
                    <a:pt x="8021" y="21430"/>
                  </a:lnTo>
                  <a:close/>
                  <a:moveTo>
                    <a:pt x="17786" y="21431"/>
                  </a:moveTo>
                  <a:lnTo>
                    <a:pt x="18375" y="22453"/>
                  </a:lnTo>
                  <a:cubicBezTo>
                    <a:pt x="17571" y="22915"/>
                    <a:pt x="16704" y="23277"/>
                    <a:pt x="15790" y="23526"/>
                  </a:cubicBezTo>
                  <a:lnTo>
                    <a:pt x="15484" y="22388"/>
                  </a:lnTo>
                  <a:cubicBezTo>
                    <a:pt x="16297" y="22166"/>
                    <a:pt x="17070" y="21843"/>
                    <a:pt x="17786" y="21431"/>
                  </a:cubicBezTo>
                  <a:close/>
                  <a:moveTo>
                    <a:pt x="10396" y="22406"/>
                  </a:moveTo>
                  <a:cubicBezTo>
                    <a:pt x="11081" y="22587"/>
                    <a:pt x="11794" y="22695"/>
                    <a:pt x="12526" y="22724"/>
                  </a:cubicBezTo>
                  <a:lnTo>
                    <a:pt x="12673" y="23907"/>
                  </a:lnTo>
                  <a:cubicBezTo>
                    <a:pt x="11781" y="23887"/>
                    <a:pt x="10917" y="23763"/>
                    <a:pt x="10090" y="23545"/>
                  </a:cubicBezTo>
                  <a:lnTo>
                    <a:pt x="10396" y="22406"/>
                  </a:lnTo>
                  <a:close/>
                  <a:moveTo>
                    <a:pt x="15413" y="22406"/>
                  </a:moveTo>
                  <a:lnTo>
                    <a:pt x="15718" y="23545"/>
                  </a:lnTo>
                  <a:cubicBezTo>
                    <a:pt x="14892" y="23763"/>
                    <a:pt x="14026" y="23887"/>
                    <a:pt x="13137" y="23907"/>
                  </a:cubicBezTo>
                  <a:lnTo>
                    <a:pt x="13282" y="22724"/>
                  </a:lnTo>
                  <a:cubicBezTo>
                    <a:pt x="14016" y="22695"/>
                    <a:pt x="14729" y="22587"/>
                    <a:pt x="15413" y="22406"/>
                  </a:cubicBezTo>
                  <a:close/>
                  <a:moveTo>
                    <a:pt x="12780" y="15671"/>
                  </a:moveTo>
                  <a:cubicBezTo>
                    <a:pt x="12794" y="15671"/>
                    <a:pt x="12809" y="15672"/>
                    <a:pt x="12823" y="15672"/>
                  </a:cubicBezTo>
                  <a:lnTo>
                    <a:pt x="12823" y="17278"/>
                  </a:lnTo>
                  <a:lnTo>
                    <a:pt x="12824" y="17278"/>
                  </a:lnTo>
                  <a:lnTo>
                    <a:pt x="12824" y="17519"/>
                  </a:lnTo>
                  <a:lnTo>
                    <a:pt x="12824" y="17898"/>
                  </a:lnTo>
                  <a:lnTo>
                    <a:pt x="12824" y="17978"/>
                  </a:lnTo>
                  <a:lnTo>
                    <a:pt x="12824" y="19368"/>
                  </a:lnTo>
                  <a:lnTo>
                    <a:pt x="12824" y="19448"/>
                  </a:lnTo>
                  <a:lnTo>
                    <a:pt x="12824" y="19528"/>
                  </a:lnTo>
                  <a:lnTo>
                    <a:pt x="12824" y="22654"/>
                  </a:lnTo>
                  <a:lnTo>
                    <a:pt x="12824" y="22728"/>
                  </a:lnTo>
                  <a:lnTo>
                    <a:pt x="12824" y="23907"/>
                  </a:lnTo>
                  <a:lnTo>
                    <a:pt x="12824" y="23980"/>
                  </a:lnTo>
                  <a:lnTo>
                    <a:pt x="12824" y="24484"/>
                  </a:lnTo>
                  <a:lnTo>
                    <a:pt x="12762" y="23979"/>
                  </a:lnTo>
                  <a:lnTo>
                    <a:pt x="12753" y="23905"/>
                  </a:lnTo>
                  <a:lnTo>
                    <a:pt x="12608" y="22721"/>
                  </a:lnTo>
                  <a:lnTo>
                    <a:pt x="12598" y="22648"/>
                  </a:lnTo>
                  <a:lnTo>
                    <a:pt x="12210" y="19492"/>
                  </a:lnTo>
                  <a:lnTo>
                    <a:pt x="12200" y="19409"/>
                  </a:lnTo>
                  <a:lnTo>
                    <a:pt x="12190" y="19327"/>
                  </a:lnTo>
                  <a:lnTo>
                    <a:pt x="12014" y="17897"/>
                  </a:lnTo>
                  <a:lnTo>
                    <a:pt x="12004" y="17813"/>
                  </a:lnTo>
                  <a:lnTo>
                    <a:pt x="11954" y="17417"/>
                  </a:lnTo>
                  <a:lnTo>
                    <a:pt x="11924" y="17163"/>
                  </a:lnTo>
                  <a:lnTo>
                    <a:pt x="11866" y="16693"/>
                  </a:lnTo>
                  <a:lnTo>
                    <a:pt x="11809" y="16231"/>
                  </a:lnTo>
                  <a:lnTo>
                    <a:pt x="12282" y="15960"/>
                  </a:lnTo>
                  <a:lnTo>
                    <a:pt x="12780" y="15671"/>
                  </a:lnTo>
                  <a:close/>
                  <a:moveTo>
                    <a:pt x="12902" y="1"/>
                  </a:moveTo>
                  <a:lnTo>
                    <a:pt x="12679" y="1819"/>
                  </a:lnTo>
                  <a:cubicBezTo>
                    <a:pt x="12441" y="1824"/>
                    <a:pt x="12206" y="1837"/>
                    <a:pt x="11973" y="1857"/>
                  </a:cubicBezTo>
                  <a:lnTo>
                    <a:pt x="11943" y="1514"/>
                  </a:lnTo>
                  <a:lnTo>
                    <a:pt x="11870" y="1522"/>
                  </a:lnTo>
                  <a:lnTo>
                    <a:pt x="11900" y="1862"/>
                  </a:lnTo>
                  <a:cubicBezTo>
                    <a:pt x="11601" y="1889"/>
                    <a:pt x="11306" y="1927"/>
                    <a:pt x="11014" y="1978"/>
                  </a:cubicBezTo>
                  <a:lnTo>
                    <a:pt x="10955" y="1641"/>
                  </a:lnTo>
                  <a:lnTo>
                    <a:pt x="10882" y="1654"/>
                  </a:lnTo>
                  <a:lnTo>
                    <a:pt x="10941" y="1991"/>
                  </a:lnTo>
                  <a:cubicBezTo>
                    <a:pt x="10646" y="2044"/>
                    <a:pt x="10356" y="2107"/>
                    <a:pt x="10069" y="2183"/>
                  </a:cubicBezTo>
                  <a:lnTo>
                    <a:pt x="9982" y="1854"/>
                  </a:lnTo>
                  <a:lnTo>
                    <a:pt x="9911" y="1873"/>
                  </a:lnTo>
                  <a:lnTo>
                    <a:pt x="9998" y="2203"/>
                  </a:lnTo>
                  <a:cubicBezTo>
                    <a:pt x="9709" y="2281"/>
                    <a:pt x="9426" y="2373"/>
                    <a:pt x="9147" y="2473"/>
                  </a:cubicBezTo>
                  <a:lnTo>
                    <a:pt x="9030" y="2152"/>
                  </a:lnTo>
                  <a:lnTo>
                    <a:pt x="8960" y="2178"/>
                  </a:lnTo>
                  <a:lnTo>
                    <a:pt x="9078" y="2499"/>
                  </a:lnTo>
                  <a:cubicBezTo>
                    <a:pt x="8798" y="2602"/>
                    <a:pt x="8522" y="2716"/>
                    <a:pt x="8253" y="2840"/>
                  </a:cubicBezTo>
                  <a:lnTo>
                    <a:pt x="8108" y="2530"/>
                  </a:lnTo>
                  <a:lnTo>
                    <a:pt x="8041" y="2561"/>
                  </a:lnTo>
                  <a:lnTo>
                    <a:pt x="8185" y="2871"/>
                  </a:lnTo>
                  <a:cubicBezTo>
                    <a:pt x="7916" y="2999"/>
                    <a:pt x="7650" y="3136"/>
                    <a:pt x="7393" y="3284"/>
                  </a:cubicBezTo>
                  <a:lnTo>
                    <a:pt x="7222" y="2988"/>
                  </a:lnTo>
                  <a:lnTo>
                    <a:pt x="7159" y="3025"/>
                  </a:lnTo>
                  <a:lnTo>
                    <a:pt x="7330" y="3323"/>
                  </a:lnTo>
                  <a:cubicBezTo>
                    <a:pt x="7072" y="3474"/>
                    <a:pt x="6823" y="3635"/>
                    <a:pt x="6578" y="3805"/>
                  </a:cubicBezTo>
                  <a:lnTo>
                    <a:pt x="6380" y="3521"/>
                  </a:lnTo>
                  <a:lnTo>
                    <a:pt x="6319" y="3564"/>
                  </a:lnTo>
                  <a:lnTo>
                    <a:pt x="6518" y="3848"/>
                  </a:lnTo>
                  <a:cubicBezTo>
                    <a:pt x="6274" y="4019"/>
                    <a:pt x="6038" y="4201"/>
                    <a:pt x="5809" y="4392"/>
                  </a:cubicBezTo>
                  <a:lnTo>
                    <a:pt x="5586" y="4127"/>
                  </a:lnTo>
                  <a:lnTo>
                    <a:pt x="5530" y="4174"/>
                  </a:lnTo>
                  <a:lnTo>
                    <a:pt x="5753" y="4439"/>
                  </a:lnTo>
                  <a:cubicBezTo>
                    <a:pt x="5526" y="4632"/>
                    <a:pt x="5306" y="4831"/>
                    <a:pt x="5094" y="5042"/>
                  </a:cubicBezTo>
                  <a:lnTo>
                    <a:pt x="4849" y="4797"/>
                  </a:lnTo>
                  <a:lnTo>
                    <a:pt x="4797" y="4849"/>
                  </a:lnTo>
                  <a:lnTo>
                    <a:pt x="5043" y="5094"/>
                  </a:lnTo>
                  <a:cubicBezTo>
                    <a:pt x="4832" y="5305"/>
                    <a:pt x="4632" y="5526"/>
                    <a:pt x="4440" y="5753"/>
                  </a:cubicBezTo>
                  <a:lnTo>
                    <a:pt x="4174" y="5530"/>
                  </a:lnTo>
                  <a:lnTo>
                    <a:pt x="4127" y="5587"/>
                  </a:lnTo>
                  <a:lnTo>
                    <a:pt x="4393" y="5810"/>
                  </a:lnTo>
                  <a:cubicBezTo>
                    <a:pt x="4202" y="6038"/>
                    <a:pt x="4019" y="6274"/>
                    <a:pt x="3848" y="6517"/>
                  </a:cubicBezTo>
                  <a:lnTo>
                    <a:pt x="3564" y="6319"/>
                  </a:lnTo>
                  <a:lnTo>
                    <a:pt x="3522" y="6379"/>
                  </a:lnTo>
                  <a:lnTo>
                    <a:pt x="3806" y="6578"/>
                  </a:lnTo>
                  <a:cubicBezTo>
                    <a:pt x="3635" y="6822"/>
                    <a:pt x="3474" y="7072"/>
                    <a:pt x="3323" y="7330"/>
                  </a:cubicBezTo>
                  <a:lnTo>
                    <a:pt x="3026" y="7158"/>
                  </a:lnTo>
                  <a:lnTo>
                    <a:pt x="2987" y="7222"/>
                  </a:lnTo>
                  <a:lnTo>
                    <a:pt x="3285" y="7393"/>
                  </a:lnTo>
                  <a:cubicBezTo>
                    <a:pt x="3136" y="7651"/>
                    <a:pt x="3000" y="7915"/>
                    <a:pt x="2872" y="8185"/>
                  </a:cubicBezTo>
                  <a:lnTo>
                    <a:pt x="2561" y="8039"/>
                  </a:lnTo>
                  <a:lnTo>
                    <a:pt x="2530" y="8106"/>
                  </a:lnTo>
                  <a:lnTo>
                    <a:pt x="2841" y="8251"/>
                  </a:lnTo>
                  <a:cubicBezTo>
                    <a:pt x="2716" y="8520"/>
                    <a:pt x="2603" y="8795"/>
                    <a:pt x="2499" y="9076"/>
                  </a:cubicBezTo>
                  <a:lnTo>
                    <a:pt x="2178" y="8958"/>
                  </a:lnTo>
                  <a:lnTo>
                    <a:pt x="2152" y="9029"/>
                  </a:lnTo>
                  <a:lnTo>
                    <a:pt x="2474" y="9146"/>
                  </a:lnTo>
                  <a:cubicBezTo>
                    <a:pt x="2373" y="9425"/>
                    <a:pt x="2281" y="9709"/>
                    <a:pt x="2202" y="9997"/>
                  </a:cubicBezTo>
                  <a:lnTo>
                    <a:pt x="1873" y="9910"/>
                  </a:lnTo>
                  <a:lnTo>
                    <a:pt x="1855" y="9980"/>
                  </a:lnTo>
                  <a:lnTo>
                    <a:pt x="2183" y="10068"/>
                  </a:lnTo>
                  <a:cubicBezTo>
                    <a:pt x="2107" y="10354"/>
                    <a:pt x="2043" y="10645"/>
                    <a:pt x="1991" y="10939"/>
                  </a:cubicBezTo>
                  <a:lnTo>
                    <a:pt x="1654" y="10881"/>
                  </a:lnTo>
                  <a:lnTo>
                    <a:pt x="1641" y="10953"/>
                  </a:lnTo>
                  <a:lnTo>
                    <a:pt x="1978" y="11012"/>
                  </a:lnTo>
                  <a:cubicBezTo>
                    <a:pt x="1928" y="11304"/>
                    <a:pt x="1889" y="11599"/>
                    <a:pt x="1862" y="11898"/>
                  </a:cubicBezTo>
                  <a:lnTo>
                    <a:pt x="1521" y="11869"/>
                  </a:lnTo>
                  <a:lnTo>
                    <a:pt x="1515" y="11942"/>
                  </a:lnTo>
                  <a:lnTo>
                    <a:pt x="1857" y="11972"/>
                  </a:lnTo>
                  <a:cubicBezTo>
                    <a:pt x="1837" y="12205"/>
                    <a:pt x="1825" y="12440"/>
                    <a:pt x="1820" y="12677"/>
                  </a:cubicBezTo>
                  <a:lnTo>
                    <a:pt x="1" y="12901"/>
                  </a:lnTo>
                  <a:lnTo>
                    <a:pt x="1820" y="13124"/>
                  </a:lnTo>
                  <a:cubicBezTo>
                    <a:pt x="1825" y="13361"/>
                    <a:pt x="1837" y="13595"/>
                    <a:pt x="1857" y="13829"/>
                  </a:cubicBezTo>
                  <a:lnTo>
                    <a:pt x="1515" y="13858"/>
                  </a:lnTo>
                  <a:lnTo>
                    <a:pt x="1521" y="13933"/>
                  </a:lnTo>
                  <a:lnTo>
                    <a:pt x="1862" y="13903"/>
                  </a:lnTo>
                  <a:cubicBezTo>
                    <a:pt x="1889" y="14202"/>
                    <a:pt x="1928" y="14497"/>
                    <a:pt x="1978" y="14789"/>
                  </a:cubicBezTo>
                  <a:lnTo>
                    <a:pt x="1641" y="14848"/>
                  </a:lnTo>
                  <a:lnTo>
                    <a:pt x="1654" y="14920"/>
                  </a:lnTo>
                  <a:lnTo>
                    <a:pt x="1991" y="14861"/>
                  </a:lnTo>
                  <a:cubicBezTo>
                    <a:pt x="2043" y="15156"/>
                    <a:pt x="2107" y="15446"/>
                    <a:pt x="2183" y="15733"/>
                  </a:cubicBezTo>
                  <a:lnTo>
                    <a:pt x="1855" y="15821"/>
                  </a:lnTo>
                  <a:lnTo>
                    <a:pt x="1873" y="15891"/>
                  </a:lnTo>
                  <a:lnTo>
                    <a:pt x="2202" y="15803"/>
                  </a:lnTo>
                  <a:cubicBezTo>
                    <a:pt x="2281" y="16092"/>
                    <a:pt x="2373" y="16376"/>
                    <a:pt x="2474" y="16654"/>
                  </a:cubicBezTo>
                  <a:lnTo>
                    <a:pt x="2152" y="16772"/>
                  </a:lnTo>
                  <a:lnTo>
                    <a:pt x="2178" y="16842"/>
                  </a:lnTo>
                  <a:lnTo>
                    <a:pt x="2499" y="16725"/>
                  </a:lnTo>
                  <a:cubicBezTo>
                    <a:pt x="2603" y="17004"/>
                    <a:pt x="2717" y="17281"/>
                    <a:pt x="2841" y="17550"/>
                  </a:cubicBezTo>
                  <a:lnTo>
                    <a:pt x="2530" y="17694"/>
                  </a:lnTo>
                  <a:lnTo>
                    <a:pt x="2561" y="17761"/>
                  </a:lnTo>
                  <a:lnTo>
                    <a:pt x="2872" y="17617"/>
                  </a:lnTo>
                  <a:cubicBezTo>
                    <a:pt x="3000" y="17886"/>
                    <a:pt x="3136" y="18152"/>
                    <a:pt x="3285" y="18408"/>
                  </a:cubicBezTo>
                  <a:lnTo>
                    <a:pt x="2987" y="18581"/>
                  </a:lnTo>
                  <a:lnTo>
                    <a:pt x="3026" y="18644"/>
                  </a:lnTo>
                  <a:lnTo>
                    <a:pt x="3323" y="18472"/>
                  </a:lnTo>
                  <a:cubicBezTo>
                    <a:pt x="3474" y="18730"/>
                    <a:pt x="3635" y="18980"/>
                    <a:pt x="3806" y="19223"/>
                  </a:cubicBezTo>
                  <a:lnTo>
                    <a:pt x="3522" y="19423"/>
                  </a:lnTo>
                  <a:lnTo>
                    <a:pt x="3564" y="19483"/>
                  </a:lnTo>
                  <a:lnTo>
                    <a:pt x="3848" y="19284"/>
                  </a:lnTo>
                  <a:cubicBezTo>
                    <a:pt x="4019" y="19528"/>
                    <a:pt x="4202" y="19764"/>
                    <a:pt x="4393" y="19992"/>
                  </a:cubicBezTo>
                  <a:lnTo>
                    <a:pt x="4127" y="20216"/>
                  </a:lnTo>
                  <a:lnTo>
                    <a:pt x="4174" y="20273"/>
                  </a:lnTo>
                  <a:lnTo>
                    <a:pt x="4440" y="20049"/>
                  </a:lnTo>
                  <a:cubicBezTo>
                    <a:pt x="4632" y="20276"/>
                    <a:pt x="4832" y="20497"/>
                    <a:pt x="5043" y="20708"/>
                  </a:cubicBezTo>
                  <a:lnTo>
                    <a:pt x="4797" y="20954"/>
                  </a:lnTo>
                  <a:lnTo>
                    <a:pt x="4849" y="21005"/>
                  </a:lnTo>
                  <a:lnTo>
                    <a:pt x="5094" y="20760"/>
                  </a:lnTo>
                  <a:cubicBezTo>
                    <a:pt x="5306" y="20970"/>
                    <a:pt x="5526" y="21170"/>
                    <a:pt x="5753" y="21362"/>
                  </a:cubicBezTo>
                  <a:lnTo>
                    <a:pt x="5530" y="21627"/>
                  </a:lnTo>
                  <a:lnTo>
                    <a:pt x="5586" y="21676"/>
                  </a:lnTo>
                  <a:lnTo>
                    <a:pt x="5809" y="21410"/>
                  </a:lnTo>
                  <a:cubicBezTo>
                    <a:pt x="6038" y="21601"/>
                    <a:pt x="6274" y="21782"/>
                    <a:pt x="6518" y="21955"/>
                  </a:cubicBezTo>
                  <a:lnTo>
                    <a:pt x="6319" y="22238"/>
                  </a:lnTo>
                  <a:lnTo>
                    <a:pt x="6380" y="22281"/>
                  </a:lnTo>
                  <a:lnTo>
                    <a:pt x="6578" y="21997"/>
                  </a:lnTo>
                  <a:cubicBezTo>
                    <a:pt x="6823" y="22167"/>
                    <a:pt x="7072" y="22328"/>
                    <a:pt x="7330" y="22479"/>
                  </a:cubicBezTo>
                  <a:lnTo>
                    <a:pt x="7159" y="22777"/>
                  </a:lnTo>
                  <a:lnTo>
                    <a:pt x="7222" y="22814"/>
                  </a:lnTo>
                  <a:lnTo>
                    <a:pt x="7393" y="22518"/>
                  </a:lnTo>
                  <a:cubicBezTo>
                    <a:pt x="7651" y="22666"/>
                    <a:pt x="7916" y="22803"/>
                    <a:pt x="8185" y="22931"/>
                  </a:cubicBezTo>
                  <a:lnTo>
                    <a:pt x="8041" y="23241"/>
                  </a:lnTo>
                  <a:lnTo>
                    <a:pt x="8108" y="23272"/>
                  </a:lnTo>
                  <a:lnTo>
                    <a:pt x="8253" y="22962"/>
                  </a:lnTo>
                  <a:cubicBezTo>
                    <a:pt x="8522" y="23086"/>
                    <a:pt x="8796" y="23200"/>
                    <a:pt x="9078" y="23303"/>
                  </a:cubicBezTo>
                  <a:lnTo>
                    <a:pt x="8960" y="23624"/>
                  </a:lnTo>
                  <a:lnTo>
                    <a:pt x="9030" y="23650"/>
                  </a:lnTo>
                  <a:lnTo>
                    <a:pt x="9147" y="23329"/>
                  </a:lnTo>
                  <a:cubicBezTo>
                    <a:pt x="9426" y="23430"/>
                    <a:pt x="9709" y="23521"/>
                    <a:pt x="9998" y="23600"/>
                  </a:cubicBezTo>
                  <a:lnTo>
                    <a:pt x="9911" y="23928"/>
                  </a:lnTo>
                  <a:lnTo>
                    <a:pt x="9982" y="23948"/>
                  </a:lnTo>
                  <a:lnTo>
                    <a:pt x="10069" y="23619"/>
                  </a:lnTo>
                  <a:cubicBezTo>
                    <a:pt x="10356" y="23695"/>
                    <a:pt x="10647" y="23758"/>
                    <a:pt x="10941" y="23812"/>
                  </a:cubicBezTo>
                  <a:lnTo>
                    <a:pt x="10882" y="24148"/>
                  </a:lnTo>
                  <a:lnTo>
                    <a:pt x="10955" y="24160"/>
                  </a:lnTo>
                  <a:lnTo>
                    <a:pt x="11014" y="23824"/>
                  </a:lnTo>
                  <a:cubicBezTo>
                    <a:pt x="11306" y="23875"/>
                    <a:pt x="11601" y="23913"/>
                    <a:pt x="11900" y="23941"/>
                  </a:cubicBezTo>
                  <a:lnTo>
                    <a:pt x="11870" y="24281"/>
                  </a:lnTo>
                  <a:lnTo>
                    <a:pt x="11943" y="24287"/>
                  </a:lnTo>
                  <a:lnTo>
                    <a:pt x="11973" y="23946"/>
                  </a:lnTo>
                  <a:cubicBezTo>
                    <a:pt x="12206" y="23964"/>
                    <a:pt x="12441" y="23978"/>
                    <a:pt x="12679" y="23983"/>
                  </a:cubicBezTo>
                  <a:lnTo>
                    <a:pt x="12902" y="25801"/>
                  </a:lnTo>
                  <a:lnTo>
                    <a:pt x="13125" y="23983"/>
                  </a:lnTo>
                  <a:cubicBezTo>
                    <a:pt x="13362" y="23978"/>
                    <a:pt x="13597" y="23964"/>
                    <a:pt x="13830" y="23946"/>
                  </a:cubicBezTo>
                  <a:lnTo>
                    <a:pt x="13860" y="24287"/>
                  </a:lnTo>
                  <a:lnTo>
                    <a:pt x="13933" y="24281"/>
                  </a:lnTo>
                  <a:lnTo>
                    <a:pt x="13903" y="23941"/>
                  </a:lnTo>
                  <a:cubicBezTo>
                    <a:pt x="14203" y="23913"/>
                    <a:pt x="14499" y="23875"/>
                    <a:pt x="14790" y="23824"/>
                  </a:cubicBezTo>
                  <a:lnTo>
                    <a:pt x="14850" y="24160"/>
                  </a:lnTo>
                  <a:lnTo>
                    <a:pt x="14922" y="24148"/>
                  </a:lnTo>
                  <a:lnTo>
                    <a:pt x="14862" y="23812"/>
                  </a:lnTo>
                  <a:cubicBezTo>
                    <a:pt x="15157" y="23758"/>
                    <a:pt x="15448" y="23695"/>
                    <a:pt x="15734" y="23619"/>
                  </a:cubicBezTo>
                  <a:lnTo>
                    <a:pt x="15822" y="23948"/>
                  </a:lnTo>
                  <a:lnTo>
                    <a:pt x="15893" y="23928"/>
                  </a:lnTo>
                  <a:lnTo>
                    <a:pt x="15805" y="23600"/>
                  </a:lnTo>
                  <a:cubicBezTo>
                    <a:pt x="16094" y="23521"/>
                    <a:pt x="16378" y="23430"/>
                    <a:pt x="16656" y="23329"/>
                  </a:cubicBezTo>
                  <a:lnTo>
                    <a:pt x="16774" y="23650"/>
                  </a:lnTo>
                  <a:lnTo>
                    <a:pt x="16843" y="23624"/>
                  </a:lnTo>
                  <a:lnTo>
                    <a:pt x="16725" y="23303"/>
                  </a:lnTo>
                  <a:cubicBezTo>
                    <a:pt x="17006" y="23200"/>
                    <a:pt x="17281" y="23085"/>
                    <a:pt x="17551" y="22962"/>
                  </a:cubicBezTo>
                  <a:lnTo>
                    <a:pt x="17695" y="23272"/>
                  </a:lnTo>
                  <a:lnTo>
                    <a:pt x="17762" y="23241"/>
                  </a:lnTo>
                  <a:lnTo>
                    <a:pt x="17618" y="22931"/>
                  </a:lnTo>
                  <a:cubicBezTo>
                    <a:pt x="17888" y="22803"/>
                    <a:pt x="18153" y="22666"/>
                    <a:pt x="18410" y="22518"/>
                  </a:cubicBezTo>
                  <a:lnTo>
                    <a:pt x="18581" y="22814"/>
                  </a:lnTo>
                  <a:lnTo>
                    <a:pt x="18644" y="22777"/>
                  </a:lnTo>
                  <a:lnTo>
                    <a:pt x="18473" y="22479"/>
                  </a:lnTo>
                  <a:cubicBezTo>
                    <a:pt x="18731" y="22328"/>
                    <a:pt x="18982" y="22167"/>
                    <a:pt x="19225" y="21997"/>
                  </a:cubicBezTo>
                  <a:lnTo>
                    <a:pt x="19423" y="22281"/>
                  </a:lnTo>
                  <a:lnTo>
                    <a:pt x="19484" y="22238"/>
                  </a:lnTo>
                  <a:lnTo>
                    <a:pt x="19286" y="21955"/>
                  </a:lnTo>
                  <a:cubicBezTo>
                    <a:pt x="19530" y="21782"/>
                    <a:pt x="19766" y="21601"/>
                    <a:pt x="19994" y="21410"/>
                  </a:cubicBezTo>
                  <a:lnTo>
                    <a:pt x="20217" y="21676"/>
                  </a:lnTo>
                  <a:lnTo>
                    <a:pt x="20274" y="21627"/>
                  </a:lnTo>
                  <a:lnTo>
                    <a:pt x="20051" y="21362"/>
                  </a:lnTo>
                  <a:cubicBezTo>
                    <a:pt x="20278" y="21170"/>
                    <a:pt x="20498" y="20970"/>
                    <a:pt x="20710" y="20760"/>
                  </a:cubicBezTo>
                  <a:lnTo>
                    <a:pt x="20955" y="21005"/>
                  </a:lnTo>
                  <a:lnTo>
                    <a:pt x="21006" y="20954"/>
                  </a:lnTo>
                  <a:lnTo>
                    <a:pt x="20762" y="20708"/>
                  </a:lnTo>
                  <a:cubicBezTo>
                    <a:pt x="20971" y="20497"/>
                    <a:pt x="21171" y="20276"/>
                    <a:pt x="21363" y="20049"/>
                  </a:cubicBezTo>
                  <a:lnTo>
                    <a:pt x="21629" y="20273"/>
                  </a:lnTo>
                  <a:lnTo>
                    <a:pt x="21677" y="20216"/>
                  </a:lnTo>
                  <a:lnTo>
                    <a:pt x="21412" y="19992"/>
                  </a:lnTo>
                  <a:cubicBezTo>
                    <a:pt x="21602" y="19764"/>
                    <a:pt x="21784" y="19528"/>
                    <a:pt x="21955" y="19284"/>
                  </a:cubicBezTo>
                  <a:lnTo>
                    <a:pt x="22239" y="19483"/>
                  </a:lnTo>
                  <a:lnTo>
                    <a:pt x="22281" y="19423"/>
                  </a:lnTo>
                  <a:lnTo>
                    <a:pt x="21998" y="19223"/>
                  </a:lnTo>
                  <a:cubicBezTo>
                    <a:pt x="22168" y="18980"/>
                    <a:pt x="22330" y="18730"/>
                    <a:pt x="22480" y="18472"/>
                  </a:cubicBezTo>
                  <a:lnTo>
                    <a:pt x="22779" y="18644"/>
                  </a:lnTo>
                  <a:lnTo>
                    <a:pt x="22816" y="18581"/>
                  </a:lnTo>
                  <a:lnTo>
                    <a:pt x="22519" y="18408"/>
                  </a:lnTo>
                  <a:cubicBezTo>
                    <a:pt x="22667" y="18150"/>
                    <a:pt x="22804" y="17886"/>
                    <a:pt x="22931" y="17617"/>
                  </a:cubicBezTo>
                  <a:lnTo>
                    <a:pt x="23243" y="17762"/>
                  </a:lnTo>
                  <a:lnTo>
                    <a:pt x="23274" y="17695"/>
                  </a:lnTo>
                  <a:lnTo>
                    <a:pt x="22962" y="17551"/>
                  </a:lnTo>
                  <a:cubicBezTo>
                    <a:pt x="23088" y="17282"/>
                    <a:pt x="23202" y="17007"/>
                    <a:pt x="23305" y="16726"/>
                  </a:cubicBezTo>
                  <a:lnTo>
                    <a:pt x="23626" y="16843"/>
                  </a:lnTo>
                  <a:lnTo>
                    <a:pt x="23652" y="16773"/>
                  </a:lnTo>
                  <a:lnTo>
                    <a:pt x="23331" y="16656"/>
                  </a:lnTo>
                  <a:cubicBezTo>
                    <a:pt x="23431" y="16378"/>
                    <a:pt x="23523" y="16094"/>
                    <a:pt x="23601" y="15805"/>
                  </a:cubicBezTo>
                  <a:lnTo>
                    <a:pt x="23930" y="15893"/>
                  </a:lnTo>
                  <a:lnTo>
                    <a:pt x="23950" y="15822"/>
                  </a:lnTo>
                  <a:lnTo>
                    <a:pt x="23621" y="15734"/>
                  </a:lnTo>
                  <a:cubicBezTo>
                    <a:pt x="23697" y="15447"/>
                    <a:pt x="23760" y="15156"/>
                    <a:pt x="23812" y="14862"/>
                  </a:cubicBezTo>
                  <a:lnTo>
                    <a:pt x="24149" y="14921"/>
                  </a:lnTo>
                  <a:lnTo>
                    <a:pt x="24162" y="14849"/>
                  </a:lnTo>
                  <a:lnTo>
                    <a:pt x="23826" y="14790"/>
                  </a:lnTo>
                  <a:cubicBezTo>
                    <a:pt x="23875" y="14498"/>
                    <a:pt x="23915" y="14203"/>
                    <a:pt x="23941" y="13904"/>
                  </a:cubicBezTo>
                  <a:lnTo>
                    <a:pt x="24282" y="13934"/>
                  </a:lnTo>
                  <a:lnTo>
                    <a:pt x="24288" y="13859"/>
                  </a:lnTo>
                  <a:lnTo>
                    <a:pt x="23947" y="13830"/>
                  </a:lnTo>
                  <a:cubicBezTo>
                    <a:pt x="23966" y="13596"/>
                    <a:pt x="23979" y="13362"/>
                    <a:pt x="23984" y="13125"/>
                  </a:cubicBezTo>
                  <a:lnTo>
                    <a:pt x="25803" y="12901"/>
                  </a:lnTo>
                  <a:lnTo>
                    <a:pt x="23984" y="12677"/>
                  </a:lnTo>
                  <a:cubicBezTo>
                    <a:pt x="23979" y="12440"/>
                    <a:pt x="23966" y="12205"/>
                    <a:pt x="23947" y="11972"/>
                  </a:cubicBezTo>
                  <a:lnTo>
                    <a:pt x="24288" y="11942"/>
                  </a:lnTo>
                  <a:lnTo>
                    <a:pt x="24282" y="11869"/>
                  </a:lnTo>
                  <a:lnTo>
                    <a:pt x="23941" y="11898"/>
                  </a:lnTo>
                  <a:cubicBezTo>
                    <a:pt x="23915" y="11599"/>
                    <a:pt x="23875" y="11304"/>
                    <a:pt x="23826" y="11012"/>
                  </a:cubicBezTo>
                  <a:lnTo>
                    <a:pt x="24162" y="10953"/>
                  </a:lnTo>
                  <a:lnTo>
                    <a:pt x="24149" y="10881"/>
                  </a:lnTo>
                  <a:lnTo>
                    <a:pt x="23812" y="10939"/>
                  </a:lnTo>
                  <a:cubicBezTo>
                    <a:pt x="23760" y="10644"/>
                    <a:pt x="23697" y="10354"/>
                    <a:pt x="23621" y="10068"/>
                  </a:cubicBezTo>
                  <a:lnTo>
                    <a:pt x="23950" y="9980"/>
                  </a:lnTo>
                  <a:lnTo>
                    <a:pt x="23930" y="9910"/>
                  </a:lnTo>
                  <a:lnTo>
                    <a:pt x="23601" y="9997"/>
                  </a:lnTo>
                  <a:cubicBezTo>
                    <a:pt x="23523" y="9709"/>
                    <a:pt x="23431" y="9425"/>
                    <a:pt x="23331" y="9146"/>
                  </a:cubicBezTo>
                  <a:lnTo>
                    <a:pt x="23652" y="9029"/>
                  </a:lnTo>
                  <a:lnTo>
                    <a:pt x="23626" y="8958"/>
                  </a:lnTo>
                  <a:lnTo>
                    <a:pt x="23305" y="9076"/>
                  </a:lnTo>
                  <a:cubicBezTo>
                    <a:pt x="23202" y="8796"/>
                    <a:pt x="23086" y="8520"/>
                    <a:pt x="22962" y="8251"/>
                  </a:cubicBezTo>
                  <a:lnTo>
                    <a:pt x="23274" y="8106"/>
                  </a:lnTo>
                  <a:lnTo>
                    <a:pt x="23243" y="8039"/>
                  </a:lnTo>
                  <a:lnTo>
                    <a:pt x="22931" y="8185"/>
                  </a:lnTo>
                  <a:cubicBezTo>
                    <a:pt x="22804" y="7915"/>
                    <a:pt x="22667" y="7650"/>
                    <a:pt x="22519" y="7393"/>
                  </a:cubicBezTo>
                  <a:lnTo>
                    <a:pt x="22816" y="7222"/>
                  </a:lnTo>
                  <a:lnTo>
                    <a:pt x="22779" y="7158"/>
                  </a:lnTo>
                  <a:lnTo>
                    <a:pt x="22480" y="7330"/>
                  </a:lnTo>
                  <a:cubicBezTo>
                    <a:pt x="22330" y="7072"/>
                    <a:pt x="22168" y="6822"/>
                    <a:pt x="21998" y="6578"/>
                  </a:cubicBezTo>
                  <a:lnTo>
                    <a:pt x="22281" y="6379"/>
                  </a:lnTo>
                  <a:lnTo>
                    <a:pt x="22239" y="6319"/>
                  </a:lnTo>
                  <a:lnTo>
                    <a:pt x="21955" y="6517"/>
                  </a:lnTo>
                  <a:cubicBezTo>
                    <a:pt x="21784" y="6274"/>
                    <a:pt x="21602" y="6038"/>
                    <a:pt x="21412" y="5810"/>
                  </a:cubicBezTo>
                  <a:lnTo>
                    <a:pt x="21677" y="5587"/>
                  </a:lnTo>
                  <a:lnTo>
                    <a:pt x="21629" y="5530"/>
                  </a:lnTo>
                  <a:lnTo>
                    <a:pt x="21363" y="5753"/>
                  </a:lnTo>
                  <a:cubicBezTo>
                    <a:pt x="21171" y="5526"/>
                    <a:pt x="20971" y="5305"/>
                    <a:pt x="20762" y="5094"/>
                  </a:cubicBezTo>
                  <a:lnTo>
                    <a:pt x="21006" y="4849"/>
                  </a:lnTo>
                  <a:lnTo>
                    <a:pt x="20955" y="4797"/>
                  </a:lnTo>
                  <a:lnTo>
                    <a:pt x="20710" y="5042"/>
                  </a:lnTo>
                  <a:cubicBezTo>
                    <a:pt x="20498" y="4831"/>
                    <a:pt x="20278" y="4632"/>
                    <a:pt x="20051" y="4439"/>
                  </a:cubicBezTo>
                  <a:lnTo>
                    <a:pt x="20274" y="4174"/>
                  </a:lnTo>
                  <a:lnTo>
                    <a:pt x="20217" y="4127"/>
                  </a:lnTo>
                  <a:lnTo>
                    <a:pt x="19994" y="4392"/>
                  </a:lnTo>
                  <a:cubicBezTo>
                    <a:pt x="19766" y="4201"/>
                    <a:pt x="19530" y="4019"/>
                    <a:pt x="19286" y="3848"/>
                  </a:cubicBezTo>
                  <a:lnTo>
                    <a:pt x="19484" y="3564"/>
                  </a:lnTo>
                  <a:lnTo>
                    <a:pt x="19423" y="3521"/>
                  </a:lnTo>
                  <a:lnTo>
                    <a:pt x="19225" y="3805"/>
                  </a:lnTo>
                  <a:cubicBezTo>
                    <a:pt x="18982" y="3635"/>
                    <a:pt x="18731" y="3474"/>
                    <a:pt x="18473" y="3323"/>
                  </a:cubicBezTo>
                  <a:lnTo>
                    <a:pt x="18644" y="3025"/>
                  </a:lnTo>
                  <a:lnTo>
                    <a:pt x="18581" y="2988"/>
                  </a:lnTo>
                  <a:lnTo>
                    <a:pt x="18410" y="3284"/>
                  </a:lnTo>
                  <a:cubicBezTo>
                    <a:pt x="18152" y="3136"/>
                    <a:pt x="17888" y="2999"/>
                    <a:pt x="17618" y="2871"/>
                  </a:cubicBezTo>
                  <a:lnTo>
                    <a:pt x="17762" y="2561"/>
                  </a:lnTo>
                  <a:lnTo>
                    <a:pt x="17695" y="2530"/>
                  </a:lnTo>
                  <a:lnTo>
                    <a:pt x="17551" y="2840"/>
                  </a:lnTo>
                  <a:cubicBezTo>
                    <a:pt x="17281" y="2715"/>
                    <a:pt x="17007" y="2602"/>
                    <a:pt x="16725" y="2499"/>
                  </a:cubicBezTo>
                  <a:lnTo>
                    <a:pt x="16843" y="2178"/>
                  </a:lnTo>
                  <a:lnTo>
                    <a:pt x="16774" y="2152"/>
                  </a:lnTo>
                  <a:lnTo>
                    <a:pt x="16656" y="2473"/>
                  </a:lnTo>
                  <a:cubicBezTo>
                    <a:pt x="16378" y="2373"/>
                    <a:pt x="16094" y="2281"/>
                    <a:pt x="15805" y="2203"/>
                  </a:cubicBezTo>
                  <a:lnTo>
                    <a:pt x="15893" y="1873"/>
                  </a:lnTo>
                  <a:lnTo>
                    <a:pt x="15822" y="1854"/>
                  </a:lnTo>
                  <a:lnTo>
                    <a:pt x="15734" y="2183"/>
                  </a:lnTo>
                  <a:cubicBezTo>
                    <a:pt x="15448" y="2107"/>
                    <a:pt x="15156" y="2044"/>
                    <a:pt x="14862" y="1991"/>
                  </a:cubicBezTo>
                  <a:lnTo>
                    <a:pt x="14922" y="1654"/>
                  </a:lnTo>
                  <a:lnTo>
                    <a:pt x="14850" y="1641"/>
                  </a:lnTo>
                  <a:lnTo>
                    <a:pt x="14790" y="1978"/>
                  </a:lnTo>
                  <a:cubicBezTo>
                    <a:pt x="14499" y="1927"/>
                    <a:pt x="14203" y="1889"/>
                    <a:pt x="13903" y="1862"/>
                  </a:cubicBezTo>
                  <a:lnTo>
                    <a:pt x="13933" y="1522"/>
                  </a:lnTo>
                  <a:lnTo>
                    <a:pt x="13860" y="1514"/>
                  </a:lnTo>
                  <a:lnTo>
                    <a:pt x="13830" y="1857"/>
                  </a:lnTo>
                  <a:cubicBezTo>
                    <a:pt x="13597" y="1837"/>
                    <a:pt x="13362" y="1824"/>
                    <a:pt x="13125" y="1819"/>
                  </a:cubicBezTo>
                  <a:lnTo>
                    <a:pt x="129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3963050" y="4335925"/>
              <a:ext cx="108825" cy="108800"/>
            </a:xfrm>
            <a:custGeom>
              <a:rect b="b" l="l" r="r" t="t"/>
              <a:pathLst>
                <a:path extrusionOk="0" h="4352" w="4353">
                  <a:moveTo>
                    <a:pt x="2217" y="244"/>
                  </a:moveTo>
                  <a:cubicBezTo>
                    <a:pt x="2229" y="244"/>
                    <a:pt x="2244" y="244"/>
                    <a:pt x="2257" y="245"/>
                  </a:cubicBezTo>
                  <a:cubicBezTo>
                    <a:pt x="2446" y="254"/>
                    <a:pt x="2630" y="289"/>
                    <a:pt x="2801" y="348"/>
                  </a:cubicBezTo>
                  <a:lnTo>
                    <a:pt x="2781" y="666"/>
                  </a:lnTo>
                  <a:lnTo>
                    <a:pt x="2779" y="707"/>
                  </a:lnTo>
                  <a:lnTo>
                    <a:pt x="2776" y="746"/>
                  </a:lnTo>
                  <a:lnTo>
                    <a:pt x="2770" y="862"/>
                  </a:lnTo>
                  <a:lnTo>
                    <a:pt x="2866" y="758"/>
                  </a:lnTo>
                  <a:lnTo>
                    <a:pt x="2899" y="722"/>
                  </a:lnTo>
                  <a:lnTo>
                    <a:pt x="2933" y="686"/>
                  </a:lnTo>
                  <a:lnTo>
                    <a:pt x="3115" y="487"/>
                  </a:lnTo>
                  <a:cubicBezTo>
                    <a:pt x="3248" y="560"/>
                    <a:pt x="3371" y="651"/>
                    <a:pt x="3483" y="753"/>
                  </a:cubicBezTo>
                  <a:lnTo>
                    <a:pt x="3486" y="755"/>
                  </a:lnTo>
                  <a:lnTo>
                    <a:pt x="3509" y="779"/>
                  </a:lnTo>
                  <a:lnTo>
                    <a:pt x="3514" y="784"/>
                  </a:lnTo>
                  <a:cubicBezTo>
                    <a:pt x="3518" y="787"/>
                    <a:pt x="3522" y="791"/>
                    <a:pt x="3526" y="794"/>
                  </a:cubicBezTo>
                  <a:lnTo>
                    <a:pt x="3521" y="797"/>
                  </a:lnTo>
                  <a:lnTo>
                    <a:pt x="3513" y="805"/>
                  </a:lnTo>
                  <a:lnTo>
                    <a:pt x="3478" y="832"/>
                  </a:lnTo>
                  <a:lnTo>
                    <a:pt x="3411" y="887"/>
                  </a:lnTo>
                  <a:lnTo>
                    <a:pt x="3115" y="1127"/>
                  </a:lnTo>
                  <a:lnTo>
                    <a:pt x="2816" y="1368"/>
                  </a:lnTo>
                  <a:cubicBezTo>
                    <a:pt x="2827" y="1377"/>
                    <a:pt x="2837" y="1384"/>
                    <a:pt x="2847" y="1394"/>
                  </a:cubicBezTo>
                  <a:cubicBezTo>
                    <a:pt x="2858" y="1403"/>
                    <a:pt x="2867" y="1411"/>
                    <a:pt x="2877" y="1421"/>
                  </a:cubicBezTo>
                  <a:cubicBezTo>
                    <a:pt x="2888" y="1430"/>
                    <a:pt x="2898" y="1439"/>
                    <a:pt x="2907" y="1447"/>
                  </a:cubicBezTo>
                  <a:cubicBezTo>
                    <a:pt x="2915" y="1457"/>
                    <a:pt x="2925" y="1467"/>
                    <a:pt x="2934" y="1477"/>
                  </a:cubicBezTo>
                  <a:cubicBezTo>
                    <a:pt x="2943" y="1488"/>
                    <a:pt x="2952" y="1497"/>
                    <a:pt x="2961" y="1507"/>
                  </a:cubicBezTo>
                  <a:cubicBezTo>
                    <a:pt x="2970" y="1518"/>
                    <a:pt x="2977" y="1528"/>
                    <a:pt x="2987" y="1538"/>
                  </a:cubicBezTo>
                  <a:lnTo>
                    <a:pt x="3228" y="1240"/>
                  </a:lnTo>
                  <a:lnTo>
                    <a:pt x="3467" y="944"/>
                  </a:lnTo>
                  <a:lnTo>
                    <a:pt x="3522" y="877"/>
                  </a:lnTo>
                  <a:lnTo>
                    <a:pt x="3550" y="842"/>
                  </a:lnTo>
                  <a:lnTo>
                    <a:pt x="3557" y="833"/>
                  </a:lnTo>
                  <a:lnTo>
                    <a:pt x="3560" y="828"/>
                  </a:lnTo>
                  <a:cubicBezTo>
                    <a:pt x="3564" y="832"/>
                    <a:pt x="3569" y="837"/>
                    <a:pt x="3571" y="841"/>
                  </a:cubicBezTo>
                  <a:lnTo>
                    <a:pt x="3576" y="846"/>
                  </a:lnTo>
                  <a:lnTo>
                    <a:pt x="3599" y="869"/>
                  </a:lnTo>
                  <a:lnTo>
                    <a:pt x="3602" y="872"/>
                  </a:lnTo>
                  <a:cubicBezTo>
                    <a:pt x="3712" y="991"/>
                    <a:pt x="3806" y="1124"/>
                    <a:pt x="3883" y="1267"/>
                  </a:cubicBezTo>
                  <a:lnTo>
                    <a:pt x="3673" y="1453"/>
                  </a:lnTo>
                  <a:lnTo>
                    <a:pt x="3637" y="1486"/>
                  </a:lnTo>
                  <a:lnTo>
                    <a:pt x="3600" y="1518"/>
                  </a:lnTo>
                  <a:lnTo>
                    <a:pt x="3501" y="1605"/>
                  </a:lnTo>
                  <a:lnTo>
                    <a:pt x="3611" y="1600"/>
                  </a:lnTo>
                  <a:lnTo>
                    <a:pt x="3651" y="1599"/>
                  </a:lnTo>
                  <a:lnTo>
                    <a:pt x="3691" y="1597"/>
                  </a:lnTo>
                  <a:lnTo>
                    <a:pt x="4017" y="1584"/>
                  </a:lnTo>
                  <a:cubicBezTo>
                    <a:pt x="4070" y="1746"/>
                    <a:pt x="4101" y="1917"/>
                    <a:pt x="4109" y="2096"/>
                  </a:cubicBezTo>
                  <a:cubicBezTo>
                    <a:pt x="4109" y="2110"/>
                    <a:pt x="4110" y="2123"/>
                    <a:pt x="4110" y="2137"/>
                  </a:cubicBezTo>
                  <a:lnTo>
                    <a:pt x="4110" y="2152"/>
                  </a:lnTo>
                  <a:lnTo>
                    <a:pt x="3962" y="2137"/>
                  </a:lnTo>
                  <a:lnTo>
                    <a:pt x="3754" y="2115"/>
                  </a:lnTo>
                  <a:lnTo>
                    <a:pt x="3713" y="2111"/>
                  </a:lnTo>
                  <a:lnTo>
                    <a:pt x="3582" y="2096"/>
                  </a:lnTo>
                  <a:lnTo>
                    <a:pt x="3199" y="2056"/>
                  </a:lnTo>
                  <a:lnTo>
                    <a:pt x="3199" y="2056"/>
                  </a:lnTo>
                  <a:cubicBezTo>
                    <a:pt x="3201" y="2070"/>
                    <a:pt x="3202" y="2084"/>
                    <a:pt x="3203" y="2096"/>
                  </a:cubicBezTo>
                  <a:cubicBezTo>
                    <a:pt x="3205" y="2110"/>
                    <a:pt x="3205" y="2123"/>
                    <a:pt x="3206" y="2137"/>
                  </a:cubicBezTo>
                  <a:cubicBezTo>
                    <a:pt x="3206" y="2149"/>
                    <a:pt x="3208" y="2163"/>
                    <a:pt x="3208" y="2177"/>
                  </a:cubicBezTo>
                  <a:cubicBezTo>
                    <a:pt x="3208" y="2189"/>
                    <a:pt x="3207" y="2204"/>
                    <a:pt x="3206" y="2216"/>
                  </a:cubicBezTo>
                  <a:cubicBezTo>
                    <a:pt x="3206" y="2229"/>
                    <a:pt x="3204" y="2244"/>
                    <a:pt x="3203" y="2256"/>
                  </a:cubicBezTo>
                  <a:cubicBezTo>
                    <a:pt x="3202" y="2270"/>
                    <a:pt x="3201" y="2283"/>
                    <a:pt x="3199" y="2297"/>
                  </a:cubicBezTo>
                  <a:lnTo>
                    <a:pt x="3582" y="2256"/>
                  </a:lnTo>
                  <a:lnTo>
                    <a:pt x="3713" y="2242"/>
                  </a:lnTo>
                  <a:lnTo>
                    <a:pt x="3754" y="2239"/>
                  </a:lnTo>
                  <a:lnTo>
                    <a:pt x="3962" y="2216"/>
                  </a:lnTo>
                  <a:lnTo>
                    <a:pt x="4110" y="2201"/>
                  </a:lnTo>
                  <a:lnTo>
                    <a:pt x="4110" y="2216"/>
                  </a:lnTo>
                  <a:cubicBezTo>
                    <a:pt x="4110" y="2229"/>
                    <a:pt x="4110" y="2244"/>
                    <a:pt x="4109" y="2256"/>
                  </a:cubicBezTo>
                  <a:cubicBezTo>
                    <a:pt x="4101" y="2446"/>
                    <a:pt x="4066" y="2629"/>
                    <a:pt x="4007" y="2801"/>
                  </a:cubicBezTo>
                  <a:lnTo>
                    <a:pt x="3688" y="2781"/>
                  </a:lnTo>
                  <a:lnTo>
                    <a:pt x="3649" y="2778"/>
                  </a:lnTo>
                  <a:lnTo>
                    <a:pt x="3609" y="2776"/>
                  </a:lnTo>
                  <a:lnTo>
                    <a:pt x="3492" y="2770"/>
                  </a:lnTo>
                  <a:lnTo>
                    <a:pt x="3597" y="2865"/>
                  </a:lnTo>
                  <a:lnTo>
                    <a:pt x="3634" y="2899"/>
                  </a:lnTo>
                  <a:lnTo>
                    <a:pt x="3670" y="2932"/>
                  </a:lnTo>
                  <a:lnTo>
                    <a:pt x="3868" y="3114"/>
                  </a:lnTo>
                  <a:cubicBezTo>
                    <a:pt x="3794" y="3247"/>
                    <a:pt x="3704" y="3371"/>
                    <a:pt x="3602" y="3483"/>
                  </a:cubicBezTo>
                  <a:lnTo>
                    <a:pt x="3599" y="3485"/>
                  </a:lnTo>
                  <a:lnTo>
                    <a:pt x="3576" y="3509"/>
                  </a:lnTo>
                  <a:lnTo>
                    <a:pt x="3572" y="3514"/>
                  </a:lnTo>
                  <a:cubicBezTo>
                    <a:pt x="3567" y="3518"/>
                    <a:pt x="3563" y="3521"/>
                    <a:pt x="3560" y="3525"/>
                  </a:cubicBezTo>
                  <a:lnTo>
                    <a:pt x="3557" y="3520"/>
                  </a:lnTo>
                  <a:lnTo>
                    <a:pt x="3550" y="3513"/>
                  </a:lnTo>
                  <a:lnTo>
                    <a:pt x="3522" y="3478"/>
                  </a:lnTo>
                  <a:lnTo>
                    <a:pt x="3468" y="3411"/>
                  </a:lnTo>
                  <a:lnTo>
                    <a:pt x="3228" y="3114"/>
                  </a:lnTo>
                  <a:lnTo>
                    <a:pt x="2987" y="2817"/>
                  </a:lnTo>
                  <a:cubicBezTo>
                    <a:pt x="2978" y="2827"/>
                    <a:pt x="2970" y="2837"/>
                    <a:pt x="2961" y="2847"/>
                  </a:cubicBezTo>
                  <a:cubicBezTo>
                    <a:pt x="2953" y="2857"/>
                    <a:pt x="2943" y="2866"/>
                    <a:pt x="2934" y="2876"/>
                  </a:cubicBezTo>
                  <a:cubicBezTo>
                    <a:pt x="2925" y="2887"/>
                    <a:pt x="2915" y="2897"/>
                    <a:pt x="2907" y="2906"/>
                  </a:cubicBezTo>
                  <a:cubicBezTo>
                    <a:pt x="2898" y="2916"/>
                    <a:pt x="2888" y="2924"/>
                    <a:pt x="2877" y="2933"/>
                  </a:cubicBezTo>
                  <a:cubicBezTo>
                    <a:pt x="2867" y="2942"/>
                    <a:pt x="2858" y="2952"/>
                    <a:pt x="2847" y="2960"/>
                  </a:cubicBezTo>
                  <a:cubicBezTo>
                    <a:pt x="2837" y="2969"/>
                    <a:pt x="2827" y="2977"/>
                    <a:pt x="2816" y="2986"/>
                  </a:cubicBezTo>
                  <a:lnTo>
                    <a:pt x="3115" y="3227"/>
                  </a:lnTo>
                  <a:lnTo>
                    <a:pt x="3411" y="3468"/>
                  </a:lnTo>
                  <a:lnTo>
                    <a:pt x="3478" y="3521"/>
                  </a:lnTo>
                  <a:lnTo>
                    <a:pt x="3513" y="3550"/>
                  </a:lnTo>
                  <a:lnTo>
                    <a:pt x="3521" y="3556"/>
                  </a:lnTo>
                  <a:lnTo>
                    <a:pt x="3526" y="3560"/>
                  </a:lnTo>
                  <a:cubicBezTo>
                    <a:pt x="3522" y="3565"/>
                    <a:pt x="3518" y="3568"/>
                    <a:pt x="3514" y="3571"/>
                  </a:cubicBezTo>
                  <a:lnTo>
                    <a:pt x="3509" y="3576"/>
                  </a:lnTo>
                  <a:lnTo>
                    <a:pt x="3486" y="3599"/>
                  </a:lnTo>
                  <a:lnTo>
                    <a:pt x="3483" y="3602"/>
                  </a:lnTo>
                  <a:cubicBezTo>
                    <a:pt x="3363" y="3711"/>
                    <a:pt x="3230" y="3805"/>
                    <a:pt x="3088" y="3882"/>
                  </a:cubicBezTo>
                  <a:lnTo>
                    <a:pt x="2902" y="3673"/>
                  </a:lnTo>
                  <a:lnTo>
                    <a:pt x="2870" y="3637"/>
                  </a:lnTo>
                  <a:lnTo>
                    <a:pt x="2837" y="3601"/>
                  </a:lnTo>
                  <a:lnTo>
                    <a:pt x="2749" y="3501"/>
                  </a:lnTo>
                  <a:lnTo>
                    <a:pt x="2749" y="3501"/>
                  </a:lnTo>
                  <a:lnTo>
                    <a:pt x="2754" y="3611"/>
                  </a:lnTo>
                  <a:lnTo>
                    <a:pt x="2757" y="3650"/>
                  </a:lnTo>
                  <a:lnTo>
                    <a:pt x="2758" y="3690"/>
                  </a:lnTo>
                  <a:lnTo>
                    <a:pt x="2772" y="4016"/>
                  </a:lnTo>
                  <a:cubicBezTo>
                    <a:pt x="2609" y="4070"/>
                    <a:pt x="2438" y="4101"/>
                    <a:pt x="2258" y="4108"/>
                  </a:cubicBezTo>
                  <a:cubicBezTo>
                    <a:pt x="2246" y="4108"/>
                    <a:pt x="2231" y="4109"/>
                    <a:pt x="2218" y="4109"/>
                  </a:cubicBezTo>
                  <a:lnTo>
                    <a:pt x="2202" y="4109"/>
                  </a:lnTo>
                  <a:lnTo>
                    <a:pt x="2218" y="3962"/>
                  </a:lnTo>
                  <a:lnTo>
                    <a:pt x="2241" y="3753"/>
                  </a:lnTo>
                  <a:lnTo>
                    <a:pt x="2244" y="3712"/>
                  </a:lnTo>
                  <a:lnTo>
                    <a:pt x="2258" y="3581"/>
                  </a:lnTo>
                  <a:lnTo>
                    <a:pt x="2298" y="3199"/>
                  </a:lnTo>
                  <a:lnTo>
                    <a:pt x="2298" y="3199"/>
                  </a:lnTo>
                  <a:cubicBezTo>
                    <a:pt x="2285" y="3200"/>
                    <a:pt x="2272" y="3201"/>
                    <a:pt x="2258" y="3202"/>
                  </a:cubicBezTo>
                  <a:cubicBezTo>
                    <a:pt x="2246" y="3204"/>
                    <a:pt x="2231" y="3204"/>
                    <a:pt x="2218" y="3205"/>
                  </a:cubicBezTo>
                  <a:cubicBezTo>
                    <a:pt x="2206" y="3205"/>
                    <a:pt x="2191" y="3209"/>
                    <a:pt x="2179" y="3209"/>
                  </a:cubicBezTo>
                  <a:cubicBezTo>
                    <a:pt x="2164" y="3209"/>
                    <a:pt x="2151" y="3207"/>
                    <a:pt x="2138" y="3205"/>
                  </a:cubicBezTo>
                  <a:cubicBezTo>
                    <a:pt x="2125" y="3204"/>
                    <a:pt x="2111" y="3204"/>
                    <a:pt x="2098" y="3202"/>
                  </a:cubicBezTo>
                  <a:cubicBezTo>
                    <a:pt x="2085" y="3201"/>
                    <a:pt x="2071" y="3200"/>
                    <a:pt x="2058" y="3199"/>
                  </a:cubicBezTo>
                  <a:lnTo>
                    <a:pt x="2058" y="3199"/>
                  </a:lnTo>
                  <a:lnTo>
                    <a:pt x="2098" y="3581"/>
                  </a:lnTo>
                  <a:lnTo>
                    <a:pt x="2113" y="3712"/>
                  </a:lnTo>
                  <a:lnTo>
                    <a:pt x="2116" y="3753"/>
                  </a:lnTo>
                  <a:lnTo>
                    <a:pt x="2138" y="3962"/>
                  </a:lnTo>
                  <a:lnTo>
                    <a:pt x="2154" y="4109"/>
                  </a:lnTo>
                  <a:lnTo>
                    <a:pt x="2138" y="4109"/>
                  </a:lnTo>
                  <a:cubicBezTo>
                    <a:pt x="2125" y="4109"/>
                    <a:pt x="2111" y="4109"/>
                    <a:pt x="2098" y="4108"/>
                  </a:cubicBezTo>
                  <a:cubicBezTo>
                    <a:pt x="1908" y="4101"/>
                    <a:pt x="1726" y="4066"/>
                    <a:pt x="1553" y="4006"/>
                  </a:cubicBezTo>
                  <a:lnTo>
                    <a:pt x="1573" y="3688"/>
                  </a:lnTo>
                  <a:lnTo>
                    <a:pt x="1576" y="3648"/>
                  </a:lnTo>
                  <a:lnTo>
                    <a:pt x="1578" y="3608"/>
                  </a:lnTo>
                  <a:lnTo>
                    <a:pt x="1584" y="3492"/>
                  </a:lnTo>
                  <a:lnTo>
                    <a:pt x="1490" y="3597"/>
                  </a:lnTo>
                  <a:lnTo>
                    <a:pt x="1455" y="3633"/>
                  </a:lnTo>
                  <a:lnTo>
                    <a:pt x="1422" y="3669"/>
                  </a:lnTo>
                  <a:lnTo>
                    <a:pt x="1241" y="3867"/>
                  </a:lnTo>
                  <a:cubicBezTo>
                    <a:pt x="1108" y="3794"/>
                    <a:pt x="984" y="3703"/>
                    <a:pt x="872" y="3602"/>
                  </a:cubicBezTo>
                  <a:lnTo>
                    <a:pt x="869" y="3599"/>
                  </a:lnTo>
                  <a:lnTo>
                    <a:pt x="846" y="3576"/>
                  </a:lnTo>
                  <a:lnTo>
                    <a:pt x="841" y="3571"/>
                  </a:lnTo>
                  <a:cubicBezTo>
                    <a:pt x="836" y="3567"/>
                    <a:pt x="833" y="3562"/>
                    <a:pt x="829" y="3560"/>
                  </a:cubicBezTo>
                  <a:lnTo>
                    <a:pt x="834" y="3556"/>
                  </a:lnTo>
                  <a:lnTo>
                    <a:pt x="842" y="3550"/>
                  </a:lnTo>
                  <a:lnTo>
                    <a:pt x="877" y="3521"/>
                  </a:lnTo>
                  <a:lnTo>
                    <a:pt x="944" y="3468"/>
                  </a:lnTo>
                  <a:lnTo>
                    <a:pt x="1241" y="3227"/>
                  </a:lnTo>
                  <a:lnTo>
                    <a:pt x="1538" y="2986"/>
                  </a:lnTo>
                  <a:cubicBezTo>
                    <a:pt x="1528" y="2977"/>
                    <a:pt x="1517" y="2969"/>
                    <a:pt x="1507" y="2960"/>
                  </a:cubicBezTo>
                  <a:cubicBezTo>
                    <a:pt x="1497" y="2952"/>
                    <a:pt x="1488" y="2942"/>
                    <a:pt x="1478" y="2933"/>
                  </a:cubicBezTo>
                  <a:cubicBezTo>
                    <a:pt x="1468" y="2924"/>
                    <a:pt x="1458" y="2916"/>
                    <a:pt x="1448" y="2906"/>
                  </a:cubicBezTo>
                  <a:cubicBezTo>
                    <a:pt x="1439" y="2897"/>
                    <a:pt x="1430" y="2887"/>
                    <a:pt x="1421" y="2876"/>
                  </a:cubicBezTo>
                  <a:cubicBezTo>
                    <a:pt x="1412" y="2866"/>
                    <a:pt x="1403" y="2857"/>
                    <a:pt x="1394" y="2846"/>
                  </a:cubicBezTo>
                  <a:cubicBezTo>
                    <a:pt x="1385" y="2836"/>
                    <a:pt x="1377" y="2826"/>
                    <a:pt x="1368" y="2815"/>
                  </a:cubicBezTo>
                  <a:lnTo>
                    <a:pt x="1127" y="3114"/>
                  </a:lnTo>
                  <a:lnTo>
                    <a:pt x="887" y="3411"/>
                  </a:lnTo>
                  <a:lnTo>
                    <a:pt x="833" y="3478"/>
                  </a:lnTo>
                  <a:lnTo>
                    <a:pt x="804" y="3513"/>
                  </a:lnTo>
                  <a:lnTo>
                    <a:pt x="798" y="3520"/>
                  </a:lnTo>
                  <a:lnTo>
                    <a:pt x="794" y="3525"/>
                  </a:lnTo>
                  <a:cubicBezTo>
                    <a:pt x="790" y="3521"/>
                    <a:pt x="787" y="3518"/>
                    <a:pt x="784" y="3514"/>
                  </a:cubicBezTo>
                  <a:lnTo>
                    <a:pt x="779" y="3509"/>
                  </a:lnTo>
                  <a:lnTo>
                    <a:pt x="756" y="3485"/>
                  </a:lnTo>
                  <a:lnTo>
                    <a:pt x="753" y="3483"/>
                  </a:lnTo>
                  <a:cubicBezTo>
                    <a:pt x="643" y="3363"/>
                    <a:pt x="550" y="3230"/>
                    <a:pt x="472" y="3087"/>
                  </a:cubicBezTo>
                  <a:lnTo>
                    <a:pt x="682" y="2901"/>
                  </a:lnTo>
                  <a:lnTo>
                    <a:pt x="718" y="2869"/>
                  </a:lnTo>
                  <a:lnTo>
                    <a:pt x="754" y="2837"/>
                  </a:lnTo>
                  <a:lnTo>
                    <a:pt x="854" y="2749"/>
                  </a:lnTo>
                  <a:lnTo>
                    <a:pt x="744" y="2755"/>
                  </a:lnTo>
                  <a:lnTo>
                    <a:pt x="704" y="2756"/>
                  </a:lnTo>
                  <a:lnTo>
                    <a:pt x="664" y="2757"/>
                  </a:lnTo>
                  <a:lnTo>
                    <a:pt x="338" y="2771"/>
                  </a:lnTo>
                  <a:cubicBezTo>
                    <a:pt x="284" y="2608"/>
                    <a:pt x="253" y="2437"/>
                    <a:pt x="246" y="2257"/>
                  </a:cubicBezTo>
                  <a:cubicBezTo>
                    <a:pt x="246" y="2245"/>
                    <a:pt x="245" y="2230"/>
                    <a:pt x="245" y="2218"/>
                  </a:cubicBezTo>
                  <a:lnTo>
                    <a:pt x="245" y="2203"/>
                  </a:lnTo>
                  <a:lnTo>
                    <a:pt x="393" y="2218"/>
                  </a:lnTo>
                  <a:lnTo>
                    <a:pt x="601" y="2240"/>
                  </a:lnTo>
                  <a:lnTo>
                    <a:pt x="642" y="2244"/>
                  </a:lnTo>
                  <a:lnTo>
                    <a:pt x="773" y="2257"/>
                  </a:lnTo>
                  <a:lnTo>
                    <a:pt x="1155" y="2298"/>
                  </a:lnTo>
                  <a:cubicBezTo>
                    <a:pt x="1154" y="2285"/>
                    <a:pt x="1153" y="2271"/>
                    <a:pt x="1151" y="2257"/>
                  </a:cubicBezTo>
                  <a:cubicBezTo>
                    <a:pt x="1150" y="2245"/>
                    <a:pt x="1150" y="2230"/>
                    <a:pt x="1149" y="2218"/>
                  </a:cubicBezTo>
                  <a:cubicBezTo>
                    <a:pt x="1149" y="2205"/>
                    <a:pt x="1146" y="2190"/>
                    <a:pt x="1146" y="2178"/>
                  </a:cubicBezTo>
                  <a:cubicBezTo>
                    <a:pt x="1146" y="2164"/>
                    <a:pt x="1148" y="2151"/>
                    <a:pt x="1149" y="2138"/>
                  </a:cubicBezTo>
                  <a:cubicBezTo>
                    <a:pt x="1149" y="2125"/>
                    <a:pt x="1150" y="2111"/>
                    <a:pt x="1151" y="2097"/>
                  </a:cubicBezTo>
                  <a:cubicBezTo>
                    <a:pt x="1153" y="2085"/>
                    <a:pt x="1154" y="2071"/>
                    <a:pt x="1155" y="2058"/>
                  </a:cubicBezTo>
                  <a:lnTo>
                    <a:pt x="1155" y="2058"/>
                  </a:lnTo>
                  <a:lnTo>
                    <a:pt x="773" y="2097"/>
                  </a:lnTo>
                  <a:lnTo>
                    <a:pt x="642" y="2112"/>
                  </a:lnTo>
                  <a:lnTo>
                    <a:pt x="601" y="2116"/>
                  </a:lnTo>
                  <a:lnTo>
                    <a:pt x="393" y="2138"/>
                  </a:lnTo>
                  <a:lnTo>
                    <a:pt x="245" y="2153"/>
                  </a:lnTo>
                  <a:lnTo>
                    <a:pt x="245" y="2138"/>
                  </a:lnTo>
                  <a:cubicBezTo>
                    <a:pt x="245" y="2125"/>
                    <a:pt x="245" y="2111"/>
                    <a:pt x="246" y="2097"/>
                  </a:cubicBezTo>
                  <a:cubicBezTo>
                    <a:pt x="253" y="1909"/>
                    <a:pt x="289" y="1725"/>
                    <a:pt x="348" y="1554"/>
                  </a:cubicBezTo>
                  <a:lnTo>
                    <a:pt x="666" y="1573"/>
                  </a:lnTo>
                  <a:lnTo>
                    <a:pt x="706" y="1575"/>
                  </a:lnTo>
                  <a:lnTo>
                    <a:pt x="747" y="1578"/>
                  </a:lnTo>
                  <a:lnTo>
                    <a:pt x="862" y="1585"/>
                  </a:lnTo>
                  <a:lnTo>
                    <a:pt x="758" y="1489"/>
                  </a:lnTo>
                  <a:lnTo>
                    <a:pt x="722" y="1456"/>
                  </a:lnTo>
                  <a:lnTo>
                    <a:pt x="686" y="1422"/>
                  </a:lnTo>
                  <a:lnTo>
                    <a:pt x="488" y="1240"/>
                  </a:lnTo>
                  <a:cubicBezTo>
                    <a:pt x="561" y="1107"/>
                    <a:pt x="651" y="983"/>
                    <a:pt x="753" y="872"/>
                  </a:cubicBezTo>
                  <a:lnTo>
                    <a:pt x="756" y="869"/>
                  </a:lnTo>
                  <a:lnTo>
                    <a:pt x="779" y="846"/>
                  </a:lnTo>
                  <a:lnTo>
                    <a:pt x="784" y="841"/>
                  </a:lnTo>
                  <a:cubicBezTo>
                    <a:pt x="788" y="837"/>
                    <a:pt x="792" y="832"/>
                    <a:pt x="794" y="828"/>
                  </a:cubicBezTo>
                  <a:lnTo>
                    <a:pt x="798" y="833"/>
                  </a:lnTo>
                  <a:lnTo>
                    <a:pt x="804" y="842"/>
                  </a:lnTo>
                  <a:lnTo>
                    <a:pt x="833" y="877"/>
                  </a:lnTo>
                  <a:lnTo>
                    <a:pt x="887" y="944"/>
                  </a:lnTo>
                  <a:lnTo>
                    <a:pt x="1127" y="1240"/>
                  </a:lnTo>
                  <a:lnTo>
                    <a:pt x="1368" y="1538"/>
                  </a:lnTo>
                  <a:cubicBezTo>
                    <a:pt x="1377" y="1528"/>
                    <a:pt x="1385" y="1518"/>
                    <a:pt x="1394" y="1507"/>
                  </a:cubicBezTo>
                  <a:cubicBezTo>
                    <a:pt x="1403" y="1497"/>
                    <a:pt x="1412" y="1488"/>
                    <a:pt x="1421" y="1477"/>
                  </a:cubicBezTo>
                  <a:cubicBezTo>
                    <a:pt x="1430" y="1467"/>
                    <a:pt x="1439" y="1457"/>
                    <a:pt x="1448" y="1447"/>
                  </a:cubicBezTo>
                  <a:cubicBezTo>
                    <a:pt x="1458" y="1439"/>
                    <a:pt x="1468" y="1430"/>
                    <a:pt x="1478" y="1421"/>
                  </a:cubicBezTo>
                  <a:cubicBezTo>
                    <a:pt x="1488" y="1411"/>
                    <a:pt x="1497" y="1403"/>
                    <a:pt x="1507" y="1394"/>
                  </a:cubicBezTo>
                  <a:cubicBezTo>
                    <a:pt x="1517" y="1384"/>
                    <a:pt x="1528" y="1377"/>
                    <a:pt x="1538" y="1368"/>
                  </a:cubicBezTo>
                  <a:lnTo>
                    <a:pt x="1241" y="1127"/>
                  </a:lnTo>
                  <a:lnTo>
                    <a:pt x="944" y="887"/>
                  </a:lnTo>
                  <a:lnTo>
                    <a:pt x="877" y="832"/>
                  </a:lnTo>
                  <a:lnTo>
                    <a:pt x="842" y="805"/>
                  </a:lnTo>
                  <a:lnTo>
                    <a:pt x="834" y="797"/>
                  </a:lnTo>
                  <a:lnTo>
                    <a:pt x="829" y="794"/>
                  </a:lnTo>
                  <a:cubicBezTo>
                    <a:pt x="833" y="790"/>
                    <a:pt x="836" y="786"/>
                    <a:pt x="841" y="784"/>
                  </a:cubicBezTo>
                  <a:lnTo>
                    <a:pt x="846" y="779"/>
                  </a:lnTo>
                  <a:lnTo>
                    <a:pt x="869" y="755"/>
                  </a:lnTo>
                  <a:lnTo>
                    <a:pt x="872" y="753"/>
                  </a:lnTo>
                  <a:cubicBezTo>
                    <a:pt x="991" y="643"/>
                    <a:pt x="1124" y="549"/>
                    <a:pt x="1268" y="471"/>
                  </a:cubicBezTo>
                  <a:lnTo>
                    <a:pt x="1453" y="682"/>
                  </a:lnTo>
                  <a:lnTo>
                    <a:pt x="1485" y="718"/>
                  </a:lnTo>
                  <a:lnTo>
                    <a:pt x="1517" y="754"/>
                  </a:lnTo>
                  <a:lnTo>
                    <a:pt x="1605" y="853"/>
                  </a:lnTo>
                  <a:lnTo>
                    <a:pt x="1600" y="744"/>
                  </a:lnTo>
                  <a:lnTo>
                    <a:pt x="1599" y="703"/>
                  </a:lnTo>
                  <a:lnTo>
                    <a:pt x="1598" y="663"/>
                  </a:lnTo>
                  <a:lnTo>
                    <a:pt x="1583" y="337"/>
                  </a:lnTo>
                  <a:cubicBezTo>
                    <a:pt x="1746" y="285"/>
                    <a:pt x="1918" y="254"/>
                    <a:pt x="2097" y="245"/>
                  </a:cubicBezTo>
                  <a:cubicBezTo>
                    <a:pt x="2110" y="245"/>
                    <a:pt x="2124" y="244"/>
                    <a:pt x="2136" y="244"/>
                  </a:cubicBezTo>
                  <a:lnTo>
                    <a:pt x="2152" y="244"/>
                  </a:lnTo>
                  <a:lnTo>
                    <a:pt x="2136" y="393"/>
                  </a:lnTo>
                  <a:lnTo>
                    <a:pt x="2115" y="600"/>
                  </a:lnTo>
                  <a:lnTo>
                    <a:pt x="2111" y="642"/>
                  </a:lnTo>
                  <a:lnTo>
                    <a:pt x="2097" y="774"/>
                  </a:lnTo>
                  <a:lnTo>
                    <a:pt x="2057" y="1155"/>
                  </a:lnTo>
                  <a:cubicBezTo>
                    <a:pt x="2069" y="1153"/>
                    <a:pt x="2084" y="1152"/>
                    <a:pt x="2097" y="1151"/>
                  </a:cubicBezTo>
                  <a:cubicBezTo>
                    <a:pt x="2110" y="1150"/>
                    <a:pt x="2124" y="1150"/>
                    <a:pt x="2136" y="1148"/>
                  </a:cubicBezTo>
                  <a:cubicBezTo>
                    <a:pt x="2150" y="1148"/>
                    <a:pt x="2164" y="1146"/>
                    <a:pt x="2177" y="1146"/>
                  </a:cubicBezTo>
                  <a:cubicBezTo>
                    <a:pt x="2191" y="1146"/>
                    <a:pt x="2204" y="1147"/>
                    <a:pt x="2217" y="1148"/>
                  </a:cubicBezTo>
                  <a:cubicBezTo>
                    <a:pt x="2229" y="1148"/>
                    <a:pt x="2244" y="1150"/>
                    <a:pt x="2257" y="1151"/>
                  </a:cubicBezTo>
                  <a:cubicBezTo>
                    <a:pt x="2270" y="1152"/>
                    <a:pt x="2284" y="1153"/>
                    <a:pt x="2296" y="1155"/>
                  </a:cubicBezTo>
                  <a:lnTo>
                    <a:pt x="2257" y="774"/>
                  </a:lnTo>
                  <a:lnTo>
                    <a:pt x="2243" y="642"/>
                  </a:lnTo>
                  <a:lnTo>
                    <a:pt x="2239" y="600"/>
                  </a:lnTo>
                  <a:lnTo>
                    <a:pt x="2217" y="393"/>
                  </a:lnTo>
                  <a:lnTo>
                    <a:pt x="2201" y="244"/>
                  </a:lnTo>
                  <a:close/>
                  <a:moveTo>
                    <a:pt x="2177" y="1"/>
                  </a:moveTo>
                  <a:cubicBezTo>
                    <a:pt x="2164" y="1"/>
                    <a:pt x="2150" y="2"/>
                    <a:pt x="2136" y="2"/>
                  </a:cubicBezTo>
                  <a:cubicBezTo>
                    <a:pt x="2124" y="2"/>
                    <a:pt x="2110" y="2"/>
                    <a:pt x="2097" y="3"/>
                  </a:cubicBezTo>
                  <a:cubicBezTo>
                    <a:pt x="2084" y="3"/>
                    <a:pt x="2072" y="3"/>
                    <a:pt x="2059" y="4"/>
                  </a:cubicBezTo>
                  <a:cubicBezTo>
                    <a:pt x="1623" y="28"/>
                    <a:pt x="1220" y="181"/>
                    <a:pt x="888" y="426"/>
                  </a:cubicBezTo>
                  <a:cubicBezTo>
                    <a:pt x="873" y="437"/>
                    <a:pt x="859" y="450"/>
                    <a:pt x="844" y="461"/>
                  </a:cubicBezTo>
                  <a:cubicBezTo>
                    <a:pt x="828" y="472"/>
                    <a:pt x="814" y="484"/>
                    <a:pt x="798" y="496"/>
                  </a:cubicBezTo>
                  <a:cubicBezTo>
                    <a:pt x="773" y="517"/>
                    <a:pt x="749" y="537"/>
                    <a:pt x="725" y="559"/>
                  </a:cubicBezTo>
                  <a:cubicBezTo>
                    <a:pt x="716" y="567"/>
                    <a:pt x="706" y="576"/>
                    <a:pt x="697" y="584"/>
                  </a:cubicBezTo>
                  <a:cubicBezTo>
                    <a:pt x="687" y="593"/>
                    <a:pt x="679" y="601"/>
                    <a:pt x="668" y="611"/>
                  </a:cubicBezTo>
                  <a:cubicBezTo>
                    <a:pt x="659" y="620"/>
                    <a:pt x="649" y="629"/>
                    <a:pt x="638" y="637"/>
                  </a:cubicBezTo>
                  <a:cubicBezTo>
                    <a:pt x="629" y="647"/>
                    <a:pt x="620" y="657"/>
                    <a:pt x="611" y="667"/>
                  </a:cubicBezTo>
                  <a:cubicBezTo>
                    <a:pt x="602" y="677"/>
                    <a:pt x="593" y="687"/>
                    <a:pt x="584" y="697"/>
                  </a:cubicBezTo>
                  <a:cubicBezTo>
                    <a:pt x="576" y="707"/>
                    <a:pt x="567" y="715"/>
                    <a:pt x="560" y="724"/>
                  </a:cubicBezTo>
                  <a:cubicBezTo>
                    <a:pt x="537" y="749"/>
                    <a:pt x="517" y="772"/>
                    <a:pt x="496" y="797"/>
                  </a:cubicBezTo>
                  <a:cubicBezTo>
                    <a:pt x="485" y="812"/>
                    <a:pt x="473" y="827"/>
                    <a:pt x="462" y="843"/>
                  </a:cubicBezTo>
                  <a:cubicBezTo>
                    <a:pt x="450" y="857"/>
                    <a:pt x="438" y="873"/>
                    <a:pt x="427" y="888"/>
                  </a:cubicBezTo>
                  <a:cubicBezTo>
                    <a:pt x="181" y="1219"/>
                    <a:pt x="29" y="1622"/>
                    <a:pt x="5" y="2059"/>
                  </a:cubicBezTo>
                  <a:cubicBezTo>
                    <a:pt x="4" y="2072"/>
                    <a:pt x="4" y="2083"/>
                    <a:pt x="4" y="2096"/>
                  </a:cubicBezTo>
                  <a:cubicBezTo>
                    <a:pt x="4" y="2109"/>
                    <a:pt x="3" y="2123"/>
                    <a:pt x="3" y="2137"/>
                  </a:cubicBezTo>
                  <a:cubicBezTo>
                    <a:pt x="3" y="2149"/>
                    <a:pt x="1" y="2163"/>
                    <a:pt x="1" y="2177"/>
                  </a:cubicBezTo>
                  <a:cubicBezTo>
                    <a:pt x="1" y="2189"/>
                    <a:pt x="3" y="2204"/>
                    <a:pt x="3" y="2216"/>
                  </a:cubicBezTo>
                  <a:cubicBezTo>
                    <a:pt x="3" y="2229"/>
                    <a:pt x="3" y="2244"/>
                    <a:pt x="4" y="2256"/>
                  </a:cubicBezTo>
                  <a:cubicBezTo>
                    <a:pt x="4" y="2270"/>
                    <a:pt x="4" y="2281"/>
                    <a:pt x="5" y="2293"/>
                  </a:cubicBezTo>
                  <a:cubicBezTo>
                    <a:pt x="29" y="2731"/>
                    <a:pt x="181" y="3133"/>
                    <a:pt x="427" y="3464"/>
                  </a:cubicBezTo>
                  <a:cubicBezTo>
                    <a:pt x="438" y="3480"/>
                    <a:pt x="450" y="3494"/>
                    <a:pt x="462" y="3510"/>
                  </a:cubicBezTo>
                  <a:cubicBezTo>
                    <a:pt x="473" y="3525"/>
                    <a:pt x="485" y="3540"/>
                    <a:pt x="496" y="3555"/>
                  </a:cubicBezTo>
                  <a:cubicBezTo>
                    <a:pt x="517" y="3579"/>
                    <a:pt x="537" y="3604"/>
                    <a:pt x="560" y="3629"/>
                  </a:cubicBezTo>
                  <a:cubicBezTo>
                    <a:pt x="567" y="3638"/>
                    <a:pt x="576" y="3647"/>
                    <a:pt x="584" y="3655"/>
                  </a:cubicBezTo>
                  <a:cubicBezTo>
                    <a:pt x="593" y="3666"/>
                    <a:pt x="602" y="3675"/>
                    <a:pt x="611" y="3685"/>
                  </a:cubicBezTo>
                  <a:cubicBezTo>
                    <a:pt x="620" y="3695"/>
                    <a:pt x="629" y="3705"/>
                    <a:pt x="638" y="3715"/>
                  </a:cubicBezTo>
                  <a:cubicBezTo>
                    <a:pt x="648" y="3725"/>
                    <a:pt x="658" y="3733"/>
                    <a:pt x="668" y="3742"/>
                  </a:cubicBezTo>
                  <a:cubicBezTo>
                    <a:pt x="677" y="3751"/>
                    <a:pt x="687" y="3760"/>
                    <a:pt x="697" y="3769"/>
                  </a:cubicBezTo>
                  <a:cubicBezTo>
                    <a:pt x="706" y="3777"/>
                    <a:pt x="716" y="3785"/>
                    <a:pt x="725" y="3794"/>
                  </a:cubicBezTo>
                  <a:cubicBezTo>
                    <a:pt x="749" y="3815"/>
                    <a:pt x="772" y="3836"/>
                    <a:pt x="798" y="3857"/>
                  </a:cubicBezTo>
                  <a:cubicBezTo>
                    <a:pt x="813" y="3868"/>
                    <a:pt x="828" y="3880"/>
                    <a:pt x="844" y="3892"/>
                  </a:cubicBezTo>
                  <a:cubicBezTo>
                    <a:pt x="857" y="3903"/>
                    <a:pt x="873" y="3914"/>
                    <a:pt x="888" y="3927"/>
                  </a:cubicBezTo>
                  <a:cubicBezTo>
                    <a:pt x="1220" y="4171"/>
                    <a:pt x="1623" y="4325"/>
                    <a:pt x="2059" y="4349"/>
                  </a:cubicBezTo>
                  <a:cubicBezTo>
                    <a:pt x="2072" y="4350"/>
                    <a:pt x="2084" y="4350"/>
                    <a:pt x="2097" y="4350"/>
                  </a:cubicBezTo>
                  <a:cubicBezTo>
                    <a:pt x="2110" y="4350"/>
                    <a:pt x="2124" y="4351"/>
                    <a:pt x="2136" y="4351"/>
                  </a:cubicBezTo>
                  <a:cubicBezTo>
                    <a:pt x="2150" y="4351"/>
                    <a:pt x="2164" y="4352"/>
                    <a:pt x="2177" y="4352"/>
                  </a:cubicBezTo>
                  <a:cubicBezTo>
                    <a:pt x="2190" y="4352"/>
                    <a:pt x="2205" y="4351"/>
                    <a:pt x="2217" y="4351"/>
                  </a:cubicBezTo>
                  <a:cubicBezTo>
                    <a:pt x="2230" y="4351"/>
                    <a:pt x="2244" y="4351"/>
                    <a:pt x="2257" y="4350"/>
                  </a:cubicBezTo>
                  <a:cubicBezTo>
                    <a:pt x="2270" y="4350"/>
                    <a:pt x="2282" y="4350"/>
                    <a:pt x="2294" y="4349"/>
                  </a:cubicBezTo>
                  <a:cubicBezTo>
                    <a:pt x="2732" y="4325"/>
                    <a:pt x="3134" y="4171"/>
                    <a:pt x="3465" y="3927"/>
                  </a:cubicBezTo>
                  <a:cubicBezTo>
                    <a:pt x="3482" y="3915"/>
                    <a:pt x="3496" y="3903"/>
                    <a:pt x="3512" y="3892"/>
                  </a:cubicBezTo>
                  <a:cubicBezTo>
                    <a:pt x="3527" y="3880"/>
                    <a:pt x="3542" y="3869"/>
                    <a:pt x="3557" y="3857"/>
                  </a:cubicBezTo>
                  <a:cubicBezTo>
                    <a:pt x="3582" y="3836"/>
                    <a:pt x="3606" y="3815"/>
                    <a:pt x="3630" y="3794"/>
                  </a:cubicBezTo>
                  <a:cubicBezTo>
                    <a:pt x="3640" y="3785"/>
                    <a:pt x="3649" y="3777"/>
                    <a:pt x="3657" y="3769"/>
                  </a:cubicBezTo>
                  <a:cubicBezTo>
                    <a:pt x="3668" y="3760"/>
                    <a:pt x="3677" y="3751"/>
                    <a:pt x="3686" y="3742"/>
                  </a:cubicBezTo>
                  <a:cubicBezTo>
                    <a:pt x="3695" y="3733"/>
                    <a:pt x="3706" y="3724"/>
                    <a:pt x="3716" y="3715"/>
                  </a:cubicBezTo>
                  <a:cubicBezTo>
                    <a:pt x="3724" y="3706"/>
                    <a:pt x="3734" y="3696"/>
                    <a:pt x="3743" y="3685"/>
                  </a:cubicBezTo>
                  <a:cubicBezTo>
                    <a:pt x="3752" y="3676"/>
                    <a:pt x="3760" y="3666"/>
                    <a:pt x="3770" y="3655"/>
                  </a:cubicBezTo>
                  <a:cubicBezTo>
                    <a:pt x="3778" y="3647"/>
                    <a:pt x="3786" y="3638"/>
                    <a:pt x="3794" y="3629"/>
                  </a:cubicBezTo>
                  <a:cubicBezTo>
                    <a:pt x="3816" y="3604"/>
                    <a:pt x="3837" y="3581"/>
                    <a:pt x="3857" y="3555"/>
                  </a:cubicBezTo>
                  <a:cubicBezTo>
                    <a:pt x="3869" y="3541"/>
                    <a:pt x="3881" y="3525"/>
                    <a:pt x="3892" y="3510"/>
                  </a:cubicBezTo>
                  <a:cubicBezTo>
                    <a:pt x="3904" y="3495"/>
                    <a:pt x="3915" y="3480"/>
                    <a:pt x="3928" y="3464"/>
                  </a:cubicBezTo>
                  <a:cubicBezTo>
                    <a:pt x="4172" y="3133"/>
                    <a:pt x="4326" y="2731"/>
                    <a:pt x="4349" y="2293"/>
                  </a:cubicBezTo>
                  <a:cubicBezTo>
                    <a:pt x="4351" y="2281"/>
                    <a:pt x="4351" y="2270"/>
                    <a:pt x="4351" y="2256"/>
                  </a:cubicBezTo>
                  <a:cubicBezTo>
                    <a:pt x="4351" y="2244"/>
                    <a:pt x="4352" y="2229"/>
                    <a:pt x="4352" y="2216"/>
                  </a:cubicBezTo>
                  <a:cubicBezTo>
                    <a:pt x="4352" y="2204"/>
                    <a:pt x="4353" y="2189"/>
                    <a:pt x="4353" y="2177"/>
                  </a:cubicBezTo>
                  <a:cubicBezTo>
                    <a:pt x="4353" y="2163"/>
                    <a:pt x="4352" y="2149"/>
                    <a:pt x="4352" y="2137"/>
                  </a:cubicBezTo>
                  <a:cubicBezTo>
                    <a:pt x="4352" y="2123"/>
                    <a:pt x="4352" y="2109"/>
                    <a:pt x="4351" y="2096"/>
                  </a:cubicBezTo>
                  <a:cubicBezTo>
                    <a:pt x="4351" y="2083"/>
                    <a:pt x="4351" y="2072"/>
                    <a:pt x="4349" y="2059"/>
                  </a:cubicBezTo>
                  <a:cubicBezTo>
                    <a:pt x="4326" y="1622"/>
                    <a:pt x="4172" y="1219"/>
                    <a:pt x="3928" y="888"/>
                  </a:cubicBezTo>
                  <a:cubicBezTo>
                    <a:pt x="3915" y="873"/>
                    <a:pt x="3904" y="858"/>
                    <a:pt x="3892" y="843"/>
                  </a:cubicBezTo>
                  <a:cubicBezTo>
                    <a:pt x="3881" y="827"/>
                    <a:pt x="3869" y="813"/>
                    <a:pt x="3857" y="797"/>
                  </a:cubicBezTo>
                  <a:cubicBezTo>
                    <a:pt x="3837" y="774"/>
                    <a:pt x="3816" y="749"/>
                    <a:pt x="3794" y="724"/>
                  </a:cubicBezTo>
                  <a:cubicBezTo>
                    <a:pt x="3786" y="715"/>
                    <a:pt x="3778" y="707"/>
                    <a:pt x="3770" y="697"/>
                  </a:cubicBezTo>
                  <a:cubicBezTo>
                    <a:pt x="3760" y="687"/>
                    <a:pt x="3752" y="678"/>
                    <a:pt x="3743" y="667"/>
                  </a:cubicBezTo>
                  <a:cubicBezTo>
                    <a:pt x="3734" y="658"/>
                    <a:pt x="3724" y="648"/>
                    <a:pt x="3716" y="637"/>
                  </a:cubicBezTo>
                  <a:cubicBezTo>
                    <a:pt x="3707" y="629"/>
                    <a:pt x="3696" y="620"/>
                    <a:pt x="3686" y="611"/>
                  </a:cubicBezTo>
                  <a:cubicBezTo>
                    <a:pt x="3677" y="601"/>
                    <a:pt x="3667" y="593"/>
                    <a:pt x="3656" y="584"/>
                  </a:cubicBezTo>
                  <a:cubicBezTo>
                    <a:pt x="3647" y="576"/>
                    <a:pt x="3639" y="567"/>
                    <a:pt x="3629" y="559"/>
                  </a:cubicBezTo>
                  <a:cubicBezTo>
                    <a:pt x="3605" y="537"/>
                    <a:pt x="3582" y="517"/>
                    <a:pt x="3556" y="496"/>
                  </a:cubicBezTo>
                  <a:cubicBezTo>
                    <a:pt x="3542" y="485"/>
                    <a:pt x="3526" y="472"/>
                    <a:pt x="3511" y="461"/>
                  </a:cubicBezTo>
                  <a:cubicBezTo>
                    <a:pt x="3496" y="450"/>
                    <a:pt x="3481" y="438"/>
                    <a:pt x="3465" y="426"/>
                  </a:cubicBezTo>
                  <a:cubicBezTo>
                    <a:pt x="3134" y="181"/>
                    <a:pt x="2732" y="28"/>
                    <a:pt x="2294" y="4"/>
                  </a:cubicBezTo>
                  <a:cubicBezTo>
                    <a:pt x="2282" y="3"/>
                    <a:pt x="2270" y="3"/>
                    <a:pt x="2257" y="3"/>
                  </a:cubicBezTo>
                  <a:cubicBezTo>
                    <a:pt x="2244" y="3"/>
                    <a:pt x="2230" y="2"/>
                    <a:pt x="2217" y="2"/>
                  </a:cubicBezTo>
                  <a:cubicBezTo>
                    <a:pt x="2205" y="2"/>
                    <a:pt x="2190" y="1"/>
                    <a:pt x="2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3894875" y="4215625"/>
              <a:ext cx="5325" cy="6775"/>
            </a:xfrm>
            <a:custGeom>
              <a:rect b="b" l="l" r="r" t="t"/>
              <a:pathLst>
                <a:path extrusionOk="0" h="271" w="213">
                  <a:moveTo>
                    <a:pt x="46" y="1"/>
                  </a:moveTo>
                  <a:lnTo>
                    <a:pt x="1" y="33"/>
                  </a:lnTo>
                  <a:lnTo>
                    <a:pt x="167" y="270"/>
                  </a:lnTo>
                  <a:cubicBezTo>
                    <a:pt x="182" y="260"/>
                    <a:pt x="197" y="249"/>
                    <a:pt x="212" y="239"/>
                  </a:cubicBezTo>
                  <a:lnTo>
                    <a:pt x="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3880200" y="4226925"/>
              <a:ext cx="5775" cy="6475"/>
            </a:xfrm>
            <a:custGeom>
              <a:rect b="b" l="l" r="r" t="t"/>
              <a:pathLst>
                <a:path extrusionOk="0" h="259" w="231">
                  <a:moveTo>
                    <a:pt x="43" y="1"/>
                  </a:moveTo>
                  <a:lnTo>
                    <a:pt x="1" y="35"/>
                  </a:lnTo>
                  <a:lnTo>
                    <a:pt x="187" y="259"/>
                  </a:lnTo>
                  <a:lnTo>
                    <a:pt x="231" y="224"/>
                  </a:lnTo>
                  <a:lnTo>
                    <a:pt x="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3926975" y="4197200"/>
              <a:ext cx="4325" cy="7125"/>
            </a:xfrm>
            <a:custGeom>
              <a:rect b="b" l="l" r="r" t="t"/>
              <a:pathLst>
                <a:path extrusionOk="0" h="285" w="173">
                  <a:moveTo>
                    <a:pt x="50" y="0"/>
                  </a:moveTo>
                  <a:lnTo>
                    <a:pt x="0" y="24"/>
                  </a:lnTo>
                  <a:lnTo>
                    <a:pt x="122" y="285"/>
                  </a:lnTo>
                  <a:lnTo>
                    <a:pt x="173" y="262"/>
                  </a:lnTo>
                  <a:lnTo>
                    <a:pt x="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3910525" y="4205725"/>
              <a:ext cx="4800" cy="7000"/>
            </a:xfrm>
            <a:custGeom>
              <a:rect b="b" l="l" r="r" t="t"/>
              <a:pathLst>
                <a:path extrusionOk="0" h="280" w="192">
                  <a:moveTo>
                    <a:pt x="47" y="1"/>
                  </a:moveTo>
                  <a:lnTo>
                    <a:pt x="0" y="28"/>
                  </a:lnTo>
                  <a:lnTo>
                    <a:pt x="144" y="279"/>
                  </a:lnTo>
                  <a:cubicBezTo>
                    <a:pt x="160" y="271"/>
                    <a:pt x="175" y="261"/>
                    <a:pt x="192" y="251"/>
                  </a:cubicBezTo>
                  <a:lnTo>
                    <a:pt x="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3979875" y="4180675"/>
              <a:ext cx="2625" cy="7375"/>
            </a:xfrm>
            <a:custGeom>
              <a:rect b="b" l="l" r="r" t="t"/>
              <a:pathLst>
                <a:path extrusionOk="0" h="295" w="105">
                  <a:moveTo>
                    <a:pt x="54" y="1"/>
                  </a:moveTo>
                  <a:lnTo>
                    <a:pt x="0" y="10"/>
                  </a:lnTo>
                  <a:lnTo>
                    <a:pt x="50" y="295"/>
                  </a:lnTo>
                  <a:cubicBezTo>
                    <a:pt x="69" y="293"/>
                    <a:pt x="87" y="289"/>
                    <a:pt x="105" y="285"/>
                  </a:cubicBez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3961750" y="4184650"/>
              <a:ext cx="3225" cy="7375"/>
            </a:xfrm>
            <a:custGeom>
              <a:rect b="b" l="l" r="r" t="t"/>
              <a:pathLst>
                <a:path extrusionOk="0" h="295" w="129">
                  <a:moveTo>
                    <a:pt x="54" y="1"/>
                  </a:moveTo>
                  <a:lnTo>
                    <a:pt x="0" y="15"/>
                  </a:lnTo>
                  <a:lnTo>
                    <a:pt x="75" y="295"/>
                  </a:lnTo>
                  <a:cubicBezTo>
                    <a:pt x="93" y="289"/>
                    <a:pt x="110" y="284"/>
                    <a:pt x="128" y="280"/>
                  </a:cubicBez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3824350" y="4299800"/>
              <a:ext cx="7150" cy="4325"/>
            </a:xfrm>
            <a:custGeom>
              <a:rect b="b" l="l" r="r" t="t"/>
              <a:pathLst>
                <a:path extrusionOk="0" h="173" w="286">
                  <a:moveTo>
                    <a:pt x="25" y="0"/>
                  </a:moveTo>
                  <a:lnTo>
                    <a:pt x="1" y="50"/>
                  </a:lnTo>
                  <a:lnTo>
                    <a:pt x="263" y="173"/>
                  </a:lnTo>
                  <a:lnTo>
                    <a:pt x="286" y="122"/>
                  </a:lnTo>
                  <a:lnTo>
                    <a:pt x="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3807825" y="4352700"/>
              <a:ext cx="7375" cy="2625"/>
            </a:xfrm>
            <a:custGeom>
              <a:rect b="b" l="l" r="r" t="t"/>
              <a:pathLst>
                <a:path extrusionOk="0" h="105" w="295">
                  <a:moveTo>
                    <a:pt x="10" y="0"/>
                  </a:moveTo>
                  <a:lnTo>
                    <a:pt x="1" y="54"/>
                  </a:lnTo>
                  <a:lnTo>
                    <a:pt x="285" y="105"/>
                  </a:lnTo>
                  <a:cubicBezTo>
                    <a:pt x="288" y="87"/>
                    <a:pt x="291" y="69"/>
                    <a:pt x="295" y="50"/>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3817300" y="4316900"/>
              <a:ext cx="7250" cy="3825"/>
            </a:xfrm>
            <a:custGeom>
              <a:rect b="b" l="l" r="r" t="t"/>
              <a:pathLst>
                <a:path extrusionOk="0" h="153" w="290">
                  <a:moveTo>
                    <a:pt x="19" y="0"/>
                  </a:moveTo>
                  <a:lnTo>
                    <a:pt x="0" y="52"/>
                  </a:lnTo>
                  <a:lnTo>
                    <a:pt x="272" y="152"/>
                  </a:lnTo>
                  <a:cubicBezTo>
                    <a:pt x="278" y="135"/>
                    <a:pt x="283" y="117"/>
                    <a:pt x="289" y="100"/>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7"/>
            <p:cNvSpPr/>
            <p:nvPr/>
          </p:nvSpPr>
          <p:spPr>
            <a:xfrm>
              <a:off x="3854050" y="4253025"/>
              <a:ext cx="6475" cy="5775"/>
            </a:xfrm>
            <a:custGeom>
              <a:rect b="b" l="l" r="r" t="t"/>
              <a:pathLst>
                <a:path extrusionOk="0" h="231" w="259">
                  <a:moveTo>
                    <a:pt x="36" y="1"/>
                  </a:moveTo>
                  <a:lnTo>
                    <a:pt x="0" y="43"/>
                  </a:lnTo>
                  <a:lnTo>
                    <a:pt x="224" y="231"/>
                  </a:lnTo>
                  <a:lnTo>
                    <a:pt x="258" y="188"/>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4222125" y="4371125"/>
              <a:ext cx="7425" cy="2000"/>
            </a:xfrm>
            <a:custGeom>
              <a:rect b="b" l="l" r="r" t="t"/>
              <a:pathLst>
                <a:path extrusionOk="0" h="80" w="297">
                  <a:moveTo>
                    <a:pt x="292" y="0"/>
                  </a:moveTo>
                  <a:lnTo>
                    <a:pt x="1" y="26"/>
                  </a:lnTo>
                  <a:cubicBezTo>
                    <a:pt x="4" y="44"/>
                    <a:pt x="5" y="62"/>
                    <a:pt x="6" y="80"/>
                  </a:cubicBezTo>
                  <a:lnTo>
                    <a:pt x="297" y="54"/>
                  </a:lnTo>
                  <a:lnTo>
                    <a:pt x="2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3811800" y="4334625"/>
              <a:ext cx="7375" cy="3200"/>
            </a:xfrm>
            <a:custGeom>
              <a:rect b="b" l="l" r="r" t="t"/>
              <a:pathLst>
                <a:path extrusionOk="0" h="128" w="295">
                  <a:moveTo>
                    <a:pt x="14" y="0"/>
                  </a:moveTo>
                  <a:lnTo>
                    <a:pt x="0" y="53"/>
                  </a:lnTo>
                  <a:lnTo>
                    <a:pt x="280" y="127"/>
                  </a:lnTo>
                  <a:cubicBezTo>
                    <a:pt x="285" y="110"/>
                    <a:pt x="289" y="93"/>
                    <a:pt x="295" y="75"/>
                  </a:cubicBezTo>
                  <a:lnTo>
                    <a:pt x="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3998300" y="4178300"/>
              <a:ext cx="2000" cy="7400"/>
            </a:xfrm>
            <a:custGeom>
              <a:rect b="b" l="l" r="r" t="t"/>
              <a:pathLst>
                <a:path extrusionOk="0" h="296" w="80">
                  <a:moveTo>
                    <a:pt x="54" y="1"/>
                  </a:moveTo>
                  <a:lnTo>
                    <a:pt x="0" y="6"/>
                  </a:lnTo>
                  <a:lnTo>
                    <a:pt x="26" y="296"/>
                  </a:lnTo>
                  <a:cubicBezTo>
                    <a:pt x="42" y="295"/>
                    <a:pt x="60" y="292"/>
                    <a:pt x="80" y="291"/>
                  </a:cubicBez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3842800" y="4267725"/>
              <a:ext cx="6750" cy="5325"/>
            </a:xfrm>
            <a:custGeom>
              <a:rect b="b" l="l" r="r" t="t"/>
              <a:pathLst>
                <a:path extrusionOk="0" h="213" w="270">
                  <a:moveTo>
                    <a:pt x="33" y="1"/>
                  </a:moveTo>
                  <a:lnTo>
                    <a:pt x="1" y="46"/>
                  </a:lnTo>
                  <a:lnTo>
                    <a:pt x="239" y="212"/>
                  </a:lnTo>
                  <a:cubicBezTo>
                    <a:pt x="249" y="197"/>
                    <a:pt x="260" y="182"/>
                    <a:pt x="270" y="167"/>
                  </a:cubicBezTo>
                  <a:lnTo>
                    <a:pt x="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3832875" y="4283350"/>
              <a:ext cx="6975" cy="4800"/>
            </a:xfrm>
            <a:custGeom>
              <a:rect b="b" l="l" r="r" t="t"/>
              <a:pathLst>
                <a:path extrusionOk="0" h="192" w="279">
                  <a:moveTo>
                    <a:pt x="27" y="0"/>
                  </a:moveTo>
                  <a:lnTo>
                    <a:pt x="0" y="48"/>
                  </a:lnTo>
                  <a:lnTo>
                    <a:pt x="251" y="192"/>
                  </a:lnTo>
                  <a:cubicBezTo>
                    <a:pt x="259" y="177"/>
                    <a:pt x="269" y="161"/>
                    <a:pt x="279" y="145"/>
                  </a:cubicBez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3805475" y="4371125"/>
              <a:ext cx="7400" cy="2000"/>
            </a:xfrm>
            <a:custGeom>
              <a:rect b="b" l="l" r="r" t="t"/>
              <a:pathLst>
                <a:path extrusionOk="0" h="80" w="296">
                  <a:moveTo>
                    <a:pt x="6" y="0"/>
                  </a:moveTo>
                  <a:lnTo>
                    <a:pt x="1" y="54"/>
                  </a:lnTo>
                  <a:lnTo>
                    <a:pt x="291" y="80"/>
                  </a:lnTo>
                  <a:cubicBezTo>
                    <a:pt x="292" y="62"/>
                    <a:pt x="295" y="44"/>
                    <a:pt x="296" y="26"/>
                  </a:cubicBezTo>
                  <a:lnTo>
                    <a:pt x="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4185450" y="4267725"/>
              <a:ext cx="6750" cy="5325"/>
            </a:xfrm>
            <a:custGeom>
              <a:rect b="b" l="l" r="r" t="t"/>
              <a:pathLst>
                <a:path extrusionOk="0" h="213" w="270">
                  <a:moveTo>
                    <a:pt x="239" y="1"/>
                  </a:moveTo>
                  <a:lnTo>
                    <a:pt x="1" y="167"/>
                  </a:lnTo>
                  <a:cubicBezTo>
                    <a:pt x="11" y="182"/>
                    <a:pt x="21" y="197"/>
                    <a:pt x="31" y="212"/>
                  </a:cubicBezTo>
                  <a:lnTo>
                    <a:pt x="270" y="46"/>
                  </a:lnTo>
                  <a:lnTo>
                    <a:pt x="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4203500" y="4299800"/>
              <a:ext cx="7150" cy="4325"/>
            </a:xfrm>
            <a:custGeom>
              <a:rect b="b" l="l" r="r" t="t"/>
              <a:pathLst>
                <a:path extrusionOk="0" h="173" w="286">
                  <a:moveTo>
                    <a:pt x="263" y="0"/>
                  </a:moveTo>
                  <a:lnTo>
                    <a:pt x="1" y="122"/>
                  </a:lnTo>
                  <a:lnTo>
                    <a:pt x="23" y="173"/>
                  </a:lnTo>
                  <a:lnTo>
                    <a:pt x="286" y="50"/>
                  </a:lnTo>
                  <a:lnTo>
                    <a:pt x="2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4174500" y="4253025"/>
              <a:ext cx="6450" cy="5775"/>
            </a:xfrm>
            <a:custGeom>
              <a:rect b="b" l="l" r="r" t="t"/>
              <a:pathLst>
                <a:path extrusionOk="0" h="231" w="258">
                  <a:moveTo>
                    <a:pt x="223" y="1"/>
                  </a:moveTo>
                  <a:lnTo>
                    <a:pt x="0" y="188"/>
                  </a:lnTo>
                  <a:lnTo>
                    <a:pt x="35" y="231"/>
                  </a:lnTo>
                  <a:lnTo>
                    <a:pt x="258" y="43"/>
                  </a:lnTo>
                  <a:lnTo>
                    <a:pt x="2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4195125" y="4283350"/>
              <a:ext cx="6975" cy="4800"/>
            </a:xfrm>
            <a:custGeom>
              <a:rect b="b" l="l" r="r" t="t"/>
              <a:pathLst>
                <a:path extrusionOk="0" h="192" w="279">
                  <a:moveTo>
                    <a:pt x="252" y="0"/>
                  </a:moveTo>
                  <a:lnTo>
                    <a:pt x="0" y="145"/>
                  </a:lnTo>
                  <a:cubicBezTo>
                    <a:pt x="10" y="160"/>
                    <a:pt x="20" y="175"/>
                    <a:pt x="28" y="192"/>
                  </a:cubicBezTo>
                  <a:lnTo>
                    <a:pt x="279" y="48"/>
                  </a:lnTo>
                  <a:lnTo>
                    <a:pt x="2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4219775" y="4352700"/>
              <a:ext cx="7375" cy="2625"/>
            </a:xfrm>
            <a:custGeom>
              <a:rect b="b" l="l" r="r" t="t"/>
              <a:pathLst>
                <a:path extrusionOk="0" h="105" w="295">
                  <a:moveTo>
                    <a:pt x="286" y="0"/>
                  </a:moveTo>
                  <a:lnTo>
                    <a:pt x="1" y="51"/>
                  </a:lnTo>
                  <a:cubicBezTo>
                    <a:pt x="5" y="69"/>
                    <a:pt x="7" y="87"/>
                    <a:pt x="10" y="105"/>
                  </a:cubicBezTo>
                  <a:lnTo>
                    <a:pt x="295" y="54"/>
                  </a:lnTo>
                  <a:lnTo>
                    <a:pt x="2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4215825" y="4334625"/>
              <a:ext cx="7400" cy="3200"/>
            </a:xfrm>
            <a:custGeom>
              <a:rect b="b" l="l" r="r" t="t"/>
              <a:pathLst>
                <a:path extrusionOk="0" h="128" w="296">
                  <a:moveTo>
                    <a:pt x="282" y="0"/>
                  </a:moveTo>
                  <a:lnTo>
                    <a:pt x="1" y="75"/>
                  </a:lnTo>
                  <a:cubicBezTo>
                    <a:pt x="7" y="93"/>
                    <a:pt x="12" y="110"/>
                    <a:pt x="15" y="127"/>
                  </a:cubicBezTo>
                  <a:lnTo>
                    <a:pt x="296" y="53"/>
                  </a:lnTo>
                  <a:lnTo>
                    <a:pt x="2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4210400" y="4316900"/>
              <a:ext cx="7300" cy="3825"/>
            </a:xfrm>
            <a:custGeom>
              <a:rect b="b" l="l" r="r" t="t"/>
              <a:pathLst>
                <a:path extrusionOk="0" h="153" w="292">
                  <a:moveTo>
                    <a:pt x="272" y="0"/>
                  </a:moveTo>
                  <a:lnTo>
                    <a:pt x="0" y="100"/>
                  </a:lnTo>
                  <a:cubicBezTo>
                    <a:pt x="7" y="117"/>
                    <a:pt x="14" y="135"/>
                    <a:pt x="20" y="152"/>
                  </a:cubicBezTo>
                  <a:lnTo>
                    <a:pt x="291" y="52"/>
                  </a:lnTo>
                  <a:lnTo>
                    <a:pt x="2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4052500" y="4180675"/>
              <a:ext cx="2650" cy="7375"/>
            </a:xfrm>
            <a:custGeom>
              <a:rect b="b" l="l" r="r" t="t"/>
              <a:pathLst>
                <a:path extrusionOk="0" h="295" w="106">
                  <a:moveTo>
                    <a:pt x="51" y="1"/>
                  </a:moveTo>
                  <a:lnTo>
                    <a:pt x="1" y="285"/>
                  </a:lnTo>
                  <a:cubicBezTo>
                    <a:pt x="19" y="289"/>
                    <a:pt x="37" y="291"/>
                    <a:pt x="56" y="295"/>
                  </a:cubicBezTo>
                  <a:lnTo>
                    <a:pt x="105" y="10"/>
                  </a:lnTo>
                  <a:lnTo>
                    <a:pt x="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4070025" y="4184625"/>
              <a:ext cx="3225" cy="7375"/>
            </a:xfrm>
            <a:custGeom>
              <a:rect b="b" l="l" r="r" t="t"/>
              <a:pathLst>
                <a:path extrusionOk="0" h="295" w="129">
                  <a:moveTo>
                    <a:pt x="75" y="1"/>
                  </a:moveTo>
                  <a:lnTo>
                    <a:pt x="0" y="280"/>
                  </a:lnTo>
                  <a:cubicBezTo>
                    <a:pt x="18" y="285"/>
                    <a:pt x="35" y="289"/>
                    <a:pt x="53" y="295"/>
                  </a:cubicBezTo>
                  <a:lnTo>
                    <a:pt x="128" y="14"/>
                  </a:lnTo>
                  <a:lnTo>
                    <a:pt x="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4149050" y="4226875"/>
              <a:ext cx="5750" cy="6475"/>
            </a:xfrm>
            <a:custGeom>
              <a:rect b="b" l="l" r="r" t="t"/>
              <a:pathLst>
                <a:path extrusionOk="0" h="259" w="230">
                  <a:moveTo>
                    <a:pt x="187" y="1"/>
                  </a:moveTo>
                  <a:lnTo>
                    <a:pt x="1" y="224"/>
                  </a:lnTo>
                  <a:lnTo>
                    <a:pt x="43" y="259"/>
                  </a:lnTo>
                  <a:lnTo>
                    <a:pt x="230" y="36"/>
                  </a:lnTo>
                  <a:lnTo>
                    <a:pt x="1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4034700" y="4178300"/>
              <a:ext cx="2050" cy="7400"/>
            </a:xfrm>
            <a:custGeom>
              <a:rect b="b" l="l" r="r" t="t"/>
              <a:pathLst>
                <a:path extrusionOk="0" h="296" w="82">
                  <a:moveTo>
                    <a:pt x="27" y="1"/>
                  </a:moveTo>
                  <a:lnTo>
                    <a:pt x="1" y="291"/>
                  </a:lnTo>
                  <a:cubicBezTo>
                    <a:pt x="19" y="292"/>
                    <a:pt x="37" y="295"/>
                    <a:pt x="56" y="296"/>
                  </a:cubicBezTo>
                  <a:lnTo>
                    <a:pt x="81" y="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4087150" y="4190125"/>
              <a:ext cx="3800" cy="7300"/>
            </a:xfrm>
            <a:custGeom>
              <a:rect b="b" l="l" r="r" t="t"/>
              <a:pathLst>
                <a:path extrusionOk="0" h="292" w="152">
                  <a:moveTo>
                    <a:pt x="100" y="0"/>
                  </a:moveTo>
                  <a:lnTo>
                    <a:pt x="0" y="273"/>
                  </a:lnTo>
                  <a:cubicBezTo>
                    <a:pt x="17" y="279"/>
                    <a:pt x="35" y="284"/>
                    <a:pt x="52" y="291"/>
                  </a:cubicBezTo>
                  <a:lnTo>
                    <a:pt x="151" y="20"/>
                  </a:lnTo>
                  <a:lnTo>
                    <a:pt x="1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4134800" y="4215650"/>
              <a:ext cx="5300" cy="6750"/>
            </a:xfrm>
            <a:custGeom>
              <a:rect b="b" l="l" r="r" t="t"/>
              <a:pathLst>
                <a:path extrusionOk="0" h="270" w="212">
                  <a:moveTo>
                    <a:pt x="166" y="1"/>
                  </a:moveTo>
                  <a:lnTo>
                    <a:pt x="0" y="238"/>
                  </a:lnTo>
                  <a:cubicBezTo>
                    <a:pt x="16" y="248"/>
                    <a:pt x="30" y="259"/>
                    <a:pt x="46" y="269"/>
                  </a:cubicBezTo>
                  <a:lnTo>
                    <a:pt x="212" y="32"/>
                  </a:lnTo>
                  <a:lnTo>
                    <a:pt x="1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4103725" y="4197225"/>
              <a:ext cx="4375" cy="7150"/>
            </a:xfrm>
            <a:custGeom>
              <a:rect b="b" l="l" r="r" t="t"/>
              <a:pathLst>
                <a:path extrusionOk="0" h="286" w="175">
                  <a:moveTo>
                    <a:pt x="124" y="0"/>
                  </a:moveTo>
                  <a:lnTo>
                    <a:pt x="1" y="262"/>
                  </a:lnTo>
                  <a:lnTo>
                    <a:pt x="51" y="286"/>
                  </a:lnTo>
                  <a:lnTo>
                    <a:pt x="174" y="24"/>
                  </a:lnTo>
                  <a:lnTo>
                    <a:pt x="1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4119675" y="4205725"/>
              <a:ext cx="4825" cy="7000"/>
            </a:xfrm>
            <a:custGeom>
              <a:rect b="b" l="l" r="r" t="t"/>
              <a:pathLst>
                <a:path extrusionOk="0" h="280" w="193">
                  <a:moveTo>
                    <a:pt x="145" y="1"/>
                  </a:moveTo>
                  <a:lnTo>
                    <a:pt x="1" y="251"/>
                  </a:lnTo>
                  <a:cubicBezTo>
                    <a:pt x="16" y="261"/>
                    <a:pt x="31" y="269"/>
                    <a:pt x="48" y="279"/>
                  </a:cubicBezTo>
                  <a:lnTo>
                    <a:pt x="192" y="28"/>
                  </a:lnTo>
                  <a:lnTo>
                    <a:pt x="1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3944075" y="4190175"/>
              <a:ext cx="3800" cy="7250"/>
            </a:xfrm>
            <a:custGeom>
              <a:rect b="b" l="l" r="r" t="t"/>
              <a:pathLst>
                <a:path extrusionOk="0" h="290" w="152">
                  <a:moveTo>
                    <a:pt x="52" y="0"/>
                  </a:moveTo>
                  <a:lnTo>
                    <a:pt x="0" y="18"/>
                  </a:lnTo>
                  <a:lnTo>
                    <a:pt x="100" y="289"/>
                  </a:lnTo>
                  <a:cubicBezTo>
                    <a:pt x="117" y="282"/>
                    <a:pt x="134" y="276"/>
                    <a:pt x="152" y="271"/>
                  </a:cubicBezTo>
                  <a:lnTo>
                    <a:pt x="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4149050" y="4547325"/>
              <a:ext cx="5750" cy="6475"/>
            </a:xfrm>
            <a:custGeom>
              <a:rect b="b" l="l" r="r" t="t"/>
              <a:pathLst>
                <a:path extrusionOk="0" h="259" w="230">
                  <a:moveTo>
                    <a:pt x="43" y="0"/>
                  </a:moveTo>
                  <a:lnTo>
                    <a:pt x="1" y="35"/>
                  </a:lnTo>
                  <a:lnTo>
                    <a:pt x="187" y="258"/>
                  </a:lnTo>
                  <a:lnTo>
                    <a:pt x="230" y="223"/>
                  </a:lnTo>
                  <a:lnTo>
                    <a:pt x="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4174500" y="4521900"/>
              <a:ext cx="6450" cy="5750"/>
            </a:xfrm>
            <a:custGeom>
              <a:rect b="b" l="l" r="r" t="t"/>
              <a:pathLst>
                <a:path extrusionOk="0" h="230" w="258">
                  <a:moveTo>
                    <a:pt x="35" y="1"/>
                  </a:moveTo>
                  <a:lnTo>
                    <a:pt x="0" y="43"/>
                  </a:lnTo>
                  <a:lnTo>
                    <a:pt x="223" y="230"/>
                  </a:lnTo>
                  <a:lnTo>
                    <a:pt x="258" y="188"/>
                  </a:lnTo>
                  <a:lnTo>
                    <a:pt x="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4119675" y="4567975"/>
              <a:ext cx="4825" cy="7000"/>
            </a:xfrm>
            <a:custGeom>
              <a:rect b="b" l="l" r="r" t="t"/>
              <a:pathLst>
                <a:path extrusionOk="0" h="280" w="193">
                  <a:moveTo>
                    <a:pt x="48" y="1"/>
                  </a:moveTo>
                  <a:cubicBezTo>
                    <a:pt x="33" y="10"/>
                    <a:pt x="17" y="20"/>
                    <a:pt x="1" y="29"/>
                  </a:cubicBezTo>
                  <a:lnTo>
                    <a:pt x="145" y="279"/>
                  </a:lnTo>
                  <a:lnTo>
                    <a:pt x="192" y="252"/>
                  </a:lnTo>
                  <a:lnTo>
                    <a:pt x="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4134800" y="4558300"/>
              <a:ext cx="5300" cy="6750"/>
            </a:xfrm>
            <a:custGeom>
              <a:rect b="b" l="l" r="r" t="t"/>
              <a:pathLst>
                <a:path extrusionOk="0" h="270" w="212">
                  <a:moveTo>
                    <a:pt x="46" y="1"/>
                  </a:moveTo>
                  <a:cubicBezTo>
                    <a:pt x="30" y="11"/>
                    <a:pt x="16" y="21"/>
                    <a:pt x="0" y="32"/>
                  </a:cubicBezTo>
                  <a:lnTo>
                    <a:pt x="166" y="270"/>
                  </a:lnTo>
                  <a:lnTo>
                    <a:pt x="212" y="238"/>
                  </a:lnTo>
                  <a:lnTo>
                    <a:pt x="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4052500" y="4592600"/>
              <a:ext cx="2650" cy="7375"/>
            </a:xfrm>
            <a:custGeom>
              <a:rect b="b" l="l" r="r" t="t"/>
              <a:pathLst>
                <a:path extrusionOk="0" h="295" w="106">
                  <a:moveTo>
                    <a:pt x="56" y="1"/>
                  </a:moveTo>
                  <a:cubicBezTo>
                    <a:pt x="37" y="4"/>
                    <a:pt x="19" y="7"/>
                    <a:pt x="1" y="10"/>
                  </a:cubicBezTo>
                  <a:lnTo>
                    <a:pt x="51" y="295"/>
                  </a:lnTo>
                  <a:lnTo>
                    <a:pt x="105" y="286"/>
                  </a:lnTo>
                  <a:lnTo>
                    <a:pt x="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4103700" y="4576325"/>
              <a:ext cx="4375" cy="7150"/>
            </a:xfrm>
            <a:custGeom>
              <a:rect b="b" l="l" r="r" t="t"/>
              <a:pathLst>
                <a:path extrusionOk="0" h="286" w="175">
                  <a:moveTo>
                    <a:pt x="51" y="1"/>
                  </a:moveTo>
                  <a:lnTo>
                    <a:pt x="1" y="24"/>
                  </a:lnTo>
                  <a:lnTo>
                    <a:pt x="124" y="286"/>
                  </a:lnTo>
                  <a:lnTo>
                    <a:pt x="174" y="263"/>
                  </a:lnTo>
                  <a:lnTo>
                    <a:pt x="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4034700" y="4595000"/>
              <a:ext cx="2050" cy="7400"/>
            </a:xfrm>
            <a:custGeom>
              <a:rect b="b" l="l" r="r" t="t"/>
              <a:pathLst>
                <a:path extrusionOk="0" h="296" w="82">
                  <a:moveTo>
                    <a:pt x="56" y="1"/>
                  </a:moveTo>
                  <a:cubicBezTo>
                    <a:pt x="37" y="2"/>
                    <a:pt x="19" y="3"/>
                    <a:pt x="1" y="6"/>
                  </a:cubicBezTo>
                  <a:lnTo>
                    <a:pt x="27" y="296"/>
                  </a:lnTo>
                  <a:lnTo>
                    <a:pt x="81" y="291"/>
                  </a:lnTo>
                  <a:lnTo>
                    <a:pt x="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4087150" y="4583275"/>
              <a:ext cx="3800" cy="7250"/>
            </a:xfrm>
            <a:custGeom>
              <a:rect b="b" l="l" r="r" t="t"/>
              <a:pathLst>
                <a:path extrusionOk="0" h="290" w="152">
                  <a:moveTo>
                    <a:pt x="52" y="0"/>
                  </a:moveTo>
                  <a:cubicBezTo>
                    <a:pt x="35" y="7"/>
                    <a:pt x="17" y="13"/>
                    <a:pt x="0" y="18"/>
                  </a:cubicBezTo>
                  <a:lnTo>
                    <a:pt x="100" y="289"/>
                  </a:lnTo>
                  <a:lnTo>
                    <a:pt x="151" y="271"/>
                  </a:lnTo>
                  <a:lnTo>
                    <a:pt x="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4070025" y="4588700"/>
              <a:ext cx="3225" cy="7375"/>
            </a:xfrm>
            <a:custGeom>
              <a:rect b="b" l="l" r="r" t="t"/>
              <a:pathLst>
                <a:path extrusionOk="0" h="295" w="129">
                  <a:moveTo>
                    <a:pt x="53" y="0"/>
                  </a:moveTo>
                  <a:cubicBezTo>
                    <a:pt x="35" y="5"/>
                    <a:pt x="18" y="10"/>
                    <a:pt x="0" y="13"/>
                  </a:cubicBezTo>
                  <a:lnTo>
                    <a:pt x="75" y="294"/>
                  </a:lnTo>
                  <a:lnTo>
                    <a:pt x="128" y="280"/>
                  </a:ln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4222125" y="4407550"/>
              <a:ext cx="7425" cy="2025"/>
            </a:xfrm>
            <a:custGeom>
              <a:rect b="b" l="l" r="r" t="t"/>
              <a:pathLst>
                <a:path extrusionOk="0" h="81" w="297">
                  <a:moveTo>
                    <a:pt x="6" y="0"/>
                  </a:moveTo>
                  <a:cubicBezTo>
                    <a:pt x="5" y="19"/>
                    <a:pt x="3" y="36"/>
                    <a:pt x="1" y="55"/>
                  </a:cubicBezTo>
                  <a:lnTo>
                    <a:pt x="292" y="80"/>
                  </a:lnTo>
                  <a:lnTo>
                    <a:pt x="297" y="26"/>
                  </a:lnTo>
                  <a:lnTo>
                    <a:pt x="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4215825" y="4442875"/>
              <a:ext cx="7400" cy="3225"/>
            </a:xfrm>
            <a:custGeom>
              <a:rect b="b" l="l" r="r" t="t"/>
              <a:pathLst>
                <a:path extrusionOk="0" h="129" w="296">
                  <a:moveTo>
                    <a:pt x="15" y="1"/>
                  </a:moveTo>
                  <a:cubicBezTo>
                    <a:pt x="10" y="19"/>
                    <a:pt x="6" y="36"/>
                    <a:pt x="1" y="53"/>
                  </a:cubicBezTo>
                  <a:lnTo>
                    <a:pt x="282" y="128"/>
                  </a:lnTo>
                  <a:lnTo>
                    <a:pt x="296" y="76"/>
                  </a:lnTo>
                  <a:lnTo>
                    <a:pt x="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4219775" y="4425325"/>
              <a:ext cx="7375" cy="2650"/>
            </a:xfrm>
            <a:custGeom>
              <a:rect b="b" l="l" r="r" t="t"/>
              <a:pathLst>
                <a:path extrusionOk="0" h="106" w="295">
                  <a:moveTo>
                    <a:pt x="10" y="1"/>
                  </a:moveTo>
                  <a:cubicBezTo>
                    <a:pt x="7" y="19"/>
                    <a:pt x="5" y="37"/>
                    <a:pt x="1" y="56"/>
                  </a:cubicBezTo>
                  <a:lnTo>
                    <a:pt x="286" y="105"/>
                  </a:lnTo>
                  <a:lnTo>
                    <a:pt x="295" y="51"/>
                  </a:lnTo>
                  <a:lnTo>
                    <a:pt x="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4210450" y="4459975"/>
              <a:ext cx="7250" cy="3800"/>
            </a:xfrm>
            <a:custGeom>
              <a:rect b="b" l="l" r="r" t="t"/>
              <a:pathLst>
                <a:path extrusionOk="0" h="152" w="290">
                  <a:moveTo>
                    <a:pt x="18" y="1"/>
                  </a:moveTo>
                  <a:cubicBezTo>
                    <a:pt x="12" y="17"/>
                    <a:pt x="6" y="35"/>
                    <a:pt x="0" y="52"/>
                  </a:cubicBezTo>
                  <a:lnTo>
                    <a:pt x="271" y="151"/>
                  </a:lnTo>
                  <a:lnTo>
                    <a:pt x="289" y="100"/>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4195150" y="4492500"/>
              <a:ext cx="7000" cy="4825"/>
            </a:xfrm>
            <a:custGeom>
              <a:rect b="b" l="l" r="r" t="t"/>
              <a:pathLst>
                <a:path extrusionOk="0" h="193" w="280">
                  <a:moveTo>
                    <a:pt x="29" y="1"/>
                  </a:moveTo>
                  <a:cubicBezTo>
                    <a:pt x="20" y="16"/>
                    <a:pt x="11" y="32"/>
                    <a:pt x="0" y="48"/>
                  </a:cubicBezTo>
                  <a:lnTo>
                    <a:pt x="252" y="193"/>
                  </a:lnTo>
                  <a:lnTo>
                    <a:pt x="279" y="145"/>
                  </a:lnTo>
                  <a:lnTo>
                    <a:pt x="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4203500" y="4476550"/>
              <a:ext cx="7150" cy="4375"/>
            </a:xfrm>
            <a:custGeom>
              <a:rect b="b" l="l" r="r" t="t"/>
              <a:pathLst>
                <a:path extrusionOk="0" h="175" w="286">
                  <a:moveTo>
                    <a:pt x="23" y="1"/>
                  </a:moveTo>
                  <a:lnTo>
                    <a:pt x="1" y="52"/>
                  </a:lnTo>
                  <a:lnTo>
                    <a:pt x="263" y="174"/>
                  </a:lnTo>
                  <a:lnTo>
                    <a:pt x="286" y="124"/>
                  </a:lnTo>
                  <a:lnTo>
                    <a:pt x="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4185450" y="4507650"/>
              <a:ext cx="6750" cy="5300"/>
            </a:xfrm>
            <a:custGeom>
              <a:rect b="b" l="l" r="r" t="t"/>
              <a:pathLst>
                <a:path extrusionOk="0" h="212" w="270">
                  <a:moveTo>
                    <a:pt x="31" y="0"/>
                  </a:moveTo>
                  <a:cubicBezTo>
                    <a:pt x="21" y="16"/>
                    <a:pt x="11" y="30"/>
                    <a:pt x="1" y="46"/>
                  </a:cubicBezTo>
                  <a:lnTo>
                    <a:pt x="238" y="212"/>
                  </a:lnTo>
                  <a:lnTo>
                    <a:pt x="270" y="167"/>
                  </a:lnTo>
                  <a:lnTo>
                    <a:pt x="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3979875" y="4592625"/>
              <a:ext cx="2625" cy="7375"/>
            </a:xfrm>
            <a:custGeom>
              <a:rect b="b" l="l" r="r" t="t"/>
              <a:pathLst>
                <a:path extrusionOk="0" h="295" w="105">
                  <a:moveTo>
                    <a:pt x="51" y="1"/>
                  </a:moveTo>
                  <a:lnTo>
                    <a:pt x="0" y="287"/>
                  </a:lnTo>
                  <a:lnTo>
                    <a:pt x="54" y="295"/>
                  </a:lnTo>
                  <a:lnTo>
                    <a:pt x="105" y="10"/>
                  </a:lnTo>
                  <a:cubicBezTo>
                    <a:pt x="87" y="8"/>
                    <a:pt x="69" y="5"/>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3824350" y="4476550"/>
              <a:ext cx="7150" cy="4375"/>
            </a:xfrm>
            <a:custGeom>
              <a:rect b="b" l="l" r="r" t="t"/>
              <a:pathLst>
                <a:path extrusionOk="0" h="175" w="286">
                  <a:moveTo>
                    <a:pt x="263" y="1"/>
                  </a:moveTo>
                  <a:lnTo>
                    <a:pt x="1" y="124"/>
                  </a:lnTo>
                  <a:lnTo>
                    <a:pt x="25" y="174"/>
                  </a:lnTo>
                  <a:lnTo>
                    <a:pt x="286" y="52"/>
                  </a:lnTo>
                  <a:lnTo>
                    <a:pt x="2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3832900" y="4492500"/>
              <a:ext cx="7000" cy="4825"/>
            </a:xfrm>
            <a:custGeom>
              <a:rect b="b" l="l" r="r" t="t"/>
              <a:pathLst>
                <a:path extrusionOk="0" h="193" w="280">
                  <a:moveTo>
                    <a:pt x="251" y="1"/>
                  </a:moveTo>
                  <a:lnTo>
                    <a:pt x="0" y="145"/>
                  </a:lnTo>
                  <a:lnTo>
                    <a:pt x="28" y="193"/>
                  </a:lnTo>
                  <a:lnTo>
                    <a:pt x="279" y="48"/>
                  </a:lnTo>
                  <a:cubicBezTo>
                    <a:pt x="271" y="33"/>
                    <a:pt x="260" y="17"/>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7"/>
            <p:cNvSpPr/>
            <p:nvPr/>
          </p:nvSpPr>
          <p:spPr>
            <a:xfrm>
              <a:off x="3854050" y="4521875"/>
              <a:ext cx="6475" cy="5750"/>
            </a:xfrm>
            <a:custGeom>
              <a:rect b="b" l="l" r="r" t="t"/>
              <a:pathLst>
                <a:path extrusionOk="0" h="230" w="259">
                  <a:moveTo>
                    <a:pt x="224" y="1"/>
                  </a:moveTo>
                  <a:lnTo>
                    <a:pt x="0" y="188"/>
                  </a:lnTo>
                  <a:lnTo>
                    <a:pt x="36" y="230"/>
                  </a:lnTo>
                  <a:lnTo>
                    <a:pt x="258" y="43"/>
                  </a:lnTo>
                  <a:lnTo>
                    <a:pt x="2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3842800" y="4507650"/>
              <a:ext cx="6750" cy="5300"/>
            </a:xfrm>
            <a:custGeom>
              <a:rect b="b" l="l" r="r" t="t"/>
              <a:pathLst>
                <a:path extrusionOk="0" h="212" w="270">
                  <a:moveTo>
                    <a:pt x="239" y="0"/>
                  </a:moveTo>
                  <a:lnTo>
                    <a:pt x="1" y="167"/>
                  </a:lnTo>
                  <a:lnTo>
                    <a:pt x="32" y="212"/>
                  </a:lnTo>
                  <a:lnTo>
                    <a:pt x="270" y="46"/>
                  </a:lnTo>
                  <a:cubicBezTo>
                    <a:pt x="260" y="30"/>
                    <a:pt x="249" y="16"/>
                    <a:pt x="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3807850" y="4425325"/>
              <a:ext cx="7375" cy="2650"/>
            </a:xfrm>
            <a:custGeom>
              <a:rect b="b" l="l" r="r" t="t"/>
              <a:pathLst>
                <a:path extrusionOk="0" h="106" w="295">
                  <a:moveTo>
                    <a:pt x="285" y="1"/>
                  </a:moveTo>
                  <a:lnTo>
                    <a:pt x="1" y="51"/>
                  </a:lnTo>
                  <a:lnTo>
                    <a:pt x="10" y="105"/>
                  </a:lnTo>
                  <a:lnTo>
                    <a:pt x="295" y="56"/>
                  </a:lnTo>
                  <a:cubicBezTo>
                    <a:pt x="291" y="37"/>
                    <a:pt x="288" y="19"/>
                    <a:pt x="2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3811800" y="4442875"/>
              <a:ext cx="7375" cy="3225"/>
            </a:xfrm>
            <a:custGeom>
              <a:rect b="b" l="l" r="r" t="t"/>
              <a:pathLst>
                <a:path extrusionOk="0" h="129" w="295">
                  <a:moveTo>
                    <a:pt x="280" y="1"/>
                  </a:moveTo>
                  <a:lnTo>
                    <a:pt x="0" y="75"/>
                  </a:lnTo>
                  <a:lnTo>
                    <a:pt x="14" y="128"/>
                  </a:lnTo>
                  <a:lnTo>
                    <a:pt x="295" y="53"/>
                  </a:lnTo>
                  <a:cubicBezTo>
                    <a:pt x="289" y="36"/>
                    <a:pt x="284" y="17"/>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3817350" y="4460000"/>
              <a:ext cx="7275" cy="3800"/>
            </a:xfrm>
            <a:custGeom>
              <a:rect b="b" l="l" r="r" t="t"/>
              <a:pathLst>
                <a:path extrusionOk="0" h="152" w="291">
                  <a:moveTo>
                    <a:pt x="271" y="1"/>
                  </a:moveTo>
                  <a:lnTo>
                    <a:pt x="0" y="100"/>
                  </a:lnTo>
                  <a:lnTo>
                    <a:pt x="19" y="151"/>
                  </a:lnTo>
                  <a:lnTo>
                    <a:pt x="290" y="52"/>
                  </a:lnTo>
                  <a:cubicBezTo>
                    <a:pt x="282" y="36"/>
                    <a:pt x="277" y="17"/>
                    <a:pt x="2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3910525" y="4567975"/>
              <a:ext cx="4800" cy="7000"/>
            </a:xfrm>
            <a:custGeom>
              <a:rect b="b" l="l" r="r" t="t"/>
              <a:pathLst>
                <a:path extrusionOk="0" h="280" w="192">
                  <a:moveTo>
                    <a:pt x="144" y="1"/>
                  </a:moveTo>
                  <a:lnTo>
                    <a:pt x="0" y="252"/>
                  </a:lnTo>
                  <a:lnTo>
                    <a:pt x="47" y="279"/>
                  </a:lnTo>
                  <a:lnTo>
                    <a:pt x="192" y="29"/>
                  </a:lnTo>
                  <a:cubicBezTo>
                    <a:pt x="176" y="20"/>
                    <a:pt x="161" y="1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3805475" y="4407575"/>
              <a:ext cx="7400" cy="2025"/>
            </a:xfrm>
            <a:custGeom>
              <a:rect b="b" l="l" r="r" t="t"/>
              <a:pathLst>
                <a:path extrusionOk="0" h="81" w="296">
                  <a:moveTo>
                    <a:pt x="291" y="0"/>
                  </a:moveTo>
                  <a:lnTo>
                    <a:pt x="1" y="26"/>
                  </a:lnTo>
                  <a:lnTo>
                    <a:pt x="6" y="81"/>
                  </a:lnTo>
                  <a:lnTo>
                    <a:pt x="296" y="55"/>
                  </a:lnTo>
                  <a:cubicBezTo>
                    <a:pt x="293" y="36"/>
                    <a:pt x="292" y="19"/>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3944050" y="4583275"/>
              <a:ext cx="3775" cy="7275"/>
            </a:xfrm>
            <a:custGeom>
              <a:rect b="b" l="l" r="r" t="t"/>
              <a:pathLst>
                <a:path extrusionOk="0" h="291" w="151">
                  <a:moveTo>
                    <a:pt x="99" y="0"/>
                  </a:moveTo>
                  <a:lnTo>
                    <a:pt x="0" y="271"/>
                  </a:lnTo>
                  <a:lnTo>
                    <a:pt x="52" y="290"/>
                  </a:lnTo>
                  <a:lnTo>
                    <a:pt x="151" y="18"/>
                  </a:lnTo>
                  <a:cubicBezTo>
                    <a:pt x="134" y="12"/>
                    <a:pt x="117" y="7"/>
                    <a:pt x="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3961775" y="4588725"/>
              <a:ext cx="3225" cy="7375"/>
            </a:xfrm>
            <a:custGeom>
              <a:rect b="b" l="l" r="r" t="t"/>
              <a:pathLst>
                <a:path extrusionOk="0" h="295" w="129">
                  <a:moveTo>
                    <a:pt x="75" y="0"/>
                  </a:moveTo>
                  <a:lnTo>
                    <a:pt x="0" y="280"/>
                  </a:lnTo>
                  <a:lnTo>
                    <a:pt x="54" y="294"/>
                  </a:lnTo>
                  <a:lnTo>
                    <a:pt x="128" y="15"/>
                  </a:lnTo>
                  <a:cubicBezTo>
                    <a:pt x="111" y="9"/>
                    <a:pt x="94" y="5"/>
                    <a:pt x="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3880175" y="4547325"/>
              <a:ext cx="5750" cy="6475"/>
            </a:xfrm>
            <a:custGeom>
              <a:rect b="b" l="l" r="r" t="t"/>
              <a:pathLst>
                <a:path extrusionOk="0" h="259" w="230">
                  <a:moveTo>
                    <a:pt x="187" y="0"/>
                  </a:moveTo>
                  <a:lnTo>
                    <a:pt x="1" y="223"/>
                  </a:lnTo>
                  <a:lnTo>
                    <a:pt x="43" y="258"/>
                  </a:lnTo>
                  <a:lnTo>
                    <a:pt x="230" y="35"/>
                  </a:lnTo>
                  <a:lnTo>
                    <a:pt x="1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3998300" y="4595000"/>
              <a:ext cx="2000" cy="7400"/>
            </a:xfrm>
            <a:custGeom>
              <a:rect b="b" l="l" r="r" t="t"/>
              <a:pathLst>
                <a:path extrusionOk="0" h="296" w="80">
                  <a:moveTo>
                    <a:pt x="26" y="1"/>
                  </a:moveTo>
                  <a:lnTo>
                    <a:pt x="0" y="291"/>
                  </a:lnTo>
                  <a:lnTo>
                    <a:pt x="54" y="296"/>
                  </a:lnTo>
                  <a:lnTo>
                    <a:pt x="80" y="6"/>
                  </a:lnTo>
                  <a:cubicBezTo>
                    <a:pt x="62" y="4"/>
                    <a:pt x="43" y="3"/>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3894875" y="4558300"/>
              <a:ext cx="5325" cy="6725"/>
            </a:xfrm>
            <a:custGeom>
              <a:rect b="b" l="l" r="r" t="t"/>
              <a:pathLst>
                <a:path extrusionOk="0" h="269" w="213">
                  <a:moveTo>
                    <a:pt x="167" y="1"/>
                  </a:moveTo>
                  <a:lnTo>
                    <a:pt x="1" y="238"/>
                  </a:lnTo>
                  <a:lnTo>
                    <a:pt x="46" y="269"/>
                  </a:lnTo>
                  <a:lnTo>
                    <a:pt x="212" y="32"/>
                  </a:lnTo>
                  <a:cubicBezTo>
                    <a:pt x="197" y="21"/>
                    <a:pt x="182" y="1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3926925" y="4576325"/>
              <a:ext cx="4350" cy="7150"/>
            </a:xfrm>
            <a:custGeom>
              <a:rect b="b" l="l" r="r" t="t"/>
              <a:pathLst>
                <a:path extrusionOk="0" h="286" w="174">
                  <a:moveTo>
                    <a:pt x="123" y="1"/>
                  </a:moveTo>
                  <a:lnTo>
                    <a:pt x="0" y="263"/>
                  </a:lnTo>
                  <a:lnTo>
                    <a:pt x="51" y="286"/>
                  </a:lnTo>
                  <a:lnTo>
                    <a:pt x="174" y="24"/>
                  </a:lnTo>
                  <a:lnTo>
                    <a:pt x="1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3998575" y="4371450"/>
              <a:ext cx="37800" cy="37825"/>
            </a:xfrm>
            <a:custGeom>
              <a:rect b="b" l="l" r="r" t="t"/>
              <a:pathLst>
                <a:path extrusionOk="0" h="1513" w="1512">
                  <a:moveTo>
                    <a:pt x="756" y="1"/>
                  </a:moveTo>
                  <a:cubicBezTo>
                    <a:pt x="741" y="1"/>
                    <a:pt x="729" y="3"/>
                    <a:pt x="715" y="4"/>
                  </a:cubicBezTo>
                  <a:cubicBezTo>
                    <a:pt x="703" y="5"/>
                    <a:pt x="689" y="5"/>
                    <a:pt x="676" y="6"/>
                  </a:cubicBezTo>
                  <a:cubicBezTo>
                    <a:pt x="652" y="9"/>
                    <a:pt x="628" y="13"/>
                    <a:pt x="605" y="16"/>
                  </a:cubicBezTo>
                  <a:cubicBezTo>
                    <a:pt x="508" y="36"/>
                    <a:pt x="419" y="75"/>
                    <a:pt x="339" y="126"/>
                  </a:cubicBezTo>
                  <a:cubicBezTo>
                    <a:pt x="320" y="139"/>
                    <a:pt x="301" y="153"/>
                    <a:pt x="281" y="169"/>
                  </a:cubicBezTo>
                  <a:cubicBezTo>
                    <a:pt x="271" y="178"/>
                    <a:pt x="260" y="186"/>
                    <a:pt x="251" y="196"/>
                  </a:cubicBezTo>
                  <a:cubicBezTo>
                    <a:pt x="241" y="205"/>
                    <a:pt x="231" y="214"/>
                    <a:pt x="222" y="222"/>
                  </a:cubicBezTo>
                  <a:cubicBezTo>
                    <a:pt x="213" y="232"/>
                    <a:pt x="204" y="242"/>
                    <a:pt x="194" y="252"/>
                  </a:cubicBezTo>
                  <a:cubicBezTo>
                    <a:pt x="186" y="263"/>
                    <a:pt x="177" y="272"/>
                    <a:pt x="168" y="282"/>
                  </a:cubicBezTo>
                  <a:cubicBezTo>
                    <a:pt x="152" y="300"/>
                    <a:pt x="140" y="319"/>
                    <a:pt x="125" y="340"/>
                  </a:cubicBezTo>
                  <a:cubicBezTo>
                    <a:pt x="73" y="418"/>
                    <a:pt x="34" y="509"/>
                    <a:pt x="16" y="606"/>
                  </a:cubicBezTo>
                  <a:cubicBezTo>
                    <a:pt x="11" y="629"/>
                    <a:pt x="8" y="653"/>
                    <a:pt x="6" y="676"/>
                  </a:cubicBezTo>
                  <a:cubicBezTo>
                    <a:pt x="4" y="690"/>
                    <a:pt x="4" y="704"/>
                    <a:pt x="2" y="717"/>
                  </a:cubicBezTo>
                  <a:cubicBezTo>
                    <a:pt x="1" y="730"/>
                    <a:pt x="0" y="743"/>
                    <a:pt x="0" y="757"/>
                  </a:cubicBezTo>
                  <a:cubicBezTo>
                    <a:pt x="0" y="769"/>
                    <a:pt x="1" y="784"/>
                    <a:pt x="2" y="797"/>
                  </a:cubicBezTo>
                  <a:cubicBezTo>
                    <a:pt x="4" y="809"/>
                    <a:pt x="4" y="824"/>
                    <a:pt x="6" y="836"/>
                  </a:cubicBezTo>
                  <a:cubicBezTo>
                    <a:pt x="8" y="860"/>
                    <a:pt x="12" y="885"/>
                    <a:pt x="16" y="907"/>
                  </a:cubicBezTo>
                  <a:cubicBezTo>
                    <a:pt x="34" y="1004"/>
                    <a:pt x="74" y="1093"/>
                    <a:pt x="125" y="1174"/>
                  </a:cubicBezTo>
                  <a:cubicBezTo>
                    <a:pt x="138" y="1192"/>
                    <a:pt x="152" y="1212"/>
                    <a:pt x="168" y="1231"/>
                  </a:cubicBezTo>
                  <a:cubicBezTo>
                    <a:pt x="177" y="1242"/>
                    <a:pt x="186" y="1252"/>
                    <a:pt x="194" y="1261"/>
                  </a:cubicBezTo>
                  <a:cubicBezTo>
                    <a:pt x="204" y="1272"/>
                    <a:pt x="213" y="1282"/>
                    <a:pt x="222" y="1290"/>
                  </a:cubicBezTo>
                  <a:cubicBezTo>
                    <a:pt x="231" y="1300"/>
                    <a:pt x="241" y="1309"/>
                    <a:pt x="251" y="1318"/>
                  </a:cubicBezTo>
                  <a:cubicBezTo>
                    <a:pt x="261" y="1326"/>
                    <a:pt x="271" y="1336"/>
                    <a:pt x="281" y="1345"/>
                  </a:cubicBezTo>
                  <a:cubicBezTo>
                    <a:pt x="300" y="1360"/>
                    <a:pt x="318" y="1373"/>
                    <a:pt x="339" y="1387"/>
                  </a:cubicBezTo>
                  <a:cubicBezTo>
                    <a:pt x="418" y="1440"/>
                    <a:pt x="508" y="1478"/>
                    <a:pt x="605" y="1497"/>
                  </a:cubicBezTo>
                  <a:cubicBezTo>
                    <a:pt x="628" y="1502"/>
                    <a:pt x="651" y="1505"/>
                    <a:pt x="676" y="1507"/>
                  </a:cubicBezTo>
                  <a:cubicBezTo>
                    <a:pt x="689" y="1509"/>
                    <a:pt x="703" y="1509"/>
                    <a:pt x="715" y="1510"/>
                  </a:cubicBezTo>
                  <a:cubicBezTo>
                    <a:pt x="729" y="1511"/>
                    <a:pt x="743" y="1512"/>
                    <a:pt x="756" y="1512"/>
                  </a:cubicBezTo>
                  <a:cubicBezTo>
                    <a:pt x="770" y="1512"/>
                    <a:pt x="783" y="1511"/>
                    <a:pt x="796" y="1510"/>
                  </a:cubicBezTo>
                  <a:cubicBezTo>
                    <a:pt x="808" y="1509"/>
                    <a:pt x="823" y="1509"/>
                    <a:pt x="836" y="1507"/>
                  </a:cubicBezTo>
                  <a:cubicBezTo>
                    <a:pt x="859" y="1505"/>
                    <a:pt x="884" y="1501"/>
                    <a:pt x="906" y="1497"/>
                  </a:cubicBezTo>
                  <a:cubicBezTo>
                    <a:pt x="1003" y="1478"/>
                    <a:pt x="1092" y="1439"/>
                    <a:pt x="1173" y="1387"/>
                  </a:cubicBezTo>
                  <a:cubicBezTo>
                    <a:pt x="1192" y="1375"/>
                    <a:pt x="1211" y="1360"/>
                    <a:pt x="1230" y="1345"/>
                  </a:cubicBezTo>
                  <a:cubicBezTo>
                    <a:pt x="1241" y="1336"/>
                    <a:pt x="1251" y="1326"/>
                    <a:pt x="1260" y="1318"/>
                  </a:cubicBezTo>
                  <a:cubicBezTo>
                    <a:pt x="1271" y="1309"/>
                    <a:pt x="1281" y="1300"/>
                    <a:pt x="1290" y="1290"/>
                  </a:cubicBezTo>
                  <a:cubicBezTo>
                    <a:pt x="1298" y="1281"/>
                    <a:pt x="1308" y="1272"/>
                    <a:pt x="1317" y="1261"/>
                  </a:cubicBezTo>
                  <a:cubicBezTo>
                    <a:pt x="1326" y="1251"/>
                    <a:pt x="1334" y="1242"/>
                    <a:pt x="1344" y="1231"/>
                  </a:cubicBezTo>
                  <a:cubicBezTo>
                    <a:pt x="1359" y="1213"/>
                    <a:pt x="1373" y="1194"/>
                    <a:pt x="1387" y="1174"/>
                  </a:cubicBezTo>
                  <a:cubicBezTo>
                    <a:pt x="1440" y="1094"/>
                    <a:pt x="1477" y="1004"/>
                    <a:pt x="1496" y="907"/>
                  </a:cubicBezTo>
                  <a:cubicBezTo>
                    <a:pt x="1501" y="883"/>
                    <a:pt x="1504" y="860"/>
                    <a:pt x="1507" y="836"/>
                  </a:cubicBezTo>
                  <a:cubicBezTo>
                    <a:pt x="1508" y="824"/>
                    <a:pt x="1508" y="809"/>
                    <a:pt x="1509" y="797"/>
                  </a:cubicBezTo>
                  <a:cubicBezTo>
                    <a:pt x="1511" y="784"/>
                    <a:pt x="1512" y="769"/>
                    <a:pt x="1512" y="757"/>
                  </a:cubicBezTo>
                  <a:cubicBezTo>
                    <a:pt x="1512" y="743"/>
                    <a:pt x="1510" y="730"/>
                    <a:pt x="1509" y="717"/>
                  </a:cubicBezTo>
                  <a:cubicBezTo>
                    <a:pt x="1508" y="704"/>
                    <a:pt x="1508" y="690"/>
                    <a:pt x="1507" y="676"/>
                  </a:cubicBezTo>
                  <a:cubicBezTo>
                    <a:pt x="1504" y="654"/>
                    <a:pt x="1501" y="629"/>
                    <a:pt x="1496" y="606"/>
                  </a:cubicBezTo>
                  <a:cubicBezTo>
                    <a:pt x="1477" y="509"/>
                    <a:pt x="1439" y="421"/>
                    <a:pt x="1387" y="340"/>
                  </a:cubicBezTo>
                  <a:cubicBezTo>
                    <a:pt x="1374" y="320"/>
                    <a:pt x="1359" y="301"/>
                    <a:pt x="1344" y="282"/>
                  </a:cubicBezTo>
                  <a:cubicBezTo>
                    <a:pt x="1336" y="272"/>
                    <a:pt x="1326" y="262"/>
                    <a:pt x="1317" y="252"/>
                  </a:cubicBezTo>
                  <a:cubicBezTo>
                    <a:pt x="1308" y="242"/>
                    <a:pt x="1299" y="232"/>
                    <a:pt x="1290" y="222"/>
                  </a:cubicBezTo>
                  <a:cubicBezTo>
                    <a:pt x="1281" y="214"/>
                    <a:pt x="1271" y="205"/>
                    <a:pt x="1260" y="196"/>
                  </a:cubicBezTo>
                  <a:cubicBezTo>
                    <a:pt x="1250" y="186"/>
                    <a:pt x="1241" y="178"/>
                    <a:pt x="1230" y="169"/>
                  </a:cubicBezTo>
                  <a:cubicBezTo>
                    <a:pt x="1213" y="153"/>
                    <a:pt x="1193" y="140"/>
                    <a:pt x="1173" y="126"/>
                  </a:cubicBezTo>
                  <a:cubicBezTo>
                    <a:pt x="1094" y="73"/>
                    <a:pt x="1003" y="36"/>
                    <a:pt x="906" y="16"/>
                  </a:cubicBezTo>
                  <a:cubicBezTo>
                    <a:pt x="884" y="11"/>
                    <a:pt x="860" y="9"/>
                    <a:pt x="836" y="6"/>
                  </a:cubicBezTo>
                  <a:cubicBezTo>
                    <a:pt x="823" y="5"/>
                    <a:pt x="808" y="5"/>
                    <a:pt x="796" y="4"/>
                  </a:cubicBezTo>
                  <a:cubicBezTo>
                    <a:pt x="783" y="3"/>
                    <a:pt x="769" y="1"/>
                    <a:pt x="7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4000800" y="4013525"/>
              <a:ext cx="33425" cy="31500"/>
            </a:xfrm>
            <a:custGeom>
              <a:rect b="b" l="l" r="r" t="t"/>
              <a:pathLst>
                <a:path extrusionOk="0" h="1260" w="1337">
                  <a:moveTo>
                    <a:pt x="0" y="1"/>
                  </a:moveTo>
                  <a:lnTo>
                    <a:pt x="0" y="100"/>
                  </a:lnTo>
                  <a:lnTo>
                    <a:pt x="161" y="100"/>
                  </a:lnTo>
                  <a:lnTo>
                    <a:pt x="161" y="1139"/>
                  </a:lnTo>
                  <a:lnTo>
                    <a:pt x="0" y="1139"/>
                  </a:lnTo>
                  <a:lnTo>
                    <a:pt x="0" y="1238"/>
                  </a:lnTo>
                  <a:lnTo>
                    <a:pt x="435" y="1238"/>
                  </a:lnTo>
                  <a:lnTo>
                    <a:pt x="435" y="1139"/>
                  </a:lnTo>
                  <a:lnTo>
                    <a:pt x="275" y="1139"/>
                  </a:lnTo>
                  <a:lnTo>
                    <a:pt x="275" y="291"/>
                  </a:lnTo>
                  <a:lnTo>
                    <a:pt x="257" y="154"/>
                  </a:lnTo>
                  <a:lnTo>
                    <a:pt x="263" y="154"/>
                  </a:lnTo>
                  <a:lnTo>
                    <a:pt x="342" y="290"/>
                  </a:lnTo>
                  <a:lnTo>
                    <a:pt x="1061" y="1260"/>
                  </a:lnTo>
                  <a:lnTo>
                    <a:pt x="1175" y="1260"/>
                  </a:lnTo>
                  <a:lnTo>
                    <a:pt x="1175" y="100"/>
                  </a:lnTo>
                  <a:lnTo>
                    <a:pt x="1336" y="100"/>
                  </a:lnTo>
                  <a:lnTo>
                    <a:pt x="1336" y="1"/>
                  </a:lnTo>
                  <a:lnTo>
                    <a:pt x="902" y="1"/>
                  </a:lnTo>
                  <a:lnTo>
                    <a:pt x="902" y="100"/>
                  </a:lnTo>
                  <a:lnTo>
                    <a:pt x="1062" y="100"/>
                  </a:lnTo>
                  <a:lnTo>
                    <a:pt x="1062" y="833"/>
                  </a:lnTo>
                  <a:lnTo>
                    <a:pt x="1073" y="985"/>
                  </a:lnTo>
                  <a:lnTo>
                    <a:pt x="1064" y="985"/>
                  </a:lnTo>
                  <a:lnTo>
                    <a:pt x="971" y="833"/>
                  </a:lnTo>
                  <a:lnTo>
                    <a:pt x="3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4007050" y="4736825"/>
              <a:ext cx="21200" cy="31950"/>
            </a:xfrm>
            <a:custGeom>
              <a:rect b="b" l="l" r="r" t="t"/>
              <a:pathLst>
                <a:path extrusionOk="0" h="1278" w="848">
                  <a:moveTo>
                    <a:pt x="422" y="0"/>
                  </a:moveTo>
                  <a:cubicBezTo>
                    <a:pt x="293" y="0"/>
                    <a:pt x="190" y="29"/>
                    <a:pt x="114" y="85"/>
                  </a:cubicBezTo>
                  <a:cubicBezTo>
                    <a:pt x="38" y="140"/>
                    <a:pt x="1" y="219"/>
                    <a:pt x="1" y="318"/>
                  </a:cubicBezTo>
                  <a:cubicBezTo>
                    <a:pt x="1" y="386"/>
                    <a:pt x="17" y="443"/>
                    <a:pt x="49" y="487"/>
                  </a:cubicBezTo>
                  <a:cubicBezTo>
                    <a:pt x="81" y="532"/>
                    <a:pt x="122" y="570"/>
                    <a:pt x="171" y="602"/>
                  </a:cubicBezTo>
                  <a:cubicBezTo>
                    <a:pt x="219" y="634"/>
                    <a:pt x="271" y="661"/>
                    <a:pt x="328" y="684"/>
                  </a:cubicBezTo>
                  <a:cubicBezTo>
                    <a:pt x="385" y="707"/>
                    <a:pt x="436" y="732"/>
                    <a:pt x="485" y="757"/>
                  </a:cubicBezTo>
                  <a:cubicBezTo>
                    <a:pt x="533" y="781"/>
                    <a:pt x="575" y="809"/>
                    <a:pt x="607" y="841"/>
                  </a:cubicBezTo>
                  <a:cubicBezTo>
                    <a:pt x="639" y="874"/>
                    <a:pt x="655" y="914"/>
                    <a:pt x="655" y="962"/>
                  </a:cubicBezTo>
                  <a:cubicBezTo>
                    <a:pt x="655" y="999"/>
                    <a:pt x="648" y="1031"/>
                    <a:pt x="632" y="1058"/>
                  </a:cubicBezTo>
                  <a:cubicBezTo>
                    <a:pt x="617" y="1086"/>
                    <a:pt x="596" y="1108"/>
                    <a:pt x="569" y="1125"/>
                  </a:cubicBezTo>
                  <a:cubicBezTo>
                    <a:pt x="542" y="1144"/>
                    <a:pt x="511" y="1156"/>
                    <a:pt x="474" y="1165"/>
                  </a:cubicBezTo>
                  <a:cubicBezTo>
                    <a:pt x="438" y="1175"/>
                    <a:pt x="400" y="1179"/>
                    <a:pt x="358" y="1179"/>
                  </a:cubicBezTo>
                  <a:cubicBezTo>
                    <a:pt x="312" y="1179"/>
                    <a:pt x="272" y="1174"/>
                    <a:pt x="235" y="1163"/>
                  </a:cubicBezTo>
                  <a:cubicBezTo>
                    <a:pt x="198" y="1153"/>
                    <a:pt x="169" y="1139"/>
                    <a:pt x="147" y="1125"/>
                  </a:cubicBezTo>
                  <a:lnTo>
                    <a:pt x="115" y="1083"/>
                  </a:lnTo>
                  <a:lnTo>
                    <a:pt x="115" y="872"/>
                  </a:lnTo>
                  <a:lnTo>
                    <a:pt x="2" y="872"/>
                  </a:lnTo>
                  <a:lnTo>
                    <a:pt x="2" y="1194"/>
                  </a:lnTo>
                  <a:cubicBezTo>
                    <a:pt x="30" y="1215"/>
                    <a:pt x="75" y="1232"/>
                    <a:pt x="136" y="1251"/>
                  </a:cubicBezTo>
                  <a:cubicBezTo>
                    <a:pt x="196" y="1268"/>
                    <a:pt x="270" y="1278"/>
                    <a:pt x="353" y="1278"/>
                  </a:cubicBezTo>
                  <a:cubicBezTo>
                    <a:pt x="505" y="1278"/>
                    <a:pt x="626" y="1248"/>
                    <a:pt x="715" y="1186"/>
                  </a:cubicBezTo>
                  <a:cubicBezTo>
                    <a:pt x="803" y="1125"/>
                    <a:pt x="848" y="1037"/>
                    <a:pt x="848" y="924"/>
                  </a:cubicBezTo>
                  <a:cubicBezTo>
                    <a:pt x="848" y="860"/>
                    <a:pt x="830" y="805"/>
                    <a:pt x="798" y="762"/>
                  </a:cubicBezTo>
                  <a:cubicBezTo>
                    <a:pt x="766" y="722"/>
                    <a:pt x="726" y="684"/>
                    <a:pt x="678" y="654"/>
                  </a:cubicBezTo>
                  <a:cubicBezTo>
                    <a:pt x="630" y="623"/>
                    <a:pt x="577" y="594"/>
                    <a:pt x="520" y="571"/>
                  </a:cubicBezTo>
                  <a:cubicBezTo>
                    <a:pt x="463" y="546"/>
                    <a:pt x="412" y="521"/>
                    <a:pt x="363" y="496"/>
                  </a:cubicBezTo>
                  <a:cubicBezTo>
                    <a:pt x="313" y="470"/>
                    <a:pt x="274" y="441"/>
                    <a:pt x="241" y="408"/>
                  </a:cubicBezTo>
                  <a:cubicBezTo>
                    <a:pt x="209" y="376"/>
                    <a:pt x="193" y="336"/>
                    <a:pt x="193" y="287"/>
                  </a:cubicBezTo>
                  <a:cubicBezTo>
                    <a:pt x="193" y="227"/>
                    <a:pt x="213" y="183"/>
                    <a:pt x="252" y="150"/>
                  </a:cubicBezTo>
                  <a:cubicBezTo>
                    <a:pt x="292" y="118"/>
                    <a:pt x="348" y="102"/>
                    <a:pt x="419" y="102"/>
                  </a:cubicBezTo>
                  <a:cubicBezTo>
                    <a:pt x="460" y="102"/>
                    <a:pt x="501" y="104"/>
                    <a:pt x="544" y="108"/>
                  </a:cubicBezTo>
                  <a:cubicBezTo>
                    <a:pt x="586" y="113"/>
                    <a:pt x="618" y="119"/>
                    <a:pt x="641" y="128"/>
                  </a:cubicBezTo>
                  <a:lnTo>
                    <a:pt x="668" y="173"/>
                  </a:lnTo>
                  <a:lnTo>
                    <a:pt x="668" y="364"/>
                  </a:lnTo>
                  <a:lnTo>
                    <a:pt x="782" y="364"/>
                  </a:lnTo>
                  <a:lnTo>
                    <a:pt x="782" y="59"/>
                  </a:lnTo>
                  <a:cubicBezTo>
                    <a:pt x="741" y="41"/>
                    <a:pt x="690" y="26"/>
                    <a:pt x="632" y="16"/>
                  </a:cubicBezTo>
                  <a:cubicBezTo>
                    <a:pt x="574" y="6"/>
                    <a:pt x="503" y="0"/>
                    <a:pt x="4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3636950" y="4372175"/>
              <a:ext cx="46700" cy="30950"/>
            </a:xfrm>
            <a:custGeom>
              <a:rect b="b" l="l" r="r" t="t"/>
              <a:pathLst>
                <a:path extrusionOk="0" h="1238" w="1868">
                  <a:moveTo>
                    <a:pt x="0" y="0"/>
                  </a:moveTo>
                  <a:lnTo>
                    <a:pt x="0" y="100"/>
                  </a:lnTo>
                  <a:lnTo>
                    <a:pt x="152" y="100"/>
                  </a:lnTo>
                  <a:lnTo>
                    <a:pt x="461" y="1238"/>
                  </a:lnTo>
                  <a:lnTo>
                    <a:pt x="667" y="1238"/>
                  </a:lnTo>
                  <a:lnTo>
                    <a:pt x="944" y="258"/>
                  </a:lnTo>
                  <a:lnTo>
                    <a:pt x="1220" y="1238"/>
                  </a:lnTo>
                  <a:lnTo>
                    <a:pt x="1425" y="1238"/>
                  </a:lnTo>
                  <a:lnTo>
                    <a:pt x="1720" y="100"/>
                  </a:lnTo>
                  <a:lnTo>
                    <a:pt x="1868" y="100"/>
                  </a:lnTo>
                  <a:lnTo>
                    <a:pt x="1868" y="0"/>
                  </a:lnTo>
                  <a:lnTo>
                    <a:pt x="1432" y="0"/>
                  </a:lnTo>
                  <a:lnTo>
                    <a:pt x="1432" y="98"/>
                  </a:lnTo>
                  <a:lnTo>
                    <a:pt x="1583" y="98"/>
                  </a:lnTo>
                  <a:lnTo>
                    <a:pt x="1410" y="848"/>
                  </a:lnTo>
                  <a:lnTo>
                    <a:pt x="1357" y="1086"/>
                  </a:lnTo>
                  <a:lnTo>
                    <a:pt x="1348" y="1086"/>
                  </a:lnTo>
                  <a:lnTo>
                    <a:pt x="1294" y="852"/>
                  </a:lnTo>
                  <a:lnTo>
                    <a:pt x="1042" y="0"/>
                  </a:lnTo>
                  <a:lnTo>
                    <a:pt x="912" y="0"/>
                  </a:lnTo>
                  <a:cubicBezTo>
                    <a:pt x="867" y="156"/>
                    <a:pt x="827" y="296"/>
                    <a:pt x="792" y="420"/>
                  </a:cubicBezTo>
                  <a:cubicBezTo>
                    <a:pt x="776" y="474"/>
                    <a:pt x="763" y="526"/>
                    <a:pt x="748" y="577"/>
                  </a:cubicBezTo>
                  <a:cubicBezTo>
                    <a:pt x="734" y="629"/>
                    <a:pt x="721" y="673"/>
                    <a:pt x="709" y="713"/>
                  </a:cubicBezTo>
                  <a:cubicBezTo>
                    <a:pt x="698" y="754"/>
                    <a:pt x="688" y="786"/>
                    <a:pt x="681" y="811"/>
                  </a:cubicBezTo>
                  <a:cubicBezTo>
                    <a:pt x="675" y="837"/>
                    <a:pt x="671" y="851"/>
                    <a:pt x="671" y="852"/>
                  </a:cubicBezTo>
                  <a:lnTo>
                    <a:pt x="603" y="1090"/>
                  </a:lnTo>
                  <a:lnTo>
                    <a:pt x="596" y="1090"/>
                  </a:lnTo>
                  <a:lnTo>
                    <a:pt x="549" y="856"/>
                  </a:lnTo>
                  <a:lnTo>
                    <a:pt x="360" y="100"/>
                  </a:lnTo>
                  <a:lnTo>
                    <a:pt x="527" y="100"/>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4359475" y="4372175"/>
              <a:ext cx="24275" cy="30900"/>
            </a:xfrm>
            <a:custGeom>
              <a:rect b="b" l="l" r="r" t="t"/>
              <a:pathLst>
                <a:path extrusionOk="0" h="1236" w="971">
                  <a:moveTo>
                    <a:pt x="1" y="0"/>
                  </a:moveTo>
                  <a:lnTo>
                    <a:pt x="1" y="98"/>
                  </a:lnTo>
                  <a:lnTo>
                    <a:pt x="161" y="98"/>
                  </a:lnTo>
                  <a:lnTo>
                    <a:pt x="161" y="1137"/>
                  </a:lnTo>
                  <a:lnTo>
                    <a:pt x="1" y="1137"/>
                  </a:lnTo>
                  <a:lnTo>
                    <a:pt x="1" y="1235"/>
                  </a:lnTo>
                  <a:lnTo>
                    <a:pt x="971" y="1235"/>
                  </a:lnTo>
                  <a:lnTo>
                    <a:pt x="971" y="929"/>
                  </a:lnTo>
                  <a:lnTo>
                    <a:pt x="857" y="929"/>
                  </a:lnTo>
                  <a:lnTo>
                    <a:pt x="857" y="1101"/>
                  </a:lnTo>
                  <a:lnTo>
                    <a:pt x="821" y="1137"/>
                  </a:lnTo>
                  <a:lnTo>
                    <a:pt x="360" y="1137"/>
                  </a:lnTo>
                  <a:lnTo>
                    <a:pt x="360" y="656"/>
                  </a:lnTo>
                  <a:lnTo>
                    <a:pt x="658" y="656"/>
                  </a:lnTo>
                  <a:lnTo>
                    <a:pt x="685" y="683"/>
                  </a:lnTo>
                  <a:lnTo>
                    <a:pt x="685" y="758"/>
                  </a:lnTo>
                  <a:lnTo>
                    <a:pt x="797" y="758"/>
                  </a:lnTo>
                  <a:lnTo>
                    <a:pt x="797" y="455"/>
                  </a:lnTo>
                  <a:lnTo>
                    <a:pt x="685" y="455"/>
                  </a:lnTo>
                  <a:lnTo>
                    <a:pt x="685" y="531"/>
                  </a:lnTo>
                  <a:lnTo>
                    <a:pt x="658" y="557"/>
                  </a:lnTo>
                  <a:lnTo>
                    <a:pt x="360" y="557"/>
                  </a:lnTo>
                  <a:lnTo>
                    <a:pt x="360" y="98"/>
                  </a:lnTo>
                  <a:lnTo>
                    <a:pt x="792" y="98"/>
                  </a:lnTo>
                  <a:lnTo>
                    <a:pt x="828" y="139"/>
                  </a:lnTo>
                  <a:lnTo>
                    <a:pt x="828" y="289"/>
                  </a:lnTo>
                  <a:lnTo>
                    <a:pt x="940" y="289"/>
                  </a:lnTo>
                  <a:lnTo>
                    <a:pt x="9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3816750" y="4202225"/>
              <a:ext cx="19600" cy="20675"/>
            </a:xfrm>
            <a:custGeom>
              <a:rect b="b" l="l" r="r" t="t"/>
              <a:pathLst>
                <a:path extrusionOk="0" h="827" w="784">
                  <a:moveTo>
                    <a:pt x="430" y="0"/>
                  </a:moveTo>
                  <a:lnTo>
                    <a:pt x="290" y="141"/>
                  </a:lnTo>
                  <a:lnTo>
                    <a:pt x="324" y="171"/>
                  </a:lnTo>
                  <a:lnTo>
                    <a:pt x="375" y="120"/>
                  </a:lnTo>
                  <a:lnTo>
                    <a:pt x="609" y="356"/>
                  </a:lnTo>
                  <a:lnTo>
                    <a:pt x="662" y="402"/>
                  </a:lnTo>
                  <a:lnTo>
                    <a:pt x="660" y="404"/>
                  </a:lnTo>
                  <a:lnTo>
                    <a:pt x="581" y="385"/>
                  </a:lnTo>
                  <a:lnTo>
                    <a:pt x="114" y="316"/>
                  </a:lnTo>
                  <a:lnTo>
                    <a:pt x="1" y="429"/>
                  </a:lnTo>
                  <a:lnTo>
                    <a:pt x="33" y="462"/>
                  </a:lnTo>
                  <a:lnTo>
                    <a:pt x="84" y="411"/>
                  </a:lnTo>
                  <a:lnTo>
                    <a:pt x="418" y="744"/>
                  </a:lnTo>
                  <a:lnTo>
                    <a:pt x="367" y="796"/>
                  </a:lnTo>
                  <a:lnTo>
                    <a:pt x="399" y="827"/>
                  </a:lnTo>
                  <a:lnTo>
                    <a:pt x="538" y="687"/>
                  </a:lnTo>
                  <a:lnTo>
                    <a:pt x="506" y="655"/>
                  </a:lnTo>
                  <a:lnTo>
                    <a:pt x="455" y="707"/>
                  </a:lnTo>
                  <a:lnTo>
                    <a:pt x="182" y="435"/>
                  </a:lnTo>
                  <a:lnTo>
                    <a:pt x="133" y="396"/>
                  </a:lnTo>
                  <a:lnTo>
                    <a:pt x="135" y="393"/>
                  </a:lnTo>
                  <a:lnTo>
                    <a:pt x="203" y="413"/>
                  </a:lnTo>
                  <a:lnTo>
                    <a:pt x="747" y="493"/>
                  </a:lnTo>
                  <a:lnTo>
                    <a:pt x="784" y="457"/>
                  </a:lnTo>
                  <a:lnTo>
                    <a:pt x="411" y="84"/>
                  </a:lnTo>
                  <a:lnTo>
                    <a:pt x="463" y="32"/>
                  </a:lnTo>
                  <a:lnTo>
                    <a:pt x="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3827850" y="4186775"/>
              <a:ext cx="21500" cy="21250"/>
            </a:xfrm>
            <a:custGeom>
              <a:rect b="b" l="l" r="r" t="t"/>
              <a:pathLst>
                <a:path extrusionOk="0" h="850" w="860">
                  <a:moveTo>
                    <a:pt x="603" y="0"/>
                  </a:moveTo>
                  <a:lnTo>
                    <a:pt x="463" y="139"/>
                  </a:lnTo>
                  <a:lnTo>
                    <a:pt x="495" y="173"/>
                  </a:lnTo>
                  <a:lnTo>
                    <a:pt x="545" y="123"/>
                  </a:lnTo>
                  <a:lnTo>
                    <a:pt x="729" y="420"/>
                  </a:lnTo>
                  <a:lnTo>
                    <a:pt x="788" y="514"/>
                  </a:lnTo>
                  <a:lnTo>
                    <a:pt x="785" y="516"/>
                  </a:lnTo>
                  <a:lnTo>
                    <a:pt x="693" y="458"/>
                  </a:lnTo>
                  <a:lnTo>
                    <a:pt x="339" y="265"/>
                  </a:lnTo>
                  <a:lnTo>
                    <a:pt x="295" y="308"/>
                  </a:lnTo>
                  <a:cubicBezTo>
                    <a:pt x="331" y="372"/>
                    <a:pt x="364" y="430"/>
                    <a:pt x="392" y="482"/>
                  </a:cubicBezTo>
                  <a:cubicBezTo>
                    <a:pt x="404" y="504"/>
                    <a:pt x="417" y="525"/>
                    <a:pt x="428" y="546"/>
                  </a:cubicBezTo>
                  <a:cubicBezTo>
                    <a:pt x="440" y="567"/>
                    <a:pt x="450" y="586"/>
                    <a:pt x="459" y="603"/>
                  </a:cubicBezTo>
                  <a:cubicBezTo>
                    <a:pt x="469" y="619"/>
                    <a:pt x="476" y="633"/>
                    <a:pt x="481" y="643"/>
                  </a:cubicBezTo>
                  <a:cubicBezTo>
                    <a:pt x="488" y="653"/>
                    <a:pt x="490" y="658"/>
                    <a:pt x="490" y="659"/>
                  </a:cubicBezTo>
                  <a:lnTo>
                    <a:pt x="545" y="759"/>
                  </a:lnTo>
                  <a:lnTo>
                    <a:pt x="542" y="762"/>
                  </a:lnTo>
                  <a:lnTo>
                    <a:pt x="452" y="701"/>
                  </a:lnTo>
                  <a:lnTo>
                    <a:pt x="149" y="519"/>
                  </a:lnTo>
                  <a:lnTo>
                    <a:pt x="202" y="464"/>
                  </a:lnTo>
                  <a:lnTo>
                    <a:pt x="170" y="433"/>
                  </a:lnTo>
                  <a:lnTo>
                    <a:pt x="0" y="603"/>
                  </a:lnTo>
                  <a:lnTo>
                    <a:pt x="32" y="635"/>
                  </a:lnTo>
                  <a:lnTo>
                    <a:pt x="86" y="583"/>
                  </a:lnTo>
                  <a:lnTo>
                    <a:pt x="550" y="849"/>
                  </a:lnTo>
                  <a:lnTo>
                    <a:pt x="615" y="783"/>
                  </a:lnTo>
                  <a:lnTo>
                    <a:pt x="390" y="380"/>
                  </a:lnTo>
                  <a:lnTo>
                    <a:pt x="794" y="606"/>
                  </a:lnTo>
                  <a:lnTo>
                    <a:pt x="860" y="540"/>
                  </a:lnTo>
                  <a:lnTo>
                    <a:pt x="588" y="80"/>
                  </a:lnTo>
                  <a:lnTo>
                    <a:pt x="635" y="33"/>
                  </a:lnTo>
                  <a:lnTo>
                    <a:pt x="6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4187800" y="4192500"/>
              <a:ext cx="20675" cy="19550"/>
            </a:xfrm>
            <a:custGeom>
              <a:rect b="b" l="l" r="r" t="t"/>
              <a:pathLst>
                <a:path extrusionOk="0" h="782" w="827">
                  <a:moveTo>
                    <a:pt x="399" y="0"/>
                  </a:moveTo>
                  <a:lnTo>
                    <a:pt x="367" y="32"/>
                  </a:lnTo>
                  <a:lnTo>
                    <a:pt x="418" y="84"/>
                  </a:lnTo>
                  <a:lnTo>
                    <a:pt x="84" y="418"/>
                  </a:lnTo>
                  <a:lnTo>
                    <a:pt x="32" y="367"/>
                  </a:lnTo>
                  <a:lnTo>
                    <a:pt x="0" y="397"/>
                  </a:lnTo>
                  <a:lnTo>
                    <a:pt x="141" y="538"/>
                  </a:lnTo>
                  <a:lnTo>
                    <a:pt x="172" y="506"/>
                  </a:lnTo>
                  <a:lnTo>
                    <a:pt x="120" y="454"/>
                  </a:lnTo>
                  <a:lnTo>
                    <a:pt x="393" y="182"/>
                  </a:lnTo>
                  <a:lnTo>
                    <a:pt x="432" y="131"/>
                  </a:lnTo>
                  <a:lnTo>
                    <a:pt x="434" y="134"/>
                  </a:lnTo>
                  <a:lnTo>
                    <a:pt x="416" y="202"/>
                  </a:lnTo>
                  <a:lnTo>
                    <a:pt x="335" y="745"/>
                  </a:lnTo>
                  <a:lnTo>
                    <a:pt x="372" y="781"/>
                  </a:lnTo>
                  <a:lnTo>
                    <a:pt x="744" y="409"/>
                  </a:lnTo>
                  <a:lnTo>
                    <a:pt x="796" y="461"/>
                  </a:lnTo>
                  <a:lnTo>
                    <a:pt x="827" y="429"/>
                  </a:lnTo>
                  <a:lnTo>
                    <a:pt x="688" y="290"/>
                  </a:lnTo>
                  <a:lnTo>
                    <a:pt x="656" y="321"/>
                  </a:lnTo>
                  <a:lnTo>
                    <a:pt x="707" y="373"/>
                  </a:lnTo>
                  <a:lnTo>
                    <a:pt x="473" y="609"/>
                  </a:lnTo>
                  <a:lnTo>
                    <a:pt x="428" y="661"/>
                  </a:lnTo>
                  <a:lnTo>
                    <a:pt x="423" y="657"/>
                  </a:lnTo>
                  <a:lnTo>
                    <a:pt x="443" y="580"/>
                  </a:lnTo>
                  <a:lnTo>
                    <a:pt x="512" y="114"/>
                  </a:lnTo>
                  <a:lnTo>
                    <a:pt x="3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4199425" y="4204125"/>
              <a:ext cx="17550" cy="17750"/>
            </a:xfrm>
            <a:custGeom>
              <a:rect b="b" l="l" r="r" t="t"/>
              <a:pathLst>
                <a:path extrusionOk="0" h="710" w="702">
                  <a:moveTo>
                    <a:pt x="399" y="1"/>
                  </a:moveTo>
                  <a:lnTo>
                    <a:pt x="367" y="33"/>
                  </a:lnTo>
                  <a:lnTo>
                    <a:pt x="419" y="84"/>
                  </a:lnTo>
                  <a:lnTo>
                    <a:pt x="85" y="418"/>
                  </a:lnTo>
                  <a:lnTo>
                    <a:pt x="34" y="366"/>
                  </a:lnTo>
                  <a:lnTo>
                    <a:pt x="1" y="398"/>
                  </a:lnTo>
                  <a:lnTo>
                    <a:pt x="313" y="709"/>
                  </a:lnTo>
                  <a:lnTo>
                    <a:pt x="412" y="610"/>
                  </a:lnTo>
                  <a:lnTo>
                    <a:pt x="375" y="574"/>
                  </a:lnTo>
                  <a:lnTo>
                    <a:pt x="320" y="630"/>
                  </a:lnTo>
                  <a:lnTo>
                    <a:pt x="298" y="630"/>
                  </a:lnTo>
                  <a:lnTo>
                    <a:pt x="148" y="481"/>
                  </a:lnTo>
                  <a:lnTo>
                    <a:pt x="304" y="327"/>
                  </a:lnTo>
                  <a:lnTo>
                    <a:pt x="399" y="423"/>
                  </a:lnTo>
                  <a:lnTo>
                    <a:pt x="399" y="440"/>
                  </a:lnTo>
                  <a:lnTo>
                    <a:pt x="375" y="464"/>
                  </a:lnTo>
                  <a:lnTo>
                    <a:pt x="411" y="500"/>
                  </a:lnTo>
                  <a:lnTo>
                    <a:pt x="508" y="403"/>
                  </a:lnTo>
                  <a:lnTo>
                    <a:pt x="472" y="367"/>
                  </a:lnTo>
                  <a:lnTo>
                    <a:pt x="449" y="390"/>
                  </a:lnTo>
                  <a:lnTo>
                    <a:pt x="432" y="390"/>
                  </a:lnTo>
                  <a:lnTo>
                    <a:pt x="335" y="295"/>
                  </a:lnTo>
                  <a:lnTo>
                    <a:pt x="483" y="147"/>
                  </a:lnTo>
                  <a:lnTo>
                    <a:pt x="622" y="286"/>
                  </a:lnTo>
                  <a:lnTo>
                    <a:pt x="620" y="310"/>
                  </a:lnTo>
                  <a:lnTo>
                    <a:pt x="571" y="359"/>
                  </a:lnTo>
                  <a:lnTo>
                    <a:pt x="607" y="395"/>
                  </a:lnTo>
                  <a:lnTo>
                    <a:pt x="701" y="302"/>
                  </a:lnTo>
                  <a:lnTo>
                    <a:pt x="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4199550" y="4561550"/>
              <a:ext cx="14150" cy="15400"/>
            </a:xfrm>
            <a:custGeom>
              <a:rect b="b" l="l" r="r" t="t"/>
              <a:pathLst>
                <a:path extrusionOk="0" h="616" w="566">
                  <a:moveTo>
                    <a:pt x="238" y="1"/>
                  </a:moveTo>
                  <a:cubicBezTo>
                    <a:pt x="223" y="4"/>
                    <a:pt x="202" y="13"/>
                    <a:pt x="176" y="25"/>
                  </a:cubicBezTo>
                  <a:cubicBezTo>
                    <a:pt x="150" y="40"/>
                    <a:pt x="125" y="60"/>
                    <a:pt x="98" y="87"/>
                  </a:cubicBezTo>
                  <a:cubicBezTo>
                    <a:pt x="49" y="137"/>
                    <a:pt x="19" y="185"/>
                    <a:pt x="10" y="233"/>
                  </a:cubicBezTo>
                  <a:cubicBezTo>
                    <a:pt x="1" y="281"/>
                    <a:pt x="15" y="324"/>
                    <a:pt x="51" y="360"/>
                  </a:cubicBezTo>
                  <a:cubicBezTo>
                    <a:pt x="72" y="380"/>
                    <a:pt x="96" y="393"/>
                    <a:pt x="120" y="396"/>
                  </a:cubicBezTo>
                  <a:cubicBezTo>
                    <a:pt x="129" y="397"/>
                    <a:pt x="138" y="398"/>
                    <a:pt x="147" y="398"/>
                  </a:cubicBezTo>
                  <a:cubicBezTo>
                    <a:pt x="163" y="398"/>
                    <a:pt x="179" y="396"/>
                    <a:pt x="195" y="393"/>
                  </a:cubicBezTo>
                  <a:cubicBezTo>
                    <a:pt x="221" y="388"/>
                    <a:pt x="246" y="380"/>
                    <a:pt x="272" y="368"/>
                  </a:cubicBezTo>
                  <a:cubicBezTo>
                    <a:pt x="298" y="358"/>
                    <a:pt x="322" y="349"/>
                    <a:pt x="347" y="342"/>
                  </a:cubicBezTo>
                  <a:cubicBezTo>
                    <a:pt x="370" y="335"/>
                    <a:pt x="393" y="332"/>
                    <a:pt x="414" y="332"/>
                  </a:cubicBezTo>
                  <a:cubicBezTo>
                    <a:pt x="434" y="332"/>
                    <a:pt x="453" y="340"/>
                    <a:pt x="468" y="356"/>
                  </a:cubicBezTo>
                  <a:cubicBezTo>
                    <a:pt x="488" y="375"/>
                    <a:pt x="495" y="396"/>
                    <a:pt x="493" y="419"/>
                  </a:cubicBezTo>
                  <a:cubicBezTo>
                    <a:pt x="490" y="442"/>
                    <a:pt x="477" y="465"/>
                    <a:pt x="455" y="487"/>
                  </a:cubicBezTo>
                  <a:cubicBezTo>
                    <a:pt x="442" y="500"/>
                    <a:pt x="428" y="512"/>
                    <a:pt x="413" y="525"/>
                  </a:cubicBezTo>
                  <a:cubicBezTo>
                    <a:pt x="397" y="536"/>
                    <a:pt x="385" y="545"/>
                    <a:pt x="375" y="549"/>
                  </a:cubicBezTo>
                  <a:lnTo>
                    <a:pt x="352" y="543"/>
                  </a:lnTo>
                  <a:lnTo>
                    <a:pt x="290" y="481"/>
                  </a:lnTo>
                  <a:lnTo>
                    <a:pt x="254" y="518"/>
                  </a:lnTo>
                  <a:lnTo>
                    <a:pt x="352" y="616"/>
                  </a:lnTo>
                  <a:cubicBezTo>
                    <a:pt x="371" y="608"/>
                    <a:pt x="392" y="597"/>
                    <a:pt x="414" y="582"/>
                  </a:cubicBezTo>
                  <a:cubicBezTo>
                    <a:pt x="436" y="566"/>
                    <a:pt x="460" y="545"/>
                    <a:pt x="486" y="520"/>
                  </a:cubicBezTo>
                  <a:cubicBezTo>
                    <a:pt x="527" y="478"/>
                    <a:pt x="552" y="435"/>
                    <a:pt x="558" y="393"/>
                  </a:cubicBezTo>
                  <a:cubicBezTo>
                    <a:pt x="565" y="350"/>
                    <a:pt x="552" y="313"/>
                    <a:pt x="520" y="280"/>
                  </a:cubicBezTo>
                  <a:cubicBezTo>
                    <a:pt x="497" y="262"/>
                    <a:pt x="474" y="248"/>
                    <a:pt x="450" y="245"/>
                  </a:cubicBezTo>
                  <a:cubicBezTo>
                    <a:pt x="439" y="243"/>
                    <a:pt x="428" y="242"/>
                    <a:pt x="417" y="242"/>
                  </a:cubicBezTo>
                  <a:cubicBezTo>
                    <a:pt x="403" y="242"/>
                    <a:pt x="389" y="244"/>
                    <a:pt x="374" y="247"/>
                  </a:cubicBezTo>
                  <a:cubicBezTo>
                    <a:pt x="349" y="252"/>
                    <a:pt x="323" y="261"/>
                    <a:pt x="297" y="271"/>
                  </a:cubicBezTo>
                  <a:cubicBezTo>
                    <a:pt x="271" y="280"/>
                    <a:pt x="246" y="290"/>
                    <a:pt x="223" y="298"/>
                  </a:cubicBezTo>
                  <a:cubicBezTo>
                    <a:pt x="200" y="305"/>
                    <a:pt x="178" y="309"/>
                    <a:pt x="158" y="309"/>
                  </a:cubicBezTo>
                  <a:cubicBezTo>
                    <a:pt x="136" y="309"/>
                    <a:pt x="118" y="302"/>
                    <a:pt x="103" y="286"/>
                  </a:cubicBezTo>
                  <a:cubicBezTo>
                    <a:pt x="92" y="274"/>
                    <a:pt x="83" y="262"/>
                    <a:pt x="80" y="247"/>
                  </a:cubicBezTo>
                  <a:cubicBezTo>
                    <a:pt x="76" y="233"/>
                    <a:pt x="76" y="219"/>
                    <a:pt x="78" y="205"/>
                  </a:cubicBezTo>
                  <a:cubicBezTo>
                    <a:pt x="81" y="190"/>
                    <a:pt x="88" y="176"/>
                    <a:pt x="97" y="163"/>
                  </a:cubicBezTo>
                  <a:cubicBezTo>
                    <a:pt x="106" y="148"/>
                    <a:pt x="115" y="134"/>
                    <a:pt x="130" y="119"/>
                  </a:cubicBezTo>
                  <a:cubicBezTo>
                    <a:pt x="144" y="106"/>
                    <a:pt x="160" y="93"/>
                    <a:pt x="174" y="85"/>
                  </a:cubicBezTo>
                  <a:cubicBezTo>
                    <a:pt x="190" y="76"/>
                    <a:pt x="202" y="71"/>
                    <a:pt x="213" y="70"/>
                  </a:cubicBezTo>
                  <a:lnTo>
                    <a:pt x="238" y="73"/>
                  </a:lnTo>
                  <a:lnTo>
                    <a:pt x="305" y="140"/>
                  </a:lnTo>
                  <a:lnTo>
                    <a:pt x="341" y="104"/>
                  </a:lnTo>
                  <a:lnTo>
                    <a:pt x="2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4189175" y="4569100"/>
              <a:ext cx="17725" cy="17550"/>
            </a:xfrm>
            <a:custGeom>
              <a:rect b="b" l="l" r="r" t="t"/>
              <a:pathLst>
                <a:path extrusionOk="0" h="702" w="709">
                  <a:moveTo>
                    <a:pt x="312" y="1"/>
                  </a:moveTo>
                  <a:lnTo>
                    <a:pt x="0" y="313"/>
                  </a:lnTo>
                  <a:lnTo>
                    <a:pt x="99" y="413"/>
                  </a:lnTo>
                  <a:lnTo>
                    <a:pt x="135" y="374"/>
                  </a:lnTo>
                  <a:lnTo>
                    <a:pt x="80" y="320"/>
                  </a:lnTo>
                  <a:lnTo>
                    <a:pt x="80" y="297"/>
                  </a:lnTo>
                  <a:lnTo>
                    <a:pt x="228" y="147"/>
                  </a:lnTo>
                  <a:lnTo>
                    <a:pt x="383" y="304"/>
                  </a:lnTo>
                  <a:lnTo>
                    <a:pt x="287" y="399"/>
                  </a:lnTo>
                  <a:lnTo>
                    <a:pt x="269" y="399"/>
                  </a:lnTo>
                  <a:lnTo>
                    <a:pt x="246" y="374"/>
                  </a:lnTo>
                  <a:lnTo>
                    <a:pt x="208" y="411"/>
                  </a:lnTo>
                  <a:lnTo>
                    <a:pt x="307" y="509"/>
                  </a:lnTo>
                  <a:lnTo>
                    <a:pt x="343" y="471"/>
                  </a:lnTo>
                  <a:lnTo>
                    <a:pt x="318" y="449"/>
                  </a:lnTo>
                  <a:lnTo>
                    <a:pt x="318" y="431"/>
                  </a:lnTo>
                  <a:lnTo>
                    <a:pt x="415" y="335"/>
                  </a:lnTo>
                  <a:lnTo>
                    <a:pt x="562" y="482"/>
                  </a:lnTo>
                  <a:lnTo>
                    <a:pt x="422" y="621"/>
                  </a:lnTo>
                  <a:lnTo>
                    <a:pt x="398" y="620"/>
                  </a:lnTo>
                  <a:lnTo>
                    <a:pt x="351" y="570"/>
                  </a:lnTo>
                  <a:lnTo>
                    <a:pt x="313" y="607"/>
                  </a:lnTo>
                  <a:lnTo>
                    <a:pt x="408" y="702"/>
                  </a:lnTo>
                  <a:lnTo>
                    <a:pt x="709" y="399"/>
                  </a:lnTo>
                  <a:lnTo>
                    <a:pt x="677" y="367"/>
                  </a:lnTo>
                  <a:lnTo>
                    <a:pt x="625" y="419"/>
                  </a:lnTo>
                  <a:lnTo>
                    <a:pt x="291" y="85"/>
                  </a:lnTo>
                  <a:lnTo>
                    <a:pt x="343" y="33"/>
                  </a:lnTo>
                  <a:lnTo>
                    <a:pt x="3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3830825" y="4572575"/>
              <a:ext cx="15475" cy="13850"/>
            </a:xfrm>
            <a:custGeom>
              <a:rect b="b" l="l" r="r" t="t"/>
              <a:pathLst>
                <a:path extrusionOk="0" h="554" w="619">
                  <a:moveTo>
                    <a:pt x="359" y="1"/>
                  </a:moveTo>
                  <a:cubicBezTo>
                    <a:pt x="322" y="1"/>
                    <a:pt x="288" y="15"/>
                    <a:pt x="259" y="45"/>
                  </a:cubicBezTo>
                  <a:cubicBezTo>
                    <a:pt x="238" y="65"/>
                    <a:pt x="226" y="89"/>
                    <a:pt x="223" y="114"/>
                  </a:cubicBezTo>
                  <a:cubicBezTo>
                    <a:pt x="220" y="137"/>
                    <a:pt x="221" y="162"/>
                    <a:pt x="226" y="188"/>
                  </a:cubicBezTo>
                  <a:cubicBezTo>
                    <a:pt x="231" y="214"/>
                    <a:pt x="238" y="240"/>
                    <a:pt x="250" y="265"/>
                  </a:cubicBezTo>
                  <a:cubicBezTo>
                    <a:pt x="260" y="291"/>
                    <a:pt x="269" y="316"/>
                    <a:pt x="275" y="341"/>
                  </a:cubicBezTo>
                  <a:cubicBezTo>
                    <a:pt x="284" y="363"/>
                    <a:pt x="286" y="387"/>
                    <a:pt x="286" y="408"/>
                  </a:cubicBezTo>
                  <a:cubicBezTo>
                    <a:pt x="286" y="428"/>
                    <a:pt x="278" y="446"/>
                    <a:pt x="263" y="461"/>
                  </a:cubicBezTo>
                  <a:cubicBezTo>
                    <a:pt x="246" y="479"/>
                    <a:pt x="227" y="486"/>
                    <a:pt x="207" y="486"/>
                  </a:cubicBezTo>
                  <a:cubicBezTo>
                    <a:pt x="205" y="486"/>
                    <a:pt x="203" y="486"/>
                    <a:pt x="200" y="486"/>
                  </a:cubicBezTo>
                  <a:cubicBezTo>
                    <a:pt x="176" y="483"/>
                    <a:pt x="154" y="471"/>
                    <a:pt x="131" y="449"/>
                  </a:cubicBezTo>
                  <a:cubicBezTo>
                    <a:pt x="119" y="436"/>
                    <a:pt x="105" y="421"/>
                    <a:pt x="93" y="406"/>
                  </a:cubicBezTo>
                  <a:cubicBezTo>
                    <a:pt x="81" y="390"/>
                    <a:pt x="72" y="378"/>
                    <a:pt x="68" y="369"/>
                  </a:cubicBezTo>
                  <a:lnTo>
                    <a:pt x="73" y="346"/>
                  </a:lnTo>
                  <a:lnTo>
                    <a:pt x="135" y="284"/>
                  </a:lnTo>
                  <a:lnTo>
                    <a:pt x="99" y="248"/>
                  </a:lnTo>
                  <a:lnTo>
                    <a:pt x="1" y="346"/>
                  </a:lnTo>
                  <a:cubicBezTo>
                    <a:pt x="9" y="364"/>
                    <a:pt x="21" y="385"/>
                    <a:pt x="36" y="408"/>
                  </a:cubicBezTo>
                  <a:cubicBezTo>
                    <a:pt x="51" y="429"/>
                    <a:pt x="72" y="454"/>
                    <a:pt x="98" y="480"/>
                  </a:cubicBezTo>
                  <a:cubicBezTo>
                    <a:pt x="139" y="521"/>
                    <a:pt x="181" y="545"/>
                    <a:pt x="224" y="552"/>
                  </a:cubicBezTo>
                  <a:cubicBezTo>
                    <a:pt x="231" y="553"/>
                    <a:pt x="237" y="554"/>
                    <a:pt x="244" y="554"/>
                  </a:cubicBezTo>
                  <a:cubicBezTo>
                    <a:pt x="279" y="554"/>
                    <a:pt x="309" y="540"/>
                    <a:pt x="336" y="513"/>
                  </a:cubicBezTo>
                  <a:cubicBezTo>
                    <a:pt x="358" y="491"/>
                    <a:pt x="371" y="468"/>
                    <a:pt x="375" y="444"/>
                  </a:cubicBezTo>
                  <a:cubicBezTo>
                    <a:pt x="379" y="419"/>
                    <a:pt x="379" y="393"/>
                    <a:pt x="372" y="368"/>
                  </a:cubicBezTo>
                  <a:cubicBezTo>
                    <a:pt x="367" y="342"/>
                    <a:pt x="360" y="316"/>
                    <a:pt x="350" y="290"/>
                  </a:cubicBezTo>
                  <a:cubicBezTo>
                    <a:pt x="339" y="264"/>
                    <a:pt x="330" y="240"/>
                    <a:pt x="322" y="217"/>
                  </a:cubicBezTo>
                  <a:cubicBezTo>
                    <a:pt x="315" y="193"/>
                    <a:pt x="310" y="171"/>
                    <a:pt x="310" y="151"/>
                  </a:cubicBezTo>
                  <a:cubicBezTo>
                    <a:pt x="310" y="130"/>
                    <a:pt x="319" y="112"/>
                    <a:pt x="334" y="96"/>
                  </a:cubicBezTo>
                  <a:cubicBezTo>
                    <a:pt x="346" y="85"/>
                    <a:pt x="358" y="78"/>
                    <a:pt x="372" y="73"/>
                  </a:cubicBezTo>
                  <a:cubicBezTo>
                    <a:pt x="380" y="71"/>
                    <a:pt x="388" y="70"/>
                    <a:pt x="395" y="70"/>
                  </a:cubicBezTo>
                  <a:cubicBezTo>
                    <a:pt x="401" y="70"/>
                    <a:pt x="408" y="71"/>
                    <a:pt x="415" y="72"/>
                  </a:cubicBezTo>
                  <a:cubicBezTo>
                    <a:pt x="429" y="74"/>
                    <a:pt x="444" y="81"/>
                    <a:pt x="458" y="90"/>
                  </a:cubicBezTo>
                  <a:cubicBezTo>
                    <a:pt x="472" y="99"/>
                    <a:pt x="486" y="110"/>
                    <a:pt x="500" y="124"/>
                  </a:cubicBezTo>
                  <a:cubicBezTo>
                    <a:pt x="515" y="137"/>
                    <a:pt x="526" y="153"/>
                    <a:pt x="535" y="167"/>
                  </a:cubicBezTo>
                  <a:cubicBezTo>
                    <a:pt x="544" y="183"/>
                    <a:pt x="550" y="196"/>
                    <a:pt x="551" y="208"/>
                  </a:cubicBezTo>
                  <a:lnTo>
                    <a:pt x="547" y="232"/>
                  </a:lnTo>
                  <a:lnTo>
                    <a:pt x="480" y="299"/>
                  </a:lnTo>
                  <a:lnTo>
                    <a:pt x="516" y="336"/>
                  </a:lnTo>
                  <a:lnTo>
                    <a:pt x="619" y="232"/>
                  </a:lnTo>
                  <a:cubicBezTo>
                    <a:pt x="617" y="217"/>
                    <a:pt x="609" y="196"/>
                    <a:pt x="594" y="170"/>
                  </a:cubicBezTo>
                  <a:cubicBezTo>
                    <a:pt x="578" y="145"/>
                    <a:pt x="558" y="119"/>
                    <a:pt x="531" y="91"/>
                  </a:cubicBezTo>
                  <a:cubicBezTo>
                    <a:pt x="483" y="43"/>
                    <a:pt x="433" y="13"/>
                    <a:pt x="386" y="3"/>
                  </a:cubicBezTo>
                  <a:cubicBezTo>
                    <a:pt x="377" y="2"/>
                    <a:pt x="368" y="1"/>
                    <a:pt x="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3814200" y="4558825"/>
              <a:ext cx="21275" cy="21450"/>
            </a:xfrm>
            <a:custGeom>
              <a:rect b="b" l="l" r="r" t="t"/>
              <a:pathLst>
                <a:path extrusionOk="0" h="858" w="851">
                  <a:moveTo>
                    <a:pt x="541" y="0"/>
                  </a:moveTo>
                  <a:lnTo>
                    <a:pt x="81" y="272"/>
                  </a:lnTo>
                  <a:lnTo>
                    <a:pt x="33" y="223"/>
                  </a:lnTo>
                  <a:lnTo>
                    <a:pt x="0" y="256"/>
                  </a:lnTo>
                  <a:lnTo>
                    <a:pt x="140" y="394"/>
                  </a:lnTo>
                  <a:lnTo>
                    <a:pt x="173" y="362"/>
                  </a:lnTo>
                  <a:lnTo>
                    <a:pt x="123" y="314"/>
                  </a:lnTo>
                  <a:lnTo>
                    <a:pt x="420" y="129"/>
                  </a:lnTo>
                  <a:lnTo>
                    <a:pt x="514" y="70"/>
                  </a:lnTo>
                  <a:lnTo>
                    <a:pt x="516" y="72"/>
                  </a:lnTo>
                  <a:lnTo>
                    <a:pt x="459" y="165"/>
                  </a:lnTo>
                  <a:lnTo>
                    <a:pt x="266" y="520"/>
                  </a:lnTo>
                  <a:lnTo>
                    <a:pt x="308" y="563"/>
                  </a:lnTo>
                  <a:cubicBezTo>
                    <a:pt x="372" y="526"/>
                    <a:pt x="431" y="494"/>
                    <a:pt x="482" y="466"/>
                  </a:cubicBezTo>
                  <a:cubicBezTo>
                    <a:pt x="504" y="454"/>
                    <a:pt x="526" y="442"/>
                    <a:pt x="546" y="429"/>
                  </a:cubicBezTo>
                  <a:cubicBezTo>
                    <a:pt x="567" y="418"/>
                    <a:pt x="586" y="408"/>
                    <a:pt x="603" y="399"/>
                  </a:cubicBezTo>
                  <a:cubicBezTo>
                    <a:pt x="619" y="390"/>
                    <a:pt x="633" y="382"/>
                    <a:pt x="643" y="377"/>
                  </a:cubicBezTo>
                  <a:cubicBezTo>
                    <a:pt x="654" y="371"/>
                    <a:pt x="659" y="368"/>
                    <a:pt x="660" y="368"/>
                  </a:cubicBezTo>
                  <a:lnTo>
                    <a:pt x="759" y="314"/>
                  </a:lnTo>
                  <a:lnTo>
                    <a:pt x="762" y="316"/>
                  </a:lnTo>
                  <a:lnTo>
                    <a:pt x="701" y="407"/>
                  </a:lnTo>
                  <a:lnTo>
                    <a:pt x="519" y="710"/>
                  </a:lnTo>
                  <a:lnTo>
                    <a:pt x="465" y="655"/>
                  </a:lnTo>
                  <a:lnTo>
                    <a:pt x="433" y="687"/>
                  </a:lnTo>
                  <a:lnTo>
                    <a:pt x="603" y="858"/>
                  </a:lnTo>
                  <a:lnTo>
                    <a:pt x="635" y="826"/>
                  </a:lnTo>
                  <a:lnTo>
                    <a:pt x="586" y="777"/>
                  </a:lnTo>
                  <a:lnTo>
                    <a:pt x="851" y="310"/>
                  </a:lnTo>
                  <a:lnTo>
                    <a:pt x="785" y="244"/>
                  </a:lnTo>
                  <a:lnTo>
                    <a:pt x="381" y="470"/>
                  </a:lnTo>
                  <a:lnTo>
                    <a:pt x="381" y="470"/>
                  </a:lnTo>
                  <a:lnTo>
                    <a:pt x="607" y="66"/>
                  </a:lnTo>
                  <a:lnTo>
                    <a:pt x="5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3904800" y="4153225"/>
              <a:ext cx="4575" cy="4025"/>
            </a:xfrm>
            <a:custGeom>
              <a:rect b="b" l="l" r="r" t="t"/>
              <a:pathLst>
                <a:path extrusionOk="0" h="161" w="183">
                  <a:moveTo>
                    <a:pt x="91" y="0"/>
                  </a:moveTo>
                  <a:cubicBezTo>
                    <a:pt x="81" y="0"/>
                    <a:pt x="70" y="2"/>
                    <a:pt x="61" y="6"/>
                  </a:cubicBezTo>
                  <a:cubicBezTo>
                    <a:pt x="21" y="24"/>
                    <a:pt x="1" y="71"/>
                    <a:pt x="18" y="111"/>
                  </a:cubicBezTo>
                  <a:cubicBezTo>
                    <a:pt x="30" y="142"/>
                    <a:pt x="61" y="161"/>
                    <a:pt x="92" y="161"/>
                  </a:cubicBezTo>
                  <a:cubicBezTo>
                    <a:pt x="102" y="161"/>
                    <a:pt x="112" y="159"/>
                    <a:pt x="122" y="155"/>
                  </a:cubicBezTo>
                  <a:cubicBezTo>
                    <a:pt x="163" y="138"/>
                    <a:pt x="183" y="91"/>
                    <a:pt x="166" y="50"/>
                  </a:cubicBezTo>
                  <a:cubicBezTo>
                    <a:pt x="154" y="19"/>
                    <a:pt x="123" y="0"/>
                    <a:pt x="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3915625" y="4147800"/>
              <a:ext cx="4550" cy="4025"/>
            </a:xfrm>
            <a:custGeom>
              <a:rect b="b" l="l" r="r" t="t"/>
              <a:pathLst>
                <a:path extrusionOk="0" h="161" w="182">
                  <a:moveTo>
                    <a:pt x="90" y="1"/>
                  </a:moveTo>
                  <a:cubicBezTo>
                    <a:pt x="80" y="1"/>
                    <a:pt x="70" y="2"/>
                    <a:pt x="60" y="6"/>
                  </a:cubicBezTo>
                  <a:cubicBezTo>
                    <a:pt x="19" y="24"/>
                    <a:pt x="0" y="71"/>
                    <a:pt x="17" y="112"/>
                  </a:cubicBezTo>
                  <a:cubicBezTo>
                    <a:pt x="29" y="143"/>
                    <a:pt x="59" y="161"/>
                    <a:pt x="90" y="161"/>
                  </a:cubicBezTo>
                  <a:cubicBezTo>
                    <a:pt x="100" y="161"/>
                    <a:pt x="111" y="159"/>
                    <a:pt x="121" y="155"/>
                  </a:cubicBezTo>
                  <a:cubicBezTo>
                    <a:pt x="162" y="138"/>
                    <a:pt x="182" y="91"/>
                    <a:pt x="165" y="51"/>
                  </a:cubicBezTo>
                  <a:cubicBezTo>
                    <a:pt x="152" y="19"/>
                    <a:pt x="121" y="1"/>
                    <a:pt x="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3927050" y="4144000"/>
              <a:ext cx="4575" cy="4050"/>
            </a:xfrm>
            <a:custGeom>
              <a:rect b="b" l="l" r="r" t="t"/>
              <a:pathLst>
                <a:path extrusionOk="0" h="162" w="183">
                  <a:moveTo>
                    <a:pt x="92" y="0"/>
                  </a:moveTo>
                  <a:cubicBezTo>
                    <a:pt x="82" y="0"/>
                    <a:pt x="71" y="2"/>
                    <a:pt x="61" y="7"/>
                  </a:cubicBezTo>
                  <a:cubicBezTo>
                    <a:pt x="20" y="23"/>
                    <a:pt x="0" y="71"/>
                    <a:pt x="18" y="111"/>
                  </a:cubicBezTo>
                  <a:cubicBezTo>
                    <a:pt x="31" y="142"/>
                    <a:pt x="61" y="161"/>
                    <a:pt x="93" y="161"/>
                  </a:cubicBezTo>
                  <a:cubicBezTo>
                    <a:pt x="102" y="161"/>
                    <a:pt x="112" y="159"/>
                    <a:pt x="122" y="155"/>
                  </a:cubicBezTo>
                  <a:cubicBezTo>
                    <a:pt x="163" y="138"/>
                    <a:pt x="183" y="90"/>
                    <a:pt x="165" y="50"/>
                  </a:cubicBezTo>
                  <a:cubicBezTo>
                    <a:pt x="153" y="19"/>
                    <a:pt x="123" y="0"/>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3770900" y="4300150"/>
              <a:ext cx="4575" cy="4025"/>
            </a:xfrm>
            <a:custGeom>
              <a:rect b="b" l="l" r="r" t="t"/>
              <a:pathLst>
                <a:path extrusionOk="0" h="161" w="183">
                  <a:moveTo>
                    <a:pt x="91" y="1"/>
                  </a:moveTo>
                  <a:cubicBezTo>
                    <a:pt x="59" y="1"/>
                    <a:pt x="30" y="19"/>
                    <a:pt x="18" y="50"/>
                  </a:cubicBezTo>
                  <a:cubicBezTo>
                    <a:pt x="0" y="92"/>
                    <a:pt x="20" y="138"/>
                    <a:pt x="61" y="155"/>
                  </a:cubicBezTo>
                  <a:cubicBezTo>
                    <a:pt x="71" y="159"/>
                    <a:pt x="82" y="161"/>
                    <a:pt x="92" y="161"/>
                  </a:cubicBezTo>
                  <a:cubicBezTo>
                    <a:pt x="124" y="161"/>
                    <a:pt x="153" y="142"/>
                    <a:pt x="166" y="111"/>
                  </a:cubicBezTo>
                  <a:cubicBezTo>
                    <a:pt x="183" y="70"/>
                    <a:pt x="163" y="24"/>
                    <a:pt x="122" y="7"/>
                  </a:cubicBezTo>
                  <a:cubicBezTo>
                    <a:pt x="112" y="3"/>
                    <a:pt x="101"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3774700" y="4288700"/>
              <a:ext cx="4575" cy="4050"/>
            </a:xfrm>
            <a:custGeom>
              <a:rect b="b" l="l" r="r" t="t"/>
              <a:pathLst>
                <a:path extrusionOk="0" h="162" w="183">
                  <a:moveTo>
                    <a:pt x="92" y="1"/>
                  </a:moveTo>
                  <a:cubicBezTo>
                    <a:pt x="60" y="1"/>
                    <a:pt x="31" y="19"/>
                    <a:pt x="17" y="50"/>
                  </a:cubicBezTo>
                  <a:cubicBezTo>
                    <a:pt x="1" y="92"/>
                    <a:pt x="20" y="138"/>
                    <a:pt x="62" y="155"/>
                  </a:cubicBezTo>
                  <a:cubicBezTo>
                    <a:pt x="72" y="159"/>
                    <a:pt x="82" y="161"/>
                    <a:pt x="92" y="161"/>
                  </a:cubicBezTo>
                  <a:cubicBezTo>
                    <a:pt x="124" y="161"/>
                    <a:pt x="153" y="142"/>
                    <a:pt x="166" y="111"/>
                  </a:cubicBezTo>
                  <a:cubicBezTo>
                    <a:pt x="182" y="70"/>
                    <a:pt x="164" y="23"/>
                    <a:pt x="123" y="7"/>
                  </a:cubicBezTo>
                  <a:cubicBezTo>
                    <a:pt x="112" y="3"/>
                    <a:pt x="102"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3780100" y="4277925"/>
              <a:ext cx="4575" cy="4050"/>
            </a:xfrm>
            <a:custGeom>
              <a:rect b="b" l="l" r="r" t="t"/>
              <a:pathLst>
                <a:path extrusionOk="0" h="162" w="183">
                  <a:moveTo>
                    <a:pt x="91" y="1"/>
                  </a:moveTo>
                  <a:cubicBezTo>
                    <a:pt x="59" y="1"/>
                    <a:pt x="30" y="20"/>
                    <a:pt x="17" y="51"/>
                  </a:cubicBezTo>
                  <a:cubicBezTo>
                    <a:pt x="0" y="91"/>
                    <a:pt x="20" y="138"/>
                    <a:pt x="61" y="155"/>
                  </a:cubicBezTo>
                  <a:cubicBezTo>
                    <a:pt x="71" y="159"/>
                    <a:pt x="82" y="161"/>
                    <a:pt x="92" y="161"/>
                  </a:cubicBezTo>
                  <a:cubicBezTo>
                    <a:pt x="124" y="161"/>
                    <a:pt x="153" y="143"/>
                    <a:pt x="166" y="112"/>
                  </a:cubicBezTo>
                  <a:cubicBezTo>
                    <a:pt x="182" y="71"/>
                    <a:pt x="162" y="24"/>
                    <a:pt x="121" y="7"/>
                  </a:cubicBezTo>
                  <a:cubicBezTo>
                    <a:pt x="111" y="3"/>
                    <a:pt x="101"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3780100" y="4498725"/>
              <a:ext cx="4600" cy="4050"/>
            </a:xfrm>
            <a:custGeom>
              <a:rect b="b" l="l" r="r" t="t"/>
              <a:pathLst>
                <a:path extrusionOk="0" h="162" w="184">
                  <a:moveTo>
                    <a:pt x="91" y="1"/>
                  </a:moveTo>
                  <a:cubicBezTo>
                    <a:pt x="81" y="1"/>
                    <a:pt x="71" y="3"/>
                    <a:pt x="61" y="6"/>
                  </a:cubicBezTo>
                  <a:cubicBezTo>
                    <a:pt x="20" y="24"/>
                    <a:pt x="0" y="71"/>
                    <a:pt x="17" y="112"/>
                  </a:cubicBezTo>
                  <a:cubicBezTo>
                    <a:pt x="29" y="143"/>
                    <a:pt x="60" y="161"/>
                    <a:pt x="91" y="161"/>
                  </a:cubicBezTo>
                  <a:cubicBezTo>
                    <a:pt x="101" y="161"/>
                    <a:pt x="112" y="159"/>
                    <a:pt x="121" y="155"/>
                  </a:cubicBezTo>
                  <a:cubicBezTo>
                    <a:pt x="162" y="139"/>
                    <a:pt x="183" y="91"/>
                    <a:pt x="166" y="51"/>
                  </a:cubicBezTo>
                  <a:cubicBezTo>
                    <a:pt x="153" y="19"/>
                    <a:pt x="122"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3774675" y="4487975"/>
              <a:ext cx="4575" cy="4025"/>
            </a:xfrm>
            <a:custGeom>
              <a:rect b="b" l="l" r="r" t="t"/>
              <a:pathLst>
                <a:path extrusionOk="0" h="161" w="183">
                  <a:moveTo>
                    <a:pt x="93" y="0"/>
                  </a:moveTo>
                  <a:cubicBezTo>
                    <a:pt x="82" y="0"/>
                    <a:pt x="72" y="2"/>
                    <a:pt x="62" y="6"/>
                  </a:cubicBezTo>
                  <a:cubicBezTo>
                    <a:pt x="20" y="23"/>
                    <a:pt x="1" y="70"/>
                    <a:pt x="17" y="110"/>
                  </a:cubicBezTo>
                  <a:cubicBezTo>
                    <a:pt x="30" y="142"/>
                    <a:pt x="61" y="161"/>
                    <a:pt x="92" y="161"/>
                  </a:cubicBezTo>
                  <a:cubicBezTo>
                    <a:pt x="102" y="161"/>
                    <a:pt x="112" y="159"/>
                    <a:pt x="121" y="155"/>
                  </a:cubicBezTo>
                  <a:cubicBezTo>
                    <a:pt x="163" y="137"/>
                    <a:pt x="182" y="90"/>
                    <a:pt x="166" y="50"/>
                  </a:cubicBezTo>
                  <a:cubicBezTo>
                    <a:pt x="153" y="18"/>
                    <a:pt x="124" y="0"/>
                    <a:pt x="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3770650" y="4476450"/>
              <a:ext cx="4475" cy="4025"/>
            </a:xfrm>
            <a:custGeom>
              <a:rect b="b" l="l" r="r" t="t"/>
              <a:pathLst>
                <a:path extrusionOk="0" h="161" w="179">
                  <a:moveTo>
                    <a:pt x="89" y="0"/>
                  </a:moveTo>
                  <a:cubicBezTo>
                    <a:pt x="70" y="0"/>
                    <a:pt x="50" y="7"/>
                    <a:pt x="35" y="22"/>
                  </a:cubicBezTo>
                  <a:cubicBezTo>
                    <a:pt x="3" y="51"/>
                    <a:pt x="1" y="102"/>
                    <a:pt x="30" y="135"/>
                  </a:cubicBezTo>
                  <a:cubicBezTo>
                    <a:pt x="46" y="152"/>
                    <a:pt x="67" y="160"/>
                    <a:pt x="89" y="160"/>
                  </a:cubicBezTo>
                  <a:cubicBezTo>
                    <a:pt x="108" y="160"/>
                    <a:pt x="128" y="154"/>
                    <a:pt x="143" y="140"/>
                  </a:cubicBezTo>
                  <a:cubicBezTo>
                    <a:pt x="176" y="110"/>
                    <a:pt x="178" y="60"/>
                    <a:pt x="148" y="27"/>
                  </a:cubicBezTo>
                  <a:cubicBezTo>
                    <a:pt x="133" y="9"/>
                    <a:pt x="111" y="0"/>
                    <a:pt x="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3927050" y="4632625"/>
              <a:ext cx="4575" cy="4025"/>
            </a:xfrm>
            <a:custGeom>
              <a:rect b="b" l="l" r="r" t="t"/>
              <a:pathLst>
                <a:path extrusionOk="0" h="161" w="183">
                  <a:moveTo>
                    <a:pt x="91" y="1"/>
                  </a:moveTo>
                  <a:cubicBezTo>
                    <a:pt x="60" y="1"/>
                    <a:pt x="30" y="20"/>
                    <a:pt x="18" y="51"/>
                  </a:cubicBezTo>
                  <a:cubicBezTo>
                    <a:pt x="0" y="92"/>
                    <a:pt x="20" y="138"/>
                    <a:pt x="61" y="155"/>
                  </a:cubicBezTo>
                  <a:cubicBezTo>
                    <a:pt x="71" y="159"/>
                    <a:pt x="82" y="161"/>
                    <a:pt x="92" y="161"/>
                  </a:cubicBezTo>
                  <a:cubicBezTo>
                    <a:pt x="124" y="161"/>
                    <a:pt x="153" y="143"/>
                    <a:pt x="165" y="112"/>
                  </a:cubicBezTo>
                  <a:cubicBezTo>
                    <a:pt x="183" y="71"/>
                    <a:pt x="163" y="25"/>
                    <a:pt x="122" y="7"/>
                  </a:cubicBezTo>
                  <a:cubicBezTo>
                    <a:pt x="112" y="3"/>
                    <a:pt x="101"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3915625" y="4628850"/>
              <a:ext cx="4550" cy="4050"/>
            </a:xfrm>
            <a:custGeom>
              <a:rect b="b" l="l" r="r" t="t"/>
              <a:pathLst>
                <a:path extrusionOk="0" h="162" w="182">
                  <a:moveTo>
                    <a:pt x="91" y="1"/>
                  </a:moveTo>
                  <a:cubicBezTo>
                    <a:pt x="59" y="1"/>
                    <a:pt x="29" y="20"/>
                    <a:pt x="17" y="51"/>
                  </a:cubicBezTo>
                  <a:cubicBezTo>
                    <a:pt x="0" y="92"/>
                    <a:pt x="19" y="139"/>
                    <a:pt x="60" y="155"/>
                  </a:cubicBezTo>
                  <a:cubicBezTo>
                    <a:pt x="70" y="159"/>
                    <a:pt x="81" y="161"/>
                    <a:pt x="91" y="161"/>
                  </a:cubicBezTo>
                  <a:cubicBezTo>
                    <a:pt x="123" y="161"/>
                    <a:pt x="152" y="143"/>
                    <a:pt x="165" y="112"/>
                  </a:cubicBezTo>
                  <a:cubicBezTo>
                    <a:pt x="182" y="71"/>
                    <a:pt x="161" y="24"/>
                    <a:pt x="121" y="7"/>
                  </a:cubicBezTo>
                  <a:cubicBezTo>
                    <a:pt x="111" y="3"/>
                    <a:pt x="101"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3904800" y="4623450"/>
              <a:ext cx="4575" cy="4025"/>
            </a:xfrm>
            <a:custGeom>
              <a:rect b="b" l="l" r="r" t="t"/>
              <a:pathLst>
                <a:path extrusionOk="0" h="161" w="183">
                  <a:moveTo>
                    <a:pt x="92" y="0"/>
                  </a:moveTo>
                  <a:cubicBezTo>
                    <a:pt x="60" y="0"/>
                    <a:pt x="30" y="19"/>
                    <a:pt x="18" y="50"/>
                  </a:cubicBezTo>
                  <a:cubicBezTo>
                    <a:pt x="1" y="92"/>
                    <a:pt x="21" y="138"/>
                    <a:pt x="61" y="155"/>
                  </a:cubicBezTo>
                  <a:cubicBezTo>
                    <a:pt x="71" y="159"/>
                    <a:pt x="81" y="160"/>
                    <a:pt x="91" y="160"/>
                  </a:cubicBezTo>
                  <a:cubicBezTo>
                    <a:pt x="123" y="160"/>
                    <a:pt x="154" y="142"/>
                    <a:pt x="166" y="111"/>
                  </a:cubicBezTo>
                  <a:cubicBezTo>
                    <a:pt x="183" y="70"/>
                    <a:pt x="163" y="24"/>
                    <a:pt x="122" y="6"/>
                  </a:cubicBezTo>
                  <a:cubicBezTo>
                    <a:pt x="112" y="2"/>
                    <a:pt x="102" y="0"/>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4125600" y="4623450"/>
              <a:ext cx="4575" cy="4025"/>
            </a:xfrm>
            <a:custGeom>
              <a:rect b="b" l="l" r="r" t="t"/>
              <a:pathLst>
                <a:path extrusionOk="0" h="161" w="183">
                  <a:moveTo>
                    <a:pt x="92" y="0"/>
                  </a:moveTo>
                  <a:cubicBezTo>
                    <a:pt x="82" y="0"/>
                    <a:pt x="72" y="2"/>
                    <a:pt x="62" y="6"/>
                  </a:cubicBezTo>
                  <a:cubicBezTo>
                    <a:pt x="20" y="23"/>
                    <a:pt x="1" y="71"/>
                    <a:pt x="17" y="111"/>
                  </a:cubicBezTo>
                  <a:cubicBezTo>
                    <a:pt x="30" y="142"/>
                    <a:pt x="60" y="161"/>
                    <a:pt x="92" y="161"/>
                  </a:cubicBezTo>
                  <a:cubicBezTo>
                    <a:pt x="102" y="161"/>
                    <a:pt x="112" y="159"/>
                    <a:pt x="122" y="155"/>
                  </a:cubicBezTo>
                  <a:cubicBezTo>
                    <a:pt x="163" y="138"/>
                    <a:pt x="182" y="91"/>
                    <a:pt x="166" y="50"/>
                  </a:cubicBezTo>
                  <a:cubicBezTo>
                    <a:pt x="154" y="19"/>
                    <a:pt x="124" y="0"/>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4114825" y="4628850"/>
              <a:ext cx="4600" cy="4050"/>
            </a:xfrm>
            <a:custGeom>
              <a:rect b="b" l="l" r="r" t="t"/>
              <a:pathLst>
                <a:path extrusionOk="0" h="162" w="184">
                  <a:moveTo>
                    <a:pt x="92" y="1"/>
                  </a:moveTo>
                  <a:cubicBezTo>
                    <a:pt x="82" y="1"/>
                    <a:pt x="71" y="3"/>
                    <a:pt x="61" y="7"/>
                  </a:cubicBezTo>
                  <a:cubicBezTo>
                    <a:pt x="20" y="24"/>
                    <a:pt x="1" y="72"/>
                    <a:pt x="18" y="112"/>
                  </a:cubicBezTo>
                  <a:cubicBezTo>
                    <a:pt x="31" y="143"/>
                    <a:pt x="61" y="161"/>
                    <a:pt x="92" y="161"/>
                  </a:cubicBezTo>
                  <a:cubicBezTo>
                    <a:pt x="102" y="161"/>
                    <a:pt x="112" y="159"/>
                    <a:pt x="122" y="155"/>
                  </a:cubicBezTo>
                  <a:cubicBezTo>
                    <a:pt x="163" y="139"/>
                    <a:pt x="183" y="91"/>
                    <a:pt x="166" y="51"/>
                  </a:cubicBezTo>
                  <a:cubicBezTo>
                    <a:pt x="153" y="20"/>
                    <a:pt x="123"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4103400" y="4632625"/>
              <a:ext cx="4575" cy="4050"/>
            </a:xfrm>
            <a:custGeom>
              <a:rect b="b" l="l" r="r" t="t"/>
              <a:pathLst>
                <a:path extrusionOk="0" h="162" w="183">
                  <a:moveTo>
                    <a:pt x="92" y="1"/>
                  </a:moveTo>
                  <a:cubicBezTo>
                    <a:pt x="81" y="1"/>
                    <a:pt x="71" y="3"/>
                    <a:pt x="60" y="7"/>
                  </a:cubicBezTo>
                  <a:cubicBezTo>
                    <a:pt x="19" y="24"/>
                    <a:pt x="0" y="71"/>
                    <a:pt x="17" y="112"/>
                  </a:cubicBezTo>
                  <a:cubicBezTo>
                    <a:pt x="29" y="143"/>
                    <a:pt x="59" y="161"/>
                    <a:pt x="90" y="161"/>
                  </a:cubicBezTo>
                  <a:cubicBezTo>
                    <a:pt x="101" y="161"/>
                    <a:pt x="111" y="159"/>
                    <a:pt x="121" y="155"/>
                  </a:cubicBezTo>
                  <a:cubicBezTo>
                    <a:pt x="162" y="138"/>
                    <a:pt x="182" y="91"/>
                    <a:pt x="166" y="51"/>
                  </a:cubicBezTo>
                  <a:cubicBezTo>
                    <a:pt x="152" y="20"/>
                    <a:pt x="123"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4259525" y="4476525"/>
              <a:ext cx="4600" cy="4025"/>
            </a:xfrm>
            <a:custGeom>
              <a:rect b="b" l="l" r="r" t="t"/>
              <a:pathLst>
                <a:path extrusionOk="0" h="161" w="184">
                  <a:moveTo>
                    <a:pt x="92" y="0"/>
                  </a:moveTo>
                  <a:cubicBezTo>
                    <a:pt x="61" y="0"/>
                    <a:pt x="31" y="19"/>
                    <a:pt x="18" y="50"/>
                  </a:cubicBezTo>
                  <a:cubicBezTo>
                    <a:pt x="1" y="90"/>
                    <a:pt x="20" y="138"/>
                    <a:pt x="62" y="155"/>
                  </a:cubicBezTo>
                  <a:cubicBezTo>
                    <a:pt x="71" y="159"/>
                    <a:pt x="82" y="161"/>
                    <a:pt x="92" y="161"/>
                  </a:cubicBezTo>
                  <a:cubicBezTo>
                    <a:pt x="123" y="161"/>
                    <a:pt x="153" y="142"/>
                    <a:pt x="166" y="110"/>
                  </a:cubicBezTo>
                  <a:cubicBezTo>
                    <a:pt x="183" y="69"/>
                    <a:pt x="164" y="23"/>
                    <a:pt x="122" y="6"/>
                  </a:cubicBezTo>
                  <a:cubicBezTo>
                    <a:pt x="113" y="2"/>
                    <a:pt x="102" y="0"/>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4255750" y="4487975"/>
              <a:ext cx="4550" cy="4025"/>
            </a:xfrm>
            <a:custGeom>
              <a:rect b="b" l="l" r="r" t="t"/>
              <a:pathLst>
                <a:path extrusionOk="0" h="161" w="182">
                  <a:moveTo>
                    <a:pt x="90" y="0"/>
                  </a:moveTo>
                  <a:cubicBezTo>
                    <a:pt x="58" y="0"/>
                    <a:pt x="29" y="18"/>
                    <a:pt x="17" y="50"/>
                  </a:cubicBezTo>
                  <a:cubicBezTo>
                    <a:pt x="0" y="90"/>
                    <a:pt x="20" y="137"/>
                    <a:pt x="61" y="155"/>
                  </a:cubicBezTo>
                  <a:cubicBezTo>
                    <a:pt x="71" y="159"/>
                    <a:pt x="81" y="161"/>
                    <a:pt x="91" y="161"/>
                  </a:cubicBezTo>
                  <a:cubicBezTo>
                    <a:pt x="123" y="161"/>
                    <a:pt x="153" y="142"/>
                    <a:pt x="165" y="110"/>
                  </a:cubicBezTo>
                  <a:cubicBezTo>
                    <a:pt x="182" y="69"/>
                    <a:pt x="162" y="23"/>
                    <a:pt x="121" y="6"/>
                  </a:cubicBezTo>
                  <a:cubicBezTo>
                    <a:pt x="111" y="2"/>
                    <a:pt x="100" y="0"/>
                    <a:pt x="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4250350" y="4498725"/>
              <a:ext cx="4550" cy="4050"/>
            </a:xfrm>
            <a:custGeom>
              <a:rect b="b" l="l" r="r" t="t"/>
              <a:pathLst>
                <a:path extrusionOk="0" h="162" w="182">
                  <a:moveTo>
                    <a:pt x="92" y="1"/>
                  </a:moveTo>
                  <a:cubicBezTo>
                    <a:pt x="60" y="1"/>
                    <a:pt x="30" y="19"/>
                    <a:pt x="17" y="51"/>
                  </a:cubicBezTo>
                  <a:cubicBezTo>
                    <a:pt x="0" y="92"/>
                    <a:pt x="20" y="139"/>
                    <a:pt x="61" y="155"/>
                  </a:cubicBezTo>
                  <a:cubicBezTo>
                    <a:pt x="71" y="159"/>
                    <a:pt x="82" y="161"/>
                    <a:pt x="92" y="161"/>
                  </a:cubicBezTo>
                  <a:cubicBezTo>
                    <a:pt x="124" y="161"/>
                    <a:pt x="153" y="143"/>
                    <a:pt x="165" y="112"/>
                  </a:cubicBezTo>
                  <a:cubicBezTo>
                    <a:pt x="182" y="71"/>
                    <a:pt x="163" y="24"/>
                    <a:pt x="122" y="6"/>
                  </a:cubicBezTo>
                  <a:cubicBezTo>
                    <a:pt x="112" y="3"/>
                    <a:pt x="102"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4250325" y="4277925"/>
              <a:ext cx="4550" cy="4050"/>
            </a:xfrm>
            <a:custGeom>
              <a:rect b="b" l="l" r="r" t="t"/>
              <a:pathLst>
                <a:path extrusionOk="0" h="162" w="182">
                  <a:moveTo>
                    <a:pt x="91" y="1"/>
                  </a:moveTo>
                  <a:cubicBezTo>
                    <a:pt x="81" y="1"/>
                    <a:pt x="71" y="3"/>
                    <a:pt x="61" y="7"/>
                  </a:cubicBezTo>
                  <a:cubicBezTo>
                    <a:pt x="20" y="24"/>
                    <a:pt x="0" y="71"/>
                    <a:pt x="17" y="112"/>
                  </a:cubicBezTo>
                  <a:cubicBezTo>
                    <a:pt x="29" y="143"/>
                    <a:pt x="60" y="161"/>
                    <a:pt x="91" y="161"/>
                  </a:cubicBezTo>
                  <a:cubicBezTo>
                    <a:pt x="101" y="161"/>
                    <a:pt x="111" y="159"/>
                    <a:pt x="121" y="155"/>
                  </a:cubicBezTo>
                  <a:cubicBezTo>
                    <a:pt x="162" y="139"/>
                    <a:pt x="182" y="91"/>
                    <a:pt x="165" y="51"/>
                  </a:cubicBezTo>
                  <a:cubicBezTo>
                    <a:pt x="153" y="20"/>
                    <a:pt x="122"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4255775" y="4288700"/>
              <a:ext cx="4550" cy="4050"/>
            </a:xfrm>
            <a:custGeom>
              <a:rect b="b" l="l" r="r" t="t"/>
              <a:pathLst>
                <a:path extrusionOk="0" h="162" w="182">
                  <a:moveTo>
                    <a:pt x="91" y="1"/>
                  </a:moveTo>
                  <a:cubicBezTo>
                    <a:pt x="81" y="1"/>
                    <a:pt x="71" y="3"/>
                    <a:pt x="61" y="7"/>
                  </a:cubicBezTo>
                  <a:cubicBezTo>
                    <a:pt x="20" y="23"/>
                    <a:pt x="0" y="71"/>
                    <a:pt x="17" y="111"/>
                  </a:cubicBezTo>
                  <a:cubicBezTo>
                    <a:pt x="30" y="142"/>
                    <a:pt x="59" y="161"/>
                    <a:pt x="91" y="161"/>
                  </a:cubicBezTo>
                  <a:cubicBezTo>
                    <a:pt x="101" y="161"/>
                    <a:pt x="112" y="159"/>
                    <a:pt x="122" y="155"/>
                  </a:cubicBezTo>
                  <a:cubicBezTo>
                    <a:pt x="163" y="138"/>
                    <a:pt x="182" y="90"/>
                    <a:pt x="165" y="50"/>
                  </a:cubicBezTo>
                  <a:cubicBezTo>
                    <a:pt x="153" y="19"/>
                    <a:pt x="123"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4259525" y="4300150"/>
              <a:ext cx="4600" cy="4025"/>
            </a:xfrm>
            <a:custGeom>
              <a:rect b="b" l="l" r="r" t="t"/>
              <a:pathLst>
                <a:path extrusionOk="0" h="161" w="184">
                  <a:moveTo>
                    <a:pt x="92" y="1"/>
                  </a:moveTo>
                  <a:cubicBezTo>
                    <a:pt x="82" y="1"/>
                    <a:pt x="72" y="3"/>
                    <a:pt x="62" y="7"/>
                  </a:cubicBezTo>
                  <a:cubicBezTo>
                    <a:pt x="21" y="24"/>
                    <a:pt x="1" y="70"/>
                    <a:pt x="18" y="111"/>
                  </a:cubicBezTo>
                  <a:cubicBezTo>
                    <a:pt x="31" y="142"/>
                    <a:pt x="61" y="161"/>
                    <a:pt x="92" y="161"/>
                  </a:cubicBezTo>
                  <a:cubicBezTo>
                    <a:pt x="102" y="161"/>
                    <a:pt x="112" y="159"/>
                    <a:pt x="122" y="155"/>
                  </a:cubicBezTo>
                  <a:cubicBezTo>
                    <a:pt x="164" y="138"/>
                    <a:pt x="183" y="91"/>
                    <a:pt x="166" y="50"/>
                  </a:cubicBezTo>
                  <a:cubicBezTo>
                    <a:pt x="153" y="19"/>
                    <a:pt x="124"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4103400" y="4144000"/>
              <a:ext cx="4575" cy="4050"/>
            </a:xfrm>
            <a:custGeom>
              <a:rect b="b" l="l" r="r" t="t"/>
              <a:pathLst>
                <a:path extrusionOk="0" h="162" w="183">
                  <a:moveTo>
                    <a:pt x="90" y="0"/>
                  </a:moveTo>
                  <a:cubicBezTo>
                    <a:pt x="59" y="0"/>
                    <a:pt x="29" y="19"/>
                    <a:pt x="17" y="50"/>
                  </a:cubicBezTo>
                  <a:cubicBezTo>
                    <a:pt x="0" y="91"/>
                    <a:pt x="19" y="138"/>
                    <a:pt x="60" y="155"/>
                  </a:cubicBezTo>
                  <a:cubicBezTo>
                    <a:pt x="70" y="159"/>
                    <a:pt x="80" y="161"/>
                    <a:pt x="90" y="161"/>
                  </a:cubicBezTo>
                  <a:cubicBezTo>
                    <a:pt x="122" y="161"/>
                    <a:pt x="152" y="142"/>
                    <a:pt x="166" y="111"/>
                  </a:cubicBezTo>
                  <a:cubicBezTo>
                    <a:pt x="182" y="70"/>
                    <a:pt x="162" y="23"/>
                    <a:pt x="121" y="7"/>
                  </a:cubicBezTo>
                  <a:cubicBezTo>
                    <a:pt x="111" y="2"/>
                    <a:pt x="100" y="0"/>
                    <a:pt x="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4114825" y="4147800"/>
              <a:ext cx="4600" cy="4025"/>
            </a:xfrm>
            <a:custGeom>
              <a:rect b="b" l="l" r="r" t="t"/>
              <a:pathLst>
                <a:path extrusionOk="0" h="161" w="184">
                  <a:moveTo>
                    <a:pt x="92" y="1"/>
                  </a:moveTo>
                  <a:cubicBezTo>
                    <a:pt x="60" y="1"/>
                    <a:pt x="31" y="19"/>
                    <a:pt x="18" y="51"/>
                  </a:cubicBezTo>
                  <a:cubicBezTo>
                    <a:pt x="1" y="91"/>
                    <a:pt x="20" y="138"/>
                    <a:pt x="61" y="155"/>
                  </a:cubicBezTo>
                  <a:cubicBezTo>
                    <a:pt x="72" y="159"/>
                    <a:pt x="82" y="161"/>
                    <a:pt x="92" y="161"/>
                  </a:cubicBezTo>
                  <a:cubicBezTo>
                    <a:pt x="124" y="161"/>
                    <a:pt x="153" y="143"/>
                    <a:pt x="166" y="112"/>
                  </a:cubicBezTo>
                  <a:cubicBezTo>
                    <a:pt x="183" y="70"/>
                    <a:pt x="164" y="24"/>
                    <a:pt x="122" y="6"/>
                  </a:cubicBezTo>
                  <a:cubicBezTo>
                    <a:pt x="112" y="2"/>
                    <a:pt x="102"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4125600" y="4153225"/>
              <a:ext cx="4575" cy="4025"/>
            </a:xfrm>
            <a:custGeom>
              <a:rect b="b" l="l" r="r" t="t"/>
              <a:pathLst>
                <a:path extrusionOk="0" h="161" w="183">
                  <a:moveTo>
                    <a:pt x="91" y="0"/>
                  </a:moveTo>
                  <a:cubicBezTo>
                    <a:pt x="60" y="0"/>
                    <a:pt x="30" y="19"/>
                    <a:pt x="17" y="50"/>
                  </a:cubicBezTo>
                  <a:cubicBezTo>
                    <a:pt x="1" y="91"/>
                    <a:pt x="21" y="138"/>
                    <a:pt x="62" y="155"/>
                  </a:cubicBezTo>
                  <a:cubicBezTo>
                    <a:pt x="72" y="159"/>
                    <a:pt x="82" y="161"/>
                    <a:pt x="93" y="161"/>
                  </a:cubicBezTo>
                  <a:cubicBezTo>
                    <a:pt x="124" y="161"/>
                    <a:pt x="153" y="142"/>
                    <a:pt x="166" y="111"/>
                  </a:cubicBezTo>
                  <a:cubicBezTo>
                    <a:pt x="182" y="70"/>
                    <a:pt x="163" y="24"/>
                    <a:pt x="122" y="6"/>
                  </a:cubicBezTo>
                  <a:cubicBezTo>
                    <a:pt x="112" y="2"/>
                    <a:pt x="101" y="0"/>
                    <a:pt x="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30" name="Shape 2630"/>
        <p:cNvGrpSpPr/>
        <p:nvPr/>
      </p:nvGrpSpPr>
      <p:grpSpPr>
        <a:xfrm>
          <a:off x="0" y="0"/>
          <a:ext cx="0" cy="0"/>
          <a:chOff x="0" y="0"/>
          <a:chExt cx="0" cy="0"/>
        </a:xfrm>
      </p:grpSpPr>
      <p:sp>
        <p:nvSpPr>
          <p:cNvPr id="2631" name="Google Shape;2631;p48"/>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Nachrichten</a:t>
            </a:r>
            <a:endParaRPr/>
          </a:p>
          <a:p>
            <a:pPr indent="0" lvl="0" marL="0" rtl="0" algn="ctr">
              <a:spcBef>
                <a:spcPts val="0"/>
              </a:spcBef>
              <a:spcAft>
                <a:spcPts val="0"/>
              </a:spcAft>
              <a:buNone/>
            </a:pPr>
            <a:r>
              <a:t/>
            </a:r>
            <a:endParaRPr/>
          </a:p>
        </p:txBody>
      </p:sp>
      <p:sp>
        <p:nvSpPr>
          <p:cNvPr id="2632" name="Google Shape;2632;p48"/>
          <p:cNvSpPr txBox="1"/>
          <p:nvPr>
            <p:ph idx="2" type="title"/>
          </p:nvPr>
        </p:nvSpPr>
        <p:spPr>
          <a:xfrm>
            <a:off x="720000" y="1894075"/>
            <a:ext cx="23055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Merkur</a:t>
            </a:r>
            <a:endParaRPr/>
          </a:p>
          <a:p>
            <a:pPr indent="0" lvl="0" marL="0" rtl="0" algn="ctr">
              <a:spcBef>
                <a:spcPts val="0"/>
              </a:spcBef>
              <a:spcAft>
                <a:spcPts val="0"/>
              </a:spcAft>
              <a:buNone/>
            </a:pPr>
            <a:r>
              <a:t/>
            </a:r>
            <a:endParaRPr/>
          </a:p>
        </p:txBody>
      </p:sp>
      <p:sp>
        <p:nvSpPr>
          <p:cNvPr id="2633" name="Google Shape;2633;p48"/>
          <p:cNvSpPr txBox="1"/>
          <p:nvPr>
            <p:ph idx="1" type="subTitle"/>
          </p:nvPr>
        </p:nvSpPr>
        <p:spPr>
          <a:xfrm>
            <a:off x="719988" y="2345575"/>
            <a:ext cx="2305500" cy="552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Der Merkur ist der sonnennächste Planet</a:t>
            </a:r>
            <a:endParaRPr/>
          </a:p>
        </p:txBody>
      </p:sp>
      <p:sp>
        <p:nvSpPr>
          <p:cNvPr id="2634" name="Google Shape;2634;p48"/>
          <p:cNvSpPr txBox="1"/>
          <p:nvPr>
            <p:ph idx="3" type="title"/>
          </p:nvPr>
        </p:nvSpPr>
        <p:spPr>
          <a:xfrm>
            <a:off x="3419262" y="1894075"/>
            <a:ext cx="23055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635" name="Google Shape;2635;p48"/>
          <p:cNvSpPr txBox="1"/>
          <p:nvPr>
            <p:ph idx="4" type="subTitle"/>
          </p:nvPr>
        </p:nvSpPr>
        <p:spPr>
          <a:xfrm>
            <a:off x="3419259" y="2345575"/>
            <a:ext cx="2305500" cy="5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Die Venus ist ein Gesteinsplanet</a:t>
            </a:r>
            <a:endParaRPr/>
          </a:p>
          <a:p>
            <a:pPr indent="0" lvl="0" marL="0" rtl="0" algn="ctr">
              <a:spcBef>
                <a:spcPts val="1600"/>
              </a:spcBef>
              <a:spcAft>
                <a:spcPts val="1600"/>
              </a:spcAft>
              <a:buNone/>
            </a:pPr>
            <a:r>
              <a:t/>
            </a:r>
            <a:endParaRPr/>
          </a:p>
        </p:txBody>
      </p:sp>
      <p:sp>
        <p:nvSpPr>
          <p:cNvPr id="2636" name="Google Shape;2636;p48"/>
          <p:cNvSpPr txBox="1"/>
          <p:nvPr>
            <p:ph idx="5" type="title"/>
          </p:nvPr>
        </p:nvSpPr>
        <p:spPr>
          <a:xfrm>
            <a:off x="719975" y="3522900"/>
            <a:ext cx="23055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a:p>
            <a:pPr indent="0" lvl="0" marL="0" rtl="0" algn="ctr">
              <a:spcBef>
                <a:spcPts val="0"/>
              </a:spcBef>
              <a:spcAft>
                <a:spcPts val="0"/>
              </a:spcAft>
              <a:buNone/>
            </a:pPr>
            <a:r>
              <a:t/>
            </a:r>
            <a:endParaRPr/>
          </a:p>
        </p:txBody>
      </p:sp>
      <p:sp>
        <p:nvSpPr>
          <p:cNvPr id="2637" name="Google Shape;2637;p48"/>
          <p:cNvSpPr txBox="1"/>
          <p:nvPr>
            <p:ph idx="6" type="subTitle"/>
          </p:nvPr>
        </p:nvSpPr>
        <p:spPr>
          <a:xfrm>
            <a:off x="719963" y="3974400"/>
            <a:ext cx="2305500" cy="5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ist der größte in unserem Sonnensystem!</a:t>
            </a:r>
            <a:endParaRPr/>
          </a:p>
          <a:p>
            <a:pPr indent="0" lvl="0" marL="0" rtl="0" algn="ctr">
              <a:spcBef>
                <a:spcPts val="1600"/>
              </a:spcBef>
              <a:spcAft>
                <a:spcPts val="1600"/>
              </a:spcAft>
              <a:buNone/>
            </a:pPr>
            <a:r>
              <a:t/>
            </a:r>
            <a:endParaRPr/>
          </a:p>
        </p:txBody>
      </p:sp>
      <p:sp>
        <p:nvSpPr>
          <p:cNvPr id="2638" name="Google Shape;2638;p48"/>
          <p:cNvSpPr txBox="1"/>
          <p:nvPr>
            <p:ph idx="7" type="title"/>
          </p:nvPr>
        </p:nvSpPr>
        <p:spPr>
          <a:xfrm>
            <a:off x="3419237" y="3522900"/>
            <a:ext cx="23055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639" name="Google Shape;2639;p48"/>
          <p:cNvSpPr txBox="1"/>
          <p:nvPr>
            <p:ph idx="8" type="subTitle"/>
          </p:nvPr>
        </p:nvSpPr>
        <p:spPr>
          <a:xfrm>
            <a:off x="3419234" y="3974400"/>
            <a:ext cx="2305500" cy="5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 besteht aus Wasserstoff und Helium</a:t>
            </a:r>
            <a:endParaRPr/>
          </a:p>
          <a:p>
            <a:pPr indent="0" lvl="0" marL="0" rtl="0" algn="ctr">
              <a:spcBef>
                <a:spcPts val="1600"/>
              </a:spcBef>
              <a:spcAft>
                <a:spcPts val="1600"/>
              </a:spcAft>
              <a:buNone/>
            </a:pPr>
            <a:r>
              <a:t/>
            </a:r>
            <a:endParaRPr/>
          </a:p>
        </p:txBody>
      </p:sp>
      <p:sp>
        <p:nvSpPr>
          <p:cNvPr id="2640" name="Google Shape;2640;p48"/>
          <p:cNvSpPr txBox="1"/>
          <p:nvPr>
            <p:ph idx="9" type="title"/>
          </p:nvPr>
        </p:nvSpPr>
        <p:spPr>
          <a:xfrm>
            <a:off x="6118531" y="1894075"/>
            <a:ext cx="23055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641" name="Google Shape;2641;p48"/>
          <p:cNvSpPr txBox="1"/>
          <p:nvPr>
            <p:ph idx="13" type="subTitle"/>
          </p:nvPr>
        </p:nvSpPr>
        <p:spPr>
          <a:xfrm>
            <a:off x="6118537" y="2345575"/>
            <a:ext cx="2305500" cy="5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Der Mars ist eigentlich sehr kalt</a:t>
            </a:r>
            <a:endParaRPr/>
          </a:p>
          <a:p>
            <a:pPr indent="0" lvl="0" marL="0" rtl="0" algn="ctr">
              <a:spcBef>
                <a:spcPts val="1600"/>
              </a:spcBef>
              <a:spcAft>
                <a:spcPts val="1600"/>
              </a:spcAft>
              <a:buNone/>
            </a:pPr>
            <a:r>
              <a:t/>
            </a:r>
            <a:endParaRPr/>
          </a:p>
        </p:txBody>
      </p:sp>
      <p:sp>
        <p:nvSpPr>
          <p:cNvPr id="2642" name="Google Shape;2642;p48"/>
          <p:cNvSpPr txBox="1"/>
          <p:nvPr>
            <p:ph idx="14" type="title"/>
          </p:nvPr>
        </p:nvSpPr>
        <p:spPr>
          <a:xfrm>
            <a:off x="6118506" y="3522900"/>
            <a:ext cx="23055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a:t>
            </a:r>
            <a:endParaRPr/>
          </a:p>
          <a:p>
            <a:pPr indent="0" lvl="0" marL="0" rtl="0" algn="ctr">
              <a:spcBef>
                <a:spcPts val="0"/>
              </a:spcBef>
              <a:spcAft>
                <a:spcPts val="0"/>
              </a:spcAft>
              <a:buNone/>
            </a:pPr>
            <a:r>
              <a:t/>
            </a:r>
            <a:endParaRPr/>
          </a:p>
        </p:txBody>
      </p:sp>
      <p:sp>
        <p:nvSpPr>
          <p:cNvPr id="2643" name="Google Shape;2643;p48"/>
          <p:cNvSpPr txBox="1"/>
          <p:nvPr>
            <p:ph idx="15" type="subTitle"/>
          </p:nvPr>
        </p:nvSpPr>
        <p:spPr>
          <a:xfrm>
            <a:off x="6118512" y="3974400"/>
            <a:ext cx="2305500" cy="5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Der äußerste Planet unseres Sonnensystems!</a:t>
            </a:r>
            <a:endParaRPr/>
          </a:p>
          <a:p>
            <a:pPr indent="0" lvl="0" marL="0" rtl="0" algn="ctr">
              <a:spcBef>
                <a:spcPts val="0"/>
              </a:spcBef>
              <a:spcAft>
                <a:spcPts val="0"/>
              </a:spcAft>
              <a:buNone/>
            </a:pPr>
            <a:r>
              <a:t/>
            </a:r>
            <a:endParaRPr/>
          </a:p>
        </p:txBody>
      </p:sp>
      <p:grpSp>
        <p:nvGrpSpPr>
          <p:cNvPr id="2644" name="Google Shape;2644;p48"/>
          <p:cNvGrpSpPr/>
          <p:nvPr/>
        </p:nvGrpSpPr>
        <p:grpSpPr>
          <a:xfrm>
            <a:off x="4310480" y="3006320"/>
            <a:ext cx="523014" cy="523014"/>
            <a:chOff x="5267980" y="3947220"/>
            <a:chExt cx="523014" cy="523014"/>
          </a:xfrm>
        </p:grpSpPr>
        <p:sp>
          <p:nvSpPr>
            <p:cNvPr id="2645" name="Google Shape;2645;p48"/>
            <p:cNvSpPr/>
            <p:nvPr/>
          </p:nvSpPr>
          <p:spPr>
            <a:xfrm>
              <a:off x="5267980" y="3947220"/>
              <a:ext cx="523014" cy="523014"/>
            </a:xfrm>
            <a:custGeom>
              <a:rect b="b" l="l" r="r" t="t"/>
              <a:pathLst>
                <a:path extrusionOk="0" h="15757" w="15757">
                  <a:moveTo>
                    <a:pt x="15289" y="2462"/>
                  </a:moveTo>
                  <a:lnTo>
                    <a:pt x="15289" y="9781"/>
                  </a:lnTo>
                  <a:lnTo>
                    <a:pt x="14018" y="10184"/>
                  </a:lnTo>
                  <a:lnTo>
                    <a:pt x="12953" y="9610"/>
                  </a:lnTo>
                  <a:lnTo>
                    <a:pt x="11941" y="7616"/>
                  </a:lnTo>
                  <a:lnTo>
                    <a:pt x="13000" y="6614"/>
                  </a:lnTo>
                  <a:lnTo>
                    <a:pt x="13740" y="5065"/>
                  </a:lnTo>
                  <a:lnTo>
                    <a:pt x="12555" y="3667"/>
                  </a:lnTo>
                  <a:lnTo>
                    <a:pt x="13454" y="2612"/>
                  </a:lnTo>
                  <a:lnTo>
                    <a:pt x="15289" y="2462"/>
                  </a:lnTo>
                  <a:close/>
                  <a:moveTo>
                    <a:pt x="9196" y="469"/>
                  </a:moveTo>
                  <a:lnTo>
                    <a:pt x="8866" y="1631"/>
                  </a:lnTo>
                  <a:lnTo>
                    <a:pt x="7360" y="2354"/>
                  </a:lnTo>
                  <a:lnTo>
                    <a:pt x="6255" y="3570"/>
                  </a:lnTo>
                  <a:lnTo>
                    <a:pt x="4418" y="3998"/>
                  </a:lnTo>
                  <a:lnTo>
                    <a:pt x="4913" y="5400"/>
                  </a:lnTo>
                  <a:lnTo>
                    <a:pt x="6101" y="5932"/>
                  </a:lnTo>
                  <a:lnTo>
                    <a:pt x="6786" y="7768"/>
                  </a:lnTo>
                  <a:lnTo>
                    <a:pt x="5265" y="8931"/>
                  </a:lnTo>
                  <a:lnTo>
                    <a:pt x="4739" y="11291"/>
                  </a:lnTo>
                  <a:lnTo>
                    <a:pt x="3434" y="10872"/>
                  </a:lnTo>
                  <a:lnTo>
                    <a:pt x="1889" y="7140"/>
                  </a:lnTo>
                  <a:lnTo>
                    <a:pt x="2854" y="6357"/>
                  </a:lnTo>
                  <a:lnTo>
                    <a:pt x="2661" y="4817"/>
                  </a:lnTo>
                  <a:lnTo>
                    <a:pt x="467" y="4317"/>
                  </a:lnTo>
                  <a:lnTo>
                    <a:pt x="467" y="1483"/>
                  </a:lnTo>
                  <a:cubicBezTo>
                    <a:pt x="467" y="923"/>
                    <a:pt x="922" y="469"/>
                    <a:pt x="1481" y="469"/>
                  </a:cubicBezTo>
                  <a:close/>
                  <a:moveTo>
                    <a:pt x="14274" y="468"/>
                  </a:moveTo>
                  <a:cubicBezTo>
                    <a:pt x="14835" y="468"/>
                    <a:pt x="15288" y="923"/>
                    <a:pt x="15288" y="1482"/>
                  </a:cubicBezTo>
                  <a:lnTo>
                    <a:pt x="15289" y="1994"/>
                  </a:lnTo>
                  <a:lnTo>
                    <a:pt x="13223" y="2162"/>
                  </a:lnTo>
                  <a:lnTo>
                    <a:pt x="11939" y="3667"/>
                  </a:lnTo>
                  <a:lnTo>
                    <a:pt x="13186" y="5138"/>
                  </a:lnTo>
                  <a:lnTo>
                    <a:pt x="12616" y="6335"/>
                  </a:lnTo>
                  <a:lnTo>
                    <a:pt x="11365" y="7516"/>
                  </a:lnTo>
                  <a:lnTo>
                    <a:pt x="12601" y="9953"/>
                  </a:lnTo>
                  <a:lnTo>
                    <a:pt x="13970" y="10690"/>
                  </a:lnTo>
                  <a:lnTo>
                    <a:pt x="15289" y="10272"/>
                  </a:lnTo>
                  <a:lnTo>
                    <a:pt x="15289" y="13197"/>
                  </a:lnTo>
                  <a:cubicBezTo>
                    <a:pt x="15023" y="12947"/>
                    <a:pt x="14666" y="12794"/>
                    <a:pt x="14275" y="12794"/>
                  </a:cubicBezTo>
                  <a:lnTo>
                    <a:pt x="1483" y="12794"/>
                  </a:lnTo>
                  <a:cubicBezTo>
                    <a:pt x="1091" y="12794"/>
                    <a:pt x="734" y="12947"/>
                    <a:pt x="469" y="13197"/>
                  </a:cubicBezTo>
                  <a:lnTo>
                    <a:pt x="469" y="4796"/>
                  </a:lnTo>
                  <a:lnTo>
                    <a:pt x="2239" y="5201"/>
                  </a:lnTo>
                  <a:lnTo>
                    <a:pt x="2359" y="6157"/>
                  </a:lnTo>
                  <a:lnTo>
                    <a:pt x="1326" y="6997"/>
                  </a:lnTo>
                  <a:lnTo>
                    <a:pt x="3088" y="11253"/>
                  </a:lnTo>
                  <a:lnTo>
                    <a:pt x="5089" y="11895"/>
                  </a:lnTo>
                  <a:lnTo>
                    <a:pt x="5688" y="9201"/>
                  </a:lnTo>
                  <a:lnTo>
                    <a:pt x="7349" y="7930"/>
                  </a:lnTo>
                  <a:lnTo>
                    <a:pt x="6474" y="5585"/>
                  </a:lnTo>
                  <a:lnTo>
                    <a:pt x="5291" y="5055"/>
                  </a:lnTo>
                  <a:lnTo>
                    <a:pt x="5036" y="4335"/>
                  </a:lnTo>
                  <a:lnTo>
                    <a:pt x="6506" y="3993"/>
                  </a:lnTo>
                  <a:lnTo>
                    <a:pt x="7648" y="2734"/>
                  </a:lnTo>
                  <a:lnTo>
                    <a:pt x="9261" y="1961"/>
                  </a:lnTo>
                  <a:lnTo>
                    <a:pt x="9685" y="468"/>
                  </a:lnTo>
                  <a:close/>
                  <a:moveTo>
                    <a:pt x="4056" y="13262"/>
                  </a:moveTo>
                  <a:lnTo>
                    <a:pt x="4056" y="15289"/>
                  </a:lnTo>
                  <a:lnTo>
                    <a:pt x="1483" y="15289"/>
                  </a:lnTo>
                  <a:cubicBezTo>
                    <a:pt x="922" y="15289"/>
                    <a:pt x="469" y="14834"/>
                    <a:pt x="469" y="14276"/>
                  </a:cubicBezTo>
                  <a:cubicBezTo>
                    <a:pt x="469" y="13716"/>
                    <a:pt x="924" y="13262"/>
                    <a:pt x="1483" y="13262"/>
                  </a:cubicBezTo>
                  <a:close/>
                  <a:moveTo>
                    <a:pt x="14273" y="13261"/>
                  </a:moveTo>
                  <a:cubicBezTo>
                    <a:pt x="14834" y="13261"/>
                    <a:pt x="15287" y="13716"/>
                    <a:pt x="15287" y="14275"/>
                  </a:cubicBezTo>
                  <a:cubicBezTo>
                    <a:pt x="15289" y="14834"/>
                    <a:pt x="14834" y="15289"/>
                    <a:pt x="14273" y="15289"/>
                  </a:cubicBezTo>
                  <a:lnTo>
                    <a:pt x="11700" y="15289"/>
                  </a:lnTo>
                  <a:lnTo>
                    <a:pt x="11700" y="13261"/>
                  </a:lnTo>
                  <a:close/>
                  <a:moveTo>
                    <a:pt x="1483" y="1"/>
                  </a:moveTo>
                  <a:cubicBezTo>
                    <a:pt x="665" y="1"/>
                    <a:pt x="1" y="665"/>
                    <a:pt x="1" y="1482"/>
                  </a:cubicBezTo>
                  <a:lnTo>
                    <a:pt x="1" y="14275"/>
                  </a:lnTo>
                  <a:cubicBezTo>
                    <a:pt x="1" y="15092"/>
                    <a:pt x="665" y="15756"/>
                    <a:pt x="1483" y="15756"/>
                  </a:cubicBezTo>
                  <a:lnTo>
                    <a:pt x="4524" y="15756"/>
                  </a:lnTo>
                  <a:lnTo>
                    <a:pt x="4524" y="13260"/>
                  </a:lnTo>
                  <a:lnTo>
                    <a:pt x="11232" y="13260"/>
                  </a:lnTo>
                  <a:lnTo>
                    <a:pt x="11232" y="15756"/>
                  </a:lnTo>
                  <a:lnTo>
                    <a:pt x="14273" y="15756"/>
                  </a:lnTo>
                  <a:cubicBezTo>
                    <a:pt x="15090" y="15756"/>
                    <a:pt x="15755" y="15092"/>
                    <a:pt x="15755" y="14275"/>
                  </a:cubicBezTo>
                  <a:lnTo>
                    <a:pt x="15755" y="1482"/>
                  </a:lnTo>
                  <a:cubicBezTo>
                    <a:pt x="15756" y="666"/>
                    <a:pt x="15092" y="1"/>
                    <a:pt x="1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8"/>
            <p:cNvSpPr/>
            <p:nvPr/>
          </p:nvSpPr>
          <p:spPr>
            <a:xfrm>
              <a:off x="5494253" y="4190090"/>
              <a:ext cx="165763" cy="165730"/>
            </a:xfrm>
            <a:custGeom>
              <a:rect b="b" l="l" r="r" t="t"/>
              <a:pathLst>
                <a:path extrusionOk="0" h="4993" w="4994">
                  <a:moveTo>
                    <a:pt x="2263" y="1033"/>
                  </a:moveTo>
                  <a:lnTo>
                    <a:pt x="2263" y="2262"/>
                  </a:lnTo>
                  <a:lnTo>
                    <a:pt x="1033" y="2262"/>
                  </a:lnTo>
                  <a:cubicBezTo>
                    <a:pt x="1135" y="1633"/>
                    <a:pt x="1633" y="1134"/>
                    <a:pt x="2263" y="1033"/>
                  </a:cubicBezTo>
                  <a:close/>
                  <a:moveTo>
                    <a:pt x="2730" y="1033"/>
                  </a:moveTo>
                  <a:cubicBezTo>
                    <a:pt x="3360" y="1134"/>
                    <a:pt x="3859" y="1633"/>
                    <a:pt x="3960" y="2262"/>
                  </a:cubicBezTo>
                  <a:lnTo>
                    <a:pt x="2730" y="2262"/>
                  </a:lnTo>
                  <a:lnTo>
                    <a:pt x="2730" y="1033"/>
                  </a:lnTo>
                  <a:close/>
                  <a:moveTo>
                    <a:pt x="2263" y="2731"/>
                  </a:moveTo>
                  <a:lnTo>
                    <a:pt x="2263" y="3959"/>
                  </a:lnTo>
                  <a:cubicBezTo>
                    <a:pt x="1633" y="3859"/>
                    <a:pt x="1135" y="3360"/>
                    <a:pt x="1033" y="2731"/>
                  </a:cubicBezTo>
                  <a:close/>
                  <a:moveTo>
                    <a:pt x="3960" y="2731"/>
                  </a:moveTo>
                  <a:cubicBezTo>
                    <a:pt x="3860" y="3360"/>
                    <a:pt x="3360" y="3859"/>
                    <a:pt x="2730" y="3959"/>
                  </a:cubicBezTo>
                  <a:lnTo>
                    <a:pt x="2730" y="2731"/>
                  </a:lnTo>
                  <a:close/>
                  <a:moveTo>
                    <a:pt x="2263" y="1"/>
                  </a:moveTo>
                  <a:lnTo>
                    <a:pt x="2263" y="561"/>
                  </a:lnTo>
                  <a:cubicBezTo>
                    <a:pt x="1374" y="669"/>
                    <a:pt x="667" y="1374"/>
                    <a:pt x="562" y="2262"/>
                  </a:cubicBezTo>
                  <a:lnTo>
                    <a:pt x="0" y="2262"/>
                  </a:lnTo>
                  <a:lnTo>
                    <a:pt x="0" y="2731"/>
                  </a:lnTo>
                  <a:lnTo>
                    <a:pt x="562" y="2731"/>
                  </a:lnTo>
                  <a:cubicBezTo>
                    <a:pt x="668" y="3618"/>
                    <a:pt x="1374" y="4326"/>
                    <a:pt x="2263" y="4432"/>
                  </a:cubicBezTo>
                  <a:lnTo>
                    <a:pt x="2263" y="4993"/>
                  </a:lnTo>
                  <a:lnTo>
                    <a:pt x="2730" y="4993"/>
                  </a:lnTo>
                  <a:lnTo>
                    <a:pt x="2730" y="4432"/>
                  </a:lnTo>
                  <a:cubicBezTo>
                    <a:pt x="3619" y="4325"/>
                    <a:pt x="4326" y="3618"/>
                    <a:pt x="4431" y="2731"/>
                  </a:cubicBezTo>
                  <a:lnTo>
                    <a:pt x="4993" y="2731"/>
                  </a:lnTo>
                  <a:lnTo>
                    <a:pt x="4993" y="2262"/>
                  </a:lnTo>
                  <a:lnTo>
                    <a:pt x="4431" y="2262"/>
                  </a:lnTo>
                  <a:cubicBezTo>
                    <a:pt x="4325" y="1374"/>
                    <a:pt x="3619" y="668"/>
                    <a:pt x="2730" y="561"/>
                  </a:cubicBezTo>
                  <a:lnTo>
                    <a:pt x="27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8"/>
            <p:cNvSpPr/>
            <p:nvPr/>
          </p:nvSpPr>
          <p:spPr>
            <a:xfrm>
              <a:off x="5538266" y="4121215"/>
              <a:ext cx="15567" cy="15567"/>
            </a:xfrm>
            <a:custGeom>
              <a:rect b="b" l="l" r="r" t="t"/>
              <a:pathLst>
                <a:path extrusionOk="0" h="469" w="469">
                  <a:moveTo>
                    <a:pt x="1" y="0"/>
                  </a:moveTo>
                  <a:lnTo>
                    <a:pt x="1" y="469"/>
                  </a:lnTo>
                  <a:lnTo>
                    <a:pt x="468" y="469"/>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8"/>
            <p:cNvSpPr/>
            <p:nvPr/>
          </p:nvSpPr>
          <p:spPr>
            <a:xfrm>
              <a:off x="5600403" y="4121215"/>
              <a:ext cx="15567" cy="15567"/>
            </a:xfrm>
            <a:custGeom>
              <a:rect b="b" l="l" r="r" t="t"/>
              <a:pathLst>
                <a:path extrusionOk="0" h="469" w="469">
                  <a:moveTo>
                    <a:pt x="1" y="0"/>
                  </a:moveTo>
                  <a:lnTo>
                    <a:pt x="1" y="469"/>
                  </a:lnTo>
                  <a:lnTo>
                    <a:pt x="468" y="469"/>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8"/>
            <p:cNvSpPr/>
            <p:nvPr/>
          </p:nvSpPr>
          <p:spPr>
            <a:xfrm>
              <a:off x="5569335" y="4121215"/>
              <a:ext cx="15567" cy="15567"/>
            </a:xfrm>
            <a:custGeom>
              <a:rect b="b" l="l" r="r" t="t"/>
              <a:pathLst>
                <a:path extrusionOk="0" h="469" w="469">
                  <a:moveTo>
                    <a:pt x="1" y="0"/>
                  </a:moveTo>
                  <a:lnTo>
                    <a:pt x="1" y="469"/>
                  </a:lnTo>
                  <a:lnTo>
                    <a:pt x="468" y="469"/>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8"/>
            <p:cNvSpPr/>
            <p:nvPr/>
          </p:nvSpPr>
          <p:spPr>
            <a:xfrm>
              <a:off x="5297156" y="4062531"/>
              <a:ext cx="18654" cy="18654"/>
            </a:xfrm>
            <a:custGeom>
              <a:rect b="b" l="l" r="r" t="t"/>
              <a:pathLst>
                <a:path extrusionOk="0" h="562" w="562">
                  <a:moveTo>
                    <a:pt x="105" y="1"/>
                  </a:moveTo>
                  <a:lnTo>
                    <a:pt x="1" y="457"/>
                  </a:lnTo>
                  <a:lnTo>
                    <a:pt x="457" y="561"/>
                  </a:lnTo>
                  <a:lnTo>
                    <a:pt x="561" y="105"/>
                  </a:lnTo>
                  <a:lnTo>
                    <a:pt x="1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8"/>
            <p:cNvSpPr/>
            <p:nvPr/>
          </p:nvSpPr>
          <p:spPr>
            <a:xfrm>
              <a:off x="5327461" y="4069468"/>
              <a:ext cx="35350" cy="22438"/>
            </a:xfrm>
            <a:custGeom>
              <a:rect b="b" l="l" r="r" t="t"/>
              <a:pathLst>
                <a:path extrusionOk="0" h="676" w="1065">
                  <a:moveTo>
                    <a:pt x="105" y="1"/>
                  </a:moveTo>
                  <a:lnTo>
                    <a:pt x="0" y="457"/>
                  </a:lnTo>
                  <a:lnTo>
                    <a:pt x="960" y="676"/>
                  </a:lnTo>
                  <a:lnTo>
                    <a:pt x="1064" y="220"/>
                  </a:lnTo>
                  <a:lnTo>
                    <a:pt x="1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8"/>
            <p:cNvSpPr/>
            <p:nvPr/>
          </p:nvSpPr>
          <p:spPr>
            <a:xfrm>
              <a:off x="5409612" y="4045570"/>
              <a:ext cx="18687" cy="18721"/>
            </a:xfrm>
            <a:custGeom>
              <a:rect b="b" l="l" r="r" t="t"/>
              <a:pathLst>
                <a:path extrusionOk="0" h="564" w="563">
                  <a:moveTo>
                    <a:pt x="457" y="1"/>
                  </a:moveTo>
                  <a:lnTo>
                    <a:pt x="1" y="107"/>
                  </a:lnTo>
                  <a:lnTo>
                    <a:pt x="107" y="563"/>
                  </a:lnTo>
                  <a:lnTo>
                    <a:pt x="562" y="457"/>
                  </a:lnTo>
                  <a:lnTo>
                    <a:pt x="4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8"/>
            <p:cNvSpPr/>
            <p:nvPr/>
          </p:nvSpPr>
          <p:spPr>
            <a:xfrm>
              <a:off x="5439851" y="4037039"/>
              <a:ext cx="25094" cy="20181"/>
            </a:xfrm>
            <a:custGeom>
              <a:rect b="b" l="l" r="r" t="t"/>
              <a:pathLst>
                <a:path extrusionOk="0" h="608" w="756">
                  <a:moveTo>
                    <a:pt x="649" y="0"/>
                  </a:moveTo>
                  <a:lnTo>
                    <a:pt x="1" y="151"/>
                  </a:lnTo>
                  <a:lnTo>
                    <a:pt x="107" y="607"/>
                  </a:lnTo>
                  <a:lnTo>
                    <a:pt x="756" y="456"/>
                  </a:lnTo>
                  <a:lnTo>
                    <a:pt x="6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8"/>
            <p:cNvSpPr/>
            <p:nvPr/>
          </p:nvSpPr>
          <p:spPr>
            <a:xfrm>
              <a:off x="5409247" y="4136550"/>
              <a:ext cx="63464" cy="63165"/>
            </a:xfrm>
            <a:custGeom>
              <a:rect b="b" l="l" r="r" t="t"/>
              <a:pathLst>
                <a:path extrusionOk="0" h="1903" w="1912">
                  <a:moveTo>
                    <a:pt x="192" y="0"/>
                  </a:moveTo>
                  <a:lnTo>
                    <a:pt x="1" y="426"/>
                  </a:lnTo>
                  <a:lnTo>
                    <a:pt x="1106" y="922"/>
                  </a:lnTo>
                  <a:lnTo>
                    <a:pt x="1472" y="1902"/>
                  </a:lnTo>
                  <a:lnTo>
                    <a:pt x="1912" y="1740"/>
                  </a:lnTo>
                  <a:lnTo>
                    <a:pt x="1475" y="574"/>
                  </a:lnTo>
                  <a:lnTo>
                    <a:pt x="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8"/>
            <p:cNvSpPr/>
            <p:nvPr/>
          </p:nvSpPr>
          <p:spPr>
            <a:xfrm>
              <a:off x="5356106" y="4199649"/>
              <a:ext cx="33558" cy="52311"/>
            </a:xfrm>
            <a:custGeom>
              <a:rect b="b" l="l" r="r" t="t"/>
              <a:pathLst>
                <a:path extrusionOk="0" h="1576" w="1011">
                  <a:moveTo>
                    <a:pt x="433" y="0"/>
                  </a:moveTo>
                  <a:lnTo>
                    <a:pt x="1" y="179"/>
                  </a:lnTo>
                  <a:lnTo>
                    <a:pt x="579" y="1575"/>
                  </a:lnTo>
                  <a:lnTo>
                    <a:pt x="1011" y="1396"/>
                  </a:lnTo>
                  <a:lnTo>
                    <a:pt x="4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8"/>
            <p:cNvSpPr/>
            <p:nvPr/>
          </p:nvSpPr>
          <p:spPr>
            <a:xfrm>
              <a:off x="5381233" y="4260325"/>
              <a:ext cx="20314" cy="20314"/>
            </a:xfrm>
            <a:custGeom>
              <a:rect b="b" l="l" r="r" t="t"/>
              <a:pathLst>
                <a:path extrusionOk="0" h="612" w="612">
                  <a:moveTo>
                    <a:pt x="433" y="1"/>
                  </a:moveTo>
                  <a:lnTo>
                    <a:pt x="1" y="179"/>
                  </a:lnTo>
                  <a:lnTo>
                    <a:pt x="180" y="612"/>
                  </a:lnTo>
                  <a:lnTo>
                    <a:pt x="612" y="433"/>
                  </a:lnTo>
                  <a:lnTo>
                    <a:pt x="4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8"/>
            <p:cNvSpPr/>
            <p:nvPr/>
          </p:nvSpPr>
          <p:spPr>
            <a:xfrm>
              <a:off x="5511380" y="4032259"/>
              <a:ext cx="64991" cy="50751"/>
            </a:xfrm>
            <a:custGeom>
              <a:rect b="b" l="l" r="r" t="t"/>
              <a:pathLst>
                <a:path extrusionOk="0" h="1529" w="1958">
                  <a:moveTo>
                    <a:pt x="1754" y="1"/>
                  </a:moveTo>
                  <a:lnTo>
                    <a:pt x="599" y="555"/>
                  </a:lnTo>
                  <a:lnTo>
                    <a:pt x="0" y="1214"/>
                  </a:lnTo>
                  <a:lnTo>
                    <a:pt x="347" y="1528"/>
                  </a:lnTo>
                  <a:lnTo>
                    <a:pt x="883" y="938"/>
                  </a:lnTo>
                  <a:lnTo>
                    <a:pt x="1958" y="423"/>
                  </a:lnTo>
                  <a:lnTo>
                    <a:pt x="17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8"/>
            <p:cNvSpPr/>
            <p:nvPr/>
          </p:nvSpPr>
          <p:spPr>
            <a:xfrm>
              <a:off x="5490602" y="4084007"/>
              <a:ext cx="21973" cy="21940"/>
            </a:xfrm>
            <a:custGeom>
              <a:rect b="b" l="l" r="r" t="t"/>
              <a:pathLst>
                <a:path extrusionOk="0" h="661" w="662">
                  <a:moveTo>
                    <a:pt x="315" y="0"/>
                  </a:moveTo>
                  <a:lnTo>
                    <a:pt x="0" y="347"/>
                  </a:lnTo>
                  <a:lnTo>
                    <a:pt x="347" y="661"/>
                  </a:lnTo>
                  <a:lnTo>
                    <a:pt x="661" y="314"/>
                  </a:lnTo>
                  <a:lnTo>
                    <a:pt x="3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8"/>
            <p:cNvSpPr/>
            <p:nvPr/>
          </p:nvSpPr>
          <p:spPr>
            <a:xfrm>
              <a:off x="5683450" y="4175054"/>
              <a:ext cx="40561" cy="77637"/>
            </a:xfrm>
            <a:custGeom>
              <a:rect b="b" l="l" r="r" t="t"/>
              <a:pathLst>
                <a:path extrusionOk="0" h="2339" w="1222">
                  <a:moveTo>
                    <a:pt x="900" y="1"/>
                  </a:moveTo>
                  <a:lnTo>
                    <a:pt x="0" y="853"/>
                  </a:lnTo>
                  <a:lnTo>
                    <a:pt x="753" y="2339"/>
                  </a:lnTo>
                  <a:lnTo>
                    <a:pt x="1170" y="2127"/>
                  </a:lnTo>
                  <a:lnTo>
                    <a:pt x="575" y="952"/>
                  </a:lnTo>
                  <a:lnTo>
                    <a:pt x="1222" y="341"/>
                  </a:lnTo>
                  <a:lnTo>
                    <a:pt x="9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8"/>
            <p:cNvSpPr/>
            <p:nvPr/>
          </p:nvSpPr>
          <p:spPr>
            <a:xfrm>
              <a:off x="5675484" y="4402920"/>
              <a:ext cx="15567" cy="15534"/>
            </a:xfrm>
            <a:custGeom>
              <a:rect b="b" l="l" r="r" t="t"/>
              <a:pathLst>
                <a:path extrusionOk="0" h="468" w="469">
                  <a:moveTo>
                    <a:pt x="0" y="1"/>
                  </a:moveTo>
                  <a:lnTo>
                    <a:pt x="0"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8"/>
            <p:cNvSpPr/>
            <p:nvPr/>
          </p:nvSpPr>
          <p:spPr>
            <a:xfrm>
              <a:off x="5706552" y="4402920"/>
              <a:ext cx="41457" cy="15534"/>
            </a:xfrm>
            <a:custGeom>
              <a:rect b="b" l="l" r="r" t="t"/>
              <a:pathLst>
                <a:path extrusionOk="0" h="468" w="1249">
                  <a:moveTo>
                    <a:pt x="0" y="1"/>
                  </a:moveTo>
                  <a:lnTo>
                    <a:pt x="0" y="468"/>
                  </a:lnTo>
                  <a:lnTo>
                    <a:pt x="1249" y="468"/>
                  </a:lnTo>
                  <a:lnTo>
                    <a:pt x="12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8"/>
            <p:cNvSpPr/>
            <p:nvPr/>
          </p:nvSpPr>
          <p:spPr>
            <a:xfrm>
              <a:off x="5648532" y="4340751"/>
              <a:ext cx="15600" cy="15600"/>
            </a:xfrm>
            <a:custGeom>
              <a:rect b="b" l="l" r="r" t="t"/>
              <a:pathLst>
                <a:path extrusionOk="0" h="470" w="470">
                  <a:moveTo>
                    <a:pt x="1" y="1"/>
                  </a:moveTo>
                  <a:lnTo>
                    <a:pt x="1" y="469"/>
                  </a:lnTo>
                  <a:lnTo>
                    <a:pt x="469" y="469"/>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8"/>
            <p:cNvSpPr/>
            <p:nvPr/>
          </p:nvSpPr>
          <p:spPr>
            <a:xfrm>
              <a:off x="5679600" y="4340751"/>
              <a:ext cx="41457" cy="15600"/>
            </a:xfrm>
            <a:custGeom>
              <a:rect b="b" l="l" r="r" t="t"/>
              <a:pathLst>
                <a:path extrusionOk="0" h="470" w="1249">
                  <a:moveTo>
                    <a:pt x="1" y="1"/>
                  </a:moveTo>
                  <a:lnTo>
                    <a:pt x="1" y="469"/>
                  </a:lnTo>
                  <a:lnTo>
                    <a:pt x="1249" y="469"/>
                  </a:lnTo>
                  <a:lnTo>
                    <a:pt x="12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8"/>
            <p:cNvSpPr/>
            <p:nvPr/>
          </p:nvSpPr>
          <p:spPr>
            <a:xfrm>
              <a:off x="5445560" y="3978255"/>
              <a:ext cx="15567" cy="15600"/>
            </a:xfrm>
            <a:custGeom>
              <a:rect b="b" l="l" r="r" t="t"/>
              <a:pathLst>
                <a:path extrusionOk="0" h="470" w="469">
                  <a:moveTo>
                    <a:pt x="1" y="1"/>
                  </a:moveTo>
                  <a:lnTo>
                    <a:pt x="1" y="469"/>
                  </a:lnTo>
                  <a:lnTo>
                    <a:pt x="468" y="469"/>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8"/>
            <p:cNvSpPr/>
            <p:nvPr/>
          </p:nvSpPr>
          <p:spPr>
            <a:xfrm>
              <a:off x="5476661" y="3978255"/>
              <a:ext cx="41424" cy="15600"/>
            </a:xfrm>
            <a:custGeom>
              <a:rect b="b" l="l" r="r" t="t"/>
              <a:pathLst>
                <a:path extrusionOk="0" h="470" w="1248">
                  <a:moveTo>
                    <a:pt x="1" y="1"/>
                  </a:moveTo>
                  <a:lnTo>
                    <a:pt x="1" y="469"/>
                  </a:lnTo>
                  <a:lnTo>
                    <a:pt x="1248" y="469"/>
                  </a:lnTo>
                  <a:lnTo>
                    <a:pt x="12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8"/>
            <p:cNvSpPr/>
            <p:nvPr/>
          </p:nvSpPr>
          <p:spPr>
            <a:xfrm>
              <a:off x="5663070" y="3978255"/>
              <a:ext cx="41424" cy="15600"/>
            </a:xfrm>
            <a:custGeom>
              <a:rect b="b" l="l" r="r" t="t"/>
              <a:pathLst>
                <a:path extrusionOk="0" h="470" w="1248">
                  <a:moveTo>
                    <a:pt x="0" y="1"/>
                  </a:moveTo>
                  <a:lnTo>
                    <a:pt x="0" y="469"/>
                  </a:lnTo>
                  <a:lnTo>
                    <a:pt x="1247" y="469"/>
                  </a:lnTo>
                  <a:lnTo>
                    <a:pt x="1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8"/>
            <p:cNvSpPr/>
            <p:nvPr/>
          </p:nvSpPr>
          <p:spPr>
            <a:xfrm>
              <a:off x="5632002" y="3978255"/>
              <a:ext cx="15534" cy="15600"/>
            </a:xfrm>
            <a:custGeom>
              <a:rect b="b" l="l" r="r" t="t"/>
              <a:pathLst>
                <a:path extrusionOk="0" h="470" w="468">
                  <a:moveTo>
                    <a:pt x="0" y="1"/>
                  </a:moveTo>
                  <a:lnTo>
                    <a:pt x="0" y="469"/>
                  </a:lnTo>
                  <a:lnTo>
                    <a:pt x="468" y="469"/>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8"/>
            <p:cNvSpPr/>
            <p:nvPr/>
          </p:nvSpPr>
          <p:spPr>
            <a:xfrm>
              <a:off x="5299015" y="3978322"/>
              <a:ext cx="49191" cy="48162"/>
            </a:xfrm>
            <a:custGeom>
              <a:rect b="b" l="l" r="r" t="t"/>
              <a:pathLst>
                <a:path extrusionOk="0" h="1451" w="1482">
                  <a:moveTo>
                    <a:pt x="546" y="1"/>
                  </a:moveTo>
                  <a:cubicBezTo>
                    <a:pt x="245" y="1"/>
                    <a:pt x="1" y="246"/>
                    <a:pt x="1" y="546"/>
                  </a:cubicBezTo>
                  <a:lnTo>
                    <a:pt x="1" y="1451"/>
                  </a:lnTo>
                  <a:lnTo>
                    <a:pt x="468" y="1451"/>
                  </a:lnTo>
                  <a:lnTo>
                    <a:pt x="468" y="546"/>
                  </a:lnTo>
                  <a:cubicBezTo>
                    <a:pt x="468" y="504"/>
                    <a:pt x="503" y="468"/>
                    <a:pt x="546" y="468"/>
                  </a:cubicBezTo>
                  <a:lnTo>
                    <a:pt x="1482" y="468"/>
                  </a:lnTo>
                  <a:lnTo>
                    <a:pt x="1482" y="1"/>
                  </a:lnTo>
                  <a:lnTo>
                    <a:pt x="548" y="1"/>
                  </a:lnTo>
                  <a:cubicBezTo>
                    <a:pt x="547" y="1"/>
                    <a:pt x="547" y="1"/>
                    <a:pt x="5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8"/>
            <p:cNvSpPr/>
            <p:nvPr/>
          </p:nvSpPr>
          <p:spPr>
            <a:xfrm>
              <a:off x="5363773" y="3978255"/>
              <a:ext cx="15534" cy="15600"/>
            </a:xfrm>
            <a:custGeom>
              <a:rect b="b" l="l" r="r" t="t"/>
              <a:pathLst>
                <a:path extrusionOk="0" h="470" w="468">
                  <a:moveTo>
                    <a:pt x="0" y="1"/>
                  </a:moveTo>
                  <a:lnTo>
                    <a:pt x="0" y="469"/>
                  </a:lnTo>
                  <a:lnTo>
                    <a:pt x="468" y="469"/>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8"/>
            <p:cNvSpPr/>
            <p:nvPr/>
          </p:nvSpPr>
          <p:spPr>
            <a:xfrm>
              <a:off x="5743330" y="4116535"/>
              <a:ext cx="15567" cy="15567"/>
            </a:xfrm>
            <a:custGeom>
              <a:rect b="b" l="l" r="r" t="t"/>
              <a:pathLst>
                <a:path extrusionOk="0" h="469" w="469">
                  <a:moveTo>
                    <a:pt x="1" y="0"/>
                  </a:moveTo>
                  <a:lnTo>
                    <a:pt x="1" y="469"/>
                  </a:lnTo>
                  <a:lnTo>
                    <a:pt x="468" y="469"/>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8"/>
            <p:cNvSpPr/>
            <p:nvPr/>
          </p:nvSpPr>
          <p:spPr>
            <a:xfrm>
              <a:off x="5743330" y="4059577"/>
              <a:ext cx="15567" cy="41424"/>
            </a:xfrm>
            <a:custGeom>
              <a:rect b="b" l="l" r="r" t="t"/>
              <a:pathLst>
                <a:path extrusionOk="0" h="1248" w="469">
                  <a:moveTo>
                    <a:pt x="1" y="1"/>
                  </a:moveTo>
                  <a:lnTo>
                    <a:pt x="1" y="1248"/>
                  </a:lnTo>
                  <a:lnTo>
                    <a:pt x="468" y="124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8"/>
            <p:cNvSpPr/>
            <p:nvPr/>
          </p:nvSpPr>
          <p:spPr>
            <a:xfrm>
              <a:off x="5299015" y="4263611"/>
              <a:ext cx="15567" cy="15567"/>
            </a:xfrm>
            <a:custGeom>
              <a:rect b="b" l="l" r="r" t="t"/>
              <a:pathLst>
                <a:path extrusionOk="0" h="469" w="469">
                  <a:moveTo>
                    <a:pt x="1" y="1"/>
                  </a:moveTo>
                  <a:lnTo>
                    <a:pt x="1" y="468"/>
                  </a:lnTo>
                  <a:lnTo>
                    <a:pt x="468" y="46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8"/>
            <p:cNvSpPr/>
            <p:nvPr/>
          </p:nvSpPr>
          <p:spPr>
            <a:xfrm>
              <a:off x="5299015" y="4294679"/>
              <a:ext cx="51316" cy="61672"/>
            </a:xfrm>
            <a:custGeom>
              <a:rect b="b" l="l" r="r" t="t"/>
              <a:pathLst>
                <a:path extrusionOk="0" h="1858" w="1546">
                  <a:moveTo>
                    <a:pt x="1" y="1"/>
                  </a:moveTo>
                  <a:lnTo>
                    <a:pt x="1" y="1857"/>
                  </a:lnTo>
                  <a:lnTo>
                    <a:pt x="1546" y="1857"/>
                  </a:lnTo>
                  <a:lnTo>
                    <a:pt x="1546" y="1390"/>
                  </a:lnTo>
                  <a:lnTo>
                    <a:pt x="468" y="1390"/>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8"/>
            <p:cNvSpPr/>
            <p:nvPr/>
          </p:nvSpPr>
          <p:spPr>
            <a:xfrm>
              <a:off x="5309902" y="4423632"/>
              <a:ext cx="15600" cy="15567"/>
            </a:xfrm>
            <a:custGeom>
              <a:rect b="b" l="l" r="r" t="t"/>
              <a:pathLst>
                <a:path extrusionOk="0" h="469" w="470">
                  <a:moveTo>
                    <a:pt x="1" y="0"/>
                  </a:moveTo>
                  <a:lnTo>
                    <a:pt x="1" y="469"/>
                  </a:lnTo>
                  <a:lnTo>
                    <a:pt x="469" y="469"/>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8"/>
            <p:cNvSpPr/>
            <p:nvPr/>
          </p:nvSpPr>
          <p:spPr>
            <a:xfrm>
              <a:off x="5340970" y="4402389"/>
              <a:ext cx="46138" cy="36810"/>
            </a:xfrm>
            <a:custGeom>
              <a:rect b="b" l="l" r="r" t="t"/>
              <a:pathLst>
                <a:path extrusionOk="0" h="1109" w="1390">
                  <a:moveTo>
                    <a:pt x="921" y="1"/>
                  </a:moveTo>
                  <a:lnTo>
                    <a:pt x="921" y="640"/>
                  </a:lnTo>
                  <a:lnTo>
                    <a:pt x="1" y="640"/>
                  </a:lnTo>
                  <a:lnTo>
                    <a:pt x="1" y="1109"/>
                  </a:lnTo>
                  <a:lnTo>
                    <a:pt x="1389" y="1109"/>
                  </a:lnTo>
                  <a:lnTo>
                    <a:pt x="13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48"/>
          <p:cNvGrpSpPr/>
          <p:nvPr/>
        </p:nvGrpSpPr>
        <p:grpSpPr>
          <a:xfrm>
            <a:off x="7009729" y="1379973"/>
            <a:ext cx="523114" cy="523014"/>
            <a:chOff x="4003279" y="3947220"/>
            <a:chExt cx="523114" cy="523014"/>
          </a:xfrm>
        </p:grpSpPr>
        <p:sp>
          <p:nvSpPr>
            <p:cNvPr id="2677" name="Google Shape;2677;p48"/>
            <p:cNvSpPr/>
            <p:nvPr/>
          </p:nvSpPr>
          <p:spPr>
            <a:xfrm>
              <a:off x="4003279" y="3947220"/>
              <a:ext cx="523114" cy="523014"/>
            </a:xfrm>
            <a:custGeom>
              <a:rect b="b" l="l" r="r" t="t"/>
              <a:pathLst>
                <a:path extrusionOk="0" h="15757" w="15760">
                  <a:moveTo>
                    <a:pt x="12792" y="4619"/>
                  </a:moveTo>
                  <a:lnTo>
                    <a:pt x="12792" y="11936"/>
                  </a:lnTo>
                  <a:lnTo>
                    <a:pt x="11521" y="12340"/>
                  </a:lnTo>
                  <a:lnTo>
                    <a:pt x="10456" y="11766"/>
                  </a:lnTo>
                  <a:lnTo>
                    <a:pt x="9470" y="9820"/>
                  </a:lnTo>
                  <a:lnTo>
                    <a:pt x="10831" y="9096"/>
                  </a:lnTo>
                  <a:lnTo>
                    <a:pt x="11219" y="7196"/>
                  </a:lnTo>
                  <a:lnTo>
                    <a:pt x="10113" y="5820"/>
                  </a:lnTo>
                  <a:lnTo>
                    <a:pt x="10961" y="4766"/>
                  </a:lnTo>
                  <a:lnTo>
                    <a:pt x="12792" y="4619"/>
                  </a:lnTo>
                  <a:close/>
                  <a:moveTo>
                    <a:pt x="14273" y="468"/>
                  </a:moveTo>
                  <a:cubicBezTo>
                    <a:pt x="14532" y="468"/>
                    <a:pt x="14781" y="571"/>
                    <a:pt x="14973" y="758"/>
                  </a:cubicBezTo>
                  <a:cubicBezTo>
                    <a:pt x="15173" y="954"/>
                    <a:pt x="15288" y="1227"/>
                    <a:pt x="15288" y="1507"/>
                  </a:cubicBezTo>
                  <a:lnTo>
                    <a:pt x="15288" y="13195"/>
                  </a:lnTo>
                  <a:cubicBezTo>
                    <a:pt x="15046" y="12967"/>
                    <a:pt x="14729" y="12820"/>
                    <a:pt x="14379" y="12796"/>
                  </a:cubicBezTo>
                  <a:cubicBezTo>
                    <a:pt x="14343" y="12794"/>
                    <a:pt x="14308" y="12792"/>
                    <a:pt x="14274" y="12792"/>
                  </a:cubicBezTo>
                  <a:cubicBezTo>
                    <a:pt x="13897" y="12792"/>
                    <a:pt x="13542" y="12931"/>
                    <a:pt x="13263" y="13190"/>
                  </a:cubicBezTo>
                  <a:cubicBezTo>
                    <a:pt x="13262" y="13192"/>
                    <a:pt x="13261" y="13192"/>
                    <a:pt x="13261" y="13193"/>
                  </a:cubicBezTo>
                  <a:lnTo>
                    <a:pt x="13261" y="1481"/>
                  </a:lnTo>
                  <a:cubicBezTo>
                    <a:pt x="13260" y="934"/>
                    <a:pt x="13706" y="480"/>
                    <a:pt x="14254" y="468"/>
                  </a:cubicBezTo>
                  <a:cubicBezTo>
                    <a:pt x="14260" y="468"/>
                    <a:pt x="14267" y="468"/>
                    <a:pt x="14273" y="468"/>
                  </a:cubicBezTo>
                  <a:close/>
                  <a:moveTo>
                    <a:pt x="9198" y="3276"/>
                  </a:moveTo>
                  <a:lnTo>
                    <a:pt x="8868" y="4436"/>
                  </a:lnTo>
                  <a:lnTo>
                    <a:pt x="7362" y="5159"/>
                  </a:lnTo>
                  <a:lnTo>
                    <a:pt x="6257" y="6376"/>
                  </a:lnTo>
                  <a:lnTo>
                    <a:pt x="4420" y="6804"/>
                  </a:lnTo>
                  <a:lnTo>
                    <a:pt x="4916" y="8206"/>
                  </a:lnTo>
                  <a:lnTo>
                    <a:pt x="6104" y="8738"/>
                  </a:lnTo>
                  <a:lnTo>
                    <a:pt x="6789" y="10573"/>
                  </a:lnTo>
                  <a:lnTo>
                    <a:pt x="5267" y="11737"/>
                  </a:lnTo>
                  <a:lnTo>
                    <a:pt x="4742" y="14098"/>
                  </a:lnTo>
                  <a:lnTo>
                    <a:pt x="3437" y="13679"/>
                  </a:lnTo>
                  <a:lnTo>
                    <a:pt x="1890" y="9948"/>
                  </a:lnTo>
                  <a:lnTo>
                    <a:pt x="2854" y="9165"/>
                  </a:lnTo>
                  <a:lnTo>
                    <a:pt x="2661" y="7625"/>
                  </a:lnTo>
                  <a:lnTo>
                    <a:pt x="468" y="7124"/>
                  </a:lnTo>
                  <a:cubicBezTo>
                    <a:pt x="469" y="7124"/>
                    <a:pt x="469" y="3276"/>
                    <a:pt x="469" y="3276"/>
                  </a:cubicBezTo>
                  <a:close/>
                  <a:moveTo>
                    <a:pt x="9775" y="13814"/>
                  </a:moveTo>
                  <a:lnTo>
                    <a:pt x="11130" y="14477"/>
                  </a:lnTo>
                  <a:lnTo>
                    <a:pt x="11468" y="15289"/>
                  </a:lnTo>
                  <a:lnTo>
                    <a:pt x="8286" y="15289"/>
                  </a:lnTo>
                  <a:lnTo>
                    <a:pt x="8432" y="14378"/>
                  </a:lnTo>
                  <a:lnTo>
                    <a:pt x="9775" y="13814"/>
                  </a:lnTo>
                  <a:close/>
                  <a:moveTo>
                    <a:pt x="12792" y="3276"/>
                  </a:moveTo>
                  <a:lnTo>
                    <a:pt x="12792" y="4146"/>
                  </a:lnTo>
                  <a:lnTo>
                    <a:pt x="10722" y="4314"/>
                  </a:lnTo>
                  <a:lnTo>
                    <a:pt x="9511" y="5819"/>
                  </a:lnTo>
                  <a:lnTo>
                    <a:pt x="10714" y="7316"/>
                  </a:lnTo>
                  <a:lnTo>
                    <a:pt x="10416" y="8784"/>
                  </a:lnTo>
                  <a:lnTo>
                    <a:pt x="8844" y="9621"/>
                  </a:lnTo>
                  <a:lnTo>
                    <a:pt x="10104" y="12107"/>
                  </a:lnTo>
                  <a:lnTo>
                    <a:pt x="11473" y="12843"/>
                  </a:lnTo>
                  <a:lnTo>
                    <a:pt x="12792" y="12426"/>
                  </a:lnTo>
                  <a:lnTo>
                    <a:pt x="12792" y="14276"/>
                  </a:lnTo>
                  <a:lnTo>
                    <a:pt x="13260" y="14276"/>
                  </a:lnTo>
                  <a:cubicBezTo>
                    <a:pt x="13260" y="13991"/>
                    <a:pt x="13375" y="13727"/>
                    <a:pt x="13582" y="13534"/>
                  </a:cubicBezTo>
                  <a:cubicBezTo>
                    <a:pt x="13772" y="13356"/>
                    <a:pt x="14014" y="13262"/>
                    <a:pt x="14273" y="13262"/>
                  </a:cubicBezTo>
                  <a:cubicBezTo>
                    <a:pt x="14297" y="13262"/>
                    <a:pt x="14321" y="13262"/>
                    <a:pt x="14346" y="13264"/>
                  </a:cubicBezTo>
                  <a:cubicBezTo>
                    <a:pt x="14846" y="13298"/>
                    <a:pt x="15251" y="13702"/>
                    <a:pt x="15284" y="14202"/>
                  </a:cubicBezTo>
                  <a:cubicBezTo>
                    <a:pt x="15285" y="14224"/>
                    <a:pt x="15287" y="14247"/>
                    <a:pt x="15287" y="14268"/>
                  </a:cubicBezTo>
                  <a:lnTo>
                    <a:pt x="15287" y="14275"/>
                  </a:lnTo>
                  <a:cubicBezTo>
                    <a:pt x="15288" y="14533"/>
                    <a:pt x="15194" y="14777"/>
                    <a:pt x="15015" y="14967"/>
                  </a:cubicBezTo>
                  <a:cubicBezTo>
                    <a:pt x="14822" y="15175"/>
                    <a:pt x="14558" y="15289"/>
                    <a:pt x="14274" y="15289"/>
                  </a:cubicBezTo>
                  <a:lnTo>
                    <a:pt x="11973" y="15289"/>
                  </a:lnTo>
                  <a:lnTo>
                    <a:pt x="11492" y="14135"/>
                  </a:lnTo>
                  <a:lnTo>
                    <a:pt x="9788" y="13301"/>
                  </a:lnTo>
                  <a:lnTo>
                    <a:pt x="8010" y="14048"/>
                  </a:lnTo>
                  <a:lnTo>
                    <a:pt x="7811" y="15291"/>
                  </a:lnTo>
                  <a:lnTo>
                    <a:pt x="468" y="15291"/>
                  </a:lnTo>
                  <a:lnTo>
                    <a:pt x="468" y="7605"/>
                  </a:lnTo>
                  <a:lnTo>
                    <a:pt x="2237" y="8008"/>
                  </a:lnTo>
                  <a:lnTo>
                    <a:pt x="2356" y="8965"/>
                  </a:lnTo>
                  <a:lnTo>
                    <a:pt x="1323" y="9805"/>
                  </a:lnTo>
                  <a:lnTo>
                    <a:pt x="3085" y="14060"/>
                  </a:lnTo>
                  <a:lnTo>
                    <a:pt x="5086" y="14703"/>
                  </a:lnTo>
                  <a:lnTo>
                    <a:pt x="5685" y="12009"/>
                  </a:lnTo>
                  <a:lnTo>
                    <a:pt x="7346" y="10738"/>
                  </a:lnTo>
                  <a:lnTo>
                    <a:pt x="6471" y="8393"/>
                  </a:lnTo>
                  <a:lnTo>
                    <a:pt x="5288" y="7863"/>
                  </a:lnTo>
                  <a:lnTo>
                    <a:pt x="5035" y="7143"/>
                  </a:lnTo>
                  <a:lnTo>
                    <a:pt x="6504" y="6801"/>
                  </a:lnTo>
                  <a:lnTo>
                    <a:pt x="7646" y="5542"/>
                  </a:lnTo>
                  <a:lnTo>
                    <a:pt x="9259" y="4768"/>
                  </a:lnTo>
                  <a:lnTo>
                    <a:pt x="9683" y="3276"/>
                  </a:lnTo>
                  <a:close/>
                  <a:moveTo>
                    <a:pt x="14277" y="1"/>
                  </a:moveTo>
                  <a:cubicBezTo>
                    <a:pt x="14266" y="1"/>
                    <a:pt x="14256" y="1"/>
                    <a:pt x="14246" y="1"/>
                  </a:cubicBezTo>
                  <a:cubicBezTo>
                    <a:pt x="13444" y="16"/>
                    <a:pt x="12793" y="680"/>
                    <a:pt x="12793" y="1482"/>
                  </a:cubicBezTo>
                  <a:lnTo>
                    <a:pt x="12793" y="2809"/>
                  </a:lnTo>
                  <a:lnTo>
                    <a:pt x="0" y="2809"/>
                  </a:lnTo>
                  <a:lnTo>
                    <a:pt x="0" y="15756"/>
                  </a:lnTo>
                  <a:lnTo>
                    <a:pt x="14275" y="15756"/>
                  </a:lnTo>
                  <a:cubicBezTo>
                    <a:pt x="14684" y="15756"/>
                    <a:pt x="15078" y="15584"/>
                    <a:pt x="15358" y="15286"/>
                  </a:cubicBezTo>
                  <a:cubicBezTo>
                    <a:pt x="15620" y="15005"/>
                    <a:pt x="15760" y="14645"/>
                    <a:pt x="15756" y="14262"/>
                  </a:cubicBezTo>
                  <a:lnTo>
                    <a:pt x="15756" y="1508"/>
                  </a:lnTo>
                  <a:cubicBezTo>
                    <a:pt x="15756" y="1103"/>
                    <a:pt x="15590" y="709"/>
                    <a:pt x="15301" y="425"/>
                  </a:cubicBezTo>
                  <a:cubicBezTo>
                    <a:pt x="15023" y="151"/>
                    <a:pt x="14660" y="1"/>
                    <a:pt x="14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8"/>
            <p:cNvSpPr/>
            <p:nvPr/>
          </p:nvSpPr>
          <p:spPr>
            <a:xfrm>
              <a:off x="4274064" y="4195799"/>
              <a:ext cx="15600" cy="15534"/>
            </a:xfrm>
            <a:custGeom>
              <a:rect b="b" l="l" r="r" t="t"/>
              <a:pathLst>
                <a:path extrusionOk="0" h="468" w="470">
                  <a:moveTo>
                    <a:pt x="1" y="0"/>
                  </a:moveTo>
                  <a:lnTo>
                    <a:pt x="1"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8"/>
            <p:cNvSpPr/>
            <p:nvPr/>
          </p:nvSpPr>
          <p:spPr>
            <a:xfrm>
              <a:off x="4242995" y="4195799"/>
              <a:ext cx="15600" cy="15534"/>
            </a:xfrm>
            <a:custGeom>
              <a:rect b="b" l="l" r="r" t="t"/>
              <a:pathLst>
                <a:path extrusionOk="0" h="468" w="470">
                  <a:moveTo>
                    <a:pt x="1" y="0"/>
                  </a:moveTo>
                  <a:lnTo>
                    <a:pt x="1"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8"/>
            <p:cNvSpPr/>
            <p:nvPr/>
          </p:nvSpPr>
          <p:spPr>
            <a:xfrm>
              <a:off x="4305132" y="4195799"/>
              <a:ext cx="15567" cy="15534"/>
            </a:xfrm>
            <a:custGeom>
              <a:rect b="b" l="l" r="r" t="t"/>
              <a:pathLst>
                <a:path extrusionOk="0" h="468" w="469">
                  <a:moveTo>
                    <a:pt x="1" y="0"/>
                  </a:moveTo>
                  <a:lnTo>
                    <a:pt x="1" y="468"/>
                  </a:lnTo>
                  <a:lnTo>
                    <a:pt x="468" y="468"/>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8"/>
            <p:cNvSpPr/>
            <p:nvPr/>
          </p:nvSpPr>
          <p:spPr>
            <a:xfrm>
              <a:off x="4189721" y="4412480"/>
              <a:ext cx="18555" cy="18555"/>
            </a:xfrm>
            <a:custGeom>
              <a:rect b="b" l="l" r="r" t="t"/>
              <a:pathLst>
                <a:path extrusionOk="0" h="559" w="559">
                  <a:moveTo>
                    <a:pt x="102" y="0"/>
                  </a:moveTo>
                  <a:lnTo>
                    <a:pt x="1" y="457"/>
                  </a:lnTo>
                  <a:lnTo>
                    <a:pt x="457" y="558"/>
                  </a:lnTo>
                  <a:lnTo>
                    <a:pt x="558" y="101"/>
                  </a:lnTo>
                  <a:lnTo>
                    <a:pt x="1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8"/>
            <p:cNvSpPr/>
            <p:nvPr/>
          </p:nvSpPr>
          <p:spPr>
            <a:xfrm>
              <a:off x="4196460" y="4324353"/>
              <a:ext cx="58552" cy="76376"/>
            </a:xfrm>
            <a:custGeom>
              <a:rect b="b" l="l" r="r" t="t"/>
              <a:pathLst>
                <a:path extrusionOk="0" h="2301" w="1764">
                  <a:moveTo>
                    <a:pt x="1479" y="0"/>
                  </a:moveTo>
                  <a:lnTo>
                    <a:pt x="286" y="912"/>
                  </a:lnTo>
                  <a:lnTo>
                    <a:pt x="1" y="2198"/>
                  </a:lnTo>
                  <a:lnTo>
                    <a:pt x="457" y="2300"/>
                  </a:lnTo>
                  <a:lnTo>
                    <a:pt x="705" y="1181"/>
                  </a:lnTo>
                  <a:lnTo>
                    <a:pt x="1764" y="373"/>
                  </a:lnTo>
                  <a:lnTo>
                    <a:pt x="14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8"/>
            <p:cNvSpPr/>
            <p:nvPr/>
          </p:nvSpPr>
          <p:spPr>
            <a:xfrm>
              <a:off x="4115603" y="4343506"/>
              <a:ext cx="20314" cy="20314"/>
            </a:xfrm>
            <a:custGeom>
              <a:rect b="b" l="l" r="r" t="t"/>
              <a:pathLst>
                <a:path extrusionOk="0" h="612" w="612">
                  <a:moveTo>
                    <a:pt x="432" y="0"/>
                  </a:moveTo>
                  <a:lnTo>
                    <a:pt x="0" y="179"/>
                  </a:lnTo>
                  <a:lnTo>
                    <a:pt x="179" y="612"/>
                  </a:lnTo>
                  <a:lnTo>
                    <a:pt x="611" y="433"/>
                  </a:lnTo>
                  <a:lnTo>
                    <a:pt x="4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8"/>
            <p:cNvSpPr/>
            <p:nvPr/>
          </p:nvSpPr>
          <p:spPr>
            <a:xfrm>
              <a:off x="4091538" y="4285385"/>
              <a:ext cx="32495" cy="49789"/>
            </a:xfrm>
            <a:custGeom>
              <a:rect b="b" l="l" r="r" t="t"/>
              <a:pathLst>
                <a:path extrusionOk="0" h="1500" w="979">
                  <a:moveTo>
                    <a:pt x="432" y="1"/>
                  </a:moveTo>
                  <a:lnTo>
                    <a:pt x="0" y="179"/>
                  </a:lnTo>
                  <a:lnTo>
                    <a:pt x="546" y="1499"/>
                  </a:lnTo>
                  <a:lnTo>
                    <a:pt x="978" y="1320"/>
                  </a:lnTo>
                  <a:lnTo>
                    <a:pt x="4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8"/>
            <p:cNvSpPr/>
            <p:nvPr/>
          </p:nvSpPr>
          <p:spPr>
            <a:xfrm>
              <a:off x="4170735" y="4244326"/>
              <a:ext cx="23036" cy="28147"/>
            </a:xfrm>
            <a:custGeom>
              <a:rect b="b" l="l" r="r" t="t"/>
              <a:pathLst>
                <a:path extrusionOk="0" h="848" w="694">
                  <a:moveTo>
                    <a:pt x="439" y="1"/>
                  </a:moveTo>
                  <a:lnTo>
                    <a:pt x="1" y="164"/>
                  </a:lnTo>
                  <a:lnTo>
                    <a:pt x="255" y="848"/>
                  </a:lnTo>
                  <a:lnTo>
                    <a:pt x="694" y="684"/>
                  </a:lnTo>
                  <a:lnTo>
                    <a:pt x="4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8"/>
            <p:cNvSpPr/>
            <p:nvPr/>
          </p:nvSpPr>
          <p:spPr>
            <a:xfrm>
              <a:off x="4184610" y="4281568"/>
              <a:ext cx="20015" cy="20015"/>
            </a:xfrm>
            <a:custGeom>
              <a:rect b="b" l="l" r="r" t="t"/>
              <a:pathLst>
                <a:path extrusionOk="0" h="603" w="603">
                  <a:moveTo>
                    <a:pt x="439" y="1"/>
                  </a:moveTo>
                  <a:lnTo>
                    <a:pt x="1" y="164"/>
                  </a:lnTo>
                  <a:lnTo>
                    <a:pt x="164" y="603"/>
                  </a:lnTo>
                  <a:lnTo>
                    <a:pt x="603" y="439"/>
                  </a:lnTo>
                  <a:lnTo>
                    <a:pt x="4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8"/>
            <p:cNvSpPr/>
            <p:nvPr/>
          </p:nvSpPr>
          <p:spPr>
            <a:xfrm>
              <a:off x="4361161" y="4117896"/>
              <a:ext cx="30471" cy="32595"/>
            </a:xfrm>
            <a:custGeom>
              <a:rect b="b" l="l" r="r" t="t"/>
              <a:pathLst>
                <a:path extrusionOk="0" h="982" w="918">
                  <a:moveTo>
                    <a:pt x="554" y="1"/>
                  </a:moveTo>
                  <a:lnTo>
                    <a:pt x="0" y="688"/>
                  </a:lnTo>
                  <a:lnTo>
                    <a:pt x="365" y="981"/>
                  </a:lnTo>
                  <a:lnTo>
                    <a:pt x="918" y="293"/>
                  </a:lnTo>
                  <a:lnTo>
                    <a:pt x="5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8"/>
            <p:cNvSpPr/>
            <p:nvPr/>
          </p:nvSpPr>
          <p:spPr>
            <a:xfrm>
              <a:off x="4339552" y="4274532"/>
              <a:ext cx="25060" cy="29077"/>
            </a:xfrm>
            <a:custGeom>
              <a:rect b="b" l="l" r="r" t="t"/>
              <a:pathLst>
                <a:path extrusionOk="0" h="876" w="755">
                  <a:moveTo>
                    <a:pt x="419" y="1"/>
                  </a:moveTo>
                  <a:lnTo>
                    <a:pt x="1" y="213"/>
                  </a:lnTo>
                  <a:lnTo>
                    <a:pt x="337" y="876"/>
                  </a:lnTo>
                  <a:lnTo>
                    <a:pt x="755" y="664"/>
                  </a:lnTo>
                  <a:lnTo>
                    <a:pt x="4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8"/>
            <p:cNvSpPr/>
            <p:nvPr/>
          </p:nvSpPr>
          <p:spPr>
            <a:xfrm>
              <a:off x="4357775" y="4310446"/>
              <a:ext cx="20878" cy="20911"/>
            </a:xfrm>
            <a:custGeom>
              <a:rect b="b" l="l" r="r" t="t"/>
              <a:pathLst>
                <a:path extrusionOk="0" h="630" w="629">
                  <a:moveTo>
                    <a:pt x="418" y="0"/>
                  </a:moveTo>
                  <a:lnTo>
                    <a:pt x="0" y="211"/>
                  </a:lnTo>
                  <a:lnTo>
                    <a:pt x="212" y="629"/>
                  </a:lnTo>
                  <a:lnTo>
                    <a:pt x="629" y="417"/>
                  </a:lnTo>
                  <a:lnTo>
                    <a:pt x="4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8"/>
            <p:cNvSpPr/>
            <p:nvPr/>
          </p:nvSpPr>
          <p:spPr>
            <a:xfrm>
              <a:off x="4395747" y="4255346"/>
              <a:ext cx="15600" cy="15567"/>
            </a:xfrm>
            <a:custGeom>
              <a:rect b="b" l="l" r="r" t="t"/>
              <a:pathLst>
                <a:path extrusionOk="0" h="469" w="470">
                  <a:moveTo>
                    <a:pt x="1" y="1"/>
                  </a:moveTo>
                  <a:lnTo>
                    <a:pt x="1"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8"/>
            <p:cNvSpPr/>
            <p:nvPr/>
          </p:nvSpPr>
          <p:spPr>
            <a:xfrm>
              <a:off x="4395747" y="4198355"/>
              <a:ext cx="15600" cy="41457"/>
            </a:xfrm>
            <a:custGeom>
              <a:rect b="b" l="l" r="r" t="t"/>
              <a:pathLst>
                <a:path extrusionOk="0" h="1249" w="470">
                  <a:moveTo>
                    <a:pt x="1" y="1"/>
                  </a:moveTo>
                  <a:lnTo>
                    <a:pt x="1" y="1248"/>
                  </a:lnTo>
                  <a:lnTo>
                    <a:pt x="469" y="124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8"/>
            <p:cNvSpPr/>
            <p:nvPr/>
          </p:nvSpPr>
          <p:spPr>
            <a:xfrm>
              <a:off x="4478629" y="4054200"/>
              <a:ext cx="15534" cy="15534"/>
            </a:xfrm>
            <a:custGeom>
              <a:rect b="b" l="l" r="r" t="t"/>
              <a:pathLst>
                <a:path extrusionOk="0" h="468" w="468">
                  <a:moveTo>
                    <a:pt x="0" y="0"/>
                  </a:moveTo>
                  <a:lnTo>
                    <a:pt x="0" y="468"/>
                  </a:lnTo>
                  <a:lnTo>
                    <a:pt x="468" y="468"/>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8"/>
            <p:cNvSpPr/>
            <p:nvPr/>
          </p:nvSpPr>
          <p:spPr>
            <a:xfrm>
              <a:off x="4478629" y="3997241"/>
              <a:ext cx="15534" cy="41424"/>
            </a:xfrm>
            <a:custGeom>
              <a:rect b="b" l="l" r="r" t="t"/>
              <a:pathLst>
                <a:path extrusionOk="0" h="1248" w="468">
                  <a:moveTo>
                    <a:pt x="0" y="1"/>
                  </a:moveTo>
                  <a:lnTo>
                    <a:pt x="0" y="1248"/>
                  </a:lnTo>
                  <a:lnTo>
                    <a:pt x="468" y="124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8"/>
            <p:cNvSpPr/>
            <p:nvPr/>
          </p:nvSpPr>
          <p:spPr>
            <a:xfrm>
              <a:off x="4479658" y="4157959"/>
              <a:ext cx="15534" cy="15600"/>
            </a:xfrm>
            <a:custGeom>
              <a:rect b="b" l="l" r="r" t="t"/>
              <a:pathLst>
                <a:path extrusionOk="0" h="470" w="468">
                  <a:moveTo>
                    <a:pt x="0" y="1"/>
                  </a:moveTo>
                  <a:lnTo>
                    <a:pt x="0" y="469"/>
                  </a:lnTo>
                  <a:lnTo>
                    <a:pt x="468" y="469"/>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8"/>
            <p:cNvSpPr/>
            <p:nvPr/>
          </p:nvSpPr>
          <p:spPr>
            <a:xfrm>
              <a:off x="4479658" y="4111390"/>
              <a:ext cx="15534" cy="31101"/>
            </a:xfrm>
            <a:custGeom>
              <a:rect b="b" l="l" r="r" t="t"/>
              <a:pathLst>
                <a:path extrusionOk="0" h="937" w="468">
                  <a:moveTo>
                    <a:pt x="0" y="0"/>
                  </a:moveTo>
                  <a:lnTo>
                    <a:pt x="0" y="936"/>
                  </a:lnTo>
                  <a:lnTo>
                    <a:pt x="468" y="936"/>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8"/>
            <p:cNvSpPr/>
            <p:nvPr/>
          </p:nvSpPr>
          <p:spPr>
            <a:xfrm>
              <a:off x="4457884" y="4323690"/>
              <a:ext cx="15567" cy="15567"/>
            </a:xfrm>
            <a:custGeom>
              <a:rect b="b" l="l" r="r" t="t"/>
              <a:pathLst>
                <a:path extrusionOk="0" h="469" w="469">
                  <a:moveTo>
                    <a:pt x="1" y="1"/>
                  </a:moveTo>
                  <a:lnTo>
                    <a:pt x="1" y="468"/>
                  </a:lnTo>
                  <a:lnTo>
                    <a:pt x="468" y="46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8"/>
            <p:cNvSpPr/>
            <p:nvPr/>
          </p:nvSpPr>
          <p:spPr>
            <a:xfrm>
              <a:off x="4457884" y="4256375"/>
              <a:ext cx="15567" cy="51847"/>
            </a:xfrm>
            <a:custGeom>
              <a:rect b="b" l="l" r="r" t="t"/>
              <a:pathLst>
                <a:path extrusionOk="0" h="1562" w="469">
                  <a:moveTo>
                    <a:pt x="1" y="1"/>
                  </a:moveTo>
                  <a:lnTo>
                    <a:pt x="1" y="1561"/>
                  </a:lnTo>
                  <a:lnTo>
                    <a:pt x="468" y="1561"/>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8"/>
            <p:cNvSpPr/>
            <p:nvPr/>
          </p:nvSpPr>
          <p:spPr>
            <a:xfrm>
              <a:off x="4034347" y="4071526"/>
              <a:ext cx="28479" cy="28479"/>
            </a:xfrm>
            <a:custGeom>
              <a:rect b="b" l="l" r="r" t="t"/>
              <a:pathLst>
                <a:path extrusionOk="0" h="858" w="858">
                  <a:moveTo>
                    <a:pt x="0" y="1"/>
                  </a:moveTo>
                  <a:lnTo>
                    <a:pt x="0" y="858"/>
                  </a:lnTo>
                  <a:lnTo>
                    <a:pt x="469" y="858"/>
                  </a:lnTo>
                  <a:lnTo>
                    <a:pt x="469" y="468"/>
                  </a:lnTo>
                  <a:lnTo>
                    <a:pt x="857" y="468"/>
                  </a:lnTo>
                  <a:lnTo>
                    <a:pt x="8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8"/>
            <p:cNvSpPr/>
            <p:nvPr/>
          </p:nvSpPr>
          <p:spPr>
            <a:xfrm>
              <a:off x="4034347" y="4115506"/>
              <a:ext cx="15567" cy="15534"/>
            </a:xfrm>
            <a:custGeom>
              <a:rect b="b" l="l" r="r" t="t"/>
              <a:pathLst>
                <a:path extrusionOk="0" h="468" w="469">
                  <a:moveTo>
                    <a:pt x="0" y="0"/>
                  </a:moveTo>
                  <a:lnTo>
                    <a:pt x="0"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8"/>
            <p:cNvSpPr/>
            <p:nvPr/>
          </p:nvSpPr>
          <p:spPr>
            <a:xfrm>
              <a:off x="4078294" y="4071526"/>
              <a:ext cx="15600" cy="15567"/>
            </a:xfrm>
            <a:custGeom>
              <a:rect b="b" l="l" r="r" t="t"/>
              <a:pathLst>
                <a:path extrusionOk="0" h="469" w="470">
                  <a:moveTo>
                    <a:pt x="1" y="1"/>
                  </a:moveTo>
                  <a:lnTo>
                    <a:pt x="1"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8"/>
            <p:cNvSpPr/>
            <p:nvPr/>
          </p:nvSpPr>
          <p:spPr>
            <a:xfrm>
              <a:off x="4034347" y="4348551"/>
              <a:ext cx="15567" cy="15534"/>
            </a:xfrm>
            <a:custGeom>
              <a:rect b="b" l="l" r="r" t="t"/>
              <a:pathLst>
                <a:path extrusionOk="0" h="468" w="469">
                  <a:moveTo>
                    <a:pt x="0" y="0"/>
                  </a:moveTo>
                  <a:lnTo>
                    <a:pt x="0" y="468"/>
                  </a:lnTo>
                  <a:lnTo>
                    <a:pt x="469" y="468"/>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8"/>
            <p:cNvSpPr/>
            <p:nvPr/>
          </p:nvSpPr>
          <p:spPr>
            <a:xfrm>
              <a:off x="4034347" y="4379619"/>
              <a:ext cx="49224" cy="59581"/>
            </a:xfrm>
            <a:custGeom>
              <a:rect b="b" l="l" r="r" t="t"/>
              <a:pathLst>
                <a:path extrusionOk="0" h="1795" w="1483">
                  <a:moveTo>
                    <a:pt x="0" y="0"/>
                  </a:moveTo>
                  <a:lnTo>
                    <a:pt x="0" y="1795"/>
                  </a:lnTo>
                  <a:lnTo>
                    <a:pt x="1482" y="1795"/>
                  </a:lnTo>
                  <a:lnTo>
                    <a:pt x="1482" y="1326"/>
                  </a:lnTo>
                  <a:lnTo>
                    <a:pt x="469" y="1326"/>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8"/>
            <p:cNvSpPr/>
            <p:nvPr/>
          </p:nvSpPr>
          <p:spPr>
            <a:xfrm>
              <a:off x="4156031" y="4071526"/>
              <a:ext cx="15567" cy="15567"/>
            </a:xfrm>
            <a:custGeom>
              <a:rect b="b" l="l" r="r" t="t"/>
              <a:pathLst>
                <a:path extrusionOk="0" h="469" w="469">
                  <a:moveTo>
                    <a:pt x="0" y="1"/>
                  </a:moveTo>
                  <a:lnTo>
                    <a:pt x="0"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8"/>
            <p:cNvSpPr/>
            <p:nvPr/>
          </p:nvSpPr>
          <p:spPr>
            <a:xfrm>
              <a:off x="4187099" y="4071526"/>
              <a:ext cx="51813" cy="15567"/>
            </a:xfrm>
            <a:custGeom>
              <a:rect b="b" l="l" r="r" t="t"/>
              <a:pathLst>
                <a:path extrusionOk="0" h="469" w="1561">
                  <a:moveTo>
                    <a:pt x="0" y="1"/>
                  </a:moveTo>
                  <a:lnTo>
                    <a:pt x="0" y="468"/>
                  </a:lnTo>
                  <a:lnTo>
                    <a:pt x="1561" y="468"/>
                  </a:lnTo>
                  <a:lnTo>
                    <a:pt x="15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5" name="Google Shape;2705;p48"/>
          <p:cNvGrpSpPr/>
          <p:nvPr/>
        </p:nvGrpSpPr>
        <p:grpSpPr>
          <a:xfrm>
            <a:off x="7013101" y="3006320"/>
            <a:ext cx="516376" cy="523014"/>
            <a:chOff x="2102876" y="3947220"/>
            <a:chExt cx="516376" cy="523014"/>
          </a:xfrm>
        </p:grpSpPr>
        <p:sp>
          <p:nvSpPr>
            <p:cNvPr id="2706" name="Google Shape;2706;p48"/>
            <p:cNvSpPr/>
            <p:nvPr/>
          </p:nvSpPr>
          <p:spPr>
            <a:xfrm>
              <a:off x="2102876" y="3947220"/>
              <a:ext cx="516376" cy="523014"/>
            </a:xfrm>
            <a:custGeom>
              <a:rect b="b" l="l" r="r" t="t"/>
              <a:pathLst>
                <a:path extrusionOk="0" h="15757" w="15557">
                  <a:moveTo>
                    <a:pt x="10536" y="664"/>
                  </a:moveTo>
                  <a:lnTo>
                    <a:pt x="15096" y="2341"/>
                  </a:lnTo>
                  <a:lnTo>
                    <a:pt x="15096" y="3698"/>
                  </a:lnTo>
                  <a:lnTo>
                    <a:pt x="10536" y="2020"/>
                  </a:lnTo>
                  <a:lnTo>
                    <a:pt x="10536" y="664"/>
                  </a:lnTo>
                  <a:close/>
                  <a:moveTo>
                    <a:pt x="10536" y="2511"/>
                  </a:moveTo>
                  <a:lnTo>
                    <a:pt x="12008" y="3053"/>
                  </a:lnTo>
                  <a:lnTo>
                    <a:pt x="12684" y="4198"/>
                  </a:lnTo>
                  <a:lnTo>
                    <a:pt x="12530" y="5201"/>
                  </a:lnTo>
                  <a:lnTo>
                    <a:pt x="11267" y="5850"/>
                  </a:lnTo>
                  <a:lnTo>
                    <a:pt x="11955" y="6899"/>
                  </a:lnTo>
                  <a:lnTo>
                    <a:pt x="11345" y="7552"/>
                  </a:lnTo>
                  <a:lnTo>
                    <a:pt x="10538" y="7256"/>
                  </a:lnTo>
                  <a:lnTo>
                    <a:pt x="10536" y="2511"/>
                  </a:lnTo>
                  <a:close/>
                  <a:moveTo>
                    <a:pt x="15096" y="5170"/>
                  </a:moveTo>
                  <a:lnTo>
                    <a:pt x="15096" y="7683"/>
                  </a:lnTo>
                  <a:lnTo>
                    <a:pt x="14411" y="7401"/>
                  </a:lnTo>
                  <a:lnTo>
                    <a:pt x="14092" y="6263"/>
                  </a:lnTo>
                  <a:lnTo>
                    <a:pt x="14427" y="5467"/>
                  </a:lnTo>
                  <a:lnTo>
                    <a:pt x="15096" y="5170"/>
                  </a:lnTo>
                  <a:close/>
                  <a:moveTo>
                    <a:pt x="12693" y="3307"/>
                  </a:moveTo>
                  <a:lnTo>
                    <a:pt x="15097" y="4191"/>
                  </a:lnTo>
                  <a:lnTo>
                    <a:pt x="15097" y="4665"/>
                  </a:lnTo>
                  <a:lnTo>
                    <a:pt x="15096" y="4665"/>
                  </a:lnTo>
                  <a:lnTo>
                    <a:pt x="14071" y="5118"/>
                  </a:lnTo>
                  <a:lnTo>
                    <a:pt x="13604" y="6233"/>
                  </a:lnTo>
                  <a:lnTo>
                    <a:pt x="14025" y="7744"/>
                  </a:lnTo>
                  <a:lnTo>
                    <a:pt x="15096" y="8184"/>
                  </a:lnTo>
                  <a:lnTo>
                    <a:pt x="15096" y="8937"/>
                  </a:lnTo>
                  <a:lnTo>
                    <a:pt x="11813" y="7729"/>
                  </a:lnTo>
                  <a:lnTo>
                    <a:pt x="12539" y="6953"/>
                  </a:lnTo>
                  <a:lnTo>
                    <a:pt x="11933" y="6030"/>
                  </a:lnTo>
                  <a:lnTo>
                    <a:pt x="12950" y="5508"/>
                  </a:lnTo>
                  <a:lnTo>
                    <a:pt x="13166" y="4108"/>
                  </a:lnTo>
                  <a:lnTo>
                    <a:pt x="12693" y="3307"/>
                  </a:lnTo>
                  <a:close/>
                  <a:moveTo>
                    <a:pt x="10536" y="7748"/>
                  </a:moveTo>
                  <a:lnTo>
                    <a:pt x="15096" y="9425"/>
                  </a:lnTo>
                  <a:lnTo>
                    <a:pt x="15096" y="15095"/>
                  </a:lnTo>
                  <a:lnTo>
                    <a:pt x="10536" y="13416"/>
                  </a:lnTo>
                  <a:lnTo>
                    <a:pt x="10536" y="7748"/>
                  </a:lnTo>
                  <a:close/>
                  <a:moveTo>
                    <a:pt x="10074" y="661"/>
                  </a:moveTo>
                  <a:lnTo>
                    <a:pt x="10074" y="13416"/>
                  </a:lnTo>
                  <a:lnTo>
                    <a:pt x="5483" y="15096"/>
                  </a:lnTo>
                  <a:lnTo>
                    <a:pt x="5483" y="13732"/>
                  </a:lnTo>
                  <a:lnTo>
                    <a:pt x="5022" y="13732"/>
                  </a:lnTo>
                  <a:lnTo>
                    <a:pt x="5022" y="15095"/>
                  </a:lnTo>
                  <a:lnTo>
                    <a:pt x="462" y="13416"/>
                  </a:lnTo>
                  <a:lnTo>
                    <a:pt x="462" y="663"/>
                  </a:lnTo>
                  <a:lnTo>
                    <a:pt x="5022" y="2340"/>
                  </a:lnTo>
                  <a:lnTo>
                    <a:pt x="5022" y="4754"/>
                  </a:lnTo>
                  <a:lnTo>
                    <a:pt x="5483" y="4754"/>
                  </a:lnTo>
                  <a:lnTo>
                    <a:pt x="5483" y="2340"/>
                  </a:lnTo>
                  <a:lnTo>
                    <a:pt x="10074" y="661"/>
                  </a:lnTo>
                  <a:close/>
                  <a:moveTo>
                    <a:pt x="1" y="1"/>
                  </a:moveTo>
                  <a:lnTo>
                    <a:pt x="1" y="13738"/>
                  </a:lnTo>
                  <a:lnTo>
                    <a:pt x="5252" y="15671"/>
                  </a:lnTo>
                  <a:lnTo>
                    <a:pt x="10305" y="13823"/>
                  </a:lnTo>
                  <a:lnTo>
                    <a:pt x="15557" y="15756"/>
                  </a:lnTo>
                  <a:lnTo>
                    <a:pt x="15557" y="2020"/>
                  </a:lnTo>
                  <a:lnTo>
                    <a:pt x="10305" y="86"/>
                  </a:lnTo>
                  <a:lnTo>
                    <a:pt x="5252" y="193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8"/>
            <p:cNvSpPr/>
            <p:nvPr/>
          </p:nvSpPr>
          <p:spPr>
            <a:xfrm>
              <a:off x="2550676" y="4277320"/>
              <a:ext cx="36246" cy="25791"/>
            </a:xfrm>
            <a:custGeom>
              <a:rect b="b" l="l" r="r" t="t"/>
              <a:pathLst>
                <a:path extrusionOk="0" h="777" w="1092">
                  <a:moveTo>
                    <a:pt x="160" y="0"/>
                  </a:moveTo>
                  <a:lnTo>
                    <a:pt x="1" y="434"/>
                  </a:lnTo>
                  <a:lnTo>
                    <a:pt x="932" y="776"/>
                  </a:lnTo>
                  <a:lnTo>
                    <a:pt x="1092" y="344"/>
                  </a:lnTo>
                  <a:lnTo>
                    <a:pt x="1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8"/>
            <p:cNvSpPr/>
            <p:nvPr/>
          </p:nvSpPr>
          <p:spPr>
            <a:xfrm>
              <a:off x="2469155" y="4247280"/>
              <a:ext cx="43681" cy="28512"/>
            </a:xfrm>
            <a:custGeom>
              <a:rect b="b" l="l" r="r" t="t"/>
              <a:pathLst>
                <a:path extrusionOk="0" h="859" w="1316">
                  <a:moveTo>
                    <a:pt x="160" y="1"/>
                  </a:moveTo>
                  <a:lnTo>
                    <a:pt x="0" y="434"/>
                  </a:lnTo>
                  <a:lnTo>
                    <a:pt x="1157" y="859"/>
                  </a:lnTo>
                  <a:lnTo>
                    <a:pt x="1316" y="426"/>
                  </a:lnTo>
                  <a:lnTo>
                    <a:pt x="1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8"/>
            <p:cNvSpPr/>
            <p:nvPr/>
          </p:nvSpPr>
          <p:spPr>
            <a:xfrm>
              <a:off x="2521865" y="4266698"/>
              <a:ext cx="19716" cy="19716"/>
            </a:xfrm>
            <a:custGeom>
              <a:rect b="b" l="l" r="r" t="t"/>
              <a:pathLst>
                <a:path extrusionOk="0" h="594" w="594">
                  <a:moveTo>
                    <a:pt x="160" y="1"/>
                  </a:moveTo>
                  <a:lnTo>
                    <a:pt x="1" y="433"/>
                  </a:lnTo>
                  <a:lnTo>
                    <a:pt x="433" y="594"/>
                  </a:lnTo>
                  <a:lnTo>
                    <a:pt x="594" y="160"/>
                  </a:lnTo>
                  <a:lnTo>
                    <a:pt x="1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8"/>
            <p:cNvSpPr/>
            <p:nvPr/>
          </p:nvSpPr>
          <p:spPr>
            <a:xfrm>
              <a:off x="2469122" y="4289999"/>
              <a:ext cx="43681" cy="28546"/>
            </a:xfrm>
            <a:custGeom>
              <a:rect b="b" l="l" r="r" t="t"/>
              <a:pathLst>
                <a:path extrusionOk="0" h="860" w="1316">
                  <a:moveTo>
                    <a:pt x="160" y="0"/>
                  </a:moveTo>
                  <a:lnTo>
                    <a:pt x="0" y="433"/>
                  </a:lnTo>
                  <a:lnTo>
                    <a:pt x="1157" y="859"/>
                  </a:lnTo>
                  <a:lnTo>
                    <a:pt x="1316" y="426"/>
                  </a:lnTo>
                  <a:lnTo>
                    <a:pt x="1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8"/>
            <p:cNvSpPr/>
            <p:nvPr/>
          </p:nvSpPr>
          <p:spPr>
            <a:xfrm>
              <a:off x="2521865" y="4309384"/>
              <a:ext cx="65057" cy="36412"/>
            </a:xfrm>
            <a:custGeom>
              <a:rect b="b" l="l" r="r" t="t"/>
              <a:pathLst>
                <a:path extrusionOk="0" h="1097" w="1960">
                  <a:moveTo>
                    <a:pt x="160" y="0"/>
                  </a:moveTo>
                  <a:lnTo>
                    <a:pt x="1" y="434"/>
                  </a:lnTo>
                  <a:lnTo>
                    <a:pt x="1800" y="1097"/>
                  </a:lnTo>
                  <a:lnTo>
                    <a:pt x="1960" y="663"/>
                  </a:lnTo>
                  <a:lnTo>
                    <a:pt x="1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8"/>
            <p:cNvSpPr/>
            <p:nvPr/>
          </p:nvSpPr>
          <p:spPr>
            <a:xfrm>
              <a:off x="2469122" y="4332917"/>
              <a:ext cx="60211" cy="34620"/>
            </a:xfrm>
            <a:custGeom>
              <a:rect b="b" l="l" r="r" t="t"/>
              <a:pathLst>
                <a:path extrusionOk="0" h="1043" w="1814">
                  <a:moveTo>
                    <a:pt x="160" y="1"/>
                  </a:moveTo>
                  <a:lnTo>
                    <a:pt x="0" y="433"/>
                  </a:lnTo>
                  <a:lnTo>
                    <a:pt x="1654" y="1042"/>
                  </a:lnTo>
                  <a:lnTo>
                    <a:pt x="1813" y="609"/>
                  </a:lnTo>
                  <a:lnTo>
                    <a:pt x="1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8"/>
            <p:cNvSpPr/>
            <p:nvPr/>
          </p:nvSpPr>
          <p:spPr>
            <a:xfrm>
              <a:off x="2538428" y="4358509"/>
              <a:ext cx="19683" cy="19683"/>
            </a:xfrm>
            <a:custGeom>
              <a:rect b="b" l="l" r="r" t="t"/>
              <a:pathLst>
                <a:path extrusionOk="0" h="593" w="593">
                  <a:moveTo>
                    <a:pt x="160" y="0"/>
                  </a:moveTo>
                  <a:lnTo>
                    <a:pt x="0" y="434"/>
                  </a:lnTo>
                  <a:lnTo>
                    <a:pt x="434" y="593"/>
                  </a:lnTo>
                  <a:lnTo>
                    <a:pt x="593" y="160"/>
                  </a:lnTo>
                  <a:lnTo>
                    <a:pt x="1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8"/>
            <p:cNvSpPr/>
            <p:nvPr/>
          </p:nvSpPr>
          <p:spPr>
            <a:xfrm>
              <a:off x="2567239" y="4369097"/>
              <a:ext cx="19683" cy="19716"/>
            </a:xfrm>
            <a:custGeom>
              <a:rect b="b" l="l" r="r" t="t"/>
              <a:pathLst>
                <a:path extrusionOk="0" h="594" w="593">
                  <a:moveTo>
                    <a:pt x="159" y="1"/>
                  </a:moveTo>
                  <a:lnTo>
                    <a:pt x="0" y="434"/>
                  </a:lnTo>
                  <a:lnTo>
                    <a:pt x="433" y="593"/>
                  </a:lnTo>
                  <a:lnTo>
                    <a:pt x="593" y="160"/>
                  </a:lnTo>
                  <a:lnTo>
                    <a:pt x="1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8"/>
            <p:cNvSpPr/>
            <p:nvPr/>
          </p:nvSpPr>
          <p:spPr>
            <a:xfrm>
              <a:off x="2167402" y="4122908"/>
              <a:ext cx="219768" cy="265341"/>
            </a:xfrm>
            <a:custGeom>
              <a:rect b="b" l="l" r="r" t="t"/>
              <a:pathLst>
                <a:path extrusionOk="0" h="7994" w="6621">
                  <a:moveTo>
                    <a:pt x="3308" y="461"/>
                  </a:moveTo>
                  <a:cubicBezTo>
                    <a:pt x="4071" y="461"/>
                    <a:pt x="4785" y="758"/>
                    <a:pt x="5324" y="1297"/>
                  </a:cubicBezTo>
                  <a:cubicBezTo>
                    <a:pt x="5862" y="1834"/>
                    <a:pt x="6160" y="2550"/>
                    <a:pt x="6160" y="3312"/>
                  </a:cubicBezTo>
                  <a:cubicBezTo>
                    <a:pt x="6159" y="4073"/>
                    <a:pt x="5862" y="4789"/>
                    <a:pt x="5324" y="5327"/>
                  </a:cubicBezTo>
                  <a:lnTo>
                    <a:pt x="3308" y="7342"/>
                  </a:lnTo>
                  <a:lnTo>
                    <a:pt x="1294" y="5327"/>
                  </a:lnTo>
                  <a:cubicBezTo>
                    <a:pt x="756" y="4789"/>
                    <a:pt x="458" y="4073"/>
                    <a:pt x="458" y="3312"/>
                  </a:cubicBezTo>
                  <a:cubicBezTo>
                    <a:pt x="458" y="2550"/>
                    <a:pt x="755" y="1835"/>
                    <a:pt x="1294" y="1297"/>
                  </a:cubicBezTo>
                  <a:cubicBezTo>
                    <a:pt x="1832" y="759"/>
                    <a:pt x="2547" y="461"/>
                    <a:pt x="3308" y="461"/>
                  </a:cubicBezTo>
                  <a:close/>
                  <a:moveTo>
                    <a:pt x="3311" y="1"/>
                  </a:moveTo>
                  <a:cubicBezTo>
                    <a:pt x="2426" y="1"/>
                    <a:pt x="1594" y="345"/>
                    <a:pt x="969" y="971"/>
                  </a:cubicBezTo>
                  <a:cubicBezTo>
                    <a:pt x="344" y="1597"/>
                    <a:pt x="0" y="2428"/>
                    <a:pt x="0" y="3312"/>
                  </a:cubicBezTo>
                  <a:cubicBezTo>
                    <a:pt x="0" y="4196"/>
                    <a:pt x="344" y="5028"/>
                    <a:pt x="969" y="5653"/>
                  </a:cubicBezTo>
                  <a:lnTo>
                    <a:pt x="3311" y="7994"/>
                  </a:lnTo>
                  <a:lnTo>
                    <a:pt x="5652" y="5653"/>
                  </a:lnTo>
                  <a:cubicBezTo>
                    <a:pt x="6278" y="5027"/>
                    <a:pt x="6621" y="4196"/>
                    <a:pt x="6621" y="3312"/>
                  </a:cubicBezTo>
                  <a:cubicBezTo>
                    <a:pt x="6621" y="2428"/>
                    <a:pt x="6275" y="1597"/>
                    <a:pt x="5652" y="971"/>
                  </a:cubicBezTo>
                  <a:cubicBezTo>
                    <a:pt x="5026" y="345"/>
                    <a:pt x="4195" y="1"/>
                    <a:pt x="3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8"/>
            <p:cNvSpPr/>
            <p:nvPr/>
          </p:nvSpPr>
          <p:spPr>
            <a:xfrm>
              <a:off x="2208196" y="4163835"/>
              <a:ext cx="138081" cy="137981"/>
            </a:xfrm>
            <a:custGeom>
              <a:rect b="b" l="l" r="r" t="t"/>
              <a:pathLst>
                <a:path extrusionOk="0" h="4157" w="4160">
                  <a:moveTo>
                    <a:pt x="2079" y="462"/>
                  </a:moveTo>
                  <a:cubicBezTo>
                    <a:pt x="2972" y="462"/>
                    <a:pt x="3697" y="1187"/>
                    <a:pt x="3697" y="2079"/>
                  </a:cubicBezTo>
                  <a:cubicBezTo>
                    <a:pt x="3697" y="2971"/>
                    <a:pt x="2972" y="3696"/>
                    <a:pt x="2079" y="3696"/>
                  </a:cubicBezTo>
                  <a:cubicBezTo>
                    <a:pt x="1188" y="3696"/>
                    <a:pt x="463" y="2971"/>
                    <a:pt x="463" y="2079"/>
                  </a:cubicBezTo>
                  <a:cubicBezTo>
                    <a:pt x="463" y="1187"/>
                    <a:pt x="1188" y="462"/>
                    <a:pt x="2079" y="462"/>
                  </a:cubicBezTo>
                  <a:close/>
                  <a:moveTo>
                    <a:pt x="2079" y="1"/>
                  </a:moveTo>
                  <a:cubicBezTo>
                    <a:pt x="934" y="1"/>
                    <a:pt x="1" y="933"/>
                    <a:pt x="1" y="2079"/>
                  </a:cubicBezTo>
                  <a:cubicBezTo>
                    <a:pt x="1" y="3224"/>
                    <a:pt x="935" y="4157"/>
                    <a:pt x="2079" y="4157"/>
                  </a:cubicBezTo>
                  <a:cubicBezTo>
                    <a:pt x="3226" y="4157"/>
                    <a:pt x="4159" y="3224"/>
                    <a:pt x="4159" y="2079"/>
                  </a:cubicBezTo>
                  <a:cubicBezTo>
                    <a:pt x="4159" y="933"/>
                    <a:pt x="3226" y="1"/>
                    <a:pt x="20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8"/>
            <p:cNvSpPr/>
            <p:nvPr/>
          </p:nvSpPr>
          <p:spPr>
            <a:xfrm>
              <a:off x="2188778" y="4059942"/>
              <a:ext cx="61406" cy="15335"/>
            </a:xfrm>
            <a:custGeom>
              <a:rect b="b" l="l" r="r" t="t"/>
              <a:pathLst>
                <a:path extrusionOk="0" h="462" w="1850">
                  <a:moveTo>
                    <a:pt x="0" y="0"/>
                  </a:moveTo>
                  <a:lnTo>
                    <a:pt x="0" y="461"/>
                  </a:lnTo>
                  <a:lnTo>
                    <a:pt x="1850" y="461"/>
                  </a:lnTo>
                  <a:lnTo>
                    <a:pt x="18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8"/>
            <p:cNvSpPr/>
            <p:nvPr/>
          </p:nvSpPr>
          <p:spPr>
            <a:xfrm>
              <a:off x="2137628" y="4059942"/>
              <a:ext cx="35848" cy="15335"/>
            </a:xfrm>
            <a:custGeom>
              <a:rect b="b" l="l" r="r" t="t"/>
              <a:pathLst>
                <a:path extrusionOk="0" h="462" w="1080">
                  <a:moveTo>
                    <a:pt x="1" y="0"/>
                  </a:moveTo>
                  <a:lnTo>
                    <a:pt x="1" y="461"/>
                  </a:lnTo>
                  <a:lnTo>
                    <a:pt x="1079" y="461"/>
                  </a:lnTo>
                  <a:lnTo>
                    <a:pt x="10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8"/>
            <p:cNvSpPr/>
            <p:nvPr/>
          </p:nvSpPr>
          <p:spPr>
            <a:xfrm>
              <a:off x="2137628" y="4090612"/>
              <a:ext cx="51150" cy="15335"/>
            </a:xfrm>
            <a:custGeom>
              <a:rect b="b" l="l" r="r" t="t"/>
              <a:pathLst>
                <a:path extrusionOk="0" h="462" w="1541">
                  <a:moveTo>
                    <a:pt x="1" y="1"/>
                  </a:moveTo>
                  <a:lnTo>
                    <a:pt x="1" y="462"/>
                  </a:lnTo>
                  <a:lnTo>
                    <a:pt x="1540" y="462"/>
                  </a:lnTo>
                  <a:lnTo>
                    <a:pt x="15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8"/>
            <p:cNvSpPr/>
            <p:nvPr/>
          </p:nvSpPr>
          <p:spPr>
            <a:xfrm>
              <a:off x="2234783" y="4090612"/>
              <a:ext cx="15368" cy="15335"/>
            </a:xfrm>
            <a:custGeom>
              <a:rect b="b" l="l" r="r" t="t"/>
              <a:pathLst>
                <a:path extrusionOk="0" h="462" w="463">
                  <a:moveTo>
                    <a:pt x="0" y="1"/>
                  </a:moveTo>
                  <a:lnTo>
                    <a:pt x="0" y="462"/>
                  </a:lnTo>
                  <a:lnTo>
                    <a:pt x="463" y="462"/>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8"/>
            <p:cNvSpPr/>
            <p:nvPr/>
          </p:nvSpPr>
          <p:spPr>
            <a:xfrm>
              <a:off x="2204113" y="4090612"/>
              <a:ext cx="15335" cy="15335"/>
            </a:xfrm>
            <a:custGeom>
              <a:rect b="b" l="l" r="r" t="t"/>
              <a:pathLst>
                <a:path extrusionOk="0" h="462" w="462">
                  <a:moveTo>
                    <a:pt x="1" y="1"/>
                  </a:moveTo>
                  <a:lnTo>
                    <a:pt x="1"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8"/>
            <p:cNvSpPr/>
            <p:nvPr/>
          </p:nvSpPr>
          <p:spPr>
            <a:xfrm>
              <a:off x="2327655" y="4394489"/>
              <a:ext cx="19683" cy="19683"/>
            </a:xfrm>
            <a:custGeom>
              <a:rect b="b" l="l" r="r" t="t"/>
              <a:pathLst>
                <a:path extrusionOk="0" h="593" w="593">
                  <a:moveTo>
                    <a:pt x="434" y="0"/>
                  </a:moveTo>
                  <a:lnTo>
                    <a:pt x="1" y="159"/>
                  </a:lnTo>
                  <a:lnTo>
                    <a:pt x="159" y="593"/>
                  </a:lnTo>
                  <a:lnTo>
                    <a:pt x="592" y="433"/>
                  </a:lnTo>
                  <a:lnTo>
                    <a:pt x="4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8"/>
            <p:cNvSpPr/>
            <p:nvPr/>
          </p:nvSpPr>
          <p:spPr>
            <a:xfrm>
              <a:off x="2356599" y="4369894"/>
              <a:ext cx="58286" cy="33823"/>
            </a:xfrm>
            <a:custGeom>
              <a:rect b="b" l="l" r="r" t="t"/>
              <a:pathLst>
                <a:path extrusionOk="0" h="1019" w="1756">
                  <a:moveTo>
                    <a:pt x="1596" y="1"/>
                  </a:moveTo>
                  <a:lnTo>
                    <a:pt x="0" y="585"/>
                  </a:lnTo>
                  <a:lnTo>
                    <a:pt x="159" y="1018"/>
                  </a:lnTo>
                  <a:lnTo>
                    <a:pt x="1755" y="434"/>
                  </a:lnTo>
                  <a:lnTo>
                    <a:pt x="1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8"/>
            <p:cNvSpPr/>
            <p:nvPr/>
          </p:nvSpPr>
          <p:spPr>
            <a:xfrm>
              <a:off x="2477851" y="4371221"/>
              <a:ext cx="54336" cy="32462"/>
            </a:xfrm>
            <a:custGeom>
              <a:rect b="b" l="l" r="r" t="t"/>
              <a:pathLst>
                <a:path extrusionOk="0" h="978" w="1637">
                  <a:moveTo>
                    <a:pt x="159" y="1"/>
                  </a:moveTo>
                  <a:lnTo>
                    <a:pt x="0" y="434"/>
                  </a:lnTo>
                  <a:lnTo>
                    <a:pt x="1476" y="977"/>
                  </a:lnTo>
                  <a:lnTo>
                    <a:pt x="1636" y="544"/>
                  </a:lnTo>
                  <a:lnTo>
                    <a:pt x="1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8"/>
            <p:cNvSpPr/>
            <p:nvPr/>
          </p:nvSpPr>
          <p:spPr>
            <a:xfrm>
              <a:off x="2541382" y="4394589"/>
              <a:ext cx="19683" cy="19650"/>
            </a:xfrm>
            <a:custGeom>
              <a:rect b="b" l="l" r="r" t="t"/>
              <a:pathLst>
                <a:path extrusionOk="0" h="592" w="593">
                  <a:moveTo>
                    <a:pt x="160" y="0"/>
                  </a:moveTo>
                  <a:lnTo>
                    <a:pt x="0" y="432"/>
                  </a:lnTo>
                  <a:lnTo>
                    <a:pt x="434" y="592"/>
                  </a:lnTo>
                  <a:lnTo>
                    <a:pt x="593" y="159"/>
                  </a:lnTo>
                  <a:lnTo>
                    <a:pt x="1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8"/>
            <p:cNvSpPr/>
            <p:nvPr/>
          </p:nvSpPr>
          <p:spPr>
            <a:xfrm>
              <a:off x="2330344" y="4019182"/>
              <a:ext cx="19650" cy="19716"/>
            </a:xfrm>
            <a:custGeom>
              <a:rect b="b" l="l" r="r" t="t"/>
              <a:pathLst>
                <a:path extrusionOk="0" h="594" w="592">
                  <a:moveTo>
                    <a:pt x="434" y="1"/>
                  </a:moveTo>
                  <a:lnTo>
                    <a:pt x="0" y="160"/>
                  </a:lnTo>
                  <a:lnTo>
                    <a:pt x="159" y="593"/>
                  </a:lnTo>
                  <a:lnTo>
                    <a:pt x="592" y="434"/>
                  </a:lnTo>
                  <a:lnTo>
                    <a:pt x="4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8"/>
            <p:cNvSpPr/>
            <p:nvPr/>
          </p:nvSpPr>
          <p:spPr>
            <a:xfrm>
              <a:off x="2359255" y="3993856"/>
              <a:ext cx="60344" cy="34553"/>
            </a:xfrm>
            <a:custGeom>
              <a:rect b="b" l="l" r="r" t="t"/>
              <a:pathLst>
                <a:path extrusionOk="0" h="1041" w="1818">
                  <a:moveTo>
                    <a:pt x="1658" y="0"/>
                  </a:moveTo>
                  <a:lnTo>
                    <a:pt x="0" y="607"/>
                  </a:lnTo>
                  <a:lnTo>
                    <a:pt x="158" y="1041"/>
                  </a:lnTo>
                  <a:lnTo>
                    <a:pt x="1817" y="434"/>
                  </a:lnTo>
                  <a:lnTo>
                    <a:pt x="16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8"/>
            <p:cNvSpPr/>
            <p:nvPr/>
          </p:nvSpPr>
          <p:spPr>
            <a:xfrm>
              <a:off x="2138558" y="3995051"/>
              <a:ext cx="65389" cy="36512"/>
            </a:xfrm>
            <a:custGeom>
              <a:rect b="b" l="l" r="r" t="t"/>
              <a:pathLst>
                <a:path extrusionOk="0" h="1100" w="1970">
                  <a:moveTo>
                    <a:pt x="160" y="1"/>
                  </a:moveTo>
                  <a:lnTo>
                    <a:pt x="0" y="434"/>
                  </a:lnTo>
                  <a:lnTo>
                    <a:pt x="1810" y="1100"/>
                  </a:lnTo>
                  <a:lnTo>
                    <a:pt x="1970" y="667"/>
                  </a:lnTo>
                  <a:lnTo>
                    <a:pt x="1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8"/>
            <p:cNvSpPr/>
            <p:nvPr/>
          </p:nvSpPr>
          <p:spPr>
            <a:xfrm>
              <a:off x="2213174" y="4022501"/>
              <a:ext cx="19716" cy="19716"/>
            </a:xfrm>
            <a:custGeom>
              <a:rect b="b" l="l" r="r" t="t"/>
              <a:pathLst>
                <a:path extrusionOk="0" h="594" w="594">
                  <a:moveTo>
                    <a:pt x="160" y="1"/>
                  </a:moveTo>
                  <a:lnTo>
                    <a:pt x="1" y="433"/>
                  </a:lnTo>
                  <a:lnTo>
                    <a:pt x="434" y="593"/>
                  </a:lnTo>
                  <a:lnTo>
                    <a:pt x="593" y="160"/>
                  </a:lnTo>
                  <a:lnTo>
                    <a:pt x="1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8"/>
            <p:cNvSpPr/>
            <p:nvPr/>
          </p:nvSpPr>
          <p:spPr>
            <a:xfrm>
              <a:off x="2211050" y="4395983"/>
              <a:ext cx="19683" cy="19716"/>
            </a:xfrm>
            <a:custGeom>
              <a:rect b="b" l="l" r="r" t="t"/>
              <a:pathLst>
                <a:path extrusionOk="0" h="594" w="593">
                  <a:moveTo>
                    <a:pt x="160" y="1"/>
                  </a:moveTo>
                  <a:lnTo>
                    <a:pt x="1" y="434"/>
                  </a:lnTo>
                  <a:lnTo>
                    <a:pt x="433" y="593"/>
                  </a:lnTo>
                  <a:lnTo>
                    <a:pt x="592" y="161"/>
                  </a:lnTo>
                  <a:lnTo>
                    <a:pt x="1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8"/>
            <p:cNvSpPr/>
            <p:nvPr/>
          </p:nvSpPr>
          <p:spPr>
            <a:xfrm>
              <a:off x="2133579" y="4316122"/>
              <a:ext cx="68443" cy="88989"/>
            </a:xfrm>
            <a:custGeom>
              <a:rect b="b" l="l" r="r" t="t"/>
              <a:pathLst>
                <a:path extrusionOk="0" h="2681" w="2062">
                  <a:moveTo>
                    <a:pt x="1" y="0"/>
                  </a:moveTo>
                  <a:lnTo>
                    <a:pt x="1" y="1981"/>
                  </a:lnTo>
                  <a:lnTo>
                    <a:pt x="1903" y="2681"/>
                  </a:lnTo>
                  <a:lnTo>
                    <a:pt x="2062" y="2246"/>
                  </a:lnTo>
                  <a:lnTo>
                    <a:pt x="463" y="1659"/>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8"/>
            <p:cNvSpPr/>
            <p:nvPr/>
          </p:nvSpPr>
          <p:spPr>
            <a:xfrm>
              <a:off x="2269535" y="4319175"/>
              <a:ext cx="15368" cy="15335"/>
            </a:xfrm>
            <a:custGeom>
              <a:rect b="b" l="l" r="r" t="t"/>
              <a:pathLst>
                <a:path extrusionOk="0" h="462" w="463">
                  <a:moveTo>
                    <a:pt x="1" y="0"/>
                  </a:moveTo>
                  <a:lnTo>
                    <a:pt x="1"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8"/>
            <p:cNvSpPr/>
            <p:nvPr/>
          </p:nvSpPr>
          <p:spPr>
            <a:xfrm>
              <a:off x="2405558" y="4117730"/>
              <a:ext cx="15368" cy="15335"/>
            </a:xfrm>
            <a:custGeom>
              <a:rect b="b" l="l" r="r" t="t"/>
              <a:pathLst>
                <a:path extrusionOk="0" h="462" w="463">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8"/>
            <p:cNvSpPr/>
            <p:nvPr/>
          </p:nvSpPr>
          <p:spPr>
            <a:xfrm>
              <a:off x="2405558" y="4041055"/>
              <a:ext cx="15368" cy="61406"/>
            </a:xfrm>
            <a:custGeom>
              <a:rect b="b" l="l" r="r" t="t"/>
              <a:pathLst>
                <a:path extrusionOk="0" h="1850" w="463">
                  <a:moveTo>
                    <a:pt x="0" y="0"/>
                  </a:moveTo>
                  <a:lnTo>
                    <a:pt x="0" y="1849"/>
                  </a:lnTo>
                  <a:lnTo>
                    <a:pt x="462" y="1849"/>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8"/>
            <p:cNvSpPr/>
            <p:nvPr/>
          </p:nvSpPr>
          <p:spPr>
            <a:xfrm>
              <a:off x="2405558" y="4311973"/>
              <a:ext cx="15368" cy="15368"/>
            </a:xfrm>
            <a:custGeom>
              <a:rect b="b" l="l" r="r" t="t"/>
              <a:pathLst>
                <a:path extrusionOk="0" h="463" w="463">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8"/>
            <p:cNvSpPr/>
            <p:nvPr/>
          </p:nvSpPr>
          <p:spPr>
            <a:xfrm>
              <a:off x="2405558" y="4266001"/>
              <a:ext cx="15368" cy="30670"/>
            </a:xfrm>
            <a:custGeom>
              <a:rect b="b" l="l" r="r" t="t"/>
              <a:pathLst>
                <a:path extrusionOk="0" h="924" w="463">
                  <a:moveTo>
                    <a:pt x="0" y="0"/>
                  </a:moveTo>
                  <a:lnTo>
                    <a:pt x="0" y="924"/>
                  </a:lnTo>
                  <a:lnTo>
                    <a:pt x="462" y="924"/>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8"/>
            <p:cNvSpPr/>
            <p:nvPr/>
          </p:nvSpPr>
          <p:spPr>
            <a:xfrm>
              <a:off x="2323473" y="4102130"/>
              <a:ext cx="48129" cy="37873"/>
            </a:xfrm>
            <a:custGeom>
              <a:rect b="b" l="l" r="r" t="t"/>
              <a:pathLst>
                <a:path extrusionOk="0" h="1141" w="1450">
                  <a:moveTo>
                    <a:pt x="171" y="0"/>
                  </a:moveTo>
                  <a:lnTo>
                    <a:pt x="1" y="429"/>
                  </a:lnTo>
                  <a:cubicBezTo>
                    <a:pt x="419" y="595"/>
                    <a:pt x="802" y="836"/>
                    <a:pt x="1139" y="1141"/>
                  </a:cubicBezTo>
                  <a:lnTo>
                    <a:pt x="1449" y="797"/>
                  </a:lnTo>
                  <a:cubicBezTo>
                    <a:pt x="1072" y="455"/>
                    <a:pt x="642" y="186"/>
                    <a:pt x="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8"/>
            <p:cNvSpPr/>
            <p:nvPr/>
          </p:nvSpPr>
          <p:spPr>
            <a:xfrm>
              <a:off x="2371469" y="4140135"/>
              <a:ext cx="21542" cy="21542"/>
            </a:xfrm>
            <a:custGeom>
              <a:rect b="b" l="l" r="r" t="t"/>
              <a:pathLst>
                <a:path extrusionOk="0" h="649" w="649">
                  <a:moveTo>
                    <a:pt x="347" y="1"/>
                  </a:moveTo>
                  <a:lnTo>
                    <a:pt x="0" y="306"/>
                  </a:lnTo>
                  <a:cubicBezTo>
                    <a:pt x="95" y="415"/>
                    <a:pt x="186" y="529"/>
                    <a:pt x="269" y="648"/>
                  </a:cubicBezTo>
                  <a:lnTo>
                    <a:pt x="649" y="385"/>
                  </a:lnTo>
                  <a:cubicBezTo>
                    <a:pt x="555" y="252"/>
                    <a:pt x="453" y="123"/>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8"/>
            <p:cNvSpPr/>
            <p:nvPr/>
          </p:nvSpPr>
          <p:spPr>
            <a:xfrm>
              <a:off x="2317664" y="4343074"/>
              <a:ext cx="37242" cy="37242"/>
            </a:xfrm>
            <a:custGeom>
              <a:rect b="b" l="l" r="r" t="t"/>
              <a:pathLst>
                <a:path extrusionOk="0" h="1122" w="1122">
                  <a:moveTo>
                    <a:pt x="796" y="1"/>
                  </a:moveTo>
                  <a:lnTo>
                    <a:pt x="1" y="795"/>
                  </a:lnTo>
                  <a:lnTo>
                    <a:pt x="328" y="1122"/>
                  </a:lnTo>
                  <a:lnTo>
                    <a:pt x="1122" y="328"/>
                  </a:lnTo>
                  <a:lnTo>
                    <a:pt x="7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8"/>
            <p:cNvSpPr/>
            <p:nvPr/>
          </p:nvSpPr>
          <p:spPr>
            <a:xfrm>
              <a:off x="2354906" y="4321433"/>
              <a:ext cx="21708" cy="21675"/>
            </a:xfrm>
            <a:custGeom>
              <a:rect b="b" l="l" r="r" t="t"/>
              <a:pathLst>
                <a:path extrusionOk="0" h="653" w="654">
                  <a:moveTo>
                    <a:pt x="327" y="0"/>
                  </a:moveTo>
                  <a:lnTo>
                    <a:pt x="1" y="326"/>
                  </a:lnTo>
                  <a:lnTo>
                    <a:pt x="327" y="653"/>
                  </a:lnTo>
                  <a:lnTo>
                    <a:pt x="653" y="326"/>
                  </a:lnTo>
                  <a:lnTo>
                    <a:pt x="3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8"/>
            <p:cNvSpPr/>
            <p:nvPr/>
          </p:nvSpPr>
          <p:spPr>
            <a:xfrm>
              <a:off x="2238899" y="4232842"/>
              <a:ext cx="38404" cy="38371"/>
            </a:xfrm>
            <a:custGeom>
              <a:rect b="b" l="l" r="r" t="t"/>
              <a:pathLst>
                <a:path extrusionOk="0" h="1156" w="1157">
                  <a:moveTo>
                    <a:pt x="0" y="0"/>
                  </a:moveTo>
                  <a:cubicBezTo>
                    <a:pt x="0" y="637"/>
                    <a:pt x="519" y="1155"/>
                    <a:pt x="1157" y="1155"/>
                  </a:cubicBezTo>
                  <a:lnTo>
                    <a:pt x="1157" y="694"/>
                  </a:lnTo>
                  <a:cubicBezTo>
                    <a:pt x="774" y="694"/>
                    <a:pt x="463" y="383"/>
                    <a:pt x="4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8"/>
            <p:cNvSpPr/>
            <p:nvPr/>
          </p:nvSpPr>
          <p:spPr>
            <a:xfrm>
              <a:off x="2277203" y="4194504"/>
              <a:ext cx="38404" cy="38371"/>
            </a:xfrm>
            <a:custGeom>
              <a:rect b="b" l="l" r="r" t="t"/>
              <a:pathLst>
                <a:path extrusionOk="0" h="1156" w="1157">
                  <a:moveTo>
                    <a:pt x="0" y="0"/>
                  </a:moveTo>
                  <a:lnTo>
                    <a:pt x="0" y="462"/>
                  </a:lnTo>
                  <a:cubicBezTo>
                    <a:pt x="384" y="462"/>
                    <a:pt x="694" y="774"/>
                    <a:pt x="694" y="1155"/>
                  </a:cubicBezTo>
                  <a:lnTo>
                    <a:pt x="1156" y="1155"/>
                  </a:lnTo>
                  <a:cubicBezTo>
                    <a:pt x="1157" y="518"/>
                    <a:pt x="639"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8"/>
            <p:cNvSpPr/>
            <p:nvPr/>
          </p:nvSpPr>
          <p:spPr>
            <a:xfrm>
              <a:off x="2483461" y="4075642"/>
              <a:ext cx="21310" cy="42221"/>
            </a:xfrm>
            <a:custGeom>
              <a:rect b="b" l="l" r="r" t="t"/>
              <a:pathLst>
                <a:path extrusionOk="0" h="1272" w="642">
                  <a:moveTo>
                    <a:pt x="186" y="1"/>
                  </a:moveTo>
                  <a:lnTo>
                    <a:pt x="1" y="1201"/>
                  </a:lnTo>
                  <a:lnTo>
                    <a:pt x="457" y="1272"/>
                  </a:lnTo>
                  <a:lnTo>
                    <a:pt x="642" y="71"/>
                  </a:lnTo>
                  <a:lnTo>
                    <a:pt x="1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4" name="Google Shape;2744;p48"/>
          <p:cNvGrpSpPr/>
          <p:nvPr/>
        </p:nvGrpSpPr>
        <p:grpSpPr>
          <a:xfrm>
            <a:off x="1610661" y="1380139"/>
            <a:ext cx="524110" cy="522848"/>
            <a:chOff x="3359411" y="2053655"/>
            <a:chExt cx="524110" cy="522848"/>
          </a:xfrm>
        </p:grpSpPr>
        <p:sp>
          <p:nvSpPr>
            <p:cNvPr id="2745" name="Google Shape;2745;p48"/>
            <p:cNvSpPr/>
            <p:nvPr/>
          </p:nvSpPr>
          <p:spPr>
            <a:xfrm>
              <a:off x="3359411" y="2053655"/>
              <a:ext cx="524110" cy="522848"/>
            </a:xfrm>
            <a:custGeom>
              <a:rect b="b" l="l" r="r" t="t"/>
              <a:pathLst>
                <a:path extrusionOk="0" h="15752" w="15790">
                  <a:moveTo>
                    <a:pt x="13259" y="462"/>
                  </a:moveTo>
                  <a:cubicBezTo>
                    <a:pt x="13446" y="462"/>
                    <a:pt x="13627" y="566"/>
                    <a:pt x="13716" y="745"/>
                  </a:cubicBezTo>
                  <a:lnTo>
                    <a:pt x="15243" y="3828"/>
                  </a:lnTo>
                  <a:cubicBezTo>
                    <a:pt x="15367" y="4080"/>
                    <a:pt x="15264" y="4386"/>
                    <a:pt x="15012" y="4510"/>
                  </a:cubicBezTo>
                  <a:lnTo>
                    <a:pt x="14252" y="4894"/>
                  </a:lnTo>
                  <a:lnTo>
                    <a:pt x="12275" y="899"/>
                  </a:lnTo>
                  <a:lnTo>
                    <a:pt x="13035" y="514"/>
                  </a:lnTo>
                  <a:cubicBezTo>
                    <a:pt x="13107" y="479"/>
                    <a:pt x="13183" y="462"/>
                    <a:pt x="13259" y="462"/>
                  </a:cubicBezTo>
                  <a:close/>
                  <a:moveTo>
                    <a:pt x="4172" y="4278"/>
                  </a:moveTo>
                  <a:lnTo>
                    <a:pt x="4339" y="4615"/>
                  </a:lnTo>
                  <a:lnTo>
                    <a:pt x="1997" y="5775"/>
                  </a:lnTo>
                  <a:lnTo>
                    <a:pt x="1831" y="5437"/>
                  </a:lnTo>
                  <a:lnTo>
                    <a:pt x="4172" y="4278"/>
                  </a:lnTo>
                  <a:close/>
                  <a:moveTo>
                    <a:pt x="3541" y="5526"/>
                  </a:moveTo>
                  <a:lnTo>
                    <a:pt x="3807" y="6064"/>
                  </a:lnTo>
                  <a:lnTo>
                    <a:pt x="3470" y="6231"/>
                  </a:lnTo>
                  <a:lnTo>
                    <a:pt x="3203" y="5693"/>
                  </a:lnTo>
                  <a:lnTo>
                    <a:pt x="3541" y="5526"/>
                  </a:lnTo>
                  <a:close/>
                  <a:moveTo>
                    <a:pt x="12158" y="1708"/>
                  </a:moveTo>
                  <a:lnTo>
                    <a:pt x="13542" y="4500"/>
                  </a:lnTo>
                  <a:lnTo>
                    <a:pt x="7943" y="7261"/>
                  </a:lnTo>
                  <a:lnTo>
                    <a:pt x="6559" y="4469"/>
                  </a:lnTo>
                  <a:lnTo>
                    <a:pt x="12158" y="1708"/>
                  </a:lnTo>
                  <a:close/>
                  <a:moveTo>
                    <a:pt x="7435" y="7281"/>
                  </a:moveTo>
                  <a:lnTo>
                    <a:pt x="7732" y="7882"/>
                  </a:lnTo>
                  <a:lnTo>
                    <a:pt x="8835" y="7338"/>
                  </a:lnTo>
                  <a:cubicBezTo>
                    <a:pt x="8855" y="7416"/>
                    <a:pt x="8865" y="7498"/>
                    <a:pt x="8865" y="7582"/>
                  </a:cubicBezTo>
                  <a:cubicBezTo>
                    <a:pt x="8867" y="8132"/>
                    <a:pt x="8419" y="8583"/>
                    <a:pt x="7865" y="8583"/>
                  </a:cubicBezTo>
                  <a:cubicBezTo>
                    <a:pt x="7313" y="8583"/>
                    <a:pt x="6863" y="8132"/>
                    <a:pt x="6863" y="7581"/>
                  </a:cubicBezTo>
                  <a:lnTo>
                    <a:pt x="6863" y="7563"/>
                  </a:lnTo>
                  <a:lnTo>
                    <a:pt x="7435" y="7281"/>
                  </a:lnTo>
                  <a:close/>
                  <a:moveTo>
                    <a:pt x="6443" y="5274"/>
                  </a:moveTo>
                  <a:lnTo>
                    <a:pt x="7230" y="6864"/>
                  </a:lnTo>
                  <a:lnTo>
                    <a:pt x="3461" y="8731"/>
                  </a:lnTo>
                  <a:lnTo>
                    <a:pt x="2674" y="7141"/>
                  </a:lnTo>
                  <a:lnTo>
                    <a:pt x="6443" y="5274"/>
                  </a:lnTo>
                  <a:close/>
                  <a:moveTo>
                    <a:pt x="2507" y="7846"/>
                  </a:moveTo>
                  <a:lnTo>
                    <a:pt x="2798" y="8435"/>
                  </a:lnTo>
                  <a:lnTo>
                    <a:pt x="1057" y="9297"/>
                  </a:lnTo>
                  <a:lnTo>
                    <a:pt x="767" y="8709"/>
                  </a:lnTo>
                  <a:lnTo>
                    <a:pt x="2507" y="7846"/>
                  </a:lnTo>
                  <a:close/>
                  <a:moveTo>
                    <a:pt x="7634" y="10494"/>
                  </a:moveTo>
                  <a:lnTo>
                    <a:pt x="7634" y="11418"/>
                  </a:lnTo>
                  <a:lnTo>
                    <a:pt x="6673" y="11418"/>
                  </a:lnTo>
                  <a:lnTo>
                    <a:pt x="6905" y="10494"/>
                  </a:lnTo>
                  <a:close/>
                  <a:moveTo>
                    <a:pt x="8826" y="10494"/>
                  </a:moveTo>
                  <a:lnTo>
                    <a:pt x="9057" y="11418"/>
                  </a:lnTo>
                  <a:lnTo>
                    <a:pt x="8097" y="11418"/>
                  </a:lnTo>
                  <a:lnTo>
                    <a:pt x="8097" y="10494"/>
                  </a:lnTo>
                  <a:close/>
                  <a:moveTo>
                    <a:pt x="13260" y="1"/>
                  </a:moveTo>
                  <a:cubicBezTo>
                    <a:pt x="13115" y="1"/>
                    <a:pt x="12967" y="33"/>
                    <a:pt x="12828" y="103"/>
                  </a:cubicBezTo>
                  <a:lnTo>
                    <a:pt x="11657" y="694"/>
                  </a:lnTo>
                  <a:lnTo>
                    <a:pt x="11952" y="1294"/>
                  </a:lnTo>
                  <a:lnTo>
                    <a:pt x="5940" y="4261"/>
                  </a:lnTo>
                  <a:lnTo>
                    <a:pt x="6238" y="4862"/>
                  </a:lnTo>
                  <a:lnTo>
                    <a:pt x="4222" y="5860"/>
                  </a:lnTo>
                  <a:lnTo>
                    <a:pt x="3956" y="5322"/>
                  </a:lnTo>
                  <a:lnTo>
                    <a:pt x="4957" y="4826"/>
                  </a:lnTo>
                  <a:lnTo>
                    <a:pt x="4380" y="3660"/>
                  </a:lnTo>
                  <a:lnTo>
                    <a:pt x="1208" y="5229"/>
                  </a:lnTo>
                  <a:lnTo>
                    <a:pt x="1786" y="6395"/>
                  </a:lnTo>
                  <a:lnTo>
                    <a:pt x="2789" y="5899"/>
                  </a:lnTo>
                  <a:lnTo>
                    <a:pt x="3055" y="6437"/>
                  </a:lnTo>
                  <a:lnTo>
                    <a:pt x="2053" y="6933"/>
                  </a:lnTo>
                  <a:lnTo>
                    <a:pt x="2301" y="7435"/>
                  </a:lnTo>
                  <a:lnTo>
                    <a:pt x="561" y="8296"/>
                  </a:lnTo>
                  <a:lnTo>
                    <a:pt x="415" y="8004"/>
                  </a:lnTo>
                  <a:lnTo>
                    <a:pt x="0" y="8208"/>
                  </a:lnTo>
                  <a:lnTo>
                    <a:pt x="993" y="10214"/>
                  </a:lnTo>
                  <a:lnTo>
                    <a:pt x="1408" y="10008"/>
                  </a:lnTo>
                  <a:lnTo>
                    <a:pt x="1262" y="9715"/>
                  </a:lnTo>
                  <a:lnTo>
                    <a:pt x="3002" y="8853"/>
                  </a:lnTo>
                  <a:lnTo>
                    <a:pt x="3250" y="9354"/>
                  </a:lnTo>
                  <a:lnTo>
                    <a:pt x="6414" y="7787"/>
                  </a:lnTo>
                  <a:cubicBezTo>
                    <a:pt x="6503" y="8422"/>
                    <a:pt x="7002" y="8927"/>
                    <a:pt x="7634" y="9028"/>
                  </a:cubicBezTo>
                  <a:lnTo>
                    <a:pt x="7634" y="10033"/>
                  </a:lnTo>
                  <a:lnTo>
                    <a:pt x="6544" y="10033"/>
                  </a:lnTo>
                  <a:lnTo>
                    <a:pt x="6197" y="11419"/>
                  </a:lnTo>
                  <a:lnTo>
                    <a:pt x="5707" y="11419"/>
                  </a:lnTo>
                  <a:lnTo>
                    <a:pt x="5707" y="11883"/>
                  </a:lnTo>
                  <a:lnTo>
                    <a:pt x="6082" y="11883"/>
                  </a:lnTo>
                  <a:lnTo>
                    <a:pt x="5143" y="15634"/>
                  </a:lnTo>
                  <a:lnTo>
                    <a:pt x="5592" y="15746"/>
                  </a:lnTo>
                  <a:lnTo>
                    <a:pt x="6558" y="11883"/>
                  </a:lnTo>
                  <a:lnTo>
                    <a:pt x="7634" y="11883"/>
                  </a:lnTo>
                  <a:lnTo>
                    <a:pt x="7634" y="15752"/>
                  </a:lnTo>
                  <a:lnTo>
                    <a:pt x="8096" y="15752"/>
                  </a:lnTo>
                  <a:lnTo>
                    <a:pt x="8096" y="11883"/>
                  </a:lnTo>
                  <a:lnTo>
                    <a:pt x="9171" y="11883"/>
                  </a:lnTo>
                  <a:lnTo>
                    <a:pt x="10137" y="15746"/>
                  </a:lnTo>
                  <a:lnTo>
                    <a:pt x="10586" y="15634"/>
                  </a:lnTo>
                  <a:lnTo>
                    <a:pt x="9647" y="11883"/>
                  </a:lnTo>
                  <a:lnTo>
                    <a:pt x="10115" y="11883"/>
                  </a:lnTo>
                  <a:lnTo>
                    <a:pt x="10115" y="11419"/>
                  </a:lnTo>
                  <a:lnTo>
                    <a:pt x="9531" y="11419"/>
                  </a:lnTo>
                  <a:lnTo>
                    <a:pt x="9185" y="10033"/>
                  </a:lnTo>
                  <a:lnTo>
                    <a:pt x="8095" y="10033"/>
                  </a:lnTo>
                  <a:lnTo>
                    <a:pt x="8095" y="9028"/>
                  </a:lnTo>
                  <a:cubicBezTo>
                    <a:pt x="8793" y="8917"/>
                    <a:pt x="9329" y="8311"/>
                    <a:pt x="9329" y="7582"/>
                  </a:cubicBezTo>
                  <a:cubicBezTo>
                    <a:pt x="9329" y="7430"/>
                    <a:pt x="9304" y="7276"/>
                    <a:pt x="9256" y="7131"/>
                  </a:cubicBezTo>
                  <a:lnTo>
                    <a:pt x="13744" y="4917"/>
                  </a:lnTo>
                  <a:lnTo>
                    <a:pt x="14042" y="5520"/>
                  </a:lnTo>
                  <a:lnTo>
                    <a:pt x="15216" y="4927"/>
                  </a:lnTo>
                  <a:cubicBezTo>
                    <a:pt x="15448" y="4811"/>
                    <a:pt x="15623" y="4613"/>
                    <a:pt x="15705" y="4366"/>
                  </a:cubicBezTo>
                  <a:cubicBezTo>
                    <a:pt x="15789" y="4120"/>
                    <a:pt x="15772" y="3857"/>
                    <a:pt x="15658" y="3624"/>
                  </a:cubicBezTo>
                  <a:lnTo>
                    <a:pt x="14131" y="540"/>
                  </a:lnTo>
                  <a:cubicBezTo>
                    <a:pt x="13962" y="199"/>
                    <a:pt x="13618" y="1"/>
                    <a:pt x="13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8"/>
            <p:cNvSpPr/>
            <p:nvPr/>
          </p:nvSpPr>
          <p:spPr>
            <a:xfrm>
              <a:off x="3619541" y="2246071"/>
              <a:ext cx="23036" cy="25492"/>
            </a:xfrm>
            <a:custGeom>
              <a:rect b="b" l="l" r="r" t="t"/>
              <a:pathLst>
                <a:path extrusionOk="0" h="768" w="694">
                  <a:moveTo>
                    <a:pt x="415" y="1"/>
                  </a:moveTo>
                  <a:lnTo>
                    <a:pt x="0" y="207"/>
                  </a:lnTo>
                  <a:lnTo>
                    <a:pt x="279" y="767"/>
                  </a:lnTo>
                  <a:lnTo>
                    <a:pt x="693" y="561"/>
                  </a:lnTo>
                  <a:lnTo>
                    <a:pt x="4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8"/>
            <p:cNvSpPr/>
            <p:nvPr/>
          </p:nvSpPr>
          <p:spPr>
            <a:xfrm>
              <a:off x="3700929" y="2209327"/>
              <a:ext cx="29608" cy="25060"/>
            </a:xfrm>
            <a:custGeom>
              <a:rect b="b" l="l" r="r" t="t"/>
              <a:pathLst>
                <a:path extrusionOk="0" h="755" w="892">
                  <a:moveTo>
                    <a:pt x="687" y="0"/>
                  </a:moveTo>
                  <a:lnTo>
                    <a:pt x="0" y="339"/>
                  </a:lnTo>
                  <a:lnTo>
                    <a:pt x="205" y="754"/>
                  </a:lnTo>
                  <a:lnTo>
                    <a:pt x="892" y="415"/>
                  </a:lnTo>
                  <a:lnTo>
                    <a:pt x="6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8"/>
            <p:cNvSpPr/>
            <p:nvPr/>
          </p:nvSpPr>
          <p:spPr>
            <a:xfrm>
              <a:off x="3760874" y="2171090"/>
              <a:ext cx="22870" cy="25259"/>
            </a:xfrm>
            <a:custGeom>
              <a:rect b="b" l="l" r="r" t="t"/>
              <a:pathLst>
                <a:path extrusionOk="0" h="761" w="689">
                  <a:moveTo>
                    <a:pt x="415" y="0"/>
                  </a:moveTo>
                  <a:lnTo>
                    <a:pt x="0" y="206"/>
                  </a:lnTo>
                  <a:lnTo>
                    <a:pt x="274" y="760"/>
                  </a:lnTo>
                  <a:lnTo>
                    <a:pt x="689" y="555"/>
                  </a:lnTo>
                  <a:lnTo>
                    <a:pt x="4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8"/>
            <p:cNvSpPr/>
            <p:nvPr/>
          </p:nvSpPr>
          <p:spPr>
            <a:xfrm>
              <a:off x="3744477" y="2138063"/>
              <a:ext cx="23334" cy="26122"/>
            </a:xfrm>
            <a:custGeom>
              <a:rect b="b" l="l" r="r" t="t"/>
              <a:pathLst>
                <a:path extrusionOk="0" h="787" w="703">
                  <a:moveTo>
                    <a:pt x="415" y="0"/>
                  </a:moveTo>
                  <a:lnTo>
                    <a:pt x="1" y="205"/>
                  </a:lnTo>
                  <a:lnTo>
                    <a:pt x="288" y="786"/>
                  </a:lnTo>
                  <a:lnTo>
                    <a:pt x="703" y="580"/>
                  </a:lnTo>
                  <a:lnTo>
                    <a:pt x="4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8"/>
            <p:cNvSpPr/>
            <p:nvPr/>
          </p:nvSpPr>
          <p:spPr>
            <a:xfrm>
              <a:off x="3647688" y="2166409"/>
              <a:ext cx="42586" cy="31500"/>
            </a:xfrm>
            <a:custGeom>
              <a:rect b="b" l="l" r="r" t="t"/>
              <a:pathLst>
                <a:path extrusionOk="0" h="949" w="1283">
                  <a:moveTo>
                    <a:pt x="1077" y="0"/>
                  </a:moveTo>
                  <a:lnTo>
                    <a:pt x="0" y="534"/>
                  </a:lnTo>
                  <a:lnTo>
                    <a:pt x="205" y="949"/>
                  </a:lnTo>
                  <a:lnTo>
                    <a:pt x="1283" y="415"/>
                  </a:lnTo>
                  <a:lnTo>
                    <a:pt x="10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8"/>
            <p:cNvSpPr/>
            <p:nvPr/>
          </p:nvSpPr>
          <p:spPr>
            <a:xfrm>
              <a:off x="3697344" y="2152004"/>
              <a:ext cx="22206" cy="21409"/>
            </a:xfrm>
            <a:custGeom>
              <a:rect b="b" l="l" r="r" t="t"/>
              <a:pathLst>
                <a:path extrusionOk="0" h="645" w="669">
                  <a:moveTo>
                    <a:pt x="464" y="0"/>
                  </a:moveTo>
                  <a:lnTo>
                    <a:pt x="1" y="230"/>
                  </a:lnTo>
                  <a:lnTo>
                    <a:pt x="206" y="644"/>
                  </a:lnTo>
                  <a:lnTo>
                    <a:pt x="669" y="415"/>
                  </a:lnTo>
                  <a:lnTo>
                    <a:pt x="4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8"/>
            <p:cNvSpPr/>
            <p:nvPr/>
          </p:nvSpPr>
          <p:spPr>
            <a:xfrm>
              <a:off x="3503699" y="2280525"/>
              <a:ext cx="20513" cy="20480"/>
            </a:xfrm>
            <a:custGeom>
              <a:rect b="b" l="l" r="r" t="t"/>
              <a:pathLst>
                <a:path extrusionOk="0" h="617" w="618">
                  <a:moveTo>
                    <a:pt x="418" y="0"/>
                  </a:moveTo>
                  <a:lnTo>
                    <a:pt x="0" y="199"/>
                  </a:lnTo>
                  <a:lnTo>
                    <a:pt x="200" y="616"/>
                  </a:lnTo>
                  <a:lnTo>
                    <a:pt x="617" y="418"/>
                  </a:lnTo>
                  <a:lnTo>
                    <a:pt x="4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8"/>
            <p:cNvSpPr/>
            <p:nvPr/>
          </p:nvSpPr>
          <p:spPr>
            <a:xfrm>
              <a:off x="3475983" y="2293736"/>
              <a:ext cx="20480" cy="20480"/>
            </a:xfrm>
            <a:custGeom>
              <a:rect b="b" l="l" r="r" t="t"/>
              <a:pathLst>
                <a:path extrusionOk="0" h="617" w="617">
                  <a:moveTo>
                    <a:pt x="418" y="0"/>
                  </a:moveTo>
                  <a:lnTo>
                    <a:pt x="0" y="200"/>
                  </a:lnTo>
                  <a:lnTo>
                    <a:pt x="199" y="617"/>
                  </a:lnTo>
                  <a:lnTo>
                    <a:pt x="617" y="418"/>
                  </a:lnTo>
                  <a:lnTo>
                    <a:pt x="4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8"/>
            <p:cNvSpPr/>
            <p:nvPr/>
          </p:nvSpPr>
          <p:spPr>
            <a:xfrm>
              <a:off x="3531381" y="2267281"/>
              <a:ext cx="20480" cy="20513"/>
            </a:xfrm>
            <a:custGeom>
              <a:rect b="b" l="l" r="r" t="t"/>
              <a:pathLst>
                <a:path extrusionOk="0" h="618" w="617">
                  <a:moveTo>
                    <a:pt x="417" y="1"/>
                  </a:moveTo>
                  <a:lnTo>
                    <a:pt x="1" y="200"/>
                  </a:lnTo>
                  <a:lnTo>
                    <a:pt x="199" y="617"/>
                  </a:lnTo>
                  <a:lnTo>
                    <a:pt x="617" y="419"/>
                  </a:lnTo>
                  <a:lnTo>
                    <a:pt x="4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8"/>
            <p:cNvSpPr/>
            <p:nvPr/>
          </p:nvSpPr>
          <p:spPr>
            <a:xfrm>
              <a:off x="3786731" y="2084690"/>
              <a:ext cx="27981" cy="34321"/>
            </a:xfrm>
            <a:custGeom>
              <a:rect b="b" l="l" r="r" t="t"/>
              <a:pathLst>
                <a:path extrusionOk="0" h="1034" w="843">
                  <a:moveTo>
                    <a:pt x="410" y="0"/>
                  </a:moveTo>
                  <a:lnTo>
                    <a:pt x="1" y="216"/>
                  </a:lnTo>
                  <a:lnTo>
                    <a:pt x="433" y="1033"/>
                  </a:lnTo>
                  <a:lnTo>
                    <a:pt x="843" y="817"/>
                  </a:lnTo>
                  <a:lnTo>
                    <a:pt x="4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8"/>
            <p:cNvSpPr/>
            <p:nvPr/>
          </p:nvSpPr>
          <p:spPr>
            <a:xfrm>
              <a:off x="3808306" y="2125384"/>
              <a:ext cx="20712" cy="20712"/>
            </a:xfrm>
            <a:custGeom>
              <a:rect b="b" l="l" r="r" t="t"/>
              <a:pathLst>
                <a:path extrusionOk="0" h="624" w="624">
                  <a:moveTo>
                    <a:pt x="410" y="1"/>
                  </a:moveTo>
                  <a:lnTo>
                    <a:pt x="0" y="217"/>
                  </a:lnTo>
                  <a:lnTo>
                    <a:pt x="215" y="623"/>
                  </a:lnTo>
                  <a:lnTo>
                    <a:pt x="624" y="407"/>
                  </a:lnTo>
                  <a:lnTo>
                    <a:pt x="4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48"/>
          <p:cNvGrpSpPr/>
          <p:nvPr/>
        </p:nvGrpSpPr>
        <p:grpSpPr>
          <a:xfrm>
            <a:off x="1609595" y="3006353"/>
            <a:ext cx="526234" cy="522981"/>
            <a:chOff x="5251682" y="2649460"/>
            <a:chExt cx="526234" cy="522981"/>
          </a:xfrm>
        </p:grpSpPr>
        <p:sp>
          <p:nvSpPr>
            <p:cNvPr id="2758" name="Google Shape;2758;p48"/>
            <p:cNvSpPr/>
            <p:nvPr/>
          </p:nvSpPr>
          <p:spPr>
            <a:xfrm>
              <a:off x="5251682" y="2649460"/>
              <a:ext cx="526234" cy="522981"/>
            </a:xfrm>
            <a:custGeom>
              <a:rect b="b" l="l" r="r" t="t"/>
              <a:pathLst>
                <a:path extrusionOk="0" h="15756" w="15854">
                  <a:moveTo>
                    <a:pt x="12081" y="464"/>
                  </a:moveTo>
                  <a:cubicBezTo>
                    <a:pt x="12221" y="464"/>
                    <a:pt x="12354" y="517"/>
                    <a:pt x="12454" y="619"/>
                  </a:cubicBezTo>
                  <a:lnTo>
                    <a:pt x="15140" y="3303"/>
                  </a:lnTo>
                  <a:cubicBezTo>
                    <a:pt x="15344" y="3510"/>
                    <a:pt x="15344" y="3845"/>
                    <a:pt x="15139" y="4051"/>
                  </a:cubicBezTo>
                  <a:cubicBezTo>
                    <a:pt x="15036" y="4153"/>
                    <a:pt x="14901" y="4205"/>
                    <a:pt x="14765" y="4205"/>
                  </a:cubicBezTo>
                  <a:cubicBezTo>
                    <a:pt x="14630" y="4205"/>
                    <a:pt x="14495" y="4153"/>
                    <a:pt x="14392" y="4051"/>
                  </a:cubicBezTo>
                  <a:lnTo>
                    <a:pt x="11707" y="1365"/>
                  </a:lnTo>
                  <a:cubicBezTo>
                    <a:pt x="11608" y="1266"/>
                    <a:pt x="11552" y="1133"/>
                    <a:pt x="11552" y="992"/>
                  </a:cubicBezTo>
                  <a:cubicBezTo>
                    <a:pt x="11552" y="851"/>
                    <a:pt x="11606" y="719"/>
                    <a:pt x="11707" y="619"/>
                  </a:cubicBezTo>
                  <a:cubicBezTo>
                    <a:pt x="11807" y="519"/>
                    <a:pt x="11940" y="464"/>
                    <a:pt x="12081" y="464"/>
                  </a:cubicBezTo>
                  <a:close/>
                  <a:moveTo>
                    <a:pt x="11811" y="2125"/>
                  </a:moveTo>
                  <a:lnTo>
                    <a:pt x="13631" y="3946"/>
                  </a:lnTo>
                  <a:lnTo>
                    <a:pt x="11279" y="6298"/>
                  </a:lnTo>
                  <a:cubicBezTo>
                    <a:pt x="11096" y="5913"/>
                    <a:pt x="10845" y="5551"/>
                    <a:pt x="10526" y="5231"/>
                  </a:cubicBezTo>
                  <a:cubicBezTo>
                    <a:pt x="10207" y="4911"/>
                    <a:pt x="9845" y="4661"/>
                    <a:pt x="9458" y="4478"/>
                  </a:cubicBezTo>
                  <a:lnTo>
                    <a:pt x="11811" y="2125"/>
                  </a:lnTo>
                  <a:close/>
                  <a:moveTo>
                    <a:pt x="7811" y="4574"/>
                  </a:moveTo>
                  <a:cubicBezTo>
                    <a:pt x="8675" y="4574"/>
                    <a:pt x="9540" y="4903"/>
                    <a:pt x="10198" y="5561"/>
                  </a:cubicBezTo>
                  <a:cubicBezTo>
                    <a:pt x="11514" y="6876"/>
                    <a:pt x="11514" y="9017"/>
                    <a:pt x="10198" y="10334"/>
                  </a:cubicBezTo>
                  <a:lnTo>
                    <a:pt x="9100" y="11431"/>
                  </a:lnTo>
                  <a:lnTo>
                    <a:pt x="4327" y="6658"/>
                  </a:lnTo>
                  <a:lnTo>
                    <a:pt x="5424" y="5561"/>
                  </a:lnTo>
                  <a:cubicBezTo>
                    <a:pt x="6082" y="4903"/>
                    <a:pt x="6946" y="4574"/>
                    <a:pt x="7811" y="4574"/>
                  </a:cubicBezTo>
                  <a:close/>
                  <a:moveTo>
                    <a:pt x="6023" y="9011"/>
                  </a:moveTo>
                  <a:lnTo>
                    <a:pt x="6748" y="9736"/>
                  </a:lnTo>
                  <a:lnTo>
                    <a:pt x="638" y="15122"/>
                  </a:lnTo>
                  <a:lnTo>
                    <a:pt x="6023" y="9011"/>
                  </a:lnTo>
                  <a:close/>
                  <a:moveTo>
                    <a:pt x="12081" y="0"/>
                  </a:moveTo>
                  <a:cubicBezTo>
                    <a:pt x="11816" y="0"/>
                    <a:pt x="11568" y="104"/>
                    <a:pt x="11381" y="292"/>
                  </a:cubicBezTo>
                  <a:cubicBezTo>
                    <a:pt x="11192" y="479"/>
                    <a:pt x="11089" y="727"/>
                    <a:pt x="11089" y="992"/>
                  </a:cubicBezTo>
                  <a:cubicBezTo>
                    <a:pt x="11089" y="1257"/>
                    <a:pt x="11192" y="1505"/>
                    <a:pt x="11381" y="1693"/>
                  </a:cubicBezTo>
                  <a:lnTo>
                    <a:pt x="11485" y="1798"/>
                  </a:lnTo>
                  <a:lnTo>
                    <a:pt x="8990" y="4292"/>
                  </a:lnTo>
                  <a:cubicBezTo>
                    <a:pt x="8608" y="4170"/>
                    <a:pt x="8210" y="4108"/>
                    <a:pt x="7813" y="4108"/>
                  </a:cubicBezTo>
                  <a:cubicBezTo>
                    <a:pt x="6830" y="4108"/>
                    <a:pt x="5846" y="4483"/>
                    <a:pt x="5098" y="5231"/>
                  </a:cubicBezTo>
                  <a:lnTo>
                    <a:pt x="3672" y="6657"/>
                  </a:lnTo>
                  <a:lnTo>
                    <a:pt x="5696" y="8681"/>
                  </a:lnTo>
                  <a:lnTo>
                    <a:pt x="1" y="15139"/>
                  </a:lnTo>
                  <a:lnTo>
                    <a:pt x="617" y="15756"/>
                  </a:lnTo>
                  <a:lnTo>
                    <a:pt x="7075" y="10063"/>
                  </a:lnTo>
                  <a:lnTo>
                    <a:pt x="9100" y="12088"/>
                  </a:lnTo>
                  <a:lnTo>
                    <a:pt x="10526" y="10661"/>
                  </a:lnTo>
                  <a:cubicBezTo>
                    <a:pt x="11577" y="9611"/>
                    <a:pt x="11889" y="8096"/>
                    <a:pt x="11464" y="6769"/>
                  </a:cubicBezTo>
                  <a:lnTo>
                    <a:pt x="13960" y="4274"/>
                  </a:lnTo>
                  <a:lnTo>
                    <a:pt x="14064" y="4379"/>
                  </a:lnTo>
                  <a:cubicBezTo>
                    <a:pt x="14258" y="4571"/>
                    <a:pt x="14511" y="4668"/>
                    <a:pt x="14764" y="4668"/>
                  </a:cubicBezTo>
                  <a:cubicBezTo>
                    <a:pt x="15018" y="4668"/>
                    <a:pt x="15273" y="4571"/>
                    <a:pt x="15466" y="4379"/>
                  </a:cubicBezTo>
                  <a:cubicBezTo>
                    <a:pt x="15853" y="3991"/>
                    <a:pt x="15853" y="3363"/>
                    <a:pt x="15467" y="2977"/>
                  </a:cubicBezTo>
                  <a:lnTo>
                    <a:pt x="12782" y="292"/>
                  </a:lnTo>
                  <a:cubicBezTo>
                    <a:pt x="12594" y="104"/>
                    <a:pt x="12345" y="0"/>
                    <a:pt x="12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8"/>
            <p:cNvSpPr/>
            <p:nvPr/>
          </p:nvSpPr>
          <p:spPr>
            <a:xfrm>
              <a:off x="5624899" y="2801382"/>
              <a:ext cx="25625" cy="25625"/>
            </a:xfrm>
            <a:custGeom>
              <a:rect b="b" l="l" r="r" t="t"/>
              <a:pathLst>
                <a:path extrusionOk="0" h="772" w="772">
                  <a:moveTo>
                    <a:pt x="444" y="0"/>
                  </a:moveTo>
                  <a:lnTo>
                    <a:pt x="0" y="443"/>
                  </a:lnTo>
                  <a:lnTo>
                    <a:pt x="329" y="772"/>
                  </a:lnTo>
                  <a:lnTo>
                    <a:pt x="772" y="328"/>
                  </a:lnTo>
                  <a:lnTo>
                    <a:pt x="4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8"/>
            <p:cNvSpPr/>
            <p:nvPr/>
          </p:nvSpPr>
          <p:spPr>
            <a:xfrm>
              <a:off x="5597083" y="2770247"/>
              <a:ext cx="29077" cy="29077"/>
            </a:xfrm>
            <a:custGeom>
              <a:rect b="b" l="l" r="r" t="t"/>
              <a:pathLst>
                <a:path extrusionOk="0" h="876" w="876">
                  <a:moveTo>
                    <a:pt x="548" y="0"/>
                  </a:moveTo>
                  <a:lnTo>
                    <a:pt x="0" y="546"/>
                  </a:lnTo>
                  <a:lnTo>
                    <a:pt x="329" y="875"/>
                  </a:lnTo>
                  <a:lnTo>
                    <a:pt x="875" y="328"/>
                  </a:lnTo>
                  <a:lnTo>
                    <a:pt x="5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8"/>
            <p:cNvSpPr/>
            <p:nvPr/>
          </p:nvSpPr>
          <p:spPr>
            <a:xfrm>
              <a:off x="5626160" y="2748440"/>
              <a:ext cx="21807" cy="21841"/>
            </a:xfrm>
            <a:custGeom>
              <a:rect b="b" l="l" r="r" t="t"/>
              <a:pathLst>
                <a:path extrusionOk="0" h="658" w="657">
                  <a:moveTo>
                    <a:pt x="328" y="1"/>
                  </a:moveTo>
                  <a:lnTo>
                    <a:pt x="0" y="329"/>
                  </a:lnTo>
                  <a:lnTo>
                    <a:pt x="328" y="657"/>
                  </a:lnTo>
                  <a:lnTo>
                    <a:pt x="656" y="329"/>
                  </a:lnTo>
                  <a:lnTo>
                    <a:pt x="3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8"/>
            <p:cNvSpPr/>
            <p:nvPr/>
          </p:nvSpPr>
          <p:spPr>
            <a:xfrm>
              <a:off x="5568472" y="2959843"/>
              <a:ext cx="21675" cy="21642"/>
            </a:xfrm>
            <a:custGeom>
              <a:rect b="b" l="l" r="r" t="t"/>
              <a:pathLst>
                <a:path extrusionOk="0" h="652" w="653">
                  <a:moveTo>
                    <a:pt x="272" y="0"/>
                  </a:moveTo>
                  <a:cubicBezTo>
                    <a:pt x="192" y="115"/>
                    <a:pt x="100" y="224"/>
                    <a:pt x="1" y="324"/>
                  </a:cubicBezTo>
                  <a:lnTo>
                    <a:pt x="329" y="652"/>
                  </a:lnTo>
                  <a:cubicBezTo>
                    <a:pt x="448" y="533"/>
                    <a:pt x="556" y="403"/>
                    <a:pt x="653" y="266"/>
                  </a:cubicBezTo>
                  <a:lnTo>
                    <a:pt x="2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8"/>
            <p:cNvSpPr/>
            <p:nvPr/>
          </p:nvSpPr>
          <p:spPr>
            <a:xfrm>
              <a:off x="5568372" y="2844864"/>
              <a:ext cx="39167" cy="77173"/>
            </a:xfrm>
            <a:custGeom>
              <a:rect b="b" l="l" r="r" t="t"/>
              <a:pathLst>
                <a:path extrusionOk="0" h="2325" w="1180">
                  <a:moveTo>
                    <a:pt x="330" y="1"/>
                  </a:moveTo>
                  <a:lnTo>
                    <a:pt x="1" y="329"/>
                  </a:lnTo>
                  <a:cubicBezTo>
                    <a:pt x="463" y="791"/>
                    <a:pt x="718" y="1406"/>
                    <a:pt x="718" y="2060"/>
                  </a:cubicBezTo>
                  <a:cubicBezTo>
                    <a:pt x="718" y="2135"/>
                    <a:pt x="713" y="2210"/>
                    <a:pt x="707" y="2283"/>
                  </a:cubicBezTo>
                  <a:lnTo>
                    <a:pt x="1168" y="2325"/>
                  </a:lnTo>
                  <a:cubicBezTo>
                    <a:pt x="1177" y="2237"/>
                    <a:pt x="1180" y="2148"/>
                    <a:pt x="1180" y="2059"/>
                  </a:cubicBezTo>
                  <a:cubicBezTo>
                    <a:pt x="1180" y="1282"/>
                    <a:pt x="878" y="550"/>
                    <a:pt x="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8"/>
            <p:cNvSpPr/>
            <p:nvPr/>
          </p:nvSpPr>
          <p:spPr>
            <a:xfrm>
              <a:off x="5584503" y="2934484"/>
              <a:ext cx="19716" cy="19750"/>
            </a:xfrm>
            <a:custGeom>
              <a:rect b="b" l="l" r="r" t="t"/>
              <a:pathLst>
                <a:path extrusionOk="0" h="595" w="594">
                  <a:moveTo>
                    <a:pt x="146" y="1"/>
                  </a:moveTo>
                  <a:cubicBezTo>
                    <a:pt x="110" y="136"/>
                    <a:pt x="61" y="270"/>
                    <a:pt x="1" y="398"/>
                  </a:cubicBezTo>
                  <a:lnTo>
                    <a:pt x="422" y="595"/>
                  </a:lnTo>
                  <a:cubicBezTo>
                    <a:pt x="492" y="444"/>
                    <a:pt x="551" y="284"/>
                    <a:pt x="594" y="121"/>
                  </a:cubicBez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8"/>
            <p:cNvSpPr/>
            <p:nvPr/>
          </p:nvSpPr>
          <p:spPr>
            <a:xfrm>
              <a:off x="5442572" y="2822260"/>
              <a:ext cx="40727" cy="33524"/>
            </a:xfrm>
            <a:custGeom>
              <a:rect b="b" l="l" r="r" t="t"/>
              <a:pathLst>
                <a:path extrusionOk="0" h="1010" w="1227">
                  <a:moveTo>
                    <a:pt x="1069" y="0"/>
                  </a:moveTo>
                  <a:cubicBezTo>
                    <a:pt x="667" y="146"/>
                    <a:pt x="308" y="376"/>
                    <a:pt x="1" y="682"/>
                  </a:cubicBezTo>
                  <a:lnTo>
                    <a:pt x="330" y="1010"/>
                  </a:lnTo>
                  <a:cubicBezTo>
                    <a:pt x="586" y="753"/>
                    <a:pt x="889" y="560"/>
                    <a:pt x="1226" y="438"/>
                  </a:cubicBezTo>
                  <a:lnTo>
                    <a:pt x="10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8"/>
            <p:cNvSpPr/>
            <p:nvPr/>
          </p:nvSpPr>
          <p:spPr>
            <a:xfrm>
              <a:off x="5494187" y="2816551"/>
              <a:ext cx="16663" cy="16663"/>
            </a:xfrm>
            <a:custGeom>
              <a:rect b="b" l="l" r="r" t="t"/>
              <a:pathLst>
                <a:path extrusionOk="0" h="502" w="502">
                  <a:moveTo>
                    <a:pt x="502" y="1"/>
                  </a:moveTo>
                  <a:cubicBezTo>
                    <a:pt x="333" y="1"/>
                    <a:pt x="165" y="15"/>
                    <a:pt x="0" y="43"/>
                  </a:cubicBezTo>
                  <a:lnTo>
                    <a:pt x="79" y="501"/>
                  </a:lnTo>
                  <a:cubicBezTo>
                    <a:pt x="217" y="476"/>
                    <a:pt x="359" y="465"/>
                    <a:pt x="501" y="465"/>
                  </a:cubicBezTo>
                  <a:lnTo>
                    <a:pt x="5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8"/>
            <p:cNvSpPr/>
            <p:nvPr/>
          </p:nvSpPr>
          <p:spPr>
            <a:xfrm>
              <a:off x="5473840" y="2916394"/>
              <a:ext cx="50851" cy="50884"/>
            </a:xfrm>
            <a:custGeom>
              <a:rect b="b" l="l" r="r" t="t"/>
              <a:pathLst>
                <a:path extrusionOk="0" h="1533" w="1532">
                  <a:moveTo>
                    <a:pt x="329" y="1"/>
                  </a:moveTo>
                  <a:lnTo>
                    <a:pt x="1" y="330"/>
                  </a:lnTo>
                  <a:lnTo>
                    <a:pt x="1204" y="1533"/>
                  </a:lnTo>
                  <a:lnTo>
                    <a:pt x="1531" y="1205"/>
                  </a:lnTo>
                  <a:lnTo>
                    <a:pt x="3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8"/>
            <p:cNvSpPr/>
            <p:nvPr/>
          </p:nvSpPr>
          <p:spPr>
            <a:xfrm>
              <a:off x="5452065" y="2894653"/>
              <a:ext cx="21807" cy="21807"/>
            </a:xfrm>
            <a:custGeom>
              <a:rect b="b" l="l" r="r" t="t"/>
              <a:pathLst>
                <a:path extrusionOk="0" h="657" w="657">
                  <a:moveTo>
                    <a:pt x="328" y="0"/>
                  </a:moveTo>
                  <a:lnTo>
                    <a:pt x="0" y="328"/>
                  </a:lnTo>
                  <a:lnTo>
                    <a:pt x="328" y="657"/>
                  </a:lnTo>
                  <a:lnTo>
                    <a:pt x="657" y="328"/>
                  </a:lnTo>
                  <a:lnTo>
                    <a:pt x="3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 name="Google Shape;2769;p48"/>
          <p:cNvGrpSpPr/>
          <p:nvPr/>
        </p:nvGrpSpPr>
        <p:grpSpPr>
          <a:xfrm>
            <a:off x="4331002" y="1386943"/>
            <a:ext cx="482021" cy="516044"/>
            <a:chOff x="4661951" y="2652945"/>
            <a:chExt cx="482021" cy="516044"/>
          </a:xfrm>
        </p:grpSpPr>
        <p:sp>
          <p:nvSpPr>
            <p:cNvPr id="2770" name="Google Shape;2770;p48"/>
            <p:cNvSpPr/>
            <p:nvPr/>
          </p:nvSpPr>
          <p:spPr>
            <a:xfrm>
              <a:off x="5097935" y="3153654"/>
              <a:ext cx="15335" cy="15335"/>
            </a:xfrm>
            <a:custGeom>
              <a:rect b="b" l="l" r="r" t="t"/>
              <a:pathLst>
                <a:path extrusionOk="0" h="462" w="462">
                  <a:moveTo>
                    <a:pt x="1" y="0"/>
                  </a:moveTo>
                  <a:lnTo>
                    <a:pt x="1"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8"/>
            <p:cNvSpPr/>
            <p:nvPr/>
          </p:nvSpPr>
          <p:spPr>
            <a:xfrm>
              <a:off x="5128638" y="3153654"/>
              <a:ext cx="15335" cy="15335"/>
            </a:xfrm>
            <a:custGeom>
              <a:rect b="b" l="l" r="r" t="t"/>
              <a:pathLst>
                <a:path extrusionOk="0" h="462" w="462">
                  <a:moveTo>
                    <a:pt x="0" y="0"/>
                  </a:moveTo>
                  <a:lnTo>
                    <a:pt x="0" y="461"/>
                  </a:lnTo>
                  <a:lnTo>
                    <a:pt x="461" y="461"/>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8"/>
            <p:cNvSpPr/>
            <p:nvPr/>
          </p:nvSpPr>
          <p:spPr>
            <a:xfrm>
              <a:off x="4661951" y="2652945"/>
              <a:ext cx="441095" cy="516044"/>
            </a:xfrm>
            <a:custGeom>
              <a:rect b="b" l="l" r="r" t="t"/>
              <a:pathLst>
                <a:path extrusionOk="0" h="15547" w="13289">
                  <a:moveTo>
                    <a:pt x="3873" y="1089"/>
                  </a:moveTo>
                  <a:lnTo>
                    <a:pt x="5002" y="3499"/>
                  </a:lnTo>
                  <a:lnTo>
                    <a:pt x="4649" y="4253"/>
                  </a:lnTo>
                  <a:lnTo>
                    <a:pt x="2390" y="4253"/>
                  </a:lnTo>
                  <a:lnTo>
                    <a:pt x="3873" y="1089"/>
                  </a:lnTo>
                  <a:close/>
                  <a:moveTo>
                    <a:pt x="6642" y="1089"/>
                  </a:moveTo>
                  <a:lnTo>
                    <a:pt x="8125" y="4253"/>
                  </a:lnTo>
                  <a:lnTo>
                    <a:pt x="5159" y="4253"/>
                  </a:lnTo>
                  <a:lnTo>
                    <a:pt x="6642" y="1089"/>
                  </a:lnTo>
                  <a:close/>
                  <a:moveTo>
                    <a:pt x="9413" y="1089"/>
                  </a:moveTo>
                  <a:lnTo>
                    <a:pt x="10896" y="4253"/>
                  </a:lnTo>
                  <a:lnTo>
                    <a:pt x="8636" y="4253"/>
                  </a:lnTo>
                  <a:lnTo>
                    <a:pt x="8283" y="3499"/>
                  </a:lnTo>
                  <a:lnTo>
                    <a:pt x="9413" y="1089"/>
                  </a:lnTo>
                  <a:close/>
                  <a:moveTo>
                    <a:pt x="5218" y="4713"/>
                  </a:moveTo>
                  <a:lnTo>
                    <a:pt x="3721" y="8253"/>
                  </a:lnTo>
                  <a:lnTo>
                    <a:pt x="1453" y="8253"/>
                  </a:lnTo>
                  <a:lnTo>
                    <a:pt x="2949" y="4713"/>
                  </a:lnTo>
                  <a:close/>
                  <a:moveTo>
                    <a:pt x="7567" y="4713"/>
                  </a:moveTo>
                  <a:lnTo>
                    <a:pt x="9064" y="8253"/>
                  </a:lnTo>
                  <a:lnTo>
                    <a:pt x="4221" y="8253"/>
                  </a:lnTo>
                  <a:lnTo>
                    <a:pt x="5719" y="4713"/>
                  </a:lnTo>
                  <a:close/>
                  <a:moveTo>
                    <a:pt x="10337" y="4713"/>
                  </a:moveTo>
                  <a:lnTo>
                    <a:pt x="11835" y="8253"/>
                  </a:lnTo>
                  <a:lnTo>
                    <a:pt x="9566" y="8253"/>
                  </a:lnTo>
                  <a:lnTo>
                    <a:pt x="8068" y="4713"/>
                  </a:lnTo>
                  <a:close/>
                  <a:moveTo>
                    <a:pt x="4307" y="8715"/>
                  </a:moveTo>
                  <a:lnTo>
                    <a:pt x="2945" y="12254"/>
                  </a:lnTo>
                  <a:lnTo>
                    <a:pt x="670" y="12254"/>
                  </a:lnTo>
                  <a:lnTo>
                    <a:pt x="2032" y="8715"/>
                  </a:lnTo>
                  <a:close/>
                  <a:moveTo>
                    <a:pt x="8485" y="8716"/>
                  </a:moveTo>
                  <a:lnTo>
                    <a:pt x="9846" y="12256"/>
                  </a:lnTo>
                  <a:lnTo>
                    <a:pt x="3440" y="12256"/>
                  </a:lnTo>
                  <a:lnTo>
                    <a:pt x="4801" y="8716"/>
                  </a:lnTo>
                  <a:close/>
                  <a:moveTo>
                    <a:pt x="11256" y="8716"/>
                  </a:moveTo>
                  <a:lnTo>
                    <a:pt x="12617" y="12256"/>
                  </a:lnTo>
                  <a:lnTo>
                    <a:pt x="10341" y="12256"/>
                  </a:lnTo>
                  <a:lnTo>
                    <a:pt x="8980" y="8716"/>
                  </a:lnTo>
                  <a:close/>
                  <a:moveTo>
                    <a:pt x="4166" y="12716"/>
                  </a:moveTo>
                  <a:lnTo>
                    <a:pt x="4166" y="15085"/>
                  </a:lnTo>
                  <a:lnTo>
                    <a:pt x="3089" y="15085"/>
                  </a:lnTo>
                  <a:lnTo>
                    <a:pt x="3089" y="12716"/>
                  </a:lnTo>
                  <a:close/>
                  <a:moveTo>
                    <a:pt x="5643" y="12716"/>
                  </a:moveTo>
                  <a:lnTo>
                    <a:pt x="5643" y="15085"/>
                  </a:lnTo>
                  <a:lnTo>
                    <a:pt x="4628" y="15085"/>
                  </a:lnTo>
                  <a:lnTo>
                    <a:pt x="4628" y="12716"/>
                  </a:lnTo>
                  <a:close/>
                  <a:moveTo>
                    <a:pt x="7182" y="12716"/>
                  </a:moveTo>
                  <a:lnTo>
                    <a:pt x="7182" y="15085"/>
                  </a:lnTo>
                  <a:lnTo>
                    <a:pt x="6105" y="15085"/>
                  </a:lnTo>
                  <a:lnTo>
                    <a:pt x="6105" y="12716"/>
                  </a:lnTo>
                  <a:close/>
                  <a:moveTo>
                    <a:pt x="8659" y="12716"/>
                  </a:moveTo>
                  <a:lnTo>
                    <a:pt x="8659" y="15085"/>
                  </a:lnTo>
                  <a:lnTo>
                    <a:pt x="7643" y="15085"/>
                  </a:lnTo>
                  <a:lnTo>
                    <a:pt x="7643" y="12716"/>
                  </a:lnTo>
                  <a:close/>
                  <a:moveTo>
                    <a:pt x="10198" y="12716"/>
                  </a:moveTo>
                  <a:lnTo>
                    <a:pt x="10198" y="15085"/>
                  </a:lnTo>
                  <a:lnTo>
                    <a:pt x="9121" y="15085"/>
                  </a:lnTo>
                  <a:lnTo>
                    <a:pt x="9121" y="12716"/>
                  </a:lnTo>
                  <a:close/>
                  <a:moveTo>
                    <a:pt x="3874" y="1"/>
                  </a:moveTo>
                  <a:lnTo>
                    <a:pt x="1665" y="4713"/>
                  </a:lnTo>
                  <a:lnTo>
                    <a:pt x="2450" y="4713"/>
                  </a:lnTo>
                  <a:lnTo>
                    <a:pt x="757" y="8715"/>
                  </a:lnTo>
                  <a:lnTo>
                    <a:pt x="1540" y="8715"/>
                  </a:lnTo>
                  <a:lnTo>
                    <a:pt x="1" y="12716"/>
                  </a:lnTo>
                  <a:lnTo>
                    <a:pt x="2631" y="12716"/>
                  </a:lnTo>
                  <a:lnTo>
                    <a:pt x="2631" y="15085"/>
                  </a:lnTo>
                  <a:lnTo>
                    <a:pt x="615" y="15085"/>
                  </a:lnTo>
                  <a:lnTo>
                    <a:pt x="615" y="15546"/>
                  </a:lnTo>
                  <a:lnTo>
                    <a:pt x="12679" y="15546"/>
                  </a:lnTo>
                  <a:lnTo>
                    <a:pt x="12679" y="15085"/>
                  </a:lnTo>
                  <a:lnTo>
                    <a:pt x="10663" y="15085"/>
                  </a:lnTo>
                  <a:lnTo>
                    <a:pt x="10663" y="12716"/>
                  </a:lnTo>
                  <a:lnTo>
                    <a:pt x="13289" y="12716"/>
                  </a:lnTo>
                  <a:lnTo>
                    <a:pt x="11750" y="8715"/>
                  </a:lnTo>
                  <a:lnTo>
                    <a:pt x="12533" y="8715"/>
                  </a:lnTo>
                  <a:lnTo>
                    <a:pt x="10840" y="4713"/>
                  </a:lnTo>
                  <a:lnTo>
                    <a:pt x="11625" y="4713"/>
                  </a:lnTo>
                  <a:lnTo>
                    <a:pt x="9413" y="1"/>
                  </a:lnTo>
                  <a:lnTo>
                    <a:pt x="8029" y="2955"/>
                  </a:lnTo>
                  <a:lnTo>
                    <a:pt x="6642" y="1"/>
                  </a:lnTo>
                  <a:lnTo>
                    <a:pt x="5258" y="2954"/>
                  </a:lnTo>
                  <a:lnTo>
                    <a:pt x="38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8"/>
            <p:cNvSpPr/>
            <p:nvPr/>
          </p:nvSpPr>
          <p:spPr>
            <a:xfrm>
              <a:off x="4918828" y="2958084"/>
              <a:ext cx="30836" cy="48428"/>
            </a:xfrm>
            <a:custGeom>
              <a:rect b="b" l="l" r="r" t="t"/>
              <a:pathLst>
                <a:path extrusionOk="0" h="1459" w="929">
                  <a:moveTo>
                    <a:pt x="431" y="0"/>
                  </a:moveTo>
                  <a:lnTo>
                    <a:pt x="0" y="166"/>
                  </a:lnTo>
                  <a:lnTo>
                    <a:pt x="497" y="1459"/>
                  </a:lnTo>
                  <a:lnTo>
                    <a:pt x="928" y="1293"/>
                  </a:lnTo>
                  <a:lnTo>
                    <a:pt x="4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8"/>
            <p:cNvSpPr/>
            <p:nvPr/>
          </p:nvSpPr>
          <p:spPr>
            <a:xfrm>
              <a:off x="4940801" y="3015274"/>
              <a:ext cx="19783" cy="19816"/>
            </a:xfrm>
            <a:custGeom>
              <a:rect b="b" l="l" r="r" t="t"/>
              <a:pathLst>
                <a:path extrusionOk="0" h="597" w="596">
                  <a:moveTo>
                    <a:pt x="431" y="0"/>
                  </a:moveTo>
                  <a:lnTo>
                    <a:pt x="0" y="166"/>
                  </a:lnTo>
                  <a:lnTo>
                    <a:pt x="166" y="596"/>
                  </a:lnTo>
                  <a:lnTo>
                    <a:pt x="596" y="431"/>
                  </a:lnTo>
                  <a:lnTo>
                    <a:pt x="4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8"/>
            <p:cNvSpPr/>
            <p:nvPr/>
          </p:nvSpPr>
          <p:spPr>
            <a:xfrm>
              <a:off x="4799269" y="3027688"/>
              <a:ext cx="19849" cy="19816"/>
            </a:xfrm>
            <a:custGeom>
              <a:rect b="b" l="l" r="r" t="t"/>
              <a:pathLst>
                <a:path extrusionOk="0" h="597" w="598">
                  <a:moveTo>
                    <a:pt x="166" y="1"/>
                  </a:moveTo>
                  <a:lnTo>
                    <a:pt x="0" y="431"/>
                  </a:lnTo>
                  <a:lnTo>
                    <a:pt x="431" y="596"/>
                  </a:lnTo>
                  <a:lnTo>
                    <a:pt x="597" y="166"/>
                  </a:lnTo>
                  <a:lnTo>
                    <a:pt x="1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8"/>
            <p:cNvSpPr/>
            <p:nvPr/>
          </p:nvSpPr>
          <p:spPr>
            <a:xfrm>
              <a:off x="4810388" y="2983642"/>
              <a:ext cx="25791" cy="35383"/>
            </a:xfrm>
            <a:custGeom>
              <a:rect b="b" l="l" r="r" t="t"/>
              <a:pathLst>
                <a:path extrusionOk="0" h="1066" w="777">
                  <a:moveTo>
                    <a:pt x="346" y="1"/>
                  </a:moveTo>
                  <a:lnTo>
                    <a:pt x="1" y="900"/>
                  </a:lnTo>
                  <a:lnTo>
                    <a:pt x="431" y="1065"/>
                  </a:lnTo>
                  <a:lnTo>
                    <a:pt x="776" y="166"/>
                  </a:lnTo>
                  <a:lnTo>
                    <a:pt x="3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8"/>
            <p:cNvSpPr/>
            <p:nvPr/>
          </p:nvSpPr>
          <p:spPr>
            <a:xfrm>
              <a:off x="4887561" y="2821563"/>
              <a:ext cx="36777" cy="59514"/>
            </a:xfrm>
            <a:custGeom>
              <a:rect b="b" l="l" r="r" t="t"/>
              <a:pathLst>
                <a:path extrusionOk="0" h="1793" w="1108">
                  <a:moveTo>
                    <a:pt x="425" y="1"/>
                  </a:moveTo>
                  <a:lnTo>
                    <a:pt x="0" y="180"/>
                  </a:lnTo>
                  <a:lnTo>
                    <a:pt x="683" y="1793"/>
                  </a:lnTo>
                  <a:lnTo>
                    <a:pt x="1108" y="1613"/>
                  </a:lnTo>
                  <a:lnTo>
                    <a:pt x="4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8"/>
            <p:cNvSpPr/>
            <p:nvPr/>
          </p:nvSpPr>
          <p:spPr>
            <a:xfrm>
              <a:off x="4916338" y="2889209"/>
              <a:ext cx="20115" cy="20115"/>
            </a:xfrm>
            <a:custGeom>
              <a:rect b="b" l="l" r="r" t="t"/>
              <a:pathLst>
                <a:path extrusionOk="0" h="606" w="606">
                  <a:moveTo>
                    <a:pt x="426" y="1"/>
                  </a:moveTo>
                  <a:lnTo>
                    <a:pt x="1" y="181"/>
                  </a:lnTo>
                  <a:lnTo>
                    <a:pt x="181" y="606"/>
                  </a:lnTo>
                  <a:lnTo>
                    <a:pt x="606" y="426"/>
                  </a:lnTo>
                  <a:lnTo>
                    <a:pt x="4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8"/>
            <p:cNvSpPr/>
            <p:nvPr/>
          </p:nvSpPr>
          <p:spPr>
            <a:xfrm>
              <a:off x="4737364" y="2866107"/>
              <a:ext cx="54668" cy="44511"/>
            </a:xfrm>
            <a:custGeom>
              <a:rect b="b" l="l" r="r" t="t"/>
              <a:pathLst>
                <a:path extrusionOk="0" h="1341" w="1647">
                  <a:moveTo>
                    <a:pt x="1220" y="1"/>
                  </a:moveTo>
                  <a:lnTo>
                    <a:pt x="850" y="877"/>
                  </a:lnTo>
                  <a:lnTo>
                    <a:pt x="1" y="877"/>
                  </a:lnTo>
                  <a:lnTo>
                    <a:pt x="1" y="1340"/>
                  </a:lnTo>
                  <a:lnTo>
                    <a:pt x="1156" y="1340"/>
                  </a:lnTo>
                  <a:lnTo>
                    <a:pt x="1646" y="182"/>
                  </a:lnTo>
                  <a:lnTo>
                    <a:pt x="12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8"/>
            <p:cNvSpPr/>
            <p:nvPr/>
          </p:nvSpPr>
          <p:spPr>
            <a:xfrm>
              <a:off x="4784033" y="2837761"/>
              <a:ext cx="20115" cy="20115"/>
            </a:xfrm>
            <a:custGeom>
              <a:rect b="b" l="l" r="r" t="t"/>
              <a:pathLst>
                <a:path extrusionOk="0" h="606" w="606">
                  <a:moveTo>
                    <a:pt x="180" y="1"/>
                  </a:moveTo>
                  <a:lnTo>
                    <a:pt x="0" y="426"/>
                  </a:lnTo>
                  <a:lnTo>
                    <a:pt x="425" y="606"/>
                  </a:lnTo>
                  <a:lnTo>
                    <a:pt x="605" y="181"/>
                  </a:lnTo>
                  <a:lnTo>
                    <a:pt x="1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8"/>
            <p:cNvSpPr/>
            <p:nvPr/>
          </p:nvSpPr>
          <p:spPr>
            <a:xfrm>
              <a:off x="4874416" y="2737420"/>
              <a:ext cx="33060" cy="47399"/>
            </a:xfrm>
            <a:custGeom>
              <a:rect b="b" l="l" r="r" t="t"/>
              <a:pathLst>
                <a:path extrusionOk="0" h="1428" w="996">
                  <a:moveTo>
                    <a:pt x="418" y="1"/>
                  </a:moveTo>
                  <a:lnTo>
                    <a:pt x="0" y="196"/>
                  </a:lnTo>
                  <a:lnTo>
                    <a:pt x="577" y="1428"/>
                  </a:lnTo>
                  <a:lnTo>
                    <a:pt x="995" y="1232"/>
                  </a:lnTo>
                  <a:lnTo>
                    <a:pt x="4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8"/>
            <p:cNvSpPr/>
            <p:nvPr/>
          </p:nvSpPr>
          <p:spPr>
            <a:xfrm>
              <a:off x="4774673" y="3124544"/>
              <a:ext cx="15368" cy="15368"/>
            </a:xfrm>
            <a:custGeom>
              <a:rect b="b" l="l" r="r" t="t"/>
              <a:pathLst>
                <a:path extrusionOk="0" h="463" w="463">
                  <a:moveTo>
                    <a:pt x="1" y="0"/>
                  </a:moveTo>
                  <a:lnTo>
                    <a:pt x="1" y="462"/>
                  </a:lnTo>
                  <a:lnTo>
                    <a:pt x="462" y="462"/>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8"/>
            <p:cNvSpPr/>
            <p:nvPr/>
          </p:nvSpPr>
          <p:spPr>
            <a:xfrm>
              <a:off x="4774673" y="3088796"/>
              <a:ext cx="15368" cy="20447"/>
            </a:xfrm>
            <a:custGeom>
              <a:rect b="b" l="l" r="r" t="t"/>
              <a:pathLst>
                <a:path extrusionOk="0" h="616" w="463">
                  <a:moveTo>
                    <a:pt x="1" y="1"/>
                  </a:moveTo>
                  <a:lnTo>
                    <a:pt x="1" y="616"/>
                  </a:lnTo>
                  <a:lnTo>
                    <a:pt x="462" y="616"/>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8"/>
            <p:cNvSpPr/>
            <p:nvPr/>
          </p:nvSpPr>
          <p:spPr>
            <a:xfrm>
              <a:off x="4874781" y="3088796"/>
              <a:ext cx="15335" cy="20447"/>
            </a:xfrm>
            <a:custGeom>
              <a:rect b="b" l="l" r="r" t="t"/>
              <a:pathLst>
                <a:path extrusionOk="0" h="616" w="462">
                  <a:moveTo>
                    <a:pt x="1" y="1"/>
                  </a:moveTo>
                  <a:lnTo>
                    <a:pt x="1" y="616"/>
                  </a:lnTo>
                  <a:lnTo>
                    <a:pt x="462" y="616"/>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8"/>
            <p:cNvSpPr/>
            <p:nvPr/>
          </p:nvSpPr>
          <p:spPr>
            <a:xfrm>
              <a:off x="4874781" y="3124544"/>
              <a:ext cx="15335" cy="15368"/>
            </a:xfrm>
            <a:custGeom>
              <a:rect b="b" l="l" r="r" t="t"/>
              <a:pathLst>
                <a:path extrusionOk="0" h="463" w="462">
                  <a:moveTo>
                    <a:pt x="1" y="0"/>
                  </a:moveTo>
                  <a:lnTo>
                    <a:pt x="1" y="462"/>
                  </a:lnTo>
                  <a:lnTo>
                    <a:pt x="462" y="462"/>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8"/>
            <p:cNvSpPr/>
            <p:nvPr/>
          </p:nvSpPr>
          <p:spPr>
            <a:xfrm>
              <a:off x="4974890" y="3088796"/>
              <a:ext cx="15335" cy="20447"/>
            </a:xfrm>
            <a:custGeom>
              <a:rect b="b" l="l" r="r" t="t"/>
              <a:pathLst>
                <a:path extrusionOk="0" h="616" w="462">
                  <a:moveTo>
                    <a:pt x="0" y="1"/>
                  </a:moveTo>
                  <a:lnTo>
                    <a:pt x="0" y="616"/>
                  </a:lnTo>
                  <a:lnTo>
                    <a:pt x="461" y="616"/>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8"/>
            <p:cNvSpPr/>
            <p:nvPr/>
          </p:nvSpPr>
          <p:spPr>
            <a:xfrm>
              <a:off x="4974890" y="3124544"/>
              <a:ext cx="15335" cy="15368"/>
            </a:xfrm>
            <a:custGeom>
              <a:rect b="b" l="l" r="r" t="t"/>
              <a:pathLst>
                <a:path extrusionOk="0" h="463" w="462">
                  <a:moveTo>
                    <a:pt x="0" y="0"/>
                  </a:moveTo>
                  <a:lnTo>
                    <a:pt x="0" y="462"/>
                  </a:lnTo>
                  <a:lnTo>
                    <a:pt x="461" y="462"/>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8"/>
            <p:cNvSpPr/>
            <p:nvPr/>
          </p:nvSpPr>
          <p:spPr>
            <a:xfrm>
              <a:off x="4982159" y="2828334"/>
              <a:ext cx="20115" cy="20115"/>
            </a:xfrm>
            <a:custGeom>
              <a:rect b="b" l="l" r="r" t="t"/>
              <a:pathLst>
                <a:path extrusionOk="0" h="606" w="606">
                  <a:moveTo>
                    <a:pt x="425" y="0"/>
                  </a:moveTo>
                  <a:lnTo>
                    <a:pt x="0" y="180"/>
                  </a:lnTo>
                  <a:lnTo>
                    <a:pt x="180" y="605"/>
                  </a:lnTo>
                  <a:lnTo>
                    <a:pt x="605" y="425"/>
                  </a:lnTo>
                  <a:lnTo>
                    <a:pt x="4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8"/>
            <p:cNvSpPr/>
            <p:nvPr/>
          </p:nvSpPr>
          <p:spPr>
            <a:xfrm>
              <a:off x="4984582" y="2856614"/>
              <a:ext cx="47067" cy="54967"/>
            </a:xfrm>
            <a:custGeom>
              <a:rect b="b" l="l" r="r" t="t"/>
              <a:pathLst>
                <a:path extrusionOk="0" h="1656" w="1418">
                  <a:moveTo>
                    <a:pt x="717" y="0"/>
                  </a:moveTo>
                  <a:lnTo>
                    <a:pt x="291" y="180"/>
                  </a:lnTo>
                  <a:lnTo>
                    <a:pt x="721" y="1194"/>
                  </a:lnTo>
                  <a:lnTo>
                    <a:pt x="1" y="1194"/>
                  </a:lnTo>
                  <a:lnTo>
                    <a:pt x="1" y="1655"/>
                  </a:lnTo>
                  <a:lnTo>
                    <a:pt x="1418" y="1655"/>
                  </a:lnTo>
                  <a:lnTo>
                    <a:pt x="7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8"/>
            <p:cNvSpPr/>
            <p:nvPr/>
          </p:nvSpPr>
          <p:spPr>
            <a:xfrm>
              <a:off x="4834419" y="2895184"/>
              <a:ext cx="15335" cy="15368"/>
            </a:xfrm>
            <a:custGeom>
              <a:rect b="b" l="l" r="r" t="t"/>
              <a:pathLst>
                <a:path extrusionOk="0" h="463" w="462">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8"/>
            <p:cNvSpPr/>
            <p:nvPr/>
          </p:nvSpPr>
          <p:spPr>
            <a:xfrm>
              <a:off x="4865089" y="2895184"/>
              <a:ext cx="30670" cy="15368"/>
            </a:xfrm>
            <a:custGeom>
              <a:rect b="b" l="l" r="r" t="t"/>
              <a:pathLst>
                <a:path extrusionOk="0" h="463" w="924">
                  <a:moveTo>
                    <a:pt x="1" y="1"/>
                  </a:moveTo>
                  <a:lnTo>
                    <a:pt x="1" y="462"/>
                  </a:lnTo>
                  <a:lnTo>
                    <a:pt x="923" y="462"/>
                  </a:lnTo>
                  <a:lnTo>
                    <a:pt x="9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8"/>
            <p:cNvSpPr/>
            <p:nvPr/>
          </p:nvSpPr>
          <p:spPr>
            <a:xfrm>
              <a:off x="4985611" y="2957519"/>
              <a:ext cx="57788" cy="53340"/>
            </a:xfrm>
            <a:custGeom>
              <a:rect b="b" l="l" r="r" t="t"/>
              <a:pathLst>
                <a:path extrusionOk="0" h="1607" w="1741">
                  <a:moveTo>
                    <a:pt x="1" y="1"/>
                  </a:moveTo>
                  <a:lnTo>
                    <a:pt x="1" y="463"/>
                  </a:lnTo>
                  <a:lnTo>
                    <a:pt x="870" y="463"/>
                  </a:lnTo>
                  <a:lnTo>
                    <a:pt x="1310" y="1607"/>
                  </a:lnTo>
                  <a:lnTo>
                    <a:pt x="1740" y="1441"/>
                  </a:lnTo>
                  <a:lnTo>
                    <a:pt x="11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8"/>
            <p:cNvSpPr/>
            <p:nvPr/>
          </p:nvSpPr>
          <p:spPr>
            <a:xfrm>
              <a:off x="5034404" y="3019589"/>
              <a:ext cx="19849" cy="19816"/>
            </a:xfrm>
            <a:custGeom>
              <a:rect b="b" l="l" r="r" t="t"/>
              <a:pathLst>
                <a:path extrusionOk="0" h="597" w="598">
                  <a:moveTo>
                    <a:pt x="432" y="1"/>
                  </a:moveTo>
                  <a:lnTo>
                    <a:pt x="0" y="166"/>
                  </a:lnTo>
                  <a:lnTo>
                    <a:pt x="166" y="596"/>
                  </a:lnTo>
                  <a:lnTo>
                    <a:pt x="597" y="431"/>
                  </a:lnTo>
                  <a:lnTo>
                    <a:pt x="4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8"/>
            <p:cNvSpPr/>
            <p:nvPr/>
          </p:nvSpPr>
          <p:spPr>
            <a:xfrm>
              <a:off x="4706495" y="3003292"/>
              <a:ext cx="44212" cy="41092"/>
            </a:xfrm>
            <a:custGeom>
              <a:rect b="b" l="l" r="r" t="t"/>
              <a:pathLst>
                <a:path extrusionOk="0" h="1238" w="1332">
                  <a:moveTo>
                    <a:pt x="477" y="0"/>
                  </a:moveTo>
                  <a:lnTo>
                    <a:pt x="0" y="1237"/>
                  </a:lnTo>
                  <a:lnTo>
                    <a:pt x="1331" y="1237"/>
                  </a:lnTo>
                  <a:lnTo>
                    <a:pt x="1331" y="776"/>
                  </a:lnTo>
                  <a:lnTo>
                    <a:pt x="672" y="776"/>
                  </a:lnTo>
                  <a:lnTo>
                    <a:pt x="907" y="166"/>
                  </a:lnTo>
                  <a:lnTo>
                    <a:pt x="4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8"/>
            <p:cNvSpPr/>
            <p:nvPr/>
          </p:nvSpPr>
          <p:spPr>
            <a:xfrm>
              <a:off x="4727672" y="2974780"/>
              <a:ext cx="19816" cy="19816"/>
            </a:xfrm>
            <a:custGeom>
              <a:rect b="b" l="l" r="r" t="t"/>
              <a:pathLst>
                <a:path extrusionOk="0" h="597" w="597">
                  <a:moveTo>
                    <a:pt x="166" y="0"/>
                  </a:moveTo>
                  <a:lnTo>
                    <a:pt x="0" y="430"/>
                  </a:lnTo>
                  <a:lnTo>
                    <a:pt x="430" y="597"/>
                  </a:lnTo>
                  <a:lnTo>
                    <a:pt x="597" y="165"/>
                  </a:lnTo>
                  <a:lnTo>
                    <a:pt x="1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8"/>
            <p:cNvSpPr/>
            <p:nvPr/>
          </p:nvSpPr>
          <p:spPr>
            <a:xfrm>
              <a:off x="4883478" y="3028020"/>
              <a:ext cx="40860" cy="15335"/>
            </a:xfrm>
            <a:custGeom>
              <a:rect b="b" l="l" r="r" t="t"/>
              <a:pathLst>
                <a:path extrusionOk="0" h="462" w="1231">
                  <a:moveTo>
                    <a:pt x="0" y="0"/>
                  </a:moveTo>
                  <a:lnTo>
                    <a:pt x="0" y="461"/>
                  </a:lnTo>
                  <a:lnTo>
                    <a:pt x="1231" y="461"/>
                  </a:lnTo>
                  <a:lnTo>
                    <a:pt x="12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8"/>
            <p:cNvSpPr/>
            <p:nvPr/>
          </p:nvSpPr>
          <p:spPr>
            <a:xfrm>
              <a:off x="4852808" y="3028020"/>
              <a:ext cx="15335" cy="15335"/>
            </a:xfrm>
            <a:custGeom>
              <a:rect b="b" l="l" r="r" t="t"/>
              <a:pathLst>
                <a:path extrusionOk="0" h="462" w="462">
                  <a:moveTo>
                    <a:pt x="1" y="0"/>
                  </a:moveTo>
                  <a:lnTo>
                    <a:pt x="1"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8"/>
            <p:cNvSpPr/>
            <p:nvPr/>
          </p:nvSpPr>
          <p:spPr>
            <a:xfrm>
              <a:off x="4965364" y="2735395"/>
              <a:ext cx="32296" cy="45806"/>
            </a:xfrm>
            <a:custGeom>
              <a:rect b="b" l="l" r="r" t="t"/>
              <a:pathLst>
                <a:path extrusionOk="0" h="1380" w="973">
                  <a:moveTo>
                    <a:pt x="419" y="1"/>
                  </a:moveTo>
                  <a:lnTo>
                    <a:pt x="1" y="197"/>
                  </a:lnTo>
                  <a:lnTo>
                    <a:pt x="555" y="1379"/>
                  </a:lnTo>
                  <a:lnTo>
                    <a:pt x="973" y="1184"/>
                  </a:lnTo>
                  <a:lnTo>
                    <a:pt x="4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8"/>
            <p:cNvSpPr/>
            <p:nvPr/>
          </p:nvSpPr>
          <p:spPr>
            <a:xfrm>
              <a:off x="4767205" y="2735428"/>
              <a:ext cx="32296" cy="45806"/>
            </a:xfrm>
            <a:custGeom>
              <a:rect b="b" l="l" r="r" t="t"/>
              <a:pathLst>
                <a:path extrusionOk="0" h="1380" w="973">
                  <a:moveTo>
                    <a:pt x="555" y="1"/>
                  </a:moveTo>
                  <a:lnTo>
                    <a:pt x="1" y="1183"/>
                  </a:lnTo>
                  <a:lnTo>
                    <a:pt x="418" y="1379"/>
                  </a:lnTo>
                  <a:lnTo>
                    <a:pt x="973" y="197"/>
                  </a:lnTo>
                  <a:lnTo>
                    <a:pt x="5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48"/>
          <p:cNvGrpSpPr/>
          <p:nvPr/>
        </p:nvGrpSpPr>
        <p:grpSpPr>
          <a:xfrm rot="801656">
            <a:off x="349229" y="87073"/>
            <a:ext cx="985198" cy="926980"/>
            <a:chOff x="6450675" y="609250"/>
            <a:chExt cx="1259900" cy="1185450"/>
          </a:xfrm>
        </p:grpSpPr>
        <p:sp>
          <p:nvSpPr>
            <p:cNvPr id="2801" name="Google Shape;2801;p48"/>
            <p:cNvSpPr/>
            <p:nvPr/>
          </p:nvSpPr>
          <p:spPr>
            <a:xfrm>
              <a:off x="6450675" y="609250"/>
              <a:ext cx="1259900" cy="1185450"/>
            </a:xfrm>
            <a:custGeom>
              <a:rect b="b" l="l" r="r" t="t"/>
              <a:pathLst>
                <a:path extrusionOk="0" h="47418" w="50396">
                  <a:moveTo>
                    <a:pt x="25149" y="695"/>
                  </a:moveTo>
                  <a:cubicBezTo>
                    <a:pt x="26152" y="695"/>
                    <a:pt x="27163" y="759"/>
                    <a:pt x="28176" y="892"/>
                  </a:cubicBezTo>
                  <a:cubicBezTo>
                    <a:pt x="40757" y="2534"/>
                    <a:pt x="49656" y="14107"/>
                    <a:pt x="48014" y="26687"/>
                  </a:cubicBezTo>
                  <a:cubicBezTo>
                    <a:pt x="47218" y="32783"/>
                    <a:pt x="44097" y="38204"/>
                    <a:pt x="39224" y="41950"/>
                  </a:cubicBezTo>
                  <a:cubicBezTo>
                    <a:pt x="35161" y="45076"/>
                    <a:pt x="30285" y="46724"/>
                    <a:pt x="25242" y="46724"/>
                  </a:cubicBezTo>
                  <a:cubicBezTo>
                    <a:pt x="24239" y="46724"/>
                    <a:pt x="23229" y="46659"/>
                    <a:pt x="22218" y="46527"/>
                  </a:cubicBezTo>
                  <a:cubicBezTo>
                    <a:pt x="9637" y="44885"/>
                    <a:pt x="736" y="33313"/>
                    <a:pt x="2379" y="20732"/>
                  </a:cubicBezTo>
                  <a:cubicBezTo>
                    <a:pt x="3175" y="14636"/>
                    <a:pt x="6296" y="9216"/>
                    <a:pt x="11169" y="5469"/>
                  </a:cubicBezTo>
                  <a:cubicBezTo>
                    <a:pt x="15232" y="2345"/>
                    <a:pt x="20106" y="695"/>
                    <a:pt x="25149" y="695"/>
                  </a:cubicBezTo>
                  <a:close/>
                  <a:moveTo>
                    <a:pt x="25149" y="0"/>
                  </a:moveTo>
                  <a:cubicBezTo>
                    <a:pt x="19956" y="0"/>
                    <a:pt x="14933" y="1700"/>
                    <a:pt x="10747" y="4919"/>
                  </a:cubicBezTo>
                  <a:cubicBezTo>
                    <a:pt x="5727" y="8779"/>
                    <a:pt x="2512" y="14362"/>
                    <a:pt x="1692" y="20640"/>
                  </a:cubicBezTo>
                  <a:cubicBezTo>
                    <a:pt x="0" y="33600"/>
                    <a:pt x="9167" y="45521"/>
                    <a:pt x="22128" y="47213"/>
                  </a:cubicBezTo>
                  <a:cubicBezTo>
                    <a:pt x="23170" y="47350"/>
                    <a:pt x="24211" y="47417"/>
                    <a:pt x="25246" y="47417"/>
                  </a:cubicBezTo>
                  <a:cubicBezTo>
                    <a:pt x="30439" y="47417"/>
                    <a:pt x="35463" y="45718"/>
                    <a:pt x="39647" y="42498"/>
                  </a:cubicBezTo>
                  <a:cubicBezTo>
                    <a:pt x="44667" y="38638"/>
                    <a:pt x="47882" y="33055"/>
                    <a:pt x="48702" y="26777"/>
                  </a:cubicBezTo>
                  <a:cubicBezTo>
                    <a:pt x="50395" y="13816"/>
                    <a:pt x="41228" y="1896"/>
                    <a:pt x="28266" y="204"/>
                  </a:cubicBezTo>
                  <a:cubicBezTo>
                    <a:pt x="27224" y="68"/>
                    <a:pt x="26183" y="0"/>
                    <a:pt x="25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8"/>
            <p:cNvSpPr/>
            <p:nvPr/>
          </p:nvSpPr>
          <p:spPr>
            <a:xfrm>
              <a:off x="6490375" y="1257125"/>
              <a:ext cx="1144325" cy="285850"/>
            </a:xfrm>
            <a:custGeom>
              <a:rect b="b" l="l" r="r" t="t"/>
              <a:pathLst>
                <a:path extrusionOk="0" h="11434" w="45773">
                  <a:moveTo>
                    <a:pt x="90" y="0"/>
                  </a:moveTo>
                  <a:lnTo>
                    <a:pt x="1" y="688"/>
                  </a:lnTo>
                  <a:lnTo>
                    <a:pt x="10660" y="2079"/>
                  </a:lnTo>
                  <a:cubicBezTo>
                    <a:pt x="12301" y="7028"/>
                    <a:pt x="16668" y="10644"/>
                    <a:pt x="21844" y="11320"/>
                  </a:cubicBezTo>
                  <a:cubicBezTo>
                    <a:pt x="22428" y="11396"/>
                    <a:pt x="23014" y="11433"/>
                    <a:pt x="23594" y="11433"/>
                  </a:cubicBezTo>
                  <a:cubicBezTo>
                    <a:pt x="28153" y="11433"/>
                    <a:pt x="32491" y="9127"/>
                    <a:pt x="35025" y="5259"/>
                  </a:cubicBezTo>
                  <a:lnTo>
                    <a:pt x="45684" y="6651"/>
                  </a:lnTo>
                  <a:lnTo>
                    <a:pt x="45773" y="5964"/>
                  </a:lnTo>
                  <a:lnTo>
                    <a:pt x="34677" y="4515"/>
                  </a:lnTo>
                  <a:lnTo>
                    <a:pt x="34559" y="4702"/>
                  </a:lnTo>
                  <a:cubicBezTo>
                    <a:pt x="32173" y="8481"/>
                    <a:pt x="27997" y="10741"/>
                    <a:pt x="23598" y="10741"/>
                  </a:cubicBezTo>
                  <a:cubicBezTo>
                    <a:pt x="23045" y="10741"/>
                    <a:pt x="22489" y="10705"/>
                    <a:pt x="21933" y="10633"/>
                  </a:cubicBezTo>
                  <a:cubicBezTo>
                    <a:pt x="16950" y="9981"/>
                    <a:pt x="12759" y="6460"/>
                    <a:pt x="11253" y="1660"/>
                  </a:cubicBezTo>
                  <a:lnTo>
                    <a:pt x="11187" y="1448"/>
                  </a:lnTo>
                  <a:lnTo>
                    <a:pt x="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8"/>
            <p:cNvSpPr/>
            <p:nvPr/>
          </p:nvSpPr>
          <p:spPr>
            <a:xfrm>
              <a:off x="6526500" y="860975"/>
              <a:ext cx="1144325" cy="285900"/>
            </a:xfrm>
            <a:custGeom>
              <a:rect b="b" l="l" r="r" t="t"/>
              <a:pathLst>
                <a:path extrusionOk="0" h="11436" w="45773">
                  <a:moveTo>
                    <a:pt x="22171" y="0"/>
                  </a:moveTo>
                  <a:cubicBezTo>
                    <a:pt x="17614" y="0"/>
                    <a:pt x="13281" y="2310"/>
                    <a:pt x="10748" y="6176"/>
                  </a:cubicBezTo>
                  <a:lnTo>
                    <a:pt x="89" y="4784"/>
                  </a:lnTo>
                  <a:lnTo>
                    <a:pt x="0" y="5472"/>
                  </a:lnTo>
                  <a:lnTo>
                    <a:pt x="11097" y="6920"/>
                  </a:lnTo>
                  <a:lnTo>
                    <a:pt x="11216" y="6733"/>
                  </a:lnTo>
                  <a:cubicBezTo>
                    <a:pt x="13601" y="2954"/>
                    <a:pt x="17780" y="696"/>
                    <a:pt x="22179" y="696"/>
                  </a:cubicBezTo>
                  <a:cubicBezTo>
                    <a:pt x="22730" y="696"/>
                    <a:pt x="23285" y="731"/>
                    <a:pt x="23840" y="803"/>
                  </a:cubicBezTo>
                  <a:cubicBezTo>
                    <a:pt x="28824" y="1453"/>
                    <a:pt x="33017" y="4975"/>
                    <a:pt x="34520" y="9776"/>
                  </a:cubicBezTo>
                  <a:lnTo>
                    <a:pt x="34586" y="9987"/>
                  </a:lnTo>
                  <a:lnTo>
                    <a:pt x="45684" y="11436"/>
                  </a:lnTo>
                  <a:lnTo>
                    <a:pt x="45772" y="10750"/>
                  </a:lnTo>
                  <a:lnTo>
                    <a:pt x="35113" y="9358"/>
                  </a:lnTo>
                  <a:cubicBezTo>
                    <a:pt x="33473" y="4407"/>
                    <a:pt x="29106" y="791"/>
                    <a:pt x="23929" y="115"/>
                  </a:cubicBezTo>
                  <a:cubicBezTo>
                    <a:pt x="23341" y="38"/>
                    <a:pt x="22754" y="0"/>
                    <a:pt x="22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8"/>
            <p:cNvSpPr/>
            <p:nvPr/>
          </p:nvSpPr>
          <p:spPr>
            <a:xfrm>
              <a:off x="6845050" y="752425"/>
              <a:ext cx="61550" cy="80625"/>
            </a:xfrm>
            <a:custGeom>
              <a:rect b="b" l="l" r="r" t="t"/>
              <a:pathLst>
                <a:path extrusionOk="0" h="3225" w="2462">
                  <a:moveTo>
                    <a:pt x="2148" y="0"/>
                  </a:moveTo>
                  <a:lnTo>
                    <a:pt x="1790" y="172"/>
                  </a:lnTo>
                  <a:lnTo>
                    <a:pt x="1965" y="1668"/>
                  </a:lnTo>
                  <a:cubicBezTo>
                    <a:pt x="2009" y="2063"/>
                    <a:pt x="2060" y="2442"/>
                    <a:pt x="2131" y="2779"/>
                  </a:cubicBezTo>
                  <a:lnTo>
                    <a:pt x="2123" y="2783"/>
                  </a:lnTo>
                  <a:cubicBezTo>
                    <a:pt x="1908" y="2511"/>
                    <a:pt x="1661" y="2241"/>
                    <a:pt x="1380" y="1943"/>
                  </a:cubicBezTo>
                  <a:lnTo>
                    <a:pt x="363" y="854"/>
                  </a:lnTo>
                  <a:lnTo>
                    <a:pt x="1" y="1029"/>
                  </a:lnTo>
                  <a:lnTo>
                    <a:pt x="2092" y="3224"/>
                  </a:lnTo>
                  <a:lnTo>
                    <a:pt x="2461" y="3047"/>
                  </a:lnTo>
                  <a:lnTo>
                    <a:pt x="21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8"/>
            <p:cNvSpPr/>
            <p:nvPr/>
          </p:nvSpPr>
          <p:spPr>
            <a:xfrm>
              <a:off x="6922850" y="741575"/>
              <a:ext cx="31600" cy="71275"/>
            </a:xfrm>
            <a:custGeom>
              <a:rect b="b" l="l" r="r" t="t"/>
              <a:pathLst>
                <a:path extrusionOk="0" h="2851" w="1264">
                  <a:moveTo>
                    <a:pt x="352" y="1"/>
                  </a:moveTo>
                  <a:lnTo>
                    <a:pt x="0" y="118"/>
                  </a:lnTo>
                  <a:lnTo>
                    <a:pt x="909" y="2850"/>
                  </a:lnTo>
                  <a:lnTo>
                    <a:pt x="1263" y="2733"/>
                  </a:lnTo>
                  <a:lnTo>
                    <a:pt x="3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8"/>
            <p:cNvSpPr/>
            <p:nvPr/>
          </p:nvSpPr>
          <p:spPr>
            <a:xfrm>
              <a:off x="6962925" y="725725"/>
              <a:ext cx="52700" cy="75725"/>
            </a:xfrm>
            <a:custGeom>
              <a:rect b="b" l="l" r="r" t="t"/>
              <a:pathLst>
                <a:path extrusionOk="0" h="3029" w="2108">
                  <a:moveTo>
                    <a:pt x="1177" y="0"/>
                  </a:moveTo>
                  <a:cubicBezTo>
                    <a:pt x="1079" y="0"/>
                    <a:pt x="967" y="11"/>
                    <a:pt x="844" y="36"/>
                  </a:cubicBezTo>
                  <a:cubicBezTo>
                    <a:pt x="296" y="150"/>
                    <a:pt x="1" y="554"/>
                    <a:pt x="93" y="993"/>
                  </a:cubicBezTo>
                  <a:cubicBezTo>
                    <a:pt x="176" y="1390"/>
                    <a:pt x="510" y="1567"/>
                    <a:pt x="1004" y="1636"/>
                  </a:cubicBezTo>
                  <a:cubicBezTo>
                    <a:pt x="1415" y="1703"/>
                    <a:pt x="1596" y="1821"/>
                    <a:pt x="1652" y="2084"/>
                  </a:cubicBezTo>
                  <a:cubicBezTo>
                    <a:pt x="1712" y="2370"/>
                    <a:pt x="1534" y="2613"/>
                    <a:pt x="1163" y="2690"/>
                  </a:cubicBezTo>
                  <a:cubicBezTo>
                    <a:pt x="1078" y="2707"/>
                    <a:pt x="993" y="2715"/>
                    <a:pt x="910" y="2715"/>
                  </a:cubicBezTo>
                  <a:cubicBezTo>
                    <a:pt x="747" y="2715"/>
                    <a:pt x="594" y="2685"/>
                    <a:pt x="472" y="2641"/>
                  </a:cubicBezTo>
                  <a:lnTo>
                    <a:pt x="443" y="2965"/>
                  </a:lnTo>
                  <a:cubicBezTo>
                    <a:pt x="546" y="3006"/>
                    <a:pt x="699" y="3029"/>
                    <a:pt x="862" y="3029"/>
                  </a:cubicBezTo>
                  <a:cubicBezTo>
                    <a:pt x="974" y="3029"/>
                    <a:pt x="1090" y="3018"/>
                    <a:pt x="1200" y="2995"/>
                  </a:cubicBezTo>
                  <a:cubicBezTo>
                    <a:pt x="1865" y="2856"/>
                    <a:pt x="2108" y="2412"/>
                    <a:pt x="2018" y="1978"/>
                  </a:cubicBezTo>
                  <a:cubicBezTo>
                    <a:pt x="1931" y="1563"/>
                    <a:pt x="1641" y="1383"/>
                    <a:pt x="1125" y="1299"/>
                  </a:cubicBezTo>
                  <a:cubicBezTo>
                    <a:pt x="704" y="1231"/>
                    <a:pt x="506" y="1137"/>
                    <a:pt x="451" y="874"/>
                  </a:cubicBezTo>
                  <a:cubicBezTo>
                    <a:pt x="410" y="681"/>
                    <a:pt x="510" y="421"/>
                    <a:pt x="894" y="340"/>
                  </a:cubicBezTo>
                  <a:cubicBezTo>
                    <a:pt x="980" y="322"/>
                    <a:pt x="1061" y="315"/>
                    <a:pt x="1134" y="315"/>
                  </a:cubicBezTo>
                  <a:cubicBezTo>
                    <a:pt x="1276" y="315"/>
                    <a:pt x="1389" y="341"/>
                    <a:pt x="1458" y="361"/>
                  </a:cubicBezTo>
                  <a:lnTo>
                    <a:pt x="1496" y="45"/>
                  </a:lnTo>
                  <a:cubicBezTo>
                    <a:pt x="1415" y="19"/>
                    <a:pt x="1308" y="0"/>
                    <a:pt x="1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8"/>
            <p:cNvSpPr/>
            <p:nvPr/>
          </p:nvSpPr>
          <p:spPr>
            <a:xfrm>
              <a:off x="7032725" y="719725"/>
              <a:ext cx="15575" cy="72550"/>
            </a:xfrm>
            <a:custGeom>
              <a:rect b="b" l="l" r="r" t="t"/>
              <a:pathLst>
                <a:path extrusionOk="0" h="2902" w="623">
                  <a:moveTo>
                    <a:pt x="371" y="1"/>
                  </a:moveTo>
                  <a:lnTo>
                    <a:pt x="1" y="33"/>
                  </a:lnTo>
                  <a:lnTo>
                    <a:pt x="252" y="2901"/>
                  </a:lnTo>
                  <a:lnTo>
                    <a:pt x="623" y="2869"/>
                  </a:lnTo>
                  <a:lnTo>
                    <a:pt x="3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8"/>
            <p:cNvSpPr/>
            <p:nvPr/>
          </p:nvSpPr>
          <p:spPr>
            <a:xfrm>
              <a:off x="7066650" y="717600"/>
              <a:ext cx="53625" cy="72975"/>
            </a:xfrm>
            <a:custGeom>
              <a:rect b="b" l="l" r="r" t="t"/>
              <a:pathLst>
                <a:path extrusionOk="0" h="2919" w="2145">
                  <a:moveTo>
                    <a:pt x="10" y="0"/>
                  </a:moveTo>
                  <a:lnTo>
                    <a:pt x="0" y="317"/>
                  </a:lnTo>
                  <a:lnTo>
                    <a:pt x="877" y="341"/>
                  </a:lnTo>
                  <a:lnTo>
                    <a:pt x="805" y="2909"/>
                  </a:lnTo>
                  <a:lnTo>
                    <a:pt x="1182" y="2919"/>
                  </a:lnTo>
                  <a:lnTo>
                    <a:pt x="1255" y="353"/>
                  </a:lnTo>
                  <a:lnTo>
                    <a:pt x="2136" y="377"/>
                  </a:lnTo>
                  <a:lnTo>
                    <a:pt x="2144" y="61"/>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8"/>
            <p:cNvSpPr/>
            <p:nvPr/>
          </p:nvSpPr>
          <p:spPr>
            <a:xfrm>
              <a:off x="7165975" y="729775"/>
              <a:ext cx="57725" cy="71275"/>
            </a:xfrm>
            <a:custGeom>
              <a:rect b="b" l="l" r="r" t="t"/>
              <a:pathLst>
                <a:path extrusionOk="0" h="2851" w="2309">
                  <a:moveTo>
                    <a:pt x="1017" y="354"/>
                  </a:moveTo>
                  <a:cubicBezTo>
                    <a:pt x="1083" y="354"/>
                    <a:pt x="1207" y="374"/>
                    <a:pt x="1365" y="415"/>
                  </a:cubicBezTo>
                  <a:cubicBezTo>
                    <a:pt x="1762" y="518"/>
                    <a:pt x="1976" y="766"/>
                    <a:pt x="1879" y="1133"/>
                  </a:cubicBezTo>
                  <a:cubicBezTo>
                    <a:pt x="1801" y="1432"/>
                    <a:pt x="1590" y="1584"/>
                    <a:pt x="1297" y="1584"/>
                  </a:cubicBezTo>
                  <a:cubicBezTo>
                    <a:pt x="1213" y="1584"/>
                    <a:pt x="1121" y="1571"/>
                    <a:pt x="1024" y="1546"/>
                  </a:cubicBezTo>
                  <a:cubicBezTo>
                    <a:pt x="904" y="1515"/>
                    <a:pt x="808" y="1481"/>
                    <a:pt x="733" y="1439"/>
                  </a:cubicBezTo>
                  <a:lnTo>
                    <a:pt x="1017" y="354"/>
                  </a:lnTo>
                  <a:close/>
                  <a:moveTo>
                    <a:pt x="726" y="0"/>
                  </a:moveTo>
                  <a:lnTo>
                    <a:pt x="1" y="2756"/>
                  </a:lnTo>
                  <a:lnTo>
                    <a:pt x="362" y="2851"/>
                  </a:lnTo>
                  <a:lnTo>
                    <a:pt x="655" y="1734"/>
                  </a:lnTo>
                  <a:cubicBezTo>
                    <a:pt x="733" y="1776"/>
                    <a:pt x="831" y="1805"/>
                    <a:pt x="939" y="1834"/>
                  </a:cubicBezTo>
                  <a:cubicBezTo>
                    <a:pt x="1077" y="1870"/>
                    <a:pt x="1212" y="1888"/>
                    <a:pt x="1341" y="1888"/>
                  </a:cubicBezTo>
                  <a:cubicBezTo>
                    <a:pt x="1541" y="1888"/>
                    <a:pt x="1724" y="1843"/>
                    <a:pt x="1872" y="1750"/>
                  </a:cubicBezTo>
                  <a:cubicBezTo>
                    <a:pt x="2052" y="1643"/>
                    <a:pt x="2178" y="1463"/>
                    <a:pt x="2244" y="1210"/>
                  </a:cubicBezTo>
                  <a:cubicBezTo>
                    <a:pt x="2309" y="963"/>
                    <a:pt x="2271" y="735"/>
                    <a:pt x="2152" y="564"/>
                  </a:cubicBezTo>
                  <a:cubicBezTo>
                    <a:pt x="2026" y="372"/>
                    <a:pt x="1788" y="220"/>
                    <a:pt x="1432" y="127"/>
                  </a:cubicBezTo>
                  <a:cubicBezTo>
                    <a:pt x="1141" y="52"/>
                    <a:pt x="908" y="17"/>
                    <a:pt x="7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8"/>
            <p:cNvSpPr/>
            <p:nvPr/>
          </p:nvSpPr>
          <p:spPr>
            <a:xfrm>
              <a:off x="7214650" y="754675"/>
              <a:ext cx="61150" cy="80375"/>
            </a:xfrm>
            <a:custGeom>
              <a:rect b="b" l="l" r="r" t="t"/>
              <a:pathLst>
                <a:path extrusionOk="0" h="3215" w="2446">
                  <a:moveTo>
                    <a:pt x="2095" y="387"/>
                  </a:moveTo>
                  <a:lnTo>
                    <a:pt x="2103" y="390"/>
                  </a:lnTo>
                  <a:cubicBezTo>
                    <a:pt x="2077" y="562"/>
                    <a:pt x="2050" y="734"/>
                    <a:pt x="2034" y="934"/>
                  </a:cubicBezTo>
                  <a:lnTo>
                    <a:pt x="1968" y="1807"/>
                  </a:lnTo>
                  <a:lnTo>
                    <a:pt x="1172" y="1466"/>
                  </a:lnTo>
                  <a:lnTo>
                    <a:pt x="1757" y="810"/>
                  </a:lnTo>
                  <a:cubicBezTo>
                    <a:pt x="1876" y="670"/>
                    <a:pt x="1989" y="527"/>
                    <a:pt x="2095" y="387"/>
                  </a:cubicBezTo>
                  <a:close/>
                  <a:moveTo>
                    <a:pt x="2031" y="1"/>
                  </a:moveTo>
                  <a:lnTo>
                    <a:pt x="1" y="2270"/>
                  </a:lnTo>
                  <a:lnTo>
                    <a:pt x="354" y="2420"/>
                  </a:lnTo>
                  <a:lnTo>
                    <a:pt x="986" y="1703"/>
                  </a:lnTo>
                  <a:lnTo>
                    <a:pt x="1926" y="2105"/>
                  </a:lnTo>
                  <a:lnTo>
                    <a:pt x="1854" y="3059"/>
                  </a:lnTo>
                  <a:lnTo>
                    <a:pt x="2220" y="3215"/>
                  </a:lnTo>
                  <a:lnTo>
                    <a:pt x="2446" y="177"/>
                  </a:lnTo>
                  <a:lnTo>
                    <a:pt x="203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8"/>
            <p:cNvSpPr/>
            <p:nvPr/>
          </p:nvSpPr>
          <p:spPr>
            <a:xfrm>
              <a:off x="7284850" y="789450"/>
              <a:ext cx="69825" cy="69075"/>
            </a:xfrm>
            <a:custGeom>
              <a:rect b="b" l="l" r="r" t="t"/>
              <a:pathLst>
                <a:path extrusionOk="0" h="2763" w="2793">
                  <a:moveTo>
                    <a:pt x="1757" y="1"/>
                  </a:moveTo>
                  <a:cubicBezTo>
                    <a:pt x="1496" y="1"/>
                    <a:pt x="1267" y="121"/>
                    <a:pt x="1126" y="344"/>
                  </a:cubicBezTo>
                  <a:cubicBezTo>
                    <a:pt x="908" y="688"/>
                    <a:pt x="1023" y="1049"/>
                    <a:pt x="1331" y="1441"/>
                  </a:cubicBezTo>
                  <a:cubicBezTo>
                    <a:pt x="1580" y="1776"/>
                    <a:pt x="1626" y="1988"/>
                    <a:pt x="1483" y="2215"/>
                  </a:cubicBezTo>
                  <a:cubicBezTo>
                    <a:pt x="1392" y="2357"/>
                    <a:pt x="1256" y="2433"/>
                    <a:pt x="1094" y="2433"/>
                  </a:cubicBezTo>
                  <a:cubicBezTo>
                    <a:pt x="977" y="2433"/>
                    <a:pt x="846" y="2393"/>
                    <a:pt x="711" y="2308"/>
                  </a:cubicBezTo>
                  <a:cubicBezTo>
                    <a:pt x="494" y="2170"/>
                    <a:pt x="334" y="1967"/>
                    <a:pt x="249" y="1792"/>
                  </a:cubicBezTo>
                  <a:lnTo>
                    <a:pt x="0" y="2005"/>
                  </a:lnTo>
                  <a:cubicBezTo>
                    <a:pt x="74" y="2175"/>
                    <a:pt x="289" y="2406"/>
                    <a:pt x="522" y="2553"/>
                  </a:cubicBezTo>
                  <a:cubicBezTo>
                    <a:pt x="752" y="2699"/>
                    <a:pt x="967" y="2762"/>
                    <a:pt x="1158" y="2762"/>
                  </a:cubicBezTo>
                  <a:cubicBezTo>
                    <a:pt x="1444" y="2762"/>
                    <a:pt x="1676" y="2618"/>
                    <a:pt x="1818" y="2392"/>
                  </a:cubicBezTo>
                  <a:cubicBezTo>
                    <a:pt x="2045" y="2035"/>
                    <a:pt x="1962" y="1704"/>
                    <a:pt x="1651" y="1284"/>
                  </a:cubicBezTo>
                  <a:cubicBezTo>
                    <a:pt x="1398" y="943"/>
                    <a:pt x="1321" y="736"/>
                    <a:pt x="1465" y="509"/>
                  </a:cubicBezTo>
                  <a:cubicBezTo>
                    <a:pt x="1530" y="407"/>
                    <a:pt x="1651" y="322"/>
                    <a:pt x="1812" y="322"/>
                  </a:cubicBezTo>
                  <a:cubicBezTo>
                    <a:pt x="1912" y="322"/>
                    <a:pt x="2027" y="355"/>
                    <a:pt x="2153" y="435"/>
                  </a:cubicBezTo>
                  <a:cubicBezTo>
                    <a:pt x="2374" y="574"/>
                    <a:pt x="2492" y="750"/>
                    <a:pt x="2543" y="844"/>
                  </a:cubicBezTo>
                  <a:lnTo>
                    <a:pt x="2792" y="641"/>
                  </a:lnTo>
                  <a:cubicBezTo>
                    <a:pt x="2724" y="512"/>
                    <a:pt x="2579" y="339"/>
                    <a:pt x="2331" y="182"/>
                  </a:cubicBezTo>
                  <a:cubicBezTo>
                    <a:pt x="2136" y="59"/>
                    <a:pt x="1939" y="1"/>
                    <a:pt x="17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8"/>
            <p:cNvSpPr/>
            <p:nvPr/>
          </p:nvSpPr>
          <p:spPr>
            <a:xfrm>
              <a:off x="7336275" y="830350"/>
              <a:ext cx="74000" cy="66575"/>
            </a:xfrm>
            <a:custGeom>
              <a:rect b="b" l="l" r="r" t="t"/>
              <a:pathLst>
                <a:path extrusionOk="0" h="2663" w="2960">
                  <a:moveTo>
                    <a:pt x="1907" y="1"/>
                  </a:moveTo>
                  <a:cubicBezTo>
                    <a:pt x="1694" y="1"/>
                    <a:pt x="1498" y="88"/>
                    <a:pt x="1353" y="257"/>
                  </a:cubicBezTo>
                  <a:cubicBezTo>
                    <a:pt x="1087" y="564"/>
                    <a:pt x="1149" y="938"/>
                    <a:pt x="1395" y="1371"/>
                  </a:cubicBezTo>
                  <a:cubicBezTo>
                    <a:pt x="1592" y="1740"/>
                    <a:pt x="1608" y="1956"/>
                    <a:pt x="1431" y="2159"/>
                  </a:cubicBezTo>
                  <a:cubicBezTo>
                    <a:pt x="1338" y="2268"/>
                    <a:pt x="1218" y="2325"/>
                    <a:pt x="1087" y="2325"/>
                  </a:cubicBezTo>
                  <a:cubicBezTo>
                    <a:pt x="950" y="2325"/>
                    <a:pt x="801" y="2264"/>
                    <a:pt x="656" y="2138"/>
                  </a:cubicBezTo>
                  <a:cubicBezTo>
                    <a:pt x="462" y="1970"/>
                    <a:pt x="333" y="1746"/>
                    <a:pt x="274" y="1560"/>
                  </a:cubicBezTo>
                  <a:lnTo>
                    <a:pt x="0" y="1733"/>
                  </a:lnTo>
                  <a:cubicBezTo>
                    <a:pt x="50" y="1912"/>
                    <a:pt x="225" y="2171"/>
                    <a:pt x="436" y="2352"/>
                  </a:cubicBezTo>
                  <a:cubicBezTo>
                    <a:pt x="686" y="2569"/>
                    <a:pt x="933" y="2662"/>
                    <a:pt x="1154" y="2662"/>
                  </a:cubicBezTo>
                  <a:cubicBezTo>
                    <a:pt x="1387" y="2662"/>
                    <a:pt x="1592" y="2558"/>
                    <a:pt x="1741" y="2385"/>
                  </a:cubicBezTo>
                  <a:cubicBezTo>
                    <a:pt x="2015" y="2066"/>
                    <a:pt x="1983" y="1725"/>
                    <a:pt x="1737" y="1264"/>
                  </a:cubicBezTo>
                  <a:cubicBezTo>
                    <a:pt x="1538" y="887"/>
                    <a:pt x="1490" y="674"/>
                    <a:pt x="1667" y="469"/>
                  </a:cubicBezTo>
                  <a:cubicBezTo>
                    <a:pt x="1734" y="391"/>
                    <a:pt x="1841" y="332"/>
                    <a:pt x="1971" y="332"/>
                  </a:cubicBezTo>
                  <a:cubicBezTo>
                    <a:pt x="2086" y="332"/>
                    <a:pt x="2219" y="378"/>
                    <a:pt x="2359" y="498"/>
                  </a:cubicBezTo>
                  <a:cubicBezTo>
                    <a:pt x="2556" y="669"/>
                    <a:pt x="2647" y="858"/>
                    <a:pt x="2684" y="958"/>
                  </a:cubicBezTo>
                  <a:lnTo>
                    <a:pt x="2959" y="797"/>
                  </a:lnTo>
                  <a:cubicBezTo>
                    <a:pt x="2909" y="658"/>
                    <a:pt x="2792" y="466"/>
                    <a:pt x="2571" y="274"/>
                  </a:cubicBezTo>
                  <a:cubicBezTo>
                    <a:pt x="2356" y="90"/>
                    <a:pt x="2123" y="1"/>
                    <a:pt x="19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8"/>
            <p:cNvSpPr/>
            <p:nvPr/>
          </p:nvSpPr>
          <p:spPr>
            <a:xfrm>
              <a:off x="6631150" y="1366550"/>
              <a:ext cx="48800" cy="26225"/>
            </a:xfrm>
            <a:custGeom>
              <a:rect b="b" l="l" r="r" t="t"/>
              <a:pathLst>
                <a:path extrusionOk="0" h="1049" w="1952">
                  <a:moveTo>
                    <a:pt x="1847" y="0"/>
                  </a:moveTo>
                  <a:lnTo>
                    <a:pt x="0" y="810"/>
                  </a:lnTo>
                  <a:lnTo>
                    <a:pt x="104" y="1048"/>
                  </a:lnTo>
                  <a:lnTo>
                    <a:pt x="1951" y="239"/>
                  </a:lnTo>
                  <a:lnTo>
                    <a:pt x="18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8"/>
            <p:cNvSpPr/>
            <p:nvPr/>
          </p:nvSpPr>
          <p:spPr>
            <a:xfrm>
              <a:off x="6642850" y="1388625"/>
              <a:ext cx="62450" cy="57500"/>
            </a:xfrm>
            <a:custGeom>
              <a:rect b="b" l="l" r="r" t="t"/>
              <a:pathLst>
                <a:path extrusionOk="0" h="2300" w="2498">
                  <a:moveTo>
                    <a:pt x="1769" y="0"/>
                  </a:moveTo>
                  <a:lnTo>
                    <a:pt x="1" y="970"/>
                  </a:lnTo>
                  <a:lnTo>
                    <a:pt x="120" y="1187"/>
                  </a:lnTo>
                  <a:lnTo>
                    <a:pt x="875" y="772"/>
                  </a:lnTo>
                  <a:cubicBezTo>
                    <a:pt x="1169" y="610"/>
                    <a:pt x="1379" y="488"/>
                    <a:pt x="1595" y="352"/>
                  </a:cubicBezTo>
                  <a:lnTo>
                    <a:pt x="1601" y="359"/>
                  </a:lnTo>
                  <a:cubicBezTo>
                    <a:pt x="1458" y="553"/>
                    <a:pt x="1321" y="783"/>
                    <a:pt x="1192" y="1015"/>
                  </a:cubicBezTo>
                  <a:lnTo>
                    <a:pt x="603" y="2068"/>
                  </a:lnTo>
                  <a:lnTo>
                    <a:pt x="731" y="2299"/>
                  </a:lnTo>
                  <a:lnTo>
                    <a:pt x="2498" y="1327"/>
                  </a:lnTo>
                  <a:lnTo>
                    <a:pt x="2380" y="1113"/>
                  </a:lnTo>
                  <a:lnTo>
                    <a:pt x="1640" y="1518"/>
                  </a:lnTo>
                  <a:cubicBezTo>
                    <a:pt x="1364" y="1670"/>
                    <a:pt x="1152" y="1794"/>
                    <a:pt x="928" y="1944"/>
                  </a:cubicBezTo>
                  <a:lnTo>
                    <a:pt x="923" y="1940"/>
                  </a:lnTo>
                  <a:cubicBezTo>
                    <a:pt x="1057" y="1755"/>
                    <a:pt x="1187" y="1552"/>
                    <a:pt x="1322" y="1307"/>
                  </a:cubicBezTo>
                  <a:lnTo>
                    <a:pt x="1905" y="249"/>
                  </a:lnTo>
                  <a:lnTo>
                    <a:pt x="17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8"/>
            <p:cNvSpPr/>
            <p:nvPr/>
          </p:nvSpPr>
          <p:spPr>
            <a:xfrm>
              <a:off x="6678800" y="1431425"/>
              <a:ext cx="53850" cy="46900"/>
            </a:xfrm>
            <a:custGeom>
              <a:rect b="b" l="l" r="r" t="t"/>
              <a:pathLst>
                <a:path extrusionOk="0" h="1876" w="2154">
                  <a:moveTo>
                    <a:pt x="1296" y="0"/>
                  </a:moveTo>
                  <a:lnTo>
                    <a:pt x="1115" y="127"/>
                  </a:lnTo>
                  <a:lnTo>
                    <a:pt x="1467" y="628"/>
                  </a:lnTo>
                  <a:lnTo>
                    <a:pt x="1" y="1660"/>
                  </a:lnTo>
                  <a:lnTo>
                    <a:pt x="152" y="1876"/>
                  </a:lnTo>
                  <a:lnTo>
                    <a:pt x="1618" y="844"/>
                  </a:lnTo>
                  <a:lnTo>
                    <a:pt x="1973" y="1346"/>
                  </a:lnTo>
                  <a:lnTo>
                    <a:pt x="2153" y="1221"/>
                  </a:lnTo>
                  <a:lnTo>
                    <a:pt x="12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8"/>
            <p:cNvSpPr/>
            <p:nvPr/>
          </p:nvSpPr>
          <p:spPr>
            <a:xfrm>
              <a:off x="6701925" y="1471150"/>
              <a:ext cx="56000" cy="54375"/>
            </a:xfrm>
            <a:custGeom>
              <a:rect b="b" l="l" r="r" t="t"/>
              <a:pathLst>
                <a:path extrusionOk="0" h="2175" w="2240">
                  <a:moveTo>
                    <a:pt x="1532" y="1"/>
                  </a:moveTo>
                  <a:lnTo>
                    <a:pt x="0" y="1313"/>
                  </a:lnTo>
                  <a:lnTo>
                    <a:pt x="738" y="2175"/>
                  </a:lnTo>
                  <a:lnTo>
                    <a:pt x="904" y="2033"/>
                  </a:lnTo>
                  <a:lnTo>
                    <a:pt x="336" y="1370"/>
                  </a:lnTo>
                  <a:lnTo>
                    <a:pt x="888" y="897"/>
                  </a:lnTo>
                  <a:lnTo>
                    <a:pt x="1398" y="1492"/>
                  </a:lnTo>
                  <a:lnTo>
                    <a:pt x="1560" y="1351"/>
                  </a:lnTo>
                  <a:lnTo>
                    <a:pt x="1052" y="756"/>
                  </a:lnTo>
                  <a:lnTo>
                    <a:pt x="1535" y="340"/>
                  </a:lnTo>
                  <a:lnTo>
                    <a:pt x="2074" y="970"/>
                  </a:lnTo>
                  <a:lnTo>
                    <a:pt x="2239" y="828"/>
                  </a:lnTo>
                  <a:lnTo>
                    <a:pt x="15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8"/>
            <p:cNvSpPr/>
            <p:nvPr/>
          </p:nvSpPr>
          <p:spPr>
            <a:xfrm>
              <a:off x="6733975" y="1503625"/>
              <a:ext cx="52175" cy="58725"/>
            </a:xfrm>
            <a:custGeom>
              <a:rect b="b" l="l" r="r" t="t"/>
              <a:pathLst>
                <a:path extrusionOk="0" h="2349" w="2087">
                  <a:moveTo>
                    <a:pt x="1437" y="312"/>
                  </a:moveTo>
                  <a:cubicBezTo>
                    <a:pt x="1476" y="332"/>
                    <a:pt x="1550" y="385"/>
                    <a:pt x="1639" y="471"/>
                  </a:cubicBezTo>
                  <a:cubicBezTo>
                    <a:pt x="1837" y="664"/>
                    <a:pt x="1894" y="877"/>
                    <a:pt x="1715" y="1065"/>
                  </a:cubicBezTo>
                  <a:cubicBezTo>
                    <a:pt x="1640" y="1143"/>
                    <a:pt x="1550" y="1183"/>
                    <a:pt x="1455" y="1183"/>
                  </a:cubicBezTo>
                  <a:cubicBezTo>
                    <a:pt x="1345" y="1183"/>
                    <a:pt x="1229" y="1131"/>
                    <a:pt x="1121" y="1029"/>
                  </a:cubicBezTo>
                  <a:lnTo>
                    <a:pt x="929" y="846"/>
                  </a:lnTo>
                  <a:lnTo>
                    <a:pt x="1437" y="312"/>
                  </a:lnTo>
                  <a:close/>
                  <a:moveTo>
                    <a:pt x="1374" y="1"/>
                  </a:moveTo>
                  <a:lnTo>
                    <a:pt x="1" y="1441"/>
                  </a:lnTo>
                  <a:lnTo>
                    <a:pt x="189" y="1621"/>
                  </a:lnTo>
                  <a:lnTo>
                    <a:pt x="792" y="989"/>
                  </a:lnTo>
                  <a:lnTo>
                    <a:pt x="971" y="1158"/>
                  </a:lnTo>
                  <a:cubicBezTo>
                    <a:pt x="1136" y="1328"/>
                    <a:pt x="1141" y="1477"/>
                    <a:pt x="992" y="1720"/>
                  </a:cubicBezTo>
                  <a:cubicBezTo>
                    <a:pt x="859" y="1942"/>
                    <a:pt x="773" y="2099"/>
                    <a:pt x="757" y="2162"/>
                  </a:cubicBezTo>
                  <a:lnTo>
                    <a:pt x="952" y="2348"/>
                  </a:lnTo>
                  <a:cubicBezTo>
                    <a:pt x="976" y="2264"/>
                    <a:pt x="1075" y="2089"/>
                    <a:pt x="1221" y="1841"/>
                  </a:cubicBezTo>
                  <a:cubicBezTo>
                    <a:pt x="1332" y="1656"/>
                    <a:pt x="1364" y="1487"/>
                    <a:pt x="1287" y="1341"/>
                  </a:cubicBezTo>
                  <a:lnTo>
                    <a:pt x="1294" y="1335"/>
                  </a:lnTo>
                  <a:cubicBezTo>
                    <a:pt x="1373" y="1372"/>
                    <a:pt x="1458" y="1392"/>
                    <a:pt x="1544" y="1392"/>
                  </a:cubicBezTo>
                  <a:cubicBezTo>
                    <a:pt x="1678" y="1392"/>
                    <a:pt x="1811" y="1342"/>
                    <a:pt x="1923" y="1225"/>
                  </a:cubicBezTo>
                  <a:cubicBezTo>
                    <a:pt x="2031" y="1112"/>
                    <a:pt x="2086" y="974"/>
                    <a:pt x="2075" y="838"/>
                  </a:cubicBezTo>
                  <a:cubicBezTo>
                    <a:pt x="2061" y="669"/>
                    <a:pt x="1967" y="508"/>
                    <a:pt x="1765" y="316"/>
                  </a:cubicBezTo>
                  <a:cubicBezTo>
                    <a:pt x="1634" y="192"/>
                    <a:pt x="1488" y="73"/>
                    <a:pt x="1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8"/>
            <p:cNvSpPr/>
            <p:nvPr/>
          </p:nvSpPr>
          <p:spPr>
            <a:xfrm>
              <a:off x="6772100" y="1534100"/>
              <a:ext cx="60550" cy="63050"/>
            </a:xfrm>
            <a:custGeom>
              <a:rect b="b" l="l" r="r" t="t"/>
              <a:pathLst>
                <a:path extrusionOk="0" h="2522" w="2422">
                  <a:moveTo>
                    <a:pt x="1212" y="0"/>
                  </a:moveTo>
                  <a:lnTo>
                    <a:pt x="1" y="1613"/>
                  </a:lnTo>
                  <a:lnTo>
                    <a:pt x="197" y="1759"/>
                  </a:lnTo>
                  <a:lnTo>
                    <a:pt x="714" y="1070"/>
                  </a:lnTo>
                  <a:cubicBezTo>
                    <a:pt x="914" y="802"/>
                    <a:pt x="1056" y="604"/>
                    <a:pt x="1197" y="393"/>
                  </a:cubicBezTo>
                  <a:lnTo>
                    <a:pt x="1206" y="396"/>
                  </a:lnTo>
                  <a:cubicBezTo>
                    <a:pt x="1156" y="632"/>
                    <a:pt x="1125" y="896"/>
                    <a:pt x="1104" y="1160"/>
                  </a:cubicBezTo>
                  <a:lnTo>
                    <a:pt x="1001" y="2363"/>
                  </a:lnTo>
                  <a:lnTo>
                    <a:pt x="1211" y="2521"/>
                  </a:lnTo>
                  <a:lnTo>
                    <a:pt x="2421" y="908"/>
                  </a:lnTo>
                  <a:lnTo>
                    <a:pt x="2226" y="762"/>
                  </a:lnTo>
                  <a:lnTo>
                    <a:pt x="1721" y="1437"/>
                  </a:lnTo>
                  <a:cubicBezTo>
                    <a:pt x="1531" y="1687"/>
                    <a:pt x="1389" y="1888"/>
                    <a:pt x="1246" y="2118"/>
                  </a:cubicBezTo>
                  <a:lnTo>
                    <a:pt x="1239" y="2116"/>
                  </a:lnTo>
                  <a:cubicBezTo>
                    <a:pt x="1286" y="1894"/>
                    <a:pt x="1321" y="1654"/>
                    <a:pt x="1343" y="1376"/>
                  </a:cubicBezTo>
                  <a:lnTo>
                    <a:pt x="1439" y="171"/>
                  </a:lnTo>
                  <a:lnTo>
                    <a:pt x="12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8"/>
            <p:cNvSpPr/>
            <p:nvPr/>
          </p:nvSpPr>
          <p:spPr>
            <a:xfrm>
              <a:off x="6818500" y="1573000"/>
              <a:ext cx="46975" cy="56250"/>
            </a:xfrm>
            <a:custGeom>
              <a:rect b="b" l="l" r="r" t="t"/>
              <a:pathLst>
                <a:path extrusionOk="0" h="2250" w="1879">
                  <a:moveTo>
                    <a:pt x="1619" y="275"/>
                  </a:moveTo>
                  <a:lnTo>
                    <a:pt x="1625" y="279"/>
                  </a:lnTo>
                  <a:cubicBezTo>
                    <a:pt x="1593" y="393"/>
                    <a:pt x="1559" y="512"/>
                    <a:pt x="1531" y="649"/>
                  </a:cubicBezTo>
                  <a:lnTo>
                    <a:pt x="1409" y="1251"/>
                  </a:lnTo>
                  <a:lnTo>
                    <a:pt x="883" y="945"/>
                  </a:lnTo>
                  <a:lnTo>
                    <a:pt x="1347" y="539"/>
                  </a:lnTo>
                  <a:cubicBezTo>
                    <a:pt x="1443" y="452"/>
                    <a:pt x="1533" y="364"/>
                    <a:pt x="1619" y="275"/>
                  </a:cubicBezTo>
                  <a:close/>
                  <a:moveTo>
                    <a:pt x="1606" y="0"/>
                  </a:moveTo>
                  <a:lnTo>
                    <a:pt x="1" y="1404"/>
                  </a:lnTo>
                  <a:lnTo>
                    <a:pt x="234" y="1539"/>
                  </a:lnTo>
                  <a:lnTo>
                    <a:pt x="735" y="1095"/>
                  </a:lnTo>
                  <a:lnTo>
                    <a:pt x="1353" y="1452"/>
                  </a:lnTo>
                  <a:lnTo>
                    <a:pt x="1222" y="2110"/>
                  </a:lnTo>
                  <a:lnTo>
                    <a:pt x="1462" y="2250"/>
                  </a:lnTo>
                  <a:lnTo>
                    <a:pt x="1879" y="157"/>
                  </a:lnTo>
                  <a:lnTo>
                    <a:pt x="16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8"/>
            <p:cNvSpPr/>
            <p:nvPr/>
          </p:nvSpPr>
          <p:spPr>
            <a:xfrm>
              <a:off x="6875000" y="1586275"/>
              <a:ext cx="40900" cy="54975"/>
            </a:xfrm>
            <a:custGeom>
              <a:rect b="b" l="l" r="r" t="t"/>
              <a:pathLst>
                <a:path extrusionOk="0" h="2199" w="1636">
                  <a:moveTo>
                    <a:pt x="279" y="1"/>
                  </a:moveTo>
                  <a:lnTo>
                    <a:pt x="186" y="202"/>
                  </a:lnTo>
                  <a:lnTo>
                    <a:pt x="744" y="457"/>
                  </a:lnTo>
                  <a:lnTo>
                    <a:pt x="1" y="2089"/>
                  </a:lnTo>
                  <a:lnTo>
                    <a:pt x="239" y="2198"/>
                  </a:lnTo>
                  <a:lnTo>
                    <a:pt x="983" y="565"/>
                  </a:lnTo>
                  <a:lnTo>
                    <a:pt x="1544" y="821"/>
                  </a:lnTo>
                  <a:lnTo>
                    <a:pt x="1636" y="620"/>
                  </a:lnTo>
                  <a:lnTo>
                    <a:pt x="27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8"/>
            <p:cNvSpPr/>
            <p:nvPr/>
          </p:nvSpPr>
          <p:spPr>
            <a:xfrm>
              <a:off x="6909975" y="1605725"/>
              <a:ext cx="23475" cy="49675"/>
            </a:xfrm>
            <a:custGeom>
              <a:rect b="b" l="l" r="r" t="t"/>
              <a:pathLst>
                <a:path extrusionOk="0" h="1987" w="939">
                  <a:moveTo>
                    <a:pt x="693" y="1"/>
                  </a:moveTo>
                  <a:lnTo>
                    <a:pt x="1" y="1896"/>
                  </a:lnTo>
                  <a:lnTo>
                    <a:pt x="245" y="1987"/>
                  </a:lnTo>
                  <a:lnTo>
                    <a:pt x="938" y="90"/>
                  </a:lnTo>
                  <a:lnTo>
                    <a:pt x="6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8"/>
            <p:cNvSpPr/>
            <p:nvPr/>
          </p:nvSpPr>
          <p:spPr>
            <a:xfrm>
              <a:off x="6936625" y="1617675"/>
              <a:ext cx="52475" cy="51775"/>
            </a:xfrm>
            <a:custGeom>
              <a:rect b="b" l="l" r="r" t="t"/>
              <a:pathLst>
                <a:path extrusionOk="0" h="2071" w="2099">
                  <a:moveTo>
                    <a:pt x="1106" y="214"/>
                  </a:moveTo>
                  <a:cubicBezTo>
                    <a:pt x="1157" y="214"/>
                    <a:pt x="1210" y="221"/>
                    <a:pt x="1265" y="236"/>
                  </a:cubicBezTo>
                  <a:cubicBezTo>
                    <a:pt x="1683" y="345"/>
                    <a:pt x="1780" y="803"/>
                    <a:pt x="1677" y="1191"/>
                  </a:cubicBezTo>
                  <a:cubicBezTo>
                    <a:pt x="1576" y="1575"/>
                    <a:pt x="1320" y="1856"/>
                    <a:pt x="995" y="1856"/>
                  </a:cubicBezTo>
                  <a:cubicBezTo>
                    <a:pt x="945" y="1856"/>
                    <a:pt x="893" y="1850"/>
                    <a:pt x="840" y="1836"/>
                  </a:cubicBezTo>
                  <a:cubicBezTo>
                    <a:pt x="443" y="1732"/>
                    <a:pt x="316" y="1299"/>
                    <a:pt x="425" y="883"/>
                  </a:cubicBezTo>
                  <a:cubicBezTo>
                    <a:pt x="523" y="511"/>
                    <a:pt x="769" y="214"/>
                    <a:pt x="1106" y="214"/>
                  </a:cubicBezTo>
                  <a:close/>
                  <a:moveTo>
                    <a:pt x="1085" y="0"/>
                  </a:moveTo>
                  <a:cubicBezTo>
                    <a:pt x="662" y="0"/>
                    <a:pt x="293" y="298"/>
                    <a:pt x="156" y="818"/>
                  </a:cubicBezTo>
                  <a:cubicBezTo>
                    <a:pt x="0" y="1407"/>
                    <a:pt x="257" y="1901"/>
                    <a:pt x="771" y="2037"/>
                  </a:cubicBezTo>
                  <a:cubicBezTo>
                    <a:pt x="856" y="2059"/>
                    <a:pt x="941" y="2070"/>
                    <a:pt x="1024" y="2070"/>
                  </a:cubicBezTo>
                  <a:cubicBezTo>
                    <a:pt x="1431" y="2070"/>
                    <a:pt x="1800" y="1805"/>
                    <a:pt x="1946" y="1249"/>
                  </a:cubicBezTo>
                  <a:cubicBezTo>
                    <a:pt x="2099" y="671"/>
                    <a:pt x="1862" y="173"/>
                    <a:pt x="1331" y="33"/>
                  </a:cubicBezTo>
                  <a:cubicBezTo>
                    <a:pt x="1248" y="11"/>
                    <a:pt x="1165" y="0"/>
                    <a:pt x="10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8"/>
            <p:cNvSpPr/>
            <p:nvPr/>
          </p:nvSpPr>
          <p:spPr>
            <a:xfrm>
              <a:off x="6998700" y="1627175"/>
              <a:ext cx="45000" cy="55500"/>
            </a:xfrm>
            <a:custGeom>
              <a:rect b="b" l="l" r="r" t="t"/>
              <a:pathLst>
                <a:path extrusionOk="0" h="2220" w="1800">
                  <a:moveTo>
                    <a:pt x="299" y="0"/>
                  </a:moveTo>
                  <a:lnTo>
                    <a:pt x="1" y="1998"/>
                  </a:lnTo>
                  <a:lnTo>
                    <a:pt x="246" y="2034"/>
                  </a:lnTo>
                  <a:lnTo>
                    <a:pt x="372" y="1178"/>
                  </a:lnTo>
                  <a:cubicBezTo>
                    <a:pt x="423" y="847"/>
                    <a:pt x="452" y="606"/>
                    <a:pt x="474" y="352"/>
                  </a:cubicBezTo>
                  <a:lnTo>
                    <a:pt x="484" y="351"/>
                  </a:lnTo>
                  <a:cubicBezTo>
                    <a:pt x="553" y="581"/>
                    <a:pt x="653" y="830"/>
                    <a:pt x="758" y="1073"/>
                  </a:cubicBezTo>
                  <a:lnTo>
                    <a:pt x="1242" y="2180"/>
                  </a:lnTo>
                  <a:lnTo>
                    <a:pt x="1502" y="2219"/>
                  </a:lnTo>
                  <a:lnTo>
                    <a:pt x="1799" y="222"/>
                  </a:lnTo>
                  <a:lnTo>
                    <a:pt x="1557" y="186"/>
                  </a:lnTo>
                  <a:lnTo>
                    <a:pt x="1432" y="1021"/>
                  </a:lnTo>
                  <a:cubicBezTo>
                    <a:pt x="1385" y="1332"/>
                    <a:pt x="1356" y="1576"/>
                    <a:pt x="1339" y="1847"/>
                  </a:cubicBezTo>
                  <a:lnTo>
                    <a:pt x="1332" y="1849"/>
                  </a:lnTo>
                  <a:cubicBezTo>
                    <a:pt x="1268" y="1631"/>
                    <a:pt x="1184" y="1403"/>
                    <a:pt x="1071" y="1147"/>
                  </a:cubicBezTo>
                  <a:lnTo>
                    <a:pt x="581" y="41"/>
                  </a:lnTo>
                  <a:lnTo>
                    <a:pt x="2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8"/>
            <p:cNvSpPr/>
            <p:nvPr/>
          </p:nvSpPr>
          <p:spPr>
            <a:xfrm>
              <a:off x="7055775" y="1633575"/>
              <a:ext cx="42250" cy="50850"/>
            </a:xfrm>
            <a:custGeom>
              <a:rect b="b" l="l" r="r" t="t"/>
              <a:pathLst>
                <a:path extrusionOk="0" h="2034" w="1690">
                  <a:moveTo>
                    <a:pt x="861" y="235"/>
                  </a:moveTo>
                  <a:cubicBezTo>
                    <a:pt x="890" y="352"/>
                    <a:pt x="919" y="472"/>
                    <a:pt x="962" y="605"/>
                  </a:cubicBezTo>
                  <a:lnTo>
                    <a:pt x="1153" y="1189"/>
                  </a:lnTo>
                  <a:lnTo>
                    <a:pt x="544" y="1180"/>
                  </a:lnTo>
                  <a:lnTo>
                    <a:pt x="749" y="599"/>
                  </a:lnTo>
                  <a:cubicBezTo>
                    <a:pt x="790" y="478"/>
                    <a:pt x="823" y="354"/>
                    <a:pt x="855" y="235"/>
                  </a:cubicBezTo>
                  <a:close/>
                  <a:moveTo>
                    <a:pt x="711" y="1"/>
                  </a:moveTo>
                  <a:lnTo>
                    <a:pt x="0" y="2011"/>
                  </a:lnTo>
                  <a:lnTo>
                    <a:pt x="269" y="2015"/>
                  </a:lnTo>
                  <a:lnTo>
                    <a:pt x="487" y="1384"/>
                  </a:lnTo>
                  <a:lnTo>
                    <a:pt x="1203" y="1392"/>
                  </a:lnTo>
                  <a:lnTo>
                    <a:pt x="1410" y="2029"/>
                  </a:lnTo>
                  <a:lnTo>
                    <a:pt x="1689" y="2034"/>
                  </a:lnTo>
                  <a:lnTo>
                    <a:pt x="1026" y="4"/>
                  </a:lnTo>
                  <a:lnTo>
                    <a:pt x="7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8"/>
            <p:cNvSpPr/>
            <p:nvPr/>
          </p:nvSpPr>
          <p:spPr>
            <a:xfrm>
              <a:off x="7111800" y="1632200"/>
              <a:ext cx="32775" cy="50925"/>
            </a:xfrm>
            <a:custGeom>
              <a:rect b="b" l="l" r="r" t="t"/>
              <a:pathLst>
                <a:path extrusionOk="0" h="2037" w="1311">
                  <a:moveTo>
                    <a:pt x="259" y="0"/>
                  </a:moveTo>
                  <a:lnTo>
                    <a:pt x="0" y="25"/>
                  </a:lnTo>
                  <a:lnTo>
                    <a:pt x="192" y="2037"/>
                  </a:lnTo>
                  <a:lnTo>
                    <a:pt x="1310" y="1931"/>
                  </a:lnTo>
                  <a:lnTo>
                    <a:pt x="1290" y="1713"/>
                  </a:lnTo>
                  <a:lnTo>
                    <a:pt x="429" y="1794"/>
                  </a:lnTo>
                  <a:lnTo>
                    <a:pt x="2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8"/>
            <p:cNvSpPr/>
            <p:nvPr/>
          </p:nvSpPr>
          <p:spPr>
            <a:xfrm>
              <a:off x="7184100" y="1618800"/>
              <a:ext cx="40850" cy="55100"/>
            </a:xfrm>
            <a:custGeom>
              <a:rect b="b" l="l" r="r" t="t"/>
              <a:pathLst>
                <a:path extrusionOk="0" h="2204" w="1634">
                  <a:moveTo>
                    <a:pt x="361" y="263"/>
                  </a:moveTo>
                  <a:cubicBezTo>
                    <a:pt x="419" y="368"/>
                    <a:pt x="480" y="476"/>
                    <a:pt x="555" y="593"/>
                  </a:cubicBezTo>
                  <a:lnTo>
                    <a:pt x="893" y="1105"/>
                  </a:lnTo>
                  <a:lnTo>
                    <a:pt x="304" y="1258"/>
                  </a:lnTo>
                  <a:lnTo>
                    <a:pt x="348" y="644"/>
                  </a:lnTo>
                  <a:cubicBezTo>
                    <a:pt x="356" y="515"/>
                    <a:pt x="357" y="388"/>
                    <a:pt x="356" y="264"/>
                  </a:cubicBezTo>
                  <a:lnTo>
                    <a:pt x="361" y="263"/>
                  </a:lnTo>
                  <a:close/>
                  <a:moveTo>
                    <a:pt x="459" y="1"/>
                  </a:moveTo>
                  <a:lnTo>
                    <a:pt x="156" y="79"/>
                  </a:lnTo>
                  <a:lnTo>
                    <a:pt x="0" y="2204"/>
                  </a:lnTo>
                  <a:lnTo>
                    <a:pt x="260" y="2135"/>
                  </a:lnTo>
                  <a:lnTo>
                    <a:pt x="304" y="1469"/>
                  </a:lnTo>
                  <a:lnTo>
                    <a:pt x="997" y="1289"/>
                  </a:lnTo>
                  <a:lnTo>
                    <a:pt x="1364" y="1849"/>
                  </a:lnTo>
                  <a:lnTo>
                    <a:pt x="1633" y="1780"/>
                  </a:lnTo>
                  <a:lnTo>
                    <a:pt x="4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8"/>
            <p:cNvSpPr/>
            <p:nvPr/>
          </p:nvSpPr>
          <p:spPr>
            <a:xfrm>
              <a:off x="7225100" y="1607550"/>
              <a:ext cx="22975" cy="49725"/>
            </a:xfrm>
            <a:custGeom>
              <a:rect b="b" l="l" r="r" t="t"/>
              <a:pathLst>
                <a:path extrusionOk="0" h="1989" w="919">
                  <a:moveTo>
                    <a:pt x="245" y="1"/>
                  </a:moveTo>
                  <a:lnTo>
                    <a:pt x="1" y="88"/>
                  </a:lnTo>
                  <a:lnTo>
                    <a:pt x="673" y="1988"/>
                  </a:lnTo>
                  <a:lnTo>
                    <a:pt x="919" y="1901"/>
                  </a:lnTo>
                  <a:lnTo>
                    <a:pt x="2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8"/>
            <p:cNvSpPr/>
            <p:nvPr/>
          </p:nvSpPr>
          <p:spPr>
            <a:xfrm>
              <a:off x="7247875" y="1593175"/>
              <a:ext cx="50375" cy="54375"/>
            </a:xfrm>
            <a:custGeom>
              <a:rect b="b" l="l" r="r" t="t"/>
              <a:pathLst>
                <a:path extrusionOk="0" h="2175" w="2015">
                  <a:moveTo>
                    <a:pt x="799" y="226"/>
                  </a:moveTo>
                  <a:cubicBezTo>
                    <a:pt x="937" y="226"/>
                    <a:pt x="1050" y="292"/>
                    <a:pt x="1118" y="443"/>
                  </a:cubicBezTo>
                  <a:cubicBezTo>
                    <a:pt x="1212" y="654"/>
                    <a:pt x="1113" y="866"/>
                    <a:pt x="859" y="979"/>
                  </a:cubicBezTo>
                  <a:lnTo>
                    <a:pt x="614" y="1089"/>
                  </a:lnTo>
                  <a:lnTo>
                    <a:pt x="315" y="414"/>
                  </a:lnTo>
                  <a:cubicBezTo>
                    <a:pt x="348" y="387"/>
                    <a:pt x="426" y="340"/>
                    <a:pt x="540" y="288"/>
                  </a:cubicBezTo>
                  <a:cubicBezTo>
                    <a:pt x="632" y="248"/>
                    <a:pt x="720" y="226"/>
                    <a:pt x="799" y="226"/>
                  </a:cubicBezTo>
                  <a:close/>
                  <a:moveTo>
                    <a:pt x="874" y="0"/>
                  </a:moveTo>
                  <a:cubicBezTo>
                    <a:pt x="752" y="0"/>
                    <a:pt x="613" y="37"/>
                    <a:pt x="441" y="114"/>
                  </a:cubicBezTo>
                  <a:cubicBezTo>
                    <a:pt x="277" y="188"/>
                    <a:pt x="111" y="278"/>
                    <a:pt x="1" y="356"/>
                  </a:cubicBezTo>
                  <a:lnTo>
                    <a:pt x="816" y="2174"/>
                  </a:lnTo>
                  <a:lnTo>
                    <a:pt x="1053" y="2068"/>
                  </a:lnTo>
                  <a:lnTo>
                    <a:pt x="696" y="1271"/>
                  </a:lnTo>
                  <a:lnTo>
                    <a:pt x="921" y="1170"/>
                  </a:lnTo>
                  <a:cubicBezTo>
                    <a:pt x="987" y="1144"/>
                    <a:pt x="1046" y="1130"/>
                    <a:pt x="1101" y="1130"/>
                  </a:cubicBezTo>
                  <a:cubicBezTo>
                    <a:pt x="1227" y="1130"/>
                    <a:pt x="1331" y="1204"/>
                    <a:pt x="1449" y="1364"/>
                  </a:cubicBezTo>
                  <a:cubicBezTo>
                    <a:pt x="1603" y="1568"/>
                    <a:pt x="1715" y="1710"/>
                    <a:pt x="1768" y="1748"/>
                  </a:cubicBezTo>
                  <a:lnTo>
                    <a:pt x="2015" y="1638"/>
                  </a:lnTo>
                  <a:cubicBezTo>
                    <a:pt x="1944" y="1583"/>
                    <a:pt x="1822" y="1426"/>
                    <a:pt x="1646" y="1195"/>
                  </a:cubicBezTo>
                  <a:cubicBezTo>
                    <a:pt x="1525" y="1035"/>
                    <a:pt x="1393" y="943"/>
                    <a:pt x="1241" y="943"/>
                  </a:cubicBezTo>
                  <a:cubicBezTo>
                    <a:pt x="1231" y="943"/>
                    <a:pt x="1220" y="943"/>
                    <a:pt x="1210" y="944"/>
                  </a:cubicBezTo>
                  <a:lnTo>
                    <a:pt x="1206" y="937"/>
                  </a:lnTo>
                  <a:cubicBezTo>
                    <a:pt x="1371" y="784"/>
                    <a:pt x="1450" y="555"/>
                    <a:pt x="1342" y="312"/>
                  </a:cubicBezTo>
                  <a:cubicBezTo>
                    <a:pt x="1279" y="169"/>
                    <a:pt x="1171" y="66"/>
                    <a:pt x="1041" y="26"/>
                  </a:cubicBezTo>
                  <a:cubicBezTo>
                    <a:pt x="988" y="9"/>
                    <a:pt x="933" y="0"/>
                    <a:pt x="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8"/>
            <p:cNvSpPr/>
            <p:nvPr/>
          </p:nvSpPr>
          <p:spPr>
            <a:xfrm>
              <a:off x="7289725" y="1571500"/>
              <a:ext cx="36675" cy="53900"/>
            </a:xfrm>
            <a:custGeom>
              <a:rect b="b" l="l" r="r" t="t"/>
              <a:pathLst>
                <a:path extrusionOk="0" h="2156" w="1467">
                  <a:moveTo>
                    <a:pt x="817" y="234"/>
                  </a:moveTo>
                  <a:cubicBezTo>
                    <a:pt x="944" y="234"/>
                    <a:pt x="1053" y="295"/>
                    <a:pt x="1131" y="429"/>
                  </a:cubicBezTo>
                  <a:cubicBezTo>
                    <a:pt x="1271" y="670"/>
                    <a:pt x="1181" y="897"/>
                    <a:pt x="910" y="1055"/>
                  </a:cubicBezTo>
                  <a:cubicBezTo>
                    <a:pt x="836" y="1098"/>
                    <a:pt x="770" y="1129"/>
                    <a:pt x="713" y="1145"/>
                  </a:cubicBezTo>
                  <a:lnTo>
                    <a:pt x="321" y="468"/>
                  </a:lnTo>
                  <a:cubicBezTo>
                    <a:pt x="354" y="434"/>
                    <a:pt x="424" y="382"/>
                    <a:pt x="522" y="326"/>
                  </a:cubicBezTo>
                  <a:cubicBezTo>
                    <a:pt x="626" y="266"/>
                    <a:pt x="726" y="234"/>
                    <a:pt x="817" y="234"/>
                  </a:cubicBezTo>
                  <a:close/>
                  <a:moveTo>
                    <a:pt x="879" y="0"/>
                  </a:moveTo>
                  <a:cubicBezTo>
                    <a:pt x="744" y="0"/>
                    <a:pt x="588" y="48"/>
                    <a:pt x="414" y="149"/>
                  </a:cubicBezTo>
                  <a:cubicBezTo>
                    <a:pt x="232" y="255"/>
                    <a:pt x="98" y="353"/>
                    <a:pt x="0" y="434"/>
                  </a:cubicBezTo>
                  <a:lnTo>
                    <a:pt x="998" y="2156"/>
                  </a:lnTo>
                  <a:lnTo>
                    <a:pt x="1223" y="2026"/>
                  </a:lnTo>
                  <a:lnTo>
                    <a:pt x="818" y="1326"/>
                  </a:lnTo>
                  <a:cubicBezTo>
                    <a:pt x="878" y="1310"/>
                    <a:pt x="941" y="1276"/>
                    <a:pt x="1008" y="1238"/>
                  </a:cubicBezTo>
                  <a:cubicBezTo>
                    <a:pt x="1229" y="1110"/>
                    <a:pt x="1385" y="933"/>
                    <a:pt x="1431" y="737"/>
                  </a:cubicBezTo>
                  <a:cubicBezTo>
                    <a:pt x="1466" y="597"/>
                    <a:pt x="1440" y="444"/>
                    <a:pt x="1350" y="287"/>
                  </a:cubicBezTo>
                  <a:cubicBezTo>
                    <a:pt x="1260" y="133"/>
                    <a:pt x="1130" y="39"/>
                    <a:pt x="986" y="11"/>
                  </a:cubicBezTo>
                  <a:cubicBezTo>
                    <a:pt x="952" y="4"/>
                    <a:pt x="917" y="0"/>
                    <a:pt x="8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8"/>
            <p:cNvSpPr/>
            <p:nvPr/>
          </p:nvSpPr>
          <p:spPr>
            <a:xfrm>
              <a:off x="7331625" y="1541000"/>
              <a:ext cx="56400" cy="51375"/>
            </a:xfrm>
            <a:custGeom>
              <a:rect b="b" l="l" r="r" t="t"/>
              <a:pathLst>
                <a:path extrusionOk="0" h="2055" w="2256">
                  <a:moveTo>
                    <a:pt x="959" y="246"/>
                  </a:moveTo>
                  <a:cubicBezTo>
                    <a:pt x="1211" y="246"/>
                    <a:pt x="1460" y="415"/>
                    <a:pt x="1625" y="636"/>
                  </a:cubicBezTo>
                  <a:cubicBezTo>
                    <a:pt x="1899" y="1003"/>
                    <a:pt x="1938" y="1446"/>
                    <a:pt x="1607" y="1694"/>
                  </a:cubicBezTo>
                  <a:cubicBezTo>
                    <a:pt x="1500" y="1774"/>
                    <a:pt x="1383" y="1810"/>
                    <a:pt x="1266" y="1810"/>
                  </a:cubicBezTo>
                  <a:cubicBezTo>
                    <a:pt x="1023" y="1810"/>
                    <a:pt x="776" y="1657"/>
                    <a:pt x="602" y="1424"/>
                  </a:cubicBezTo>
                  <a:cubicBezTo>
                    <a:pt x="338" y="1069"/>
                    <a:pt x="274" y="620"/>
                    <a:pt x="618" y="363"/>
                  </a:cubicBezTo>
                  <a:cubicBezTo>
                    <a:pt x="727" y="282"/>
                    <a:pt x="843" y="246"/>
                    <a:pt x="959" y="246"/>
                  </a:cubicBezTo>
                  <a:close/>
                  <a:moveTo>
                    <a:pt x="1028" y="0"/>
                  </a:moveTo>
                  <a:cubicBezTo>
                    <a:pt x="848" y="0"/>
                    <a:pt x="668" y="60"/>
                    <a:pt x="501" y="184"/>
                  </a:cubicBezTo>
                  <a:cubicBezTo>
                    <a:pt x="70" y="507"/>
                    <a:pt x="1" y="1080"/>
                    <a:pt x="383" y="1595"/>
                  </a:cubicBezTo>
                  <a:cubicBezTo>
                    <a:pt x="609" y="1898"/>
                    <a:pt x="905" y="2055"/>
                    <a:pt x="1199" y="2055"/>
                  </a:cubicBezTo>
                  <a:cubicBezTo>
                    <a:pt x="1380" y="2055"/>
                    <a:pt x="1561" y="1995"/>
                    <a:pt x="1724" y="1874"/>
                  </a:cubicBezTo>
                  <a:cubicBezTo>
                    <a:pt x="2136" y="1566"/>
                    <a:pt x="2255" y="1018"/>
                    <a:pt x="1839" y="461"/>
                  </a:cubicBezTo>
                  <a:cubicBezTo>
                    <a:pt x="1617" y="162"/>
                    <a:pt x="1324" y="0"/>
                    <a:pt x="10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8"/>
            <p:cNvSpPr/>
            <p:nvPr/>
          </p:nvSpPr>
          <p:spPr>
            <a:xfrm>
              <a:off x="7373950" y="1507350"/>
              <a:ext cx="58050" cy="52500"/>
            </a:xfrm>
            <a:custGeom>
              <a:rect b="b" l="l" r="r" t="t"/>
              <a:pathLst>
                <a:path extrusionOk="0" h="2100" w="2322">
                  <a:moveTo>
                    <a:pt x="829" y="248"/>
                  </a:moveTo>
                  <a:cubicBezTo>
                    <a:pt x="917" y="248"/>
                    <a:pt x="1003" y="285"/>
                    <a:pt x="1081" y="368"/>
                  </a:cubicBezTo>
                  <a:cubicBezTo>
                    <a:pt x="1239" y="536"/>
                    <a:pt x="1215" y="768"/>
                    <a:pt x="1014" y="958"/>
                  </a:cubicBezTo>
                  <a:lnTo>
                    <a:pt x="821" y="1142"/>
                  </a:lnTo>
                  <a:lnTo>
                    <a:pt x="317" y="606"/>
                  </a:lnTo>
                  <a:cubicBezTo>
                    <a:pt x="337" y="569"/>
                    <a:pt x="395" y="500"/>
                    <a:pt x="486" y="413"/>
                  </a:cubicBezTo>
                  <a:cubicBezTo>
                    <a:pt x="599" y="309"/>
                    <a:pt x="716" y="248"/>
                    <a:pt x="829" y="248"/>
                  </a:cubicBezTo>
                  <a:close/>
                  <a:moveTo>
                    <a:pt x="888" y="0"/>
                  </a:moveTo>
                  <a:cubicBezTo>
                    <a:pt x="882" y="0"/>
                    <a:pt x="877" y="0"/>
                    <a:pt x="872" y="1"/>
                  </a:cubicBezTo>
                  <a:cubicBezTo>
                    <a:pt x="702" y="5"/>
                    <a:pt x="537" y="90"/>
                    <a:pt x="334" y="281"/>
                  </a:cubicBezTo>
                  <a:cubicBezTo>
                    <a:pt x="204" y="405"/>
                    <a:pt x="78" y="544"/>
                    <a:pt x="1" y="656"/>
                  </a:cubicBezTo>
                  <a:lnTo>
                    <a:pt x="1368" y="2099"/>
                  </a:lnTo>
                  <a:lnTo>
                    <a:pt x="1557" y="1920"/>
                  </a:lnTo>
                  <a:lnTo>
                    <a:pt x="957" y="1286"/>
                  </a:lnTo>
                  <a:lnTo>
                    <a:pt x="1136" y="1117"/>
                  </a:lnTo>
                  <a:cubicBezTo>
                    <a:pt x="1223" y="1040"/>
                    <a:pt x="1304" y="1001"/>
                    <a:pt x="1392" y="1001"/>
                  </a:cubicBezTo>
                  <a:cubicBezTo>
                    <a:pt x="1482" y="1001"/>
                    <a:pt x="1579" y="1042"/>
                    <a:pt x="1698" y="1124"/>
                  </a:cubicBezTo>
                  <a:cubicBezTo>
                    <a:pt x="1911" y="1266"/>
                    <a:pt x="2063" y="1362"/>
                    <a:pt x="2126" y="1380"/>
                  </a:cubicBezTo>
                  <a:lnTo>
                    <a:pt x="2321" y="1196"/>
                  </a:lnTo>
                  <a:cubicBezTo>
                    <a:pt x="2239" y="1168"/>
                    <a:pt x="2071" y="1060"/>
                    <a:pt x="1829" y="902"/>
                  </a:cubicBezTo>
                  <a:cubicBezTo>
                    <a:pt x="1709" y="822"/>
                    <a:pt x="1594" y="778"/>
                    <a:pt x="1486" y="778"/>
                  </a:cubicBezTo>
                  <a:cubicBezTo>
                    <a:pt x="1434" y="778"/>
                    <a:pt x="1383" y="788"/>
                    <a:pt x="1334" y="810"/>
                  </a:cubicBezTo>
                  <a:lnTo>
                    <a:pt x="1328" y="804"/>
                  </a:lnTo>
                  <a:cubicBezTo>
                    <a:pt x="1432" y="605"/>
                    <a:pt x="1432" y="363"/>
                    <a:pt x="1249" y="170"/>
                  </a:cubicBezTo>
                  <a:cubicBezTo>
                    <a:pt x="1146" y="61"/>
                    <a:pt x="1017" y="0"/>
                    <a:pt x="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8"/>
            <p:cNvSpPr/>
            <p:nvPr/>
          </p:nvSpPr>
          <p:spPr>
            <a:xfrm>
              <a:off x="7403075" y="1466400"/>
              <a:ext cx="52475" cy="49525"/>
            </a:xfrm>
            <a:custGeom>
              <a:rect b="b" l="l" r="r" t="t"/>
              <a:pathLst>
                <a:path extrusionOk="0" h="1981" w="2099">
                  <a:moveTo>
                    <a:pt x="976" y="0"/>
                  </a:moveTo>
                  <a:lnTo>
                    <a:pt x="1" y="1130"/>
                  </a:lnTo>
                  <a:lnTo>
                    <a:pt x="168" y="1273"/>
                  </a:lnTo>
                  <a:lnTo>
                    <a:pt x="569" y="809"/>
                  </a:lnTo>
                  <a:lnTo>
                    <a:pt x="1927" y="1980"/>
                  </a:lnTo>
                  <a:lnTo>
                    <a:pt x="2098" y="1780"/>
                  </a:lnTo>
                  <a:lnTo>
                    <a:pt x="740" y="611"/>
                  </a:lnTo>
                  <a:lnTo>
                    <a:pt x="1143" y="144"/>
                  </a:lnTo>
                  <a:lnTo>
                    <a:pt x="9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8"/>
            <p:cNvSpPr/>
            <p:nvPr/>
          </p:nvSpPr>
          <p:spPr>
            <a:xfrm>
              <a:off x="6748125" y="819425"/>
              <a:ext cx="69175" cy="68650"/>
            </a:xfrm>
            <a:custGeom>
              <a:rect b="b" l="l" r="r" t="t"/>
              <a:pathLst>
                <a:path extrusionOk="0" h="2746" w="2767">
                  <a:moveTo>
                    <a:pt x="2025" y="1"/>
                  </a:moveTo>
                  <a:lnTo>
                    <a:pt x="1228" y="563"/>
                  </a:lnTo>
                  <a:lnTo>
                    <a:pt x="314" y="227"/>
                  </a:lnTo>
                  <a:lnTo>
                    <a:pt x="314" y="227"/>
                  </a:lnTo>
                  <a:lnTo>
                    <a:pt x="603" y="1156"/>
                  </a:lnTo>
                  <a:lnTo>
                    <a:pt x="0" y="1922"/>
                  </a:lnTo>
                  <a:lnTo>
                    <a:pt x="974" y="1935"/>
                  </a:lnTo>
                  <a:lnTo>
                    <a:pt x="1516" y="2745"/>
                  </a:lnTo>
                  <a:lnTo>
                    <a:pt x="1830" y="1822"/>
                  </a:lnTo>
                  <a:lnTo>
                    <a:pt x="2766" y="1557"/>
                  </a:lnTo>
                  <a:lnTo>
                    <a:pt x="1986" y="975"/>
                  </a:lnTo>
                  <a:lnTo>
                    <a:pt x="2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8"/>
            <p:cNvSpPr/>
            <p:nvPr/>
          </p:nvSpPr>
          <p:spPr>
            <a:xfrm>
              <a:off x="6674575" y="899350"/>
              <a:ext cx="67225" cy="69750"/>
            </a:xfrm>
            <a:custGeom>
              <a:rect b="b" l="l" r="r" t="t"/>
              <a:pathLst>
                <a:path extrusionOk="0" h="2790" w="2689">
                  <a:moveTo>
                    <a:pt x="1619" y="1"/>
                  </a:moveTo>
                  <a:lnTo>
                    <a:pt x="966" y="726"/>
                  </a:lnTo>
                  <a:lnTo>
                    <a:pt x="1" y="601"/>
                  </a:lnTo>
                  <a:lnTo>
                    <a:pt x="490" y="1445"/>
                  </a:lnTo>
                  <a:lnTo>
                    <a:pt x="73" y="2326"/>
                  </a:lnTo>
                  <a:lnTo>
                    <a:pt x="1025" y="2121"/>
                  </a:lnTo>
                  <a:lnTo>
                    <a:pt x="1734" y="2790"/>
                  </a:lnTo>
                  <a:lnTo>
                    <a:pt x="1833" y="1820"/>
                  </a:lnTo>
                  <a:lnTo>
                    <a:pt x="2688" y="1354"/>
                  </a:lnTo>
                  <a:lnTo>
                    <a:pt x="1797" y="958"/>
                  </a:lnTo>
                  <a:lnTo>
                    <a:pt x="16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8"/>
            <p:cNvSpPr/>
            <p:nvPr/>
          </p:nvSpPr>
          <p:spPr>
            <a:xfrm>
              <a:off x="7417900" y="903900"/>
              <a:ext cx="67850" cy="69600"/>
            </a:xfrm>
            <a:custGeom>
              <a:rect b="b" l="l" r="r" t="t"/>
              <a:pathLst>
                <a:path extrusionOk="0" h="2784" w="2714">
                  <a:moveTo>
                    <a:pt x="1118" y="1"/>
                  </a:moveTo>
                  <a:lnTo>
                    <a:pt x="905" y="951"/>
                  </a:lnTo>
                  <a:lnTo>
                    <a:pt x="1" y="1315"/>
                  </a:lnTo>
                  <a:lnTo>
                    <a:pt x="839" y="1811"/>
                  </a:lnTo>
                  <a:lnTo>
                    <a:pt x="905" y="2783"/>
                  </a:lnTo>
                  <a:lnTo>
                    <a:pt x="1637" y="2140"/>
                  </a:lnTo>
                  <a:lnTo>
                    <a:pt x="2581" y="2378"/>
                  </a:lnTo>
                  <a:lnTo>
                    <a:pt x="2195" y="1482"/>
                  </a:lnTo>
                  <a:lnTo>
                    <a:pt x="2713" y="657"/>
                  </a:lnTo>
                  <a:lnTo>
                    <a:pt x="1743" y="749"/>
                  </a:lnTo>
                  <a:lnTo>
                    <a:pt x="11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8"/>
            <p:cNvSpPr/>
            <p:nvPr/>
          </p:nvSpPr>
          <p:spPr>
            <a:xfrm>
              <a:off x="7471700" y="1002675"/>
              <a:ext cx="69800" cy="66650"/>
            </a:xfrm>
            <a:custGeom>
              <a:rect b="b" l="l" r="r" t="t"/>
              <a:pathLst>
                <a:path extrusionOk="0" h="2666" w="2792">
                  <a:moveTo>
                    <a:pt x="1383" y="0"/>
                  </a:moveTo>
                  <a:lnTo>
                    <a:pt x="962" y="879"/>
                  </a:lnTo>
                  <a:lnTo>
                    <a:pt x="0" y="1032"/>
                  </a:lnTo>
                  <a:lnTo>
                    <a:pt x="707" y="1703"/>
                  </a:lnTo>
                  <a:lnTo>
                    <a:pt x="554" y="2665"/>
                  </a:lnTo>
                  <a:lnTo>
                    <a:pt x="1411" y="2200"/>
                  </a:lnTo>
                  <a:lnTo>
                    <a:pt x="2278" y="2642"/>
                  </a:lnTo>
                  <a:lnTo>
                    <a:pt x="2102" y="1684"/>
                  </a:lnTo>
                  <a:lnTo>
                    <a:pt x="2791" y="996"/>
                  </a:lnTo>
                  <a:lnTo>
                    <a:pt x="1824" y="868"/>
                  </a:lnTo>
                  <a:lnTo>
                    <a:pt x="13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8"/>
            <p:cNvSpPr/>
            <p:nvPr/>
          </p:nvSpPr>
          <p:spPr>
            <a:xfrm>
              <a:off x="7409300" y="1162500"/>
              <a:ext cx="195675" cy="176950"/>
            </a:xfrm>
            <a:custGeom>
              <a:rect b="b" l="l" r="r" t="t"/>
              <a:pathLst>
                <a:path extrusionOk="0" h="7078" w="7827">
                  <a:moveTo>
                    <a:pt x="4602" y="1"/>
                  </a:moveTo>
                  <a:cubicBezTo>
                    <a:pt x="4602" y="1"/>
                    <a:pt x="4202" y="221"/>
                    <a:pt x="4143" y="551"/>
                  </a:cubicBezTo>
                  <a:cubicBezTo>
                    <a:pt x="4082" y="879"/>
                    <a:pt x="3917" y="2224"/>
                    <a:pt x="3917" y="2224"/>
                  </a:cubicBezTo>
                  <a:lnTo>
                    <a:pt x="3194" y="2673"/>
                  </a:lnTo>
                  <a:cubicBezTo>
                    <a:pt x="3174" y="2597"/>
                    <a:pt x="3112" y="2535"/>
                    <a:pt x="3030" y="2525"/>
                  </a:cubicBezTo>
                  <a:lnTo>
                    <a:pt x="2763" y="2490"/>
                  </a:lnTo>
                  <a:cubicBezTo>
                    <a:pt x="2755" y="2489"/>
                    <a:pt x="2747" y="2488"/>
                    <a:pt x="2739" y="2488"/>
                  </a:cubicBezTo>
                  <a:cubicBezTo>
                    <a:pt x="2642" y="2488"/>
                    <a:pt x="2556" y="2560"/>
                    <a:pt x="2544" y="2659"/>
                  </a:cubicBezTo>
                  <a:lnTo>
                    <a:pt x="2489" y="3067"/>
                  </a:lnTo>
                  <a:cubicBezTo>
                    <a:pt x="2488" y="3082"/>
                    <a:pt x="2490" y="3095"/>
                    <a:pt x="2492" y="3108"/>
                  </a:cubicBezTo>
                  <a:lnTo>
                    <a:pt x="991" y="4039"/>
                  </a:lnTo>
                  <a:cubicBezTo>
                    <a:pt x="991" y="4039"/>
                    <a:pt x="0" y="4621"/>
                    <a:pt x="224" y="5037"/>
                  </a:cubicBezTo>
                  <a:lnTo>
                    <a:pt x="3713" y="3964"/>
                  </a:lnTo>
                  <a:lnTo>
                    <a:pt x="3465" y="6108"/>
                  </a:lnTo>
                  <a:lnTo>
                    <a:pt x="2832" y="6501"/>
                  </a:lnTo>
                  <a:cubicBezTo>
                    <a:pt x="2832" y="6501"/>
                    <a:pt x="2541" y="6672"/>
                    <a:pt x="2607" y="6795"/>
                  </a:cubicBezTo>
                  <a:lnTo>
                    <a:pt x="3452" y="6536"/>
                  </a:lnTo>
                  <a:cubicBezTo>
                    <a:pt x="3455" y="6672"/>
                    <a:pt x="3555" y="6792"/>
                    <a:pt x="3695" y="6812"/>
                  </a:cubicBezTo>
                  <a:cubicBezTo>
                    <a:pt x="3707" y="6813"/>
                    <a:pt x="3719" y="6814"/>
                    <a:pt x="3731" y="6814"/>
                  </a:cubicBezTo>
                  <a:cubicBezTo>
                    <a:pt x="3857" y="6814"/>
                    <a:pt x="3966" y="6728"/>
                    <a:pt x="4001" y="6608"/>
                  </a:cubicBezTo>
                  <a:lnTo>
                    <a:pt x="4753" y="7078"/>
                  </a:lnTo>
                  <a:cubicBezTo>
                    <a:pt x="4848" y="6976"/>
                    <a:pt x="4610" y="6735"/>
                    <a:pt x="4610" y="6735"/>
                  </a:cubicBezTo>
                  <a:lnTo>
                    <a:pt x="4083" y="6176"/>
                  </a:lnTo>
                  <a:lnTo>
                    <a:pt x="4409" y="4061"/>
                  </a:lnTo>
                  <a:lnTo>
                    <a:pt x="4409" y="4061"/>
                  </a:lnTo>
                  <a:cubicBezTo>
                    <a:pt x="4410" y="4061"/>
                    <a:pt x="4412" y="4061"/>
                    <a:pt x="4415" y="4062"/>
                  </a:cubicBezTo>
                  <a:lnTo>
                    <a:pt x="7502" y="5993"/>
                  </a:lnTo>
                  <a:cubicBezTo>
                    <a:pt x="7826" y="5648"/>
                    <a:pt x="7020" y="4831"/>
                    <a:pt x="7020" y="4831"/>
                  </a:cubicBezTo>
                  <a:lnTo>
                    <a:pt x="5861" y="3598"/>
                  </a:lnTo>
                  <a:cubicBezTo>
                    <a:pt x="5877" y="3574"/>
                    <a:pt x="5889" y="3546"/>
                    <a:pt x="5894" y="3515"/>
                  </a:cubicBezTo>
                  <a:lnTo>
                    <a:pt x="5948" y="3107"/>
                  </a:lnTo>
                  <a:cubicBezTo>
                    <a:pt x="5963" y="2999"/>
                    <a:pt x="5886" y="2900"/>
                    <a:pt x="5779" y="2886"/>
                  </a:cubicBezTo>
                  <a:lnTo>
                    <a:pt x="5514" y="2852"/>
                  </a:lnTo>
                  <a:cubicBezTo>
                    <a:pt x="5505" y="2850"/>
                    <a:pt x="5496" y="2850"/>
                    <a:pt x="5488" y="2850"/>
                  </a:cubicBezTo>
                  <a:cubicBezTo>
                    <a:pt x="5446" y="2850"/>
                    <a:pt x="5406" y="2864"/>
                    <a:pt x="5375" y="2887"/>
                  </a:cubicBezTo>
                  <a:lnTo>
                    <a:pt x="5371" y="2887"/>
                  </a:lnTo>
                  <a:lnTo>
                    <a:pt x="5371" y="2890"/>
                  </a:lnTo>
                  <a:cubicBezTo>
                    <a:pt x="5336" y="2916"/>
                    <a:pt x="5313" y="2956"/>
                    <a:pt x="5301" y="2999"/>
                  </a:cubicBezTo>
                  <a:lnTo>
                    <a:pt x="4712" y="2374"/>
                  </a:lnTo>
                  <a:lnTo>
                    <a:pt x="4674" y="2327"/>
                  </a:lnTo>
                  <a:cubicBezTo>
                    <a:pt x="4674" y="2327"/>
                    <a:pt x="4871" y="986"/>
                    <a:pt x="4900" y="652"/>
                  </a:cubicBezTo>
                  <a:cubicBezTo>
                    <a:pt x="4928" y="319"/>
                    <a:pt x="4602" y="1"/>
                    <a:pt x="4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8"/>
            <p:cNvSpPr/>
            <p:nvPr/>
          </p:nvSpPr>
          <p:spPr>
            <a:xfrm>
              <a:off x="6549800" y="1050300"/>
              <a:ext cx="195700" cy="176950"/>
            </a:xfrm>
            <a:custGeom>
              <a:rect b="b" l="l" r="r" t="t"/>
              <a:pathLst>
                <a:path extrusionOk="0" h="7078" w="7828">
                  <a:moveTo>
                    <a:pt x="4604" y="1"/>
                  </a:moveTo>
                  <a:cubicBezTo>
                    <a:pt x="4604" y="1"/>
                    <a:pt x="4203" y="221"/>
                    <a:pt x="4143" y="551"/>
                  </a:cubicBezTo>
                  <a:cubicBezTo>
                    <a:pt x="4083" y="879"/>
                    <a:pt x="3918" y="2224"/>
                    <a:pt x="3918" y="2224"/>
                  </a:cubicBezTo>
                  <a:lnTo>
                    <a:pt x="3193" y="2673"/>
                  </a:lnTo>
                  <a:cubicBezTo>
                    <a:pt x="3175" y="2597"/>
                    <a:pt x="3113" y="2535"/>
                    <a:pt x="3030" y="2524"/>
                  </a:cubicBezTo>
                  <a:lnTo>
                    <a:pt x="2764" y="2489"/>
                  </a:lnTo>
                  <a:cubicBezTo>
                    <a:pt x="2756" y="2488"/>
                    <a:pt x="2748" y="2488"/>
                    <a:pt x="2739" y="2488"/>
                  </a:cubicBezTo>
                  <a:cubicBezTo>
                    <a:pt x="2642" y="2488"/>
                    <a:pt x="2557" y="2560"/>
                    <a:pt x="2543" y="2659"/>
                  </a:cubicBezTo>
                  <a:lnTo>
                    <a:pt x="2490" y="3067"/>
                  </a:lnTo>
                  <a:cubicBezTo>
                    <a:pt x="2489" y="3082"/>
                    <a:pt x="2491" y="3095"/>
                    <a:pt x="2492" y="3107"/>
                  </a:cubicBezTo>
                  <a:lnTo>
                    <a:pt x="991" y="4039"/>
                  </a:lnTo>
                  <a:cubicBezTo>
                    <a:pt x="991" y="4039"/>
                    <a:pt x="0" y="4621"/>
                    <a:pt x="225" y="5037"/>
                  </a:cubicBezTo>
                  <a:lnTo>
                    <a:pt x="3713" y="3964"/>
                  </a:lnTo>
                  <a:lnTo>
                    <a:pt x="3466" y="6108"/>
                  </a:lnTo>
                  <a:lnTo>
                    <a:pt x="2832" y="6501"/>
                  </a:lnTo>
                  <a:cubicBezTo>
                    <a:pt x="2832" y="6501"/>
                    <a:pt x="2541" y="6672"/>
                    <a:pt x="2607" y="6795"/>
                  </a:cubicBezTo>
                  <a:lnTo>
                    <a:pt x="3451" y="6536"/>
                  </a:lnTo>
                  <a:cubicBezTo>
                    <a:pt x="3455" y="6672"/>
                    <a:pt x="3555" y="6794"/>
                    <a:pt x="3696" y="6811"/>
                  </a:cubicBezTo>
                  <a:cubicBezTo>
                    <a:pt x="3708" y="6813"/>
                    <a:pt x="3720" y="6814"/>
                    <a:pt x="3732" y="6814"/>
                  </a:cubicBezTo>
                  <a:cubicBezTo>
                    <a:pt x="3858" y="6814"/>
                    <a:pt x="3965" y="6728"/>
                    <a:pt x="4001" y="6608"/>
                  </a:cubicBezTo>
                  <a:lnTo>
                    <a:pt x="4751" y="7078"/>
                  </a:lnTo>
                  <a:cubicBezTo>
                    <a:pt x="4847" y="6975"/>
                    <a:pt x="4610" y="6735"/>
                    <a:pt x="4610" y="6735"/>
                  </a:cubicBezTo>
                  <a:lnTo>
                    <a:pt x="4083" y="6176"/>
                  </a:lnTo>
                  <a:lnTo>
                    <a:pt x="4409" y="4061"/>
                  </a:lnTo>
                  <a:cubicBezTo>
                    <a:pt x="4409" y="4061"/>
                    <a:pt x="4412" y="4061"/>
                    <a:pt x="4415" y="4062"/>
                  </a:cubicBezTo>
                  <a:lnTo>
                    <a:pt x="7503" y="5993"/>
                  </a:lnTo>
                  <a:cubicBezTo>
                    <a:pt x="7827" y="5648"/>
                    <a:pt x="7020" y="4830"/>
                    <a:pt x="7020" y="4830"/>
                  </a:cubicBezTo>
                  <a:lnTo>
                    <a:pt x="5862" y="3598"/>
                  </a:lnTo>
                  <a:cubicBezTo>
                    <a:pt x="5878" y="3574"/>
                    <a:pt x="5889" y="3546"/>
                    <a:pt x="5895" y="3515"/>
                  </a:cubicBezTo>
                  <a:lnTo>
                    <a:pt x="5948" y="3106"/>
                  </a:lnTo>
                  <a:cubicBezTo>
                    <a:pt x="5963" y="2999"/>
                    <a:pt x="5886" y="2900"/>
                    <a:pt x="5780" y="2886"/>
                  </a:cubicBezTo>
                  <a:lnTo>
                    <a:pt x="5514" y="2852"/>
                  </a:lnTo>
                  <a:cubicBezTo>
                    <a:pt x="5505" y="2850"/>
                    <a:pt x="5496" y="2850"/>
                    <a:pt x="5487" y="2850"/>
                  </a:cubicBezTo>
                  <a:cubicBezTo>
                    <a:pt x="5446" y="2850"/>
                    <a:pt x="5407" y="2864"/>
                    <a:pt x="5375" y="2887"/>
                  </a:cubicBezTo>
                  <a:lnTo>
                    <a:pt x="5370" y="2887"/>
                  </a:lnTo>
                  <a:lnTo>
                    <a:pt x="5370" y="2890"/>
                  </a:lnTo>
                  <a:cubicBezTo>
                    <a:pt x="5336" y="2916"/>
                    <a:pt x="5313" y="2956"/>
                    <a:pt x="5302" y="2999"/>
                  </a:cubicBezTo>
                  <a:lnTo>
                    <a:pt x="4714" y="2374"/>
                  </a:lnTo>
                  <a:lnTo>
                    <a:pt x="4676" y="2326"/>
                  </a:lnTo>
                  <a:cubicBezTo>
                    <a:pt x="4676" y="2326"/>
                    <a:pt x="4873" y="986"/>
                    <a:pt x="4901" y="652"/>
                  </a:cubicBezTo>
                  <a:cubicBezTo>
                    <a:pt x="4930" y="319"/>
                    <a:pt x="4604" y="1"/>
                    <a:pt x="46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8"/>
            <p:cNvSpPr/>
            <p:nvPr/>
          </p:nvSpPr>
          <p:spPr>
            <a:xfrm>
              <a:off x="6856325" y="987225"/>
              <a:ext cx="430925" cy="389500"/>
            </a:xfrm>
            <a:custGeom>
              <a:rect b="b" l="l" r="r" t="t"/>
              <a:pathLst>
                <a:path extrusionOk="0" h="15580" w="17237">
                  <a:moveTo>
                    <a:pt x="10130" y="0"/>
                  </a:moveTo>
                  <a:cubicBezTo>
                    <a:pt x="10130" y="0"/>
                    <a:pt x="9250" y="484"/>
                    <a:pt x="9118" y="1208"/>
                  </a:cubicBezTo>
                  <a:cubicBezTo>
                    <a:pt x="8984" y="1934"/>
                    <a:pt x="8620" y="4893"/>
                    <a:pt x="8620" y="4893"/>
                  </a:cubicBezTo>
                  <a:lnTo>
                    <a:pt x="7026" y="5882"/>
                  </a:lnTo>
                  <a:cubicBezTo>
                    <a:pt x="6984" y="5715"/>
                    <a:pt x="6845" y="5579"/>
                    <a:pt x="6665" y="5556"/>
                  </a:cubicBezTo>
                  <a:lnTo>
                    <a:pt x="6081" y="5480"/>
                  </a:lnTo>
                  <a:cubicBezTo>
                    <a:pt x="6062" y="5477"/>
                    <a:pt x="6043" y="5476"/>
                    <a:pt x="6025" y="5476"/>
                  </a:cubicBezTo>
                  <a:cubicBezTo>
                    <a:pt x="5811" y="5476"/>
                    <a:pt x="5624" y="5636"/>
                    <a:pt x="5596" y="5852"/>
                  </a:cubicBezTo>
                  <a:lnTo>
                    <a:pt x="5478" y="6753"/>
                  </a:lnTo>
                  <a:cubicBezTo>
                    <a:pt x="5474" y="6784"/>
                    <a:pt x="5482" y="6812"/>
                    <a:pt x="5484" y="6841"/>
                  </a:cubicBezTo>
                  <a:lnTo>
                    <a:pt x="2181" y="8891"/>
                  </a:lnTo>
                  <a:cubicBezTo>
                    <a:pt x="2181" y="8891"/>
                    <a:pt x="1" y="10172"/>
                    <a:pt x="494" y="11088"/>
                  </a:cubicBezTo>
                  <a:lnTo>
                    <a:pt x="8174" y="8730"/>
                  </a:lnTo>
                  <a:lnTo>
                    <a:pt x="7628" y="13448"/>
                  </a:lnTo>
                  <a:lnTo>
                    <a:pt x="6234" y="14313"/>
                  </a:lnTo>
                  <a:cubicBezTo>
                    <a:pt x="6234" y="14313"/>
                    <a:pt x="5592" y="14689"/>
                    <a:pt x="5737" y="14961"/>
                  </a:cubicBezTo>
                  <a:lnTo>
                    <a:pt x="7596" y="14389"/>
                  </a:lnTo>
                  <a:cubicBezTo>
                    <a:pt x="7607" y="14691"/>
                    <a:pt x="7823" y="14955"/>
                    <a:pt x="8131" y="14997"/>
                  </a:cubicBezTo>
                  <a:cubicBezTo>
                    <a:pt x="8157" y="15000"/>
                    <a:pt x="8184" y="15002"/>
                    <a:pt x="8210" y="15002"/>
                  </a:cubicBezTo>
                  <a:cubicBezTo>
                    <a:pt x="8487" y="15002"/>
                    <a:pt x="8726" y="14812"/>
                    <a:pt x="8806" y="14547"/>
                  </a:cubicBezTo>
                  <a:lnTo>
                    <a:pt x="10457" y="15580"/>
                  </a:lnTo>
                  <a:cubicBezTo>
                    <a:pt x="10668" y="15357"/>
                    <a:pt x="10145" y="14826"/>
                    <a:pt x="10145" y="14826"/>
                  </a:cubicBezTo>
                  <a:lnTo>
                    <a:pt x="8984" y="13594"/>
                  </a:lnTo>
                  <a:lnTo>
                    <a:pt x="9702" y="8937"/>
                  </a:lnTo>
                  <a:cubicBezTo>
                    <a:pt x="9711" y="8937"/>
                    <a:pt x="9718" y="8939"/>
                    <a:pt x="9725" y="8940"/>
                  </a:cubicBezTo>
                  <a:lnTo>
                    <a:pt x="16523" y="13191"/>
                  </a:lnTo>
                  <a:cubicBezTo>
                    <a:pt x="17236" y="12432"/>
                    <a:pt x="15460" y="10632"/>
                    <a:pt x="15460" y="10632"/>
                  </a:cubicBezTo>
                  <a:lnTo>
                    <a:pt x="12907" y="7918"/>
                  </a:lnTo>
                  <a:cubicBezTo>
                    <a:pt x="12943" y="7864"/>
                    <a:pt x="12970" y="7804"/>
                    <a:pt x="12979" y="7737"/>
                  </a:cubicBezTo>
                  <a:lnTo>
                    <a:pt x="13097" y="6837"/>
                  </a:lnTo>
                  <a:cubicBezTo>
                    <a:pt x="13128" y="6600"/>
                    <a:pt x="12959" y="6383"/>
                    <a:pt x="12724" y="6352"/>
                  </a:cubicBezTo>
                  <a:lnTo>
                    <a:pt x="12139" y="6275"/>
                  </a:lnTo>
                  <a:cubicBezTo>
                    <a:pt x="12122" y="6273"/>
                    <a:pt x="12105" y="6272"/>
                    <a:pt x="12088" y="6272"/>
                  </a:cubicBezTo>
                  <a:cubicBezTo>
                    <a:pt x="11993" y="6272"/>
                    <a:pt x="11904" y="6303"/>
                    <a:pt x="11831" y="6356"/>
                  </a:cubicBezTo>
                  <a:lnTo>
                    <a:pt x="11822" y="6355"/>
                  </a:lnTo>
                  <a:lnTo>
                    <a:pt x="11821" y="6361"/>
                  </a:lnTo>
                  <a:cubicBezTo>
                    <a:pt x="11745" y="6419"/>
                    <a:pt x="11693" y="6505"/>
                    <a:pt x="11670" y="6603"/>
                  </a:cubicBezTo>
                  <a:lnTo>
                    <a:pt x="10374" y="5225"/>
                  </a:lnTo>
                  <a:lnTo>
                    <a:pt x="10289" y="5120"/>
                  </a:lnTo>
                  <a:cubicBezTo>
                    <a:pt x="10289" y="5120"/>
                    <a:pt x="10723" y="2169"/>
                    <a:pt x="10787" y="1434"/>
                  </a:cubicBezTo>
                  <a:cubicBezTo>
                    <a:pt x="10849" y="699"/>
                    <a:pt x="10130" y="0"/>
                    <a:pt x="10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8"/>
            <p:cNvSpPr/>
            <p:nvPr/>
          </p:nvSpPr>
          <p:spPr>
            <a:xfrm>
              <a:off x="6773225" y="912700"/>
              <a:ext cx="614750" cy="578525"/>
            </a:xfrm>
            <a:custGeom>
              <a:rect b="b" l="l" r="r" t="t"/>
              <a:pathLst>
                <a:path extrusionOk="0" h="23141" w="24590">
                  <a:moveTo>
                    <a:pt x="12272" y="521"/>
                  </a:moveTo>
                  <a:cubicBezTo>
                    <a:pt x="12754" y="521"/>
                    <a:pt x="13239" y="553"/>
                    <a:pt x="13725" y="615"/>
                  </a:cubicBezTo>
                  <a:cubicBezTo>
                    <a:pt x="19765" y="1404"/>
                    <a:pt x="24037" y="6959"/>
                    <a:pt x="23250" y="13000"/>
                  </a:cubicBezTo>
                  <a:cubicBezTo>
                    <a:pt x="22868" y="15926"/>
                    <a:pt x="21369" y="18527"/>
                    <a:pt x="19030" y="20326"/>
                  </a:cubicBezTo>
                  <a:cubicBezTo>
                    <a:pt x="17078" y="21827"/>
                    <a:pt x="14736" y="22619"/>
                    <a:pt x="12318" y="22619"/>
                  </a:cubicBezTo>
                  <a:cubicBezTo>
                    <a:pt x="11836" y="22619"/>
                    <a:pt x="11350" y="22587"/>
                    <a:pt x="10865" y="22524"/>
                  </a:cubicBezTo>
                  <a:cubicBezTo>
                    <a:pt x="4825" y="21735"/>
                    <a:pt x="552" y="16181"/>
                    <a:pt x="1340" y="10141"/>
                  </a:cubicBezTo>
                  <a:cubicBezTo>
                    <a:pt x="1722" y="7213"/>
                    <a:pt x="3220" y="4612"/>
                    <a:pt x="5560" y="2813"/>
                  </a:cubicBezTo>
                  <a:cubicBezTo>
                    <a:pt x="7510" y="1314"/>
                    <a:pt x="9850" y="521"/>
                    <a:pt x="12272" y="521"/>
                  </a:cubicBezTo>
                  <a:close/>
                  <a:moveTo>
                    <a:pt x="12272" y="0"/>
                  </a:moveTo>
                  <a:cubicBezTo>
                    <a:pt x="9737" y="0"/>
                    <a:pt x="7286" y="829"/>
                    <a:pt x="5243" y="2400"/>
                  </a:cubicBezTo>
                  <a:cubicBezTo>
                    <a:pt x="2793" y="4285"/>
                    <a:pt x="1224" y="7009"/>
                    <a:pt x="824" y="10073"/>
                  </a:cubicBezTo>
                  <a:cubicBezTo>
                    <a:pt x="0" y="16398"/>
                    <a:pt x="4473" y="22215"/>
                    <a:pt x="10798" y="23041"/>
                  </a:cubicBezTo>
                  <a:cubicBezTo>
                    <a:pt x="11307" y="23108"/>
                    <a:pt x="11815" y="23141"/>
                    <a:pt x="12319" y="23141"/>
                  </a:cubicBezTo>
                  <a:cubicBezTo>
                    <a:pt x="14853" y="23141"/>
                    <a:pt x="17304" y="22311"/>
                    <a:pt x="19347" y="20740"/>
                  </a:cubicBezTo>
                  <a:cubicBezTo>
                    <a:pt x="21796" y="18856"/>
                    <a:pt x="23365" y="16132"/>
                    <a:pt x="23766" y="13068"/>
                  </a:cubicBezTo>
                  <a:cubicBezTo>
                    <a:pt x="24589" y="6743"/>
                    <a:pt x="20116" y="925"/>
                    <a:pt x="13792" y="99"/>
                  </a:cubicBezTo>
                  <a:cubicBezTo>
                    <a:pt x="13283" y="33"/>
                    <a:pt x="12776" y="0"/>
                    <a:pt x="12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4" name="Shape 2844"/>
        <p:cNvGrpSpPr/>
        <p:nvPr/>
      </p:nvGrpSpPr>
      <p:grpSpPr>
        <a:xfrm>
          <a:off x="0" y="0"/>
          <a:ext cx="0" cy="0"/>
          <a:chOff x="0" y="0"/>
          <a:chExt cx="0" cy="0"/>
        </a:xfrm>
      </p:grpSpPr>
      <p:sp>
        <p:nvSpPr>
          <p:cNvPr id="2845" name="Google Shape;2845;p49"/>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Kundenrezensionen</a:t>
            </a:r>
            <a:endParaRPr/>
          </a:p>
        </p:txBody>
      </p:sp>
      <p:sp>
        <p:nvSpPr>
          <p:cNvPr id="2846" name="Google Shape;2846;p49"/>
          <p:cNvSpPr txBox="1"/>
          <p:nvPr>
            <p:ph idx="4294967295" type="title"/>
          </p:nvPr>
        </p:nvSpPr>
        <p:spPr>
          <a:xfrm>
            <a:off x="2086500" y="1276550"/>
            <a:ext cx="3074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Mikel Fischer</a:t>
            </a:r>
            <a:endParaRPr sz="2300"/>
          </a:p>
        </p:txBody>
      </p:sp>
      <p:sp>
        <p:nvSpPr>
          <p:cNvPr id="2847" name="Google Shape;2847;p49"/>
          <p:cNvSpPr txBox="1"/>
          <p:nvPr>
            <p:ph idx="4294967295" type="subTitle"/>
          </p:nvPr>
        </p:nvSpPr>
        <p:spPr>
          <a:xfrm>
            <a:off x="2086500" y="1694200"/>
            <a:ext cx="5349600" cy="63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Der Merkur ist der sonnennächste Planet und der kleinste des ganzes Sonnensystems”</a:t>
            </a:r>
            <a:endParaRPr/>
          </a:p>
          <a:p>
            <a:pPr indent="0" lvl="0" marL="0" rtl="0" algn="l">
              <a:spcBef>
                <a:spcPts val="0"/>
              </a:spcBef>
              <a:spcAft>
                <a:spcPts val="0"/>
              </a:spcAft>
              <a:buNone/>
            </a:pPr>
            <a:r>
              <a:t/>
            </a:r>
            <a:endParaRPr/>
          </a:p>
        </p:txBody>
      </p:sp>
      <p:sp>
        <p:nvSpPr>
          <p:cNvPr id="2848" name="Google Shape;2848;p49"/>
          <p:cNvSpPr txBox="1"/>
          <p:nvPr>
            <p:ph idx="4294967295" type="title"/>
          </p:nvPr>
        </p:nvSpPr>
        <p:spPr>
          <a:xfrm>
            <a:off x="5708400" y="2499475"/>
            <a:ext cx="1727700" cy="463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300"/>
              <a:t>Hans Müller</a:t>
            </a:r>
            <a:endParaRPr sz="2300"/>
          </a:p>
        </p:txBody>
      </p:sp>
      <p:sp>
        <p:nvSpPr>
          <p:cNvPr id="2849" name="Google Shape;2849;p49"/>
          <p:cNvSpPr txBox="1"/>
          <p:nvPr>
            <p:ph idx="4294967295" type="subTitle"/>
          </p:nvPr>
        </p:nvSpPr>
        <p:spPr>
          <a:xfrm>
            <a:off x="2086500" y="2917100"/>
            <a:ext cx="5349600" cy="634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Die Venus hat einen schönen Namen und ist der zweite Planet von der Sonne aus gesehen””</a:t>
            </a:r>
            <a:endParaRPr/>
          </a:p>
          <a:p>
            <a:pPr indent="0" lvl="0" marL="0" rtl="0" algn="l">
              <a:spcBef>
                <a:spcPts val="0"/>
              </a:spcBef>
              <a:spcAft>
                <a:spcPts val="0"/>
              </a:spcAft>
              <a:buNone/>
            </a:pPr>
            <a:r>
              <a:t/>
            </a:r>
            <a:endParaRPr/>
          </a:p>
        </p:txBody>
      </p:sp>
      <p:sp>
        <p:nvSpPr>
          <p:cNvPr id="2850" name="Google Shape;2850;p49"/>
          <p:cNvSpPr txBox="1"/>
          <p:nvPr>
            <p:ph idx="4294967295" type="title"/>
          </p:nvPr>
        </p:nvSpPr>
        <p:spPr>
          <a:xfrm>
            <a:off x="2086500" y="3722400"/>
            <a:ext cx="21663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Mads </a:t>
            </a:r>
            <a:r>
              <a:rPr lang="en" sz="2300"/>
              <a:t>Schneider</a:t>
            </a:r>
            <a:endParaRPr sz="2300"/>
          </a:p>
        </p:txBody>
      </p:sp>
      <p:sp>
        <p:nvSpPr>
          <p:cNvPr id="2851" name="Google Shape;2851;p49"/>
          <p:cNvSpPr txBox="1"/>
          <p:nvPr>
            <p:ph idx="4294967295" type="subTitle"/>
          </p:nvPr>
        </p:nvSpPr>
        <p:spPr>
          <a:xfrm>
            <a:off x="2086500" y="4140000"/>
            <a:ext cx="53496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„Der Neptun ist der sonnenfernste Planet. Er ist auch das viertgrößte Objekt nach Durchmesser im Sonnensystem”</a:t>
            </a:r>
            <a:endParaRPr/>
          </a:p>
          <a:p>
            <a:pPr indent="0" lvl="0" marL="0" rtl="0" algn="l">
              <a:spcBef>
                <a:spcPts val="0"/>
              </a:spcBef>
              <a:spcAft>
                <a:spcPts val="0"/>
              </a:spcAft>
              <a:buNone/>
            </a:pPr>
            <a:r>
              <a:t/>
            </a:r>
            <a:endParaRPr/>
          </a:p>
        </p:txBody>
      </p:sp>
      <p:grpSp>
        <p:nvGrpSpPr>
          <p:cNvPr id="2852" name="Google Shape;2852;p49"/>
          <p:cNvGrpSpPr/>
          <p:nvPr/>
        </p:nvGrpSpPr>
        <p:grpSpPr>
          <a:xfrm>
            <a:off x="7546401" y="2483307"/>
            <a:ext cx="816948" cy="816223"/>
            <a:chOff x="5882439" y="2649725"/>
            <a:chExt cx="523014" cy="522516"/>
          </a:xfrm>
        </p:grpSpPr>
        <p:sp>
          <p:nvSpPr>
            <p:cNvPr id="2853" name="Google Shape;2853;p49"/>
            <p:cNvSpPr/>
            <p:nvPr/>
          </p:nvSpPr>
          <p:spPr>
            <a:xfrm>
              <a:off x="6285031" y="2680296"/>
              <a:ext cx="119891" cy="190392"/>
            </a:xfrm>
            <a:custGeom>
              <a:rect b="b" l="l" r="r" t="t"/>
              <a:pathLst>
                <a:path extrusionOk="0" h="5736" w="3612">
                  <a:moveTo>
                    <a:pt x="0" y="1"/>
                  </a:moveTo>
                  <a:lnTo>
                    <a:pt x="0" y="5735"/>
                  </a:lnTo>
                  <a:lnTo>
                    <a:pt x="3611" y="5735"/>
                  </a:lnTo>
                  <a:lnTo>
                    <a:pt x="3611" y="5274"/>
                  </a:lnTo>
                  <a:lnTo>
                    <a:pt x="461" y="5274"/>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9"/>
            <p:cNvSpPr/>
            <p:nvPr/>
          </p:nvSpPr>
          <p:spPr>
            <a:xfrm>
              <a:off x="6184989" y="2953304"/>
              <a:ext cx="219934" cy="143923"/>
            </a:xfrm>
            <a:custGeom>
              <a:rect b="b" l="l" r="r" t="t"/>
              <a:pathLst>
                <a:path extrusionOk="0" h="4336" w="6626">
                  <a:moveTo>
                    <a:pt x="1" y="1"/>
                  </a:moveTo>
                  <a:lnTo>
                    <a:pt x="1" y="4336"/>
                  </a:lnTo>
                  <a:lnTo>
                    <a:pt x="5735" y="4336"/>
                  </a:lnTo>
                  <a:lnTo>
                    <a:pt x="5735" y="3875"/>
                  </a:lnTo>
                  <a:lnTo>
                    <a:pt x="462" y="3875"/>
                  </a:lnTo>
                  <a:lnTo>
                    <a:pt x="462" y="462"/>
                  </a:lnTo>
                  <a:lnTo>
                    <a:pt x="6625" y="462"/>
                  </a:lnTo>
                  <a:lnTo>
                    <a:pt x="66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9"/>
            <p:cNvSpPr/>
            <p:nvPr/>
          </p:nvSpPr>
          <p:spPr>
            <a:xfrm>
              <a:off x="6184989" y="3122719"/>
              <a:ext cx="190359" cy="49523"/>
            </a:xfrm>
            <a:custGeom>
              <a:rect b="b" l="l" r="r" t="t"/>
              <a:pathLst>
                <a:path extrusionOk="0" h="1492" w="5735">
                  <a:moveTo>
                    <a:pt x="1" y="0"/>
                  </a:moveTo>
                  <a:lnTo>
                    <a:pt x="1" y="1492"/>
                  </a:lnTo>
                  <a:lnTo>
                    <a:pt x="462" y="1492"/>
                  </a:lnTo>
                  <a:lnTo>
                    <a:pt x="462" y="462"/>
                  </a:lnTo>
                  <a:lnTo>
                    <a:pt x="5735" y="462"/>
                  </a:lnTo>
                  <a:lnTo>
                    <a:pt x="57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9"/>
            <p:cNvSpPr/>
            <p:nvPr/>
          </p:nvSpPr>
          <p:spPr>
            <a:xfrm>
              <a:off x="5991078" y="2953304"/>
              <a:ext cx="111294" cy="218938"/>
            </a:xfrm>
            <a:custGeom>
              <a:rect b="b" l="l" r="r" t="t"/>
              <a:pathLst>
                <a:path extrusionOk="0" h="6596" w="3353">
                  <a:moveTo>
                    <a:pt x="1" y="1"/>
                  </a:moveTo>
                  <a:lnTo>
                    <a:pt x="1" y="5704"/>
                  </a:lnTo>
                  <a:lnTo>
                    <a:pt x="462" y="5704"/>
                  </a:lnTo>
                  <a:lnTo>
                    <a:pt x="462" y="462"/>
                  </a:lnTo>
                  <a:lnTo>
                    <a:pt x="2891" y="462"/>
                  </a:lnTo>
                  <a:lnTo>
                    <a:pt x="2891" y="6596"/>
                  </a:lnTo>
                  <a:lnTo>
                    <a:pt x="3352" y="6596"/>
                  </a:lnTo>
                  <a:lnTo>
                    <a:pt x="33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9"/>
            <p:cNvSpPr/>
            <p:nvPr/>
          </p:nvSpPr>
          <p:spPr>
            <a:xfrm>
              <a:off x="5882439" y="2953304"/>
              <a:ext cx="83214" cy="189363"/>
            </a:xfrm>
            <a:custGeom>
              <a:rect b="b" l="l" r="r" t="t"/>
              <a:pathLst>
                <a:path extrusionOk="0" h="5705" w="2507">
                  <a:moveTo>
                    <a:pt x="0" y="1"/>
                  </a:moveTo>
                  <a:lnTo>
                    <a:pt x="0" y="462"/>
                  </a:lnTo>
                  <a:lnTo>
                    <a:pt x="2044" y="462"/>
                  </a:lnTo>
                  <a:lnTo>
                    <a:pt x="2044" y="5704"/>
                  </a:lnTo>
                  <a:lnTo>
                    <a:pt x="2506" y="5704"/>
                  </a:lnTo>
                  <a:lnTo>
                    <a:pt x="25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9"/>
            <p:cNvSpPr/>
            <p:nvPr/>
          </p:nvSpPr>
          <p:spPr>
            <a:xfrm>
              <a:off x="5882439" y="2765534"/>
              <a:ext cx="219934" cy="105154"/>
            </a:xfrm>
            <a:custGeom>
              <a:rect b="b" l="l" r="r" t="t"/>
              <a:pathLst>
                <a:path extrusionOk="0" h="3168" w="6626">
                  <a:moveTo>
                    <a:pt x="891" y="1"/>
                  </a:moveTo>
                  <a:lnTo>
                    <a:pt x="891" y="462"/>
                  </a:lnTo>
                  <a:lnTo>
                    <a:pt x="6164" y="462"/>
                  </a:lnTo>
                  <a:lnTo>
                    <a:pt x="6164" y="2706"/>
                  </a:lnTo>
                  <a:lnTo>
                    <a:pt x="0" y="2706"/>
                  </a:lnTo>
                  <a:lnTo>
                    <a:pt x="0" y="3167"/>
                  </a:lnTo>
                  <a:lnTo>
                    <a:pt x="6625" y="3167"/>
                  </a:lnTo>
                  <a:lnTo>
                    <a:pt x="66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9"/>
            <p:cNvSpPr/>
            <p:nvPr/>
          </p:nvSpPr>
          <p:spPr>
            <a:xfrm>
              <a:off x="5911981" y="2649725"/>
              <a:ext cx="190392" cy="90350"/>
            </a:xfrm>
            <a:custGeom>
              <a:rect b="b" l="l" r="r" t="t"/>
              <a:pathLst>
                <a:path extrusionOk="0" h="2722" w="5736">
                  <a:moveTo>
                    <a:pt x="5274" y="1"/>
                  </a:moveTo>
                  <a:lnTo>
                    <a:pt x="5274" y="2260"/>
                  </a:lnTo>
                  <a:lnTo>
                    <a:pt x="1" y="2260"/>
                  </a:lnTo>
                  <a:lnTo>
                    <a:pt x="1" y="2721"/>
                  </a:lnTo>
                  <a:lnTo>
                    <a:pt x="5735" y="2721"/>
                  </a:lnTo>
                  <a:lnTo>
                    <a:pt x="5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9"/>
            <p:cNvSpPr/>
            <p:nvPr/>
          </p:nvSpPr>
          <p:spPr>
            <a:xfrm>
              <a:off x="6184989" y="2649725"/>
              <a:ext cx="74517" cy="220962"/>
            </a:xfrm>
            <a:custGeom>
              <a:rect b="b" l="l" r="r" t="t"/>
              <a:pathLst>
                <a:path extrusionOk="0" h="6657" w="2245">
                  <a:moveTo>
                    <a:pt x="1" y="1"/>
                  </a:moveTo>
                  <a:lnTo>
                    <a:pt x="1" y="6656"/>
                  </a:lnTo>
                  <a:lnTo>
                    <a:pt x="2245" y="6656"/>
                  </a:lnTo>
                  <a:lnTo>
                    <a:pt x="2245" y="922"/>
                  </a:lnTo>
                  <a:lnTo>
                    <a:pt x="1784" y="922"/>
                  </a:lnTo>
                  <a:lnTo>
                    <a:pt x="1784" y="6195"/>
                  </a:lnTo>
                  <a:lnTo>
                    <a:pt x="462" y="6195"/>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9"/>
            <p:cNvSpPr/>
            <p:nvPr/>
          </p:nvSpPr>
          <p:spPr>
            <a:xfrm>
              <a:off x="6218679" y="2996222"/>
              <a:ext cx="73488" cy="63763"/>
            </a:xfrm>
            <a:custGeom>
              <a:rect b="b" l="l" r="r" t="t"/>
              <a:pathLst>
                <a:path extrusionOk="0" h="1921" w="2214">
                  <a:moveTo>
                    <a:pt x="1107" y="0"/>
                  </a:moveTo>
                  <a:lnTo>
                    <a:pt x="0" y="855"/>
                  </a:lnTo>
                  <a:lnTo>
                    <a:pt x="0" y="1921"/>
                  </a:lnTo>
                  <a:lnTo>
                    <a:pt x="461" y="1921"/>
                  </a:lnTo>
                  <a:lnTo>
                    <a:pt x="461" y="1081"/>
                  </a:lnTo>
                  <a:lnTo>
                    <a:pt x="1107" y="583"/>
                  </a:lnTo>
                  <a:lnTo>
                    <a:pt x="1753" y="1081"/>
                  </a:lnTo>
                  <a:lnTo>
                    <a:pt x="1753" y="1921"/>
                  </a:lnTo>
                  <a:lnTo>
                    <a:pt x="2213" y="1921"/>
                  </a:lnTo>
                  <a:lnTo>
                    <a:pt x="2213" y="855"/>
                  </a:lnTo>
                  <a:lnTo>
                    <a:pt x="11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9"/>
            <p:cNvSpPr/>
            <p:nvPr/>
          </p:nvSpPr>
          <p:spPr>
            <a:xfrm>
              <a:off x="6019690" y="2656065"/>
              <a:ext cx="51050" cy="47797"/>
            </a:xfrm>
            <a:custGeom>
              <a:rect b="b" l="l" r="r" t="t"/>
              <a:pathLst>
                <a:path extrusionOk="0" h="1440" w="1538">
                  <a:moveTo>
                    <a:pt x="768" y="1"/>
                  </a:moveTo>
                  <a:lnTo>
                    <a:pt x="0" y="792"/>
                  </a:lnTo>
                  <a:lnTo>
                    <a:pt x="0" y="1439"/>
                  </a:lnTo>
                  <a:lnTo>
                    <a:pt x="461" y="1439"/>
                  </a:lnTo>
                  <a:lnTo>
                    <a:pt x="461" y="979"/>
                  </a:lnTo>
                  <a:lnTo>
                    <a:pt x="768" y="663"/>
                  </a:lnTo>
                  <a:lnTo>
                    <a:pt x="1077" y="979"/>
                  </a:lnTo>
                  <a:lnTo>
                    <a:pt x="1077" y="1439"/>
                  </a:lnTo>
                  <a:lnTo>
                    <a:pt x="1538" y="1439"/>
                  </a:lnTo>
                  <a:lnTo>
                    <a:pt x="1538" y="792"/>
                  </a:lnTo>
                  <a:lnTo>
                    <a:pt x="7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9"/>
            <p:cNvSpPr/>
            <p:nvPr/>
          </p:nvSpPr>
          <p:spPr>
            <a:xfrm>
              <a:off x="5950252" y="2656065"/>
              <a:ext cx="51083" cy="47797"/>
            </a:xfrm>
            <a:custGeom>
              <a:rect b="b" l="l" r="r" t="t"/>
              <a:pathLst>
                <a:path extrusionOk="0" h="1440" w="1539">
                  <a:moveTo>
                    <a:pt x="770" y="1"/>
                  </a:moveTo>
                  <a:lnTo>
                    <a:pt x="1" y="792"/>
                  </a:lnTo>
                  <a:lnTo>
                    <a:pt x="1" y="1439"/>
                  </a:lnTo>
                  <a:lnTo>
                    <a:pt x="463" y="1439"/>
                  </a:lnTo>
                  <a:lnTo>
                    <a:pt x="463" y="979"/>
                  </a:lnTo>
                  <a:lnTo>
                    <a:pt x="770" y="663"/>
                  </a:lnTo>
                  <a:lnTo>
                    <a:pt x="1079" y="979"/>
                  </a:lnTo>
                  <a:lnTo>
                    <a:pt x="1079" y="1439"/>
                  </a:lnTo>
                  <a:lnTo>
                    <a:pt x="1539" y="1439"/>
                  </a:lnTo>
                  <a:lnTo>
                    <a:pt x="1539" y="792"/>
                  </a:lnTo>
                  <a:lnTo>
                    <a:pt x="7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9"/>
            <p:cNvSpPr/>
            <p:nvPr/>
          </p:nvSpPr>
          <p:spPr>
            <a:xfrm>
              <a:off x="5950252" y="2788736"/>
              <a:ext cx="51083" cy="47764"/>
            </a:xfrm>
            <a:custGeom>
              <a:rect b="b" l="l" r="r" t="t"/>
              <a:pathLst>
                <a:path extrusionOk="0" h="1439" w="1539">
                  <a:moveTo>
                    <a:pt x="770" y="1"/>
                  </a:moveTo>
                  <a:lnTo>
                    <a:pt x="1" y="792"/>
                  </a:lnTo>
                  <a:lnTo>
                    <a:pt x="1" y="1438"/>
                  </a:lnTo>
                  <a:lnTo>
                    <a:pt x="463" y="1438"/>
                  </a:lnTo>
                  <a:lnTo>
                    <a:pt x="463" y="979"/>
                  </a:lnTo>
                  <a:lnTo>
                    <a:pt x="770" y="663"/>
                  </a:lnTo>
                  <a:lnTo>
                    <a:pt x="1079" y="979"/>
                  </a:lnTo>
                  <a:lnTo>
                    <a:pt x="1079" y="1438"/>
                  </a:lnTo>
                  <a:lnTo>
                    <a:pt x="1539" y="1438"/>
                  </a:lnTo>
                  <a:lnTo>
                    <a:pt x="1539" y="792"/>
                  </a:lnTo>
                  <a:lnTo>
                    <a:pt x="7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9"/>
            <p:cNvSpPr/>
            <p:nvPr/>
          </p:nvSpPr>
          <p:spPr>
            <a:xfrm>
              <a:off x="6021748" y="2981617"/>
              <a:ext cx="51017" cy="47764"/>
            </a:xfrm>
            <a:custGeom>
              <a:rect b="b" l="l" r="r" t="t"/>
              <a:pathLst>
                <a:path extrusionOk="0" h="1439" w="1537">
                  <a:moveTo>
                    <a:pt x="768" y="1"/>
                  </a:moveTo>
                  <a:lnTo>
                    <a:pt x="0" y="792"/>
                  </a:lnTo>
                  <a:lnTo>
                    <a:pt x="0" y="1438"/>
                  </a:lnTo>
                  <a:lnTo>
                    <a:pt x="461" y="1438"/>
                  </a:lnTo>
                  <a:lnTo>
                    <a:pt x="461" y="979"/>
                  </a:lnTo>
                  <a:lnTo>
                    <a:pt x="768" y="663"/>
                  </a:lnTo>
                  <a:lnTo>
                    <a:pt x="1076" y="979"/>
                  </a:lnTo>
                  <a:lnTo>
                    <a:pt x="1076" y="1438"/>
                  </a:lnTo>
                  <a:lnTo>
                    <a:pt x="1537" y="1438"/>
                  </a:lnTo>
                  <a:lnTo>
                    <a:pt x="1537" y="792"/>
                  </a:lnTo>
                  <a:lnTo>
                    <a:pt x="7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9"/>
            <p:cNvSpPr/>
            <p:nvPr/>
          </p:nvSpPr>
          <p:spPr>
            <a:xfrm>
              <a:off x="6021748" y="3062242"/>
              <a:ext cx="51017" cy="47731"/>
            </a:xfrm>
            <a:custGeom>
              <a:rect b="b" l="l" r="r" t="t"/>
              <a:pathLst>
                <a:path extrusionOk="0" h="1438" w="1537">
                  <a:moveTo>
                    <a:pt x="768" y="0"/>
                  </a:moveTo>
                  <a:lnTo>
                    <a:pt x="0" y="791"/>
                  </a:lnTo>
                  <a:lnTo>
                    <a:pt x="0" y="1438"/>
                  </a:lnTo>
                  <a:lnTo>
                    <a:pt x="461" y="1438"/>
                  </a:lnTo>
                  <a:lnTo>
                    <a:pt x="461" y="977"/>
                  </a:lnTo>
                  <a:lnTo>
                    <a:pt x="768" y="662"/>
                  </a:lnTo>
                  <a:lnTo>
                    <a:pt x="1076" y="977"/>
                  </a:lnTo>
                  <a:lnTo>
                    <a:pt x="1076" y="1438"/>
                  </a:lnTo>
                  <a:lnTo>
                    <a:pt x="1537" y="1438"/>
                  </a:lnTo>
                  <a:lnTo>
                    <a:pt x="1537" y="791"/>
                  </a:lnTo>
                  <a:lnTo>
                    <a:pt x="7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9"/>
            <p:cNvSpPr/>
            <p:nvPr/>
          </p:nvSpPr>
          <p:spPr>
            <a:xfrm>
              <a:off x="6330903" y="2704294"/>
              <a:ext cx="74550" cy="130148"/>
            </a:xfrm>
            <a:custGeom>
              <a:rect b="b" l="l" r="r" t="t"/>
              <a:pathLst>
                <a:path extrusionOk="0" h="3921" w="2246">
                  <a:moveTo>
                    <a:pt x="1121" y="463"/>
                  </a:moveTo>
                  <a:cubicBezTo>
                    <a:pt x="1485" y="463"/>
                    <a:pt x="1781" y="760"/>
                    <a:pt x="1781" y="1124"/>
                  </a:cubicBezTo>
                  <a:cubicBezTo>
                    <a:pt x="1785" y="1176"/>
                    <a:pt x="1778" y="1228"/>
                    <a:pt x="1765" y="1279"/>
                  </a:cubicBezTo>
                  <a:cubicBezTo>
                    <a:pt x="1686" y="1223"/>
                    <a:pt x="1600" y="1180"/>
                    <a:pt x="1509" y="1146"/>
                  </a:cubicBezTo>
                  <a:lnTo>
                    <a:pt x="1506" y="1146"/>
                  </a:lnTo>
                  <a:cubicBezTo>
                    <a:pt x="1478" y="1135"/>
                    <a:pt x="1449" y="1127"/>
                    <a:pt x="1418" y="1118"/>
                  </a:cubicBezTo>
                  <a:cubicBezTo>
                    <a:pt x="1411" y="1117"/>
                    <a:pt x="1405" y="1114"/>
                    <a:pt x="1398" y="1113"/>
                  </a:cubicBezTo>
                  <a:cubicBezTo>
                    <a:pt x="1385" y="1109"/>
                    <a:pt x="1372" y="1106"/>
                    <a:pt x="1360" y="1103"/>
                  </a:cubicBezTo>
                  <a:cubicBezTo>
                    <a:pt x="1345" y="1101"/>
                    <a:pt x="1330" y="1097"/>
                    <a:pt x="1315" y="1094"/>
                  </a:cubicBezTo>
                  <a:cubicBezTo>
                    <a:pt x="1305" y="1093"/>
                    <a:pt x="1294" y="1091"/>
                    <a:pt x="1284" y="1089"/>
                  </a:cubicBezTo>
                  <a:cubicBezTo>
                    <a:pt x="1263" y="1087"/>
                    <a:pt x="1242" y="1084"/>
                    <a:pt x="1220" y="1082"/>
                  </a:cubicBezTo>
                  <a:cubicBezTo>
                    <a:pt x="1212" y="1082"/>
                    <a:pt x="1206" y="1080"/>
                    <a:pt x="1198" y="1080"/>
                  </a:cubicBezTo>
                  <a:cubicBezTo>
                    <a:pt x="1172" y="1078"/>
                    <a:pt x="1148" y="1077"/>
                    <a:pt x="1122" y="1077"/>
                  </a:cubicBezTo>
                  <a:cubicBezTo>
                    <a:pt x="1096" y="1077"/>
                    <a:pt x="1070" y="1078"/>
                    <a:pt x="1045" y="1080"/>
                  </a:cubicBezTo>
                  <a:cubicBezTo>
                    <a:pt x="1038" y="1080"/>
                    <a:pt x="1031" y="1082"/>
                    <a:pt x="1024" y="1082"/>
                  </a:cubicBezTo>
                  <a:cubicBezTo>
                    <a:pt x="1002" y="1083"/>
                    <a:pt x="981" y="1086"/>
                    <a:pt x="958" y="1089"/>
                  </a:cubicBezTo>
                  <a:cubicBezTo>
                    <a:pt x="948" y="1091"/>
                    <a:pt x="938" y="1093"/>
                    <a:pt x="927" y="1094"/>
                  </a:cubicBezTo>
                  <a:cubicBezTo>
                    <a:pt x="914" y="1097"/>
                    <a:pt x="898" y="1099"/>
                    <a:pt x="884" y="1103"/>
                  </a:cubicBezTo>
                  <a:cubicBezTo>
                    <a:pt x="870" y="1106"/>
                    <a:pt x="858" y="1108"/>
                    <a:pt x="845" y="1113"/>
                  </a:cubicBezTo>
                  <a:cubicBezTo>
                    <a:pt x="838" y="1114"/>
                    <a:pt x="832" y="1117"/>
                    <a:pt x="826" y="1118"/>
                  </a:cubicBezTo>
                  <a:cubicBezTo>
                    <a:pt x="796" y="1125"/>
                    <a:pt x="766" y="1135"/>
                    <a:pt x="736" y="1146"/>
                  </a:cubicBezTo>
                  <a:lnTo>
                    <a:pt x="735" y="1146"/>
                  </a:lnTo>
                  <a:cubicBezTo>
                    <a:pt x="645" y="1180"/>
                    <a:pt x="558" y="1223"/>
                    <a:pt x="477" y="1279"/>
                  </a:cubicBezTo>
                  <a:cubicBezTo>
                    <a:pt x="466" y="1228"/>
                    <a:pt x="460" y="1177"/>
                    <a:pt x="460" y="1124"/>
                  </a:cubicBezTo>
                  <a:cubicBezTo>
                    <a:pt x="460" y="760"/>
                    <a:pt x="756" y="463"/>
                    <a:pt x="1121" y="463"/>
                  </a:cubicBezTo>
                  <a:close/>
                  <a:moveTo>
                    <a:pt x="1123" y="1538"/>
                  </a:moveTo>
                  <a:cubicBezTo>
                    <a:pt x="1145" y="1538"/>
                    <a:pt x="1165" y="1539"/>
                    <a:pt x="1186" y="1541"/>
                  </a:cubicBezTo>
                  <a:lnTo>
                    <a:pt x="1193" y="1541"/>
                  </a:lnTo>
                  <a:cubicBezTo>
                    <a:pt x="1214" y="1543"/>
                    <a:pt x="1235" y="1546"/>
                    <a:pt x="1253" y="1549"/>
                  </a:cubicBezTo>
                  <a:cubicBezTo>
                    <a:pt x="1255" y="1549"/>
                    <a:pt x="1256" y="1549"/>
                    <a:pt x="1257" y="1551"/>
                  </a:cubicBezTo>
                  <a:cubicBezTo>
                    <a:pt x="1407" y="1582"/>
                    <a:pt x="1538" y="1663"/>
                    <a:pt x="1633" y="1776"/>
                  </a:cubicBezTo>
                  <a:cubicBezTo>
                    <a:pt x="1633" y="1776"/>
                    <a:pt x="1633" y="1779"/>
                    <a:pt x="1634" y="1779"/>
                  </a:cubicBezTo>
                  <a:cubicBezTo>
                    <a:pt x="1728" y="1892"/>
                    <a:pt x="1784" y="2038"/>
                    <a:pt x="1784" y="2198"/>
                  </a:cubicBezTo>
                  <a:cubicBezTo>
                    <a:pt x="1785" y="2483"/>
                    <a:pt x="1605" y="2725"/>
                    <a:pt x="1354" y="2818"/>
                  </a:cubicBezTo>
                  <a:lnTo>
                    <a:pt x="1354" y="2353"/>
                  </a:lnTo>
                  <a:lnTo>
                    <a:pt x="892" y="2353"/>
                  </a:lnTo>
                  <a:lnTo>
                    <a:pt x="892" y="2818"/>
                  </a:lnTo>
                  <a:cubicBezTo>
                    <a:pt x="642" y="2723"/>
                    <a:pt x="462" y="2483"/>
                    <a:pt x="462" y="2198"/>
                  </a:cubicBezTo>
                  <a:cubicBezTo>
                    <a:pt x="462" y="2039"/>
                    <a:pt x="519" y="1893"/>
                    <a:pt x="612" y="1779"/>
                  </a:cubicBezTo>
                  <a:cubicBezTo>
                    <a:pt x="612" y="1779"/>
                    <a:pt x="612" y="1776"/>
                    <a:pt x="614" y="1776"/>
                  </a:cubicBezTo>
                  <a:cubicBezTo>
                    <a:pt x="708" y="1663"/>
                    <a:pt x="838" y="1582"/>
                    <a:pt x="988" y="1551"/>
                  </a:cubicBezTo>
                  <a:cubicBezTo>
                    <a:pt x="989" y="1551"/>
                    <a:pt x="991" y="1551"/>
                    <a:pt x="993" y="1549"/>
                  </a:cubicBezTo>
                  <a:cubicBezTo>
                    <a:pt x="1013" y="1546"/>
                    <a:pt x="1033" y="1542"/>
                    <a:pt x="1054" y="1541"/>
                  </a:cubicBezTo>
                  <a:lnTo>
                    <a:pt x="1060" y="1541"/>
                  </a:lnTo>
                  <a:cubicBezTo>
                    <a:pt x="1080" y="1538"/>
                    <a:pt x="1101" y="1538"/>
                    <a:pt x="1123" y="1538"/>
                  </a:cubicBezTo>
                  <a:close/>
                  <a:moveTo>
                    <a:pt x="1123" y="1"/>
                  </a:moveTo>
                  <a:cubicBezTo>
                    <a:pt x="503" y="1"/>
                    <a:pt x="1" y="503"/>
                    <a:pt x="1" y="1123"/>
                  </a:cubicBezTo>
                  <a:cubicBezTo>
                    <a:pt x="1" y="1314"/>
                    <a:pt x="48" y="1496"/>
                    <a:pt x="138" y="1661"/>
                  </a:cubicBezTo>
                  <a:cubicBezTo>
                    <a:pt x="50" y="1821"/>
                    <a:pt x="1" y="2003"/>
                    <a:pt x="1" y="2198"/>
                  </a:cubicBezTo>
                  <a:cubicBezTo>
                    <a:pt x="1" y="2738"/>
                    <a:pt x="383" y="3190"/>
                    <a:pt x="893" y="3297"/>
                  </a:cubicBezTo>
                  <a:lnTo>
                    <a:pt x="893" y="3920"/>
                  </a:lnTo>
                  <a:lnTo>
                    <a:pt x="1354" y="3920"/>
                  </a:lnTo>
                  <a:lnTo>
                    <a:pt x="1354" y="3297"/>
                  </a:lnTo>
                  <a:cubicBezTo>
                    <a:pt x="1862" y="3190"/>
                    <a:pt x="2246" y="2738"/>
                    <a:pt x="2246" y="2198"/>
                  </a:cubicBezTo>
                  <a:cubicBezTo>
                    <a:pt x="2246" y="2003"/>
                    <a:pt x="2196" y="1821"/>
                    <a:pt x="2109" y="1661"/>
                  </a:cubicBezTo>
                  <a:cubicBezTo>
                    <a:pt x="2198" y="1497"/>
                    <a:pt x="2245" y="1314"/>
                    <a:pt x="2245" y="1123"/>
                  </a:cubicBezTo>
                  <a:cubicBezTo>
                    <a:pt x="2245" y="503"/>
                    <a:pt x="1742" y="1"/>
                    <a:pt x="1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9"/>
            <p:cNvSpPr/>
            <p:nvPr/>
          </p:nvSpPr>
          <p:spPr>
            <a:xfrm>
              <a:off x="6390119" y="3081892"/>
              <a:ext cx="15335" cy="15335"/>
            </a:xfrm>
            <a:custGeom>
              <a:rect b="b" l="l" r="r" t="t"/>
              <a:pathLst>
                <a:path extrusionOk="0" h="462" w="462">
                  <a:moveTo>
                    <a:pt x="1" y="1"/>
                  </a:moveTo>
                  <a:lnTo>
                    <a:pt x="1"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9"/>
            <p:cNvSpPr/>
            <p:nvPr/>
          </p:nvSpPr>
          <p:spPr>
            <a:xfrm>
              <a:off x="6390119" y="3122685"/>
              <a:ext cx="15335" cy="15368"/>
            </a:xfrm>
            <a:custGeom>
              <a:rect b="b" l="l" r="r" t="t"/>
              <a:pathLst>
                <a:path extrusionOk="0" h="463" w="462">
                  <a:moveTo>
                    <a:pt x="1" y="0"/>
                  </a:moveTo>
                  <a:lnTo>
                    <a:pt x="1" y="463"/>
                  </a:lnTo>
                  <a:lnTo>
                    <a:pt x="462" y="463"/>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9"/>
            <p:cNvSpPr/>
            <p:nvPr/>
          </p:nvSpPr>
          <p:spPr>
            <a:xfrm>
              <a:off x="5882439" y="2724740"/>
              <a:ext cx="15335" cy="15335"/>
            </a:xfrm>
            <a:custGeom>
              <a:rect b="b" l="l" r="r" t="t"/>
              <a:pathLst>
                <a:path extrusionOk="0" h="462" w="462">
                  <a:moveTo>
                    <a:pt x="0" y="0"/>
                  </a:moveTo>
                  <a:lnTo>
                    <a:pt x="0"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9"/>
            <p:cNvSpPr/>
            <p:nvPr/>
          </p:nvSpPr>
          <p:spPr>
            <a:xfrm>
              <a:off x="5882439" y="2765501"/>
              <a:ext cx="15335" cy="15401"/>
            </a:xfrm>
            <a:custGeom>
              <a:rect b="b" l="l" r="r" t="t"/>
              <a:pathLst>
                <a:path extrusionOk="0" h="464" w="462">
                  <a:moveTo>
                    <a:pt x="0" y="1"/>
                  </a:moveTo>
                  <a:lnTo>
                    <a:pt x="0"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9"/>
            <p:cNvSpPr/>
            <p:nvPr/>
          </p:nvSpPr>
          <p:spPr>
            <a:xfrm>
              <a:off x="5950252" y="3156907"/>
              <a:ext cx="15401" cy="15335"/>
            </a:xfrm>
            <a:custGeom>
              <a:rect b="b" l="l" r="r" t="t"/>
              <a:pathLst>
                <a:path extrusionOk="0" h="462" w="464">
                  <a:moveTo>
                    <a:pt x="1" y="0"/>
                  </a:moveTo>
                  <a:lnTo>
                    <a:pt x="1" y="462"/>
                  </a:lnTo>
                  <a:lnTo>
                    <a:pt x="463" y="462"/>
                  </a:ln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9"/>
            <p:cNvSpPr/>
            <p:nvPr/>
          </p:nvSpPr>
          <p:spPr>
            <a:xfrm>
              <a:off x="5991078" y="3156907"/>
              <a:ext cx="15335" cy="15335"/>
            </a:xfrm>
            <a:custGeom>
              <a:rect b="b" l="l" r="r" t="t"/>
              <a:pathLst>
                <a:path extrusionOk="0" h="462" w="462">
                  <a:moveTo>
                    <a:pt x="1" y="0"/>
                  </a:moveTo>
                  <a:lnTo>
                    <a:pt x="1" y="462"/>
                  </a:lnTo>
                  <a:lnTo>
                    <a:pt x="462" y="462"/>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9"/>
            <p:cNvSpPr/>
            <p:nvPr/>
          </p:nvSpPr>
          <p:spPr>
            <a:xfrm>
              <a:off x="6284998" y="2649725"/>
              <a:ext cx="15368" cy="15335"/>
            </a:xfrm>
            <a:custGeom>
              <a:rect b="b" l="l" r="r" t="t"/>
              <a:pathLst>
                <a:path extrusionOk="0" h="462" w="463">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9"/>
            <p:cNvSpPr/>
            <p:nvPr/>
          </p:nvSpPr>
          <p:spPr>
            <a:xfrm>
              <a:off x="6244204" y="2649725"/>
              <a:ext cx="15335" cy="15335"/>
            </a:xfrm>
            <a:custGeom>
              <a:rect b="b" l="l" r="r" t="t"/>
              <a:pathLst>
                <a:path extrusionOk="0" h="462" w="462">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9"/>
            <p:cNvSpPr/>
            <p:nvPr/>
          </p:nvSpPr>
          <p:spPr>
            <a:xfrm>
              <a:off x="6136030" y="3029348"/>
              <a:ext cx="15368" cy="15335"/>
            </a:xfrm>
            <a:custGeom>
              <a:rect b="b" l="l" r="r" t="t"/>
              <a:pathLst>
                <a:path extrusionOk="0" h="462" w="463">
                  <a:moveTo>
                    <a:pt x="1" y="0"/>
                  </a:moveTo>
                  <a:lnTo>
                    <a:pt x="1" y="462"/>
                  </a:lnTo>
                  <a:lnTo>
                    <a:pt x="462" y="462"/>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9"/>
            <p:cNvSpPr/>
            <p:nvPr/>
          </p:nvSpPr>
          <p:spPr>
            <a:xfrm>
              <a:off x="6136030" y="2920112"/>
              <a:ext cx="15368" cy="15368"/>
            </a:xfrm>
            <a:custGeom>
              <a:rect b="b" l="l" r="r" t="t"/>
              <a:pathLst>
                <a:path extrusionOk="0" h="463" w="463">
                  <a:moveTo>
                    <a:pt x="1" y="1"/>
                  </a:moveTo>
                  <a:lnTo>
                    <a:pt x="1"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9"/>
            <p:cNvSpPr/>
            <p:nvPr/>
          </p:nvSpPr>
          <p:spPr>
            <a:xfrm>
              <a:off x="6136030" y="2950781"/>
              <a:ext cx="15368" cy="63331"/>
            </a:xfrm>
            <a:custGeom>
              <a:rect b="b" l="l" r="r" t="t"/>
              <a:pathLst>
                <a:path extrusionOk="0" h="1908" w="463">
                  <a:moveTo>
                    <a:pt x="1" y="0"/>
                  </a:moveTo>
                  <a:lnTo>
                    <a:pt x="1" y="1907"/>
                  </a:lnTo>
                  <a:lnTo>
                    <a:pt x="462" y="1907"/>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9"/>
            <p:cNvSpPr/>
            <p:nvPr/>
          </p:nvSpPr>
          <p:spPr>
            <a:xfrm>
              <a:off x="6136030" y="3059952"/>
              <a:ext cx="15368" cy="15368"/>
            </a:xfrm>
            <a:custGeom>
              <a:rect b="b" l="l" r="r" t="t"/>
              <a:pathLst>
                <a:path extrusionOk="0" h="463" w="463">
                  <a:moveTo>
                    <a:pt x="1" y="1"/>
                  </a:moveTo>
                  <a:lnTo>
                    <a:pt x="1"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9"/>
            <p:cNvSpPr/>
            <p:nvPr/>
          </p:nvSpPr>
          <p:spPr>
            <a:xfrm>
              <a:off x="6136030" y="3090555"/>
              <a:ext cx="15368" cy="60244"/>
            </a:xfrm>
            <a:custGeom>
              <a:rect b="b" l="l" r="r" t="t"/>
              <a:pathLst>
                <a:path extrusionOk="0" h="1815" w="463">
                  <a:moveTo>
                    <a:pt x="1" y="0"/>
                  </a:moveTo>
                  <a:lnTo>
                    <a:pt x="1" y="1814"/>
                  </a:lnTo>
                  <a:lnTo>
                    <a:pt x="462" y="1814"/>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9"/>
            <p:cNvSpPr/>
            <p:nvPr/>
          </p:nvSpPr>
          <p:spPr>
            <a:xfrm>
              <a:off x="6136030" y="2780338"/>
              <a:ext cx="15368" cy="15335"/>
            </a:xfrm>
            <a:custGeom>
              <a:rect b="b" l="l" r="r" t="t"/>
              <a:pathLst>
                <a:path extrusionOk="0" h="462" w="463">
                  <a:moveTo>
                    <a:pt x="1" y="1"/>
                  </a:moveTo>
                  <a:lnTo>
                    <a:pt x="1"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9"/>
            <p:cNvSpPr/>
            <p:nvPr/>
          </p:nvSpPr>
          <p:spPr>
            <a:xfrm>
              <a:off x="6136030" y="2671101"/>
              <a:ext cx="15368" cy="63331"/>
            </a:xfrm>
            <a:custGeom>
              <a:rect b="b" l="l" r="r" t="t"/>
              <a:pathLst>
                <a:path extrusionOk="0" h="1908" w="463">
                  <a:moveTo>
                    <a:pt x="1" y="1"/>
                  </a:moveTo>
                  <a:lnTo>
                    <a:pt x="1" y="1908"/>
                  </a:lnTo>
                  <a:lnTo>
                    <a:pt x="462" y="1908"/>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9"/>
            <p:cNvSpPr/>
            <p:nvPr/>
          </p:nvSpPr>
          <p:spPr>
            <a:xfrm>
              <a:off x="6136030" y="2889541"/>
              <a:ext cx="15368" cy="15335"/>
            </a:xfrm>
            <a:custGeom>
              <a:rect b="b" l="l" r="r" t="t"/>
              <a:pathLst>
                <a:path extrusionOk="0" h="462" w="463">
                  <a:moveTo>
                    <a:pt x="1" y="0"/>
                  </a:moveTo>
                  <a:lnTo>
                    <a:pt x="1"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9"/>
            <p:cNvSpPr/>
            <p:nvPr/>
          </p:nvSpPr>
          <p:spPr>
            <a:xfrm>
              <a:off x="6136030" y="2749768"/>
              <a:ext cx="15368" cy="15335"/>
            </a:xfrm>
            <a:custGeom>
              <a:rect b="b" l="l" r="r" t="t"/>
              <a:pathLst>
                <a:path extrusionOk="0" h="462" w="463">
                  <a:moveTo>
                    <a:pt x="1" y="0"/>
                  </a:moveTo>
                  <a:lnTo>
                    <a:pt x="1"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9"/>
            <p:cNvSpPr/>
            <p:nvPr/>
          </p:nvSpPr>
          <p:spPr>
            <a:xfrm>
              <a:off x="6136030" y="2810941"/>
              <a:ext cx="15368" cy="63331"/>
            </a:xfrm>
            <a:custGeom>
              <a:rect b="b" l="l" r="r" t="t"/>
              <a:pathLst>
                <a:path extrusionOk="0" h="1908" w="463">
                  <a:moveTo>
                    <a:pt x="1" y="1"/>
                  </a:moveTo>
                  <a:lnTo>
                    <a:pt x="1" y="1908"/>
                  </a:lnTo>
                  <a:lnTo>
                    <a:pt x="462" y="1908"/>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9"/>
            <p:cNvSpPr/>
            <p:nvPr/>
          </p:nvSpPr>
          <p:spPr>
            <a:xfrm>
              <a:off x="6091618" y="2903283"/>
              <a:ext cx="15335" cy="15401"/>
            </a:xfrm>
            <a:custGeom>
              <a:rect b="b" l="l" r="r" t="t"/>
              <a:pathLst>
                <a:path extrusionOk="0" h="464" w="462">
                  <a:moveTo>
                    <a:pt x="1" y="1"/>
                  </a:moveTo>
                  <a:lnTo>
                    <a:pt x="1"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9"/>
            <p:cNvSpPr/>
            <p:nvPr/>
          </p:nvSpPr>
          <p:spPr>
            <a:xfrm>
              <a:off x="5903849" y="2903283"/>
              <a:ext cx="47996" cy="15401"/>
            </a:xfrm>
            <a:custGeom>
              <a:rect b="b" l="l" r="r" t="t"/>
              <a:pathLst>
                <a:path extrusionOk="0" h="464" w="1446">
                  <a:moveTo>
                    <a:pt x="1" y="1"/>
                  </a:moveTo>
                  <a:lnTo>
                    <a:pt x="1" y="463"/>
                  </a:lnTo>
                  <a:lnTo>
                    <a:pt x="1445" y="463"/>
                  </a:lnTo>
                  <a:lnTo>
                    <a:pt x="14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9"/>
            <p:cNvSpPr/>
            <p:nvPr/>
          </p:nvSpPr>
          <p:spPr>
            <a:xfrm>
              <a:off x="5967113" y="2903283"/>
              <a:ext cx="15368" cy="15401"/>
            </a:xfrm>
            <a:custGeom>
              <a:rect b="b" l="l" r="r" t="t"/>
              <a:pathLst>
                <a:path extrusionOk="0" h="464" w="463">
                  <a:moveTo>
                    <a:pt x="1" y="1"/>
                  </a:moveTo>
                  <a:lnTo>
                    <a:pt x="1" y="463"/>
                  </a:lnTo>
                  <a:lnTo>
                    <a:pt x="463" y="463"/>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9"/>
            <p:cNvSpPr/>
            <p:nvPr/>
          </p:nvSpPr>
          <p:spPr>
            <a:xfrm>
              <a:off x="6028354" y="2903283"/>
              <a:ext cx="48030" cy="15401"/>
            </a:xfrm>
            <a:custGeom>
              <a:rect b="b" l="l" r="r" t="t"/>
              <a:pathLst>
                <a:path extrusionOk="0" h="464" w="1447">
                  <a:moveTo>
                    <a:pt x="1" y="1"/>
                  </a:moveTo>
                  <a:lnTo>
                    <a:pt x="1" y="463"/>
                  </a:lnTo>
                  <a:lnTo>
                    <a:pt x="1446" y="463"/>
                  </a:lnTo>
                  <a:lnTo>
                    <a:pt x="14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9"/>
            <p:cNvSpPr/>
            <p:nvPr/>
          </p:nvSpPr>
          <p:spPr>
            <a:xfrm>
              <a:off x="5997750" y="2903283"/>
              <a:ext cx="15335" cy="15401"/>
            </a:xfrm>
            <a:custGeom>
              <a:rect b="b" l="l" r="r" t="t"/>
              <a:pathLst>
                <a:path extrusionOk="0" h="464" w="462">
                  <a:moveTo>
                    <a:pt x="0" y="1"/>
                  </a:moveTo>
                  <a:lnTo>
                    <a:pt x="0" y="463"/>
                  </a:lnTo>
                  <a:lnTo>
                    <a:pt x="461" y="463"/>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9"/>
            <p:cNvSpPr/>
            <p:nvPr/>
          </p:nvSpPr>
          <p:spPr>
            <a:xfrm>
              <a:off x="6212041" y="2903283"/>
              <a:ext cx="48030" cy="15401"/>
            </a:xfrm>
            <a:custGeom>
              <a:rect b="b" l="l" r="r" t="t"/>
              <a:pathLst>
                <a:path extrusionOk="0" h="464" w="1447">
                  <a:moveTo>
                    <a:pt x="0" y="1"/>
                  </a:moveTo>
                  <a:lnTo>
                    <a:pt x="0" y="463"/>
                  </a:lnTo>
                  <a:lnTo>
                    <a:pt x="1446" y="463"/>
                  </a:lnTo>
                  <a:lnTo>
                    <a:pt x="14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9"/>
            <p:cNvSpPr/>
            <p:nvPr/>
          </p:nvSpPr>
          <p:spPr>
            <a:xfrm>
              <a:off x="6181404" y="2903283"/>
              <a:ext cx="15368" cy="15401"/>
            </a:xfrm>
            <a:custGeom>
              <a:rect b="b" l="l" r="r" t="t"/>
              <a:pathLst>
                <a:path extrusionOk="0" h="464" w="463">
                  <a:moveTo>
                    <a:pt x="1" y="1"/>
                  </a:moveTo>
                  <a:lnTo>
                    <a:pt x="1"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9"/>
            <p:cNvSpPr/>
            <p:nvPr/>
          </p:nvSpPr>
          <p:spPr>
            <a:xfrm>
              <a:off x="6275306" y="2903283"/>
              <a:ext cx="15335" cy="15401"/>
            </a:xfrm>
            <a:custGeom>
              <a:rect b="b" l="l" r="r" t="t"/>
              <a:pathLst>
                <a:path extrusionOk="0" h="464" w="462">
                  <a:moveTo>
                    <a:pt x="0" y="1"/>
                  </a:moveTo>
                  <a:lnTo>
                    <a:pt x="0"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9"/>
            <p:cNvSpPr/>
            <p:nvPr/>
          </p:nvSpPr>
          <p:spPr>
            <a:xfrm>
              <a:off x="6336546" y="2903283"/>
              <a:ext cx="47996" cy="15401"/>
            </a:xfrm>
            <a:custGeom>
              <a:rect b="b" l="l" r="r" t="t"/>
              <a:pathLst>
                <a:path extrusionOk="0" h="464" w="1446">
                  <a:moveTo>
                    <a:pt x="0" y="1"/>
                  </a:moveTo>
                  <a:lnTo>
                    <a:pt x="0" y="463"/>
                  </a:lnTo>
                  <a:lnTo>
                    <a:pt x="1445" y="463"/>
                  </a:lnTo>
                  <a:lnTo>
                    <a:pt x="14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9"/>
            <p:cNvSpPr/>
            <p:nvPr/>
          </p:nvSpPr>
          <p:spPr>
            <a:xfrm>
              <a:off x="6305942" y="2903283"/>
              <a:ext cx="15368" cy="15401"/>
            </a:xfrm>
            <a:custGeom>
              <a:rect b="b" l="l" r="r" t="t"/>
              <a:pathLst>
                <a:path extrusionOk="0" h="464" w="463">
                  <a:moveTo>
                    <a:pt x="1" y="1"/>
                  </a:moveTo>
                  <a:lnTo>
                    <a:pt x="1"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6" name="Google Shape;2896;p49"/>
          <p:cNvGrpSpPr/>
          <p:nvPr/>
        </p:nvGrpSpPr>
        <p:grpSpPr>
          <a:xfrm>
            <a:off x="1256498" y="3722396"/>
            <a:ext cx="693657" cy="816215"/>
            <a:chOff x="5289389" y="3277163"/>
            <a:chExt cx="444481" cy="523047"/>
          </a:xfrm>
        </p:grpSpPr>
        <p:sp>
          <p:nvSpPr>
            <p:cNvPr id="2897" name="Google Shape;2897;p49"/>
            <p:cNvSpPr/>
            <p:nvPr/>
          </p:nvSpPr>
          <p:spPr>
            <a:xfrm>
              <a:off x="5289389" y="3277163"/>
              <a:ext cx="444481" cy="523047"/>
            </a:xfrm>
            <a:custGeom>
              <a:rect b="b" l="l" r="r" t="t"/>
              <a:pathLst>
                <a:path extrusionOk="0" h="15758" w="13391">
                  <a:moveTo>
                    <a:pt x="4324" y="464"/>
                  </a:moveTo>
                  <a:cubicBezTo>
                    <a:pt x="4448" y="464"/>
                    <a:pt x="4573" y="510"/>
                    <a:pt x="4672" y="603"/>
                  </a:cubicBezTo>
                  <a:lnTo>
                    <a:pt x="5536" y="1413"/>
                  </a:lnTo>
                  <a:lnTo>
                    <a:pt x="1530" y="5418"/>
                  </a:lnTo>
                  <a:lnTo>
                    <a:pt x="706" y="4594"/>
                  </a:lnTo>
                  <a:cubicBezTo>
                    <a:pt x="507" y="4394"/>
                    <a:pt x="507" y="4073"/>
                    <a:pt x="706" y="3874"/>
                  </a:cubicBezTo>
                  <a:lnTo>
                    <a:pt x="3964" y="614"/>
                  </a:lnTo>
                  <a:cubicBezTo>
                    <a:pt x="4064" y="515"/>
                    <a:pt x="4195" y="464"/>
                    <a:pt x="4324" y="464"/>
                  </a:cubicBezTo>
                  <a:close/>
                  <a:moveTo>
                    <a:pt x="5875" y="1728"/>
                  </a:moveTo>
                  <a:lnTo>
                    <a:pt x="6286" y="2112"/>
                  </a:lnTo>
                  <a:lnTo>
                    <a:pt x="2256" y="6144"/>
                  </a:lnTo>
                  <a:lnTo>
                    <a:pt x="1858" y="5746"/>
                  </a:lnTo>
                  <a:lnTo>
                    <a:pt x="5875" y="1728"/>
                  </a:lnTo>
                  <a:close/>
                  <a:moveTo>
                    <a:pt x="11311" y="4929"/>
                  </a:moveTo>
                  <a:cubicBezTo>
                    <a:pt x="11750" y="5582"/>
                    <a:pt x="12005" y="6367"/>
                    <a:pt x="12005" y="7199"/>
                  </a:cubicBezTo>
                  <a:cubicBezTo>
                    <a:pt x="12005" y="7506"/>
                    <a:pt x="11971" y="7806"/>
                    <a:pt x="11905" y="8095"/>
                  </a:cubicBezTo>
                  <a:lnTo>
                    <a:pt x="9796" y="7640"/>
                  </a:lnTo>
                  <a:lnTo>
                    <a:pt x="9442" y="6995"/>
                  </a:lnTo>
                  <a:lnTo>
                    <a:pt x="8301" y="6995"/>
                  </a:lnTo>
                  <a:lnTo>
                    <a:pt x="8301" y="6585"/>
                  </a:lnTo>
                  <a:lnTo>
                    <a:pt x="9133" y="6269"/>
                  </a:lnTo>
                  <a:lnTo>
                    <a:pt x="9789" y="4929"/>
                  </a:lnTo>
                  <a:close/>
                  <a:moveTo>
                    <a:pt x="6656" y="2398"/>
                  </a:moveTo>
                  <a:lnTo>
                    <a:pt x="8345" y="2786"/>
                  </a:lnTo>
                  <a:lnTo>
                    <a:pt x="2886" y="8246"/>
                  </a:lnTo>
                  <a:lnTo>
                    <a:pt x="2610" y="6501"/>
                  </a:lnTo>
                  <a:lnTo>
                    <a:pt x="2583" y="6472"/>
                  </a:lnTo>
                  <a:lnTo>
                    <a:pt x="6656" y="2398"/>
                  </a:lnTo>
                  <a:close/>
                  <a:moveTo>
                    <a:pt x="6081" y="8353"/>
                  </a:moveTo>
                  <a:lnTo>
                    <a:pt x="6081" y="9341"/>
                  </a:lnTo>
                  <a:lnTo>
                    <a:pt x="6707" y="9341"/>
                  </a:lnTo>
                  <a:lnTo>
                    <a:pt x="7023" y="9859"/>
                  </a:lnTo>
                  <a:lnTo>
                    <a:pt x="7994" y="10173"/>
                  </a:lnTo>
                  <a:lnTo>
                    <a:pt x="7994" y="10390"/>
                  </a:lnTo>
                  <a:lnTo>
                    <a:pt x="6945" y="10390"/>
                  </a:lnTo>
                  <a:lnTo>
                    <a:pt x="6945" y="11168"/>
                  </a:lnTo>
                  <a:cubicBezTo>
                    <a:pt x="5900" y="10909"/>
                    <a:pt x="4997" y="10242"/>
                    <a:pt x="4438" y="9341"/>
                  </a:cubicBezTo>
                  <a:lnTo>
                    <a:pt x="5268" y="9341"/>
                  </a:lnTo>
                  <a:lnTo>
                    <a:pt x="5886" y="8353"/>
                  </a:lnTo>
                  <a:close/>
                  <a:moveTo>
                    <a:pt x="8616" y="3169"/>
                  </a:moveTo>
                  <a:cubicBezTo>
                    <a:pt x="9540" y="3328"/>
                    <a:pt x="10353" y="3800"/>
                    <a:pt x="10950" y="4464"/>
                  </a:cubicBezTo>
                  <a:lnTo>
                    <a:pt x="9500" y="4464"/>
                  </a:lnTo>
                  <a:lnTo>
                    <a:pt x="8798" y="5901"/>
                  </a:lnTo>
                  <a:lnTo>
                    <a:pt x="7840" y="6264"/>
                  </a:lnTo>
                  <a:lnTo>
                    <a:pt x="7840" y="7457"/>
                  </a:lnTo>
                  <a:lnTo>
                    <a:pt x="9169" y="7457"/>
                  </a:lnTo>
                  <a:lnTo>
                    <a:pt x="9494" y="8047"/>
                  </a:lnTo>
                  <a:lnTo>
                    <a:pt x="11779" y="8539"/>
                  </a:lnTo>
                  <a:cubicBezTo>
                    <a:pt x="11222" y="10136"/>
                    <a:pt x="9702" y="11285"/>
                    <a:pt x="7918" y="11285"/>
                  </a:cubicBezTo>
                  <a:cubicBezTo>
                    <a:pt x="7746" y="11285"/>
                    <a:pt x="7576" y="11273"/>
                    <a:pt x="7408" y="11253"/>
                  </a:cubicBezTo>
                  <a:lnTo>
                    <a:pt x="7408" y="10850"/>
                  </a:lnTo>
                  <a:lnTo>
                    <a:pt x="8458" y="10850"/>
                  </a:lnTo>
                  <a:lnTo>
                    <a:pt x="8458" y="9833"/>
                  </a:lnTo>
                  <a:lnTo>
                    <a:pt x="7330" y="9469"/>
                  </a:lnTo>
                  <a:lnTo>
                    <a:pt x="6968" y="8875"/>
                  </a:lnTo>
                  <a:lnTo>
                    <a:pt x="6545" y="8875"/>
                  </a:lnTo>
                  <a:lnTo>
                    <a:pt x="6545" y="7888"/>
                  </a:lnTo>
                  <a:lnTo>
                    <a:pt x="5630" y="7888"/>
                  </a:lnTo>
                  <a:lnTo>
                    <a:pt x="5014" y="8875"/>
                  </a:lnTo>
                  <a:lnTo>
                    <a:pt x="4192" y="8875"/>
                  </a:lnTo>
                  <a:cubicBezTo>
                    <a:pt x="4051" y="8570"/>
                    <a:pt x="3948" y="8240"/>
                    <a:pt x="3889" y="7897"/>
                  </a:cubicBezTo>
                  <a:lnTo>
                    <a:pt x="8616" y="3169"/>
                  </a:lnTo>
                  <a:close/>
                  <a:moveTo>
                    <a:pt x="11625" y="3819"/>
                  </a:moveTo>
                  <a:cubicBezTo>
                    <a:pt x="12469" y="4744"/>
                    <a:pt x="12930" y="5934"/>
                    <a:pt x="12930" y="7197"/>
                  </a:cubicBezTo>
                  <a:cubicBezTo>
                    <a:pt x="12930" y="8538"/>
                    <a:pt x="12410" y="9797"/>
                    <a:pt x="11465" y="10743"/>
                  </a:cubicBezTo>
                  <a:cubicBezTo>
                    <a:pt x="10517" y="11689"/>
                    <a:pt x="9258" y="12210"/>
                    <a:pt x="7918" y="12210"/>
                  </a:cubicBezTo>
                  <a:cubicBezTo>
                    <a:pt x="6655" y="12210"/>
                    <a:pt x="5464" y="11747"/>
                    <a:pt x="4540" y="10904"/>
                  </a:cubicBezTo>
                  <a:lnTo>
                    <a:pt x="4868" y="10576"/>
                  </a:lnTo>
                  <a:cubicBezTo>
                    <a:pt x="4887" y="10593"/>
                    <a:pt x="4905" y="10610"/>
                    <a:pt x="4925" y="10627"/>
                  </a:cubicBezTo>
                  <a:cubicBezTo>
                    <a:pt x="5753" y="11351"/>
                    <a:pt x="6816" y="11750"/>
                    <a:pt x="7919" y="11750"/>
                  </a:cubicBezTo>
                  <a:cubicBezTo>
                    <a:pt x="10428" y="11750"/>
                    <a:pt x="12470" y="9709"/>
                    <a:pt x="12470" y="7199"/>
                  </a:cubicBezTo>
                  <a:cubicBezTo>
                    <a:pt x="12470" y="6097"/>
                    <a:pt x="12071" y="5033"/>
                    <a:pt x="11347" y="4204"/>
                  </a:cubicBezTo>
                  <a:cubicBezTo>
                    <a:pt x="11330" y="4185"/>
                    <a:pt x="11314" y="4167"/>
                    <a:pt x="11296" y="4148"/>
                  </a:cubicBezTo>
                  <a:lnTo>
                    <a:pt x="11625" y="3819"/>
                  </a:lnTo>
                  <a:close/>
                  <a:moveTo>
                    <a:pt x="4324" y="1"/>
                  </a:moveTo>
                  <a:cubicBezTo>
                    <a:pt x="4076" y="1"/>
                    <a:pt x="3828" y="97"/>
                    <a:pt x="3637" y="287"/>
                  </a:cubicBezTo>
                  <a:lnTo>
                    <a:pt x="379" y="3546"/>
                  </a:lnTo>
                  <a:cubicBezTo>
                    <a:pt x="0" y="3925"/>
                    <a:pt x="0" y="4542"/>
                    <a:pt x="379" y="4921"/>
                  </a:cubicBezTo>
                  <a:lnTo>
                    <a:pt x="2178" y="6720"/>
                  </a:lnTo>
                  <a:lnTo>
                    <a:pt x="2570" y="9218"/>
                  </a:lnTo>
                  <a:lnTo>
                    <a:pt x="3499" y="8288"/>
                  </a:lnTo>
                  <a:cubicBezTo>
                    <a:pt x="3679" y="9017"/>
                    <a:pt x="4037" y="9690"/>
                    <a:pt x="4541" y="10249"/>
                  </a:cubicBezTo>
                  <a:lnTo>
                    <a:pt x="2965" y="11825"/>
                  </a:lnTo>
                  <a:lnTo>
                    <a:pt x="3292" y="12151"/>
                  </a:lnTo>
                  <a:lnTo>
                    <a:pt x="4213" y="11230"/>
                  </a:lnTo>
                  <a:cubicBezTo>
                    <a:pt x="5206" y="12144"/>
                    <a:pt x="6483" y="12652"/>
                    <a:pt x="7842" y="12671"/>
                  </a:cubicBezTo>
                  <a:lnTo>
                    <a:pt x="7842" y="15294"/>
                  </a:lnTo>
                  <a:lnTo>
                    <a:pt x="5759" y="15294"/>
                  </a:lnTo>
                  <a:lnTo>
                    <a:pt x="5759" y="15758"/>
                  </a:lnTo>
                  <a:lnTo>
                    <a:pt x="10387" y="15758"/>
                  </a:lnTo>
                  <a:lnTo>
                    <a:pt x="10387" y="15294"/>
                  </a:lnTo>
                  <a:lnTo>
                    <a:pt x="8306" y="15294"/>
                  </a:lnTo>
                  <a:lnTo>
                    <a:pt x="8306" y="12659"/>
                  </a:lnTo>
                  <a:cubicBezTo>
                    <a:pt x="9621" y="12568"/>
                    <a:pt x="10849" y="12013"/>
                    <a:pt x="11790" y="11072"/>
                  </a:cubicBezTo>
                  <a:cubicBezTo>
                    <a:pt x="12822" y="10039"/>
                    <a:pt x="13391" y="8663"/>
                    <a:pt x="13391" y="7199"/>
                  </a:cubicBezTo>
                  <a:cubicBezTo>
                    <a:pt x="13391" y="5811"/>
                    <a:pt x="12881" y="4505"/>
                    <a:pt x="11950" y="3493"/>
                  </a:cubicBezTo>
                  <a:lnTo>
                    <a:pt x="12871" y="2572"/>
                  </a:lnTo>
                  <a:lnTo>
                    <a:pt x="12545" y="2244"/>
                  </a:lnTo>
                  <a:lnTo>
                    <a:pt x="10967" y="3820"/>
                  </a:lnTo>
                  <a:cubicBezTo>
                    <a:pt x="10409" y="3317"/>
                    <a:pt x="9735" y="2958"/>
                    <a:pt x="9006" y="2779"/>
                  </a:cubicBezTo>
                  <a:lnTo>
                    <a:pt x="9264" y="2520"/>
                  </a:lnTo>
                  <a:lnTo>
                    <a:pt x="6796" y="1954"/>
                  </a:lnTo>
                  <a:lnTo>
                    <a:pt x="4988" y="264"/>
                  </a:lnTo>
                  <a:cubicBezTo>
                    <a:pt x="4800" y="88"/>
                    <a:pt x="4562" y="1"/>
                    <a:pt x="4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9"/>
            <p:cNvSpPr/>
            <p:nvPr/>
          </p:nvSpPr>
          <p:spPr>
            <a:xfrm>
              <a:off x="5646042" y="3462377"/>
              <a:ext cx="26488" cy="53739"/>
            </a:xfrm>
            <a:custGeom>
              <a:rect b="b" l="l" r="r" t="t"/>
              <a:pathLst>
                <a:path extrusionOk="0" h="1619" w="798">
                  <a:moveTo>
                    <a:pt x="414" y="0"/>
                  </a:moveTo>
                  <a:lnTo>
                    <a:pt x="0" y="208"/>
                  </a:lnTo>
                  <a:cubicBezTo>
                    <a:pt x="219" y="645"/>
                    <a:pt x="334" y="1133"/>
                    <a:pt x="334" y="1619"/>
                  </a:cubicBezTo>
                  <a:lnTo>
                    <a:pt x="797" y="1619"/>
                  </a:lnTo>
                  <a:cubicBezTo>
                    <a:pt x="797" y="1060"/>
                    <a:pt x="664" y="502"/>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9"/>
            <p:cNvSpPr/>
            <p:nvPr/>
          </p:nvSpPr>
          <p:spPr>
            <a:xfrm>
              <a:off x="5597880" y="3593421"/>
              <a:ext cx="35582" cy="31002"/>
            </a:xfrm>
            <a:custGeom>
              <a:rect b="b" l="l" r="r" t="t"/>
              <a:pathLst>
                <a:path extrusionOk="0" h="934" w="1072">
                  <a:moveTo>
                    <a:pt x="759" y="1"/>
                  </a:moveTo>
                  <a:cubicBezTo>
                    <a:pt x="532" y="210"/>
                    <a:pt x="277" y="382"/>
                    <a:pt x="0" y="517"/>
                  </a:cubicBezTo>
                  <a:lnTo>
                    <a:pt x="203" y="934"/>
                  </a:lnTo>
                  <a:cubicBezTo>
                    <a:pt x="520" y="780"/>
                    <a:pt x="812" y="580"/>
                    <a:pt x="1072" y="342"/>
                  </a:cubicBezTo>
                  <a:lnTo>
                    <a:pt x="7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9"/>
            <p:cNvSpPr/>
            <p:nvPr/>
          </p:nvSpPr>
          <p:spPr>
            <a:xfrm>
              <a:off x="5632931" y="3571448"/>
              <a:ext cx="21442" cy="21476"/>
            </a:xfrm>
            <a:custGeom>
              <a:rect b="b" l="l" r="r" t="t"/>
              <a:pathLst>
                <a:path extrusionOk="0" h="647" w="646">
                  <a:moveTo>
                    <a:pt x="252" y="1"/>
                  </a:moveTo>
                  <a:cubicBezTo>
                    <a:pt x="176" y="123"/>
                    <a:pt x="92" y="241"/>
                    <a:pt x="0" y="350"/>
                  </a:cubicBezTo>
                  <a:lnTo>
                    <a:pt x="356" y="646"/>
                  </a:lnTo>
                  <a:cubicBezTo>
                    <a:pt x="460" y="519"/>
                    <a:pt x="559" y="386"/>
                    <a:pt x="645" y="246"/>
                  </a:cubicBezTo>
                  <a:lnTo>
                    <a:pt x="2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9"/>
            <p:cNvSpPr/>
            <p:nvPr/>
          </p:nvSpPr>
          <p:spPr>
            <a:xfrm>
              <a:off x="5472213" y="3594351"/>
              <a:ext cx="36014" cy="30935"/>
            </a:xfrm>
            <a:custGeom>
              <a:rect b="b" l="l" r="r" t="t"/>
              <a:pathLst>
                <a:path extrusionOk="0" h="932" w="1085">
                  <a:moveTo>
                    <a:pt x="307" y="1"/>
                  </a:moveTo>
                  <a:lnTo>
                    <a:pt x="0" y="347"/>
                  </a:lnTo>
                  <a:cubicBezTo>
                    <a:pt x="268" y="585"/>
                    <a:pt x="566" y="782"/>
                    <a:pt x="890" y="931"/>
                  </a:cubicBezTo>
                  <a:lnTo>
                    <a:pt x="1085" y="511"/>
                  </a:lnTo>
                  <a:cubicBezTo>
                    <a:pt x="803" y="380"/>
                    <a:pt x="542" y="209"/>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9"/>
            <p:cNvSpPr/>
            <p:nvPr/>
          </p:nvSpPr>
          <p:spPr>
            <a:xfrm>
              <a:off x="5327959" y="3386201"/>
              <a:ext cx="36943" cy="36976"/>
            </a:xfrm>
            <a:custGeom>
              <a:rect b="b" l="l" r="r" t="t"/>
              <a:pathLst>
                <a:path extrusionOk="0" h="1114" w="1113">
                  <a:moveTo>
                    <a:pt x="786" y="1"/>
                  </a:moveTo>
                  <a:lnTo>
                    <a:pt x="1" y="785"/>
                  </a:lnTo>
                  <a:lnTo>
                    <a:pt x="327" y="1113"/>
                  </a:lnTo>
                  <a:lnTo>
                    <a:pt x="1112" y="327"/>
                  </a:lnTo>
                  <a:lnTo>
                    <a:pt x="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9"/>
            <p:cNvSpPr/>
            <p:nvPr/>
          </p:nvSpPr>
          <p:spPr>
            <a:xfrm>
              <a:off x="5364869" y="3364426"/>
              <a:ext cx="21741" cy="21774"/>
            </a:xfrm>
            <a:custGeom>
              <a:rect b="b" l="l" r="r" t="t"/>
              <a:pathLst>
                <a:path extrusionOk="0" h="656" w="655">
                  <a:moveTo>
                    <a:pt x="327" y="1"/>
                  </a:moveTo>
                  <a:lnTo>
                    <a:pt x="0" y="329"/>
                  </a:lnTo>
                  <a:lnTo>
                    <a:pt x="327" y="656"/>
                  </a:lnTo>
                  <a:lnTo>
                    <a:pt x="655" y="329"/>
                  </a:lnTo>
                  <a:lnTo>
                    <a:pt x="3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9"/>
            <p:cNvSpPr/>
            <p:nvPr/>
          </p:nvSpPr>
          <p:spPr>
            <a:xfrm>
              <a:off x="5455783" y="3425832"/>
              <a:ext cx="21774" cy="21774"/>
            </a:xfrm>
            <a:custGeom>
              <a:rect b="b" l="l" r="r" t="t"/>
              <a:pathLst>
                <a:path extrusionOk="0" h="656" w="656">
                  <a:moveTo>
                    <a:pt x="328" y="1"/>
                  </a:moveTo>
                  <a:lnTo>
                    <a:pt x="1" y="328"/>
                  </a:lnTo>
                  <a:lnTo>
                    <a:pt x="328" y="656"/>
                  </a:lnTo>
                  <a:lnTo>
                    <a:pt x="655" y="328"/>
                  </a:lnTo>
                  <a:lnTo>
                    <a:pt x="3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9"/>
            <p:cNvSpPr/>
            <p:nvPr/>
          </p:nvSpPr>
          <p:spPr>
            <a:xfrm>
              <a:off x="5477524" y="3377338"/>
              <a:ext cx="48527" cy="48527"/>
            </a:xfrm>
            <a:custGeom>
              <a:rect b="b" l="l" r="r" t="t"/>
              <a:pathLst>
                <a:path extrusionOk="0" h="1462" w="1462">
                  <a:moveTo>
                    <a:pt x="1135" y="1"/>
                  </a:moveTo>
                  <a:lnTo>
                    <a:pt x="0" y="1135"/>
                  </a:lnTo>
                  <a:lnTo>
                    <a:pt x="328" y="1462"/>
                  </a:lnTo>
                  <a:lnTo>
                    <a:pt x="1462" y="328"/>
                  </a:lnTo>
                  <a:lnTo>
                    <a:pt x="11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49"/>
          <p:cNvGrpSpPr/>
          <p:nvPr/>
        </p:nvGrpSpPr>
        <p:grpSpPr>
          <a:xfrm>
            <a:off x="1347849" y="1399401"/>
            <a:ext cx="444469" cy="816216"/>
            <a:chOff x="4109296" y="3277230"/>
            <a:chExt cx="284825" cy="523014"/>
          </a:xfrm>
        </p:grpSpPr>
        <p:sp>
          <p:nvSpPr>
            <p:cNvPr id="2907" name="Google Shape;2907;p49"/>
            <p:cNvSpPr/>
            <p:nvPr/>
          </p:nvSpPr>
          <p:spPr>
            <a:xfrm>
              <a:off x="4109296" y="3277230"/>
              <a:ext cx="284825" cy="523014"/>
            </a:xfrm>
            <a:custGeom>
              <a:rect b="b" l="l" r="r" t="t"/>
              <a:pathLst>
                <a:path extrusionOk="0" h="15757" w="8581">
                  <a:moveTo>
                    <a:pt x="7411" y="468"/>
                  </a:moveTo>
                  <a:cubicBezTo>
                    <a:pt x="7797" y="468"/>
                    <a:pt x="8113" y="783"/>
                    <a:pt x="8113" y="1170"/>
                  </a:cubicBezTo>
                  <a:lnTo>
                    <a:pt x="8113" y="1872"/>
                  </a:lnTo>
                  <a:lnTo>
                    <a:pt x="469" y="1872"/>
                  </a:lnTo>
                  <a:lnTo>
                    <a:pt x="469" y="1170"/>
                  </a:lnTo>
                  <a:cubicBezTo>
                    <a:pt x="469" y="783"/>
                    <a:pt x="785" y="468"/>
                    <a:pt x="1170" y="468"/>
                  </a:cubicBezTo>
                  <a:close/>
                  <a:moveTo>
                    <a:pt x="8114" y="2339"/>
                  </a:moveTo>
                  <a:lnTo>
                    <a:pt x="8113" y="3929"/>
                  </a:lnTo>
                  <a:lnTo>
                    <a:pt x="7482" y="3875"/>
                  </a:lnTo>
                  <a:lnTo>
                    <a:pt x="6788" y="3208"/>
                  </a:lnTo>
                  <a:lnTo>
                    <a:pt x="6654" y="2339"/>
                  </a:lnTo>
                  <a:close/>
                  <a:moveTo>
                    <a:pt x="3729" y="3651"/>
                  </a:moveTo>
                  <a:cubicBezTo>
                    <a:pt x="4250" y="3651"/>
                    <a:pt x="4740" y="3853"/>
                    <a:pt x="5109" y="4222"/>
                  </a:cubicBezTo>
                  <a:cubicBezTo>
                    <a:pt x="5869" y="4982"/>
                    <a:pt x="5869" y="6220"/>
                    <a:pt x="5109" y="6980"/>
                  </a:cubicBezTo>
                  <a:lnTo>
                    <a:pt x="3729" y="8358"/>
                  </a:lnTo>
                  <a:lnTo>
                    <a:pt x="2349" y="6980"/>
                  </a:lnTo>
                  <a:cubicBezTo>
                    <a:pt x="1589" y="6220"/>
                    <a:pt x="1589" y="4982"/>
                    <a:pt x="2349" y="4222"/>
                  </a:cubicBezTo>
                  <a:cubicBezTo>
                    <a:pt x="2719" y="3853"/>
                    <a:pt x="3208" y="3651"/>
                    <a:pt x="3729" y="3651"/>
                  </a:cubicBezTo>
                  <a:close/>
                  <a:moveTo>
                    <a:pt x="3132" y="2339"/>
                  </a:moveTo>
                  <a:lnTo>
                    <a:pt x="3308" y="3218"/>
                  </a:lnTo>
                  <a:cubicBezTo>
                    <a:pt x="2822" y="3304"/>
                    <a:pt x="2375" y="3534"/>
                    <a:pt x="2018" y="3890"/>
                  </a:cubicBezTo>
                  <a:cubicBezTo>
                    <a:pt x="1076" y="4832"/>
                    <a:pt x="1076" y="6366"/>
                    <a:pt x="2018" y="7309"/>
                  </a:cubicBezTo>
                  <a:lnTo>
                    <a:pt x="3729" y="9019"/>
                  </a:lnTo>
                  <a:lnTo>
                    <a:pt x="5439" y="7309"/>
                  </a:lnTo>
                  <a:cubicBezTo>
                    <a:pt x="5735" y="7013"/>
                    <a:pt x="5940" y="6657"/>
                    <a:pt x="6050" y="6280"/>
                  </a:cubicBezTo>
                  <a:lnTo>
                    <a:pt x="6811" y="6704"/>
                  </a:lnTo>
                  <a:lnTo>
                    <a:pt x="5917" y="9132"/>
                  </a:lnTo>
                  <a:lnTo>
                    <a:pt x="3748" y="9989"/>
                  </a:lnTo>
                  <a:lnTo>
                    <a:pt x="1799" y="8906"/>
                  </a:lnTo>
                  <a:lnTo>
                    <a:pt x="469" y="9211"/>
                  </a:lnTo>
                  <a:lnTo>
                    <a:pt x="469" y="2339"/>
                  </a:lnTo>
                  <a:close/>
                  <a:moveTo>
                    <a:pt x="6180" y="2338"/>
                  </a:moveTo>
                  <a:lnTo>
                    <a:pt x="6351" y="3435"/>
                  </a:lnTo>
                  <a:lnTo>
                    <a:pt x="7278" y="4327"/>
                  </a:lnTo>
                  <a:lnTo>
                    <a:pt x="8114" y="4396"/>
                  </a:lnTo>
                  <a:lnTo>
                    <a:pt x="8113" y="9733"/>
                  </a:lnTo>
                  <a:lnTo>
                    <a:pt x="6672" y="10036"/>
                  </a:lnTo>
                  <a:lnTo>
                    <a:pt x="5462" y="11215"/>
                  </a:lnTo>
                  <a:lnTo>
                    <a:pt x="2944" y="11564"/>
                  </a:lnTo>
                  <a:lnTo>
                    <a:pt x="2545" y="12479"/>
                  </a:lnTo>
                  <a:lnTo>
                    <a:pt x="470" y="12479"/>
                  </a:lnTo>
                  <a:lnTo>
                    <a:pt x="470" y="9694"/>
                  </a:lnTo>
                  <a:lnTo>
                    <a:pt x="1729" y="9405"/>
                  </a:lnTo>
                  <a:lnTo>
                    <a:pt x="3713" y="10507"/>
                  </a:lnTo>
                  <a:lnTo>
                    <a:pt x="6284" y="9493"/>
                  </a:lnTo>
                  <a:lnTo>
                    <a:pt x="7389" y="6492"/>
                  </a:lnTo>
                  <a:lnTo>
                    <a:pt x="6139" y="5796"/>
                  </a:lnTo>
                  <a:cubicBezTo>
                    <a:pt x="6192" y="5113"/>
                    <a:pt x="5960" y="4411"/>
                    <a:pt x="5440" y="3890"/>
                  </a:cubicBezTo>
                  <a:cubicBezTo>
                    <a:pt x="4996" y="3445"/>
                    <a:pt x="4406" y="3196"/>
                    <a:pt x="3780" y="3182"/>
                  </a:cubicBezTo>
                  <a:lnTo>
                    <a:pt x="3610" y="2338"/>
                  </a:lnTo>
                  <a:close/>
                  <a:moveTo>
                    <a:pt x="8113" y="10209"/>
                  </a:moveTo>
                  <a:lnTo>
                    <a:pt x="8113" y="12479"/>
                  </a:lnTo>
                  <a:lnTo>
                    <a:pt x="3055" y="12479"/>
                  </a:lnTo>
                  <a:lnTo>
                    <a:pt x="3268" y="11991"/>
                  </a:lnTo>
                  <a:lnTo>
                    <a:pt x="5678" y="11655"/>
                  </a:lnTo>
                  <a:lnTo>
                    <a:pt x="6902" y="10463"/>
                  </a:lnTo>
                  <a:lnTo>
                    <a:pt x="8113" y="10209"/>
                  </a:lnTo>
                  <a:close/>
                  <a:moveTo>
                    <a:pt x="8113" y="12948"/>
                  </a:moveTo>
                  <a:lnTo>
                    <a:pt x="8113" y="14586"/>
                  </a:lnTo>
                  <a:cubicBezTo>
                    <a:pt x="8113" y="14972"/>
                    <a:pt x="7797" y="15287"/>
                    <a:pt x="7411" y="15287"/>
                  </a:cubicBezTo>
                  <a:lnTo>
                    <a:pt x="1170" y="15287"/>
                  </a:lnTo>
                  <a:cubicBezTo>
                    <a:pt x="785" y="15287"/>
                    <a:pt x="469" y="14972"/>
                    <a:pt x="469" y="14586"/>
                  </a:cubicBezTo>
                  <a:lnTo>
                    <a:pt x="469" y="12948"/>
                  </a:lnTo>
                  <a:close/>
                  <a:moveTo>
                    <a:pt x="1170" y="0"/>
                  </a:moveTo>
                  <a:cubicBezTo>
                    <a:pt x="526" y="0"/>
                    <a:pt x="1" y="524"/>
                    <a:pt x="1" y="1170"/>
                  </a:cubicBezTo>
                  <a:lnTo>
                    <a:pt x="1" y="14587"/>
                  </a:lnTo>
                  <a:cubicBezTo>
                    <a:pt x="1" y="15231"/>
                    <a:pt x="526" y="15757"/>
                    <a:pt x="1170" y="15757"/>
                  </a:cubicBezTo>
                  <a:lnTo>
                    <a:pt x="7411" y="15757"/>
                  </a:lnTo>
                  <a:cubicBezTo>
                    <a:pt x="8056" y="15757"/>
                    <a:pt x="8580" y="15231"/>
                    <a:pt x="8580" y="14587"/>
                  </a:cubicBezTo>
                  <a:lnTo>
                    <a:pt x="8580" y="1170"/>
                  </a:lnTo>
                  <a:cubicBezTo>
                    <a:pt x="8580" y="524"/>
                    <a:pt x="8056" y="0"/>
                    <a:pt x="7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9"/>
            <p:cNvSpPr/>
            <p:nvPr/>
          </p:nvSpPr>
          <p:spPr>
            <a:xfrm>
              <a:off x="4228391" y="3722507"/>
              <a:ext cx="46602" cy="46635"/>
            </a:xfrm>
            <a:custGeom>
              <a:rect b="b" l="l" r="r" t="t"/>
              <a:pathLst>
                <a:path extrusionOk="0" h="1405" w="1404">
                  <a:moveTo>
                    <a:pt x="936" y="469"/>
                  </a:moveTo>
                  <a:lnTo>
                    <a:pt x="936" y="936"/>
                  </a:lnTo>
                  <a:lnTo>
                    <a:pt x="468" y="936"/>
                  </a:lnTo>
                  <a:lnTo>
                    <a:pt x="468" y="469"/>
                  </a:lnTo>
                  <a:close/>
                  <a:moveTo>
                    <a:pt x="0" y="0"/>
                  </a:moveTo>
                  <a:lnTo>
                    <a:pt x="0" y="1405"/>
                  </a:lnTo>
                  <a:lnTo>
                    <a:pt x="1404" y="1405"/>
                  </a:lnTo>
                  <a:lnTo>
                    <a:pt x="1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9"/>
            <p:cNvSpPr/>
            <p:nvPr/>
          </p:nvSpPr>
          <p:spPr>
            <a:xfrm>
              <a:off x="4212823" y="3308265"/>
              <a:ext cx="15600" cy="15567"/>
            </a:xfrm>
            <a:custGeom>
              <a:rect b="b" l="l" r="r" t="t"/>
              <a:pathLst>
                <a:path extrusionOk="0" h="469" w="470">
                  <a:moveTo>
                    <a:pt x="1" y="1"/>
                  </a:moveTo>
                  <a:lnTo>
                    <a:pt x="1"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9"/>
            <p:cNvSpPr/>
            <p:nvPr/>
          </p:nvSpPr>
          <p:spPr>
            <a:xfrm>
              <a:off x="4274960" y="3308265"/>
              <a:ext cx="15600" cy="15567"/>
            </a:xfrm>
            <a:custGeom>
              <a:rect b="b" l="l" r="r" t="t"/>
              <a:pathLst>
                <a:path extrusionOk="0" h="469" w="470">
                  <a:moveTo>
                    <a:pt x="1" y="1"/>
                  </a:moveTo>
                  <a:lnTo>
                    <a:pt x="1"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9"/>
            <p:cNvSpPr/>
            <p:nvPr/>
          </p:nvSpPr>
          <p:spPr>
            <a:xfrm>
              <a:off x="4243892" y="3308265"/>
              <a:ext cx="15600" cy="15567"/>
            </a:xfrm>
            <a:custGeom>
              <a:rect b="b" l="l" r="r" t="t"/>
              <a:pathLst>
                <a:path extrusionOk="0" h="469" w="470">
                  <a:moveTo>
                    <a:pt x="1" y="1"/>
                  </a:moveTo>
                  <a:lnTo>
                    <a:pt x="1"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9"/>
            <p:cNvSpPr/>
            <p:nvPr/>
          </p:nvSpPr>
          <p:spPr>
            <a:xfrm>
              <a:off x="4189024" y="3419061"/>
              <a:ext cx="88093" cy="88060"/>
            </a:xfrm>
            <a:custGeom>
              <a:rect b="b" l="l" r="r" t="t"/>
              <a:pathLst>
                <a:path extrusionOk="0" h="2653" w="2654">
                  <a:moveTo>
                    <a:pt x="1327" y="469"/>
                  </a:moveTo>
                  <a:cubicBezTo>
                    <a:pt x="1800" y="469"/>
                    <a:pt x="2185" y="853"/>
                    <a:pt x="2185" y="1327"/>
                  </a:cubicBezTo>
                  <a:cubicBezTo>
                    <a:pt x="2185" y="1800"/>
                    <a:pt x="1801" y="2185"/>
                    <a:pt x="1327" y="2185"/>
                  </a:cubicBezTo>
                  <a:cubicBezTo>
                    <a:pt x="853" y="2185"/>
                    <a:pt x="469" y="1800"/>
                    <a:pt x="469" y="1327"/>
                  </a:cubicBezTo>
                  <a:cubicBezTo>
                    <a:pt x="469" y="853"/>
                    <a:pt x="854" y="469"/>
                    <a:pt x="1327" y="469"/>
                  </a:cubicBezTo>
                  <a:close/>
                  <a:moveTo>
                    <a:pt x="1327" y="0"/>
                  </a:moveTo>
                  <a:cubicBezTo>
                    <a:pt x="595" y="0"/>
                    <a:pt x="0" y="595"/>
                    <a:pt x="0" y="1327"/>
                  </a:cubicBezTo>
                  <a:cubicBezTo>
                    <a:pt x="0" y="2058"/>
                    <a:pt x="595" y="2653"/>
                    <a:pt x="1327" y="2653"/>
                  </a:cubicBezTo>
                  <a:cubicBezTo>
                    <a:pt x="2059" y="2653"/>
                    <a:pt x="2654" y="2058"/>
                    <a:pt x="2654" y="1327"/>
                  </a:cubicBezTo>
                  <a:cubicBezTo>
                    <a:pt x="2654" y="597"/>
                    <a:pt x="2059" y="0"/>
                    <a:pt x="13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9"/>
            <p:cNvSpPr/>
            <p:nvPr/>
          </p:nvSpPr>
          <p:spPr>
            <a:xfrm>
              <a:off x="4139866" y="3722507"/>
              <a:ext cx="31101" cy="15567"/>
            </a:xfrm>
            <a:custGeom>
              <a:rect b="b" l="l" r="r" t="t"/>
              <a:pathLst>
                <a:path extrusionOk="0" h="469" w="937">
                  <a:moveTo>
                    <a:pt x="0" y="0"/>
                  </a:moveTo>
                  <a:lnTo>
                    <a:pt x="0" y="469"/>
                  </a:lnTo>
                  <a:lnTo>
                    <a:pt x="936" y="469"/>
                  </a:lnTo>
                  <a:lnTo>
                    <a:pt x="9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9"/>
            <p:cNvSpPr/>
            <p:nvPr/>
          </p:nvSpPr>
          <p:spPr>
            <a:xfrm>
              <a:off x="4148131" y="3308265"/>
              <a:ext cx="15567" cy="15567"/>
            </a:xfrm>
            <a:custGeom>
              <a:rect b="b" l="l" r="r" t="t"/>
              <a:pathLst>
                <a:path extrusionOk="0" h="469" w="469">
                  <a:moveTo>
                    <a:pt x="0" y="1"/>
                  </a:moveTo>
                  <a:lnTo>
                    <a:pt x="0" y="468"/>
                  </a:lnTo>
                  <a:lnTo>
                    <a:pt x="469" y="468"/>
                  </a:lnTo>
                  <a:lnTo>
                    <a:pt x="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9"/>
            <p:cNvSpPr/>
            <p:nvPr/>
          </p:nvSpPr>
          <p:spPr>
            <a:xfrm>
              <a:off x="4309712" y="3308265"/>
              <a:ext cx="15534" cy="15567"/>
            </a:xfrm>
            <a:custGeom>
              <a:rect b="b" l="l" r="r" t="t"/>
              <a:pathLst>
                <a:path extrusionOk="0" h="469" w="468">
                  <a:moveTo>
                    <a:pt x="0" y="1"/>
                  </a:moveTo>
                  <a:lnTo>
                    <a:pt x="0" y="468"/>
                  </a:lnTo>
                  <a:lnTo>
                    <a:pt x="468" y="46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9"/>
            <p:cNvSpPr/>
            <p:nvPr/>
          </p:nvSpPr>
          <p:spPr>
            <a:xfrm>
              <a:off x="4340747" y="3308265"/>
              <a:ext cx="20745" cy="15567"/>
            </a:xfrm>
            <a:custGeom>
              <a:rect b="b" l="l" r="r" t="t"/>
              <a:pathLst>
                <a:path extrusionOk="0" h="469" w="625">
                  <a:moveTo>
                    <a:pt x="0" y="1"/>
                  </a:moveTo>
                  <a:lnTo>
                    <a:pt x="0" y="468"/>
                  </a:lnTo>
                  <a:lnTo>
                    <a:pt x="625" y="468"/>
                  </a:lnTo>
                  <a:lnTo>
                    <a:pt x="6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9"/>
            <p:cNvSpPr/>
            <p:nvPr/>
          </p:nvSpPr>
          <p:spPr>
            <a:xfrm>
              <a:off x="4187498" y="3738041"/>
              <a:ext cx="16596" cy="20015"/>
            </a:xfrm>
            <a:custGeom>
              <a:rect b="b" l="l" r="r" t="t"/>
              <a:pathLst>
                <a:path extrusionOk="0" h="603" w="500">
                  <a:moveTo>
                    <a:pt x="1" y="1"/>
                  </a:moveTo>
                  <a:lnTo>
                    <a:pt x="1" y="468"/>
                  </a:lnTo>
                  <a:lnTo>
                    <a:pt x="87" y="468"/>
                  </a:lnTo>
                  <a:lnTo>
                    <a:pt x="1" y="1"/>
                  </a:lnTo>
                  <a:close/>
                  <a:moveTo>
                    <a:pt x="87" y="468"/>
                  </a:moveTo>
                  <a:lnTo>
                    <a:pt x="112" y="603"/>
                  </a:lnTo>
                  <a:lnTo>
                    <a:pt x="499" y="46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9"/>
            <p:cNvSpPr/>
            <p:nvPr/>
          </p:nvSpPr>
          <p:spPr>
            <a:xfrm>
              <a:off x="4299323" y="3738041"/>
              <a:ext cx="16629" cy="15567"/>
            </a:xfrm>
            <a:custGeom>
              <a:rect b="b" l="l" r="r" t="t"/>
              <a:pathLst>
                <a:path extrusionOk="0" h="469" w="501">
                  <a:moveTo>
                    <a:pt x="1" y="1"/>
                  </a:moveTo>
                  <a:lnTo>
                    <a:pt x="1" y="468"/>
                  </a:lnTo>
                  <a:lnTo>
                    <a:pt x="500" y="468"/>
                  </a:lnTo>
                  <a:lnTo>
                    <a:pt x="5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9"/>
            <p:cNvSpPr/>
            <p:nvPr/>
          </p:nvSpPr>
          <p:spPr>
            <a:xfrm>
              <a:off x="4135352" y="3395660"/>
              <a:ext cx="21509" cy="21509"/>
            </a:xfrm>
            <a:custGeom>
              <a:rect b="b" l="l" r="r" t="t"/>
              <a:pathLst>
                <a:path extrusionOk="0" h="648" w="648">
                  <a:moveTo>
                    <a:pt x="275" y="1"/>
                  </a:moveTo>
                  <a:cubicBezTo>
                    <a:pt x="172" y="134"/>
                    <a:pt x="80" y="275"/>
                    <a:pt x="1" y="423"/>
                  </a:cubicBezTo>
                  <a:lnTo>
                    <a:pt x="410" y="647"/>
                  </a:lnTo>
                  <a:cubicBezTo>
                    <a:pt x="479" y="522"/>
                    <a:pt x="559" y="399"/>
                    <a:pt x="647" y="285"/>
                  </a:cubicBezTo>
                  <a:lnTo>
                    <a:pt x="27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9"/>
            <p:cNvSpPr/>
            <p:nvPr/>
          </p:nvSpPr>
          <p:spPr>
            <a:xfrm>
              <a:off x="4155500" y="3368476"/>
              <a:ext cx="27052" cy="25890"/>
            </a:xfrm>
            <a:custGeom>
              <a:rect b="b" l="l" r="r" t="t"/>
              <a:pathLst>
                <a:path extrusionOk="0" h="780" w="815">
                  <a:moveTo>
                    <a:pt x="567" y="1"/>
                  </a:moveTo>
                  <a:cubicBezTo>
                    <a:pt x="365" y="127"/>
                    <a:pt x="175" y="276"/>
                    <a:pt x="1" y="444"/>
                  </a:cubicBezTo>
                  <a:lnTo>
                    <a:pt x="327" y="780"/>
                  </a:lnTo>
                  <a:cubicBezTo>
                    <a:pt x="475" y="635"/>
                    <a:pt x="640" y="506"/>
                    <a:pt x="815" y="397"/>
                  </a:cubicBezTo>
                  <a:lnTo>
                    <a:pt x="5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9"/>
            <p:cNvSpPr/>
            <p:nvPr/>
          </p:nvSpPr>
          <p:spPr>
            <a:xfrm>
              <a:off x="4323155" y="3425235"/>
              <a:ext cx="21276" cy="37906"/>
            </a:xfrm>
            <a:custGeom>
              <a:rect b="b" l="l" r="r" t="t"/>
              <a:pathLst>
                <a:path extrusionOk="0" h="1142" w="641">
                  <a:moveTo>
                    <a:pt x="441" y="0"/>
                  </a:moveTo>
                  <a:lnTo>
                    <a:pt x="1" y="160"/>
                  </a:lnTo>
                  <a:cubicBezTo>
                    <a:pt x="113" y="473"/>
                    <a:pt x="171" y="804"/>
                    <a:pt x="171" y="1141"/>
                  </a:cubicBezTo>
                  <a:lnTo>
                    <a:pt x="639" y="1141"/>
                  </a:lnTo>
                  <a:cubicBezTo>
                    <a:pt x="641" y="749"/>
                    <a:pt x="574" y="365"/>
                    <a:pt x="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9"/>
            <p:cNvSpPr/>
            <p:nvPr/>
          </p:nvSpPr>
          <p:spPr>
            <a:xfrm>
              <a:off x="4275225" y="3363065"/>
              <a:ext cx="32827" cy="29176"/>
            </a:xfrm>
            <a:custGeom>
              <a:rect b="b" l="l" r="r" t="t"/>
              <a:pathLst>
                <a:path extrusionOk="0" h="879" w="989">
                  <a:moveTo>
                    <a:pt x="207" y="1"/>
                  </a:moveTo>
                  <a:lnTo>
                    <a:pt x="1" y="420"/>
                  </a:lnTo>
                  <a:cubicBezTo>
                    <a:pt x="184" y="511"/>
                    <a:pt x="359" y="621"/>
                    <a:pt x="520" y="749"/>
                  </a:cubicBezTo>
                  <a:cubicBezTo>
                    <a:pt x="572" y="791"/>
                    <a:pt x="623" y="833"/>
                    <a:pt x="673" y="879"/>
                  </a:cubicBezTo>
                  <a:lnTo>
                    <a:pt x="989" y="532"/>
                  </a:lnTo>
                  <a:cubicBezTo>
                    <a:pt x="929" y="480"/>
                    <a:pt x="870" y="430"/>
                    <a:pt x="810" y="382"/>
                  </a:cubicBezTo>
                  <a:cubicBezTo>
                    <a:pt x="622" y="233"/>
                    <a:pt x="420" y="105"/>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9"/>
            <p:cNvSpPr/>
            <p:nvPr/>
          </p:nvSpPr>
          <p:spPr>
            <a:xfrm>
              <a:off x="4261318" y="3536032"/>
              <a:ext cx="42154" cy="42984"/>
            </a:xfrm>
            <a:custGeom>
              <a:rect b="b" l="l" r="r" t="t"/>
              <a:pathLst>
                <a:path extrusionOk="0" h="1295" w="1270">
                  <a:moveTo>
                    <a:pt x="830" y="1"/>
                  </a:moveTo>
                  <a:lnTo>
                    <a:pt x="603" y="620"/>
                  </a:lnTo>
                  <a:lnTo>
                    <a:pt x="0" y="859"/>
                  </a:lnTo>
                  <a:lnTo>
                    <a:pt x="171" y="1294"/>
                  </a:lnTo>
                  <a:lnTo>
                    <a:pt x="970" y="979"/>
                  </a:lnTo>
                  <a:lnTo>
                    <a:pt x="1270" y="162"/>
                  </a:lnTo>
                  <a:lnTo>
                    <a:pt x="8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9"/>
            <p:cNvSpPr/>
            <p:nvPr/>
          </p:nvSpPr>
          <p:spPr>
            <a:xfrm>
              <a:off x="4138008" y="3539716"/>
              <a:ext cx="39731" cy="23467"/>
            </a:xfrm>
            <a:custGeom>
              <a:rect b="b" l="l" r="r" t="t"/>
              <a:pathLst>
                <a:path extrusionOk="0" h="707" w="1197">
                  <a:moveTo>
                    <a:pt x="1092" y="0"/>
                  </a:moveTo>
                  <a:lnTo>
                    <a:pt x="0" y="251"/>
                  </a:lnTo>
                  <a:lnTo>
                    <a:pt x="105" y="707"/>
                  </a:lnTo>
                  <a:lnTo>
                    <a:pt x="1197" y="456"/>
                  </a:lnTo>
                  <a:lnTo>
                    <a:pt x="10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9"/>
            <p:cNvSpPr/>
            <p:nvPr/>
          </p:nvSpPr>
          <p:spPr>
            <a:xfrm>
              <a:off x="4336731" y="3571182"/>
              <a:ext cx="19949" cy="19982"/>
            </a:xfrm>
            <a:custGeom>
              <a:rect b="b" l="l" r="r" t="t"/>
              <a:pathLst>
                <a:path extrusionOk="0" h="602" w="601">
                  <a:moveTo>
                    <a:pt x="161" y="1"/>
                  </a:moveTo>
                  <a:lnTo>
                    <a:pt x="0" y="440"/>
                  </a:lnTo>
                  <a:lnTo>
                    <a:pt x="440" y="602"/>
                  </a:lnTo>
                  <a:lnTo>
                    <a:pt x="601" y="163"/>
                  </a:lnTo>
                  <a:lnTo>
                    <a:pt x="1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9"/>
            <p:cNvSpPr/>
            <p:nvPr/>
          </p:nvSpPr>
          <p:spPr>
            <a:xfrm>
              <a:off x="4347419" y="3540712"/>
              <a:ext cx="20480" cy="21310"/>
            </a:xfrm>
            <a:custGeom>
              <a:rect b="b" l="l" r="r" t="t"/>
              <a:pathLst>
                <a:path extrusionOk="0" h="642" w="617">
                  <a:moveTo>
                    <a:pt x="177" y="0"/>
                  </a:moveTo>
                  <a:lnTo>
                    <a:pt x="1" y="479"/>
                  </a:lnTo>
                  <a:lnTo>
                    <a:pt x="439" y="642"/>
                  </a:lnTo>
                  <a:lnTo>
                    <a:pt x="616" y="162"/>
                  </a:lnTo>
                  <a:lnTo>
                    <a:pt x="1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9"/>
            <p:cNvSpPr/>
            <p:nvPr/>
          </p:nvSpPr>
          <p:spPr>
            <a:xfrm>
              <a:off x="4312567" y="3660570"/>
              <a:ext cx="21940" cy="22007"/>
            </a:xfrm>
            <a:custGeom>
              <a:rect b="b" l="l" r="r" t="t"/>
              <a:pathLst>
                <a:path extrusionOk="0" h="663" w="661">
                  <a:moveTo>
                    <a:pt x="335" y="1"/>
                  </a:moveTo>
                  <a:lnTo>
                    <a:pt x="0" y="327"/>
                  </a:lnTo>
                  <a:lnTo>
                    <a:pt x="326" y="662"/>
                  </a:lnTo>
                  <a:lnTo>
                    <a:pt x="661" y="336"/>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9"/>
            <p:cNvSpPr/>
            <p:nvPr/>
          </p:nvSpPr>
          <p:spPr>
            <a:xfrm>
              <a:off x="4334773" y="3634149"/>
              <a:ext cx="26853" cy="26753"/>
            </a:xfrm>
            <a:custGeom>
              <a:rect b="b" l="l" r="r" t="t"/>
              <a:pathLst>
                <a:path extrusionOk="0" h="806" w="809">
                  <a:moveTo>
                    <a:pt x="482" y="0"/>
                  </a:moveTo>
                  <a:lnTo>
                    <a:pt x="0" y="471"/>
                  </a:lnTo>
                  <a:lnTo>
                    <a:pt x="327" y="806"/>
                  </a:lnTo>
                  <a:lnTo>
                    <a:pt x="809" y="335"/>
                  </a:lnTo>
                  <a:lnTo>
                    <a:pt x="4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9"/>
            <p:cNvSpPr/>
            <p:nvPr/>
          </p:nvSpPr>
          <p:spPr>
            <a:xfrm>
              <a:off x="4345693" y="3361837"/>
              <a:ext cx="25293" cy="25160"/>
            </a:xfrm>
            <a:custGeom>
              <a:rect b="b" l="l" r="r" t="t"/>
              <a:pathLst>
                <a:path extrusionOk="0" h="758" w="762">
                  <a:moveTo>
                    <a:pt x="324" y="0"/>
                  </a:moveTo>
                  <a:lnTo>
                    <a:pt x="0" y="337"/>
                  </a:lnTo>
                  <a:lnTo>
                    <a:pt x="436" y="757"/>
                  </a:lnTo>
                  <a:lnTo>
                    <a:pt x="761" y="420"/>
                  </a:lnTo>
                  <a:lnTo>
                    <a:pt x="3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9"/>
            <p:cNvSpPr/>
            <p:nvPr/>
          </p:nvSpPr>
          <p:spPr>
            <a:xfrm>
              <a:off x="4140364" y="3612242"/>
              <a:ext cx="15567" cy="15534"/>
            </a:xfrm>
            <a:custGeom>
              <a:rect b="b" l="l" r="r" t="t"/>
              <a:pathLst>
                <a:path extrusionOk="0" h="468" w="469">
                  <a:moveTo>
                    <a:pt x="1" y="1"/>
                  </a:moveTo>
                  <a:lnTo>
                    <a:pt x="1" y="468"/>
                  </a:lnTo>
                  <a:lnTo>
                    <a:pt x="468" y="468"/>
                  </a:lnTo>
                  <a:lnTo>
                    <a:pt x="4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9"/>
            <p:cNvSpPr/>
            <p:nvPr/>
          </p:nvSpPr>
          <p:spPr>
            <a:xfrm>
              <a:off x="4140364" y="3643310"/>
              <a:ext cx="42984" cy="32628"/>
            </a:xfrm>
            <a:custGeom>
              <a:rect b="b" l="l" r="r" t="t"/>
              <a:pathLst>
                <a:path extrusionOk="0" h="983" w="1295">
                  <a:moveTo>
                    <a:pt x="1" y="0"/>
                  </a:moveTo>
                  <a:lnTo>
                    <a:pt x="1" y="983"/>
                  </a:lnTo>
                  <a:lnTo>
                    <a:pt x="1294" y="983"/>
                  </a:lnTo>
                  <a:lnTo>
                    <a:pt x="1294" y="514"/>
                  </a:lnTo>
                  <a:lnTo>
                    <a:pt x="469" y="514"/>
                  </a:lnTo>
                  <a:lnTo>
                    <a:pt x="4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9"/>
            <p:cNvSpPr/>
            <p:nvPr/>
          </p:nvSpPr>
          <p:spPr>
            <a:xfrm>
              <a:off x="4329362" y="3722507"/>
              <a:ext cx="33690" cy="38868"/>
            </a:xfrm>
            <a:custGeom>
              <a:rect b="b" l="l" r="r" t="t"/>
              <a:pathLst>
                <a:path extrusionOk="0" h="1171" w="1015">
                  <a:moveTo>
                    <a:pt x="1" y="0"/>
                  </a:moveTo>
                  <a:lnTo>
                    <a:pt x="1" y="469"/>
                  </a:lnTo>
                  <a:lnTo>
                    <a:pt x="547" y="469"/>
                  </a:lnTo>
                  <a:lnTo>
                    <a:pt x="547" y="1171"/>
                  </a:lnTo>
                  <a:lnTo>
                    <a:pt x="1014" y="1171"/>
                  </a:lnTo>
                  <a:lnTo>
                    <a:pt x="10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9"/>
            <p:cNvSpPr/>
            <p:nvPr/>
          </p:nvSpPr>
          <p:spPr>
            <a:xfrm>
              <a:off x="4225304" y="3455341"/>
              <a:ext cx="15534" cy="15534"/>
            </a:xfrm>
            <a:custGeom>
              <a:rect b="b" l="l" r="r" t="t"/>
              <a:pathLst>
                <a:path extrusionOk="0" h="468" w="468">
                  <a:moveTo>
                    <a:pt x="0" y="0"/>
                  </a:moveTo>
                  <a:lnTo>
                    <a:pt x="0" y="468"/>
                  </a:lnTo>
                  <a:lnTo>
                    <a:pt x="468" y="468"/>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9"/>
            <p:cNvSpPr/>
            <p:nvPr/>
          </p:nvSpPr>
          <p:spPr>
            <a:xfrm>
              <a:off x="4225304" y="3518506"/>
              <a:ext cx="15534" cy="15534"/>
            </a:xfrm>
            <a:custGeom>
              <a:rect b="b" l="l" r="r" t="t"/>
              <a:pathLst>
                <a:path extrusionOk="0" h="468" w="468">
                  <a:moveTo>
                    <a:pt x="0" y="0"/>
                  </a:moveTo>
                  <a:lnTo>
                    <a:pt x="0" y="468"/>
                  </a:lnTo>
                  <a:lnTo>
                    <a:pt x="468" y="468"/>
                  </a:lnTo>
                  <a:lnTo>
                    <a:pt x="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5" name="Google Shape;2935;p49"/>
          <p:cNvSpPr/>
          <p:nvPr/>
        </p:nvSpPr>
        <p:spPr>
          <a:xfrm>
            <a:off x="-173375" y="1550125"/>
            <a:ext cx="9504321" cy="1641900"/>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2936" name="Google Shape;2936;p49"/>
          <p:cNvSpPr/>
          <p:nvPr/>
        </p:nvSpPr>
        <p:spPr>
          <a:xfrm flipH="1">
            <a:off x="-51000" y="2722350"/>
            <a:ext cx="9382350" cy="1641900"/>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grpSp>
        <p:nvGrpSpPr>
          <p:cNvPr id="2937" name="Google Shape;2937;p49"/>
          <p:cNvGrpSpPr/>
          <p:nvPr/>
        </p:nvGrpSpPr>
        <p:grpSpPr>
          <a:xfrm>
            <a:off x="7252420" y="55048"/>
            <a:ext cx="1630809" cy="1113761"/>
            <a:chOff x="-512179" y="-394944"/>
            <a:chExt cx="2169783" cy="1481853"/>
          </a:xfrm>
        </p:grpSpPr>
        <p:grpSp>
          <p:nvGrpSpPr>
            <p:cNvPr id="2938" name="Google Shape;2938;p49"/>
            <p:cNvGrpSpPr/>
            <p:nvPr/>
          </p:nvGrpSpPr>
          <p:grpSpPr>
            <a:xfrm>
              <a:off x="-512179" y="-394944"/>
              <a:ext cx="1878017" cy="1225153"/>
              <a:chOff x="1705450" y="1644825"/>
              <a:chExt cx="1313850" cy="857050"/>
            </a:xfrm>
          </p:grpSpPr>
          <p:sp>
            <p:nvSpPr>
              <p:cNvPr id="2939" name="Google Shape;2939;p49"/>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9"/>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9"/>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9"/>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9"/>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9"/>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9"/>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9"/>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9"/>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9"/>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9"/>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9"/>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9"/>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9"/>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9"/>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9"/>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9"/>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9"/>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9"/>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9"/>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9"/>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9"/>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9"/>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9"/>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9"/>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9"/>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9"/>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9"/>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9"/>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9"/>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9"/>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9"/>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9"/>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9"/>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9"/>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9"/>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9"/>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9"/>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9"/>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9"/>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9"/>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9"/>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9"/>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9"/>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9"/>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9"/>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9"/>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9"/>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9"/>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9"/>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9" name="Google Shape;2989;p49"/>
            <p:cNvGrpSpPr/>
            <p:nvPr/>
          </p:nvGrpSpPr>
          <p:grpSpPr>
            <a:xfrm>
              <a:off x="380139" y="539997"/>
              <a:ext cx="1277466" cy="546912"/>
              <a:chOff x="2011750" y="3107325"/>
              <a:chExt cx="1510900" cy="646850"/>
            </a:xfrm>
          </p:grpSpPr>
          <p:sp>
            <p:nvSpPr>
              <p:cNvPr id="2990" name="Google Shape;2990;p49"/>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9"/>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9"/>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9"/>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9"/>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9"/>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99" name="Shape 2999"/>
        <p:cNvGrpSpPr/>
        <p:nvPr/>
      </p:nvGrpSpPr>
      <p:grpSpPr>
        <a:xfrm>
          <a:off x="0" y="0"/>
          <a:ext cx="0" cy="0"/>
          <a:chOff x="0" y="0"/>
          <a:chExt cx="0" cy="0"/>
        </a:xfrm>
      </p:grpSpPr>
      <p:sp>
        <p:nvSpPr>
          <p:cNvPr id="3000" name="Google Shape;3000;p50"/>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Drei Spalten</a:t>
            </a:r>
            <a:endParaRPr/>
          </a:p>
          <a:p>
            <a:pPr indent="0" lvl="0" marL="0" rtl="0" algn="ctr">
              <a:spcBef>
                <a:spcPts val="0"/>
              </a:spcBef>
              <a:spcAft>
                <a:spcPts val="0"/>
              </a:spcAft>
              <a:buNone/>
            </a:pPr>
            <a:r>
              <a:t/>
            </a:r>
            <a:endParaRPr/>
          </a:p>
        </p:txBody>
      </p:sp>
      <p:sp>
        <p:nvSpPr>
          <p:cNvPr id="3001" name="Google Shape;3001;p50"/>
          <p:cNvSpPr txBox="1"/>
          <p:nvPr>
            <p:ph idx="2" type="title"/>
          </p:nvPr>
        </p:nvSpPr>
        <p:spPr>
          <a:xfrm>
            <a:off x="734287" y="2456163"/>
            <a:ext cx="23976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Merkur</a:t>
            </a:r>
            <a:endParaRPr/>
          </a:p>
          <a:p>
            <a:pPr indent="0" lvl="0" marL="0" rtl="0" algn="ctr">
              <a:spcBef>
                <a:spcPts val="0"/>
              </a:spcBef>
              <a:spcAft>
                <a:spcPts val="0"/>
              </a:spcAft>
              <a:buNone/>
            </a:pPr>
            <a:r>
              <a:t/>
            </a:r>
            <a:endParaRPr/>
          </a:p>
        </p:txBody>
      </p:sp>
      <p:sp>
        <p:nvSpPr>
          <p:cNvPr id="3002" name="Google Shape;3002;p50"/>
          <p:cNvSpPr txBox="1"/>
          <p:nvPr>
            <p:ph idx="1" type="subTitle"/>
          </p:nvPr>
        </p:nvSpPr>
        <p:spPr>
          <a:xfrm>
            <a:off x="734275" y="2947975"/>
            <a:ext cx="23976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Der Merkur ist der sonnennächste Planet</a:t>
            </a:r>
            <a:endParaRPr/>
          </a:p>
          <a:p>
            <a:pPr indent="0" lvl="0" marL="0" rtl="0" algn="ctr">
              <a:spcBef>
                <a:spcPts val="1600"/>
              </a:spcBef>
              <a:spcAft>
                <a:spcPts val="1600"/>
              </a:spcAft>
              <a:buNone/>
            </a:pPr>
            <a:r>
              <a:t/>
            </a:r>
            <a:endParaRPr/>
          </a:p>
        </p:txBody>
      </p:sp>
      <p:sp>
        <p:nvSpPr>
          <p:cNvPr id="3003" name="Google Shape;3003;p50"/>
          <p:cNvSpPr txBox="1"/>
          <p:nvPr>
            <p:ph idx="3" type="title"/>
          </p:nvPr>
        </p:nvSpPr>
        <p:spPr>
          <a:xfrm>
            <a:off x="3375000" y="2456163"/>
            <a:ext cx="23958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a:p>
            <a:pPr indent="0" lvl="0" marL="0" rtl="0" algn="ctr">
              <a:spcBef>
                <a:spcPts val="0"/>
              </a:spcBef>
              <a:spcAft>
                <a:spcPts val="0"/>
              </a:spcAft>
              <a:buNone/>
            </a:pPr>
            <a:r>
              <a:t/>
            </a:r>
            <a:endParaRPr/>
          </a:p>
        </p:txBody>
      </p:sp>
      <p:sp>
        <p:nvSpPr>
          <p:cNvPr id="3004" name="Google Shape;3004;p50"/>
          <p:cNvSpPr txBox="1"/>
          <p:nvPr>
            <p:ph idx="4" type="subTitle"/>
          </p:nvPr>
        </p:nvSpPr>
        <p:spPr>
          <a:xfrm>
            <a:off x="3374096" y="2947983"/>
            <a:ext cx="23976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Die Venus ist der zweite Planet des Sonnensystems </a:t>
            </a:r>
            <a:endParaRPr/>
          </a:p>
          <a:p>
            <a:pPr indent="0" lvl="0" marL="0" rtl="0" algn="ctr">
              <a:spcBef>
                <a:spcPts val="1600"/>
              </a:spcBef>
              <a:spcAft>
                <a:spcPts val="1600"/>
              </a:spcAft>
              <a:buNone/>
            </a:pPr>
            <a:r>
              <a:t/>
            </a:r>
            <a:endParaRPr/>
          </a:p>
        </p:txBody>
      </p:sp>
      <p:sp>
        <p:nvSpPr>
          <p:cNvPr id="3005" name="Google Shape;3005;p50"/>
          <p:cNvSpPr txBox="1"/>
          <p:nvPr>
            <p:ph idx="5" type="title"/>
          </p:nvPr>
        </p:nvSpPr>
        <p:spPr>
          <a:xfrm>
            <a:off x="6015713" y="2456163"/>
            <a:ext cx="23958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a:p>
            <a:pPr indent="0" lvl="0" marL="0" rtl="0" algn="ctr">
              <a:spcBef>
                <a:spcPts val="0"/>
              </a:spcBef>
              <a:spcAft>
                <a:spcPts val="0"/>
              </a:spcAft>
              <a:buNone/>
            </a:pPr>
            <a:r>
              <a:t/>
            </a:r>
            <a:endParaRPr sz="2300"/>
          </a:p>
        </p:txBody>
      </p:sp>
      <p:sp>
        <p:nvSpPr>
          <p:cNvPr id="3006" name="Google Shape;3006;p50"/>
          <p:cNvSpPr txBox="1"/>
          <p:nvPr>
            <p:ph idx="6" type="subTitle"/>
          </p:nvPr>
        </p:nvSpPr>
        <p:spPr>
          <a:xfrm>
            <a:off x="6015717" y="2947983"/>
            <a:ext cx="23958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Obwohl er rot ist, ist der Mars eigentlich sehr kalt</a:t>
            </a:r>
            <a:endParaRPr/>
          </a:p>
          <a:p>
            <a:pPr indent="0" lvl="0" marL="0" rtl="0" algn="ctr">
              <a:spcBef>
                <a:spcPts val="1600"/>
              </a:spcBef>
              <a:spcAft>
                <a:spcPts val="1600"/>
              </a:spcAft>
              <a:buNone/>
            </a:pPr>
            <a:r>
              <a:t/>
            </a:r>
            <a:endParaRPr/>
          </a:p>
        </p:txBody>
      </p:sp>
      <p:grpSp>
        <p:nvGrpSpPr>
          <p:cNvPr id="3007" name="Google Shape;3007;p50"/>
          <p:cNvGrpSpPr/>
          <p:nvPr/>
        </p:nvGrpSpPr>
        <p:grpSpPr>
          <a:xfrm>
            <a:off x="4310624" y="1897637"/>
            <a:ext cx="522848" cy="522583"/>
            <a:chOff x="7144086" y="1425387"/>
            <a:chExt cx="522848" cy="522583"/>
          </a:xfrm>
        </p:grpSpPr>
        <p:sp>
          <p:nvSpPr>
            <p:cNvPr id="3008" name="Google Shape;3008;p50"/>
            <p:cNvSpPr/>
            <p:nvPr/>
          </p:nvSpPr>
          <p:spPr>
            <a:xfrm>
              <a:off x="7377330" y="1561576"/>
              <a:ext cx="56228" cy="56228"/>
            </a:xfrm>
            <a:custGeom>
              <a:rect b="b" l="l" r="r" t="t"/>
              <a:pathLst>
                <a:path extrusionOk="0" h="1694" w="1694">
                  <a:moveTo>
                    <a:pt x="847" y="462"/>
                  </a:moveTo>
                  <a:cubicBezTo>
                    <a:pt x="1059" y="462"/>
                    <a:pt x="1232" y="633"/>
                    <a:pt x="1232" y="847"/>
                  </a:cubicBezTo>
                  <a:cubicBezTo>
                    <a:pt x="1232" y="1060"/>
                    <a:pt x="1059" y="1232"/>
                    <a:pt x="847" y="1232"/>
                  </a:cubicBezTo>
                  <a:cubicBezTo>
                    <a:pt x="635" y="1232"/>
                    <a:pt x="461" y="1060"/>
                    <a:pt x="461" y="847"/>
                  </a:cubicBezTo>
                  <a:cubicBezTo>
                    <a:pt x="461" y="633"/>
                    <a:pt x="633" y="462"/>
                    <a:pt x="847" y="462"/>
                  </a:cubicBezTo>
                  <a:close/>
                  <a:moveTo>
                    <a:pt x="847" y="0"/>
                  </a:moveTo>
                  <a:cubicBezTo>
                    <a:pt x="380" y="0"/>
                    <a:pt x="0" y="380"/>
                    <a:pt x="0" y="847"/>
                  </a:cubicBezTo>
                  <a:cubicBezTo>
                    <a:pt x="0" y="1314"/>
                    <a:pt x="380" y="1693"/>
                    <a:pt x="847" y="1693"/>
                  </a:cubicBezTo>
                  <a:cubicBezTo>
                    <a:pt x="1314" y="1693"/>
                    <a:pt x="1693" y="1314"/>
                    <a:pt x="1693" y="847"/>
                  </a:cubicBezTo>
                  <a:cubicBezTo>
                    <a:pt x="1692" y="380"/>
                    <a:pt x="1314" y="0"/>
                    <a:pt x="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0"/>
            <p:cNvSpPr/>
            <p:nvPr/>
          </p:nvSpPr>
          <p:spPr>
            <a:xfrm>
              <a:off x="7144086" y="1425387"/>
              <a:ext cx="522815" cy="438805"/>
            </a:xfrm>
            <a:custGeom>
              <a:rect b="b" l="l" r="r" t="t"/>
              <a:pathLst>
                <a:path extrusionOk="0" h="13220" w="15751">
                  <a:moveTo>
                    <a:pt x="8320" y="1746"/>
                  </a:moveTo>
                  <a:lnTo>
                    <a:pt x="8320" y="3169"/>
                  </a:lnTo>
                  <a:lnTo>
                    <a:pt x="7427" y="3169"/>
                  </a:lnTo>
                  <a:lnTo>
                    <a:pt x="7427" y="1746"/>
                  </a:lnTo>
                  <a:close/>
                  <a:moveTo>
                    <a:pt x="9911" y="3630"/>
                  </a:moveTo>
                  <a:lnTo>
                    <a:pt x="10498" y="7498"/>
                  </a:lnTo>
                  <a:lnTo>
                    <a:pt x="10498" y="7498"/>
                  </a:lnTo>
                  <a:lnTo>
                    <a:pt x="7875" y="6286"/>
                  </a:lnTo>
                  <a:lnTo>
                    <a:pt x="5250" y="7498"/>
                  </a:lnTo>
                  <a:lnTo>
                    <a:pt x="5838" y="3630"/>
                  </a:lnTo>
                  <a:close/>
                  <a:moveTo>
                    <a:pt x="7642" y="6902"/>
                  </a:moveTo>
                  <a:lnTo>
                    <a:pt x="7642" y="8001"/>
                  </a:lnTo>
                  <a:lnTo>
                    <a:pt x="4152" y="9615"/>
                  </a:lnTo>
                  <a:lnTo>
                    <a:pt x="3847" y="8656"/>
                  </a:lnTo>
                  <a:lnTo>
                    <a:pt x="7642" y="6902"/>
                  </a:lnTo>
                  <a:close/>
                  <a:moveTo>
                    <a:pt x="8105" y="6902"/>
                  </a:moveTo>
                  <a:lnTo>
                    <a:pt x="11900" y="8656"/>
                  </a:lnTo>
                  <a:lnTo>
                    <a:pt x="11595" y="9615"/>
                  </a:lnTo>
                  <a:lnTo>
                    <a:pt x="8105" y="8000"/>
                  </a:lnTo>
                  <a:lnTo>
                    <a:pt x="8105" y="6902"/>
                  </a:lnTo>
                  <a:close/>
                  <a:moveTo>
                    <a:pt x="7642" y="8509"/>
                  </a:moveTo>
                  <a:lnTo>
                    <a:pt x="7642" y="12154"/>
                  </a:lnTo>
                  <a:cubicBezTo>
                    <a:pt x="7230" y="12197"/>
                    <a:pt x="6985" y="12348"/>
                    <a:pt x="6765" y="12485"/>
                  </a:cubicBezTo>
                  <a:cubicBezTo>
                    <a:pt x="6532" y="12631"/>
                    <a:pt x="6330" y="12758"/>
                    <a:pt x="5904" y="12758"/>
                  </a:cubicBezTo>
                  <a:cubicBezTo>
                    <a:pt x="5498" y="12758"/>
                    <a:pt x="5295" y="12643"/>
                    <a:pt x="5074" y="12506"/>
                  </a:cubicBezTo>
                  <a:lnTo>
                    <a:pt x="4293" y="10057"/>
                  </a:lnTo>
                  <a:lnTo>
                    <a:pt x="7642" y="8509"/>
                  </a:lnTo>
                  <a:close/>
                  <a:moveTo>
                    <a:pt x="8105" y="8510"/>
                  </a:moveTo>
                  <a:lnTo>
                    <a:pt x="11454" y="10059"/>
                  </a:lnTo>
                  <a:lnTo>
                    <a:pt x="10674" y="12506"/>
                  </a:lnTo>
                  <a:cubicBezTo>
                    <a:pt x="10452" y="12643"/>
                    <a:pt x="10250" y="12759"/>
                    <a:pt x="9844" y="12759"/>
                  </a:cubicBezTo>
                  <a:cubicBezTo>
                    <a:pt x="9417" y="12759"/>
                    <a:pt x="9215" y="12632"/>
                    <a:pt x="8982" y="12486"/>
                  </a:cubicBezTo>
                  <a:cubicBezTo>
                    <a:pt x="8762" y="12350"/>
                    <a:pt x="8517" y="12198"/>
                    <a:pt x="8105" y="12155"/>
                  </a:cubicBezTo>
                  <a:lnTo>
                    <a:pt x="8105" y="8510"/>
                  </a:lnTo>
                  <a:close/>
                  <a:moveTo>
                    <a:pt x="7645" y="1"/>
                  </a:moveTo>
                  <a:lnTo>
                    <a:pt x="7645" y="1283"/>
                  </a:lnTo>
                  <a:lnTo>
                    <a:pt x="6967" y="1283"/>
                  </a:lnTo>
                  <a:lnTo>
                    <a:pt x="6967" y="3169"/>
                  </a:lnTo>
                  <a:lnTo>
                    <a:pt x="5442" y="3169"/>
                  </a:lnTo>
                  <a:lnTo>
                    <a:pt x="4751" y="7729"/>
                  </a:lnTo>
                  <a:lnTo>
                    <a:pt x="3286" y="8407"/>
                  </a:lnTo>
                  <a:lnTo>
                    <a:pt x="4501" y="12219"/>
                  </a:lnTo>
                  <a:cubicBezTo>
                    <a:pt x="4348" y="12172"/>
                    <a:pt x="4164" y="12143"/>
                    <a:pt x="3937" y="12143"/>
                  </a:cubicBezTo>
                  <a:cubicBezTo>
                    <a:pt x="3379" y="12143"/>
                    <a:pt x="3087" y="12325"/>
                    <a:pt x="2831" y="12485"/>
                  </a:cubicBezTo>
                  <a:cubicBezTo>
                    <a:pt x="2597" y="12631"/>
                    <a:pt x="2395" y="12758"/>
                    <a:pt x="1968" y="12758"/>
                  </a:cubicBezTo>
                  <a:cubicBezTo>
                    <a:pt x="1542" y="12758"/>
                    <a:pt x="1340" y="12631"/>
                    <a:pt x="1107" y="12485"/>
                  </a:cubicBezTo>
                  <a:cubicBezTo>
                    <a:pt x="849" y="12325"/>
                    <a:pt x="558" y="12143"/>
                    <a:pt x="0" y="12143"/>
                  </a:cubicBezTo>
                  <a:lnTo>
                    <a:pt x="0" y="12604"/>
                  </a:lnTo>
                  <a:cubicBezTo>
                    <a:pt x="426" y="12604"/>
                    <a:pt x="628" y="12730"/>
                    <a:pt x="861" y="12877"/>
                  </a:cubicBezTo>
                  <a:cubicBezTo>
                    <a:pt x="1119" y="13038"/>
                    <a:pt x="1410" y="13220"/>
                    <a:pt x="1968" y="13220"/>
                  </a:cubicBezTo>
                  <a:cubicBezTo>
                    <a:pt x="2528" y="13220"/>
                    <a:pt x="2819" y="13038"/>
                    <a:pt x="3075" y="12877"/>
                  </a:cubicBezTo>
                  <a:cubicBezTo>
                    <a:pt x="3309" y="12730"/>
                    <a:pt x="3512" y="12604"/>
                    <a:pt x="3937" y="12604"/>
                  </a:cubicBezTo>
                  <a:cubicBezTo>
                    <a:pt x="4364" y="12604"/>
                    <a:pt x="4566" y="12730"/>
                    <a:pt x="4800" y="12877"/>
                  </a:cubicBezTo>
                  <a:cubicBezTo>
                    <a:pt x="5057" y="13038"/>
                    <a:pt x="5348" y="13220"/>
                    <a:pt x="5906" y="13220"/>
                  </a:cubicBezTo>
                  <a:cubicBezTo>
                    <a:pt x="6465" y="13220"/>
                    <a:pt x="6757" y="13038"/>
                    <a:pt x="7013" y="12877"/>
                  </a:cubicBezTo>
                  <a:cubicBezTo>
                    <a:pt x="7246" y="12730"/>
                    <a:pt x="7448" y="12604"/>
                    <a:pt x="7875" y="12604"/>
                  </a:cubicBezTo>
                  <a:cubicBezTo>
                    <a:pt x="8301" y="12604"/>
                    <a:pt x="8503" y="12730"/>
                    <a:pt x="8738" y="12877"/>
                  </a:cubicBezTo>
                  <a:cubicBezTo>
                    <a:pt x="8994" y="13038"/>
                    <a:pt x="9286" y="13220"/>
                    <a:pt x="9844" y="13220"/>
                  </a:cubicBezTo>
                  <a:cubicBezTo>
                    <a:pt x="10403" y="13220"/>
                    <a:pt x="10694" y="13038"/>
                    <a:pt x="10951" y="12877"/>
                  </a:cubicBezTo>
                  <a:cubicBezTo>
                    <a:pt x="11184" y="12730"/>
                    <a:pt x="11387" y="12604"/>
                    <a:pt x="11812" y="12604"/>
                  </a:cubicBezTo>
                  <a:cubicBezTo>
                    <a:pt x="12239" y="12604"/>
                    <a:pt x="12441" y="12730"/>
                    <a:pt x="12675" y="12877"/>
                  </a:cubicBezTo>
                  <a:cubicBezTo>
                    <a:pt x="12932" y="13038"/>
                    <a:pt x="13223" y="13220"/>
                    <a:pt x="13781" y="13220"/>
                  </a:cubicBezTo>
                  <a:cubicBezTo>
                    <a:pt x="14340" y="13220"/>
                    <a:pt x="14632" y="13038"/>
                    <a:pt x="14888" y="12877"/>
                  </a:cubicBezTo>
                  <a:cubicBezTo>
                    <a:pt x="15122" y="12730"/>
                    <a:pt x="15325" y="12604"/>
                    <a:pt x="15750" y="12604"/>
                  </a:cubicBezTo>
                  <a:lnTo>
                    <a:pt x="15750" y="12143"/>
                  </a:lnTo>
                  <a:cubicBezTo>
                    <a:pt x="15193" y="12143"/>
                    <a:pt x="14902" y="12325"/>
                    <a:pt x="14645" y="12485"/>
                  </a:cubicBezTo>
                  <a:cubicBezTo>
                    <a:pt x="14411" y="12631"/>
                    <a:pt x="14208" y="12758"/>
                    <a:pt x="13782" y="12758"/>
                  </a:cubicBezTo>
                  <a:cubicBezTo>
                    <a:pt x="13357" y="12758"/>
                    <a:pt x="13155" y="12631"/>
                    <a:pt x="12921" y="12485"/>
                  </a:cubicBezTo>
                  <a:cubicBezTo>
                    <a:pt x="12663" y="12325"/>
                    <a:pt x="12373" y="12143"/>
                    <a:pt x="11813" y="12143"/>
                  </a:cubicBezTo>
                  <a:cubicBezTo>
                    <a:pt x="11588" y="12143"/>
                    <a:pt x="11404" y="12172"/>
                    <a:pt x="11250" y="12219"/>
                  </a:cubicBezTo>
                  <a:lnTo>
                    <a:pt x="12465" y="8407"/>
                  </a:lnTo>
                  <a:lnTo>
                    <a:pt x="11000" y="7729"/>
                  </a:lnTo>
                  <a:lnTo>
                    <a:pt x="10310" y="3169"/>
                  </a:lnTo>
                  <a:lnTo>
                    <a:pt x="8784" y="3169"/>
                  </a:lnTo>
                  <a:lnTo>
                    <a:pt x="8784" y="1283"/>
                  </a:lnTo>
                  <a:lnTo>
                    <a:pt x="8107" y="1283"/>
                  </a:lnTo>
                  <a:lnTo>
                    <a:pt x="81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0"/>
            <p:cNvSpPr/>
            <p:nvPr/>
          </p:nvSpPr>
          <p:spPr>
            <a:xfrm>
              <a:off x="7144119" y="1866216"/>
              <a:ext cx="522815" cy="35782"/>
            </a:xfrm>
            <a:custGeom>
              <a:rect b="b" l="l" r="r" t="t"/>
              <a:pathLst>
                <a:path extrusionOk="0" h="1078" w="15751">
                  <a:moveTo>
                    <a:pt x="0" y="1"/>
                  </a:moveTo>
                  <a:lnTo>
                    <a:pt x="0" y="462"/>
                  </a:lnTo>
                  <a:cubicBezTo>
                    <a:pt x="426" y="462"/>
                    <a:pt x="628" y="589"/>
                    <a:pt x="863" y="735"/>
                  </a:cubicBezTo>
                  <a:cubicBezTo>
                    <a:pt x="1119" y="895"/>
                    <a:pt x="1411" y="1077"/>
                    <a:pt x="1969" y="1077"/>
                  </a:cubicBezTo>
                  <a:cubicBezTo>
                    <a:pt x="2528" y="1077"/>
                    <a:pt x="2819" y="895"/>
                    <a:pt x="3076" y="735"/>
                  </a:cubicBezTo>
                  <a:cubicBezTo>
                    <a:pt x="3309" y="588"/>
                    <a:pt x="3512" y="462"/>
                    <a:pt x="3937" y="462"/>
                  </a:cubicBezTo>
                  <a:cubicBezTo>
                    <a:pt x="4364" y="462"/>
                    <a:pt x="4566" y="589"/>
                    <a:pt x="4800" y="735"/>
                  </a:cubicBezTo>
                  <a:cubicBezTo>
                    <a:pt x="5057" y="895"/>
                    <a:pt x="5348" y="1077"/>
                    <a:pt x="5906" y="1077"/>
                  </a:cubicBezTo>
                  <a:cubicBezTo>
                    <a:pt x="6465" y="1077"/>
                    <a:pt x="6757" y="895"/>
                    <a:pt x="7013" y="735"/>
                  </a:cubicBezTo>
                  <a:cubicBezTo>
                    <a:pt x="7246" y="588"/>
                    <a:pt x="7448" y="462"/>
                    <a:pt x="7875" y="462"/>
                  </a:cubicBezTo>
                  <a:cubicBezTo>
                    <a:pt x="8301" y="462"/>
                    <a:pt x="8503" y="589"/>
                    <a:pt x="8738" y="735"/>
                  </a:cubicBezTo>
                  <a:cubicBezTo>
                    <a:pt x="8994" y="895"/>
                    <a:pt x="9286" y="1077"/>
                    <a:pt x="9844" y="1077"/>
                  </a:cubicBezTo>
                  <a:cubicBezTo>
                    <a:pt x="10403" y="1077"/>
                    <a:pt x="10694" y="895"/>
                    <a:pt x="10951" y="735"/>
                  </a:cubicBezTo>
                  <a:cubicBezTo>
                    <a:pt x="11185" y="588"/>
                    <a:pt x="11387" y="462"/>
                    <a:pt x="11812" y="462"/>
                  </a:cubicBezTo>
                  <a:cubicBezTo>
                    <a:pt x="12239" y="462"/>
                    <a:pt x="12441" y="589"/>
                    <a:pt x="12675" y="735"/>
                  </a:cubicBezTo>
                  <a:cubicBezTo>
                    <a:pt x="12932" y="895"/>
                    <a:pt x="13223" y="1077"/>
                    <a:pt x="13781" y="1077"/>
                  </a:cubicBezTo>
                  <a:cubicBezTo>
                    <a:pt x="14340" y="1077"/>
                    <a:pt x="14632" y="895"/>
                    <a:pt x="14888" y="735"/>
                  </a:cubicBezTo>
                  <a:cubicBezTo>
                    <a:pt x="15123" y="588"/>
                    <a:pt x="15325" y="462"/>
                    <a:pt x="15750" y="462"/>
                  </a:cubicBezTo>
                  <a:lnTo>
                    <a:pt x="15750" y="1"/>
                  </a:lnTo>
                  <a:cubicBezTo>
                    <a:pt x="15192" y="1"/>
                    <a:pt x="14901" y="183"/>
                    <a:pt x="14644" y="343"/>
                  </a:cubicBezTo>
                  <a:cubicBezTo>
                    <a:pt x="14410" y="489"/>
                    <a:pt x="14208" y="616"/>
                    <a:pt x="13781" y="616"/>
                  </a:cubicBezTo>
                  <a:cubicBezTo>
                    <a:pt x="13355" y="616"/>
                    <a:pt x="13154" y="489"/>
                    <a:pt x="12920" y="343"/>
                  </a:cubicBezTo>
                  <a:cubicBezTo>
                    <a:pt x="12662" y="183"/>
                    <a:pt x="12372" y="1"/>
                    <a:pt x="11812" y="1"/>
                  </a:cubicBezTo>
                  <a:cubicBezTo>
                    <a:pt x="11254" y="1"/>
                    <a:pt x="10962" y="183"/>
                    <a:pt x="10706" y="343"/>
                  </a:cubicBezTo>
                  <a:cubicBezTo>
                    <a:pt x="10472" y="489"/>
                    <a:pt x="10269" y="616"/>
                    <a:pt x="9844" y="616"/>
                  </a:cubicBezTo>
                  <a:cubicBezTo>
                    <a:pt x="9417" y="616"/>
                    <a:pt x="9215" y="489"/>
                    <a:pt x="8982" y="343"/>
                  </a:cubicBezTo>
                  <a:cubicBezTo>
                    <a:pt x="8724" y="183"/>
                    <a:pt x="8434" y="1"/>
                    <a:pt x="7875" y="1"/>
                  </a:cubicBezTo>
                  <a:cubicBezTo>
                    <a:pt x="7317" y="1"/>
                    <a:pt x="7024" y="183"/>
                    <a:pt x="6769" y="343"/>
                  </a:cubicBezTo>
                  <a:cubicBezTo>
                    <a:pt x="6535" y="489"/>
                    <a:pt x="6333" y="616"/>
                    <a:pt x="5906" y="616"/>
                  </a:cubicBezTo>
                  <a:cubicBezTo>
                    <a:pt x="5480" y="616"/>
                    <a:pt x="5278" y="489"/>
                    <a:pt x="5044" y="343"/>
                  </a:cubicBezTo>
                  <a:cubicBezTo>
                    <a:pt x="4787" y="183"/>
                    <a:pt x="4496" y="1"/>
                    <a:pt x="3937" y="1"/>
                  </a:cubicBezTo>
                  <a:cubicBezTo>
                    <a:pt x="3379" y="1"/>
                    <a:pt x="3087" y="183"/>
                    <a:pt x="2831" y="343"/>
                  </a:cubicBezTo>
                  <a:cubicBezTo>
                    <a:pt x="2597" y="489"/>
                    <a:pt x="2395" y="616"/>
                    <a:pt x="1969" y="616"/>
                  </a:cubicBezTo>
                  <a:cubicBezTo>
                    <a:pt x="1542" y="616"/>
                    <a:pt x="1340" y="489"/>
                    <a:pt x="1107" y="343"/>
                  </a:cubicBezTo>
                  <a:cubicBezTo>
                    <a:pt x="849" y="183"/>
                    <a:pt x="558"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0"/>
            <p:cNvSpPr/>
            <p:nvPr/>
          </p:nvSpPr>
          <p:spPr>
            <a:xfrm>
              <a:off x="7144119" y="1912221"/>
              <a:ext cx="522815" cy="35748"/>
            </a:xfrm>
            <a:custGeom>
              <a:rect b="b" l="l" r="r" t="t"/>
              <a:pathLst>
                <a:path extrusionOk="0" h="1077" w="15751">
                  <a:moveTo>
                    <a:pt x="15746" y="0"/>
                  </a:moveTo>
                  <a:cubicBezTo>
                    <a:pt x="15190" y="0"/>
                    <a:pt x="14901" y="182"/>
                    <a:pt x="14644" y="343"/>
                  </a:cubicBezTo>
                  <a:cubicBezTo>
                    <a:pt x="14410" y="489"/>
                    <a:pt x="14208" y="616"/>
                    <a:pt x="13781" y="616"/>
                  </a:cubicBezTo>
                  <a:cubicBezTo>
                    <a:pt x="13355" y="616"/>
                    <a:pt x="13154" y="489"/>
                    <a:pt x="12920" y="343"/>
                  </a:cubicBezTo>
                  <a:cubicBezTo>
                    <a:pt x="12662" y="182"/>
                    <a:pt x="12372" y="0"/>
                    <a:pt x="11812" y="0"/>
                  </a:cubicBezTo>
                  <a:cubicBezTo>
                    <a:pt x="11254" y="0"/>
                    <a:pt x="10962" y="182"/>
                    <a:pt x="10706" y="343"/>
                  </a:cubicBezTo>
                  <a:cubicBezTo>
                    <a:pt x="10472" y="489"/>
                    <a:pt x="10269" y="616"/>
                    <a:pt x="9844" y="616"/>
                  </a:cubicBezTo>
                  <a:cubicBezTo>
                    <a:pt x="9417" y="616"/>
                    <a:pt x="9215" y="489"/>
                    <a:pt x="8982" y="343"/>
                  </a:cubicBezTo>
                  <a:cubicBezTo>
                    <a:pt x="8724" y="182"/>
                    <a:pt x="8434" y="0"/>
                    <a:pt x="7875" y="0"/>
                  </a:cubicBezTo>
                  <a:cubicBezTo>
                    <a:pt x="7317" y="0"/>
                    <a:pt x="7024" y="182"/>
                    <a:pt x="6769" y="343"/>
                  </a:cubicBezTo>
                  <a:cubicBezTo>
                    <a:pt x="6535" y="489"/>
                    <a:pt x="6333" y="616"/>
                    <a:pt x="5906" y="616"/>
                  </a:cubicBezTo>
                  <a:cubicBezTo>
                    <a:pt x="5480" y="616"/>
                    <a:pt x="5278" y="489"/>
                    <a:pt x="5044" y="343"/>
                  </a:cubicBezTo>
                  <a:cubicBezTo>
                    <a:pt x="4787" y="182"/>
                    <a:pt x="4496" y="0"/>
                    <a:pt x="3937" y="0"/>
                  </a:cubicBezTo>
                  <a:cubicBezTo>
                    <a:pt x="3379" y="0"/>
                    <a:pt x="3087" y="182"/>
                    <a:pt x="2831" y="343"/>
                  </a:cubicBezTo>
                  <a:cubicBezTo>
                    <a:pt x="2597" y="489"/>
                    <a:pt x="2395" y="616"/>
                    <a:pt x="1969" y="616"/>
                  </a:cubicBezTo>
                  <a:cubicBezTo>
                    <a:pt x="1542" y="616"/>
                    <a:pt x="1340" y="489"/>
                    <a:pt x="1107" y="343"/>
                  </a:cubicBezTo>
                  <a:cubicBezTo>
                    <a:pt x="849" y="182"/>
                    <a:pt x="558" y="0"/>
                    <a:pt x="0" y="0"/>
                  </a:cubicBezTo>
                  <a:lnTo>
                    <a:pt x="0" y="462"/>
                  </a:lnTo>
                  <a:cubicBezTo>
                    <a:pt x="426" y="462"/>
                    <a:pt x="628" y="589"/>
                    <a:pt x="863" y="735"/>
                  </a:cubicBezTo>
                  <a:cubicBezTo>
                    <a:pt x="1119" y="895"/>
                    <a:pt x="1411" y="1077"/>
                    <a:pt x="1969" y="1077"/>
                  </a:cubicBezTo>
                  <a:cubicBezTo>
                    <a:pt x="2528" y="1077"/>
                    <a:pt x="2819" y="895"/>
                    <a:pt x="3076" y="735"/>
                  </a:cubicBezTo>
                  <a:cubicBezTo>
                    <a:pt x="3309" y="588"/>
                    <a:pt x="3512" y="462"/>
                    <a:pt x="3937" y="462"/>
                  </a:cubicBezTo>
                  <a:cubicBezTo>
                    <a:pt x="4364" y="462"/>
                    <a:pt x="4566" y="589"/>
                    <a:pt x="4800" y="735"/>
                  </a:cubicBezTo>
                  <a:cubicBezTo>
                    <a:pt x="5057" y="895"/>
                    <a:pt x="5348" y="1077"/>
                    <a:pt x="5906" y="1077"/>
                  </a:cubicBezTo>
                  <a:cubicBezTo>
                    <a:pt x="6465" y="1077"/>
                    <a:pt x="6757" y="895"/>
                    <a:pt x="7013" y="735"/>
                  </a:cubicBezTo>
                  <a:cubicBezTo>
                    <a:pt x="7246" y="588"/>
                    <a:pt x="7448" y="462"/>
                    <a:pt x="7875" y="462"/>
                  </a:cubicBezTo>
                  <a:cubicBezTo>
                    <a:pt x="8301" y="462"/>
                    <a:pt x="8503" y="589"/>
                    <a:pt x="8738" y="735"/>
                  </a:cubicBezTo>
                  <a:cubicBezTo>
                    <a:pt x="8994" y="895"/>
                    <a:pt x="9286" y="1077"/>
                    <a:pt x="9844" y="1077"/>
                  </a:cubicBezTo>
                  <a:cubicBezTo>
                    <a:pt x="10403" y="1077"/>
                    <a:pt x="10694" y="895"/>
                    <a:pt x="10951" y="735"/>
                  </a:cubicBezTo>
                  <a:cubicBezTo>
                    <a:pt x="11185" y="588"/>
                    <a:pt x="11387" y="462"/>
                    <a:pt x="11812" y="462"/>
                  </a:cubicBezTo>
                  <a:cubicBezTo>
                    <a:pt x="12239" y="462"/>
                    <a:pt x="12441" y="589"/>
                    <a:pt x="12675" y="735"/>
                  </a:cubicBezTo>
                  <a:cubicBezTo>
                    <a:pt x="12932" y="895"/>
                    <a:pt x="13223" y="1077"/>
                    <a:pt x="13781" y="1077"/>
                  </a:cubicBezTo>
                  <a:cubicBezTo>
                    <a:pt x="14340" y="1077"/>
                    <a:pt x="14632" y="895"/>
                    <a:pt x="14888" y="735"/>
                  </a:cubicBezTo>
                  <a:cubicBezTo>
                    <a:pt x="15123" y="588"/>
                    <a:pt x="15325" y="462"/>
                    <a:pt x="15750" y="462"/>
                  </a:cubicBezTo>
                  <a:lnTo>
                    <a:pt x="15750" y="0"/>
                  </a:lnTo>
                  <a:cubicBezTo>
                    <a:pt x="15749" y="0"/>
                    <a:pt x="15747" y="0"/>
                    <a:pt x="15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0"/>
            <p:cNvSpPr/>
            <p:nvPr/>
          </p:nvSpPr>
          <p:spPr>
            <a:xfrm>
              <a:off x="7164832" y="1471956"/>
              <a:ext cx="125700" cy="35250"/>
            </a:xfrm>
            <a:custGeom>
              <a:rect b="b" l="l" r="r" t="t"/>
              <a:pathLst>
                <a:path extrusionOk="0" h="1062" w="3787">
                  <a:moveTo>
                    <a:pt x="1062" y="0"/>
                  </a:moveTo>
                  <a:cubicBezTo>
                    <a:pt x="476" y="0"/>
                    <a:pt x="1" y="476"/>
                    <a:pt x="1" y="1061"/>
                  </a:cubicBezTo>
                  <a:lnTo>
                    <a:pt x="462" y="1061"/>
                  </a:lnTo>
                  <a:cubicBezTo>
                    <a:pt x="462" y="730"/>
                    <a:pt x="731" y="461"/>
                    <a:pt x="1062" y="461"/>
                  </a:cubicBezTo>
                  <a:cubicBezTo>
                    <a:pt x="1393" y="461"/>
                    <a:pt x="1662" y="730"/>
                    <a:pt x="1662" y="1061"/>
                  </a:cubicBezTo>
                  <a:lnTo>
                    <a:pt x="2123" y="1061"/>
                  </a:lnTo>
                  <a:cubicBezTo>
                    <a:pt x="2123" y="730"/>
                    <a:pt x="2392" y="461"/>
                    <a:pt x="2723" y="461"/>
                  </a:cubicBezTo>
                  <a:cubicBezTo>
                    <a:pt x="3054" y="461"/>
                    <a:pt x="3322" y="730"/>
                    <a:pt x="3322" y="1061"/>
                  </a:cubicBezTo>
                  <a:lnTo>
                    <a:pt x="3785" y="1061"/>
                  </a:lnTo>
                  <a:cubicBezTo>
                    <a:pt x="3787" y="476"/>
                    <a:pt x="3310" y="0"/>
                    <a:pt x="2725" y="0"/>
                  </a:cubicBezTo>
                  <a:cubicBezTo>
                    <a:pt x="2389" y="0"/>
                    <a:pt x="2088" y="156"/>
                    <a:pt x="1893" y="401"/>
                  </a:cubicBezTo>
                  <a:cubicBezTo>
                    <a:pt x="1698" y="157"/>
                    <a:pt x="1398"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0"/>
            <p:cNvSpPr/>
            <p:nvPr/>
          </p:nvSpPr>
          <p:spPr>
            <a:xfrm>
              <a:off x="7540737" y="1425984"/>
              <a:ext cx="125667" cy="35250"/>
            </a:xfrm>
            <a:custGeom>
              <a:rect b="b" l="l" r="r" t="t"/>
              <a:pathLst>
                <a:path extrusionOk="0" h="1062" w="3786">
                  <a:moveTo>
                    <a:pt x="1062" y="0"/>
                  </a:moveTo>
                  <a:cubicBezTo>
                    <a:pt x="477" y="0"/>
                    <a:pt x="1" y="476"/>
                    <a:pt x="1" y="1062"/>
                  </a:cubicBezTo>
                  <a:lnTo>
                    <a:pt x="462" y="1062"/>
                  </a:lnTo>
                  <a:cubicBezTo>
                    <a:pt x="462" y="731"/>
                    <a:pt x="731" y="462"/>
                    <a:pt x="1062" y="462"/>
                  </a:cubicBezTo>
                  <a:cubicBezTo>
                    <a:pt x="1393" y="462"/>
                    <a:pt x="1662" y="731"/>
                    <a:pt x="1662" y="1062"/>
                  </a:cubicBezTo>
                  <a:lnTo>
                    <a:pt x="2124" y="1062"/>
                  </a:lnTo>
                  <a:cubicBezTo>
                    <a:pt x="2124" y="731"/>
                    <a:pt x="2393" y="462"/>
                    <a:pt x="2724" y="462"/>
                  </a:cubicBezTo>
                  <a:cubicBezTo>
                    <a:pt x="3055" y="462"/>
                    <a:pt x="3324" y="731"/>
                    <a:pt x="3324" y="1062"/>
                  </a:cubicBezTo>
                  <a:lnTo>
                    <a:pt x="3785" y="1062"/>
                  </a:lnTo>
                  <a:cubicBezTo>
                    <a:pt x="3786" y="476"/>
                    <a:pt x="3310" y="0"/>
                    <a:pt x="2725" y="0"/>
                  </a:cubicBezTo>
                  <a:cubicBezTo>
                    <a:pt x="2389" y="0"/>
                    <a:pt x="2089" y="157"/>
                    <a:pt x="1893" y="403"/>
                  </a:cubicBezTo>
                  <a:cubicBezTo>
                    <a:pt x="1698" y="158"/>
                    <a:pt x="1398"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0"/>
            <p:cNvSpPr/>
            <p:nvPr/>
          </p:nvSpPr>
          <p:spPr>
            <a:xfrm>
              <a:off x="7540737" y="1562837"/>
              <a:ext cx="125667" cy="35284"/>
            </a:xfrm>
            <a:custGeom>
              <a:rect b="b" l="l" r="r" t="t"/>
              <a:pathLst>
                <a:path extrusionOk="0" h="1063" w="3786">
                  <a:moveTo>
                    <a:pt x="1062" y="1"/>
                  </a:moveTo>
                  <a:cubicBezTo>
                    <a:pt x="477" y="1"/>
                    <a:pt x="1" y="476"/>
                    <a:pt x="1" y="1063"/>
                  </a:cubicBezTo>
                  <a:lnTo>
                    <a:pt x="462" y="1063"/>
                  </a:lnTo>
                  <a:cubicBezTo>
                    <a:pt x="462" y="732"/>
                    <a:pt x="731" y="462"/>
                    <a:pt x="1062" y="462"/>
                  </a:cubicBezTo>
                  <a:cubicBezTo>
                    <a:pt x="1393" y="462"/>
                    <a:pt x="1662" y="732"/>
                    <a:pt x="1662" y="1063"/>
                  </a:cubicBezTo>
                  <a:lnTo>
                    <a:pt x="2124" y="1063"/>
                  </a:lnTo>
                  <a:cubicBezTo>
                    <a:pt x="2124" y="732"/>
                    <a:pt x="2393" y="462"/>
                    <a:pt x="2724" y="462"/>
                  </a:cubicBezTo>
                  <a:cubicBezTo>
                    <a:pt x="3055" y="462"/>
                    <a:pt x="3324" y="732"/>
                    <a:pt x="3324" y="1063"/>
                  </a:cubicBezTo>
                  <a:lnTo>
                    <a:pt x="3785" y="1063"/>
                  </a:lnTo>
                  <a:cubicBezTo>
                    <a:pt x="3786" y="476"/>
                    <a:pt x="3310" y="1"/>
                    <a:pt x="2725" y="1"/>
                  </a:cubicBezTo>
                  <a:cubicBezTo>
                    <a:pt x="2389" y="1"/>
                    <a:pt x="2089" y="158"/>
                    <a:pt x="1893" y="403"/>
                  </a:cubicBezTo>
                  <a:cubicBezTo>
                    <a:pt x="1698" y="159"/>
                    <a:pt x="1398" y="1"/>
                    <a:pt x="1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0"/>
            <p:cNvSpPr/>
            <p:nvPr/>
          </p:nvSpPr>
          <p:spPr>
            <a:xfrm>
              <a:off x="7308057" y="1771485"/>
              <a:ext cx="26355" cy="41424"/>
            </a:xfrm>
            <a:custGeom>
              <a:rect b="b" l="l" r="r" t="t"/>
              <a:pathLst>
                <a:path extrusionOk="0" h="1248" w="794">
                  <a:moveTo>
                    <a:pt x="441" y="0"/>
                  </a:moveTo>
                  <a:lnTo>
                    <a:pt x="0" y="140"/>
                  </a:lnTo>
                  <a:lnTo>
                    <a:pt x="354" y="1248"/>
                  </a:lnTo>
                  <a:lnTo>
                    <a:pt x="793" y="1107"/>
                  </a:lnTo>
                  <a:lnTo>
                    <a:pt x="44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0"/>
            <p:cNvSpPr/>
            <p:nvPr/>
          </p:nvSpPr>
          <p:spPr>
            <a:xfrm>
              <a:off x="7472592" y="1773344"/>
              <a:ext cx="29641" cy="51648"/>
            </a:xfrm>
            <a:custGeom>
              <a:rect b="b" l="l" r="r" t="t"/>
              <a:pathLst>
                <a:path extrusionOk="0" h="1556" w="893">
                  <a:moveTo>
                    <a:pt x="452" y="0"/>
                  </a:moveTo>
                  <a:lnTo>
                    <a:pt x="1" y="1416"/>
                  </a:lnTo>
                  <a:lnTo>
                    <a:pt x="440" y="1556"/>
                  </a:lnTo>
                  <a:lnTo>
                    <a:pt x="892" y="141"/>
                  </a:lnTo>
                  <a:lnTo>
                    <a:pt x="4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0"/>
            <p:cNvSpPr/>
            <p:nvPr/>
          </p:nvSpPr>
          <p:spPr>
            <a:xfrm>
              <a:off x="7340818" y="1613057"/>
              <a:ext cx="17492" cy="17492"/>
            </a:xfrm>
            <a:custGeom>
              <a:rect b="b" l="l" r="r" t="t"/>
              <a:pathLst>
                <a:path extrusionOk="0" h="527" w="527">
                  <a:moveTo>
                    <a:pt x="70" y="1"/>
                  </a:moveTo>
                  <a:lnTo>
                    <a:pt x="1" y="458"/>
                  </a:lnTo>
                  <a:lnTo>
                    <a:pt x="457" y="526"/>
                  </a:lnTo>
                  <a:lnTo>
                    <a:pt x="526" y="70"/>
                  </a:ln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0"/>
            <p:cNvSpPr/>
            <p:nvPr/>
          </p:nvSpPr>
          <p:spPr>
            <a:xfrm>
              <a:off x="7345465" y="1567617"/>
              <a:ext cx="19783" cy="32628"/>
            </a:xfrm>
            <a:custGeom>
              <a:rect b="b" l="l" r="r" t="t"/>
              <a:pathLst>
                <a:path extrusionOk="0" h="983" w="596">
                  <a:moveTo>
                    <a:pt x="139" y="0"/>
                  </a:moveTo>
                  <a:lnTo>
                    <a:pt x="0" y="914"/>
                  </a:lnTo>
                  <a:lnTo>
                    <a:pt x="457" y="983"/>
                  </a:lnTo>
                  <a:lnTo>
                    <a:pt x="595" y="70"/>
                  </a:lnTo>
                  <a:lnTo>
                    <a:pt x="1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0"/>
            <p:cNvSpPr/>
            <p:nvPr/>
          </p:nvSpPr>
          <p:spPr>
            <a:xfrm>
              <a:off x="7450486" y="1598984"/>
              <a:ext cx="20779" cy="39101"/>
            </a:xfrm>
            <a:custGeom>
              <a:rect b="b" l="l" r="r" t="t"/>
              <a:pathLst>
                <a:path extrusionOk="0" h="1178" w="626">
                  <a:moveTo>
                    <a:pt x="458" y="1"/>
                  </a:moveTo>
                  <a:lnTo>
                    <a:pt x="1" y="70"/>
                  </a:lnTo>
                  <a:lnTo>
                    <a:pt x="170" y="1178"/>
                  </a:lnTo>
                  <a:lnTo>
                    <a:pt x="626" y="1108"/>
                  </a:lnTo>
                  <a:lnTo>
                    <a:pt x="4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0" name="Google Shape;3020;p50"/>
          <p:cNvGrpSpPr/>
          <p:nvPr/>
        </p:nvGrpSpPr>
        <p:grpSpPr>
          <a:xfrm>
            <a:off x="1657326" y="1897703"/>
            <a:ext cx="523014" cy="522516"/>
            <a:chOff x="2097963" y="1425453"/>
            <a:chExt cx="523014" cy="522516"/>
          </a:xfrm>
        </p:grpSpPr>
        <p:sp>
          <p:nvSpPr>
            <p:cNvPr id="3021" name="Google Shape;3021;p50"/>
            <p:cNvSpPr/>
            <p:nvPr/>
          </p:nvSpPr>
          <p:spPr>
            <a:xfrm>
              <a:off x="2097963" y="1488685"/>
              <a:ext cx="522516" cy="459285"/>
            </a:xfrm>
            <a:custGeom>
              <a:rect b="b" l="l" r="r" t="t"/>
              <a:pathLst>
                <a:path extrusionOk="0" h="13837" w="15742">
                  <a:moveTo>
                    <a:pt x="5043" y="1673"/>
                  </a:moveTo>
                  <a:cubicBezTo>
                    <a:pt x="5274" y="1673"/>
                    <a:pt x="5481" y="1782"/>
                    <a:pt x="5613" y="1972"/>
                  </a:cubicBezTo>
                  <a:lnTo>
                    <a:pt x="6505" y="3267"/>
                  </a:lnTo>
                  <a:lnTo>
                    <a:pt x="5837" y="4617"/>
                  </a:lnTo>
                  <a:lnTo>
                    <a:pt x="4505" y="1929"/>
                  </a:lnTo>
                  <a:cubicBezTo>
                    <a:pt x="4637" y="1766"/>
                    <a:pt x="4830" y="1673"/>
                    <a:pt x="5043" y="1673"/>
                  </a:cubicBezTo>
                  <a:close/>
                  <a:moveTo>
                    <a:pt x="8836" y="465"/>
                  </a:moveTo>
                  <a:cubicBezTo>
                    <a:pt x="9105" y="465"/>
                    <a:pt x="9338" y="609"/>
                    <a:pt x="9456" y="850"/>
                  </a:cubicBezTo>
                  <a:lnTo>
                    <a:pt x="12571" y="7144"/>
                  </a:lnTo>
                  <a:lnTo>
                    <a:pt x="5102" y="7144"/>
                  </a:lnTo>
                  <a:lnTo>
                    <a:pt x="8215" y="850"/>
                  </a:lnTo>
                  <a:cubicBezTo>
                    <a:pt x="8334" y="609"/>
                    <a:pt x="8567" y="465"/>
                    <a:pt x="8836" y="465"/>
                  </a:cubicBezTo>
                  <a:close/>
                  <a:moveTo>
                    <a:pt x="12787" y="6004"/>
                  </a:moveTo>
                  <a:cubicBezTo>
                    <a:pt x="13330" y="6004"/>
                    <a:pt x="13773" y="6447"/>
                    <a:pt x="13773" y="6990"/>
                  </a:cubicBezTo>
                  <a:cubicBezTo>
                    <a:pt x="13773" y="7041"/>
                    <a:pt x="13769" y="7093"/>
                    <a:pt x="13761" y="7144"/>
                  </a:cubicBezTo>
                  <a:lnTo>
                    <a:pt x="13088" y="7144"/>
                  </a:lnTo>
                  <a:lnTo>
                    <a:pt x="12525" y="6004"/>
                  </a:lnTo>
                  <a:close/>
                  <a:moveTo>
                    <a:pt x="2838" y="1"/>
                  </a:moveTo>
                  <a:cubicBezTo>
                    <a:pt x="2395" y="1"/>
                    <a:pt x="2000" y="247"/>
                    <a:pt x="1804" y="643"/>
                  </a:cubicBezTo>
                  <a:lnTo>
                    <a:pt x="138" y="4010"/>
                  </a:lnTo>
                  <a:lnTo>
                    <a:pt x="551" y="4214"/>
                  </a:lnTo>
                  <a:lnTo>
                    <a:pt x="2216" y="851"/>
                  </a:lnTo>
                  <a:cubicBezTo>
                    <a:pt x="2335" y="609"/>
                    <a:pt x="2568" y="465"/>
                    <a:pt x="2837" y="465"/>
                  </a:cubicBezTo>
                  <a:cubicBezTo>
                    <a:pt x="3106" y="465"/>
                    <a:pt x="3338" y="609"/>
                    <a:pt x="3457" y="851"/>
                  </a:cubicBezTo>
                  <a:lnTo>
                    <a:pt x="5579" y="5139"/>
                  </a:lnTo>
                  <a:lnTo>
                    <a:pt x="4587" y="7144"/>
                  </a:lnTo>
                  <a:lnTo>
                    <a:pt x="0" y="7144"/>
                  </a:lnTo>
                  <a:lnTo>
                    <a:pt x="0" y="7605"/>
                  </a:lnTo>
                  <a:lnTo>
                    <a:pt x="13556" y="7605"/>
                  </a:lnTo>
                  <a:cubicBezTo>
                    <a:pt x="13375" y="7830"/>
                    <a:pt x="13098" y="7974"/>
                    <a:pt x="12787" y="7974"/>
                  </a:cubicBezTo>
                  <a:lnTo>
                    <a:pt x="5879" y="7974"/>
                  </a:lnTo>
                  <a:cubicBezTo>
                    <a:pt x="2646" y="7974"/>
                    <a:pt x="17" y="10604"/>
                    <a:pt x="17" y="13837"/>
                  </a:cubicBezTo>
                  <a:lnTo>
                    <a:pt x="478" y="13837"/>
                  </a:lnTo>
                  <a:cubicBezTo>
                    <a:pt x="478" y="10859"/>
                    <a:pt x="2901" y="8437"/>
                    <a:pt x="5879" y="8437"/>
                  </a:cubicBezTo>
                  <a:lnTo>
                    <a:pt x="12787" y="8437"/>
                  </a:lnTo>
                  <a:cubicBezTo>
                    <a:pt x="13585" y="8437"/>
                    <a:pt x="14234" y="7787"/>
                    <a:pt x="14234" y="6990"/>
                  </a:cubicBezTo>
                  <a:cubicBezTo>
                    <a:pt x="14234" y="6191"/>
                    <a:pt x="13585" y="5543"/>
                    <a:pt x="12787" y="5543"/>
                  </a:cubicBezTo>
                  <a:lnTo>
                    <a:pt x="12295" y="5543"/>
                  </a:lnTo>
                  <a:lnTo>
                    <a:pt x="11990" y="4928"/>
                  </a:lnTo>
                  <a:lnTo>
                    <a:pt x="12710" y="4928"/>
                  </a:lnTo>
                  <a:cubicBezTo>
                    <a:pt x="14127" y="4928"/>
                    <a:pt x="15280" y="6081"/>
                    <a:pt x="15280" y="7498"/>
                  </a:cubicBezTo>
                  <a:cubicBezTo>
                    <a:pt x="15280" y="9255"/>
                    <a:pt x="13852" y="10683"/>
                    <a:pt x="12095" y="10683"/>
                  </a:cubicBezTo>
                  <a:lnTo>
                    <a:pt x="7478" y="10683"/>
                  </a:lnTo>
                  <a:cubicBezTo>
                    <a:pt x="5739" y="10683"/>
                    <a:pt x="4324" y="12099"/>
                    <a:pt x="4324" y="13837"/>
                  </a:cubicBezTo>
                  <a:lnTo>
                    <a:pt x="4786" y="13837"/>
                  </a:lnTo>
                  <a:cubicBezTo>
                    <a:pt x="4786" y="12352"/>
                    <a:pt x="5993" y="11144"/>
                    <a:pt x="7478" y="11144"/>
                  </a:cubicBezTo>
                  <a:lnTo>
                    <a:pt x="12095" y="11144"/>
                  </a:lnTo>
                  <a:cubicBezTo>
                    <a:pt x="14106" y="11144"/>
                    <a:pt x="15741" y="9508"/>
                    <a:pt x="15741" y="7498"/>
                  </a:cubicBezTo>
                  <a:cubicBezTo>
                    <a:pt x="15741" y="5826"/>
                    <a:pt x="14381" y="4466"/>
                    <a:pt x="12710" y="4466"/>
                  </a:cubicBezTo>
                  <a:lnTo>
                    <a:pt x="11762" y="4466"/>
                  </a:lnTo>
                  <a:lnTo>
                    <a:pt x="9871" y="645"/>
                  </a:lnTo>
                  <a:cubicBezTo>
                    <a:pt x="9675" y="249"/>
                    <a:pt x="9280" y="3"/>
                    <a:pt x="8837" y="3"/>
                  </a:cubicBezTo>
                  <a:cubicBezTo>
                    <a:pt x="8395" y="3"/>
                    <a:pt x="7999" y="248"/>
                    <a:pt x="7803" y="645"/>
                  </a:cubicBezTo>
                  <a:lnTo>
                    <a:pt x="6741" y="2792"/>
                  </a:lnTo>
                  <a:lnTo>
                    <a:pt x="5994" y="1708"/>
                  </a:lnTo>
                  <a:cubicBezTo>
                    <a:pt x="5779" y="1396"/>
                    <a:pt x="5424" y="1210"/>
                    <a:pt x="5045" y="1210"/>
                  </a:cubicBezTo>
                  <a:cubicBezTo>
                    <a:pt x="4763" y="1210"/>
                    <a:pt x="4498" y="1312"/>
                    <a:pt x="4291" y="1490"/>
                  </a:cubicBezTo>
                  <a:lnTo>
                    <a:pt x="3872" y="643"/>
                  </a:lnTo>
                  <a:cubicBezTo>
                    <a:pt x="3675" y="248"/>
                    <a:pt x="3279" y="1"/>
                    <a:pt x="2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0"/>
            <p:cNvSpPr/>
            <p:nvPr/>
          </p:nvSpPr>
          <p:spPr>
            <a:xfrm>
              <a:off x="2472308" y="1499307"/>
              <a:ext cx="16829" cy="16729"/>
            </a:xfrm>
            <a:custGeom>
              <a:rect b="b" l="l" r="r" t="t"/>
              <a:pathLst>
                <a:path extrusionOk="0" h="504" w="507">
                  <a:moveTo>
                    <a:pt x="1" y="0"/>
                  </a:moveTo>
                  <a:lnTo>
                    <a:pt x="1" y="7"/>
                  </a:lnTo>
                  <a:cubicBezTo>
                    <a:pt x="1" y="174"/>
                    <a:pt x="19" y="342"/>
                    <a:pt x="56" y="503"/>
                  </a:cubicBezTo>
                  <a:lnTo>
                    <a:pt x="506" y="402"/>
                  </a:lnTo>
                  <a:cubicBezTo>
                    <a:pt x="478" y="272"/>
                    <a:pt x="463" y="140"/>
                    <a:pt x="463" y="9"/>
                  </a:cubicBezTo>
                  <a:lnTo>
                    <a:pt x="4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0"/>
            <p:cNvSpPr/>
            <p:nvPr/>
          </p:nvSpPr>
          <p:spPr>
            <a:xfrm>
              <a:off x="2474200" y="1467176"/>
              <a:ext cx="19351" cy="19119"/>
            </a:xfrm>
            <a:custGeom>
              <a:rect b="b" l="l" r="r" t="t"/>
              <a:pathLst>
                <a:path extrusionOk="0" h="576" w="583">
                  <a:moveTo>
                    <a:pt x="168" y="0"/>
                  </a:moveTo>
                  <a:cubicBezTo>
                    <a:pt x="96" y="150"/>
                    <a:pt x="39" y="310"/>
                    <a:pt x="1" y="472"/>
                  </a:cubicBezTo>
                  <a:lnTo>
                    <a:pt x="450" y="575"/>
                  </a:lnTo>
                  <a:cubicBezTo>
                    <a:pt x="480" y="446"/>
                    <a:pt x="525" y="321"/>
                    <a:pt x="583" y="202"/>
                  </a:cubicBezTo>
                  <a:lnTo>
                    <a:pt x="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0"/>
            <p:cNvSpPr/>
            <p:nvPr/>
          </p:nvSpPr>
          <p:spPr>
            <a:xfrm>
              <a:off x="2488606" y="1441452"/>
              <a:ext cx="21310" cy="21343"/>
            </a:xfrm>
            <a:custGeom>
              <a:rect b="b" l="l" r="r" t="t"/>
              <a:pathLst>
                <a:path extrusionOk="0" h="643" w="642">
                  <a:moveTo>
                    <a:pt x="356" y="1"/>
                  </a:moveTo>
                  <a:cubicBezTo>
                    <a:pt x="225" y="104"/>
                    <a:pt x="106" y="223"/>
                    <a:pt x="1" y="352"/>
                  </a:cubicBezTo>
                  <a:lnTo>
                    <a:pt x="361" y="642"/>
                  </a:lnTo>
                  <a:cubicBezTo>
                    <a:pt x="443" y="539"/>
                    <a:pt x="538" y="445"/>
                    <a:pt x="641" y="363"/>
                  </a:cubicBezTo>
                  <a:lnTo>
                    <a:pt x="3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0"/>
            <p:cNvSpPr/>
            <p:nvPr/>
          </p:nvSpPr>
          <p:spPr>
            <a:xfrm>
              <a:off x="2514463" y="1427246"/>
              <a:ext cx="19052" cy="19285"/>
            </a:xfrm>
            <a:custGeom>
              <a:rect b="b" l="l" r="r" t="t"/>
              <a:pathLst>
                <a:path extrusionOk="0" h="581" w="574">
                  <a:moveTo>
                    <a:pt x="472" y="1"/>
                  </a:moveTo>
                  <a:cubicBezTo>
                    <a:pt x="310" y="37"/>
                    <a:pt x="151" y="93"/>
                    <a:pt x="1" y="165"/>
                  </a:cubicBezTo>
                  <a:lnTo>
                    <a:pt x="199" y="581"/>
                  </a:lnTo>
                  <a:cubicBezTo>
                    <a:pt x="318" y="524"/>
                    <a:pt x="445" y="481"/>
                    <a:pt x="574" y="452"/>
                  </a:cubicBezTo>
                  <a:lnTo>
                    <a:pt x="4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0"/>
            <p:cNvSpPr/>
            <p:nvPr/>
          </p:nvSpPr>
          <p:spPr>
            <a:xfrm>
              <a:off x="2500190" y="1545444"/>
              <a:ext cx="20679" cy="20845"/>
            </a:xfrm>
            <a:custGeom>
              <a:rect b="b" l="l" r="r" t="t"/>
              <a:pathLst>
                <a:path extrusionOk="0" h="628" w="623">
                  <a:moveTo>
                    <a:pt x="288" y="0"/>
                  </a:moveTo>
                  <a:lnTo>
                    <a:pt x="0" y="361"/>
                  </a:lnTo>
                  <a:cubicBezTo>
                    <a:pt x="131" y="466"/>
                    <a:pt x="272" y="555"/>
                    <a:pt x="422" y="627"/>
                  </a:cubicBezTo>
                  <a:lnTo>
                    <a:pt x="623" y="211"/>
                  </a:lnTo>
                  <a:cubicBezTo>
                    <a:pt x="505" y="154"/>
                    <a:pt x="393" y="83"/>
                    <a:pt x="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0"/>
            <p:cNvSpPr/>
            <p:nvPr/>
          </p:nvSpPr>
          <p:spPr>
            <a:xfrm>
              <a:off x="2479644" y="1524931"/>
              <a:ext cx="20845" cy="20745"/>
            </a:xfrm>
            <a:custGeom>
              <a:rect b="b" l="l" r="r" t="t"/>
              <a:pathLst>
                <a:path extrusionOk="0" h="625" w="628">
                  <a:moveTo>
                    <a:pt x="418" y="1"/>
                  </a:moveTo>
                  <a:lnTo>
                    <a:pt x="1" y="202"/>
                  </a:lnTo>
                  <a:cubicBezTo>
                    <a:pt x="73" y="352"/>
                    <a:pt x="162" y="494"/>
                    <a:pt x="268" y="625"/>
                  </a:cubicBezTo>
                  <a:lnTo>
                    <a:pt x="628" y="336"/>
                  </a:lnTo>
                  <a:cubicBezTo>
                    <a:pt x="545" y="234"/>
                    <a:pt x="475" y="12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0"/>
            <p:cNvSpPr/>
            <p:nvPr/>
          </p:nvSpPr>
          <p:spPr>
            <a:xfrm>
              <a:off x="2529897" y="1556763"/>
              <a:ext cx="16530" cy="16829"/>
            </a:xfrm>
            <a:custGeom>
              <a:rect b="b" l="l" r="r" t="t"/>
              <a:pathLst>
                <a:path extrusionOk="0" h="507" w="498">
                  <a:moveTo>
                    <a:pt x="103" y="1"/>
                  </a:moveTo>
                  <a:lnTo>
                    <a:pt x="1" y="451"/>
                  </a:lnTo>
                  <a:cubicBezTo>
                    <a:pt x="162" y="488"/>
                    <a:pt x="329" y="506"/>
                    <a:pt x="497" y="506"/>
                  </a:cubicBezTo>
                  <a:lnTo>
                    <a:pt x="497" y="44"/>
                  </a:lnTo>
                  <a:cubicBezTo>
                    <a:pt x="363" y="44"/>
                    <a:pt x="231" y="31"/>
                    <a:pt x="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0"/>
            <p:cNvSpPr/>
            <p:nvPr/>
          </p:nvSpPr>
          <p:spPr>
            <a:xfrm>
              <a:off x="2546527" y="1425453"/>
              <a:ext cx="16530" cy="16862"/>
            </a:xfrm>
            <a:custGeom>
              <a:rect b="b" l="l" r="r" t="t"/>
              <a:pathLst>
                <a:path extrusionOk="0" h="508" w="498">
                  <a:moveTo>
                    <a:pt x="2" y="1"/>
                  </a:moveTo>
                  <a:lnTo>
                    <a:pt x="0" y="462"/>
                  </a:lnTo>
                  <a:cubicBezTo>
                    <a:pt x="133" y="462"/>
                    <a:pt x="265" y="478"/>
                    <a:pt x="395" y="508"/>
                  </a:cubicBezTo>
                  <a:lnTo>
                    <a:pt x="498" y="58"/>
                  </a:lnTo>
                  <a:cubicBezTo>
                    <a:pt x="337" y="21"/>
                    <a:pt x="169"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0"/>
            <p:cNvSpPr/>
            <p:nvPr/>
          </p:nvSpPr>
          <p:spPr>
            <a:xfrm>
              <a:off x="2599336" y="1512650"/>
              <a:ext cx="19318" cy="19119"/>
            </a:xfrm>
            <a:custGeom>
              <a:rect b="b" l="l" r="r" t="t"/>
              <a:pathLst>
                <a:path extrusionOk="0" h="576" w="582">
                  <a:moveTo>
                    <a:pt x="131" y="1"/>
                  </a:moveTo>
                  <a:cubicBezTo>
                    <a:pt x="101" y="130"/>
                    <a:pt x="57" y="255"/>
                    <a:pt x="0" y="374"/>
                  </a:cubicBezTo>
                  <a:lnTo>
                    <a:pt x="416" y="576"/>
                  </a:lnTo>
                  <a:cubicBezTo>
                    <a:pt x="488" y="426"/>
                    <a:pt x="543" y="267"/>
                    <a:pt x="581" y="104"/>
                  </a:cubicBezTo>
                  <a:lnTo>
                    <a:pt x="1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0"/>
            <p:cNvSpPr/>
            <p:nvPr/>
          </p:nvSpPr>
          <p:spPr>
            <a:xfrm>
              <a:off x="2559439" y="1552481"/>
              <a:ext cx="19086" cy="19285"/>
            </a:xfrm>
            <a:custGeom>
              <a:rect b="b" l="l" r="r" t="t"/>
              <a:pathLst>
                <a:path extrusionOk="0" h="581" w="575">
                  <a:moveTo>
                    <a:pt x="374" y="0"/>
                  </a:moveTo>
                  <a:cubicBezTo>
                    <a:pt x="255" y="57"/>
                    <a:pt x="130" y="101"/>
                    <a:pt x="0" y="131"/>
                  </a:cubicBezTo>
                  <a:lnTo>
                    <a:pt x="103" y="581"/>
                  </a:lnTo>
                  <a:cubicBezTo>
                    <a:pt x="265" y="544"/>
                    <a:pt x="424" y="489"/>
                    <a:pt x="574" y="416"/>
                  </a:cubicBezTo>
                  <a:lnTo>
                    <a:pt x="3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0"/>
            <p:cNvSpPr/>
            <p:nvPr/>
          </p:nvSpPr>
          <p:spPr>
            <a:xfrm>
              <a:off x="2603717" y="1483175"/>
              <a:ext cx="16762" cy="16463"/>
            </a:xfrm>
            <a:custGeom>
              <a:rect b="b" l="l" r="r" t="t"/>
              <a:pathLst>
                <a:path extrusionOk="0" h="496" w="505">
                  <a:moveTo>
                    <a:pt x="450" y="0"/>
                  </a:moveTo>
                  <a:lnTo>
                    <a:pt x="0" y="102"/>
                  </a:lnTo>
                  <a:cubicBezTo>
                    <a:pt x="28" y="229"/>
                    <a:pt x="43" y="360"/>
                    <a:pt x="43" y="493"/>
                  </a:cubicBezTo>
                  <a:lnTo>
                    <a:pt x="43" y="496"/>
                  </a:lnTo>
                  <a:lnTo>
                    <a:pt x="504" y="496"/>
                  </a:lnTo>
                  <a:lnTo>
                    <a:pt x="504" y="493"/>
                  </a:lnTo>
                  <a:cubicBezTo>
                    <a:pt x="504" y="326"/>
                    <a:pt x="486" y="161"/>
                    <a:pt x="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0"/>
            <p:cNvSpPr/>
            <p:nvPr/>
          </p:nvSpPr>
          <p:spPr>
            <a:xfrm>
              <a:off x="2582972" y="1536183"/>
              <a:ext cx="21310" cy="21310"/>
            </a:xfrm>
            <a:custGeom>
              <a:rect b="b" l="l" r="r" t="t"/>
              <a:pathLst>
                <a:path extrusionOk="0" h="642" w="642">
                  <a:moveTo>
                    <a:pt x="281" y="0"/>
                  </a:moveTo>
                  <a:cubicBezTo>
                    <a:pt x="198" y="104"/>
                    <a:pt x="104" y="198"/>
                    <a:pt x="1" y="280"/>
                  </a:cubicBezTo>
                  <a:lnTo>
                    <a:pt x="289" y="641"/>
                  </a:lnTo>
                  <a:cubicBezTo>
                    <a:pt x="420" y="538"/>
                    <a:pt x="539" y="419"/>
                    <a:pt x="642" y="289"/>
                  </a:cubicBezTo>
                  <a:lnTo>
                    <a:pt x="2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0"/>
            <p:cNvSpPr/>
            <p:nvPr/>
          </p:nvSpPr>
          <p:spPr>
            <a:xfrm>
              <a:off x="2592432" y="1453435"/>
              <a:ext cx="20812" cy="20712"/>
            </a:xfrm>
            <a:custGeom>
              <a:rect b="b" l="l" r="r" t="t"/>
              <a:pathLst>
                <a:path extrusionOk="0" h="624" w="627">
                  <a:moveTo>
                    <a:pt x="361" y="1"/>
                  </a:moveTo>
                  <a:lnTo>
                    <a:pt x="0" y="287"/>
                  </a:lnTo>
                  <a:cubicBezTo>
                    <a:pt x="83" y="391"/>
                    <a:pt x="154" y="504"/>
                    <a:pt x="211" y="623"/>
                  </a:cubicBezTo>
                  <a:lnTo>
                    <a:pt x="627" y="423"/>
                  </a:lnTo>
                  <a:cubicBezTo>
                    <a:pt x="553" y="274"/>
                    <a:pt x="465" y="13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0"/>
            <p:cNvSpPr/>
            <p:nvPr/>
          </p:nvSpPr>
          <p:spPr>
            <a:xfrm>
              <a:off x="2571985" y="1432855"/>
              <a:ext cx="20745" cy="20845"/>
            </a:xfrm>
            <a:custGeom>
              <a:rect b="b" l="l" r="r" t="t"/>
              <a:pathLst>
                <a:path extrusionOk="0" h="628" w="625">
                  <a:moveTo>
                    <a:pt x="203" y="0"/>
                  </a:moveTo>
                  <a:lnTo>
                    <a:pt x="1" y="415"/>
                  </a:lnTo>
                  <a:cubicBezTo>
                    <a:pt x="120" y="473"/>
                    <a:pt x="232" y="544"/>
                    <a:pt x="336" y="627"/>
                  </a:cubicBezTo>
                  <a:lnTo>
                    <a:pt x="624" y="266"/>
                  </a:lnTo>
                  <a:cubicBezTo>
                    <a:pt x="493" y="163"/>
                    <a:pt x="352" y="73"/>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0"/>
            <p:cNvSpPr/>
            <p:nvPr/>
          </p:nvSpPr>
          <p:spPr>
            <a:xfrm>
              <a:off x="2508090" y="1461202"/>
              <a:ext cx="76641" cy="76675"/>
            </a:xfrm>
            <a:custGeom>
              <a:rect b="b" l="l" r="r" t="t"/>
              <a:pathLst>
                <a:path extrusionOk="0" h="2310" w="2309">
                  <a:moveTo>
                    <a:pt x="1154" y="461"/>
                  </a:moveTo>
                  <a:cubicBezTo>
                    <a:pt x="1537" y="461"/>
                    <a:pt x="1847" y="771"/>
                    <a:pt x="1847" y="1154"/>
                  </a:cubicBezTo>
                  <a:cubicBezTo>
                    <a:pt x="1847" y="1536"/>
                    <a:pt x="1537" y="1847"/>
                    <a:pt x="1154" y="1847"/>
                  </a:cubicBezTo>
                  <a:cubicBezTo>
                    <a:pt x="773" y="1847"/>
                    <a:pt x="461" y="1536"/>
                    <a:pt x="461" y="1154"/>
                  </a:cubicBezTo>
                  <a:cubicBezTo>
                    <a:pt x="461" y="771"/>
                    <a:pt x="772" y="461"/>
                    <a:pt x="1154" y="461"/>
                  </a:cubicBezTo>
                  <a:close/>
                  <a:moveTo>
                    <a:pt x="1154" y="1"/>
                  </a:moveTo>
                  <a:cubicBezTo>
                    <a:pt x="518" y="1"/>
                    <a:pt x="0" y="518"/>
                    <a:pt x="0" y="1155"/>
                  </a:cubicBezTo>
                  <a:cubicBezTo>
                    <a:pt x="0" y="1791"/>
                    <a:pt x="517" y="2310"/>
                    <a:pt x="1154" y="2310"/>
                  </a:cubicBezTo>
                  <a:cubicBezTo>
                    <a:pt x="1790" y="2310"/>
                    <a:pt x="2308" y="1793"/>
                    <a:pt x="2308" y="1155"/>
                  </a:cubicBezTo>
                  <a:cubicBezTo>
                    <a:pt x="2308" y="518"/>
                    <a:pt x="1791" y="1"/>
                    <a:pt x="11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0"/>
            <p:cNvSpPr/>
            <p:nvPr/>
          </p:nvSpPr>
          <p:spPr>
            <a:xfrm>
              <a:off x="2097963" y="1425818"/>
              <a:ext cx="15335" cy="15335"/>
            </a:xfrm>
            <a:custGeom>
              <a:rect b="b" l="l" r="r" t="t"/>
              <a:pathLst>
                <a:path extrusionOk="0" h="462" w="462">
                  <a:moveTo>
                    <a:pt x="0" y="0"/>
                  </a:moveTo>
                  <a:lnTo>
                    <a:pt x="0" y="462"/>
                  </a:lnTo>
                  <a:lnTo>
                    <a:pt x="461" y="462"/>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0"/>
            <p:cNvSpPr/>
            <p:nvPr/>
          </p:nvSpPr>
          <p:spPr>
            <a:xfrm>
              <a:off x="2159270" y="1425818"/>
              <a:ext cx="59315" cy="15335"/>
            </a:xfrm>
            <a:custGeom>
              <a:rect b="b" l="l" r="r" t="t"/>
              <a:pathLst>
                <a:path extrusionOk="0" h="462" w="1787">
                  <a:moveTo>
                    <a:pt x="0" y="0"/>
                  </a:moveTo>
                  <a:lnTo>
                    <a:pt x="0" y="462"/>
                  </a:lnTo>
                  <a:lnTo>
                    <a:pt x="1786" y="462"/>
                  </a:lnTo>
                  <a:lnTo>
                    <a:pt x="17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0"/>
            <p:cNvSpPr/>
            <p:nvPr/>
          </p:nvSpPr>
          <p:spPr>
            <a:xfrm>
              <a:off x="2128633" y="1425818"/>
              <a:ext cx="15335" cy="15335"/>
            </a:xfrm>
            <a:custGeom>
              <a:rect b="b" l="l" r="r" t="t"/>
              <a:pathLst>
                <a:path extrusionOk="0" h="462" w="462">
                  <a:moveTo>
                    <a:pt x="1" y="0"/>
                  </a:moveTo>
                  <a:lnTo>
                    <a:pt x="1" y="462"/>
                  </a:lnTo>
                  <a:lnTo>
                    <a:pt x="462" y="462"/>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0"/>
            <p:cNvSpPr/>
            <p:nvPr/>
          </p:nvSpPr>
          <p:spPr>
            <a:xfrm>
              <a:off x="2243015" y="1472454"/>
              <a:ext cx="91976" cy="15335"/>
            </a:xfrm>
            <a:custGeom>
              <a:rect b="b" l="l" r="r" t="t"/>
              <a:pathLst>
                <a:path extrusionOk="0" h="462" w="2771">
                  <a:moveTo>
                    <a:pt x="0" y="1"/>
                  </a:moveTo>
                  <a:lnTo>
                    <a:pt x="0" y="462"/>
                  </a:lnTo>
                  <a:lnTo>
                    <a:pt x="2771" y="462"/>
                  </a:lnTo>
                  <a:lnTo>
                    <a:pt x="27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0"/>
            <p:cNvSpPr/>
            <p:nvPr/>
          </p:nvSpPr>
          <p:spPr>
            <a:xfrm>
              <a:off x="2585196" y="1591947"/>
              <a:ext cx="35782" cy="15335"/>
            </a:xfrm>
            <a:custGeom>
              <a:rect b="b" l="l" r="r" t="t"/>
              <a:pathLst>
                <a:path extrusionOk="0" h="462" w="1078">
                  <a:moveTo>
                    <a:pt x="1" y="1"/>
                  </a:moveTo>
                  <a:lnTo>
                    <a:pt x="1" y="462"/>
                  </a:lnTo>
                  <a:lnTo>
                    <a:pt x="1078" y="462"/>
                  </a:lnTo>
                  <a:lnTo>
                    <a:pt x="10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0"/>
            <p:cNvSpPr/>
            <p:nvPr/>
          </p:nvSpPr>
          <p:spPr>
            <a:xfrm>
              <a:off x="2511675" y="1604195"/>
              <a:ext cx="35782" cy="15368"/>
            </a:xfrm>
            <a:custGeom>
              <a:rect b="b" l="l" r="r" t="t"/>
              <a:pathLst>
                <a:path extrusionOk="0" h="463" w="1078">
                  <a:moveTo>
                    <a:pt x="1" y="1"/>
                  </a:moveTo>
                  <a:lnTo>
                    <a:pt x="1" y="462"/>
                  </a:lnTo>
                  <a:lnTo>
                    <a:pt x="1077" y="462"/>
                  </a:lnTo>
                  <a:lnTo>
                    <a:pt x="10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0"/>
            <p:cNvSpPr/>
            <p:nvPr/>
          </p:nvSpPr>
          <p:spPr>
            <a:xfrm>
              <a:off x="2288986" y="1434648"/>
              <a:ext cx="104191" cy="15335"/>
            </a:xfrm>
            <a:custGeom>
              <a:rect b="b" l="l" r="r" t="t"/>
              <a:pathLst>
                <a:path extrusionOk="0" h="462" w="3139">
                  <a:moveTo>
                    <a:pt x="0" y="0"/>
                  </a:moveTo>
                  <a:lnTo>
                    <a:pt x="0" y="461"/>
                  </a:lnTo>
                  <a:lnTo>
                    <a:pt x="3139" y="461"/>
                  </a:lnTo>
                  <a:lnTo>
                    <a:pt x="31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0"/>
            <p:cNvSpPr/>
            <p:nvPr/>
          </p:nvSpPr>
          <p:spPr>
            <a:xfrm>
              <a:off x="2439149" y="1434648"/>
              <a:ext cx="15335" cy="15335"/>
            </a:xfrm>
            <a:custGeom>
              <a:rect b="b" l="l" r="r" t="t"/>
              <a:pathLst>
                <a:path extrusionOk="0" h="462" w="462">
                  <a:moveTo>
                    <a:pt x="1" y="0"/>
                  </a:moveTo>
                  <a:lnTo>
                    <a:pt x="1"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0"/>
            <p:cNvSpPr/>
            <p:nvPr/>
          </p:nvSpPr>
          <p:spPr>
            <a:xfrm>
              <a:off x="2408479" y="1434648"/>
              <a:ext cx="15368" cy="15335"/>
            </a:xfrm>
            <a:custGeom>
              <a:rect b="b" l="l" r="r" t="t"/>
              <a:pathLst>
                <a:path extrusionOk="0" h="462" w="463">
                  <a:moveTo>
                    <a:pt x="0" y="0"/>
                  </a:moveTo>
                  <a:lnTo>
                    <a:pt x="0"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0"/>
            <p:cNvSpPr/>
            <p:nvPr/>
          </p:nvSpPr>
          <p:spPr>
            <a:xfrm>
              <a:off x="2120468" y="1608477"/>
              <a:ext cx="36479" cy="52776"/>
            </a:xfrm>
            <a:custGeom>
              <a:rect b="b" l="l" r="r" t="t"/>
              <a:pathLst>
                <a:path extrusionOk="0" h="1590" w="1099">
                  <a:moveTo>
                    <a:pt x="685" y="0"/>
                  </a:moveTo>
                  <a:lnTo>
                    <a:pt x="0" y="1385"/>
                  </a:lnTo>
                  <a:lnTo>
                    <a:pt x="414" y="1590"/>
                  </a:lnTo>
                  <a:lnTo>
                    <a:pt x="1099" y="205"/>
                  </a:lnTo>
                  <a:lnTo>
                    <a:pt x="6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0"/>
            <p:cNvSpPr/>
            <p:nvPr/>
          </p:nvSpPr>
          <p:spPr>
            <a:xfrm>
              <a:off x="2217987" y="1589889"/>
              <a:ext cx="35051" cy="49888"/>
            </a:xfrm>
            <a:custGeom>
              <a:rect b="b" l="l" r="r" t="t"/>
              <a:pathLst>
                <a:path extrusionOk="0" h="1503" w="1056">
                  <a:moveTo>
                    <a:pt x="414" y="1"/>
                  </a:moveTo>
                  <a:lnTo>
                    <a:pt x="1" y="205"/>
                  </a:lnTo>
                  <a:lnTo>
                    <a:pt x="642" y="1502"/>
                  </a:lnTo>
                  <a:lnTo>
                    <a:pt x="1055" y="1297"/>
                  </a:lnTo>
                  <a:lnTo>
                    <a:pt x="4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0"/>
            <p:cNvSpPr/>
            <p:nvPr/>
          </p:nvSpPr>
          <p:spPr>
            <a:xfrm>
              <a:off x="2204478" y="1562505"/>
              <a:ext cx="20546" cy="20546"/>
            </a:xfrm>
            <a:custGeom>
              <a:rect b="b" l="l" r="r" t="t"/>
              <a:pathLst>
                <a:path extrusionOk="0" h="619" w="619">
                  <a:moveTo>
                    <a:pt x="414" y="0"/>
                  </a:moveTo>
                  <a:lnTo>
                    <a:pt x="0" y="205"/>
                  </a:lnTo>
                  <a:lnTo>
                    <a:pt x="205" y="619"/>
                  </a:lnTo>
                  <a:lnTo>
                    <a:pt x="618" y="414"/>
                  </a:lnTo>
                  <a:lnTo>
                    <a:pt x="4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0"/>
            <p:cNvSpPr/>
            <p:nvPr/>
          </p:nvSpPr>
          <p:spPr>
            <a:xfrm>
              <a:off x="2296222" y="1688106"/>
              <a:ext cx="20546" cy="20546"/>
            </a:xfrm>
            <a:custGeom>
              <a:rect b="b" l="l" r="r" t="t"/>
              <a:pathLst>
                <a:path extrusionOk="0" h="619" w="619">
                  <a:moveTo>
                    <a:pt x="205" y="0"/>
                  </a:moveTo>
                  <a:lnTo>
                    <a:pt x="0" y="414"/>
                  </a:lnTo>
                  <a:lnTo>
                    <a:pt x="414" y="619"/>
                  </a:lnTo>
                  <a:lnTo>
                    <a:pt x="619" y="205"/>
                  </a:lnTo>
                  <a:lnTo>
                    <a:pt x="2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0"/>
            <p:cNvSpPr/>
            <p:nvPr/>
          </p:nvSpPr>
          <p:spPr>
            <a:xfrm>
              <a:off x="2309765" y="1625836"/>
              <a:ext cx="37806" cy="55365"/>
            </a:xfrm>
            <a:custGeom>
              <a:rect b="b" l="l" r="r" t="t"/>
              <a:pathLst>
                <a:path extrusionOk="0" h="1668" w="1139">
                  <a:moveTo>
                    <a:pt x="725" y="0"/>
                  </a:moveTo>
                  <a:lnTo>
                    <a:pt x="1" y="1463"/>
                  </a:lnTo>
                  <a:lnTo>
                    <a:pt x="415" y="1667"/>
                  </a:lnTo>
                  <a:lnTo>
                    <a:pt x="1138" y="205"/>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0"/>
            <p:cNvSpPr/>
            <p:nvPr/>
          </p:nvSpPr>
          <p:spPr>
            <a:xfrm>
              <a:off x="2435066" y="1626102"/>
              <a:ext cx="20546" cy="20579"/>
            </a:xfrm>
            <a:custGeom>
              <a:rect b="b" l="l" r="r" t="t"/>
              <a:pathLst>
                <a:path extrusionOk="0" h="620" w="619">
                  <a:moveTo>
                    <a:pt x="414" y="1"/>
                  </a:moveTo>
                  <a:lnTo>
                    <a:pt x="1" y="205"/>
                  </a:lnTo>
                  <a:lnTo>
                    <a:pt x="205" y="619"/>
                  </a:lnTo>
                  <a:lnTo>
                    <a:pt x="619" y="414"/>
                  </a:lnTo>
                  <a:lnTo>
                    <a:pt x="4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0"/>
            <p:cNvSpPr/>
            <p:nvPr/>
          </p:nvSpPr>
          <p:spPr>
            <a:xfrm>
              <a:off x="2405591" y="1566588"/>
              <a:ext cx="36412" cy="52610"/>
            </a:xfrm>
            <a:custGeom>
              <a:rect b="b" l="l" r="r" t="t"/>
              <a:pathLst>
                <a:path extrusionOk="0" h="1585" w="1097">
                  <a:moveTo>
                    <a:pt x="414" y="0"/>
                  </a:moveTo>
                  <a:lnTo>
                    <a:pt x="0" y="205"/>
                  </a:lnTo>
                  <a:lnTo>
                    <a:pt x="683" y="1585"/>
                  </a:lnTo>
                  <a:lnTo>
                    <a:pt x="1096" y="1380"/>
                  </a:lnTo>
                  <a:lnTo>
                    <a:pt x="4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0"/>
            <p:cNvSpPr/>
            <p:nvPr/>
          </p:nvSpPr>
          <p:spPr>
            <a:xfrm>
              <a:off x="2448675" y="1653552"/>
              <a:ext cx="20546" cy="20546"/>
            </a:xfrm>
            <a:custGeom>
              <a:rect b="b" l="l" r="r" t="t"/>
              <a:pathLst>
                <a:path extrusionOk="0" h="619" w="619">
                  <a:moveTo>
                    <a:pt x="414" y="1"/>
                  </a:moveTo>
                  <a:lnTo>
                    <a:pt x="0" y="206"/>
                  </a:lnTo>
                  <a:lnTo>
                    <a:pt x="205" y="618"/>
                  </a:lnTo>
                  <a:lnTo>
                    <a:pt x="619" y="415"/>
                  </a:lnTo>
                  <a:lnTo>
                    <a:pt x="4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0"/>
            <p:cNvSpPr/>
            <p:nvPr/>
          </p:nvSpPr>
          <p:spPr>
            <a:xfrm>
              <a:off x="2453422" y="1797276"/>
              <a:ext cx="15368" cy="15335"/>
            </a:xfrm>
            <a:custGeom>
              <a:rect b="b" l="l" r="r" t="t"/>
              <a:pathLst>
                <a:path extrusionOk="0" h="462" w="463">
                  <a:moveTo>
                    <a:pt x="1" y="0"/>
                  </a:moveTo>
                  <a:lnTo>
                    <a:pt x="1"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0"/>
            <p:cNvSpPr/>
            <p:nvPr/>
          </p:nvSpPr>
          <p:spPr>
            <a:xfrm>
              <a:off x="2346177" y="1797276"/>
              <a:ext cx="91976" cy="15335"/>
            </a:xfrm>
            <a:custGeom>
              <a:rect b="b" l="l" r="r" t="t"/>
              <a:pathLst>
                <a:path extrusionOk="0" h="462" w="2771">
                  <a:moveTo>
                    <a:pt x="0" y="0"/>
                  </a:moveTo>
                  <a:lnTo>
                    <a:pt x="0" y="461"/>
                  </a:lnTo>
                  <a:lnTo>
                    <a:pt x="2771" y="461"/>
                  </a:lnTo>
                  <a:lnTo>
                    <a:pt x="27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0"/>
            <p:cNvSpPr/>
            <p:nvPr/>
          </p:nvSpPr>
          <p:spPr>
            <a:xfrm>
              <a:off x="2484092" y="1797276"/>
              <a:ext cx="15335" cy="15335"/>
            </a:xfrm>
            <a:custGeom>
              <a:rect b="b" l="l" r="r" t="t"/>
              <a:pathLst>
                <a:path extrusionOk="0" h="462" w="462">
                  <a:moveTo>
                    <a:pt x="0" y="0"/>
                  </a:moveTo>
                  <a:lnTo>
                    <a:pt x="0"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0"/>
            <p:cNvSpPr/>
            <p:nvPr/>
          </p:nvSpPr>
          <p:spPr>
            <a:xfrm>
              <a:off x="2216892" y="1862399"/>
              <a:ext cx="36379" cy="50054"/>
            </a:xfrm>
            <a:custGeom>
              <a:rect b="b" l="l" r="r" t="t"/>
              <a:pathLst>
                <a:path extrusionOk="0" h="1508" w="1096">
                  <a:moveTo>
                    <a:pt x="739" y="1"/>
                  </a:moveTo>
                  <a:cubicBezTo>
                    <a:pt x="405" y="409"/>
                    <a:pt x="157" y="870"/>
                    <a:pt x="0" y="1371"/>
                  </a:cubicBezTo>
                  <a:lnTo>
                    <a:pt x="441" y="1508"/>
                  </a:lnTo>
                  <a:cubicBezTo>
                    <a:pt x="580" y="1064"/>
                    <a:pt x="799" y="654"/>
                    <a:pt x="1096" y="292"/>
                  </a:cubicBezTo>
                  <a:lnTo>
                    <a:pt x="7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0"/>
            <p:cNvSpPr/>
            <p:nvPr/>
          </p:nvSpPr>
          <p:spPr>
            <a:xfrm>
              <a:off x="2146955" y="1859711"/>
              <a:ext cx="20911" cy="20911"/>
            </a:xfrm>
            <a:custGeom>
              <a:rect b="b" l="l" r="r" t="t"/>
              <a:pathLst>
                <a:path extrusionOk="0" h="630" w="630">
                  <a:moveTo>
                    <a:pt x="241" y="0"/>
                  </a:moveTo>
                  <a:cubicBezTo>
                    <a:pt x="154" y="136"/>
                    <a:pt x="72" y="278"/>
                    <a:pt x="1" y="420"/>
                  </a:cubicBezTo>
                  <a:lnTo>
                    <a:pt x="411" y="630"/>
                  </a:lnTo>
                  <a:cubicBezTo>
                    <a:pt x="478" y="501"/>
                    <a:pt x="551" y="372"/>
                    <a:pt x="630" y="249"/>
                  </a:cubicBezTo>
                  <a:lnTo>
                    <a:pt x="24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0"/>
            <p:cNvSpPr/>
            <p:nvPr/>
          </p:nvSpPr>
          <p:spPr>
            <a:xfrm>
              <a:off x="2164249" y="1834551"/>
              <a:ext cx="21608" cy="21608"/>
            </a:xfrm>
            <a:custGeom>
              <a:rect b="b" l="l" r="r" t="t"/>
              <a:pathLst>
                <a:path extrusionOk="0" h="651" w="651">
                  <a:moveTo>
                    <a:pt x="318" y="0"/>
                  </a:moveTo>
                  <a:cubicBezTo>
                    <a:pt x="207" y="116"/>
                    <a:pt x="100" y="238"/>
                    <a:pt x="0" y="365"/>
                  </a:cubicBezTo>
                  <a:lnTo>
                    <a:pt x="362" y="651"/>
                  </a:lnTo>
                  <a:cubicBezTo>
                    <a:pt x="453" y="536"/>
                    <a:pt x="550" y="424"/>
                    <a:pt x="651" y="320"/>
                  </a:cubicBezTo>
                  <a:lnTo>
                    <a:pt x="3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0"/>
            <p:cNvSpPr/>
            <p:nvPr/>
          </p:nvSpPr>
          <p:spPr>
            <a:xfrm>
              <a:off x="2186454" y="1788845"/>
              <a:ext cx="70733" cy="46270"/>
            </a:xfrm>
            <a:custGeom>
              <a:rect b="b" l="l" r="r" t="t"/>
              <a:pathLst>
                <a:path extrusionOk="0" h="1394" w="2131">
                  <a:moveTo>
                    <a:pt x="2018" y="1"/>
                  </a:moveTo>
                  <a:cubicBezTo>
                    <a:pt x="1279" y="184"/>
                    <a:pt x="581" y="546"/>
                    <a:pt x="0" y="1044"/>
                  </a:cubicBezTo>
                  <a:lnTo>
                    <a:pt x="301" y="1394"/>
                  </a:lnTo>
                  <a:cubicBezTo>
                    <a:pt x="828" y="942"/>
                    <a:pt x="1460" y="615"/>
                    <a:pt x="2131" y="448"/>
                  </a:cubicBezTo>
                  <a:lnTo>
                    <a:pt x="20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0"/>
            <p:cNvSpPr/>
            <p:nvPr/>
          </p:nvSpPr>
          <p:spPr>
            <a:xfrm>
              <a:off x="2353346" y="1906545"/>
              <a:ext cx="57224" cy="15368"/>
            </a:xfrm>
            <a:custGeom>
              <a:rect b="b" l="l" r="r" t="t"/>
              <a:pathLst>
                <a:path extrusionOk="0" h="463" w="1724">
                  <a:moveTo>
                    <a:pt x="0" y="1"/>
                  </a:moveTo>
                  <a:lnTo>
                    <a:pt x="0" y="462"/>
                  </a:lnTo>
                  <a:lnTo>
                    <a:pt x="1723" y="462"/>
                  </a:lnTo>
                  <a:lnTo>
                    <a:pt x="17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0"/>
            <p:cNvSpPr/>
            <p:nvPr/>
          </p:nvSpPr>
          <p:spPr>
            <a:xfrm>
              <a:off x="2443232" y="1876938"/>
              <a:ext cx="23567" cy="15368"/>
            </a:xfrm>
            <a:custGeom>
              <a:rect b="b" l="l" r="r" t="t"/>
              <a:pathLst>
                <a:path extrusionOk="0" h="463" w="710">
                  <a:moveTo>
                    <a:pt x="1" y="0"/>
                  </a:moveTo>
                  <a:lnTo>
                    <a:pt x="1" y="463"/>
                  </a:lnTo>
                  <a:lnTo>
                    <a:pt x="709" y="463"/>
                  </a:lnTo>
                  <a:lnTo>
                    <a:pt x="7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0"/>
            <p:cNvSpPr/>
            <p:nvPr/>
          </p:nvSpPr>
          <p:spPr>
            <a:xfrm>
              <a:off x="2483063" y="1876938"/>
              <a:ext cx="23533" cy="15368"/>
            </a:xfrm>
            <a:custGeom>
              <a:rect b="b" l="l" r="r" t="t"/>
              <a:pathLst>
                <a:path extrusionOk="0" h="463" w="709">
                  <a:moveTo>
                    <a:pt x="0" y="0"/>
                  </a:moveTo>
                  <a:lnTo>
                    <a:pt x="0" y="463"/>
                  </a:lnTo>
                  <a:lnTo>
                    <a:pt x="709" y="463"/>
                  </a:lnTo>
                  <a:lnTo>
                    <a:pt x="7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0"/>
            <p:cNvSpPr/>
            <p:nvPr/>
          </p:nvSpPr>
          <p:spPr>
            <a:xfrm>
              <a:off x="2510612" y="1916735"/>
              <a:ext cx="37873" cy="15401"/>
            </a:xfrm>
            <a:custGeom>
              <a:rect b="b" l="l" r="r" t="t"/>
              <a:pathLst>
                <a:path extrusionOk="0" h="464" w="1141">
                  <a:moveTo>
                    <a:pt x="1" y="1"/>
                  </a:moveTo>
                  <a:lnTo>
                    <a:pt x="1" y="463"/>
                  </a:lnTo>
                  <a:lnTo>
                    <a:pt x="1140" y="463"/>
                  </a:lnTo>
                  <a:lnTo>
                    <a:pt x="11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0"/>
            <p:cNvSpPr/>
            <p:nvPr/>
          </p:nvSpPr>
          <p:spPr>
            <a:xfrm>
              <a:off x="2563754" y="1916735"/>
              <a:ext cx="15335" cy="15401"/>
            </a:xfrm>
            <a:custGeom>
              <a:rect b="b" l="l" r="r" t="t"/>
              <a:pathLst>
                <a:path extrusionOk="0" h="464" w="462">
                  <a:moveTo>
                    <a:pt x="1" y="1"/>
                  </a:moveTo>
                  <a:lnTo>
                    <a:pt x="1"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0"/>
            <p:cNvSpPr/>
            <p:nvPr/>
          </p:nvSpPr>
          <p:spPr>
            <a:xfrm>
              <a:off x="2594390" y="1916735"/>
              <a:ext cx="15368" cy="15401"/>
            </a:xfrm>
            <a:custGeom>
              <a:rect b="b" l="l" r="r" t="t"/>
              <a:pathLst>
                <a:path extrusionOk="0" h="464" w="463">
                  <a:moveTo>
                    <a:pt x="0" y="1"/>
                  </a:moveTo>
                  <a:lnTo>
                    <a:pt x="0"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0"/>
            <p:cNvSpPr/>
            <p:nvPr/>
          </p:nvSpPr>
          <p:spPr>
            <a:xfrm>
              <a:off x="2117381" y="1760498"/>
              <a:ext cx="27616" cy="15335"/>
            </a:xfrm>
            <a:custGeom>
              <a:rect b="b" l="l" r="r" t="t"/>
              <a:pathLst>
                <a:path extrusionOk="0" h="462" w="832">
                  <a:moveTo>
                    <a:pt x="0" y="0"/>
                  </a:moveTo>
                  <a:lnTo>
                    <a:pt x="0" y="462"/>
                  </a:lnTo>
                  <a:lnTo>
                    <a:pt x="832" y="462"/>
                  </a:lnTo>
                  <a:lnTo>
                    <a:pt x="8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0"/>
            <p:cNvSpPr/>
            <p:nvPr/>
          </p:nvSpPr>
          <p:spPr>
            <a:xfrm>
              <a:off x="2298180" y="1906545"/>
              <a:ext cx="35748" cy="15368"/>
            </a:xfrm>
            <a:custGeom>
              <a:rect b="b" l="l" r="r" t="t"/>
              <a:pathLst>
                <a:path extrusionOk="0" h="463" w="1077">
                  <a:moveTo>
                    <a:pt x="0" y="1"/>
                  </a:moveTo>
                  <a:lnTo>
                    <a:pt x="0" y="462"/>
                  </a:lnTo>
                  <a:lnTo>
                    <a:pt x="1077" y="462"/>
                  </a:lnTo>
                  <a:lnTo>
                    <a:pt x="10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50"/>
          <p:cNvGrpSpPr/>
          <p:nvPr/>
        </p:nvGrpSpPr>
        <p:grpSpPr>
          <a:xfrm>
            <a:off x="6913038" y="1898234"/>
            <a:ext cx="523147" cy="521985"/>
            <a:chOff x="7143788" y="2054053"/>
            <a:chExt cx="523147" cy="521985"/>
          </a:xfrm>
        </p:grpSpPr>
        <p:sp>
          <p:nvSpPr>
            <p:cNvPr id="3070" name="Google Shape;3070;p50"/>
            <p:cNvSpPr/>
            <p:nvPr/>
          </p:nvSpPr>
          <p:spPr>
            <a:xfrm>
              <a:off x="7341183" y="2179952"/>
              <a:ext cx="15302" cy="14339"/>
            </a:xfrm>
            <a:custGeom>
              <a:rect b="b" l="l" r="r" t="t"/>
              <a:pathLst>
                <a:path extrusionOk="0" h="432" w="461">
                  <a:moveTo>
                    <a:pt x="0" y="1"/>
                  </a:moveTo>
                  <a:lnTo>
                    <a:pt x="0" y="431"/>
                  </a:lnTo>
                  <a:lnTo>
                    <a:pt x="460" y="431"/>
                  </a:lnTo>
                  <a:lnTo>
                    <a:pt x="4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0"/>
            <p:cNvSpPr/>
            <p:nvPr/>
          </p:nvSpPr>
          <p:spPr>
            <a:xfrm>
              <a:off x="7341183" y="2236014"/>
              <a:ext cx="15302" cy="55100"/>
            </a:xfrm>
            <a:custGeom>
              <a:rect b="b" l="l" r="r" t="t"/>
              <a:pathLst>
                <a:path extrusionOk="0" h="1660" w="461">
                  <a:moveTo>
                    <a:pt x="0" y="1"/>
                  </a:moveTo>
                  <a:lnTo>
                    <a:pt x="0" y="1660"/>
                  </a:lnTo>
                  <a:lnTo>
                    <a:pt x="460" y="1660"/>
                  </a:lnTo>
                  <a:lnTo>
                    <a:pt x="4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0"/>
            <p:cNvSpPr/>
            <p:nvPr/>
          </p:nvSpPr>
          <p:spPr>
            <a:xfrm>
              <a:off x="7389080" y="2245175"/>
              <a:ext cx="15335" cy="33690"/>
            </a:xfrm>
            <a:custGeom>
              <a:rect b="b" l="l" r="r" t="t"/>
              <a:pathLst>
                <a:path extrusionOk="0" h="1015" w="462">
                  <a:moveTo>
                    <a:pt x="1" y="1"/>
                  </a:moveTo>
                  <a:lnTo>
                    <a:pt x="1" y="1014"/>
                  </a:lnTo>
                  <a:lnTo>
                    <a:pt x="461" y="1014"/>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0"/>
            <p:cNvSpPr/>
            <p:nvPr/>
          </p:nvSpPr>
          <p:spPr>
            <a:xfrm>
              <a:off x="7387055" y="2152402"/>
              <a:ext cx="15269" cy="40827"/>
            </a:xfrm>
            <a:custGeom>
              <a:rect b="b" l="l" r="r" t="t"/>
              <a:pathLst>
                <a:path extrusionOk="0" h="1230" w="460">
                  <a:moveTo>
                    <a:pt x="1" y="0"/>
                  </a:moveTo>
                  <a:lnTo>
                    <a:pt x="1" y="1229"/>
                  </a:lnTo>
                  <a:lnTo>
                    <a:pt x="460" y="1229"/>
                  </a:lnTo>
                  <a:lnTo>
                    <a:pt x="4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0"/>
            <p:cNvSpPr/>
            <p:nvPr/>
          </p:nvSpPr>
          <p:spPr>
            <a:xfrm>
              <a:off x="7457357" y="2231898"/>
              <a:ext cx="15302" cy="15302"/>
            </a:xfrm>
            <a:custGeom>
              <a:rect b="b" l="l" r="r" t="t"/>
              <a:pathLst>
                <a:path extrusionOk="0" h="461" w="461">
                  <a:moveTo>
                    <a:pt x="1" y="1"/>
                  </a:moveTo>
                  <a:lnTo>
                    <a:pt x="1" y="461"/>
                  </a:lnTo>
                  <a:lnTo>
                    <a:pt x="461" y="461"/>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0"/>
            <p:cNvSpPr/>
            <p:nvPr/>
          </p:nvSpPr>
          <p:spPr>
            <a:xfrm>
              <a:off x="7457357" y="2201394"/>
              <a:ext cx="15302" cy="15302"/>
            </a:xfrm>
            <a:custGeom>
              <a:rect b="b" l="l" r="r" t="t"/>
              <a:pathLst>
                <a:path extrusionOk="0" h="461" w="461">
                  <a:moveTo>
                    <a:pt x="1" y="0"/>
                  </a:moveTo>
                  <a:lnTo>
                    <a:pt x="1" y="460"/>
                  </a:lnTo>
                  <a:lnTo>
                    <a:pt x="461" y="460"/>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0"/>
            <p:cNvSpPr/>
            <p:nvPr/>
          </p:nvSpPr>
          <p:spPr>
            <a:xfrm>
              <a:off x="7419684" y="2210555"/>
              <a:ext cx="15269" cy="36711"/>
            </a:xfrm>
            <a:custGeom>
              <a:rect b="b" l="l" r="r" t="t"/>
              <a:pathLst>
                <a:path extrusionOk="0" h="1106" w="460">
                  <a:moveTo>
                    <a:pt x="0" y="0"/>
                  </a:moveTo>
                  <a:lnTo>
                    <a:pt x="0" y="1106"/>
                  </a:lnTo>
                  <a:lnTo>
                    <a:pt x="459" y="1106"/>
                  </a:lnTo>
                  <a:lnTo>
                    <a:pt x="4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0"/>
            <p:cNvSpPr/>
            <p:nvPr/>
          </p:nvSpPr>
          <p:spPr>
            <a:xfrm>
              <a:off x="7460444" y="2296159"/>
              <a:ext cx="15335" cy="63232"/>
            </a:xfrm>
            <a:custGeom>
              <a:rect b="b" l="l" r="r" t="t"/>
              <a:pathLst>
                <a:path extrusionOk="0" h="1905" w="462">
                  <a:moveTo>
                    <a:pt x="1" y="1"/>
                  </a:moveTo>
                  <a:lnTo>
                    <a:pt x="1" y="1904"/>
                  </a:lnTo>
                  <a:lnTo>
                    <a:pt x="461" y="1904"/>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0"/>
            <p:cNvSpPr/>
            <p:nvPr/>
          </p:nvSpPr>
          <p:spPr>
            <a:xfrm>
              <a:off x="7341183" y="2341035"/>
              <a:ext cx="15302" cy="15302"/>
            </a:xfrm>
            <a:custGeom>
              <a:rect b="b" l="l" r="r" t="t"/>
              <a:pathLst>
                <a:path extrusionOk="0" h="461" w="461">
                  <a:moveTo>
                    <a:pt x="0" y="0"/>
                  </a:moveTo>
                  <a:lnTo>
                    <a:pt x="0" y="460"/>
                  </a:lnTo>
                  <a:lnTo>
                    <a:pt x="460" y="460"/>
                  </a:lnTo>
                  <a:lnTo>
                    <a:pt x="4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0"/>
            <p:cNvSpPr/>
            <p:nvPr/>
          </p:nvSpPr>
          <p:spPr>
            <a:xfrm>
              <a:off x="7298365" y="2374659"/>
              <a:ext cx="15302" cy="15302"/>
            </a:xfrm>
            <a:custGeom>
              <a:rect b="b" l="l" r="r" t="t"/>
              <a:pathLst>
                <a:path extrusionOk="0" h="461" w="461">
                  <a:moveTo>
                    <a:pt x="1" y="1"/>
                  </a:moveTo>
                  <a:lnTo>
                    <a:pt x="1" y="461"/>
                  </a:lnTo>
                  <a:lnTo>
                    <a:pt x="461" y="461"/>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0"/>
            <p:cNvSpPr/>
            <p:nvPr/>
          </p:nvSpPr>
          <p:spPr>
            <a:xfrm>
              <a:off x="7402324" y="2344089"/>
              <a:ext cx="15302" cy="51017"/>
            </a:xfrm>
            <a:custGeom>
              <a:rect b="b" l="l" r="r" t="t"/>
              <a:pathLst>
                <a:path extrusionOk="0" h="1537" w="461">
                  <a:moveTo>
                    <a:pt x="0" y="0"/>
                  </a:moveTo>
                  <a:lnTo>
                    <a:pt x="0" y="1536"/>
                  </a:lnTo>
                  <a:lnTo>
                    <a:pt x="460" y="1536"/>
                  </a:lnTo>
                  <a:lnTo>
                    <a:pt x="4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0"/>
            <p:cNvSpPr/>
            <p:nvPr/>
          </p:nvSpPr>
          <p:spPr>
            <a:xfrm>
              <a:off x="7143887" y="2403736"/>
              <a:ext cx="32661" cy="15302"/>
            </a:xfrm>
            <a:custGeom>
              <a:rect b="b" l="l" r="r" t="t"/>
              <a:pathLst>
                <a:path extrusionOk="0" h="461" w="984">
                  <a:moveTo>
                    <a:pt x="1" y="1"/>
                  </a:moveTo>
                  <a:lnTo>
                    <a:pt x="1" y="461"/>
                  </a:lnTo>
                  <a:lnTo>
                    <a:pt x="983" y="461"/>
                  </a:lnTo>
                  <a:lnTo>
                    <a:pt x="9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0"/>
            <p:cNvSpPr/>
            <p:nvPr/>
          </p:nvSpPr>
          <p:spPr>
            <a:xfrm>
              <a:off x="7202007" y="2403736"/>
              <a:ext cx="55100" cy="15302"/>
            </a:xfrm>
            <a:custGeom>
              <a:rect b="b" l="l" r="r" t="t"/>
              <a:pathLst>
                <a:path extrusionOk="0" h="461" w="1660">
                  <a:moveTo>
                    <a:pt x="1" y="1"/>
                  </a:moveTo>
                  <a:lnTo>
                    <a:pt x="1" y="461"/>
                  </a:lnTo>
                  <a:lnTo>
                    <a:pt x="1659" y="461"/>
                  </a:lnTo>
                  <a:lnTo>
                    <a:pt x="16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0"/>
            <p:cNvSpPr/>
            <p:nvPr/>
          </p:nvSpPr>
          <p:spPr>
            <a:xfrm>
              <a:off x="7188763" y="2559674"/>
              <a:ext cx="32628" cy="15335"/>
            </a:xfrm>
            <a:custGeom>
              <a:rect b="b" l="l" r="r" t="t"/>
              <a:pathLst>
                <a:path extrusionOk="0" h="462" w="983">
                  <a:moveTo>
                    <a:pt x="0" y="1"/>
                  </a:moveTo>
                  <a:lnTo>
                    <a:pt x="0" y="461"/>
                  </a:lnTo>
                  <a:lnTo>
                    <a:pt x="983" y="461"/>
                  </a:lnTo>
                  <a:lnTo>
                    <a:pt x="9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0"/>
            <p:cNvSpPr/>
            <p:nvPr/>
          </p:nvSpPr>
          <p:spPr>
            <a:xfrm>
              <a:off x="7246883" y="2559674"/>
              <a:ext cx="55066" cy="15335"/>
            </a:xfrm>
            <a:custGeom>
              <a:rect b="b" l="l" r="r" t="t"/>
              <a:pathLst>
                <a:path extrusionOk="0" h="462" w="1659">
                  <a:moveTo>
                    <a:pt x="0" y="1"/>
                  </a:moveTo>
                  <a:lnTo>
                    <a:pt x="0" y="461"/>
                  </a:lnTo>
                  <a:lnTo>
                    <a:pt x="1658" y="461"/>
                  </a:lnTo>
                  <a:lnTo>
                    <a:pt x="16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0"/>
            <p:cNvSpPr/>
            <p:nvPr/>
          </p:nvSpPr>
          <p:spPr>
            <a:xfrm>
              <a:off x="7143887" y="2471017"/>
              <a:ext cx="77504" cy="15269"/>
            </a:xfrm>
            <a:custGeom>
              <a:rect b="b" l="l" r="r" t="t"/>
              <a:pathLst>
                <a:path extrusionOk="0" h="460" w="2335">
                  <a:moveTo>
                    <a:pt x="1" y="1"/>
                  </a:moveTo>
                  <a:lnTo>
                    <a:pt x="1" y="460"/>
                  </a:lnTo>
                  <a:lnTo>
                    <a:pt x="2335" y="460"/>
                  </a:lnTo>
                  <a:lnTo>
                    <a:pt x="23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0"/>
            <p:cNvSpPr/>
            <p:nvPr/>
          </p:nvSpPr>
          <p:spPr>
            <a:xfrm>
              <a:off x="7300921" y="2506732"/>
              <a:ext cx="81587" cy="15302"/>
            </a:xfrm>
            <a:custGeom>
              <a:rect b="b" l="l" r="r" t="t"/>
              <a:pathLst>
                <a:path extrusionOk="0" h="461" w="2458">
                  <a:moveTo>
                    <a:pt x="0" y="0"/>
                  </a:moveTo>
                  <a:lnTo>
                    <a:pt x="0" y="460"/>
                  </a:lnTo>
                  <a:lnTo>
                    <a:pt x="2457" y="460"/>
                  </a:lnTo>
                  <a:lnTo>
                    <a:pt x="24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0"/>
            <p:cNvSpPr/>
            <p:nvPr/>
          </p:nvSpPr>
          <p:spPr>
            <a:xfrm>
              <a:off x="7270351" y="2506732"/>
              <a:ext cx="15269" cy="15302"/>
            </a:xfrm>
            <a:custGeom>
              <a:rect b="b" l="l" r="r" t="t"/>
              <a:pathLst>
                <a:path extrusionOk="0" h="461" w="460">
                  <a:moveTo>
                    <a:pt x="1" y="0"/>
                  </a:moveTo>
                  <a:lnTo>
                    <a:pt x="1" y="460"/>
                  </a:lnTo>
                  <a:lnTo>
                    <a:pt x="460" y="460"/>
                  </a:lnTo>
                  <a:lnTo>
                    <a:pt x="4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0"/>
            <p:cNvSpPr/>
            <p:nvPr/>
          </p:nvSpPr>
          <p:spPr>
            <a:xfrm>
              <a:off x="7239747" y="2506732"/>
              <a:ext cx="15302" cy="15302"/>
            </a:xfrm>
            <a:custGeom>
              <a:rect b="b" l="l" r="r" t="t"/>
              <a:pathLst>
                <a:path extrusionOk="0" h="461" w="461">
                  <a:moveTo>
                    <a:pt x="0" y="0"/>
                  </a:moveTo>
                  <a:lnTo>
                    <a:pt x="0" y="460"/>
                  </a:lnTo>
                  <a:lnTo>
                    <a:pt x="460" y="460"/>
                  </a:lnTo>
                  <a:lnTo>
                    <a:pt x="4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0"/>
            <p:cNvSpPr/>
            <p:nvPr/>
          </p:nvSpPr>
          <p:spPr>
            <a:xfrm>
              <a:off x="7398772" y="2444496"/>
              <a:ext cx="15302" cy="15302"/>
            </a:xfrm>
            <a:custGeom>
              <a:rect b="b" l="l" r="r" t="t"/>
              <a:pathLst>
                <a:path extrusionOk="0" h="461" w="461">
                  <a:moveTo>
                    <a:pt x="0" y="0"/>
                  </a:moveTo>
                  <a:lnTo>
                    <a:pt x="0" y="460"/>
                  </a:lnTo>
                  <a:lnTo>
                    <a:pt x="461" y="460"/>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0"/>
            <p:cNvSpPr/>
            <p:nvPr/>
          </p:nvSpPr>
          <p:spPr>
            <a:xfrm>
              <a:off x="7301917" y="2444496"/>
              <a:ext cx="81620" cy="15302"/>
            </a:xfrm>
            <a:custGeom>
              <a:rect b="b" l="l" r="r" t="t"/>
              <a:pathLst>
                <a:path extrusionOk="0" h="461" w="2459">
                  <a:moveTo>
                    <a:pt x="0" y="0"/>
                  </a:moveTo>
                  <a:lnTo>
                    <a:pt x="0" y="460"/>
                  </a:lnTo>
                  <a:lnTo>
                    <a:pt x="2458" y="460"/>
                  </a:lnTo>
                  <a:lnTo>
                    <a:pt x="24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0"/>
            <p:cNvSpPr/>
            <p:nvPr/>
          </p:nvSpPr>
          <p:spPr>
            <a:xfrm>
              <a:off x="7429343" y="2444496"/>
              <a:ext cx="14339" cy="15302"/>
            </a:xfrm>
            <a:custGeom>
              <a:rect b="b" l="l" r="r" t="t"/>
              <a:pathLst>
                <a:path extrusionOk="0" h="461" w="432">
                  <a:moveTo>
                    <a:pt x="1" y="0"/>
                  </a:moveTo>
                  <a:lnTo>
                    <a:pt x="1" y="460"/>
                  </a:lnTo>
                  <a:lnTo>
                    <a:pt x="431" y="460"/>
                  </a:lnTo>
                  <a:lnTo>
                    <a:pt x="4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0"/>
            <p:cNvSpPr/>
            <p:nvPr/>
          </p:nvSpPr>
          <p:spPr>
            <a:xfrm>
              <a:off x="7621029" y="2560703"/>
              <a:ext cx="15302" cy="15335"/>
            </a:xfrm>
            <a:custGeom>
              <a:rect b="b" l="l" r="r" t="t"/>
              <a:pathLst>
                <a:path extrusionOk="0" h="462" w="461">
                  <a:moveTo>
                    <a:pt x="1" y="1"/>
                  </a:moveTo>
                  <a:lnTo>
                    <a:pt x="1" y="461"/>
                  </a:lnTo>
                  <a:lnTo>
                    <a:pt x="461" y="461"/>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0"/>
            <p:cNvSpPr/>
            <p:nvPr/>
          </p:nvSpPr>
          <p:spPr>
            <a:xfrm>
              <a:off x="7651633" y="2560703"/>
              <a:ext cx="14306" cy="15335"/>
            </a:xfrm>
            <a:custGeom>
              <a:rect b="b" l="l" r="r" t="t"/>
              <a:pathLst>
                <a:path extrusionOk="0" h="462" w="431">
                  <a:moveTo>
                    <a:pt x="0" y="1"/>
                  </a:moveTo>
                  <a:lnTo>
                    <a:pt x="0" y="461"/>
                  </a:lnTo>
                  <a:lnTo>
                    <a:pt x="430" y="461"/>
                  </a:lnTo>
                  <a:lnTo>
                    <a:pt x="4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0"/>
            <p:cNvSpPr/>
            <p:nvPr/>
          </p:nvSpPr>
          <p:spPr>
            <a:xfrm>
              <a:off x="7524174" y="2560703"/>
              <a:ext cx="81620" cy="15335"/>
            </a:xfrm>
            <a:custGeom>
              <a:rect b="b" l="l" r="r" t="t"/>
              <a:pathLst>
                <a:path extrusionOk="0" h="462" w="2459">
                  <a:moveTo>
                    <a:pt x="0" y="1"/>
                  </a:moveTo>
                  <a:lnTo>
                    <a:pt x="0" y="461"/>
                  </a:lnTo>
                  <a:lnTo>
                    <a:pt x="2458" y="461"/>
                  </a:lnTo>
                  <a:lnTo>
                    <a:pt x="24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0"/>
            <p:cNvSpPr/>
            <p:nvPr/>
          </p:nvSpPr>
          <p:spPr>
            <a:xfrm>
              <a:off x="7473190" y="2410839"/>
              <a:ext cx="67314" cy="15302"/>
            </a:xfrm>
            <a:custGeom>
              <a:rect b="b" l="l" r="r" t="t"/>
              <a:pathLst>
                <a:path extrusionOk="0" h="461" w="2028">
                  <a:moveTo>
                    <a:pt x="1" y="1"/>
                  </a:moveTo>
                  <a:lnTo>
                    <a:pt x="1" y="461"/>
                  </a:lnTo>
                  <a:lnTo>
                    <a:pt x="2028" y="461"/>
                  </a:lnTo>
                  <a:lnTo>
                    <a:pt x="20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0"/>
            <p:cNvSpPr/>
            <p:nvPr/>
          </p:nvSpPr>
          <p:spPr>
            <a:xfrm>
              <a:off x="7555773" y="2410839"/>
              <a:ext cx="15302" cy="15302"/>
            </a:xfrm>
            <a:custGeom>
              <a:rect b="b" l="l" r="r" t="t"/>
              <a:pathLst>
                <a:path extrusionOk="0" h="461" w="461">
                  <a:moveTo>
                    <a:pt x="1" y="1"/>
                  </a:moveTo>
                  <a:lnTo>
                    <a:pt x="1" y="461"/>
                  </a:lnTo>
                  <a:lnTo>
                    <a:pt x="461" y="461"/>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0"/>
            <p:cNvSpPr/>
            <p:nvPr/>
          </p:nvSpPr>
          <p:spPr>
            <a:xfrm>
              <a:off x="7472194" y="2524059"/>
              <a:ext cx="67314" cy="15302"/>
            </a:xfrm>
            <a:custGeom>
              <a:rect b="b" l="l" r="r" t="t"/>
              <a:pathLst>
                <a:path extrusionOk="0" h="461" w="2028">
                  <a:moveTo>
                    <a:pt x="1" y="0"/>
                  </a:moveTo>
                  <a:lnTo>
                    <a:pt x="1" y="461"/>
                  </a:lnTo>
                  <a:lnTo>
                    <a:pt x="2028" y="461"/>
                  </a:lnTo>
                  <a:lnTo>
                    <a:pt x="20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0"/>
            <p:cNvSpPr/>
            <p:nvPr/>
          </p:nvSpPr>
          <p:spPr>
            <a:xfrm>
              <a:off x="7554777" y="2524059"/>
              <a:ext cx="15302" cy="15302"/>
            </a:xfrm>
            <a:custGeom>
              <a:rect b="b" l="l" r="r" t="t"/>
              <a:pathLst>
                <a:path extrusionOk="0" h="461" w="461">
                  <a:moveTo>
                    <a:pt x="1" y="0"/>
                  </a:moveTo>
                  <a:lnTo>
                    <a:pt x="1" y="461"/>
                  </a:lnTo>
                  <a:lnTo>
                    <a:pt x="461" y="461"/>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0"/>
            <p:cNvSpPr/>
            <p:nvPr/>
          </p:nvSpPr>
          <p:spPr>
            <a:xfrm>
              <a:off x="7583323" y="2389430"/>
              <a:ext cx="54037" cy="15302"/>
            </a:xfrm>
            <a:custGeom>
              <a:rect b="b" l="l" r="r" t="t"/>
              <a:pathLst>
                <a:path extrusionOk="0" h="461" w="1628">
                  <a:moveTo>
                    <a:pt x="0" y="0"/>
                  </a:moveTo>
                  <a:lnTo>
                    <a:pt x="0" y="461"/>
                  </a:lnTo>
                  <a:lnTo>
                    <a:pt x="1628" y="461"/>
                  </a:lnTo>
                  <a:lnTo>
                    <a:pt x="16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0"/>
            <p:cNvSpPr/>
            <p:nvPr/>
          </p:nvSpPr>
          <p:spPr>
            <a:xfrm>
              <a:off x="7589397" y="2453691"/>
              <a:ext cx="76509" cy="15302"/>
            </a:xfrm>
            <a:custGeom>
              <a:rect b="b" l="l" r="r" t="t"/>
              <a:pathLst>
                <a:path extrusionOk="0" h="461" w="2305">
                  <a:moveTo>
                    <a:pt x="0" y="0"/>
                  </a:moveTo>
                  <a:lnTo>
                    <a:pt x="0" y="461"/>
                  </a:lnTo>
                  <a:lnTo>
                    <a:pt x="2304" y="461"/>
                  </a:lnTo>
                  <a:lnTo>
                    <a:pt x="23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0"/>
            <p:cNvSpPr/>
            <p:nvPr/>
          </p:nvSpPr>
          <p:spPr>
            <a:xfrm>
              <a:off x="7501735" y="2453691"/>
              <a:ext cx="29608" cy="15302"/>
            </a:xfrm>
            <a:custGeom>
              <a:rect b="b" l="l" r="r" t="t"/>
              <a:pathLst>
                <a:path extrusionOk="0" h="461" w="892">
                  <a:moveTo>
                    <a:pt x="1" y="0"/>
                  </a:moveTo>
                  <a:lnTo>
                    <a:pt x="1" y="461"/>
                  </a:lnTo>
                  <a:lnTo>
                    <a:pt x="891" y="461"/>
                  </a:lnTo>
                  <a:lnTo>
                    <a:pt x="8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0"/>
            <p:cNvSpPr/>
            <p:nvPr/>
          </p:nvSpPr>
          <p:spPr>
            <a:xfrm>
              <a:off x="7187734" y="2439418"/>
              <a:ext cx="34686" cy="15302"/>
            </a:xfrm>
            <a:custGeom>
              <a:rect b="b" l="l" r="r" t="t"/>
              <a:pathLst>
                <a:path extrusionOk="0" h="461" w="1045">
                  <a:moveTo>
                    <a:pt x="0" y="0"/>
                  </a:moveTo>
                  <a:lnTo>
                    <a:pt x="0" y="460"/>
                  </a:lnTo>
                  <a:lnTo>
                    <a:pt x="1045" y="460"/>
                  </a:lnTo>
                  <a:lnTo>
                    <a:pt x="10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0"/>
            <p:cNvSpPr/>
            <p:nvPr/>
          </p:nvSpPr>
          <p:spPr>
            <a:xfrm>
              <a:off x="7597064" y="2304291"/>
              <a:ext cx="15335" cy="15302"/>
            </a:xfrm>
            <a:custGeom>
              <a:rect b="b" l="l" r="r" t="t"/>
              <a:pathLst>
                <a:path extrusionOk="0" h="461" w="462">
                  <a:moveTo>
                    <a:pt x="1" y="1"/>
                  </a:moveTo>
                  <a:lnTo>
                    <a:pt x="1" y="461"/>
                  </a:lnTo>
                  <a:lnTo>
                    <a:pt x="461" y="461"/>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0"/>
            <p:cNvSpPr/>
            <p:nvPr/>
          </p:nvSpPr>
          <p:spPr>
            <a:xfrm>
              <a:off x="7597064" y="2248262"/>
              <a:ext cx="15335" cy="40794"/>
            </a:xfrm>
            <a:custGeom>
              <a:rect b="b" l="l" r="r" t="t"/>
              <a:pathLst>
                <a:path extrusionOk="0" h="1229" w="462">
                  <a:moveTo>
                    <a:pt x="1" y="1"/>
                  </a:moveTo>
                  <a:lnTo>
                    <a:pt x="1" y="1228"/>
                  </a:lnTo>
                  <a:lnTo>
                    <a:pt x="461" y="1228"/>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0"/>
            <p:cNvSpPr/>
            <p:nvPr/>
          </p:nvSpPr>
          <p:spPr>
            <a:xfrm>
              <a:off x="7229026" y="2256428"/>
              <a:ext cx="15302" cy="15302"/>
            </a:xfrm>
            <a:custGeom>
              <a:rect b="b" l="l" r="r" t="t"/>
              <a:pathLst>
                <a:path extrusionOk="0" h="461" w="461">
                  <a:moveTo>
                    <a:pt x="1" y="0"/>
                  </a:moveTo>
                  <a:lnTo>
                    <a:pt x="1" y="460"/>
                  </a:lnTo>
                  <a:lnTo>
                    <a:pt x="461" y="460"/>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0"/>
            <p:cNvSpPr/>
            <p:nvPr/>
          </p:nvSpPr>
          <p:spPr>
            <a:xfrm>
              <a:off x="7229026" y="2286965"/>
              <a:ext cx="15302" cy="15302"/>
            </a:xfrm>
            <a:custGeom>
              <a:rect b="b" l="l" r="r" t="t"/>
              <a:pathLst>
                <a:path extrusionOk="0" h="461" w="461">
                  <a:moveTo>
                    <a:pt x="1" y="0"/>
                  </a:moveTo>
                  <a:lnTo>
                    <a:pt x="1" y="461"/>
                  </a:lnTo>
                  <a:lnTo>
                    <a:pt x="461" y="461"/>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0"/>
            <p:cNvSpPr/>
            <p:nvPr/>
          </p:nvSpPr>
          <p:spPr>
            <a:xfrm>
              <a:off x="7229026" y="2225824"/>
              <a:ext cx="15302" cy="15302"/>
            </a:xfrm>
            <a:custGeom>
              <a:rect b="b" l="l" r="r" t="t"/>
              <a:pathLst>
                <a:path extrusionOk="0" h="461" w="461">
                  <a:moveTo>
                    <a:pt x="1" y="1"/>
                  </a:moveTo>
                  <a:lnTo>
                    <a:pt x="1" y="461"/>
                  </a:lnTo>
                  <a:lnTo>
                    <a:pt x="461" y="461"/>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0"/>
            <p:cNvSpPr/>
            <p:nvPr/>
          </p:nvSpPr>
          <p:spPr>
            <a:xfrm>
              <a:off x="7193377" y="2248262"/>
              <a:ext cx="15302" cy="40794"/>
            </a:xfrm>
            <a:custGeom>
              <a:rect b="b" l="l" r="r" t="t"/>
              <a:pathLst>
                <a:path extrusionOk="0" h="1229" w="461">
                  <a:moveTo>
                    <a:pt x="0" y="1"/>
                  </a:moveTo>
                  <a:lnTo>
                    <a:pt x="0" y="1228"/>
                  </a:lnTo>
                  <a:lnTo>
                    <a:pt x="460" y="1228"/>
                  </a:lnTo>
                  <a:lnTo>
                    <a:pt x="4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0"/>
            <p:cNvSpPr/>
            <p:nvPr/>
          </p:nvSpPr>
          <p:spPr>
            <a:xfrm>
              <a:off x="7193377" y="2304291"/>
              <a:ext cx="15302" cy="15302"/>
            </a:xfrm>
            <a:custGeom>
              <a:rect b="b" l="l" r="r" t="t"/>
              <a:pathLst>
                <a:path extrusionOk="0" h="461" w="461">
                  <a:moveTo>
                    <a:pt x="0" y="1"/>
                  </a:moveTo>
                  <a:lnTo>
                    <a:pt x="0" y="461"/>
                  </a:lnTo>
                  <a:lnTo>
                    <a:pt x="460" y="461"/>
                  </a:lnTo>
                  <a:lnTo>
                    <a:pt x="4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0"/>
            <p:cNvSpPr/>
            <p:nvPr/>
          </p:nvSpPr>
          <p:spPr>
            <a:xfrm>
              <a:off x="7561382" y="2225824"/>
              <a:ext cx="15302" cy="40827"/>
            </a:xfrm>
            <a:custGeom>
              <a:rect b="b" l="l" r="r" t="t"/>
              <a:pathLst>
                <a:path extrusionOk="0" h="1230" w="461">
                  <a:moveTo>
                    <a:pt x="0" y="1"/>
                  </a:moveTo>
                  <a:lnTo>
                    <a:pt x="0" y="1229"/>
                  </a:lnTo>
                  <a:lnTo>
                    <a:pt x="461" y="1229"/>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0"/>
            <p:cNvSpPr/>
            <p:nvPr/>
          </p:nvSpPr>
          <p:spPr>
            <a:xfrm>
              <a:off x="7561382" y="2281919"/>
              <a:ext cx="15302" cy="15302"/>
            </a:xfrm>
            <a:custGeom>
              <a:rect b="b" l="l" r="r" t="t"/>
              <a:pathLst>
                <a:path extrusionOk="0" h="461" w="461">
                  <a:moveTo>
                    <a:pt x="0" y="0"/>
                  </a:moveTo>
                  <a:lnTo>
                    <a:pt x="0" y="461"/>
                  </a:lnTo>
                  <a:lnTo>
                    <a:pt x="461" y="461"/>
                  </a:lnTo>
                  <a:lnTo>
                    <a:pt x="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0"/>
            <p:cNvSpPr/>
            <p:nvPr/>
          </p:nvSpPr>
          <p:spPr>
            <a:xfrm>
              <a:off x="7143788" y="2054053"/>
              <a:ext cx="523147" cy="302749"/>
            </a:xfrm>
            <a:custGeom>
              <a:rect b="b" l="l" r="r" t="t"/>
              <a:pathLst>
                <a:path extrusionOk="0" h="9121" w="15761">
                  <a:moveTo>
                    <a:pt x="4" y="1"/>
                  </a:moveTo>
                  <a:lnTo>
                    <a:pt x="4" y="461"/>
                  </a:lnTo>
                  <a:lnTo>
                    <a:pt x="2015" y="461"/>
                  </a:lnTo>
                  <a:lnTo>
                    <a:pt x="2015" y="2780"/>
                  </a:lnTo>
                  <a:lnTo>
                    <a:pt x="2475" y="2780"/>
                  </a:lnTo>
                  <a:lnTo>
                    <a:pt x="2475" y="787"/>
                  </a:lnTo>
                  <a:lnTo>
                    <a:pt x="2998" y="1309"/>
                  </a:lnTo>
                  <a:lnTo>
                    <a:pt x="2998" y="3794"/>
                  </a:lnTo>
                  <a:lnTo>
                    <a:pt x="3458" y="3794"/>
                  </a:lnTo>
                  <a:lnTo>
                    <a:pt x="3458" y="1474"/>
                  </a:lnTo>
                  <a:lnTo>
                    <a:pt x="4165" y="1474"/>
                  </a:lnTo>
                  <a:lnTo>
                    <a:pt x="4695" y="2102"/>
                  </a:lnTo>
                  <a:lnTo>
                    <a:pt x="4505" y="2865"/>
                  </a:lnTo>
                  <a:lnTo>
                    <a:pt x="4375" y="3390"/>
                  </a:lnTo>
                  <a:cubicBezTo>
                    <a:pt x="4002" y="4895"/>
                    <a:pt x="3783" y="6443"/>
                    <a:pt x="3721" y="7994"/>
                  </a:cubicBezTo>
                  <a:cubicBezTo>
                    <a:pt x="3706" y="8369"/>
                    <a:pt x="3402" y="8661"/>
                    <a:pt x="3030" y="8661"/>
                  </a:cubicBezTo>
                  <a:lnTo>
                    <a:pt x="1" y="8661"/>
                  </a:lnTo>
                  <a:lnTo>
                    <a:pt x="1" y="9121"/>
                  </a:lnTo>
                  <a:lnTo>
                    <a:pt x="3030" y="9121"/>
                  </a:lnTo>
                  <a:cubicBezTo>
                    <a:pt x="3650" y="9121"/>
                    <a:pt x="4156" y="8634"/>
                    <a:pt x="4181" y="8010"/>
                  </a:cubicBezTo>
                  <a:cubicBezTo>
                    <a:pt x="4240" y="6492"/>
                    <a:pt x="4456" y="4974"/>
                    <a:pt x="4822" y="3499"/>
                  </a:cubicBezTo>
                  <a:lnTo>
                    <a:pt x="5127" y="2273"/>
                  </a:lnTo>
                  <a:lnTo>
                    <a:pt x="5945" y="2273"/>
                  </a:lnTo>
                  <a:lnTo>
                    <a:pt x="5945" y="3333"/>
                  </a:lnTo>
                  <a:lnTo>
                    <a:pt x="6405" y="3333"/>
                  </a:lnTo>
                  <a:lnTo>
                    <a:pt x="6405" y="2273"/>
                  </a:lnTo>
                  <a:lnTo>
                    <a:pt x="9446" y="2273"/>
                  </a:lnTo>
                  <a:lnTo>
                    <a:pt x="9446" y="3977"/>
                  </a:lnTo>
                  <a:lnTo>
                    <a:pt x="9906" y="3977"/>
                  </a:lnTo>
                  <a:lnTo>
                    <a:pt x="9906" y="2273"/>
                  </a:lnTo>
                  <a:lnTo>
                    <a:pt x="10632" y="2273"/>
                  </a:lnTo>
                  <a:lnTo>
                    <a:pt x="10823" y="3041"/>
                  </a:lnTo>
                  <a:lnTo>
                    <a:pt x="10937" y="3499"/>
                  </a:lnTo>
                  <a:cubicBezTo>
                    <a:pt x="11303" y="4974"/>
                    <a:pt x="11519" y="6492"/>
                    <a:pt x="11578" y="8010"/>
                  </a:cubicBezTo>
                  <a:cubicBezTo>
                    <a:pt x="11603" y="8634"/>
                    <a:pt x="12109" y="9121"/>
                    <a:pt x="12729" y="9121"/>
                  </a:cubicBezTo>
                  <a:lnTo>
                    <a:pt x="15727" y="9121"/>
                  </a:lnTo>
                  <a:lnTo>
                    <a:pt x="15727" y="8661"/>
                  </a:lnTo>
                  <a:lnTo>
                    <a:pt x="12733" y="8661"/>
                  </a:lnTo>
                  <a:cubicBezTo>
                    <a:pt x="12361" y="8661"/>
                    <a:pt x="12057" y="8367"/>
                    <a:pt x="12043" y="7994"/>
                  </a:cubicBezTo>
                  <a:cubicBezTo>
                    <a:pt x="11982" y="6443"/>
                    <a:pt x="11761" y="4894"/>
                    <a:pt x="11387" y="3390"/>
                  </a:cubicBezTo>
                  <a:lnTo>
                    <a:pt x="11068" y="2102"/>
                  </a:lnTo>
                  <a:lnTo>
                    <a:pt x="11598" y="1474"/>
                  </a:lnTo>
                  <a:lnTo>
                    <a:pt x="12305" y="1474"/>
                  </a:lnTo>
                  <a:lnTo>
                    <a:pt x="12305" y="3948"/>
                  </a:lnTo>
                  <a:lnTo>
                    <a:pt x="12765" y="3948"/>
                  </a:lnTo>
                  <a:lnTo>
                    <a:pt x="12765" y="1309"/>
                  </a:lnTo>
                  <a:lnTo>
                    <a:pt x="13288" y="787"/>
                  </a:lnTo>
                  <a:lnTo>
                    <a:pt x="13288" y="3149"/>
                  </a:lnTo>
                  <a:lnTo>
                    <a:pt x="13749" y="3149"/>
                  </a:lnTo>
                  <a:lnTo>
                    <a:pt x="13749" y="461"/>
                  </a:lnTo>
                  <a:lnTo>
                    <a:pt x="15760" y="461"/>
                  </a:lnTo>
                  <a:lnTo>
                    <a:pt x="15760" y="1"/>
                  </a:lnTo>
                  <a:lnTo>
                    <a:pt x="13423" y="1"/>
                  </a:lnTo>
                  <a:lnTo>
                    <a:pt x="12410" y="1014"/>
                  </a:lnTo>
                  <a:lnTo>
                    <a:pt x="11385" y="1014"/>
                  </a:lnTo>
                  <a:lnTo>
                    <a:pt x="10708" y="1814"/>
                  </a:lnTo>
                  <a:lnTo>
                    <a:pt x="5056" y="1814"/>
                  </a:lnTo>
                  <a:lnTo>
                    <a:pt x="4379" y="1014"/>
                  </a:lnTo>
                  <a:lnTo>
                    <a:pt x="3355" y="1014"/>
                  </a:lnTo>
                  <a:lnTo>
                    <a:pt x="234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3" name="Google Shape;3113;p50"/>
          <p:cNvSpPr/>
          <p:nvPr/>
        </p:nvSpPr>
        <p:spPr>
          <a:xfrm>
            <a:off x="-493059" y="3888908"/>
            <a:ext cx="1453762" cy="2372246"/>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4" name="Google Shape;3114;p50"/>
          <p:cNvGrpSpPr/>
          <p:nvPr/>
        </p:nvGrpSpPr>
        <p:grpSpPr>
          <a:xfrm>
            <a:off x="290985" y="-328000"/>
            <a:ext cx="1935740" cy="1611557"/>
            <a:chOff x="290985" y="-328000"/>
            <a:chExt cx="1935740" cy="1611557"/>
          </a:xfrm>
        </p:grpSpPr>
        <p:sp>
          <p:nvSpPr>
            <p:cNvPr id="3115" name="Google Shape;3115;p50"/>
            <p:cNvSpPr/>
            <p:nvPr/>
          </p:nvSpPr>
          <p:spPr>
            <a:xfrm>
              <a:off x="1288206" y="266171"/>
              <a:ext cx="938518" cy="1017386"/>
            </a:xfrm>
            <a:custGeom>
              <a:rect b="b" l="l" r="r" t="t"/>
              <a:pathLst>
                <a:path extrusionOk="0" h="15996" w="14756">
                  <a:moveTo>
                    <a:pt x="1284" y="368"/>
                  </a:moveTo>
                  <a:cubicBezTo>
                    <a:pt x="826" y="1199"/>
                    <a:pt x="1" y="3789"/>
                    <a:pt x="549" y="4437"/>
                  </a:cubicBezTo>
                  <a:cubicBezTo>
                    <a:pt x="1099" y="5084"/>
                    <a:pt x="1558" y="6008"/>
                    <a:pt x="3116" y="6101"/>
                  </a:cubicBezTo>
                  <a:cubicBezTo>
                    <a:pt x="4674" y="6194"/>
                    <a:pt x="5500" y="5825"/>
                    <a:pt x="6140" y="6379"/>
                  </a:cubicBezTo>
                  <a:cubicBezTo>
                    <a:pt x="6781" y="6934"/>
                    <a:pt x="9624" y="8968"/>
                    <a:pt x="8341" y="10355"/>
                  </a:cubicBezTo>
                  <a:cubicBezTo>
                    <a:pt x="7058" y="11742"/>
                    <a:pt x="4436" y="13838"/>
                    <a:pt x="6508" y="13406"/>
                  </a:cubicBezTo>
                  <a:cubicBezTo>
                    <a:pt x="9167" y="12852"/>
                    <a:pt x="10449" y="15996"/>
                    <a:pt x="11273" y="15719"/>
                  </a:cubicBezTo>
                  <a:cubicBezTo>
                    <a:pt x="12099" y="15442"/>
                    <a:pt x="12373" y="14147"/>
                    <a:pt x="11640" y="12852"/>
                  </a:cubicBezTo>
                  <a:cubicBezTo>
                    <a:pt x="10906" y="11557"/>
                    <a:pt x="10999" y="10078"/>
                    <a:pt x="11732" y="10909"/>
                  </a:cubicBezTo>
                  <a:cubicBezTo>
                    <a:pt x="12465" y="11742"/>
                    <a:pt x="14756" y="11835"/>
                    <a:pt x="12649" y="9524"/>
                  </a:cubicBezTo>
                  <a:cubicBezTo>
                    <a:pt x="10540" y="7210"/>
                    <a:pt x="10999" y="6101"/>
                    <a:pt x="10082" y="5362"/>
                  </a:cubicBezTo>
                  <a:cubicBezTo>
                    <a:pt x="9165" y="4623"/>
                    <a:pt x="7516" y="3050"/>
                    <a:pt x="6783" y="2312"/>
                  </a:cubicBezTo>
                  <a:cubicBezTo>
                    <a:pt x="6049" y="1571"/>
                    <a:pt x="6417" y="1849"/>
                    <a:pt x="5042" y="925"/>
                  </a:cubicBezTo>
                  <a:cubicBezTo>
                    <a:pt x="3667" y="0"/>
                    <a:pt x="2750" y="184"/>
                    <a:pt x="2658" y="647"/>
                  </a:cubicBezTo>
                  <a:cubicBezTo>
                    <a:pt x="2566" y="1111"/>
                    <a:pt x="2109" y="554"/>
                    <a:pt x="1833" y="463"/>
                  </a:cubicBezTo>
                  <a:cubicBezTo>
                    <a:pt x="1559" y="368"/>
                    <a:pt x="1284" y="368"/>
                    <a:pt x="1284" y="3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0"/>
            <p:cNvSpPr/>
            <p:nvPr/>
          </p:nvSpPr>
          <p:spPr>
            <a:xfrm>
              <a:off x="290985" y="387336"/>
              <a:ext cx="400759" cy="374682"/>
            </a:xfrm>
            <a:custGeom>
              <a:rect b="b" l="l" r="r" t="t"/>
              <a:pathLst>
                <a:path extrusionOk="0" h="5891" w="6301">
                  <a:moveTo>
                    <a:pt x="1237" y="16"/>
                  </a:moveTo>
                  <a:cubicBezTo>
                    <a:pt x="852" y="25"/>
                    <a:pt x="533" y="311"/>
                    <a:pt x="472" y="695"/>
                  </a:cubicBezTo>
                  <a:cubicBezTo>
                    <a:pt x="327" y="1614"/>
                    <a:pt x="0" y="3208"/>
                    <a:pt x="343" y="3764"/>
                  </a:cubicBezTo>
                  <a:cubicBezTo>
                    <a:pt x="801" y="4504"/>
                    <a:pt x="1260" y="5891"/>
                    <a:pt x="1993" y="4965"/>
                  </a:cubicBezTo>
                  <a:cubicBezTo>
                    <a:pt x="2726" y="4041"/>
                    <a:pt x="2634" y="2839"/>
                    <a:pt x="3276" y="2561"/>
                  </a:cubicBezTo>
                  <a:cubicBezTo>
                    <a:pt x="3917" y="2285"/>
                    <a:pt x="6300" y="1266"/>
                    <a:pt x="4376" y="528"/>
                  </a:cubicBezTo>
                  <a:cubicBezTo>
                    <a:pt x="3173" y="65"/>
                    <a:pt x="1969" y="0"/>
                    <a:pt x="1237" y="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0"/>
            <p:cNvSpPr/>
            <p:nvPr/>
          </p:nvSpPr>
          <p:spPr>
            <a:xfrm>
              <a:off x="493495" y="403236"/>
              <a:ext cx="565490" cy="588196"/>
            </a:xfrm>
            <a:custGeom>
              <a:rect b="b" l="l" r="r" t="t"/>
              <a:pathLst>
                <a:path extrusionOk="0" h="9248" w="8891">
                  <a:moveTo>
                    <a:pt x="459" y="2496"/>
                  </a:moveTo>
                  <a:cubicBezTo>
                    <a:pt x="92" y="3144"/>
                    <a:pt x="0" y="4068"/>
                    <a:pt x="367" y="4161"/>
                  </a:cubicBezTo>
                  <a:cubicBezTo>
                    <a:pt x="733" y="4254"/>
                    <a:pt x="459" y="4809"/>
                    <a:pt x="549" y="5178"/>
                  </a:cubicBezTo>
                  <a:cubicBezTo>
                    <a:pt x="641" y="5549"/>
                    <a:pt x="1375" y="5456"/>
                    <a:pt x="2107" y="5456"/>
                  </a:cubicBezTo>
                  <a:cubicBezTo>
                    <a:pt x="2842" y="5456"/>
                    <a:pt x="3849" y="5826"/>
                    <a:pt x="2657" y="6104"/>
                  </a:cubicBezTo>
                  <a:cubicBezTo>
                    <a:pt x="1466" y="6380"/>
                    <a:pt x="641" y="6473"/>
                    <a:pt x="1374" y="7121"/>
                  </a:cubicBezTo>
                  <a:cubicBezTo>
                    <a:pt x="2107" y="7768"/>
                    <a:pt x="2382" y="9248"/>
                    <a:pt x="3574" y="8786"/>
                  </a:cubicBezTo>
                  <a:cubicBezTo>
                    <a:pt x="4766" y="8324"/>
                    <a:pt x="6049" y="7677"/>
                    <a:pt x="6599" y="7677"/>
                  </a:cubicBezTo>
                  <a:cubicBezTo>
                    <a:pt x="7147" y="7677"/>
                    <a:pt x="8890" y="8324"/>
                    <a:pt x="8248" y="6936"/>
                  </a:cubicBezTo>
                  <a:cubicBezTo>
                    <a:pt x="7607" y="5550"/>
                    <a:pt x="6965" y="5364"/>
                    <a:pt x="6781" y="4347"/>
                  </a:cubicBezTo>
                  <a:cubicBezTo>
                    <a:pt x="6599" y="3329"/>
                    <a:pt x="6965" y="1"/>
                    <a:pt x="5956" y="925"/>
                  </a:cubicBezTo>
                  <a:cubicBezTo>
                    <a:pt x="4948" y="1850"/>
                    <a:pt x="4764" y="3145"/>
                    <a:pt x="4032" y="2590"/>
                  </a:cubicBezTo>
                  <a:cubicBezTo>
                    <a:pt x="3298" y="2036"/>
                    <a:pt x="2291" y="1204"/>
                    <a:pt x="1648" y="1572"/>
                  </a:cubicBezTo>
                  <a:cubicBezTo>
                    <a:pt x="1007" y="1942"/>
                    <a:pt x="459" y="2496"/>
                    <a:pt x="459" y="249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0"/>
            <p:cNvSpPr/>
            <p:nvPr/>
          </p:nvSpPr>
          <p:spPr>
            <a:xfrm>
              <a:off x="359357" y="-67358"/>
              <a:ext cx="349814" cy="264777"/>
            </a:xfrm>
            <a:custGeom>
              <a:rect b="b" l="l" r="r" t="t"/>
              <a:pathLst>
                <a:path extrusionOk="0" h="4163" w="5500">
                  <a:moveTo>
                    <a:pt x="2476" y="1110"/>
                  </a:moveTo>
                  <a:cubicBezTo>
                    <a:pt x="1376" y="1758"/>
                    <a:pt x="1" y="3424"/>
                    <a:pt x="734" y="3792"/>
                  </a:cubicBezTo>
                  <a:cubicBezTo>
                    <a:pt x="1469" y="4162"/>
                    <a:pt x="2847" y="3124"/>
                    <a:pt x="3301" y="2590"/>
                  </a:cubicBezTo>
                  <a:cubicBezTo>
                    <a:pt x="5500" y="0"/>
                    <a:pt x="2476" y="1110"/>
                    <a:pt x="2476" y="11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0"/>
            <p:cNvSpPr/>
            <p:nvPr/>
          </p:nvSpPr>
          <p:spPr>
            <a:xfrm>
              <a:off x="481792" y="79755"/>
              <a:ext cx="437267" cy="300013"/>
            </a:xfrm>
            <a:custGeom>
              <a:rect b="b" l="l" r="r" t="t"/>
              <a:pathLst>
                <a:path extrusionOk="0" h="4717" w="6875">
                  <a:moveTo>
                    <a:pt x="1559" y="1018"/>
                  </a:moveTo>
                  <a:cubicBezTo>
                    <a:pt x="1010" y="2220"/>
                    <a:pt x="1" y="3422"/>
                    <a:pt x="1193" y="3515"/>
                  </a:cubicBezTo>
                  <a:cubicBezTo>
                    <a:pt x="2384" y="3607"/>
                    <a:pt x="2568" y="3976"/>
                    <a:pt x="2660" y="4346"/>
                  </a:cubicBezTo>
                  <a:cubicBezTo>
                    <a:pt x="2750" y="4717"/>
                    <a:pt x="3760" y="4253"/>
                    <a:pt x="4675" y="3976"/>
                  </a:cubicBezTo>
                  <a:cubicBezTo>
                    <a:pt x="5592" y="3699"/>
                    <a:pt x="6508" y="3792"/>
                    <a:pt x="6691" y="2867"/>
                  </a:cubicBezTo>
                  <a:cubicBezTo>
                    <a:pt x="6874" y="1942"/>
                    <a:pt x="6508" y="1481"/>
                    <a:pt x="5865" y="740"/>
                  </a:cubicBezTo>
                  <a:cubicBezTo>
                    <a:pt x="5225" y="0"/>
                    <a:pt x="4582" y="556"/>
                    <a:pt x="4033" y="1295"/>
                  </a:cubicBezTo>
                  <a:cubicBezTo>
                    <a:pt x="3483" y="2035"/>
                    <a:pt x="2567" y="1479"/>
                    <a:pt x="2383" y="1111"/>
                  </a:cubicBezTo>
                  <a:cubicBezTo>
                    <a:pt x="2201" y="740"/>
                    <a:pt x="1559" y="1018"/>
                    <a:pt x="1559" y="10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0"/>
            <p:cNvSpPr/>
            <p:nvPr/>
          </p:nvSpPr>
          <p:spPr>
            <a:xfrm>
              <a:off x="661787" y="-203085"/>
              <a:ext cx="133056" cy="80902"/>
            </a:xfrm>
            <a:custGeom>
              <a:rect b="b" l="l" r="r" t="t"/>
              <a:pathLst>
                <a:path extrusionOk="0" h="1272" w="2092">
                  <a:moveTo>
                    <a:pt x="110" y="514"/>
                  </a:moveTo>
                  <a:cubicBezTo>
                    <a:pt x="31" y="602"/>
                    <a:pt x="1" y="736"/>
                    <a:pt x="62" y="838"/>
                  </a:cubicBezTo>
                  <a:cubicBezTo>
                    <a:pt x="233" y="1127"/>
                    <a:pt x="682" y="1227"/>
                    <a:pt x="1049" y="1252"/>
                  </a:cubicBezTo>
                  <a:cubicBezTo>
                    <a:pt x="1343" y="1272"/>
                    <a:pt x="1687" y="1268"/>
                    <a:pt x="1865" y="1032"/>
                  </a:cubicBezTo>
                  <a:cubicBezTo>
                    <a:pt x="2091" y="733"/>
                    <a:pt x="1850" y="267"/>
                    <a:pt x="1502" y="133"/>
                  </a:cubicBezTo>
                  <a:cubicBezTo>
                    <a:pt x="1153" y="1"/>
                    <a:pt x="765" y="94"/>
                    <a:pt x="404" y="18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0"/>
            <p:cNvSpPr/>
            <p:nvPr/>
          </p:nvSpPr>
          <p:spPr>
            <a:xfrm>
              <a:off x="1502182" y="826580"/>
              <a:ext cx="81348" cy="117219"/>
            </a:xfrm>
            <a:custGeom>
              <a:rect b="b" l="l" r="r" t="t"/>
              <a:pathLst>
                <a:path extrusionOk="0" h="1843" w="1279">
                  <a:moveTo>
                    <a:pt x="464" y="1735"/>
                  </a:moveTo>
                  <a:cubicBezTo>
                    <a:pt x="548" y="1809"/>
                    <a:pt x="679" y="1842"/>
                    <a:pt x="783" y="1794"/>
                  </a:cubicBezTo>
                  <a:cubicBezTo>
                    <a:pt x="1075" y="1658"/>
                    <a:pt x="1196" y="1267"/>
                    <a:pt x="1236" y="945"/>
                  </a:cubicBezTo>
                  <a:cubicBezTo>
                    <a:pt x="1268" y="687"/>
                    <a:pt x="1278" y="383"/>
                    <a:pt x="1052" y="214"/>
                  </a:cubicBezTo>
                  <a:cubicBezTo>
                    <a:pt x="767" y="1"/>
                    <a:pt x="294" y="192"/>
                    <a:pt x="148" y="491"/>
                  </a:cubicBezTo>
                  <a:cubicBezTo>
                    <a:pt x="0" y="791"/>
                    <a:pt x="76" y="1138"/>
                    <a:pt x="156" y="14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0"/>
            <p:cNvSpPr/>
            <p:nvPr/>
          </p:nvSpPr>
          <p:spPr>
            <a:xfrm>
              <a:off x="1264929" y="991420"/>
              <a:ext cx="237237" cy="215422"/>
            </a:xfrm>
            <a:custGeom>
              <a:rect b="b" l="l" r="r" t="t"/>
              <a:pathLst>
                <a:path extrusionOk="0" h="3387" w="3730">
                  <a:moveTo>
                    <a:pt x="956" y="84"/>
                  </a:moveTo>
                  <a:cubicBezTo>
                    <a:pt x="832" y="121"/>
                    <a:pt x="736" y="224"/>
                    <a:pt x="714" y="353"/>
                  </a:cubicBezTo>
                  <a:cubicBezTo>
                    <a:pt x="592" y="1090"/>
                    <a:pt x="1" y="1684"/>
                    <a:pt x="337" y="2278"/>
                  </a:cubicBezTo>
                  <a:cubicBezTo>
                    <a:pt x="703" y="2926"/>
                    <a:pt x="1712" y="3387"/>
                    <a:pt x="1895" y="2926"/>
                  </a:cubicBezTo>
                  <a:cubicBezTo>
                    <a:pt x="2079" y="2463"/>
                    <a:pt x="2630" y="2648"/>
                    <a:pt x="2904" y="2648"/>
                  </a:cubicBezTo>
                  <a:cubicBezTo>
                    <a:pt x="3179" y="2648"/>
                    <a:pt x="3730" y="2555"/>
                    <a:pt x="3087" y="1631"/>
                  </a:cubicBezTo>
                  <a:cubicBezTo>
                    <a:pt x="2642" y="988"/>
                    <a:pt x="2193" y="1400"/>
                    <a:pt x="1528" y="199"/>
                  </a:cubicBezTo>
                  <a:cubicBezTo>
                    <a:pt x="1441" y="43"/>
                    <a:pt x="1235" y="1"/>
                    <a:pt x="1064" y="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0"/>
            <p:cNvSpPr/>
            <p:nvPr/>
          </p:nvSpPr>
          <p:spPr>
            <a:xfrm>
              <a:off x="973311" y="406544"/>
              <a:ext cx="221718" cy="316295"/>
            </a:xfrm>
            <a:custGeom>
              <a:rect b="b" l="l" r="r" t="t"/>
              <a:pathLst>
                <a:path extrusionOk="0" h="4973" w="3486">
                  <a:moveTo>
                    <a:pt x="999" y="818"/>
                  </a:moveTo>
                  <a:cubicBezTo>
                    <a:pt x="840" y="897"/>
                    <a:pt x="761" y="1087"/>
                    <a:pt x="825" y="1256"/>
                  </a:cubicBezTo>
                  <a:cubicBezTo>
                    <a:pt x="963" y="1617"/>
                    <a:pt x="1105" y="1826"/>
                    <a:pt x="613" y="2075"/>
                  </a:cubicBezTo>
                  <a:cubicBezTo>
                    <a:pt x="1" y="2384"/>
                    <a:pt x="246" y="2384"/>
                    <a:pt x="857" y="3308"/>
                  </a:cubicBezTo>
                  <a:cubicBezTo>
                    <a:pt x="1469" y="4233"/>
                    <a:pt x="1774" y="4973"/>
                    <a:pt x="2263" y="4357"/>
                  </a:cubicBezTo>
                  <a:cubicBezTo>
                    <a:pt x="2752" y="3741"/>
                    <a:pt x="3486" y="2691"/>
                    <a:pt x="2935" y="2199"/>
                  </a:cubicBezTo>
                  <a:cubicBezTo>
                    <a:pt x="2386" y="1706"/>
                    <a:pt x="3181" y="104"/>
                    <a:pt x="2324" y="41"/>
                  </a:cubicBezTo>
                  <a:cubicBezTo>
                    <a:pt x="1760" y="1"/>
                    <a:pt x="1318" y="658"/>
                    <a:pt x="999" y="8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0"/>
            <p:cNvSpPr/>
            <p:nvPr/>
          </p:nvSpPr>
          <p:spPr>
            <a:xfrm>
              <a:off x="872374" y="-328000"/>
              <a:ext cx="217711" cy="313688"/>
            </a:xfrm>
            <a:custGeom>
              <a:rect b="b" l="l" r="r" t="t"/>
              <a:pathLst>
                <a:path extrusionOk="0" h="4932" w="3423">
                  <a:moveTo>
                    <a:pt x="123" y="801"/>
                  </a:moveTo>
                  <a:cubicBezTo>
                    <a:pt x="368" y="1418"/>
                    <a:pt x="917" y="1542"/>
                    <a:pt x="917" y="2034"/>
                  </a:cubicBezTo>
                  <a:cubicBezTo>
                    <a:pt x="917" y="2526"/>
                    <a:pt x="62" y="2896"/>
                    <a:pt x="1222" y="3390"/>
                  </a:cubicBezTo>
                  <a:cubicBezTo>
                    <a:pt x="2383" y="3883"/>
                    <a:pt x="3118" y="4932"/>
                    <a:pt x="3239" y="4377"/>
                  </a:cubicBezTo>
                  <a:cubicBezTo>
                    <a:pt x="3361" y="3823"/>
                    <a:pt x="3422" y="2773"/>
                    <a:pt x="3056" y="2281"/>
                  </a:cubicBezTo>
                  <a:cubicBezTo>
                    <a:pt x="2690" y="1789"/>
                    <a:pt x="2112" y="938"/>
                    <a:pt x="1529" y="678"/>
                  </a:cubicBezTo>
                  <a:cubicBezTo>
                    <a:pt x="1" y="0"/>
                    <a:pt x="123" y="801"/>
                    <a:pt x="123" y="80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0"/>
            <p:cNvSpPr/>
            <p:nvPr/>
          </p:nvSpPr>
          <p:spPr>
            <a:xfrm>
              <a:off x="650783" y="-100622"/>
              <a:ext cx="161360" cy="113848"/>
            </a:xfrm>
            <a:custGeom>
              <a:rect b="b" l="l" r="r" t="t"/>
              <a:pathLst>
                <a:path extrusionOk="0" h="1790" w="2537">
                  <a:moveTo>
                    <a:pt x="307" y="494"/>
                  </a:moveTo>
                  <a:cubicBezTo>
                    <a:pt x="1" y="618"/>
                    <a:pt x="123" y="1789"/>
                    <a:pt x="734" y="1789"/>
                  </a:cubicBezTo>
                  <a:cubicBezTo>
                    <a:pt x="1346" y="1789"/>
                    <a:pt x="2537" y="525"/>
                    <a:pt x="1895" y="310"/>
                  </a:cubicBezTo>
                  <a:cubicBezTo>
                    <a:pt x="980" y="0"/>
                    <a:pt x="307" y="494"/>
                    <a:pt x="307" y="49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0"/>
            <p:cNvSpPr/>
            <p:nvPr/>
          </p:nvSpPr>
          <p:spPr>
            <a:xfrm>
              <a:off x="942337" y="99281"/>
              <a:ext cx="190489" cy="227443"/>
            </a:xfrm>
            <a:custGeom>
              <a:rect b="b" l="l" r="r" t="t"/>
              <a:pathLst>
                <a:path extrusionOk="0" h="3576" w="2995">
                  <a:moveTo>
                    <a:pt x="1" y="371"/>
                  </a:moveTo>
                  <a:cubicBezTo>
                    <a:pt x="306" y="988"/>
                    <a:pt x="183" y="2405"/>
                    <a:pt x="734" y="2405"/>
                  </a:cubicBezTo>
                  <a:cubicBezTo>
                    <a:pt x="1284" y="2405"/>
                    <a:pt x="1346" y="2590"/>
                    <a:pt x="1652" y="2960"/>
                  </a:cubicBezTo>
                  <a:cubicBezTo>
                    <a:pt x="1957" y="3329"/>
                    <a:pt x="2995" y="3576"/>
                    <a:pt x="2995" y="2159"/>
                  </a:cubicBezTo>
                  <a:cubicBezTo>
                    <a:pt x="2995" y="742"/>
                    <a:pt x="2689" y="1"/>
                    <a:pt x="2141" y="186"/>
                  </a:cubicBezTo>
                  <a:cubicBezTo>
                    <a:pt x="1591" y="370"/>
                    <a:pt x="673" y="803"/>
                    <a:pt x="552" y="618"/>
                  </a:cubicBezTo>
                  <a:cubicBezTo>
                    <a:pt x="429" y="433"/>
                    <a:pt x="1" y="371"/>
                    <a:pt x="1" y="37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0"/>
            <p:cNvSpPr/>
            <p:nvPr/>
          </p:nvSpPr>
          <p:spPr>
            <a:xfrm>
              <a:off x="1105540" y="-206520"/>
              <a:ext cx="124406" cy="141325"/>
            </a:xfrm>
            <a:custGeom>
              <a:rect b="b" l="l" r="r" t="t"/>
              <a:pathLst>
                <a:path extrusionOk="0" h="2222" w="1956">
                  <a:moveTo>
                    <a:pt x="1" y="309"/>
                  </a:moveTo>
                  <a:cubicBezTo>
                    <a:pt x="184" y="742"/>
                    <a:pt x="123" y="2221"/>
                    <a:pt x="856" y="2221"/>
                  </a:cubicBezTo>
                  <a:cubicBezTo>
                    <a:pt x="1590" y="2221"/>
                    <a:pt x="1956" y="1112"/>
                    <a:pt x="1102" y="556"/>
                  </a:cubicBezTo>
                  <a:cubicBezTo>
                    <a:pt x="245" y="1"/>
                    <a:pt x="1" y="309"/>
                    <a:pt x="1" y="30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0"/>
            <p:cNvSpPr/>
            <p:nvPr/>
          </p:nvSpPr>
          <p:spPr>
            <a:xfrm>
              <a:off x="1156104" y="213002"/>
              <a:ext cx="108824" cy="180504"/>
            </a:xfrm>
            <a:custGeom>
              <a:rect b="b" l="l" r="r" t="t"/>
              <a:pathLst>
                <a:path extrusionOk="0" h="2838" w="1711">
                  <a:moveTo>
                    <a:pt x="673" y="495"/>
                  </a:moveTo>
                  <a:cubicBezTo>
                    <a:pt x="123" y="1049"/>
                    <a:pt x="0" y="1666"/>
                    <a:pt x="427" y="1912"/>
                  </a:cubicBezTo>
                  <a:cubicBezTo>
                    <a:pt x="855" y="2158"/>
                    <a:pt x="1711" y="2837"/>
                    <a:pt x="1405" y="1420"/>
                  </a:cubicBezTo>
                  <a:cubicBezTo>
                    <a:pt x="1099" y="1"/>
                    <a:pt x="673" y="495"/>
                    <a:pt x="673" y="49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0"/>
            <p:cNvSpPr/>
            <p:nvPr/>
          </p:nvSpPr>
          <p:spPr>
            <a:xfrm>
              <a:off x="1073548" y="817097"/>
              <a:ext cx="122435" cy="136173"/>
            </a:xfrm>
            <a:custGeom>
              <a:rect b="b" l="l" r="r" t="t"/>
              <a:pathLst>
                <a:path extrusionOk="0" h="2141" w="1925">
                  <a:moveTo>
                    <a:pt x="687" y="116"/>
                  </a:moveTo>
                  <a:cubicBezTo>
                    <a:pt x="584" y="393"/>
                    <a:pt x="664" y="857"/>
                    <a:pt x="446" y="995"/>
                  </a:cubicBezTo>
                  <a:cubicBezTo>
                    <a:pt x="228" y="1134"/>
                    <a:pt x="0" y="1260"/>
                    <a:pt x="286" y="1457"/>
                  </a:cubicBezTo>
                  <a:cubicBezTo>
                    <a:pt x="573" y="1653"/>
                    <a:pt x="1157" y="2140"/>
                    <a:pt x="1466" y="2024"/>
                  </a:cubicBezTo>
                  <a:cubicBezTo>
                    <a:pt x="1776" y="1908"/>
                    <a:pt x="1924" y="1723"/>
                    <a:pt x="1695" y="1271"/>
                  </a:cubicBezTo>
                  <a:cubicBezTo>
                    <a:pt x="1466" y="821"/>
                    <a:pt x="1214" y="459"/>
                    <a:pt x="1111" y="312"/>
                  </a:cubicBezTo>
                  <a:cubicBezTo>
                    <a:pt x="894" y="0"/>
                    <a:pt x="687" y="116"/>
                    <a:pt x="687" y="11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0"/>
            <p:cNvSpPr/>
            <p:nvPr/>
          </p:nvSpPr>
          <p:spPr>
            <a:xfrm>
              <a:off x="1031889" y="885596"/>
              <a:ext cx="41978" cy="42232"/>
            </a:xfrm>
            <a:custGeom>
              <a:rect b="b" l="l" r="r" t="t"/>
              <a:pathLst>
                <a:path extrusionOk="0" h="664" w="660">
                  <a:moveTo>
                    <a:pt x="215" y="131"/>
                  </a:moveTo>
                  <a:cubicBezTo>
                    <a:pt x="151" y="300"/>
                    <a:pt x="0" y="663"/>
                    <a:pt x="275" y="663"/>
                  </a:cubicBezTo>
                  <a:cubicBezTo>
                    <a:pt x="333" y="664"/>
                    <a:pt x="395" y="645"/>
                    <a:pt x="432" y="600"/>
                  </a:cubicBezTo>
                  <a:cubicBezTo>
                    <a:pt x="476" y="549"/>
                    <a:pt x="479" y="482"/>
                    <a:pt x="507" y="425"/>
                  </a:cubicBezTo>
                  <a:cubicBezTo>
                    <a:pt x="550" y="338"/>
                    <a:pt x="610" y="269"/>
                    <a:pt x="642" y="172"/>
                  </a:cubicBezTo>
                  <a:cubicBezTo>
                    <a:pt x="652" y="140"/>
                    <a:pt x="659" y="102"/>
                    <a:pt x="643" y="74"/>
                  </a:cubicBezTo>
                  <a:cubicBezTo>
                    <a:pt x="628" y="49"/>
                    <a:pt x="600" y="38"/>
                    <a:pt x="574" y="29"/>
                  </a:cubicBezTo>
                  <a:cubicBezTo>
                    <a:pt x="494" y="7"/>
                    <a:pt x="412" y="0"/>
                    <a:pt x="332" y="11"/>
                  </a:cubicBezTo>
                  <a:cubicBezTo>
                    <a:pt x="306" y="13"/>
                    <a:pt x="280" y="19"/>
                    <a:pt x="260" y="38"/>
                  </a:cubicBezTo>
                  <a:cubicBezTo>
                    <a:pt x="245" y="53"/>
                    <a:pt x="236" y="74"/>
                    <a:pt x="229" y="94"/>
                  </a:cubicBezTo>
                  <a:cubicBezTo>
                    <a:pt x="224" y="105"/>
                    <a:pt x="220" y="117"/>
                    <a:pt x="215" y="13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50"/>
          <p:cNvGrpSpPr/>
          <p:nvPr/>
        </p:nvGrpSpPr>
        <p:grpSpPr>
          <a:xfrm>
            <a:off x="7164100" y="-379725"/>
            <a:ext cx="1259900" cy="1185450"/>
            <a:chOff x="6450675" y="609250"/>
            <a:chExt cx="1259900" cy="1185450"/>
          </a:xfrm>
        </p:grpSpPr>
        <p:sp>
          <p:nvSpPr>
            <p:cNvPr id="3132" name="Google Shape;3132;p50"/>
            <p:cNvSpPr/>
            <p:nvPr/>
          </p:nvSpPr>
          <p:spPr>
            <a:xfrm>
              <a:off x="6450675" y="609250"/>
              <a:ext cx="1259900" cy="1185450"/>
            </a:xfrm>
            <a:custGeom>
              <a:rect b="b" l="l" r="r" t="t"/>
              <a:pathLst>
                <a:path extrusionOk="0" h="47418" w="50396">
                  <a:moveTo>
                    <a:pt x="25149" y="695"/>
                  </a:moveTo>
                  <a:cubicBezTo>
                    <a:pt x="26152" y="695"/>
                    <a:pt x="27163" y="759"/>
                    <a:pt x="28176" y="892"/>
                  </a:cubicBezTo>
                  <a:cubicBezTo>
                    <a:pt x="40757" y="2534"/>
                    <a:pt x="49656" y="14107"/>
                    <a:pt x="48014" y="26687"/>
                  </a:cubicBezTo>
                  <a:cubicBezTo>
                    <a:pt x="47218" y="32783"/>
                    <a:pt x="44097" y="38204"/>
                    <a:pt x="39224" y="41950"/>
                  </a:cubicBezTo>
                  <a:cubicBezTo>
                    <a:pt x="35161" y="45076"/>
                    <a:pt x="30285" y="46724"/>
                    <a:pt x="25242" y="46724"/>
                  </a:cubicBezTo>
                  <a:cubicBezTo>
                    <a:pt x="24239" y="46724"/>
                    <a:pt x="23229" y="46659"/>
                    <a:pt x="22218" y="46527"/>
                  </a:cubicBezTo>
                  <a:cubicBezTo>
                    <a:pt x="9637" y="44885"/>
                    <a:pt x="736" y="33313"/>
                    <a:pt x="2379" y="20732"/>
                  </a:cubicBezTo>
                  <a:cubicBezTo>
                    <a:pt x="3175" y="14636"/>
                    <a:pt x="6296" y="9216"/>
                    <a:pt x="11169" y="5469"/>
                  </a:cubicBezTo>
                  <a:cubicBezTo>
                    <a:pt x="15232" y="2345"/>
                    <a:pt x="20106" y="695"/>
                    <a:pt x="25149" y="695"/>
                  </a:cubicBezTo>
                  <a:close/>
                  <a:moveTo>
                    <a:pt x="25149" y="0"/>
                  </a:moveTo>
                  <a:cubicBezTo>
                    <a:pt x="19956" y="0"/>
                    <a:pt x="14933" y="1700"/>
                    <a:pt x="10747" y="4919"/>
                  </a:cubicBezTo>
                  <a:cubicBezTo>
                    <a:pt x="5727" y="8779"/>
                    <a:pt x="2512" y="14362"/>
                    <a:pt x="1692" y="20640"/>
                  </a:cubicBezTo>
                  <a:cubicBezTo>
                    <a:pt x="0" y="33600"/>
                    <a:pt x="9167" y="45521"/>
                    <a:pt x="22128" y="47213"/>
                  </a:cubicBezTo>
                  <a:cubicBezTo>
                    <a:pt x="23170" y="47350"/>
                    <a:pt x="24211" y="47417"/>
                    <a:pt x="25246" y="47417"/>
                  </a:cubicBezTo>
                  <a:cubicBezTo>
                    <a:pt x="30439" y="47417"/>
                    <a:pt x="35463" y="45718"/>
                    <a:pt x="39647" y="42498"/>
                  </a:cubicBezTo>
                  <a:cubicBezTo>
                    <a:pt x="44667" y="38638"/>
                    <a:pt x="47882" y="33055"/>
                    <a:pt x="48702" y="26777"/>
                  </a:cubicBezTo>
                  <a:cubicBezTo>
                    <a:pt x="50395" y="13816"/>
                    <a:pt x="41228" y="1896"/>
                    <a:pt x="28266" y="204"/>
                  </a:cubicBezTo>
                  <a:cubicBezTo>
                    <a:pt x="27224" y="68"/>
                    <a:pt x="26183" y="0"/>
                    <a:pt x="25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0"/>
            <p:cNvSpPr/>
            <p:nvPr/>
          </p:nvSpPr>
          <p:spPr>
            <a:xfrm>
              <a:off x="6490375" y="1257125"/>
              <a:ext cx="1144325" cy="285850"/>
            </a:xfrm>
            <a:custGeom>
              <a:rect b="b" l="l" r="r" t="t"/>
              <a:pathLst>
                <a:path extrusionOk="0" h="11434" w="45773">
                  <a:moveTo>
                    <a:pt x="90" y="0"/>
                  </a:moveTo>
                  <a:lnTo>
                    <a:pt x="1" y="688"/>
                  </a:lnTo>
                  <a:lnTo>
                    <a:pt x="10660" y="2079"/>
                  </a:lnTo>
                  <a:cubicBezTo>
                    <a:pt x="12301" y="7028"/>
                    <a:pt x="16668" y="10644"/>
                    <a:pt x="21844" y="11320"/>
                  </a:cubicBezTo>
                  <a:cubicBezTo>
                    <a:pt x="22428" y="11396"/>
                    <a:pt x="23014" y="11433"/>
                    <a:pt x="23594" y="11433"/>
                  </a:cubicBezTo>
                  <a:cubicBezTo>
                    <a:pt x="28153" y="11433"/>
                    <a:pt x="32491" y="9127"/>
                    <a:pt x="35025" y="5259"/>
                  </a:cubicBezTo>
                  <a:lnTo>
                    <a:pt x="45684" y="6651"/>
                  </a:lnTo>
                  <a:lnTo>
                    <a:pt x="45773" y="5964"/>
                  </a:lnTo>
                  <a:lnTo>
                    <a:pt x="34677" y="4515"/>
                  </a:lnTo>
                  <a:lnTo>
                    <a:pt x="34559" y="4702"/>
                  </a:lnTo>
                  <a:cubicBezTo>
                    <a:pt x="32173" y="8481"/>
                    <a:pt x="27997" y="10741"/>
                    <a:pt x="23598" y="10741"/>
                  </a:cubicBezTo>
                  <a:cubicBezTo>
                    <a:pt x="23045" y="10741"/>
                    <a:pt x="22489" y="10705"/>
                    <a:pt x="21933" y="10633"/>
                  </a:cubicBezTo>
                  <a:cubicBezTo>
                    <a:pt x="16950" y="9981"/>
                    <a:pt x="12759" y="6460"/>
                    <a:pt x="11253" y="1660"/>
                  </a:cubicBezTo>
                  <a:lnTo>
                    <a:pt x="11187" y="1448"/>
                  </a:lnTo>
                  <a:lnTo>
                    <a:pt x="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0"/>
            <p:cNvSpPr/>
            <p:nvPr/>
          </p:nvSpPr>
          <p:spPr>
            <a:xfrm>
              <a:off x="6526500" y="860975"/>
              <a:ext cx="1144325" cy="285900"/>
            </a:xfrm>
            <a:custGeom>
              <a:rect b="b" l="l" r="r" t="t"/>
              <a:pathLst>
                <a:path extrusionOk="0" h="11436" w="45773">
                  <a:moveTo>
                    <a:pt x="22171" y="0"/>
                  </a:moveTo>
                  <a:cubicBezTo>
                    <a:pt x="17614" y="0"/>
                    <a:pt x="13281" y="2310"/>
                    <a:pt x="10748" y="6176"/>
                  </a:cubicBezTo>
                  <a:lnTo>
                    <a:pt x="89" y="4784"/>
                  </a:lnTo>
                  <a:lnTo>
                    <a:pt x="0" y="5472"/>
                  </a:lnTo>
                  <a:lnTo>
                    <a:pt x="11097" y="6920"/>
                  </a:lnTo>
                  <a:lnTo>
                    <a:pt x="11216" y="6733"/>
                  </a:lnTo>
                  <a:cubicBezTo>
                    <a:pt x="13601" y="2954"/>
                    <a:pt x="17780" y="696"/>
                    <a:pt x="22179" y="696"/>
                  </a:cubicBezTo>
                  <a:cubicBezTo>
                    <a:pt x="22730" y="696"/>
                    <a:pt x="23285" y="731"/>
                    <a:pt x="23840" y="803"/>
                  </a:cubicBezTo>
                  <a:cubicBezTo>
                    <a:pt x="28824" y="1453"/>
                    <a:pt x="33017" y="4975"/>
                    <a:pt x="34520" y="9776"/>
                  </a:cubicBezTo>
                  <a:lnTo>
                    <a:pt x="34586" y="9987"/>
                  </a:lnTo>
                  <a:lnTo>
                    <a:pt x="45684" y="11436"/>
                  </a:lnTo>
                  <a:lnTo>
                    <a:pt x="45772" y="10750"/>
                  </a:lnTo>
                  <a:lnTo>
                    <a:pt x="35113" y="9358"/>
                  </a:lnTo>
                  <a:cubicBezTo>
                    <a:pt x="33473" y="4407"/>
                    <a:pt x="29106" y="791"/>
                    <a:pt x="23929" y="115"/>
                  </a:cubicBezTo>
                  <a:cubicBezTo>
                    <a:pt x="23341" y="38"/>
                    <a:pt x="22754" y="0"/>
                    <a:pt x="22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0"/>
            <p:cNvSpPr/>
            <p:nvPr/>
          </p:nvSpPr>
          <p:spPr>
            <a:xfrm>
              <a:off x="6845050" y="752425"/>
              <a:ext cx="61550" cy="80625"/>
            </a:xfrm>
            <a:custGeom>
              <a:rect b="b" l="l" r="r" t="t"/>
              <a:pathLst>
                <a:path extrusionOk="0" h="3225" w="2462">
                  <a:moveTo>
                    <a:pt x="2148" y="0"/>
                  </a:moveTo>
                  <a:lnTo>
                    <a:pt x="1790" y="172"/>
                  </a:lnTo>
                  <a:lnTo>
                    <a:pt x="1965" y="1668"/>
                  </a:lnTo>
                  <a:cubicBezTo>
                    <a:pt x="2009" y="2063"/>
                    <a:pt x="2060" y="2442"/>
                    <a:pt x="2131" y="2779"/>
                  </a:cubicBezTo>
                  <a:lnTo>
                    <a:pt x="2123" y="2783"/>
                  </a:lnTo>
                  <a:cubicBezTo>
                    <a:pt x="1908" y="2511"/>
                    <a:pt x="1661" y="2241"/>
                    <a:pt x="1380" y="1943"/>
                  </a:cubicBezTo>
                  <a:lnTo>
                    <a:pt x="363" y="854"/>
                  </a:lnTo>
                  <a:lnTo>
                    <a:pt x="1" y="1029"/>
                  </a:lnTo>
                  <a:lnTo>
                    <a:pt x="2092" y="3224"/>
                  </a:lnTo>
                  <a:lnTo>
                    <a:pt x="2461" y="3047"/>
                  </a:lnTo>
                  <a:lnTo>
                    <a:pt x="21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0"/>
            <p:cNvSpPr/>
            <p:nvPr/>
          </p:nvSpPr>
          <p:spPr>
            <a:xfrm>
              <a:off x="6922850" y="741575"/>
              <a:ext cx="31600" cy="71275"/>
            </a:xfrm>
            <a:custGeom>
              <a:rect b="b" l="l" r="r" t="t"/>
              <a:pathLst>
                <a:path extrusionOk="0" h="2851" w="1264">
                  <a:moveTo>
                    <a:pt x="352" y="1"/>
                  </a:moveTo>
                  <a:lnTo>
                    <a:pt x="0" y="118"/>
                  </a:lnTo>
                  <a:lnTo>
                    <a:pt x="909" y="2850"/>
                  </a:lnTo>
                  <a:lnTo>
                    <a:pt x="1263" y="2733"/>
                  </a:lnTo>
                  <a:lnTo>
                    <a:pt x="3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0"/>
            <p:cNvSpPr/>
            <p:nvPr/>
          </p:nvSpPr>
          <p:spPr>
            <a:xfrm>
              <a:off x="6962925" y="725725"/>
              <a:ext cx="52700" cy="75725"/>
            </a:xfrm>
            <a:custGeom>
              <a:rect b="b" l="l" r="r" t="t"/>
              <a:pathLst>
                <a:path extrusionOk="0" h="3029" w="2108">
                  <a:moveTo>
                    <a:pt x="1177" y="0"/>
                  </a:moveTo>
                  <a:cubicBezTo>
                    <a:pt x="1079" y="0"/>
                    <a:pt x="967" y="11"/>
                    <a:pt x="844" y="36"/>
                  </a:cubicBezTo>
                  <a:cubicBezTo>
                    <a:pt x="296" y="150"/>
                    <a:pt x="1" y="554"/>
                    <a:pt x="93" y="993"/>
                  </a:cubicBezTo>
                  <a:cubicBezTo>
                    <a:pt x="176" y="1390"/>
                    <a:pt x="510" y="1567"/>
                    <a:pt x="1004" y="1636"/>
                  </a:cubicBezTo>
                  <a:cubicBezTo>
                    <a:pt x="1415" y="1703"/>
                    <a:pt x="1596" y="1821"/>
                    <a:pt x="1652" y="2084"/>
                  </a:cubicBezTo>
                  <a:cubicBezTo>
                    <a:pt x="1712" y="2370"/>
                    <a:pt x="1534" y="2613"/>
                    <a:pt x="1163" y="2690"/>
                  </a:cubicBezTo>
                  <a:cubicBezTo>
                    <a:pt x="1078" y="2707"/>
                    <a:pt x="993" y="2715"/>
                    <a:pt x="910" y="2715"/>
                  </a:cubicBezTo>
                  <a:cubicBezTo>
                    <a:pt x="747" y="2715"/>
                    <a:pt x="594" y="2685"/>
                    <a:pt x="472" y="2641"/>
                  </a:cubicBezTo>
                  <a:lnTo>
                    <a:pt x="443" y="2965"/>
                  </a:lnTo>
                  <a:cubicBezTo>
                    <a:pt x="546" y="3006"/>
                    <a:pt x="699" y="3029"/>
                    <a:pt x="862" y="3029"/>
                  </a:cubicBezTo>
                  <a:cubicBezTo>
                    <a:pt x="974" y="3029"/>
                    <a:pt x="1090" y="3018"/>
                    <a:pt x="1200" y="2995"/>
                  </a:cubicBezTo>
                  <a:cubicBezTo>
                    <a:pt x="1865" y="2856"/>
                    <a:pt x="2108" y="2412"/>
                    <a:pt x="2018" y="1978"/>
                  </a:cubicBezTo>
                  <a:cubicBezTo>
                    <a:pt x="1931" y="1563"/>
                    <a:pt x="1641" y="1383"/>
                    <a:pt x="1125" y="1299"/>
                  </a:cubicBezTo>
                  <a:cubicBezTo>
                    <a:pt x="704" y="1231"/>
                    <a:pt x="506" y="1137"/>
                    <a:pt x="451" y="874"/>
                  </a:cubicBezTo>
                  <a:cubicBezTo>
                    <a:pt x="410" y="681"/>
                    <a:pt x="510" y="421"/>
                    <a:pt x="894" y="340"/>
                  </a:cubicBezTo>
                  <a:cubicBezTo>
                    <a:pt x="980" y="322"/>
                    <a:pt x="1061" y="315"/>
                    <a:pt x="1134" y="315"/>
                  </a:cubicBezTo>
                  <a:cubicBezTo>
                    <a:pt x="1276" y="315"/>
                    <a:pt x="1389" y="341"/>
                    <a:pt x="1458" y="361"/>
                  </a:cubicBezTo>
                  <a:lnTo>
                    <a:pt x="1496" y="45"/>
                  </a:lnTo>
                  <a:cubicBezTo>
                    <a:pt x="1415" y="19"/>
                    <a:pt x="1308" y="0"/>
                    <a:pt x="1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0"/>
            <p:cNvSpPr/>
            <p:nvPr/>
          </p:nvSpPr>
          <p:spPr>
            <a:xfrm>
              <a:off x="7032725" y="719725"/>
              <a:ext cx="15575" cy="72550"/>
            </a:xfrm>
            <a:custGeom>
              <a:rect b="b" l="l" r="r" t="t"/>
              <a:pathLst>
                <a:path extrusionOk="0" h="2902" w="623">
                  <a:moveTo>
                    <a:pt x="371" y="1"/>
                  </a:moveTo>
                  <a:lnTo>
                    <a:pt x="1" y="33"/>
                  </a:lnTo>
                  <a:lnTo>
                    <a:pt x="252" y="2901"/>
                  </a:lnTo>
                  <a:lnTo>
                    <a:pt x="623" y="2869"/>
                  </a:lnTo>
                  <a:lnTo>
                    <a:pt x="3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0"/>
            <p:cNvSpPr/>
            <p:nvPr/>
          </p:nvSpPr>
          <p:spPr>
            <a:xfrm>
              <a:off x="7066650" y="717600"/>
              <a:ext cx="53625" cy="72975"/>
            </a:xfrm>
            <a:custGeom>
              <a:rect b="b" l="l" r="r" t="t"/>
              <a:pathLst>
                <a:path extrusionOk="0" h="2919" w="2145">
                  <a:moveTo>
                    <a:pt x="10" y="0"/>
                  </a:moveTo>
                  <a:lnTo>
                    <a:pt x="0" y="317"/>
                  </a:lnTo>
                  <a:lnTo>
                    <a:pt x="877" y="341"/>
                  </a:lnTo>
                  <a:lnTo>
                    <a:pt x="805" y="2909"/>
                  </a:lnTo>
                  <a:lnTo>
                    <a:pt x="1182" y="2919"/>
                  </a:lnTo>
                  <a:lnTo>
                    <a:pt x="1255" y="353"/>
                  </a:lnTo>
                  <a:lnTo>
                    <a:pt x="2136" y="377"/>
                  </a:lnTo>
                  <a:lnTo>
                    <a:pt x="2144" y="61"/>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0"/>
            <p:cNvSpPr/>
            <p:nvPr/>
          </p:nvSpPr>
          <p:spPr>
            <a:xfrm>
              <a:off x="7165975" y="729775"/>
              <a:ext cx="57725" cy="71275"/>
            </a:xfrm>
            <a:custGeom>
              <a:rect b="b" l="l" r="r" t="t"/>
              <a:pathLst>
                <a:path extrusionOk="0" h="2851" w="2309">
                  <a:moveTo>
                    <a:pt x="1017" y="354"/>
                  </a:moveTo>
                  <a:cubicBezTo>
                    <a:pt x="1083" y="354"/>
                    <a:pt x="1207" y="374"/>
                    <a:pt x="1365" y="415"/>
                  </a:cubicBezTo>
                  <a:cubicBezTo>
                    <a:pt x="1762" y="518"/>
                    <a:pt x="1976" y="766"/>
                    <a:pt x="1879" y="1133"/>
                  </a:cubicBezTo>
                  <a:cubicBezTo>
                    <a:pt x="1801" y="1432"/>
                    <a:pt x="1590" y="1584"/>
                    <a:pt x="1297" y="1584"/>
                  </a:cubicBezTo>
                  <a:cubicBezTo>
                    <a:pt x="1213" y="1584"/>
                    <a:pt x="1121" y="1571"/>
                    <a:pt x="1024" y="1546"/>
                  </a:cubicBezTo>
                  <a:cubicBezTo>
                    <a:pt x="904" y="1515"/>
                    <a:pt x="808" y="1481"/>
                    <a:pt x="733" y="1439"/>
                  </a:cubicBezTo>
                  <a:lnTo>
                    <a:pt x="1017" y="354"/>
                  </a:lnTo>
                  <a:close/>
                  <a:moveTo>
                    <a:pt x="726" y="0"/>
                  </a:moveTo>
                  <a:lnTo>
                    <a:pt x="1" y="2756"/>
                  </a:lnTo>
                  <a:lnTo>
                    <a:pt x="362" y="2851"/>
                  </a:lnTo>
                  <a:lnTo>
                    <a:pt x="655" y="1734"/>
                  </a:lnTo>
                  <a:cubicBezTo>
                    <a:pt x="733" y="1776"/>
                    <a:pt x="831" y="1805"/>
                    <a:pt x="939" y="1834"/>
                  </a:cubicBezTo>
                  <a:cubicBezTo>
                    <a:pt x="1077" y="1870"/>
                    <a:pt x="1212" y="1888"/>
                    <a:pt x="1341" y="1888"/>
                  </a:cubicBezTo>
                  <a:cubicBezTo>
                    <a:pt x="1541" y="1888"/>
                    <a:pt x="1724" y="1843"/>
                    <a:pt x="1872" y="1750"/>
                  </a:cubicBezTo>
                  <a:cubicBezTo>
                    <a:pt x="2052" y="1643"/>
                    <a:pt x="2178" y="1463"/>
                    <a:pt x="2244" y="1210"/>
                  </a:cubicBezTo>
                  <a:cubicBezTo>
                    <a:pt x="2309" y="963"/>
                    <a:pt x="2271" y="735"/>
                    <a:pt x="2152" y="564"/>
                  </a:cubicBezTo>
                  <a:cubicBezTo>
                    <a:pt x="2026" y="372"/>
                    <a:pt x="1788" y="220"/>
                    <a:pt x="1432" y="127"/>
                  </a:cubicBezTo>
                  <a:cubicBezTo>
                    <a:pt x="1141" y="52"/>
                    <a:pt x="908" y="17"/>
                    <a:pt x="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0"/>
            <p:cNvSpPr/>
            <p:nvPr/>
          </p:nvSpPr>
          <p:spPr>
            <a:xfrm>
              <a:off x="7214650" y="754675"/>
              <a:ext cx="61150" cy="80375"/>
            </a:xfrm>
            <a:custGeom>
              <a:rect b="b" l="l" r="r" t="t"/>
              <a:pathLst>
                <a:path extrusionOk="0" h="3215" w="2446">
                  <a:moveTo>
                    <a:pt x="2095" y="387"/>
                  </a:moveTo>
                  <a:lnTo>
                    <a:pt x="2103" y="390"/>
                  </a:lnTo>
                  <a:cubicBezTo>
                    <a:pt x="2077" y="562"/>
                    <a:pt x="2050" y="734"/>
                    <a:pt x="2034" y="934"/>
                  </a:cubicBezTo>
                  <a:lnTo>
                    <a:pt x="1968" y="1807"/>
                  </a:lnTo>
                  <a:lnTo>
                    <a:pt x="1172" y="1466"/>
                  </a:lnTo>
                  <a:lnTo>
                    <a:pt x="1757" y="810"/>
                  </a:lnTo>
                  <a:cubicBezTo>
                    <a:pt x="1876" y="670"/>
                    <a:pt x="1989" y="527"/>
                    <a:pt x="2095" y="387"/>
                  </a:cubicBezTo>
                  <a:close/>
                  <a:moveTo>
                    <a:pt x="2031" y="1"/>
                  </a:moveTo>
                  <a:lnTo>
                    <a:pt x="1" y="2270"/>
                  </a:lnTo>
                  <a:lnTo>
                    <a:pt x="354" y="2420"/>
                  </a:lnTo>
                  <a:lnTo>
                    <a:pt x="986" y="1703"/>
                  </a:lnTo>
                  <a:lnTo>
                    <a:pt x="1926" y="2105"/>
                  </a:lnTo>
                  <a:lnTo>
                    <a:pt x="1854" y="3059"/>
                  </a:lnTo>
                  <a:lnTo>
                    <a:pt x="2220" y="3215"/>
                  </a:lnTo>
                  <a:lnTo>
                    <a:pt x="2446" y="177"/>
                  </a:lnTo>
                  <a:lnTo>
                    <a:pt x="20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0"/>
            <p:cNvSpPr/>
            <p:nvPr/>
          </p:nvSpPr>
          <p:spPr>
            <a:xfrm>
              <a:off x="7284850" y="789450"/>
              <a:ext cx="69825" cy="69075"/>
            </a:xfrm>
            <a:custGeom>
              <a:rect b="b" l="l" r="r" t="t"/>
              <a:pathLst>
                <a:path extrusionOk="0" h="2763" w="2793">
                  <a:moveTo>
                    <a:pt x="1757" y="1"/>
                  </a:moveTo>
                  <a:cubicBezTo>
                    <a:pt x="1496" y="1"/>
                    <a:pt x="1267" y="121"/>
                    <a:pt x="1126" y="344"/>
                  </a:cubicBezTo>
                  <a:cubicBezTo>
                    <a:pt x="908" y="688"/>
                    <a:pt x="1023" y="1049"/>
                    <a:pt x="1331" y="1441"/>
                  </a:cubicBezTo>
                  <a:cubicBezTo>
                    <a:pt x="1580" y="1776"/>
                    <a:pt x="1626" y="1988"/>
                    <a:pt x="1483" y="2215"/>
                  </a:cubicBezTo>
                  <a:cubicBezTo>
                    <a:pt x="1392" y="2357"/>
                    <a:pt x="1256" y="2433"/>
                    <a:pt x="1094" y="2433"/>
                  </a:cubicBezTo>
                  <a:cubicBezTo>
                    <a:pt x="977" y="2433"/>
                    <a:pt x="846" y="2393"/>
                    <a:pt x="711" y="2308"/>
                  </a:cubicBezTo>
                  <a:cubicBezTo>
                    <a:pt x="494" y="2170"/>
                    <a:pt x="334" y="1967"/>
                    <a:pt x="249" y="1792"/>
                  </a:cubicBezTo>
                  <a:lnTo>
                    <a:pt x="0" y="2005"/>
                  </a:lnTo>
                  <a:cubicBezTo>
                    <a:pt x="74" y="2175"/>
                    <a:pt x="289" y="2406"/>
                    <a:pt x="522" y="2553"/>
                  </a:cubicBezTo>
                  <a:cubicBezTo>
                    <a:pt x="752" y="2699"/>
                    <a:pt x="967" y="2762"/>
                    <a:pt x="1158" y="2762"/>
                  </a:cubicBezTo>
                  <a:cubicBezTo>
                    <a:pt x="1444" y="2762"/>
                    <a:pt x="1676" y="2618"/>
                    <a:pt x="1818" y="2392"/>
                  </a:cubicBezTo>
                  <a:cubicBezTo>
                    <a:pt x="2045" y="2035"/>
                    <a:pt x="1962" y="1704"/>
                    <a:pt x="1651" y="1284"/>
                  </a:cubicBezTo>
                  <a:cubicBezTo>
                    <a:pt x="1398" y="943"/>
                    <a:pt x="1321" y="736"/>
                    <a:pt x="1465" y="509"/>
                  </a:cubicBezTo>
                  <a:cubicBezTo>
                    <a:pt x="1530" y="407"/>
                    <a:pt x="1651" y="322"/>
                    <a:pt x="1812" y="322"/>
                  </a:cubicBezTo>
                  <a:cubicBezTo>
                    <a:pt x="1912" y="322"/>
                    <a:pt x="2027" y="355"/>
                    <a:pt x="2153" y="435"/>
                  </a:cubicBezTo>
                  <a:cubicBezTo>
                    <a:pt x="2374" y="574"/>
                    <a:pt x="2492" y="750"/>
                    <a:pt x="2543" y="844"/>
                  </a:cubicBezTo>
                  <a:lnTo>
                    <a:pt x="2792" y="641"/>
                  </a:lnTo>
                  <a:cubicBezTo>
                    <a:pt x="2724" y="512"/>
                    <a:pt x="2579" y="339"/>
                    <a:pt x="2331" y="182"/>
                  </a:cubicBezTo>
                  <a:cubicBezTo>
                    <a:pt x="2136" y="59"/>
                    <a:pt x="1939" y="1"/>
                    <a:pt x="1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0"/>
            <p:cNvSpPr/>
            <p:nvPr/>
          </p:nvSpPr>
          <p:spPr>
            <a:xfrm>
              <a:off x="7336275" y="830350"/>
              <a:ext cx="74000" cy="66575"/>
            </a:xfrm>
            <a:custGeom>
              <a:rect b="b" l="l" r="r" t="t"/>
              <a:pathLst>
                <a:path extrusionOk="0" h="2663" w="2960">
                  <a:moveTo>
                    <a:pt x="1907" y="1"/>
                  </a:moveTo>
                  <a:cubicBezTo>
                    <a:pt x="1694" y="1"/>
                    <a:pt x="1498" y="88"/>
                    <a:pt x="1353" y="257"/>
                  </a:cubicBezTo>
                  <a:cubicBezTo>
                    <a:pt x="1087" y="564"/>
                    <a:pt x="1149" y="938"/>
                    <a:pt x="1395" y="1371"/>
                  </a:cubicBezTo>
                  <a:cubicBezTo>
                    <a:pt x="1592" y="1740"/>
                    <a:pt x="1608" y="1956"/>
                    <a:pt x="1431" y="2159"/>
                  </a:cubicBezTo>
                  <a:cubicBezTo>
                    <a:pt x="1338" y="2268"/>
                    <a:pt x="1218" y="2325"/>
                    <a:pt x="1087" y="2325"/>
                  </a:cubicBezTo>
                  <a:cubicBezTo>
                    <a:pt x="950" y="2325"/>
                    <a:pt x="801" y="2264"/>
                    <a:pt x="656" y="2138"/>
                  </a:cubicBezTo>
                  <a:cubicBezTo>
                    <a:pt x="462" y="1970"/>
                    <a:pt x="333" y="1746"/>
                    <a:pt x="274" y="1560"/>
                  </a:cubicBezTo>
                  <a:lnTo>
                    <a:pt x="0" y="1733"/>
                  </a:lnTo>
                  <a:cubicBezTo>
                    <a:pt x="50" y="1912"/>
                    <a:pt x="225" y="2171"/>
                    <a:pt x="436" y="2352"/>
                  </a:cubicBezTo>
                  <a:cubicBezTo>
                    <a:pt x="686" y="2569"/>
                    <a:pt x="933" y="2662"/>
                    <a:pt x="1154" y="2662"/>
                  </a:cubicBezTo>
                  <a:cubicBezTo>
                    <a:pt x="1387" y="2662"/>
                    <a:pt x="1592" y="2558"/>
                    <a:pt x="1741" y="2385"/>
                  </a:cubicBezTo>
                  <a:cubicBezTo>
                    <a:pt x="2015" y="2066"/>
                    <a:pt x="1983" y="1725"/>
                    <a:pt x="1737" y="1264"/>
                  </a:cubicBezTo>
                  <a:cubicBezTo>
                    <a:pt x="1538" y="887"/>
                    <a:pt x="1490" y="674"/>
                    <a:pt x="1667" y="469"/>
                  </a:cubicBezTo>
                  <a:cubicBezTo>
                    <a:pt x="1734" y="391"/>
                    <a:pt x="1841" y="332"/>
                    <a:pt x="1971" y="332"/>
                  </a:cubicBezTo>
                  <a:cubicBezTo>
                    <a:pt x="2086" y="332"/>
                    <a:pt x="2219" y="378"/>
                    <a:pt x="2359" y="498"/>
                  </a:cubicBezTo>
                  <a:cubicBezTo>
                    <a:pt x="2556" y="669"/>
                    <a:pt x="2647" y="858"/>
                    <a:pt x="2684" y="958"/>
                  </a:cubicBezTo>
                  <a:lnTo>
                    <a:pt x="2959" y="797"/>
                  </a:lnTo>
                  <a:cubicBezTo>
                    <a:pt x="2909" y="658"/>
                    <a:pt x="2792" y="466"/>
                    <a:pt x="2571" y="274"/>
                  </a:cubicBezTo>
                  <a:cubicBezTo>
                    <a:pt x="2356" y="90"/>
                    <a:pt x="2123" y="1"/>
                    <a:pt x="19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0"/>
            <p:cNvSpPr/>
            <p:nvPr/>
          </p:nvSpPr>
          <p:spPr>
            <a:xfrm>
              <a:off x="6631150" y="1366550"/>
              <a:ext cx="48800" cy="26225"/>
            </a:xfrm>
            <a:custGeom>
              <a:rect b="b" l="l" r="r" t="t"/>
              <a:pathLst>
                <a:path extrusionOk="0" h="1049" w="1952">
                  <a:moveTo>
                    <a:pt x="1847" y="0"/>
                  </a:moveTo>
                  <a:lnTo>
                    <a:pt x="0" y="810"/>
                  </a:lnTo>
                  <a:lnTo>
                    <a:pt x="104" y="1048"/>
                  </a:lnTo>
                  <a:lnTo>
                    <a:pt x="1951" y="239"/>
                  </a:lnTo>
                  <a:lnTo>
                    <a:pt x="18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0"/>
            <p:cNvSpPr/>
            <p:nvPr/>
          </p:nvSpPr>
          <p:spPr>
            <a:xfrm>
              <a:off x="6642850" y="1388625"/>
              <a:ext cx="62450" cy="57500"/>
            </a:xfrm>
            <a:custGeom>
              <a:rect b="b" l="l" r="r" t="t"/>
              <a:pathLst>
                <a:path extrusionOk="0" h="2300" w="2498">
                  <a:moveTo>
                    <a:pt x="1769" y="0"/>
                  </a:moveTo>
                  <a:lnTo>
                    <a:pt x="1" y="970"/>
                  </a:lnTo>
                  <a:lnTo>
                    <a:pt x="120" y="1187"/>
                  </a:lnTo>
                  <a:lnTo>
                    <a:pt x="875" y="772"/>
                  </a:lnTo>
                  <a:cubicBezTo>
                    <a:pt x="1169" y="610"/>
                    <a:pt x="1379" y="488"/>
                    <a:pt x="1595" y="352"/>
                  </a:cubicBezTo>
                  <a:lnTo>
                    <a:pt x="1601" y="359"/>
                  </a:lnTo>
                  <a:cubicBezTo>
                    <a:pt x="1458" y="553"/>
                    <a:pt x="1321" y="783"/>
                    <a:pt x="1192" y="1015"/>
                  </a:cubicBezTo>
                  <a:lnTo>
                    <a:pt x="603" y="2068"/>
                  </a:lnTo>
                  <a:lnTo>
                    <a:pt x="731" y="2299"/>
                  </a:lnTo>
                  <a:lnTo>
                    <a:pt x="2498" y="1327"/>
                  </a:lnTo>
                  <a:lnTo>
                    <a:pt x="2380" y="1113"/>
                  </a:lnTo>
                  <a:lnTo>
                    <a:pt x="1640" y="1518"/>
                  </a:lnTo>
                  <a:cubicBezTo>
                    <a:pt x="1364" y="1670"/>
                    <a:pt x="1152" y="1794"/>
                    <a:pt x="928" y="1944"/>
                  </a:cubicBezTo>
                  <a:lnTo>
                    <a:pt x="923" y="1940"/>
                  </a:lnTo>
                  <a:cubicBezTo>
                    <a:pt x="1057" y="1755"/>
                    <a:pt x="1187" y="1552"/>
                    <a:pt x="1322" y="1307"/>
                  </a:cubicBezTo>
                  <a:lnTo>
                    <a:pt x="1905" y="249"/>
                  </a:lnTo>
                  <a:lnTo>
                    <a:pt x="17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0"/>
            <p:cNvSpPr/>
            <p:nvPr/>
          </p:nvSpPr>
          <p:spPr>
            <a:xfrm>
              <a:off x="6678800" y="1431425"/>
              <a:ext cx="53850" cy="46900"/>
            </a:xfrm>
            <a:custGeom>
              <a:rect b="b" l="l" r="r" t="t"/>
              <a:pathLst>
                <a:path extrusionOk="0" h="1876" w="2154">
                  <a:moveTo>
                    <a:pt x="1296" y="0"/>
                  </a:moveTo>
                  <a:lnTo>
                    <a:pt x="1115" y="127"/>
                  </a:lnTo>
                  <a:lnTo>
                    <a:pt x="1467" y="628"/>
                  </a:lnTo>
                  <a:lnTo>
                    <a:pt x="1" y="1660"/>
                  </a:lnTo>
                  <a:lnTo>
                    <a:pt x="152" y="1876"/>
                  </a:lnTo>
                  <a:lnTo>
                    <a:pt x="1618" y="844"/>
                  </a:lnTo>
                  <a:lnTo>
                    <a:pt x="1973" y="1346"/>
                  </a:lnTo>
                  <a:lnTo>
                    <a:pt x="2153" y="1221"/>
                  </a:lnTo>
                  <a:lnTo>
                    <a:pt x="12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0"/>
            <p:cNvSpPr/>
            <p:nvPr/>
          </p:nvSpPr>
          <p:spPr>
            <a:xfrm>
              <a:off x="6701925" y="1471150"/>
              <a:ext cx="56000" cy="54375"/>
            </a:xfrm>
            <a:custGeom>
              <a:rect b="b" l="l" r="r" t="t"/>
              <a:pathLst>
                <a:path extrusionOk="0" h="2175" w="2240">
                  <a:moveTo>
                    <a:pt x="1532" y="1"/>
                  </a:moveTo>
                  <a:lnTo>
                    <a:pt x="0" y="1313"/>
                  </a:lnTo>
                  <a:lnTo>
                    <a:pt x="738" y="2175"/>
                  </a:lnTo>
                  <a:lnTo>
                    <a:pt x="904" y="2033"/>
                  </a:lnTo>
                  <a:lnTo>
                    <a:pt x="336" y="1370"/>
                  </a:lnTo>
                  <a:lnTo>
                    <a:pt x="888" y="897"/>
                  </a:lnTo>
                  <a:lnTo>
                    <a:pt x="1398" y="1492"/>
                  </a:lnTo>
                  <a:lnTo>
                    <a:pt x="1560" y="1351"/>
                  </a:lnTo>
                  <a:lnTo>
                    <a:pt x="1052" y="756"/>
                  </a:lnTo>
                  <a:lnTo>
                    <a:pt x="1535" y="340"/>
                  </a:lnTo>
                  <a:lnTo>
                    <a:pt x="2074" y="970"/>
                  </a:lnTo>
                  <a:lnTo>
                    <a:pt x="2239" y="828"/>
                  </a:lnTo>
                  <a:lnTo>
                    <a:pt x="15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0"/>
            <p:cNvSpPr/>
            <p:nvPr/>
          </p:nvSpPr>
          <p:spPr>
            <a:xfrm>
              <a:off x="6733975" y="1503625"/>
              <a:ext cx="52175" cy="58725"/>
            </a:xfrm>
            <a:custGeom>
              <a:rect b="b" l="l" r="r" t="t"/>
              <a:pathLst>
                <a:path extrusionOk="0" h="2349" w="2087">
                  <a:moveTo>
                    <a:pt x="1437" y="312"/>
                  </a:moveTo>
                  <a:cubicBezTo>
                    <a:pt x="1476" y="332"/>
                    <a:pt x="1550" y="385"/>
                    <a:pt x="1639" y="471"/>
                  </a:cubicBezTo>
                  <a:cubicBezTo>
                    <a:pt x="1837" y="664"/>
                    <a:pt x="1894" y="877"/>
                    <a:pt x="1715" y="1065"/>
                  </a:cubicBezTo>
                  <a:cubicBezTo>
                    <a:pt x="1640" y="1143"/>
                    <a:pt x="1550" y="1183"/>
                    <a:pt x="1455" y="1183"/>
                  </a:cubicBezTo>
                  <a:cubicBezTo>
                    <a:pt x="1345" y="1183"/>
                    <a:pt x="1229" y="1131"/>
                    <a:pt x="1121" y="1029"/>
                  </a:cubicBezTo>
                  <a:lnTo>
                    <a:pt x="929" y="846"/>
                  </a:lnTo>
                  <a:lnTo>
                    <a:pt x="1437" y="312"/>
                  </a:lnTo>
                  <a:close/>
                  <a:moveTo>
                    <a:pt x="1374" y="1"/>
                  </a:moveTo>
                  <a:lnTo>
                    <a:pt x="1" y="1441"/>
                  </a:lnTo>
                  <a:lnTo>
                    <a:pt x="189" y="1621"/>
                  </a:lnTo>
                  <a:lnTo>
                    <a:pt x="792" y="989"/>
                  </a:lnTo>
                  <a:lnTo>
                    <a:pt x="971" y="1158"/>
                  </a:lnTo>
                  <a:cubicBezTo>
                    <a:pt x="1136" y="1328"/>
                    <a:pt x="1141" y="1477"/>
                    <a:pt x="992" y="1720"/>
                  </a:cubicBezTo>
                  <a:cubicBezTo>
                    <a:pt x="859" y="1942"/>
                    <a:pt x="773" y="2099"/>
                    <a:pt x="757" y="2162"/>
                  </a:cubicBezTo>
                  <a:lnTo>
                    <a:pt x="952" y="2348"/>
                  </a:lnTo>
                  <a:cubicBezTo>
                    <a:pt x="976" y="2264"/>
                    <a:pt x="1075" y="2089"/>
                    <a:pt x="1221" y="1841"/>
                  </a:cubicBezTo>
                  <a:cubicBezTo>
                    <a:pt x="1332" y="1656"/>
                    <a:pt x="1364" y="1487"/>
                    <a:pt x="1287" y="1341"/>
                  </a:cubicBezTo>
                  <a:lnTo>
                    <a:pt x="1294" y="1335"/>
                  </a:lnTo>
                  <a:cubicBezTo>
                    <a:pt x="1373" y="1372"/>
                    <a:pt x="1458" y="1392"/>
                    <a:pt x="1544" y="1392"/>
                  </a:cubicBezTo>
                  <a:cubicBezTo>
                    <a:pt x="1678" y="1392"/>
                    <a:pt x="1811" y="1342"/>
                    <a:pt x="1923" y="1225"/>
                  </a:cubicBezTo>
                  <a:cubicBezTo>
                    <a:pt x="2031" y="1112"/>
                    <a:pt x="2086" y="974"/>
                    <a:pt x="2075" y="838"/>
                  </a:cubicBezTo>
                  <a:cubicBezTo>
                    <a:pt x="2061" y="669"/>
                    <a:pt x="1967" y="508"/>
                    <a:pt x="1765" y="316"/>
                  </a:cubicBezTo>
                  <a:cubicBezTo>
                    <a:pt x="1634" y="192"/>
                    <a:pt x="1488" y="73"/>
                    <a:pt x="13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0"/>
            <p:cNvSpPr/>
            <p:nvPr/>
          </p:nvSpPr>
          <p:spPr>
            <a:xfrm>
              <a:off x="6772100" y="1534100"/>
              <a:ext cx="60550" cy="63050"/>
            </a:xfrm>
            <a:custGeom>
              <a:rect b="b" l="l" r="r" t="t"/>
              <a:pathLst>
                <a:path extrusionOk="0" h="2522" w="2422">
                  <a:moveTo>
                    <a:pt x="1212" y="0"/>
                  </a:moveTo>
                  <a:lnTo>
                    <a:pt x="1" y="1613"/>
                  </a:lnTo>
                  <a:lnTo>
                    <a:pt x="197" y="1759"/>
                  </a:lnTo>
                  <a:lnTo>
                    <a:pt x="714" y="1070"/>
                  </a:lnTo>
                  <a:cubicBezTo>
                    <a:pt x="914" y="802"/>
                    <a:pt x="1056" y="604"/>
                    <a:pt x="1197" y="393"/>
                  </a:cubicBezTo>
                  <a:lnTo>
                    <a:pt x="1206" y="396"/>
                  </a:lnTo>
                  <a:cubicBezTo>
                    <a:pt x="1156" y="632"/>
                    <a:pt x="1125" y="896"/>
                    <a:pt x="1104" y="1160"/>
                  </a:cubicBezTo>
                  <a:lnTo>
                    <a:pt x="1001" y="2363"/>
                  </a:lnTo>
                  <a:lnTo>
                    <a:pt x="1211" y="2521"/>
                  </a:lnTo>
                  <a:lnTo>
                    <a:pt x="2421" y="908"/>
                  </a:lnTo>
                  <a:lnTo>
                    <a:pt x="2226" y="762"/>
                  </a:lnTo>
                  <a:lnTo>
                    <a:pt x="1721" y="1437"/>
                  </a:lnTo>
                  <a:cubicBezTo>
                    <a:pt x="1531" y="1687"/>
                    <a:pt x="1389" y="1888"/>
                    <a:pt x="1246" y="2118"/>
                  </a:cubicBezTo>
                  <a:lnTo>
                    <a:pt x="1239" y="2116"/>
                  </a:lnTo>
                  <a:cubicBezTo>
                    <a:pt x="1286" y="1894"/>
                    <a:pt x="1321" y="1654"/>
                    <a:pt x="1343" y="1376"/>
                  </a:cubicBezTo>
                  <a:lnTo>
                    <a:pt x="1439" y="171"/>
                  </a:lnTo>
                  <a:lnTo>
                    <a:pt x="12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0"/>
            <p:cNvSpPr/>
            <p:nvPr/>
          </p:nvSpPr>
          <p:spPr>
            <a:xfrm>
              <a:off x="6818500" y="1573000"/>
              <a:ext cx="46975" cy="56250"/>
            </a:xfrm>
            <a:custGeom>
              <a:rect b="b" l="l" r="r" t="t"/>
              <a:pathLst>
                <a:path extrusionOk="0" h="2250" w="1879">
                  <a:moveTo>
                    <a:pt x="1619" y="275"/>
                  </a:moveTo>
                  <a:lnTo>
                    <a:pt x="1625" y="279"/>
                  </a:lnTo>
                  <a:cubicBezTo>
                    <a:pt x="1593" y="393"/>
                    <a:pt x="1559" y="512"/>
                    <a:pt x="1531" y="649"/>
                  </a:cubicBezTo>
                  <a:lnTo>
                    <a:pt x="1409" y="1251"/>
                  </a:lnTo>
                  <a:lnTo>
                    <a:pt x="883" y="945"/>
                  </a:lnTo>
                  <a:lnTo>
                    <a:pt x="1347" y="539"/>
                  </a:lnTo>
                  <a:cubicBezTo>
                    <a:pt x="1443" y="452"/>
                    <a:pt x="1533" y="364"/>
                    <a:pt x="1619" y="275"/>
                  </a:cubicBezTo>
                  <a:close/>
                  <a:moveTo>
                    <a:pt x="1606" y="0"/>
                  </a:moveTo>
                  <a:lnTo>
                    <a:pt x="1" y="1404"/>
                  </a:lnTo>
                  <a:lnTo>
                    <a:pt x="234" y="1539"/>
                  </a:lnTo>
                  <a:lnTo>
                    <a:pt x="735" y="1095"/>
                  </a:lnTo>
                  <a:lnTo>
                    <a:pt x="1353" y="1452"/>
                  </a:lnTo>
                  <a:lnTo>
                    <a:pt x="1222" y="2110"/>
                  </a:lnTo>
                  <a:lnTo>
                    <a:pt x="1462" y="2250"/>
                  </a:lnTo>
                  <a:lnTo>
                    <a:pt x="1879" y="157"/>
                  </a:lnTo>
                  <a:lnTo>
                    <a:pt x="16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0"/>
            <p:cNvSpPr/>
            <p:nvPr/>
          </p:nvSpPr>
          <p:spPr>
            <a:xfrm>
              <a:off x="6875000" y="1586275"/>
              <a:ext cx="40900" cy="54975"/>
            </a:xfrm>
            <a:custGeom>
              <a:rect b="b" l="l" r="r" t="t"/>
              <a:pathLst>
                <a:path extrusionOk="0" h="2199" w="1636">
                  <a:moveTo>
                    <a:pt x="279" y="1"/>
                  </a:moveTo>
                  <a:lnTo>
                    <a:pt x="186" y="202"/>
                  </a:lnTo>
                  <a:lnTo>
                    <a:pt x="744" y="457"/>
                  </a:lnTo>
                  <a:lnTo>
                    <a:pt x="1" y="2089"/>
                  </a:lnTo>
                  <a:lnTo>
                    <a:pt x="239" y="2198"/>
                  </a:lnTo>
                  <a:lnTo>
                    <a:pt x="983" y="565"/>
                  </a:lnTo>
                  <a:lnTo>
                    <a:pt x="1544" y="821"/>
                  </a:lnTo>
                  <a:lnTo>
                    <a:pt x="1636" y="620"/>
                  </a:lnTo>
                  <a:lnTo>
                    <a:pt x="2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0"/>
            <p:cNvSpPr/>
            <p:nvPr/>
          </p:nvSpPr>
          <p:spPr>
            <a:xfrm>
              <a:off x="6909975" y="1605725"/>
              <a:ext cx="23475" cy="49675"/>
            </a:xfrm>
            <a:custGeom>
              <a:rect b="b" l="l" r="r" t="t"/>
              <a:pathLst>
                <a:path extrusionOk="0" h="1987" w="939">
                  <a:moveTo>
                    <a:pt x="693" y="1"/>
                  </a:moveTo>
                  <a:lnTo>
                    <a:pt x="1" y="1896"/>
                  </a:lnTo>
                  <a:lnTo>
                    <a:pt x="245" y="1987"/>
                  </a:lnTo>
                  <a:lnTo>
                    <a:pt x="938" y="90"/>
                  </a:lnTo>
                  <a:lnTo>
                    <a:pt x="6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0"/>
            <p:cNvSpPr/>
            <p:nvPr/>
          </p:nvSpPr>
          <p:spPr>
            <a:xfrm>
              <a:off x="6936625" y="1617675"/>
              <a:ext cx="52475" cy="51775"/>
            </a:xfrm>
            <a:custGeom>
              <a:rect b="b" l="l" r="r" t="t"/>
              <a:pathLst>
                <a:path extrusionOk="0" h="2071" w="2099">
                  <a:moveTo>
                    <a:pt x="1106" y="214"/>
                  </a:moveTo>
                  <a:cubicBezTo>
                    <a:pt x="1157" y="214"/>
                    <a:pt x="1210" y="221"/>
                    <a:pt x="1265" y="236"/>
                  </a:cubicBezTo>
                  <a:cubicBezTo>
                    <a:pt x="1683" y="345"/>
                    <a:pt x="1780" y="803"/>
                    <a:pt x="1677" y="1191"/>
                  </a:cubicBezTo>
                  <a:cubicBezTo>
                    <a:pt x="1576" y="1575"/>
                    <a:pt x="1320" y="1856"/>
                    <a:pt x="995" y="1856"/>
                  </a:cubicBezTo>
                  <a:cubicBezTo>
                    <a:pt x="945" y="1856"/>
                    <a:pt x="893" y="1850"/>
                    <a:pt x="840" y="1836"/>
                  </a:cubicBezTo>
                  <a:cubicBezTo>
                    <a:pt x="443" y="1732"/>
                    <a:pt x="316" y="1299"/>
                    <a:pt x="425" y="883"/>
                  </a:cubicBezTo>
                  <a:cubicBezTo>
                    <a:pt x="523" y="511"/>
                    <a:pt x="769" y="214"/>
                    <a:pt x="1106" y="214"/>
                  </a:cubicBezTo>
                  <a:close/>
                  <a:moveTo>
                    <a:pt x="1085" y="0"/>
                  </a:moveTo>
                  <a:cubicBezTo>
                    <a:pt x="662" y="0"/>
                    <a:pt x="293" y="298"/>
                    <a:pt x="156" y="818"/>
                  </a:cubicBezTo>
                  <a:cubicBezTo>
                    <a:pt x="0" y="1407"/>
                    <a:pt x="257" y="1901"/>
                    <a:pt x="771" y="2037"/>
                  </a:cubicBezTo>
                  <a:cubicBezTo>
                    <a:pt x="856" y="2059"/>
                    <a:pt x="941" y="2070"/>
                    <a:pt x="1024" y="2070"/>
                  </a:cubicBezTo>
                  <a:cubicBezTo>
                    <a:pt x="1431" y="2070"/>
                    <a:pt x="1800" y="1805"/>
                    <a:pt x="1946" y="1249"/>
                  </a:cubicBezTo>
                  <a:cubicBezTo>
                    <a:pt x="2099" y="671"/>
                    <a:pt x="1862" y="173"/>
                    <a:pt x="1331" y="33"/>
                  </a:cubicBezTo>
                  <a:cubicBezTo>
                    <a:pt x="1248" y="11"/>
                    <a:pt x="1165" y="0"/>
                    <a:pt x="1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0"/>
            <p:cNvSpPr/>
            <p:nvPr/>
          </p:nvSpPr>
          <p:spPr>
            <a:xfrm>
              <a:off x="6998700" y="1627175"/>
              <a:ext cx="45000" cy="55500"/>
            </a:xfrm>
            <a:custGeom>
              <a:rect b="b" l="l" r="r" t="t"/>
              <a:pathLst>
                <a:path extrusionOk="0" h="2220" w="1800">
                  <a:moveTo>
                    <a:pt x="299" y="0"/>
                  </a:moveTo>
                  <a:lnTo>
                    <a:pt x="1" y="1998"/>
                  </a:lnTo>
                  <a:lnTo>
                    <a:pt x="246" y="2034"/>
                  </a:lnTo>
                  <a:lnTo>
                    <a:pt x="372" y="1178"/>
                  </a:lnTo>
                  <a:cubicBezTo>
                    <a:pt x="423" y="847"/>
                    <a:pt x="452" y="606"/>
                    <a:pt x="474" y="352"/>
                  </a:cubicBezTo>
                  <a:lnTo>
                    <a:pt x="484" y="351"/>
                  </a:lnTo>
                  <a:cubicBezTo>
                    <a:pt x="553" y="581"/>
                    <a:pt x="653" y="830"/>
                    <a:pt x="758" y="1073"/>
                  </a:cubicBezTo>
                  <a:lnTo>
                    <a:pt x="1242" y="2180"/>
                  </a:lnTo>
                  <a:lnTo>
                    <a:pt x="1502" y="2219"/>
                  </a:lnTo>
                  <a:lnTo>
                    <a:pt x="1799" y="222"/>
                  </a:lnTo>
                  <a:lnTo>
                    <a:pt x="1557" y="186"/>
                  </a:lnTo>
                  <a:lnTo>
                    <a:pt x="1432" y="1021"/>
                  </a:lnTo>
                  <a:cubicBezTo>
                    <a:pt x="1385" y="1332"/>
                    <a:pt x="1356" y="1576"/>
                    <a:pt x="1339" y="1847"/>
                  </a:cubicBezTo>
                  <a:lnTo>
                    <a:pt x="1332" y="1849"/>
                  </a:lnTo>
                  <a:cubicBezTo>
                    <a:pt x="1268" y="1631"/>
                    <a:pt x="1184" y="1403"/>
                    <a:pt x="1071" y="1147"/>
                  </a:cubicBezTo>
                  <a:lnTo>
                    <a:pt x="581" y="41"/>
                  </a:lnTo>
                  <a:lnTo>
                    <a:pt x="2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0"/>
            <p:cNvSpPr/>
            <p:nvPr/>
          </p:nvSpPr>
          <p:spPr>
            <a:xfrm>
              <a:off x="7055775" y="1633575"/>
              <a:ext cx="42250" cy="50850"/>
            </a:xfrm>
            <a:custGeom>
              <a:rect b="b" l="l" r="r" t="t"/>
              <a:pathLst>
                <a:path extrusionOk="0" h="2034" w="1690">
                  <a:moveTo>
                    <a:pt x="861" y="235"/>
                  </a:moveTo>
                  <a:cubicBezTo>
                    <a:pt x="890" y="352"/>
                    <a:pt x="919" y="472"/>
                    <a:pt x="962" y="605"/>
                  </a:cubicBezTo>
                  <a:lnTo>
                    <a:pt x="1153" y="1189"/>
                  </a:lnTo>
                  <a:lnTo>
                    <a:pt x="544" y="1180"/>
                  </a:lnTo>
                  <a:lnTo>
                    <a:pt x="749" y="599"/>
                  </a:lnTo>
                  <a:cubicBezTo>
                    <a:pt x="790" y="478"/>
                    <a:pt x="823" y="354"/>
                    <a:pt x="855" y="235"/>
                  </a:cubicBezTo>
                  <a:close/>
                  <a:moveTo>
                    <a:pt x="711" y="1"/>
                  </a:moveTo>
                  <a:lnTo>
                    <a:pt x="0" y="2011"/>
                  </a:lnTo>
                  <a:lnTo>
                    <a:pt x="269" y="2015"/>
                  </a:lnTo>
                  <a:lnTo>
                    <a:pt x="487" y="1384"/>
                  </a:lnTo>
                  <a:lnTo>
                    <a:pt x="1203" y="1392"/>
                  </a:lnTo>
                  <a:lnTo>
                    <a:pt x="1410" y="2029"/>
                  </a:lnTo>
                  <a:lnTo>
                    <a:pt x="1689" y="2034"/>
                  </a:lnTo>
                  <a:lnTo>
                    <a:pt x="1026" y="4"/>
                  </a:lnTo>
                  <a:lnTo>
                    <a:pt x="7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0"/>
            <p:cNvSpPr/>
            <p:nvPr/>
          </p:nvSpPr>
          <p:spPr>
            <a:xfrm>
              <a:off x="7111800" y="1632200"/>
              <a:ext cx="32775" cy="50925"/>
            </a:xfrm>
            <a:custGeom>
              <a:rect b="b" l="l" r="r" t="t"/>
              <a:pathLst>
                <a:path extrusionOk="0" h="2037" w="1311">
                  <a:moveTo>
                    <a:pt x="259" y="0"/>
                  </a:moveTo>
                  <a:lnTo>
                    <a:pt x="0" y="25"/>
                  </a:lnTo>
                  <a:lnTo>
                    <a:pt x="192" y="2037"/>
                  </a:lnTo>
                  <a:lnTo>
                    <a:pt x="1310" y="1931"/>
                  </a:lnTo>
                  <a:lnTo>
                    <a:pt x="1290" y="1713"/>
                  </a:lnTo>
                  <a:lnTo>
                    <a:pt x="429" y="1794"/>
                  </a:lnTo>
                  <a:lnTo>
                    <a:pt x="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0"/>
            <p:cNvSpPr/>
            <p:nvPr/>
          </p:nvSpPr>
          <p:spPr>
            <a:xfrm>
              <a:off x="7184100" y="1618800"/>
              <a:ext cx="40850" cy="55100"/>
            </a:xfrm>
            <a:custGeom>
              <a:rect b="b" l="l" r="r" t="t"/>
              <a:pathLst>
                <a:path extrusionOk="0" h="2204" w="1634">
                  <a:moveTo>
                    <a:pt x="361" y="263"/>
                  </a:moveTo>
                  <a:cubicBezTo>
                    <a:pt x="419" y="368"/>
                    <a:pt x="480" y="476"/>
                    <a:pt x="555" y="593"/>
                  </a:cubicBezTo>
                  <a:lnTo>
                    <a:pt x="893" y="1105"/>
                  </a:lnTo>
                  <a:lnTo>
                    <a:pt x="304" y="1258"/>
                  </a:lnTo>
                  <a:lnTo>
                    <a:pt x="348" y="644"/>
                  </a:lnTo>
                  <a:cubicBezTo>
                    <a:pt x="356" y="515"/>
                    <a:pt x="357" y="388"/>
                    <a:pt x="356" y="264"/>
                  </a:cubicBezTo>
                  <a:lnTo>
                    <a:pt x="361" y="263"/>
                  </a:lnTo>
                  <a:close/>
                  <a:moveTo>
                    <a:pt x="459" y="1"/>
                  </a:moveTo>
                  <a:lnTo>
                    <a:pt x="156" y="79"/>
                  </a:lnTo>
                  <a:lnTo>
                    <a:pt x="0" y="2204"/>
                  </a:lnTo>
                  <a:lnTo>
                    <a:pt x="260" y="2135"/>
                  </a:lnTo>
                  <a:lnTo>
                    <a:pt x="304" y="1469"/>
                  </a:lnTo>
                  <a:lnTo>
                    <a:pt x="997" y="1289"/>
                  </a:lnTo>
                  <a:lnTo>
                    <a:pt x="1364" y="1849"/>
                  </a:lnTo>
                  <a:lnTo>
                    <a:pt x="1633" y="1780"/>
                  </a:lnTo>
                  <a:lnTo>
                    <a:pt x="4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0"/>
            <p:cNvSpPr/>
            <p:nvPr/>
          </p:nvSpPr>
          <p:spPr>
            <a:xfrm>
              <a:off x="7225100" y="1607550"/>
              <a:ext cx="22975" cy="49725"/>
            </a:xfrm>
            <a:custGeom>
              <a:rect b="b" l="l" r="r" t="t"/>
              <a:pathLst>
                <a:path extrusionOk="0" h="1989" w="919">
                  <a:moveTo>
                    <a:pt x="245" y="1"/>
                  </a:moveTo>
                  <a:lnTo>
                    <a:pt x="1" y="88"/>
                  </a:lnTo>
                  <a:lnTo>
                    <a:pt x="673" y="1988"/>
                  </a:lnTo>
                  <a:lnTo>
                    <a:pt x="919" y="1901"/>
                  </a:lnTo>
                  <a:lnTo>
                    <a:pt x="2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0"/>
            <p:cNvSpPr/>
            <p:nvPr/>
          </p:nvSpPr>
          <p:spPr>
            <a:xfrm>
              <a:off x="7247875" y="1593175"/>
              <a:ext cx="50375" cy="54375"/>
            </a:xfrm>
            <a:custGeom>
              <a:rect b="b" l="l" r="r" t="t"/>
              <a:pathLst>
                <a:path extrusionOk="0" h="2175" w="2015">
                  <a:moveTo>
                    <a:pt x="799" y="226"/>
                  </a:moveTo>
                  <a:cubicBezTo>
                    <a:pt x="937" y="226"/>
                    <a:pt x="1050" y="292"/>
                    <a:pt x="1118" y="443"/>
                  </a:cubicBezTo>
                  <a:cubicBezTo>
                    <a:pt x="1212" y="654"/>
                    <a:pt x="1113" y="866"/>
                    <a:pt x="859" y="979"/>
                  </a:cubicBezTo>
                  <a:lnTo>
                    <a:pt x="614" y="1089"/>
                  </a:lnTo>
                  <a:lnTo>
                    <a:pt x="315" y="414"/>
                  </a:lnTo>
                  <a:cubicBezTo>
                    <a:pt x="348" y="387"/>
                    <a:pt x="426" y="340"/>
                    <a:pt x="540" y="288"/>
                  </a:cubicBezTo>
                  <a:cubicBezTo>
                    <a:pt x="632" y="248"/>
                    <a:pt x="720" y="226"/>
                    <a:pt x="799" y="226"/>
                  </a:cubicBezTo>
                  <a:close/>
                  <a:moveTo>
                    <a:pt x="874" y="0"/>
                  </a:moveTo>
                  <a:cubicBezTo>
                    <a:pt x="752" y="0"/>
                    <a:pt x="613" y="37"/>
                    <a:pt x="441" y="114"/>
                  </a:cubicBezTo>
                  <a:cubicBezTo>
                    <a:pt x="277" y="188"/>
                    <a:pt x="111" y="278"/>
                    <a:pt x="1" y="356"/>
                  </a:cubicBezTo>
                  <a:lnTo>
                    <a:pt x="816" y="2174"/>
                  </a:lnTo>
                  <a:lnTo>
                    <a:pt x="1053" y="2068"/>
                  </a:lnTo>
                  <a:lnTo>
                    <a:pt x="696" y="1271"/>
                  </a:lnTo>
                  <a:lnTo>
                    <a:pt x="921" y="1170"/>
                  </a:lnTo>
                  <a:cubicBezTo>
                    <a:pt x="987" y="1144"/>
                    <a:pt x="1046" y="1130"/>
                    <a:pt x="1101" y="1130"/>
                  </a:cubicBezTo>
                  <a:cubicBezTo>
                    <a:pt x="1227" y="1130"/>
                    <a:pt x="1331" y="1204"/>
                    <a:pt x="1449" y="1364"/>
                  </a:cubicBezTo>
                  <a:cubicBezTo>
                    <a:pt x="1603" y="1568"/>
                    <a:pt x="1715" y="1710"/>
                    <a:pt x="1768" y="1748"/>
                  </a:cubicBezTo>
                  <a:lnTo>
                    <a:pt x="2015" y="1638"/>
                  </a:lnTo>
                  <a:cubicBezTo>
                    <a:pt x="1944" y="1583"/>
                    <a:pt x="1822" y="1426"/>
                    <a:pt x="1646" y="1195"/>
                  </a:cubicBezTo>
                  <a:cubicBezTo>
                    <a:pt x="1525" y="1035"/>
                    <a:pt x="1393" y="943"/>
                    <a:pt x="1241" y="943"/>
                  </a:cubicBezTo>
                  <a:cubicBezTo>
                    <a:pt x="1231" y="943"/>
                    <a:pt x="1220" y="943"/>
                    <a:pt x="1210" y="944"/>
                  </a:cubicBezTo>
                  <a:lnTo>
                    <a:pt x="1206" y="937"/>
                  </a:lnTo>
                  <a:cubicBezTo>
                    <a:pt x="1371" y="784"/>
                    <a:pt x="1450" y="555"/>
                    <a:pt x="1342" y="312"/>
                  </a:cubicBezTo>
                  <a:cubicBezTo>
                    <a:pt x="1279" y="169"/>
                    <a:pt x="1171" y="66"/>
                    <a:pt x="1041" y="26"/>
                  </a:cubicBezTo>
                  <a:cubicBezTo>
                    <a:pt x="988" y="9"/>
                    <a:pt x="933" y="0"/>
                    <a:pt x="8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0"/>
            <p:cNvSpPr/>
            <p:nvPr/>
          </p:nvSpPr>
          <p:spPr>
            <a:xfrm>
              <a:off x="7289725" y="1571500"/>
              <a:ext cx="36675" cy="53900"/>
            </a:xfrm>
            <a:custGeom>
              <a:rect b="b" l="l" r="r" t="t"/>
              <a:pathLst>
                <a:path extrusionOk="0" h="2156" w="1467">
                  <a:moveTo>
                    <a:pt x="817" y="234"/>
                  </a:moveTo>
                  <a:cubicBezTo>
                    <a:pt x="944" y="234"/>
                    <a:pt x="1053" y="295"/>
                    <a:pt x="1131" y="429"/>
                  </a:cubicBezTo>
                  <a:cubicBezTo>
                    <a:pt x="1271" y="670"/>
                    <a:pt x="1181" y="897"/>
                    <a:pt x="910" y="1055"/>
                  </a:cubicBezTo>
                  <a:cubicBezTo>
                    <a:pt x="836" y="1098"/>
                    <a:pt x="770" y="1129"/>
                    <a:pt x="713" y="1145"/>
                  </a:cubicBezTo>
                  <a:lnTo>
                    <a:pt x="321" y="468"/>
                  </a:lnTo>
                  <a:cubicBezTo>
                    <a:pt x="354" y="434"/>
                    <a:pt x="424" y="382"/>
                    <a:pt x="522" y="326"/>
                  </a:cubicBezTo>
                  <a:cubicBezTo>
                    <a:pt x="626" y="266"/>
                    <a:pt x="726" y="234"/>
                    <a:pt x="817" y="234"/>
                  </a:cubicBezTo>
                  <a:close/>
                  <a:moveTo>
                    <a:pt x="879" y="0"/>
                  </a:moveTo>
                  <a:cubicBezTo>
                    <a:pt x="744" y="0"/>
                    <a:pt x="588" y="48"/>
                    <a:pt x="414" y="149"/>
                  </a:cubicBezTo>
                  <a:cubicBezTo>
                    <a:pt x="232" y="255"/>
                    <a:pt x="98" y="353"/>
                    <a:pt x="0" y="434"/>
                  </a:cubicBezTo>
                  <a:lnTo>
                    <a:pt x="998" y="2156"/>
                  </a:lnTo>
                  <a:lnTo>
                    <a:pt x="1223" y="2026"/>
                  </a:lnTo>
                  <a:lnTo>
                    <a:pt x="818" y="1326"/>
                  </a:lnTo>
                  <a:cubicBezTo>
                    <a:pt x="878" y="1310"/>
                    <a:pt x="941" y="1276"/>
                    <a:pt x="1008" y="1238"/>
                  </a:cubicBezTo>
                  <a:cubicBezTo>
                    <a:pt x="1229" y="1110"/>
                    <a:pt x="1385" y="933"/>
                    <a:pt x="1431" y="737"/>
                  </a:cubicBezTo>
                  <a:cubicBezTo>
                    <a:pt x="1466" y="597"/>
                    <a:pt x="1440" y="444"/>
                    <a:pt x="1350" y="287"/>
                  </a:cubicBezTo>
                  <a:cubicBezTo>
                    <a:pt x="1260" y="133"/>
                    <a:pt x="1130" y="39"/>
                    <a:pt x="986" y="11"/>
                  </a:cubicBezTo>
                  <a:cubicBezTo>
                    <a:pt x="952" y="4"/>
                    <a:pt x="917" y="0"/>
                    <a:pt x="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0"/>
            <p:cNvSpPr/>
            <p:nvPr/>
          </p:nvSpPr>
          <p:spPr>
            <a:xfrm>
              <a:off x="7331625" y="1541000"/>
              <a:ext cx="56400" cy="51375"/>
            </a:xfrm>
            <a:custGeom>
              <a:rect b="b" l="l" r="r" t="t"/>
              <a:pathLst>
                <a:path extrusionOk="0" h="2055" w="2256">
                  <a:moveTo>
                    <a:pt x="959" y="246"/>
                  </a:moveTo>
                  <a:cubicBezTo>
                    <a:pt x="1211" y="246"/>
                    <a:pt x="1460" y="415"/>
                    <a:pt x="1625" y="636"/>
                  </a:cubicBezTo>
                  <a:cubicBezTo>
                    <a:pt x="1899" y="1003"/>
                    <a:pt x="1938" y="1446"/>
                    <a:pt x="1607" y="1694"/>
                  </a:cubicBezTo>
                  <a:cubicBezTo>
                    <a:pt x="1500" y="1774"/>
                    <a:pt x="1383" y="1810"/>
                    <a:pt x="1266" y="1810"/>
                  </a:cubicBezTo>
                  <a:cubicBezTo>
                    <a:pt x="1023" y="1810"/>
                    <a:pt x="776" y="1657"/>
                    <a:pt x="602" y="1424"/>
                  </a:cubicBezTo>
                  <a:cubicBezTo>
                    <a:pt x="338" y="1069"/>
                    <a:pt x="274" y="620"/>
                    <a:pt x="618" y="363"/>
                  </a:cubicBezTo>
                  <a:cubicBezTo>
                    <a:pt x="727" y="282"/>
                    <a:pt x="843" y="246"/>
                    <a:pt x="959" y="246"/>
                  </a:cubicBezTo>
                  <a:close/>
                  <a:moveTo>
                    <a:pt x="1028" y="0"/>
                  </a:moveTo>
                  <a:cubicBezTo>
                    <a:pt x="848" y="0"/>
                    <a:pt x="668" y="60"/>
                    <a:pt x="501" y="184"/>
                  </a:cubicBezTo>
                  <a:cubicBezTo>
                    <a:pt x="70" y="507"/>
                    <a:pt x="1" y="1080"/>
                    <a:pt x="383" y="1595"/>
                  </a:cubicBezTo>
                  <a:cubicBezTo>
                    <a:pt x="609" y="1898"/>
                    <a:pt x="905" y="2055"/>
                    <a:pt x="1199" y="2055"/>
                  </a:cubicBezTo>
                  <a:cubicBezTo>
                    <a:pt x="1380" y="2055"/>
                    <a:pt x="1561" y="1995"/>
                    <a:pt x="1724" y="1874"/>
                  </a:cubicBezTo>
                  <a:cubicBezTo>
                    <a:pt x="2136" y="1566"/>
                    <a:pt x="2255" y="1018"/>
                    <a:pt x="1839" y="461"/>
                  </a:cubicBezTo>
                  <a:cubicBezTo>
                    <a:pt x="1617" y="162"/>
                    <a:pt x="1324" y="0"/>
                    <a:pt x="1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0"/>
            <p:cNvSpPr/>
            <p:nvPr/>
          </p:nvSpPr>
          <p:spPr>
            <a:xfrm>
              <a:off x="7373950" y="1507350"/>
              <a:ext cx="58050" cy="52500"/>
            </a:xfrm>
            <a:custGeom>
              <a:rect b="b" l="l" r="r" t="t"/>
              <a:pathLst>
                <a:path extrusionOk="0" h="2100" w="2322">
                  <a:moveTo>
                    <a:pt x="829" y="248"/>
                  </a:moveTo>
                  <a:cubicBezTo>
                    <a:pt x="917" y="248"/>
                    <a:pt x="1003" y="285"/>
                    <a:pt x="1081" y="368"/>
                  </a:cubicBezTo>
                  <a:cubicBezTo>
                    <a:pt x="1239" y="536"/>
                    <a:pt x="1215" y="768"/>
                    <a:pt x="1014" y="958"/>
                  </a:cubicBezTo>
                  <a:lnTo>
                    <a:pt x="821" y="1142"/>
                  </a:lnTo>
                  <a:lnTo>
                    <a:pt x="317" y="606"/>
                  </a:lnTo>
                  <a:cubicBezTo>
                    <a:pt x="337" y="569"/>
                    <a:pt x="395" y="500"/>
                    <a:pt x="486" y="413"/>
                  </a:cubicBezTo>
                  <a:cubicBezTo>
                    <a:pt x="599" y="309"/>
                    <a:pt x="716" y="248"/>
                    <a:pt x="829" y="248"/>
                  </a:cubicBezTo>
                  <a:close/>
                  <a:moveTo>
                    <a:pt x="888" y="0"/>
                  </a:moveTo>
                  <a:cubicBezTo>
                    <a:pt x="882" y="0"/>
                    <a:pt x="877" y="0"/>
                    <a:pt x="872" y="1"/>
                  </a:cubicBezTo>
                  <a:cubicBezTo>
                    <a:pt x="702" y="5"/>
                    <a:pt x="537" y="90"/>
                    <a:pt x="334" y="281"/>
                  </a:cubicBezTo>
                  <a:cubicBezTo>
                    <a:pt x="204" y="405"/>
                    <a:pt x="78" y="544"/>
                    <a:pt x="1" y="656"/>
                  </a:cubicBezTo>
                  <a:lnTo>
                    <a:pt x="1368" y="2099"/>
                  </a:lnTo>
                  <a:lnTo>
                    <a:pt x="1557" y="1920"/>
                  </a:lnTo>
                  <a:lnTo>
                    <a:pt x="957" y="1286"/>
                  </a:lnTo>
                  <a:lnTo>
                    <a:pt x="1136" y="1117"/>
                  </a:lnTo>
                  <a:cubicBezTo>
                    <a:pt x="1223" y="1040"/>
                    <a:pt x="1304" y="1001"/>
                    <a:pt x="1392" y="1001"/>
                  </a:cubicBezTo>
                  <a:cubicBezTo>
                    <a:pt x="1482" y="1001"/>
                    <a:pt x="1579" y="1042"/>
                    <a:pt x="1698" y="1124"/>
                  </a:cubicBezTo>
                  <a:cubicBezTo>
                    <a:pt x="1911" y="1266"/>
                    <a:pt x="2063" y="1362"/>
                    <a:pt x="2126" y="1380"/>
                  </a:cubicBezTo>
                  <a:lnTo>
                    <a:pt x="2321" y="1196"/>
                  </a:lnTo>
                  <a:cubicBezTo>
                    <a:pt x="2239" y="1168"/>
                    <a:pt x="2071" y="1060"/>
                    <a:pt x="1829" y="902"/>
                  </a:cubicBezTo>
                  <a:cubicBezTo>
                    <a:pt x="1709" y="822"/>
                    <a:pt x="1594" y="778"/>
                    <a:pt x="1486" y="778"/>
                  </a:cubicBezTo>
                  <a:cubicBezTo>
                    <a:pt x="1434" y="778"/>
                    <a:pt x="1383" y="788"/>
                    <a:pt x="1334" y="810"/>
                  </a:cubicBezTo>
                  <a:lnTo>
                    <a:pt x="1328" y="804"/>
                  </a:lnTo>
                  <a:cubicBezTo>
                    <a:pt x="1432" y="605"/>
                    <a:pt x="1432" y="363"/>
                    <a:pt x="1249" y="170"/>
                  </a:cubicBezTo>
                  <a:cubicBezTo>
                    <a:pt x="1146" y="61"/>
                    <a:pt x="1017" y="0"/>
                    <a:pt x="8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0"/>
            <p:cNvSpPr/>
            <p:nvPr/>
          </p:nvSpPr>
          <p:spPr>
            <a:xfrm>
              <a:off x="7403075" y="1466400"/>
              <a:ext cx="52475" cy="49525"/>
            </a:xfrm>
            <a:custGeom>
              <a:rect b="b" l="l" r="r" t="t"/>
              <a:pathLst>
                <a:path extrusionOk="0" h="1981" w="2099">
                  <a:moveTo>
                    <a:pt x="976" y="0"/>
                  </a:moveTo>
                  <a:lnTo>
                    <a:pt x="1" y="1130"/>
                  </a:lnTo>
                  <a:lnTo>
                    <a:pt x="168" y="1273"/>
                  </a:lnTo>
                  <a:lnTo>
                    <a:pt x="569" y="809"/>
                  </a:lnTo>
                  <a:lnTo>
                    <a:pt x="1927" y="1980"/>
                  </a:lnTo>
                  <a:lnTo>
                    <a:pt x="2098" y="1780"/>
                  </a:lnTo>
                  <a:lnTo>
                    <a:pt x="740" y="611"/>
                  </a:lnTo>
                  <a:lnTo>
                    <a:pt x="1143" y="144"/>
                  </a:lnTo>
                  <a:lnTo>
                    <a:pt x="9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0"/>
            <p:cNvSpPr/>
            <p:nvPr/>
          </p:nvSpPr>
          <p:spPr>
            <a:xfrm>
              <a:off x="6748125" y="819425"/>
              <a:ext cx="69175" cy="68650"/>
            </a:xfrm>
            <a:custGeom>
              <a:rect b="b" l="l" r="r" t="t"/>
              <a:pathLst>
                <a:path extrusionOk="0" h="2746" w="2767">
                  <a:moveTo>
                    <a:pt x="2025" y="1"/>
                  </a:moveTo>
                  <a:lnTo>
                    <a:pt x="1228" y="563"/>
                  </a:lnTo>
                  <a:lnTo>
                    <a:pt x="314" y="227"/>
                  </a:lnTo>
                  <a:lnTo>
                    <a:pt x="314" y="227"/>
                  </a:lnTo>
                  <a:lnTo>
                    <a:pt x="603" y="1156"/>
                  </a:lnTo>
                  <a:lnTo>
                    <a:pt x="0" y="1922"/>
                  </a:lnTo>
                  <a:lnTo>
                    <a:pt x="974" y="1935"/>
                  </a:lnTo>
                  <a:lnTo>
                    <a:pt x="1516" y="2745"/>
                  </a:lnTo>
                  <a:lnTo>
                    <a:pt x="1830" y="1822"/>
                  </a:lnTo>
                  <a:lnTo>
                    <a:pt x="2766" y="1557"/>
                  </a:lnTo>
                  <a:lnTo>
                    <a:pt x="1986" y="975"/>
                  </a:lnTo>
                  <a:lnTo>
                    <a:pt x="20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0"/>
            <p:cNvSpPr/>
            <p:nvPr/>
          </p:nvSpPr>
          <p:spPr>
            <a:xfrm>
              <a:off x="6674575" y="899350"/>
              <a:ext cx="67225" cy="69750"/>
            </a:xfrm>
            <a:custGeom>
              <a:rect b="b" l="l" r="r" t="t"/>
              <a:pathLst>
                <a:path extrusionOk="0" h="2790" w="2689">
                  <a:moveTo>
                    <a:pt x="1619" y="1"/>
                  </a:moveTo>
                  <a:lnTo>
                    <a:pt x="966" y="726"/>
                  </a:lnTo>
                  <a:lnTo>
                    <a:pt x="1" y="601"/>
                  </a:lnTo>
                  <a:lnTo>
                    <a:pt x="490" y="1445"/>
                  </a:lnTo>
                  <a:lnTo>
                    <a:pt x="73" y="2326"/>
                  </a:lnTo>
                  <a:lnTo>
                    <a:pt x="1025" y="2121"/>
                  </a:lnTo>
                  <a:lnTo>
                    <a:pt x="1734" y="2790"/>
                  </a:lnTo>
                  <a:lnTo>
                    <a:pt x="1833" y="1820"/>
                  </a:lnTo>
                  <a:lnTo>
                    <a:pt x="2688" y="1354"/>
                  </a:lnTo>
                  <a:lnTo>
                    <a:pt x="1797" y="958"/>
                  </a:lnTo>
                  <a:lnTo>
                    <a:pt x="16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0"/>
            <p:cNvSpPr/>
            <p:nvPr/>
          </p:nvSpPr>
          <p:spPr>
            <a:xfrm>
              <a:off x="7417900" y="903900"/>
              <a:ext cx="67850" cy="69600"/>
            </a:xfrm>
            <a:custGeom>
              <a:rect b="b" l="l" r="r" t="t"/>
              <a:pathLst>
                <a:path extrusionOk="0" h="2784" w="2714">
                  <a:moveTo>
                    <a:pt x="1118" y="1"/>
                  </a:moveTo>
                  <a:lnTo>
                    <a:pt x="905" y="951"/>
                  </a:lnTo>
                  <a:lnTo>
                    <a:pt x="1" y="1315"/>
                  </a:lnTo>
                  <a:lnTo>
                    <a:pt x="839" y="1811"/>
                  </a:lnTo>
                  <a:lnTo>
                    <a:pt x="905" y="2783"/>
                  </a:lnTo>
                  <a:lnTo>
                    <a:pt x="1637" y="2140"/>
                  </a:lnTo>
                  <a:lnTo>
                    <a:pt x="2581" y="2378"/>
                  </a:lnTo>
                  <a:lnTo>
                    <a:pt x="2195" y="1482"/>
                  </a:lnTo>
                  <a:lnTo>
                    <a:pt x="2713" y="657"/>
                  </a:lnTo>
                  <a:lnTo>
                    <a:pt x="1743" y="749"/>
                  </a:lnTo>
                  <a:lnTo>
                    <a:pt x="11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0"/>
            <p:cNvSpPr/>
            <p:nvPr/>
          </p:nvSpPr>
          <p:spPr>
            <a:xfrm>
              <a:off x="7471700" y="1002675"/>
              <a:ext cx="69800" cy="66650"/>
            </a:xfrm>
            <a:custGeom>
              <a:rect b="b" l="l" r="r" t="t"/>
              <a:pathLst>
                <a:path extrusionOk="0" h="2666" w="2792">
                  <a:moveTo>
                    <a:pt x="1383" y="0"/>
                  </a:moveTo>
                  <a:lnTo>
                    <a:pt x="962" y="879"/>
                  </a:lnTo>
                  <a:lnTo>
                    <a:pt x="0" y="1032"/>
                  </a:lnTo>
                  <a:lnTo>
                    <a:pt x="707" y="1703"/>
                  </a:lnTo>
                  <a:lnTo>
                    <a:pt x="554" y="2665"/>
                  </a:lnTo>
                  <a:lnTo>
                    <a:pt x="1411" y="2200"/>
                  </a:lnTo>
                  <a:lnTo>
                    <a:pt x="2278" y="2642"/>
                  </a:lnTo>
                  <a:lnTo>
                    <a:pt x="2102" y="1684"/>
                  </a:lnTo>
                  <a:lnTo>
                    <a:pt x="2791" y="996"/>
                  </a:lnTo>
                  <a:lnTo>
                    <a:pt x="1824" y="868"/>
                  </a:lnTo>
                  <a:lnTo>
                    <a:pt x="13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0"/>
            <p:cNvSpPr/>
            <p:nvPr/>
          </p:nvSpPr>
          <p:spPr>
            <a:xfrm>
              <a:off x="7409300" y="1162500"/>
              <a:ext cx="195675" cy="176950"/>
            </a:xfrm>
            <a:custGeom>
              <a:rect b="b" l="l" r="r" t="t"/>
              <a:pathLst>
                <a:path extrusionOk="0" h="7078" w="7827">
                  <a:moveTo>
                    <a:pt x="4602" y="1"/>
                  </a:moveTo>
                  <a:cubicBezTo>
                    <a:pt x="4602" y="1"/>
                    <a:pt x="4202" y="221"/>
                    <a:pt x="4143" y="551"/>
                  </a:cubicBezTo>
                  <a:cubicBezTo>
                    <a:pt x="4082" y="879"/>
                    <a:pt x="3917" y="2224"/>
                    <a:pt x="3917" y="2224"/>
                  </a:cubicBezTo>
                  <a:lnTo>
                    <a:pt x="3194" y="2673"/>
                  </a:lnTo>
                  <a:cubicBezTo>
                    <a:pt x="3174" y="2597"/>
                    <a:pt x="3112" y="2535"/>
                    <a:pt x="3030" y="2525"/>
                  </a:cubicBezTo>
                  <a:lnTo>
                    <a:pt x="2763" y="2490"/>
                  </a:lnTo>
                  <a:cubicBezTo>
                    <a:pt x="2755" y="2489"/>
                    <a:pt x="2747" y="2488"/>
                    <a:pt x="2739" y="2488"/>
                  </a:cubicBezTo>
                  <a:cubicBezTo>
                    <a:pt x="2642" y="2488"/>
                    <a:pt x="2556" y="2560"/>
                    <a:pt x="2544" y="2659"/>
                  </a:cubicBezTo>
                  <a:lnTo>
                    <a:pt x="2489" y="3067"/>
                  </a:lnTo>
                  <a:cubicBezTo>
                    <a:pt x="2488" y="3082"/>
                    <a:pt x="2490" y="3095"/>
                    <a:pt x="2492" y="3108"/>
                  </a:cubicBezTo>
                  <a:lnTo>
                    <a:pt x="991" y="4039"/>
                  </a:lnTo>
                  <a:cubicBezTo>
                    <a:pt x="991" y="4039"/>
                    <a:pt x="0" y="4621"/>
                    <a:pt x="224" y="5037"/>
                  </a:cubicBezTo>
                  <a:lnTo>
                    <a:pt x="3713" y="3964"/>
                  </a:lnTo>
                  <a:lnTo>
                    <a:pt x="3465" y="6108"/>
                  </a:lnTo>
                  <a:lnTo>
                    <a:pt x="2832" y="6501"/>
                  </a:lnTo>
                  <a:cubicBezTo>
                    <a:pt x="2832" y="6501"/>
                    <a:pt x="2541" y="6672"/>
                    <a:pt x="2607" y="6795"/>
                  </a:cubicBezTo>
                  <a:lnTo>
                    <a:pt x="3452" y="6536"/>
                  </a:lnTo>
                  <a:cubicBezTo>
                    <a:pt x="3455" y="6672"/>
                    <a:pt x="3555" y="6792"/>
                    <a:pt x="3695" y="6812"/>
                  </a:cubicBezTo>
                  <a:cubicBezTo>
                    <a:pt x="3707" y="6813"/>
                    <a:pt x="3719" y="6814"/>
                    <a:pt x="3731" y="6814"/>
                  </a:cubicBezTo>
                  <a:cubicBezTo>
                    <a:pt x="3857" y="6814"/>
                    <a:pt x="3966" y="6728"/>
                    <a:pt x="4001" y="6608"/>
                  </a:cubicBezTo>
                  <a:lnTo>
                    <a:pt x="4753" y="7078"/>
                  </a:lnTo>
                  <a:cubicBezTo>
                    <a:pt x="4848" y="6976"/>
                    <a:pt x="4610" y="6735"/>
                    <a:pt x="4610" y="6735"/>
                  </a:cubicBezTo>
                  <a:lnTo>
                    <a:pt x="4083" y="6176"/>
                  </a:lnTo>
                  <a:lnTo>
                    <a:pt x="4409" y="4061"/>
                  </a:lnTo>
                  <a:lnTo>
                    <a:pt x="4409" y="4061"/>
                  </a:lnTo>
                  <a:cubicBezTo>
                    <a:pt x="4410" y="4061"/>
                    <a:pt x="4412" y="4061"/>
                    <a:pt x="4415" y="4062"/>
                  </a:cubicBezTo>
                  <a:lnTo>
                    <a:pt x="7502" y="5993"/>
                  </a:lnTo>
                  <a:cubicBezTo>
                    <a:pt x="7826" y="5648"/>
                    <a:pt x="7020" y="4831"/>
                    <a:pt x="7020" y="4831"/>
                  </a:cubicBezTo>
                  <a:lnTo>
                    <a:pt x="5861" y="3598"/>
                  </a:lnTo>
                  <a:cubicBezTo>
                    <a:pt x="5877" y="3574"/>
                    <a:pt x="5889" y="3546"/>
                    <a:pt x="5894" y="3515"/>
                  </a:cubicBezTo>
                  <a:lnTo>
                    <a:pt x="5948" y="3107"/>
                  </a:lnTo>
                  <a:cubicBezTo>
                    <a:pt x="5963" y="2999"/>
                    <a:pt x="5886" y="2900"/>
                    <a:pt x="5779" y="2886"/>
                  </a:cubicBezTo>
                  <a:lnTo>
                    <a:pt x="5514" y="2852"/>
                  </a:lnTo>
                  <a:cubicBezTo>
                    <a:pt x="5505" y="2850"/>
                    <a:pt x="5496" y="2850"/>
                    <a:pt x="5488" y="2850"/>
                  </a:cubicBezTo>
                  <a:cubicBezTo>
                    <a:pt x="5446" y="2850"/>
                    <a:pt x="5406" y="2864"/>
                    <a:pt x="5375" y="2887"/>
                  </a:cubicBezTo>
                  <a:lnTo>
                    <a:pt x="5371" y="2887"/>
                  </a:lnTo>
                  <a:lnTo>
                    <a:pt x="5371" y="2890"/>
                  </a:lnTo>
                  <a:cubicBezTo>
                    <a:pt x="5336" y="2916"/>
                    <a:pt x="5313" y="2956"/>
                    <a:pt x="5301" y="2999"/>
                  </a:cubicBezTo>
                  <a:lnTo>
                    <a:pt x="4712" y="2374"/>
                  </a:lnTo>
                  <a:lnTo>
                    <a:pt x="4674" y="2327"/>
                  </a:lnTo>
                  <a:cubicBezTo>
                    <a:pt x="4674" y="2327"/>
                    <a:pt x="4871" y="986"/>
                    <a:pt x="4900" y="652"/>
                  </a:cubicBezTo>
                  <a:cubicBezTo>
                    <a:pt x="4928" y="319"/>
                    <a:pt x="4602" y="1"/>
                    <a:pt x="46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0"/>
            <p:cNvSpPr/>
            <p:nvPr/>
          </p:nvSpPr>
          <p:spPr>
            <a:xfrm>
              <a:off x="6549800" y="1050300"/>
              <a:ext cx="195700" cy="176950"/>
            </a:xfrm>
            <a:custGeom>
              <a:rect b="b" l="l" r="r" t="t"/>
              <a:pathLst>
                <a:path extrusionOk="0" h="7078" w="7828">
                  <a:moveTo>
                    <a:pt x="4604" y="1"/>
                  </a:moveTo>
                  <a:cubicBezTo>
                    <a:pt x="4604" y="1"/>
                    <a:pt x="4203" y="221"/>
                    <a:pt x="4143" y="551"/>
                  </a:cubicBezTo>
                  <a:cubicBezTo>
                    <a:pt x="4083" y="879"/>
                    <a:pt x="3918" y="2224"/>
                    <a:pt x="3918" y="2224"/>
                  </a:cubicBezTo>
                  <a:lnTo>
                    <a:pt x="3193" y="2673"/>
                  </a:lnTo>
                  <a:cubicBezTo>
                    <a:pt x="3175" y="2597"/>
                    <a:pt x="3113" y="2535"/>
                    <a:pt x="3030" y="2524"/>
                  </a:cubicBezTo>
                  <a:lnTo>
                    <a:pt x="2764" y="2489"/>
                  </a:lnTo>
                  <a:cubicBezTo>
                    <a:pt x="2756" y="2488"/>
                    <a:pt x="2748" y="2488"/>
                    <a:pt x="2739" y="2488"/>
                  </a:cubicBezTo>
                  <a:cubicBezTo>
                    <a:pt x="2642" y="2488"/>
                    <a:pt x="2557" y="2560"/>
                    <a:pt x="2543" y="2659"/>
                  </a:cubicBezTo>
                  <a:lnTo>
                    <a:pt x="2490" y="3067"/>
                  </a:lnTo>
                  <a:cubicBezTo>
                    <a:pt x="2489" y="3082"/>
                    <a:pt x="2491" y="3095"/>
                    <a:pt x="2492" y="3107"/>
                  </a:cubicBezTo>
                  <a:lnTo>
                    <a:pt x="991" y="4039"/>
                  </a:lnTo>
                  <a:cubicBezTo>
                    <a:pt x="991" y="4039"/>
                    <a:pt x="0" y="4621"/>
                    <a:pt x="225" y="5037"/>
                  </a:cubicBezTo>
                  <a:lnTo>
                    <a:pt x="3713" y="3964"/>
                  </a:lnTo>
                  <a:lnTo>
                    <a:pt x="3466" y="6108"/>
                  </a:lnTo>
                  <a:lnTo>
                    <a:pt x="2832" y="6501"/>
                  </a:lnTo>
                  <a:cubicBezTo>
                    <a:pt x="2832" y="6501"/>
                    <a:pt x="2541" y="6672"/>
                    <a:pt x="2607" y="6795"/>
                  </a:cubicBezTo>
                  <a:lnTo>
                    <a:pt x="3451" y="6536"/>
                  </a:lnTo>
                  <a:cubicBezTo>
                    <a:pt x="3455" y="6672"/>
                    <a:pt x="3555" y="6794"/>
                    <a:pt x="3696" y="6811"/>
                  </a:cubicBezTo>
                  <a:cubicBezTo>
                    <a:pt x="3708" y="6813"/>
                    <a:pt x="3720" y="6814"/>
                    <a:pt x="3732" y="6814"/>
                  </a:cubicBezTo>
                  <a:cubicBezTo>
                    <a:pt x="3858" y="6814"/>
                    <a:pt x="3965" y="6728"/>
                    <a:pt x="4001" y="6608"/>
                  </a:cubicBezTo>
                  <a:lnTo>
                    <a:pt x="4751" y="7078"/>
                  </a:lnTo>
                  <a:cubicBezTo>
                    <a:pt x="4847" y="6975"/>
                    <a:pt x="4610" y="6735"/>
                    <a:pt x="4610" y="6735"/>
                  </a:cubicBezTo>
                  <a:lnTo>
                    <a:pt x="4083" y="6176"/>
                  </a:lnTo>
                  <a:lnTo>
                    <a:pt x="4409" y="4061"/>
                  </a:lnTo>
                  <a:cubicBezTo>
                    <a:pt x="4409" y="4061"/>
                    <a:pt x="4412" y="4061"/>
                    <a:pt x="4415" y="4062"/>
                  </a:cubicBezTo>
                  <a:lnTo>
                    <a:pt x="7503" y="5993"/>
                  </a:lnTo>
                  <a:cubicBezTo>
                    <a:pt x="7827" y="5648"/>
                    <a:pt x="7020" y="4830"/>
                    <a:pt x="7020" y="4830"/>
                  </a:cubicBezTo>
                  <a:lnTo>
                    <a:pt x="5862" y="3598"/>
                  </a:lnTo>
                  <a:cubicBezTo>
                    <a:pt x="5878" y="3574"/>
                    <a:pt x="5889" y="3546"/>
                    <a:pt x="5895" y="3515"/>
                  </a:cubicBezTo>
                  <a:lnTo>
                    <a:pt x="5948" y="3106"/>
                  </a:lnTo>
                  <a:cubicBezTo>
                    <a:pt x="5963" y="2999"/>
                    <a:pt x="5886" y="2900"/>
                    <a:pt x="5780" y="2886"/>
                  </a:cubicBezTo>
                  <a:lnTo>
                    <a:pt x="5514" y="2852"/>
                  </a:lnTo>
                  <a:cubicBezTo>
                    <a:pt x="5505" y="2850"/>
                    <a:pt x="5496" y="2850"/>
                    <a:pt x="5487" y="2850"/>
                  </a:cubicBezTo>
                  <a:cubicBezTo>
                    <a:pt x="5446" y="2850"/>
                    <a:pt x="5407" y="2864"/>
                    <a:pt x="5375" y="2887"/>
                  </a:cubicBezTo>
                  <a:lnTo>
                    <a:pt x="5370" y="2887"/>
                  </a:lnTo>
                  <a:lnTo>
                    <a:pt x="5370" y="2890"/>
                  </a:lnTo>
                  <a:cubicBezTo>
                    <a:pt x="5336" y="2916"/>
                    <a:pt x="5313" y="2956"/>
                    <a:pt x="5302" y="2999"/>
                  </a:cubicBezTo>
                  <a:lnTo>
                    <a:pt x="4714" y="2374"/>
                  </a:lnTo>
                  <a:lnTo>
                    <a:pt x="4676" y="2326"/>
                  </a:lnTo>
                  <a:cubicBezTo>
                    <a:pt x="4676" y="2326"/>
                    <a:pt x="4873" y="986"/>
                    <a:pt x="4901" y="652"/>
                  </a:cubicBezTo>
                  <a:cubicBezTo>
                    <a:pt x="4930" y="319"/>
                    <a:pt x="4604" y="1"/>
                    <a:pt x="4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0"/>
            <p:cNvSpPr/>
            <p:nvPr/>
          </p:nvSpPr>
          <p:spPr>
            <a:xfrm>
              <a:off x="6856325" y="987225"/>
              <a:ext cx="430925" cy="389500"/>
            </a:xfrm>
            <a:custGeom>
              <a:rect b="b" l="l" r="r" t="t"/>
              <a:pathLst>
                <a:path extrusionOk="0" h="15580" w="17237">
                  <a:moveTo>
                    <a:pt x="10130" y="0"/>
                  </a:moveTo>
                  <a:cubicBezTo>
                    <a:pt x="10130" y="0"/>
                    <a:pt x="9250" y="484"/>
                    <a:pt x="9118" y="1208"/>
                  </a:cubicBezTo>
                  <a:cubicBezTo>
                    <a:pt x="8984" y="1934"/>
                    <a:pt x="8620" y="4893"/>
                    <a:pt x="8620" y="4893"/>
                  </a:cubicBezTo>
                  <a:lnTo>
                    <a:pt x="7026" y="5882"/>
                  </a:lnTo>
                  <a:cubicBezTo>
                    <a:pt x="6984" y="5715"/>
                    <a:pt x="6845" y="5579"/>
                    <a:pt x="6665" y="5556"/>
                  </a:cubicBezTo>
                  <a:lnTo>
                    <a:pt x="6081" y="5480"/>
                  </a:lnTo>
                  <a:cubicBezTo>
                    <a:pt x="6062" y="5477"/>
                    <a:pt x="6043" y="5476"/>
                    <a:pt x="6025" y="5476"/>
                  </a:cubicBezTo>
                  <a:cubicBezTo>
                    <a:pt x="5811" y="5476"/>
                    <a:pt x="5624" y="5636"/>
                    <a:pt x="5596" y="5852"/>
                  </a:cubicBezTo>
                  <a:lnTo>
                    <a:pt x="5478" y="6753"/>
                  </a:lnTo>
                  <a:cubicBezTo>
                    <a:pt x="5474" y="6784"/>
                    <a:pt x="5482" y="6812"/>
                    <a:pt x="5484" y="6841"/>
                  </a:cubicBezTo>
                  <a:lnTo>
                    <a:pt x="2181" y="8891"/>
                  </a:lnTo>
                  <a:cubicBezTo>
                    <a:pt x="2181" y="8891"/>
                    <a:pt x="1" y="10172"/>
                    <a:pt x="494" y="11088"/>
                  </a:cubicBezTo>
                  <a:lnTo>
                    <a:pt x="8174" y="8730"/>
                  </a:lnTo>
                  <a:lnTo>
                    <a:pt x="7628" y="13448"/>
                  </a:lnTo>
                  <a:lnTo>
                    <a:pt x="6234" y="14313"/>
                  </a:lnTo>
                  <a:cubicBezTo>
                    <a:pt x="6234" y="14313"/>
                    <a:pt x="5592" y="14689"/>
                    <a:pt x="5737" y="14961"/>
                  </a:cubicBezTo>
                  <a:lnTo>
                    <a:pt x="7596" y="14389"/>
                  </a:lnTo>
                  <a:cubicBezTo>
                    <a:pt x="7607" y="14691"/>
                    <a:pt x="7823" y="14955"/>
                    <a:pt x="8131" y="14997"/>
                  </a:cubicBezTo>
                  <a:cubicBezTo>
                    <a:pt x="8157" y="15000"/>
                    <a:pt x="8184" y="15002"/>
                    <a:pt x="8210" y="15002"/>
                  </a:cubicBezTo>
                  <a:cubicBezTo>
                    <a:pt x="8487" y="15002"/>
                    <a:pt x="8726" y="14812"/>
                    <a:pt x="8806" y="14547"/>
                  </a:cubicBezTo>
                  <a:lnTo>
                    <a:pt x="10457" y="15580"/>
                  </a:lnTo>
                  <a:cubicBezTo>
                    <a:pt x="10668" y="15357"/>
                    <a:pt x="10145" y="14826"/>
                    <a:pt x="10145" y="14826"/>
                  </a:cubicBezTo>
                  <a:lnTo>
                    <a:pt x="8984" y="13594"/>
                  </a:lnTo>
                  <a:lnTo>
                    <a:pt x="9702" y="8937"/>
                  </a:lnTo>
                  <a:cubicBezTo>
                    <a:pt x="9711" y="8937"/>
                    <a:pt x="9718" y="8939"/>
                    <a:pt x="9725" y="8940"/>
                  </a:cubicBezTo>
                  <a:lnTo>
                    <a:pt x="16523" y="13191"/>
                  </a:lnTo>
                  <a:cubicBezTo>
                    <a:pt x="17236" y="12432"/>
                    <a:pt x="15460" y="10632"/>
                    <a:pt x="15460" y="10632"/>
                  </a:cubicBezTo>
                  <a:lnTo>
                    <a:pt x="12907" y="7918"/>
                  </a:lnTo>
                  <a:cubicBezTo>
                    <a:pt x="12943" y="7864"/>
                    <a:pt x="12970" y="7804"/>
                    <a:pt x="12979" y="7737"/>
                  </a:cubicBezTo>
                  <a:lnTo>
                    <a:pt x="13097" y="6837"/>
                  </a:lnTo>
                  <a:cubicBezTo>
                    <a:pt x="13128" y="6600"/>
                    <a:pt x="12959" y="6383"/>
                    <a:pt x="12724" y="6352"/>
                  </a:cubicBezTo>
                  <a:lnTo>
                    <a:pt x="12139" y="6275"/>
                  </a:lnTo>
                  <a:cubicBezTo>
                    <a:pt x="12122" y="6273"/>
                    <a:pt x="12105" y="6272"/>
                    <a:pt x="12088" y="6272"/>
                  </a:cubicBezTo>
                  <a:cubicBezTo>
                    <a:pt x="11993" y="6272"/>
                    <a:pt x="11904" y="6303"/>
                    <a:pt x="11831" y="6356"/>
                  </a:cubicBezTo>
                  <a:lnTo>
                    <a:pt x="11822" y="6355"/>
                  </a:lnTo>
                  <a:lnTo>
                    <a:pt x="11821" y="6361"/>
                  </a:lnTo>
                  <a:cubicBezTo>
                    <a:pt x="11745" y="6419"/>
                    <a:pt x="11693" y="6505"/>
                    <a:pt x="11670" y="6603"/>
                  </a:cubicBezTo>
                  <a:lnTo>
                    <a:pt x="10374" y="5225"/>
                  </a:lnTo>
                  <a:lnTo>
                    <a:pt x="10289" y="5120"/>
                  </a:lnTo>
                  <a:cubicBezTo>
                    <a:pt x="10289" y="5120"/>
                    <a:pt x="10723" y="2169"/>
                    <a:pt x="10787" y="1434"/>
                  </a:cubicBezTo>
                  <a:cubicBezTo>
                    <a:pt x="10849" y="699"/>
                    <a:pt x="10130" y="0"/>
                    <a:pt x="101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0"/>
            <p:cNvSpPr/>
            <p:nvPr/>
          </p:nvSpPr>
          <p:spPr>
            <a:xfrm>
              <a:off x="6773225" y="912700"/>
              <a:ext cx="614750" cy="578525"/>
            </a:xfrm>
            <a:custGeom>
              <a:rect b="b" l="l" r="r" t="t"/>
              <a:pathLst>
                <a:path extrusionOk="0" h="23141" w="24590">
                  <a:moveTo>
                    <a:pt x="12272" y="521"/>
                  </a:moveTo>
                  <a:cubicBezTo>
                    <a:pt x="12754" y="521"/>
                    <a:pt x="13239" y="553"/>
                    <a:pt x="13725" y="615"/>
                  </a:cubicBezTo>
                  <a:cubicBezTo>
                    <a:pt x="19765" y="1404"/>
                    <a:pt x="24037" y="6959"/>
                    <a:pt x="23250" y="13000"/>
                  </a:cubicBezTo>
                  <a:cubicBezTo>
                    <a:pt x="22868" y="15926"/>
                    <a:pt x="21369" y="18527"/>
                    <a:pt x="19030" y="20326"/>
                  </a:cubicBezTo>
                  <a:cubicBezTo>
                    <a:pt x="17078" y="21827"/>
                    <a:pt x="14736" y="22619"/>
                    <a:pt x="12318" y="22619"/>
                  </a:cubicBezTo>
                  <a:cubicBezTo>
                    <a:pt x="11836" y="22619"/>
                    <a:pt x="11350" y="22587"/>
                    <a:pt x="10865" y="22524"/>
                  </a:cubicBezTo>
                  <a:cubicBezTo>
                    <a:pt x="4825" y="21735"/>
                    <a:pt x="552" y="16181"/>
                    <a:pt x="1340" y="10141"/>
                  </a:cubicBezTo>
                  <a:cubicBezTo>
                    <a:pt x="1722" y="7213"/>
                    <a:pt x="3220" y="4612"/>
                    <a:pt x="5560" y="2813"/>
                  </a:cubicBezTo>
                  <a:cubicBezTo>
                    <a:pt x="7510" y="1314"/>
                    <a:pt x="9850" y="521"/>
                    <a:pt x="12272" y="521"/>
                  </a:cubicBezTo>
                  <a:close/>
                  <a:moveTo>
                    <a:pt x="12272" y="0"/>
                  </a:moveTo>
                  <a:cubicBezTo>
                    <a:pt x="9737" y="0"/>
                    <a:pt x="7286" y="829"/>
                    <a:pt x="5243" y="2400"/>
                  </a:cubicBezTo>
                  <a:cubicBezTo>
                    <a:pt x="2793" y="4285"/>
                    <a:pt x="1224" y="7009"/>
                    <a:pt x="824" y="10073"/>
                  </a:cubicBezTo>
                  <a:cubicBezTo>
                    <a:pt x="0" y="16398"/>
                    <a:pt x="4473" y="22215"/>
                    <a:pt x="10798" y="23041"/>
                  </a:cubicBezTo>
                  <a:cubicBezTo>
                    <a:pt x="11307" y="23108"/>
                    <a:pt x="11815" y="23141"/>
                    <a:pt x="12319" y="23141"/>
                  </a:cubicBezTo>
                  <a:cubicBezTo>
                    <a:pt x="14853" y="23141"/>
                    <a:pt x="17304" y="22311"/>
                    <a:pt x="19347" y="20740"/>
                  </a:cubicBezTo>
                  <a:cubicBezTo>
                    <a:pt x="21796" y="18856"/>
                    <a:pt x="23365" y="16132"/>
                    <a:pt x="23766" y="13068"/>
                  </a:cubicBezTo>
                  <a:cubicBezTo>
                    <a:pt x="24589" y="6743"/>
                    <a:pt x="20116" y="925"/>
                    <a:pt x="13792" y="99"/>
                  </a:cubicBezTo>
                  <a:cubicBezTo>
                    <a:pt x="13283" y="33"/>
                    <a:pt x="12776" y="0"/>
                    <a:pt x="12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2" name="Google Shape;3172;p50"/>
          <p:cNvSpPr/>
          <p:nvPr/>
        </p:nvSpPr>
        <p:spPr>
          <a:xfrm rot="-743973">
            <a:off x="-4502813" y="-689470"/>
            <a:ext cx="9472900" cy="2886154"/>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3173" name="Google Shape;3173;p50"/>
          <p:cNvSpPr/>
          <p:nvPr/>
        </p:nvSpPr>
        <p:spPr>
          <a:xfrm flipH="1">
            <a:off x="-492734" y="3385800"/>
            <a:ext cx="8324959" cy="2306213"/>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7" name="Shape 3177"/>
        <p:cNvGrpSpPr/>
        <p:nvPr/>
      </p:nvGrpSpPr>
      <p:grpSpPr>
        <a:xfrm>
          <a:off x="0" y="0"/>
          <a:ext cx="0" cy="0"/>
          <a:chOff x="0" y="0"/>
          <a:chExt cx="0" cy="0"/>
        </a:xfrm>
      </p:grpSpPr>
      <p:sp>
        <p:nvSpPr>
          <p:cNvPr id="3178" name="Google Shape;3178;p51"/>
          <p:cNvSpPr/>
          <p:nvPr/>
        </p:nvSpPr>
        <p:spPr>
          <a:xfrm rot="-719040">
            <a:off x="1772392" y="634664"/>
            <a:ext cx="2439916" cy="1591605"/>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79" name="Google Shape;3179;p51"/>
          <p:cNvCxnSpPr/>
          <p:nvPr/>
        </p:nvCxnSpPr>
        <p:spPr>
          <a:xfrm rot="-5400000">
            <a:off x="-1948650" y="-278412"/>
            <a:ext cx="5455800" cy="2774700"/>
          </a:xfrm>
          <a:prstGeom prst="curvedConnector3">
            <a:avLst>
              <a:gd fmla="val 50000" name="adj1"/>
            </a:avLst>
          </a:prstGeom>
          <a:noFill/>
          <a:ln cap="flat" cmpd="sng" w="19050">
            <a:solidFill>
              <a:schemeClr val="lt1"/>
            </a:solidFill>
            <a:prstDash val="dash"/>
            <a:round/>
            <a:headEnd len="med" w="med" type="none"/>
            <a:tailEnd len="med" w="med" type="none"/>
          </a:ln>
        </p:spPr>
      </p:cxnSp>
      <p:sp>
        <p:nvSpPr>
          <p:cNvPr id="3180" name="Google Shape;3180;p51"/>
          <p:cNvSpPr txBox="1"/>
          <p:nvPr>
            <p:ph type="title"/>
          </p:nvPr>
        </p:nvSpPr>
        <p:spPr>
          <a:xfrm>
            <a:off x="720000" y="1982638"/>
            <a:ext cx="45447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Willkommen!</a:t>
            </a:r>
            <a:endParaRPr/>
          </a:p>
        </p:txBody>
      </p:sp>
      <p:sp>
        <p:nvSpPr>
          <p:cNvPr id="3181" name="Google Shape;3181;p51"/>
          <p:cNvSpPr txBox="1"/>
          <p:nvPr>
            <p:ph idx="2" type="title"/>
          </p:nvPr>
        </p:nvSpPr>
        <p:spPr>
          <a:xfrm>
            <a:off x="2217300" y="692400"/>
            <a:ext cx="1550100" cy="11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182" name="Google Shape;3182;p51"/>
          <p:cNvSpPr txBox="1"/>
          <p:nvPr>
            <p:ph idx="1" type="subTitle"/>
          </p:nvPr>
        </p:nvSpPr>
        <p:spPr>
          <a:xfrm rot="385">
            <a:off x="1651350" y="2977000"/>
            <a:ext cx="2682000" cy="57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Gib hier einen Untertitel ein, wenn du es brauchst</a:t>
            </a:r>
            <a:endParaRPr/>
          </a:p>
        </p:txBody>
      </p:sp>
      <p:grpSp>
        <p:nvGrpSpPr>
          <p:cNvPr id="3183" name="Google Shape;3183;p51"/>
          <p:cNvGrpSpPr/>
          <p:nvPr/>
        </p:nvGrpSpPr>
        <p:grpSpPr>
          <a:xfrm>
            <a:off x="5540784" y="537131"/>
            <a:ext cx="2169783" cy="1481853"/>
            <a:chOff x="-512179" y="-394944"/>
            <a:chExt cx="2169783" cy="1481853"/>
          </a:xfrm>
        </p:grpSpPr>
        <p:grpSp>
          <p:nvGrpSpPr>
            <p:cNvPr id="3184" name="Google Shape;3184;p51"/>
            <p:cNvGrpSpPr/>
            <p:nvPr/>
          </p:nvGrpSpPr>
          <p:grpSpPr>
            <a:xfrm>
              <a:off x="-512179" y="-394944"/>
              <a:ext cx="1878017" cy="1225153"/>
              <a:chOff x="1705450" y="1644825"/>
              <a:chExt cx="1313850" cy="857050"/>
            </a:xfrm>
          </p:grpSpPr>
          <p:sp>
            <p:nvSpPr>
              <p:cNvPr id="3185" name="Google Shape;3185;p51"/>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1"/>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1"/>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1"/>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1"/>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1"/>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1"/>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1"/>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1"/>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1"/>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1"/>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1"/>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1"/>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1"/>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1"/>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1"/>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1"/>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1"/>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1"/>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1"/>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1"/>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1"/>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1"/>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1"/>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1"/>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1"/>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1"/>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1"/>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1"/>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1"/>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1"/>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1"/>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1"/>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1"/>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1"/>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1"/>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1"/>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1"/>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1"/>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1"/>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1"/>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1"/>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1"/>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1"/>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1"/>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1"/>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1"/>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1"/>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1"/>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1"/>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5" name="Google Shape;3235;p51"/>
            <p:cNvGrpSpPr/>
            <p:nvPr/>
          </p:nvGrpSpPr>
          <p:grpSpPr>
            <a:xfrm>
              <a:off x="380139" y="539997"/>
              <a:ext cx="1277466" cy="546912"/>
              <a:chOff x="2011750" y="3107325"/>
              <a:chExt cx="1510900" cy="646850"/>
            </a:xfrm>
          </p:grpSpPr>
          <p:sp>
            <p:nvSpPr>
              <p:cNvPr id="3236" name="Google Shape;3236;p51"/>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1"/>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1"/>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1"/>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1"/>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1"/>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3242" name="Google Shape;3242;p51"/>
          <p:cNvCxnSpPr/>
          <p:nvPr/>
        </p:nvCxnSpPr>
        <p:spPr>
          <a:xfrm rot="-5400000">
            <a:off x="5577525" y="1882800"/>
            <a:ext cx="3972300" cy="3562500"/>
          </a:xfrm>
          <a:prstGeom prst="curvedConnector3">
            <a:avLst>
              <a:gd fmla="val 50000" name="adj1"/>
            </a:avLst>
          </a:prstGeom>
          <a:noFill/>
          <a:ln cap="flat" cmpd="sng" w="19050">
            <a:solidFill>
              <a:schemeClr val="lt1"/>
            </a:solidFill>
            <a:prstDash val="dash"/>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6" name="Shape 3246"/>
        <p:cNvGrpSpPr/>
        <p:nvPr/>
      </p:nvGrpSpPr>
      <p:grpSpPr>
        <a:xfrm>
          <a:off x="0" y="0"/>
          <a:ext cx="0" cy="0"/>
          <a:chOff x="0" y="0"/>
          <a:chExt cx="0" cy="0"/>
        </a:xfrm>
      </p:grpSpPr>
      <p:sp>
        <p:nvSpPr>
          <p:cNvPr id="3247" name="Google Shape;3247;p52"/>
          <p:cNvSpPr/>
          <p:nvPr/>
        </p:nvSpPr>
        <p:spPr>
          <a:xfrm rot="5400000">
            <a:off x="-520000" y="1424078"/>
            <a:ext cx="6067566" cy="2355634"/>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3248" name="Google Shape;3248;p52"/>
          <p:cNvSpPr/>
          <p:nvPr/>
        </p:nvSpPr>
        <p:spPr>
          <a:xfrm>
            <a:off x="1609500" y="1237050"/>
            <a:ext cx="2722800" cy="27228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2"/>
          <p:cNvSpPr/>
          <p:nvPr/>
        </p:nvSpPr>
        <p:spPr>
          <a:xfrm>
            <a:off x="3939500" y="1806000"/>
            <a:ext cx="3044400" cy="759000"/>
          </a:xfrm>
          <a:prstGeom prst="roundRect">
            <a:avLst>
              <a:gd fmla="val 0" name="adj"/>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2"/>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Willkommen</a:t>
            </a:r>
            <a:endParaRPr/>
          </a:p>
        </p:txBody>
      </p:sp>
      <p:sp>
        <p:nvSpPr>
          <p:cNvPr id="3251" name="Google Shape;3251;p52"/>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Willkommen</a:t>
            </a:r>
            <a:endParaRPr/>
          </a:p>
        </p:txBody>
      </p:sp>
      <p:grpSp>
        <p:nvGrpSpPr>
          <p:cNvPr id="3252" name="Google Shape;3252;p52"/>
          <p:cNvGrpSpPr/>
          <p:nvPr/>
        </p:nvGrpSpPr>
        <p:grpSpPr>
          <a:xfrm>
            <a:off x="-446427" y="-511663"/>
            <a:ext cx="2384328" cy="3890741"/>
            <a:chOff x="-446427" y="-511663"/>
            <a:chExt cx="2384328" cy="3890741"/>
          </a:xfrm>
        </p:grpSpPr>
        <p:grpSp>
          <p:nvGrpSpPr>
            <p:cNvPr id="3253" name="Google Shape;3253;p52"/>
            <p:cNvGrpSpPr/>
            <p:nvPr/>
          </p:nvGrpSpPr>
          <p:grpSpPr>
            <a:xfrm>
              <a:off x="-446427" y="-511663"/>
              <a:ext cx="2384328" cy="3890741"/>
              <a:chOff x="2983625" y="1907750"/>
              <a:chExt cx="571425" cy="932450"/>
            </a:xfrm>
          </p:grpSpPr>
          <p:sp>
            <p:nvSpPr>
              <p:cNvPr id="3254" name="Google Shape;3254;p52"/>
              <p:cNvSpPr/>
              <p:nvPr/>
            </p:nvSpPr>
            <p:spPr>
              <a:xfrm>
                <a:off x="2983625" y="1907750"/>
                <a:ext cx="571425" cy="932450"/>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2"/>
              <p:cNvSpPr/>
              <p:nvPr/>
            </p:nvSpPr>
            <p:spPr>
              <a:xfrm>
                <a:off x="3218150" y="2758150"/>
                <a:ext cx="49375" cy="28550"/>
              </a:xfrm>
              <a:custGeom>
                <a:rect b="b" l="l" r="r" t="t"/>
                <a:pathLst>
                  <a:path extrusionOk="0" h="1142" w="1975">
                    <a:moveTo>
                      <a:pt x="925" y="118"/>
                    </a:moveTo>
                    <a:cubicBezTo>
                      <a:pt x="729" y="0"/>
                      <a:pt x="465" y="12"/>
                      <a:pt x="280" y="146"/>
                    </a:cubicBezTo>
                    <a:cubicBezTo>
                      <a:pt x="96" y="280"/>
                      <a:pt x="1" y="530"/>
                      <a:pt x="48" y="753"/>
                    </a:cubicBezTo>
                    <a:cubicBezTo>
                      <a:pt x="535" y="1141"/>
                      <a:pt x="1302" y="1108"/>
                      <a:pt x="1755" y="680"/>
                    </a:cubicBezTo>
                    <a:cubicBezTo>
                      <a:pt x="1873" y="568"/>
                      <a:pt x="1974" y="407"/>
                      <a:pt x="1930" y="249"/>
                    </a:cubicBezTo>
                    <a:cubicBezTo>
                      <a:pt x="1878" y="74"/>
                      <a:pt x="1670" y="0"/>
                      <a:pt x="1489" y="0"/>
                    </a:cubicBezTo>
                    <a:cubicBezTo>
                      <a:pt x="1309" y="1"/>
                      <a:pt x="1126" y="51"/>
                      <a:pt x="950" y="1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6" name="Google Shape;3256;p52"/>
            <p:cNvSpPr/>
            <p:nvPr/>
          </p:nvSpPr>
          <p:spPr>
            <a:xfrm>
              <a:off x="1637540" y="1347845"/>
              <a:ext cx="219240" cy="233414"/>
            </a:xfrm>
            <a:custGeom>
              <a:rect b="b" l="l" r="r" t="t"/>
              <a:pathLst>
                <a:path extrusionOk="0" h="1433" w="1346">
                  <a:moveTo>
                    <a:pt x="1331" y="345"/>
                  </a:moveTo>
                  <a:cubicBezTo>
                    <a:pt x="1275" y="789"/>
                    <a:pt x="1045" y="1259"/>
                    <a:pt x="627" y="1399"/>
                  </a:cubicBezTo>
                  <a:cubicBezTo>
                    <a:pt x="571" y="1421"/>
                    <a:pt x="509" y="1433"/>
                    <a:pt x="452" y="1429"/>
                  </a:cubicBezTo>
                  <a:cubicBezTo>
                    <a:pt x="294" y="1417"/>
                    <a:pt x="173" y="1292"/>
                    <a:pt x="63" y="1177"/>
                  </a:cubicBezTo>
                  <a:cubicBezTo>
                    <a:pt x="49" y="1155"/>
                    <a:pt x="30" y="1136"/>
                    <a:pt x="19" y="1110"/>
                  </a:cubicBezTo>
                  <a:cubicBezTo>
                    <a:pt x="1" y="1058"/>
                    <a:pt x="31" y="1000"/>
                    <a:pt x="63" y="955"/>
                  </a:cubicBezTo>
                  <a:cubicBezTo>
                    <a:pt x="188" y="767"/>
                    <a:pt x="349" y="608"/>
                    <a:pt x="536" y="486"/>
                  </a:cubicBezTo>
                  <a:cubicBezTo>
                    <a:pt x="584" y="457"/>
                    <a:pt x="645" y="427"/>
                    <a:pt x="701" y="427"/>
                  </a:cubicBezTo>
                  <a:lnTo>
                    <a:pt x="705" y="427"/>
                  </a:lnTo>
                  <a:cubicBezTo>
                    <a:pt x="797" y="383"/>
                    <a:pt x="862" y="278"/>
                    <a:pt x="932" y="194"/>
                  </a:cubicBezTo>
                  <a:cubicBezTo>
                    <a:pt x="1016" y="91"/>
                    <a:pt x="1177" y="1"/>
                    <a:pt x="1277" y="91"/>
                  </a:cubicBezTo>
                  <a:cubicBezTo>
                    <a:pt x="1345" y="149"/>
                    <a:pt x="1345" y="258"/>
                    <a:pt x="1331" y="34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2"/>
            <p:cNvSpPr/>
            <p:nvPr/>
          </p:nvSpPr>
          <p:spPr>
            <a:xfrm>
              <a:off x="1608324" y="1133652"/>
              <a:ext cx="170375" cy="124281"/>
            </a:xfrm>
            <a:custGeom>
              <a:rect b="b" l="l" r="r" t="t"/>
              <a:pathLst>
                <a:path extrusionOk="0" h="763" w="1046">
                  <a:moveTo>
                    <a:pt x="1027" y="129"/>
                  </a:moveTo>
                  <a:cubicBezTo>
                    <a:pt x="902" y="414"/>
                    <a:pt x="649" y="640"/>
                    <a:pt x="353" y="729"/>
                  </a:cubicBezTo>
                  <a:cubicBezTo>
                    <a:pt x="276" y="748"/>
                    <a:pt x="195" y="763"/>
                    <a:pt x="126" y="729"/>
                  </a:cubicBezTo>
                  <a:cubicBezTo>
                    <a:pt x="52" y="700"/>
                    <a:pt x="0" y="610"/>
                    <a:pt x="35" y="541"/>
                  </a:cubicBezTo>
                  <a:cubicBezTo>
                    <a:pt x="52" y="497"/>
                    <a:pt x="96" y="471"/>
                    <a:pt x="138" y="444"/>
                  </a:cubicBezTo>
                  <a:cubicBezTo>
                    <a:pt x="243" y="371"/>
                    <a:pt x="335" y="274"/>
                    <a:pt x="402" y="164"/>
                  </a:cubicBezTo>
                  <a:cubicBezTo>
                    <a:pt x="372" y="125"/>
                    <a:pt x="390" y="63"/>
                    <a:pt x="432" y="35"/>
                  </a:cubicBezTo>
                  <a:cubicBezTo>
                    <a:pt x="475" y="5"/>
                    <a:pt x="537" y="1"/>
                    <a:pt x="593" y="5"/>
                  </a:cubicBezTo>
                  <a:cubicBezTo>
                    <a:pt x="706" y="5"/>
                    <a:pt x="820" y="5"/>
                    <a:pt x="933" y="9"/>
                  </a:cubicBezTo>
                  <a:cubicBezTo>
                    <a:pt x="973" y="9"/>
                    <a:pt x="1021" y="12"/>
                    <a:pt x="1036" y="49"/>
                  </a:cubicBezTo>
                  <a:cubicBezTo>
                    <a:pt x="1046" y="74"/>
                    <a:pt x="1037" y="104"/>
                    <a:pt x="1027" y="1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2"/>
            <p:cNvSpPr/>
            <p:nvPr/>
          </p:nvSpPr>
          <p:spPr>
            <a:xfrm>
              <a:off x="1156616" y="1646258"/>
              <a:ext cx="169398" cy="87469"/>
            </a:xfrm>
            <a:custGeom>
              <a:rect b="b" l="l" r="r" t="t"/>
              <a:pathLst>
                <a:path extrusionOk="0" h="537" w="1040">
                  <a:moveTo>
                    <a:pt x="981" y="408"/>
                  </a:moveTo>
                  <a:cubicBezTo>
                    <a:pt x="739" y="530"/>
                    <a:pt x="441" y="536"/>
                    <a:pt x="190" y="428"/>
                  </a:cubicBezTo>
                  <a:cubicBezTo>
                    <a:pt x="127" y="397"/>
                    <a:pt x="64" y="361"/>
                    <a:pt x="34" y="299"/>
                  </a:cubicBezTo>
                  <a:cubicBezTo>
                    <a:pt x="1" y="237"/>
                    <a:pt x="13" y="148"/>
                    <a:pt x="75" y="119"/>
                  </a:cubicBezTo>
                  <a:cubicBezTo>
                    <a:pt x="112" y="101"/>
                    <a:pt x="157" y="108"/>
                    <a:pt x="198" y="113"/>
                  </a:cubicBezTo>
                  <a:cubicBezTo>
                    <a:pt x="311" y="124"/>
                    <a:pt x="427" y="112"/>
                    <a:pt x="533" y="75"/>
                  </a:cubicBezTo>
                  <a:cubicBezTo>
                    <a:pt x="533" y="34"/>
                    <a:pt x="581" y="1"/>
                    <a:pt x="625" y="4"/>
                  </a:cubicBezTo>
                  <a:cubicBezTo>
                    <a:pt x="672" y="9"/>
                    <a:pt x="716" y="42"/>
                    <a:pt x="751" y="76"/>
                  </a:cubicBezTo>
                  <a:cubicBezTo>
                    <a:pt x="828" y="140"/>
                    <a:pt x="907" y="205"/>
                    <a:pt x="982" y="272"/>
                  </a:cubicBezTo>
                  <a:cubicBezTo>
                    <a:pt x="1009" y="295"/>
                    <a:pt x="1040" y="325"/>
                    <a:pt x="1030" y="359"/>
                  </a:cubicBezTo>
                  <a:cubicBezTo>
                    <a:pt x="1023" y="382"/>
                    <a:pt x="1003" y="397"/>
                    <a:pt x="981" y="4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52"/>
          <p:cNvGrpSpPr/>
          <p:nvPr/>
        </p:nvGrpSpPr>
        <p:grpSpPr>
          <a:xfrm>
            <a:off x="7291521" y="4215331"/>
            <a:ext cx="2363233" cy="1225153"/>
            <a:chOff x="3167021" y="4509456"/>
            <a:chExt cx="2363233" cy="1225153"/>
          </a:xfrm>
        </p:grpSpPr>
        <p:grpSp>
          <p:nvGrpSpPr>
            <p:cNvPr id="3260" name="Google Shape;3260;p52"/>
            <p:cNvGrpSpPr/>
            <p:nvPr/>
          </p:nvGrpSpPr>
          <p:grpSpPr>
            <a:xfrm>
              <a:off x="3167021" y="4509456"/>
              <a:ext cx="1878017" cy="1225153"/>
              <a:chOff x="1705450" y="1644825"/>
              <a:chExt cx="1313850" cy="857050"/>
            </a:xfrm>
          </p:grpSpPr>
          <p:sp>
            <p:nvSpPr>
              <p:cNvPr id="3261" name="Google Shape;3261;p52"/>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2"/>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2"/>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2"/>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2"/>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2"/>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2"/>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2"/>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2"/>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2"/>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2"/>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2"/>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2"/>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2"/>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2"/>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2"/>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2"/>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2"/>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2"/>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2"/>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2"/>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2"/>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2"/>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2"/>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2"/>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2"/>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2"/>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2"/>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2"/>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2"/>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2"/>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2"/>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2"/>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2"/>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2"/>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2"/>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2"/>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2"/>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2"/>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2"/>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2"/>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2"/>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2"/>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2"/>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2"/>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2"/>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2"/>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2"/>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2"/>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2"/>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1" name="Google Shape;3311;p52"/>
            <p:cNvGrpSpPr/>
            <p:nvPr/>
          </p:nvGrpSpPr>
          <p:grpSpPr>
            <a:xfrm>
              <a:off x="4252789" y="4689847"/>
              <a:ext cx="1277466" cy="546912"/>
              <a:chOff x="2011750" y="3107325"/>
              <a:chExt cx="1510900" cy="646850"/>
            </a:xfrm>
          </p:grpSpPr>
          <p:sp>
            <p:nvSpPr>
              <p:cNvPr id="3312" name="Google Shape;3312;p52"/>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2"/>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2"/>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2"/>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2"/>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2"/>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18" name="Google Shape;3318;p52"/>
          <p:cNvSpPr/>
          <p:nvPr/>
        </p:nvSpPr>
        <p:spPr>
          <a:xfrm rot="-5400000">
            <a:off x="4150200" y="1658053"/>
            <a:ext cx="6067566" cy="2355634"/>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3319" name="Google Shape;3319;p52"/>
          <p:cNvSpPr txBox="1"/>
          <p:nvPr>
            <p:ph idx="4294967295" type="subTitle"/>
          </p:nvPr>
        </p:nvSpPr>
        <p:spPr>
          <a:xfrm>
            <a:off x="4332300" y="2649200"/>
            <a:ext cx="2587800" cy="80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Die Venus hat einen schönen Namen und ist der zweite Planet von der Sonne</a:t>
            </a:r>
            <a:endParaRPr/>
          </a:p>
        </p:txBody>
      </p:sp>
      <p:sp>
        <p:nvSpPr>
          <p:cNvPr id="3320" name="Google Shape;3320;p52"/>
          <p:cNvSpPr/>
          <p:nvPr/>
        </p:nvSpPr>
        <p:spPr>
          <a:xfrm>
            <a:off x="4175810" y="1868250"/>
            <a:ext cx="2709300" cy="634500"/>
          </a:xfrm>
          <a:prstGeom prst="roundRect">
            <a:avLst>
              <a:gd fmla="val 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2"/>
          <p:cNvSpPr txBox="1"/>
          <p:nvPr>
            <p:ph type="title"/>
          </p:nvPr>
        </p:nvSpPr>
        <p:spPr>
          <a:xfrm>
            <a:off x="4376225" y="1902000"/>
            <a:ext cx="2430900" cy="5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John Paul Doe </a:t>
            </a:r>
            <a:endParaRPr sz="2300"/>
          </a:p>
        </p:txBody>
      </p:sp>
      <p:pic>
        <p:nvPicPr>
          <p:cNvPr id="3322" name="Google Shape;3322;p52"/>
          <p:cNvPicPr preferRelativeResize="0"/>
          <p:nvPr/>
        </p:nvPicPr>
        <p:blipFill rotWithShape="1">
          <a:blip r:embed="rId3">
            <a:alphaModFix/>
          </a:blip>
          <a:srcRect b="0" l="0" r="0" t="33972"/>
          <a:stretch/>
        </p:blipFill>
        <p:spPr>
          <a:xfrm>
            <a:off x="1708350" y="1351189"/>
            <a:ext cx="2525100" cy="2501400"/>
          </a:xfrm>
          <a:prstGeom prst="ellipse">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6" name="Shape 3326"/>
        <p:cNvGrpSpPr/>
        <p:nvPr/>
      </p:nvGrpSpPr>
      <p:grpSpPr>
        <a:xfrm>
          <a:off x="0" y="0"/>
          <a:ext cx="0" cy="0"/>
          <a:chOff x="0" y="0"/>
          <a:chExt cx="0" cy="0"/>
        </a:xfrm>
      </p:grpSpPr>
      <p:sp>
        <p:nvSpPr>
          <p:cNvPr id="3327" name="Google Shape;3327;p53"/>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Willkommen</a:t>
            </a:r>
            <a:endParaRPr/>
          </a:p>
        </p:txBody>
      </p:sp>
      <p:sp>
        <p:nvSpPr>
          <p:cNvPr id="3328" name="Google Shape;3328;p53"/>
          <p:cNvSpPr/>
          <p:nvPr/>
        </p:nvSpPr>
        <p:spPr>
          <a:xfrm rot="5400000">
            <a:off x="-792865" y="1647356"/>
            <a:ext cx="6089145" cy="2355634"/>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3329" name="Google Shape;3329;p53"/>
          <p:cNvSpPr/>
          <p:nvPr/>
        </p:nvSpPr>
        <p:spPr>
          <a:xfrm>
            <a:off x="5070650" y="1210350"/>
            <a:ext cx="2722800" cy="27228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3"/>
          <p:cNvSpPr/>
          <p:nvPr/>
        </p:nvSpPr>
        <p:spPr>
          <a:xfrm>
            <a:off x="2440425" y="1827725"/>
            <a:ext cx="2931000" cy="759000"/>
          </a:xfrm>
          <a:prstGeom prst="roundRect">
            <a:avLst>
              <a:gd fmla="val 0" name="adj"/>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3"/>
          <p:cNvSpPr/>
          <p:nvPr/>
        </p:nvSpPr>
        <p:spPr>
          <a:xfrm rot="-5400000">
            <a:off x="3703063" y="1658053"/>
            <a:ext cx="6067566" cy="2355634"/>
          </a:xfrm>
          <a:custGeom>
            <a:rect b="b" l="l" r="r" t="t"/>
            <a:pathLst>
              <a:path extrusionOk="0" h="65676" w="375294">
                <a:moveTo>
                  <a:pt x="0" y="65676"/>
                </a:moveTo>
                <a:cubicBezTo>
                  <a:pt x="5779" y="62821"/>
                  <a:pt x="21688" y="52010"/>
                  <a:pt x="34674" y="48543"/>
                </a:cubicBezTo>
                <a:cubicBezTo>
                  <a:pt x="47660" y="45076"/>
                  <a:pt x="65065" y="47388"/>
                  <a:pt x="77915" y="44872"/>
                </a:cubicBezTo>
                <a:cubicBezTo>
                  <a:pt x="90765" y="42357"/>
                  <a:pt x="95796" y="33450"/>
                  <a:pt x="111773" y="33450"/>
                </a:cubicBezTo>
                <a:cubicBezTo>
                  <a:pt x="127750" y="33450"/>
                  <a:pt x="155217" y="44804"/>
                  <a:pt x="173778" y="44872"/>
                </a:cubicBezTo>
                <a:cubicBezTo>
                  <a:pt x="192339" y="44940"/>
                  <a:pt x="209879" y="35626"/>
                  <a:pt x="223137" y="33858"/>
                </a:cubicBezTo>
                <a:cubicBezTo>
                  <a:pt x="236395" y="32090"/>
                  <a:pt x="241018" y="34878"/>
                  <a:pt x="253324" y="34266"/>
                </a:cubicBezTo>
                <a:cubicBezTo>
                  <a:pt x="265630" y="33654"/>
                  <a:pt x="285142" y="34130"/>
                  <a:pt x="296972" y="30187"/>
                </a:cubicBezTo>
                <a:cubicBezTo>
                  <a:pt x="308802" y="26244"/>
                  <a:pt x="311249" y="15637"/>
                  <a:pt x="324303" y="10606"/>
                </a:cubicBezTo>
                <a:cubicBezTo>
                  <a:pt x="337357" y="5575"/>
                  <a:pt x="366796" y="1768"/>
                  <a:pt x="375294" y="0"/>
                </a:cubicBezTo>
              </a:path>
            </a:pathLst>
          </a:custGeom>
          <a:noFill/>
          <a:ln cap="flat" cmpd="sng" w="19050">
            <a:solidFill>
              <a:schemeClr val="lt1"/>
            </a:solidFill>
            <a:prstDash val="dash"/>
            <a:round/>
            <a:headEnd len="med" w="med" type="none"/>
            <a:tailEnd len="med" w="med" type="none"/>
          </a:ln>
        </p:spPr>
      </p:sp>
      <p:sp>
        <p:nvSpPr>
          <p:cNvPr id="3332" name="Google Shape;3332;p53"/>
          <p:cNvSpPr txBox="1"/>
          <p:nvPr>
            <p:ph idx="4294967295" type="subTitle"/>
          </p:nvPr>
        </p:nvSpPr>
        <p:spPr>
          <a:xfrm>
            <a:off x="2538300" y="2644900"/>
            <a:ext cx="2587800" cy="80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Die Venus hat einen schönen Namen und ist der zweite Planet von der Sonne</a:t>
            </a:r>
            <a:endParaRPr/>
          </a:p>
        </p:txBody>
      </p:sp>
      <p:sp>
        <p:nvSpPr>
          <p:cNvPr id="3333" name="Google Shape;3333;p53"/>
          <p:cNvSpPr/>
          <p:nvPr/>
        </p:nvSpPr>
        <p:spPr>
          <a:xfrm>
            <a:off x="2515700" y="1889975"/>
            <a:ext cx="2722800" cy="634500"/>
          </a:xfrm>
          <a:prstGeom prst="roundRect">
            <a:avLst>
              <a:gd fmla="val 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3"/>
          <p:cNvSpPr txBox="1"/>
          <p:nvPr>
            <p:ph type="title"/>
          </p:nvPr>
        </p:nvSpPr>
        <p:spPr>
          <a:xfrm>
            <a:off x="2729625" y="1923725"/>
            <a:ext cx="2430900" cy="5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Jane</a:t>
            </a:r>
            <a:r>
              <a:rPr lang="en" sz="2300"/>
              <a:t> Susanne Doe </a:t>
            </a:r>
            <a:endParaRPr sz="2300"/>
          </a:p>
        </p:txBody>
      </p:sp>
      <p:pic>
        <p:nvPicPr>
          <p:cNvPr id="3335" name="Google Shape;3335;p53"/>
          <p:cNvPicPr preferRelativeResize="0"/>
          <p:nvPr/>
        </p:nvPicPr>
        <p:blipFill rotWithShape="1">
          <a:blip r:embed="rId3">
            <a:alphaModFix/>
          </a:blip>
          <a:srcRect b="43652" l="16918" r="16918" t="9430"/>
          <a:stretch/>
        </p:blipFill>
        <p:spPr>
          <a:xfrm>
            <a:off x="5170250" y="1318950"/>
            <a:ext cx="2523600" cy="2505600"/>
          </a:xfrm>
          <a:prstGeom prst="ellipse">
            <a:avLst/>
          </a:prstGeom>
          <a:noFill/>
          <a:ln>
            <a:noFill/>
          </a:ln>
        </p:spPr>
      </p:pic>
      <p:grpSp>
        <p:nvGrpSpPr>
          <p:cNvPr id="3336" name="Google Shape;3336;p53"/>
          <p:cNvGrpSpPr/>
          <p:nvPr/>
        </p:nvGrpSpPr>
        <p:grpSpPr>
          <a:xfrm flipH="1">
            <a:off x="7469677" y="-596676"/>
            <a:ext cx="2384328" cy="3890741"/>
            <a:chOff x="2983625" y="1907750"/>
            <a:chExt cx="571425" cy="932450"/>
          </a:xfrm>
        </p:grpSpPr>
        <p:sp>
          <p:nvSpPr>
            <p:cNvPr id="3337" name="Google Shape;3337;p53"/>
            <p:cNvSpPr/>
            <p:nvPr/>
          </p:nvSpPr>
          <p:spPr>
            <a:xfrm>
              <a:off x="2983625" y="1907750"/>
              <a:ext cx="571425" cy="932450"/>
            </a:xfrm>
            <a:custGeom>
              <a:rect b="b" l="l" r="r" t="t"/>
              <a:pathLst>
                <a:path extrusionOk="0" h="37298" w="22857">
                  <a:moveTo>
                    <a:pt x="5563" y="186"/>
                  </a:moveTo>
                  <a:cubicBezTo>
                    <a:pt x="6113" y="433"/>
                    <a:pt x="6480" y="927"/>
                    <a:pt x="7702" y="679"/>
                  </a:cubicBezTo>
                  <a:cubicBezTo>
                    <a:pt x="8925" y="433"/>
                    <a:pt x="10391" y="2097"/>
                    <a:pt x="11123" y="2221"/>
                  </a:cubicBezTo>
                  <a:cubicBezTo>
                    <a:pt x="11858" y="2344"/>
                    <a:pt x="14056" y="3207"/>
                    <a:pt x="14362" y="4008"/>
                  </a:cubicBezTo>
                  <a:cubicBezTo>
                    <a:pt x="14667" y="4808"/>
                    <a:pt x="14790" y="5549"/>
                    <a:pt x="15828" y="5919"/>
                  </a:cubicBezTo>
                  <a:cubicBezTo>
                    <a:pt x="16867" y="6289"/>
                    <a:pt x="19372" y="6782"/>
                    <a:pt x="19984" y="7029"/>
                  </a:cubicBezTo>
                  <a:cubicBezTo>
                    <a:pt x="20595" y="7274"/>
                    <a:pt x="22856" y="8077"/>
                    <a:pt x="21634" y="9926"/>
                  </a:cubicBezTo>
                  <a:cubicBezTo>
                    <a:pt x="20411" y="11776"/>
                    <a:pt x="20107" y="12022"/>
                    <a:pt x="19738" y="13809"/>
                  </a:cubicBezTo>
                  <a:cubicBezTo>
                    <a:pt x="19372" y="15597"/>
                    <a:pt x="19433" y="16275"/>
                    <a:pt x="17295" y="17200"/>
                  </a:cubicBezTo>
                  <a:cubicBezTo>
                    <a:pt x="15156" y="18125"/>
                    <a:pt x="15645" y="18988"/>
                    <a:pt x="14912" y="20159"/>
                  </a:cubicBezTo>
                  <a:cubicBezTo>
                    <a:pt x="14177" y="21330"/>
                    <a:pt x="13445" y="22748"/>
                    <a:pt x="12711" y="23057"/>
                  </a:cubicBezTo>
                  <a:cubicBezTo>
                    <a:pt x="11977" y="23364"/>
                    <a:pt x="11794" y="24782"/>
                    <a:pt x="11122" y="25214"/>
                  </a:cubicBezTo>
                  <a:cubicBezTo>
                    <a:pt x="10450" y="25647"/>
                    <a:pt x="9716" y="25152"/>
                    <a:pt x="9290" y="26139"/>
                  </a:cubicBezTo>
                  <a:cubicBezTo>
                    <a:pt x="8466" y="28037"/>
                    <a:pt x="7823" y="28667"/>
                    <a:pt x="7517" y="29222"/>
                  </a:cubicBezTo>
                  <a:cubicBezTo>
                    <a:pt x="7212" y="29776"/>
                    <a:pt x="6662" y="29838"/>
                    <a:pt x="6968" y="30517"/>
                  </a:cubicBezTo>
                  <a:cubicBezTo>
                    <a:pt x="7274" y="31194"/>
                    <a:pt x="7396" y="31503"/>
                    <a:pt x="6785" y="32242"/>
                  </a:cubicBezTo>
                  <a:cubicBezTo>
                    <a:pt x="6174" y="32982"/>
                    <a:pt x="5929" y="35140"/>
                    <a:pt x="6540" y="35632"/>
                  </a:cubicBezTo>
                  <a:cubicBezTo>
                    <a:pt x="7151" y="36125"/>
                    <a:pt x="8373" y="37050"/>
                    <a:pt x="7212" y="37173"/>
                  </a:cubicBezTo>
                  <a:cubicBezTo>
                    <a:pt x="6051" y="37297"/>
                    <a:pt x="2934" y="36434"/>
                    <a:pt x="2812" y="34092"/>
                  </a:cubicBezTo>
                  <a:cubicBezTo>
                    <a:pt x="2690" y="31748"/>
                    <a:pt x="3241" y="26015"/>
                    <a:pt x="3973" y="23549"/>
                  </a:cubicBezTo>
                  <a:cubicBezTo>
                    <a:pt x="4707" y="21083"/>
                    <a:pt x="6295" y="14918"/>
                    <a:pt x="4034" y="13563"/>
                  </a:cubicBezTo>
                  <a:cubicBezTo>
                    <a:pt x="1773" y="12206"/>
                    <a:pt x="856" y="9124"/>
                    <a:pt x="429" y="8755"/>
                  </a:cubicBezTo>
                  <a:cubicBezTo>
                    <a:pt x="1" y="8385"/>
                    <a:pt x="63" y="7214"/>
                    <a:pt x="63" y="6844"/>
                  </a:cubicBezTo>
                  <a:cubicBezTo>
                    <a:pt x="63" y="6473"/>
                    <a:pt x="186" y="5302"/>
                    <a:pt x="675" y="4994"/>
                  </a:cubicBezTo>
                  <a:cubicBezTo>
                    <a:pt x="1163" y="4686"/>
                    <a:pt x="1774" y="3761"/>
                    <a:pt x="1652" y="2898"/>
                  </a:cubicBezTo>
                  <a:cubicBezTo>
                    <a:pt x="1529" y="2036"/>
                    <a:pt x="2446" y="1295"/>
                    <a:pt x="2752" y="988"/>
                  </a:cubicBezTo>
                  <a:cubicBezTo>
                    <a:pt x="3058" y="679"/>
                    <a:pt x="3607" y="0"/>
                    <a:pt x="4340" y="0"/>
                  </a:cubicBezTo>
                  <a:cubicBezTo>
                    <a:pt x="5075" y="2"/>
                    <a:pt x="5563" y="186"/>
                    <a:pt x="5563"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3"/>
            <p:cNvSpPr/>
            <p:nvPr/>
          </p:nvSpPr>
          <p:spPr>
            <a:xfrm>
              <a:off x="3218150" y="2758150"/>
              <a:ext cx="49375" cy="28550"/>
            </a:xfrm>
            <a:custGeom>
              <a:rect b="b" l="l" r="r" t="t"/>
              <a:pathLst>
                <a:path extrusionOk="0" h="1142" w="1975">
                  <a:moveTo>
                    <a:pt x="925" y="118"/>
                  </a:moveTo>
                  <a:cubicBezTo>
                    <a:pt x="729" y="0"/>
                    <a:pt x="465" y="12"/>
                    <a:pt x="280" y="146"/>
                  </a:cubicBezTo>
                  <a:cubicBezTo>
                    <a:pt x="96" y="280"/>
                    <a:pt x="1" y="530"/>
                    <a:pt x="48" y="753"/>
                  </a:cubicBezTo>
                  <a:cubicBezTo>
                    <a:pt x="535" y="1141"/>
                    <a:pt x="1302" y="1108"/>
                    <a:pt x="1755" y="680"/>
                  </a:cubicBezTo>
                  <a:cubicBezTo>
                    <a:pt x="1873" y="568"/>
                    <a:pt x="1974" y="407"/>
                    <a:pt x="1930" y="249"/>
                  </a:cubicBezTo>
                  <a:cubicBezTo>
                    <a:pt x="1878" y="74"/>
                    <a:pt x="1670" y="0"/>
                    <a:pt x="1489" y="0"/>
                  </a:cubicBezTo>
                  <a:cubicBezTo>
                    <a:pt x="1309" y="1"/>
                    <a:pt x="1126" y="51"/>
                    <a:pt x="950" y="1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9" name="Google Shape;3339;p53"/>
          <p:cNvSpPr/>
          <p:nvPr/>
        </p:nvSpPr>
        <p:spPr>
          <a:xfrm flipH="1">
            <a:off x="7010598" y="909045"/>
            <a:ext cx="219240" cy="233414"/>
          </a:xfrm>
          <a:custGeom>
            <a:rect b="b" l="l" r="r" t="t"/>
            <a:pathLst>
              <a:path extrusionOk="0" h="1433" w="1346">
                <a:moveTo>
                  <a:pt x="1331" y="345"/>
                </a:moveTo>
                <a:cubicBezTo>
                  <a:pt x="1275" y="789"/>
                  <a:pt x="1045" y="1259"/>
                  <a:pt x="627" y="1399"/>
                </a:cubicBezTo>
                <a:cubicBezTo>
                  <a:pt x="571" y="1421"/>
                  <a:pt x="509" y="1433"/>
                  <a:pt x="452" y="1429"/>
                </a:cubicBezTo>
                <a:cubicBezTo>
                  <a:pt x="294" y="1417"/>
                  <a:pt x="173" y="1292"/>
                  <a:pt x="63" y="1177"/>
                </a:cubicBezTo>
                <a:cubicBezTo>
                  <a:pt x="49" y="1155"/>
                  <a:pt x="30" y="1136"/>
                  <a:pt x="19" y="1110"/>
                </a:cubicBezTo>
                <a:cubicBezTo>
                  <a:pt x="1" y="1058"/>
                  <a:pt x="31" y="1000"/>
                  <a:pt x="63" y="955"/>
                </a:cubicBezTo>
                <a:cubicBezTo>
                  <a:pt x="188" y="767"/>
                  <a:pt x="349" y="608"/>
                  <a:pt x="536" y="486"/>
                </a:cubicBezTo>
                <a:cubicBezTo>
                  <a:pt x="584" y="457"/>
                  <a:pt x="645" y="427"/>
                  <a:pt x="701" y="427"/>
                </a:cubicBezTo>
                <a:lnTo>
                  <a:pt x="705" y="427"/>
                </a:lnTo>
                <a:cubicBezTo>
                  <a:pt x="797" y="383"/>
                  <a:pt x="862" y="278"/>
                  <a:pt x="932" y="194"/>
                </a:cubicBezTo>
                <a:cubicBezTo>
                  <a:pt x="1016" y="91"/>
                  <a:pt x="1177" y="1"/>
                  <a:pt x="1277" y="91"/>
                </a:cubicBezTo>
                <a:cubicBezTo>
                  <a:pt x="1345" y="149"/>
                  <a:pt x="1345" y="258"/>
                  <a:pt x="1331" y="34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3"/>
          <p:cNvSpPr/>
          <p:nvPr/>
        </p:nvSpPr>
        <p:spPr>
          <a:xfrm flipH="1">
            <a:off x="7469679" y="694852"/>
            <a:ext cx="170375" cy="124281"/>
          </a:xfrm>
          <a:custGeom>
            <a:rect b="b" l="l" r="r" t="t"/>
            <a:pathLst>
              <a:path extrusionOk="0" h="763" w="1046">
                <a:moveTo>
                  <a:pt x="1027" y="129"/>
                </a:moveTo>
                <a:cubicBezTo>
                  <a:pt x="902" y="414"/>
                  <a:pt x="649" y="640"/>
                  <a:pt x="353" y="729"/>
                </a:cubicBezTo>
                <a:cubicBezTo>
                  <a:pt x="276" y="748"/>
                  <a:pt x="195" y="763"/>
                  <a:pt x="126" y="729"/>
                </a:cubicBezTo>
                <a:cubicBezTo>
                  <a:pt x="52" y="700"/>
                  <a:pt x="0" y="610"/>
                  <a:pt x="35" y="541"/>
                </a:cubicBezTo>
                <a:cubicBezTo>
                  <a:pt x="52" y="497"/>
                  <a:pt x="96" y="471"/>
                  <a:pt x="138" y="444"/>
                </a:cubicBezTo>
                <a:cubicBezTo>
                  <a:pt x="243" y="371"/>
                  <a:pt x="335" y="274"/>
                  <a:pt x="402" y="164"/>
                </a:cubicBezTo>
                <a:cubicBezTo>
                  <a:pt x="372" y="125"/>
                  <a:pt x="390" y="63"/>
                  <a:pt x="432" y="35"/>
                </a:cubicBezTo>
                <a:cubicBezTo>
                  <a:pt x="475" y="5"/>
                  <a:pt x="537" y="1"/>
                  <a:pt x="593" y="5"/>
                </a:cubicBezTo>
                <a:cubicBezTo>
                  <a:pt x="706" y="5"/>
                  <a:pt x="820" y="5"/>
                  <a:pt x="933" y="9"/>
                </a:cubicBezTo>
                <a:cubicBezTo>
                  <a:pt x="973" y="9"/>
                  <a:pt x="1021" y="12"/>
                  <a:pt x="1036" y="49"/>
                </a:cubicBezTo>
                <a:cubicBezTo>
                  <a:pt x="1046" y="74"/>
                  <a:pt x="1037" y="104"/>
                  <a:pt x="1027" y="1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3"/>
          <p:cNvSpPr/>
          <p:nvPr/>
        </p:nvSpPr>
        <p:spPr>
          <a:xfrm flipH="1">
            <a:off x="7541364" y="1207458"/>
            <a:ext cx="169398" cy="87469"/>
          </a:xfrm>
          <a:custGeom>
            <a:rect b="b" l="l" r="r" t="t"/>
            <a:pathLst>
              <a:path extrusionOk="0" h="537" w="1040">
                <a:moveTo>
                  <a:pt x="981" y="408"/>
                </a:moveTo>
                <a:cubicBezTo>
                  <a:pt x="739" y="530"/>
                  <a:pt x="441" y="536"/>
                  <a:pt x="190" y="428"/>
                </a:cubicBezTo>
                <a:cubicBezTo>
                  <a:pt x="127" y="397"/>
                  <a:pt x="64" y="361"/>
                  <a:pt x="34" y="299"/>
                </a:cubicBezTo>
                <a:cubicBezTo>
                  <a:pt x="1" y="237"/>
                  <a:pt x="13" y="148"/>
                  <a:pt x="75" y="119"/>
                </a:cubicBezTo>
                <a:cubicBezTo>
                  <a:pt x="112" y="101"/>
                  <a:pt x="157" y="108"/>
                  <a:pt x="198" y="113"/>
                </a:cubicBezTo>
                <a:cubicBezTo>
                  <a:pt x="311" y="124"/>
                  <a:pt x="427" y="112"/>
                  <a:pt x="533" y="75"/>
                </a:cubicBezTo>
                <a:cubicBezTo>
                  <a:pt x="533" y="34"/>
                  <a:pt x="581" y="1"/>
                  <a:pt x="625" y="4"/>
                </a:cubicBezTo>
                <a:cubicBezTo>
                  <a:pt x="672" y="9"/>
                  <a:pt x="716" y="42"/>
                  <a:pt x="751" y="76"/>
                </a:cubicBezTo>
                <a:cubicBezTo>
                  <a:pt x="828" y="140"/>
                  <a:pt x="907" y="205"/>
                  <a:pt x="982" y="272"/>
                </a:cubicBezTo>
                <a:cubicBezTo>
                  <a:pt x="1009" y="295"/>
                  <a:pt x="1040" y="325"/>
                  <a:pt x="1030" y="359"/>
                </a:cubicBezTo>
                <a:cubicBezTo>
                  <a:pt x="1023" y="382"/>
                  <a:pt x="1003" y="397"/>
                  <a:pt x="981" y="4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2" name="Google Shape;3342;p53"/>
          <p:cNvGrpSpPr/>
          <p:nvPr/>
        </p:nvGrpSpPr>
        <p:grpSpPr>
          <a:xfrm>
            <a:off x="-266225" y="3592000"/>
            <a:ext cx="1259900" cy="1185450"/>
            <a:chOff x="6450675" y="609250"/>
            <a:chExt cx="1259900" cy="1185450"/>
          </a:xfrm>
        </p:grpSpPr>
        <p:sp>
          <p:nvSpPr>
            <p:cNvPr id="3343" name="Google Shape;3343;p53"/>
            <p:cNvSpPr/>
            <p:nvPr/>
          </p:nvSpPr>
          <p:spPr>
            <a:xfrm>
              <a:off x="6450675" y="609250"/>
              <a:ext cx="1259900" cy="1185450"/>
            </a:xfrm>
            <a:custGeom>
              <a:rect b="b" l="l" r="r" t="t"/>
              <a:pathLst>
                <a:path extrusionOk="0" h="47418" w="50396">
                  <a:moveTo>
                    <a:pt x="25149" y="695"/>
                  </a:moveTo>
                  <a:cubicBezTo>
                    <a:pt x="26152" y="695"/>
                    <a:pt x="27163" y="759"/>
                    <a:pt x="28176" y="892"/>
                  </a:cubicBezTo>
                  <a:cubicBezTo>
                    <a:pt x="40757" y="2534"/>
                    <a:pt x="49656" y="14107"/>
                    <a:pt x="48014" y="26687"/>
                  </a:cubicBezTo>
                  <a:cubicBezTo>
                    <a:pt x="47218" y="32783"/>
                    <a:pt x="44097" y="38204"/>
                    <a:pt x="39224" y="41950"/>
                  </a:cubicBezTo>
                  <a:cubicBezTo>
                    <a:pt x="35161" y="45076"/>
                    <a:pt x="30285" y="46724"/>
                    <a:pt x="25242" y="46724"/>
                  </a:cubicBezTo>
                  <a:cubicBezTo>
                    <a:pt x="24239" y="46724"/>
                    <a:pt x="23229" y="46659"/>
                    <a:pt x="22218" y="46527"/>
                  </a:cubicBezTo>
                  <a:cubicBezTo>
                    <a:pt x="9637" y="44885"/>
                    <a:pt x="736" y="33313"/>
                    <a:pt x="2379" y="20732"/>
                  </a:cubicBezTo>
                  <a:cubicBezTo>
                    <a:pt x="3175" y="14636"/>
                    <a:pt x="6296" y="9216"/>
                    <a:pt x="11169" y="5469"/>
                  </a:cubicBezTo>
                  <a:cubicBezTo>
                    <a:pt x="15232" y="2345"/>
                    <a:pt x="20106" y="695"/>
                    <a:pt x="25149" y="695"/>
                  </a:cubicBezTo>
                  <a:close/>
                  <a:moveTo>
                    <a:pt x="25149" y="0"/>
                  </a:moveTo>
                  <a:cubicBezTo>
                    <a:pt x="19956" y="0"/>
                    <a:pt x="14933" y="1700"/>
                    <a:pt x="10747" y="4919"/>
                  </a:cubicBezTo>
                  <a:cubicBezTo>
                    <a:pt x="5727" y="8779"/>
                    <a:pt x="2512" y="14362"/>
                    <a:pt x="1692" y="20640"/>
                  </a:cubicBezTo>
                  <a:cubicBezTo>
                    <a:pt x="0" y="33600"/>
                    <a:pt x="9167" y="45521"/>
                    <a:pt x="22128" y="47213"/>
                  </a:cubicBezTo>
                  <a:cubicBezTo>
                    <a:pt x="23170" y="47350"/>
                    <a:pt x="24211" y="47417"/>
                    <a:pt x="25246" y="47417"/>
                  </a:cubicBezTo>
                  <a:cubicBezTo>
                    <a:pt x="30439" y="47417"/>
                    <a:pt x="35463" y="45718"/>
                    <a:pt x="39647" y="42498"/>
                  </a:cubicBezTo>
                  <a:cubicBezTo>
                    <a:pt x="44667" y="38638"/>
                    <a:pt x="47882" y="33055"/>
                    <a:pt x="48702" y="26777"/>
                  </a:cubicBezTo>
                  <a:cubicBezTo>
                    <a:pt x="50395" y="13816"/>
                    <a:pt x="41228" y="1896"/>
                    <a:pt x="28266" y="204"/>
                  </a:cubicBezTo>
                  <a:cubicBezTo>
                    <a:pt x="27224" y="68"/>
                    <a:pt x="26183" y="0"/>
                    <a:pt x="25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3"/>
            <p:cNvSpPr/>
            <p:nvPr/>
          </p:nvSpPr>
          <p:spPr>
            <a:xfrm>
              <a:off x="6490375" y="1257125"/>
              <a:ext cx="1144325" cy="285850"/>
            </a:xfrm>
            <a:custGeom>
              <a:rect b="b" l="l" r="r" t="t"/>
              <a:pathLst>
                <a:path extrusionOk="0" h="11434" w="45773">
                  <a:moveTo>
                    <a:pt x="90" y="0"/>
                  </a:moveTo>
                  <a:lnTo>
                    <a:pt x="1" y="688"/>
                  </a:lnTo>
                  <a:lnTo>
                    <a:pt x="10660" y="2079"/>
                  </a:lnTo>
                  <a:cubicBezTo>
                    <a:pt x="12301" y="7028"/>
                    <a:pt x="16668" y="10644"/>
                    <a:pt x="21844" y="11320"/>
                  </a:cubicBezTo>
                  <a:cubicBezTo>
                    <a:pt x="22428" y="11396"/>
                    <a:pt x="23014" y="11433"/>
                    <a:pt x="23594" y="11433"/>
                  </a:cubicBezTo>
                  <a:cubicBezTo>
                    <a:pt x="28153" y="11433"/>
                    <a:pt x="32491" y="9127"/>
                    <a:pt x="35025" y="5259"/>
                  </a:cubicBezTo>
                  <a:lnTo>
                    <a:pt x="45684" y="6651"/>
                  </a:lnTo>
                  <a:lnTo>
                    <a:pt x="45773" y="5964"/>
                  </a:lnTo>
                  <a:lnTo>
                    <a:pt x="34677" y="4515"/>
                  </a:lnTo>
                  <a:lnTo>
                    <a:pt x="34559" y="4702"/>
                  </a:lnTo>
                  <a:cubicBezTo>
                    <a:pt x="32173" y="8481"/>
                    <a:pt x="27997" y="10741"/>
                    <a:pt x="23598" y="10741"/>
                  </a:cubicBezTo>
                  <a:cubicBezTo>
                    <a:pt x="23045" y="10741"/>
                    <a:pt x="22489" y="10705"/>
                    <a:pt x="21933" y="10633"/>
                  </a:cubicBezTo>
                  <a:cubicBezTo>
                    <a:pt x="16950" y="9981"/>
                    <a:pt x="12759" y="6460"/>
                    <a:pt x="11253" y="1660"/>
                  </a:cubicBezTo>
                  <a:lnTo>
                    <a:pt x="11187" y="1448"/>
                  </a:lnTo>
                  <a:lnTo>
                    <a:pt x="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3"/>
            <p:cNvSpPr/>
            <p:nvPr/>
          </p:nvSpPr>
          <p:spPr>
            <a:xfrm>
              <a:off x="6526500" y="860975"/>
              <a:ext cx="1144325" cy="285900"/>
            </a:xfrm>
            <a:custGeom>
              <a:rect b="b" l="l" r="r" t="t"/>
              <a:pathLst>
                <a:path extrusionOk="0" h="11436" w="45773">
                  <a:moveTo>
                    <a:pt x="22171" y="0"/>
                  </a:moveTo>
                  <a:cubicBezTo>
                    <a:pt x="17614" y="0"/>
                    <a:pt x="13281" y="2310"/>
                    <a:pt x="10748" y="6176"/>
                  </a:cubicBezTo>
                  <a:lnTo>
                    <a:pt x="89" y="4784"/>
                  </a:lnTo>
                  <a:lnTo>
                    <a:pt x="0" y="5472"/>
                  </a:lnTo>
                  <a:lnTo>
                    <a:pt x="11097" y="6920"/>
                  </a:lnTo>
                  <a:lnTo>
                    <a:pt x="11216" y="6733"/>
                  </a:lnTo>
                  <a:cubicBezTo>
                    <a:pt x="13601" y="2954"/>
                    <a:pt x="17780" y="696"/>
                    <a:pt x="22179" y="696"/>
                  </a:cubicBezTo>
                  <a:cubicBezTo>
                    <a:pt x="22730" y="696"/>
                    <a:pt x="23285" y="731"/>
                    <a:pt x="23840" y="803"/>
                  </a:cubicBezTo>
                  <a:cubicBezTo>
                    <a:pt x="28824" y="1453"/>
                    <a:pt x="33017" y="4975"/>
                    <a:pt x="34520" y="9776"/>
                  </a:cubicBezTo>
                  <a:lnTo>
                    <a:pt x="34586" y="9987"/>
                  </a:lnTo>
                  <a:lnTo>
                    <a:pt x="45684" y="11436"/>
                  </a:lnTo>
                  <a:lnTo>
                    <a:pt x="45772" y="10750"/>
                  </a:lnTo>
                  <a:lnTo>
                    <a:pt x="35113" y="9358"/>
                  </a:lnTo>
                  <a:cubicBezTo>
                    <a:pt x="33473" y="4407"/>
                    <a:pt x="29106" y="791"/>
                    <a:pt x="23929" y="115"/>
                  </a:cubicBezTo>
                  <a:cubicBezTo>
                    <a:pt x="23341" y="38"/>
                    <a:pt x="22754" y="0"/>
                    <a:pt x="221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3"/>
            <p:cNvSpPr/>
            <p:nvPr/>
          </p:nvSpPr>
          <p:spPr>
            <a:xfrm>
              <a:off x="6845050" y="752425"/>
              <a:ext cx="61550" cy="80625"/>
            </a:xfrm>
            <a:custGeom>
              <a:rect b="b" l="l" r="r" t="t"/>
              <a:pathLst>
                <a:path extrusionOk="0" h="3225" w="2462">
                  <a:moveTo>
                    <a:pt x="2148" y="0"/>
                  </a:moveTo>
                  <a:lnTo>
                    <a:pt x="1790" y="172"/>
                  </a:lnTo>
                  <a:lnTo>
                    <a:pt x="1965" y="1668"/>
                  </a:lnTo>
                  <a:cubicBezTo>
                    <a:pt x="2009" y="2063"/>
                    <a:pt x="2060" y="2442"/>
                    <a:pt x="2131" y="2779"/>
                  </a:cubicBezTo>
                  <a:lnTo>
                    <a:pt x="2123" y="2783"/>
                  </a:lnTo>
                  <a:cubicBezTo>
                    <a:pt x="1908" y="2511"/>
                    <a:pt x="1661" y="2241"/>
                    <a:pt x="1380" y="1943"/>
                  </a:cubicBezTo>
                  <a:lnTo>
                    <a:pt x="363" y="854"/>
                  </a:lnTo>
                  <a:lnTo>
                    <a:pt x="1" y="1029"/>
                  </a:lnTo>
                  <a:lnTo>
                    <a:pt x="2092" y="3224"/>
                  </a:lnTo>
                  <a:lnTo>
                    <a:pt x="2461" y="3047"/>
                  </a:lnTo>
                  <a:lnTo>
                    <a:pt x="21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3"/>
            <p:cNvSpPr/>
            <p:nvPr/>
          </p:nvSpPr>
          <p:spPr>
            <a:xfrm>
              <a:off x="6922850" y="741575"/>
              <a:ext cx="31600" cy="71275"/>
            </a:xfrm>
            <a:custGeom>
              <a:rect b="b" l="l" r="r" t="t"/>
              <a:pathLst>
                <a:path extrusionOk="0" h="2851" w="1264">
                  <a:moveTo>
                    <a:pt x="352" y="1"/>
                  </a:moveTo>
                  <a:lnTo>
                    <a:pt x="0" y="118"/>
                  </a:lnTo>
                  <a:lnTo>
                    <a:pt x="909" y="2850"/>
                  </a:lnTo>
                  <a:lnTo>
                    <a:pt x="1263" y="2733"/>
                  </a:lnTo>
                  <a:lnTo>
                    <a:pt x="3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3"/>
            <p:cNvSpPr/>
            <p:nvPr/>
          </p:nvSpPr>
          <p:spPr>
            <a:xfrm>
              <a:off x="6962925" y="725725"/>
              <a:ext cx="52700" cy="75725"/>
            </a:xfrm>
            <a:custGeom>
              <a:rect b="b" l="l" r="r" t="t"/>
              <a:pathLst>
                <a:path extrusionOk="0" h="3029" w="2108">
                  <a:moveTo>
                    <a:pt x="1177" y="0"/>
                  </a:moveTo>
                  <a:cubicBezTo>
                    <a:pt x="1079" y="0"/>
                    <a:pt x="967" y="11"/>
                    <a:pt x="844" y="36"/>
                  </a:cubicBezTo>
                  <a:cubicBezTo>
                    <a:pt x="296" y="150"/>
                    <a:pt x="1" y="554"/>
                    <a:pt x="93" y="993"/>
                  </a:cubicBezTo>
                  <a:cubicBezTo>
                    <a:pt x="176" y="1390"/>
                    <a:pt x="510" y="1567"/>
                    <a:pt x="1004" y="1636"/>
                  </a:cubicBezTo>
                  <a:cubicBezTo>
                    <a:pt x="1415" y="1703"/>
                    <a:pt x="1596" y="1821"/>
                    <a:pt x="1652" y="2084"/>
                  </a:cubicBezTo>
                  <a:cubicBezTo>
                    <a:pt x="1712" y="2370"/>
                    <a:pt x="1534" y="2613"/>
                    <a:pt x="1163" y="2690"/>
                  </a:cubicBezTo>
                  <a:cubicBezTo>
                    <a:pt x="1078" y="2707"/>
                    <a:pt x="993" y="2715"/>
                    <a:pt x="910" y="2715"/>
                  </a:cubicBezTo>
                  <a:cubicBezTo>
                    <a:pt x="747" y="2715"/>
                    <a:pt x="594" y="2685"/>
                    <a:pt x="472" y="2641"/>
                  </a:cubicBezTo>
                  <a:lnTo>
                    <a:pt x="443" y="2965"/>
                  </a:lnTo>
                  <a:cubicBezTo>
                    <a:pt x="546" y="3006"/>
                    <a:pt x="699" y="3029"/>
                    <a:pt x="862" y="3029"/>
                  </a:cubicBezTo>
                  <a:cubicBezTo>
                    <a:pt x="974" y="3029"/>
                    <a:pt x="1090" y="3018"/>
                    <a:pt x="1200" y="2995"/>
                  </a:cubicBezTo>
                  <a:cubicBezTo>
                    <a:pt x="1865" y="2856"/>
                    <a:pt x="2108" y="2412"/>
                    <a:pt x="2018" y="1978"/>
                  </a:cubicBezTo>
                  <a:cubicBezTo>
                    <a:pt x="1931" y="1563"/>
                    <a:pt x="1641" y="1383"/>
                    <a:pt x="1125" y="1299"/>
                  </a:cubicBezTo>
                  <a:cubicBezTo>
                    <a:pt x="704" y="1231"/>
                    <a:pt x="506" y="1137"/>
                    <a:pt x="451" y="874"/>
                  </a:cubicBezTo>
                  <a:cubicBezTo>
                    <a:pt x="410" y="681"/>
                    <a:pt x="510" y="421"/>
                    <a:pt x="894" y="340"/>
                  </a:cubicBezTo>
                  <a:cubicBezTo>
                    <a:pt x="980" y="322"/>
                    <a:pt x="1061" y="315"/>
                    <a:pt x="1134" y="315"/>
                  </a:cubicBezTo>
                  <a:cubicBezTo>
                    <a:pt x="1276" y="315"/>
                    <a:pt x="1389" y="341"/>
                    <a:pt x="1458" y="361"/>
                  </a:cubicBezTo>
                  <a:lnTo>
                    <a:pt x="1496" y="45"/>
                  </a:lnTo>
                  <a:cubicBezTo>
                    <a:pt x="1415" y="19"/>
                    <a:pt x="1308" y="0"/>
                    <a:pt x="1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3"/>
            <p:cNvSpPr/>
            <p:nvPr/>
          </p:nvSpPr>
          <p:spPr>
            <a:xfrm>
              <a:off x="7032725" y="719725"/>
              <a:ext cx="15575" cy="72550"/>
            </a:xfrm>
            <a:custGeom>
              <a:rect b="b" l="l" r="r" t="t"/>
              <a:pathLst>
                <a:path extrusionOk="0" h="2902" w="623">
                  <a:moveTo>
                    <a:pt x="371" y="1"/>
                  </a:moveTo>
                  <a:lnTo>
                    <a:pt x="1" y="33"/>
                  </a:lnTo>
                  <a:lnTo>
                    <a:pt x="252" y="2901"/>
                  </a:lnTo>
                  <a:lnTo>
                    <a:pt x="623" y="2869"/>
                  </a:lnTo>
                  <a:lnTo>
                    <a:pt x="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3"/>
            <p:cNvSpPr/>
            <p:nvPr/>
          </p:nvSpPr>
          <p:spPr>
            <a:xfrm>
              <a:off x="7066650" y="717600"/>
              <a:ext cx="53625" cy="72975"/>
            </a:xfrm>
            <a:custGeom>
              <a:rect b="b" l="l" r="r" t="t"/>
              <a:pathLst>
                <a:path extrusionOk="0" h="2919" w="2145">
                  <a:moveTo>
                    <a:pt x="10" y="0"/>
                  </a:moveTo>
                  <a:lnTo>
                    <a:pt x="0" y="317"/>
                  </a:lnTo>
                  <a:lnTo>
                    <a:pt x="877" y="341"/>
                  </a:lnTo>
                  <a:lnTo>
                    <a:pt x="805" y="2909"/>
                  </a:lnTo>
                  <a:lnTo>
                    <a:pt x="1182" y="2919"/>
                  </a:lnTo>
                  <a:lnTo>
                    <a:pt x="1255" y="353"/>
                  </a:lnTo>
                  <a:lnTo>
                    <a:pt x="2136" y="377"/>
                  </a:lnTo>
                  <a:lnTo>
                    <a:pt x="2144" y="61"/>
                  </a:ln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3"/>
            <p:cNvSpPr/>
            <p:nvPr/>
          </p:nvSpPr>
          <p:spPr>
            <a:xfrm>
              <a:off x="7165975" y="729775"/>
              <a:ext cx="57725" cy="71275"/>
            </a:xfrm>
            <a:custGeom>
              <a:rect b="b" l="l" r="r" t="t"/>
              <a:pathLst>
                <a:path extrusionOk="0" h="2851" w="2309">
                  <a:moveTo>
                    <a:pt x="1017" y="354"/>
                  </a:moveTo>
                  <a:cubicBezTo>
                    <a:pt x="1083" y="354"/>
                    <a:pt x="1207" y="374"/>
                    <a:pt x="1365" y="415"/>
                  </a:cubicBezTo>
                  <a:cubicBezTo>
                    <a:pt x="1762" y="518"/>
                    <a:pt x="1976" y="766"/>
                    <a:pt x="1879" y="1133"/>
                  </a:cubicBezTo>
                  <a:cubicBezTo>
                    <a:pt x="1801" y="1432"/>
                    <a:pt x="1590" y="1584"/>
                    <a:pt x="1297" y="1584"/>
                  </a:cubicBezTo>
                  <a:cubicBezTo>
                    <a:pt x="1213" y="1584"/>
                    <a:pt x="1121" y="1571"/>
                    <a:pt x="1024" y="1546"/>
                  </a:cubicBezTo>
                  <a:cubicBezTo>
                    <a:pt x="904" y="1515"/>
                    <a:pt x="808" y="1481"/>
                    <a:pt x="733" y="1439"/>
                  </a:cubicBezTo>
                  <a:lnTo>
                    <a:pt x="1017" y="354"/>
                  </a:lnTo>
                  <a:close/>
                  <a:moveTo>
                    <a:pt x="726" y="0"/>
                  </a:moveTo>
                  <a:lnTo>
                    <a:pt x="1" y="2756"/>
                  </a:lnTo>
                  <a:lnTo>
                    <a:pt x="362" y="2851"/>
                  </a:lnTo>
                  <a:lnTo>
                    <a:pt x="655" y="1734"/>
                  </a:lnTo>
                  <a:cubicBezTo>
                    <a:pt x="733" y="1776"/>
                    <a:pt x="831" y="1805"/>
                    <a:pt x="939" y="1834"/>
                  </a:cubicBezTo>
                  <a:cubicBezTo>
                    <a:pt x="1077" y="1870"/>
                    <a:pt x="1212" y="1888"/>
                    <a:pt x="1341" y="1888"/>
                  </a:cubicBezTo>
                  <a:cubicBezTo>
                    <a:pt x="1541" y="1888"/>
                    <a:pt x="1724" y="1843"/>
                    <a:pt x="1872" y="1750"/>
                  </a:cubicBezTo>
                  <a:cubicBezTo>
                    <a:pt x="2052" y="1643"/>
                    <a:pt x="2178" y="1463"/>
                    <a:pt x="2244" y="1210"/>
                  </a:cubicBezTo>
                  <a:cubicBezTo>
                    <a:pt x="2309" y="963"/>
                    <a:pt x="2271" y="735"/>
                    <a:pt x="2152" y="564"/>
                  </a:cubicBezTo>
                  <a:cubicBezTo>
                    <a:pt x="2026" y="372"/>
                    <a:pt x="1788" y="220"/>
                    <a:pt x="1432" y="127"/>
                  </a:cubicBezTo>
                  <a:cubicBezTo>
                    <a:pt x="1141" y="52"/>
                    <a:pt x="908" y="17"/>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3"/>
            <p:cNvSpPr/>
            <p:nvPr/>
          </p:nvSpPr>
          <p:spPr>
            <a:xfrm>
              <a:off x="7214650" y="754675"/>
              <a:ext cx="61150" cy="80375"/>
            </a:xfrm>
            <a:custGeom>
              <a:rect b="b" l="l" r="r" t="t"/>
              <a:pathLst>
                <a:path extrusionOk="0" h="3215" w="2446">
                  <a:moveTo>
                    <a:pt x="2095" y="387"/>
                  </a:moveTo>
                  <a:lnTo>
                    <a:pt x="2103" y="390"/>
                  </a:lnTo>
                  <a:cubicBezTo>
                    <a:pt x="2077" y="562"/>
                    <a:pt x="2050" y="734"/>
                    <a:pt x="2034" y="934"/>
                  </a:cubicBezTo>
                  <a:lnTo>
                    <a:pt x="1968" y="1807"/>
                  </a:lnTo>
                  <a:lnTo>
                    <a:pt x="1172" y="1466"/>
                  </a:lnTo>
                  <a:lnTo>
                    <a:pt x="1757" y="810"/>
                  </a:lnTo>
                  <a:cubicBezTo>
                    <a:pt x="1876" y="670"/>
                    <a:pt x="1989" y="527"/>
                    <a:pt x="2095" y="387"/>
                  </a:cubicBezTo>
                  <a:close/>
                  <a:moveTo>
                    <a:pt x="2031" y="1"/>
                  </a:moveTo>
                  <a:lnTo>
                    <a:pt x="1" y="2270"/>
                  </a:lnTo>
                  <a:lnTo>
                    <a:pt x="354" y="2420"/>
                  </a:lnTo>
                  <a:lnTo>
                    <a:pt x="986" y="1703"/>
                  </a:lnTo>
                  <a:lnTo>
                    <a:pt x="1926" y="2105"/>
                  </a:lnTo>
                  <a:lnTo>
                    <a:pt x="1854" y="3059"/>
                  </a:lnTo>
                  <a:lnTo>
                    <a:pt x="2220" y="3215"/>
                  </a:lnTo>
                  <a:lnTo>
                    <a:pt x="2446" y="177"/>
                  </a:lnTo>
                  <a:lnTo>
                    <a:pt x="20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3"/>
            <p:cNvSpPr/>
            <p:nvPr/>
          </p:nvSpPr>
          <p:spPr>
            <a:xfrm>
              <a:off x="7284850" y="789450"/>
              <a:ext cx="69825" cy="69075"/>
            </a:xfrm>
            <a:custGeom>
              <a:rect b="b" l="l" r="r" t="t"/>
              <a:pathLst>
                <a:path extrusionOk="0" h="2763" w="2793">
                  <a:moveTo>
                    <a:pt x="1757" y="1"/>
                  </a:moveTo>
                  <a:cubicBezTo>
                    <a:pt x="1496" y="1"/>
                    <a:pt x="1267" y="121"/>
                    <a:pt x="1126" y="344"/>
                  </a:cubicBezTo>
                  <a:cubicBezTo>
                    <a:pt x="908" y="688"/>
                    <a:pt x="1023" y="1049"/>
                    <a:pt x="1331" y="1441"/>
                  </a:cubicBezTo>
                  <a:cubicBezTo>
                    <a:pt x="1580" y="1776"/>
                    <a:pt x="1626" y="1988"/>
                    <a:pt x="1483" y="2215"/>
                  </a:cubicBezTo>
                  <a:cubicBezTo>
                    <a:pt x="1392" y="2357"/>
                    <a:pt x="1256" y="2433"/>
                    <a:pt x="1094" y="2433"/>
                  </a:cubicBezTo>
                  <a:cubicBezTo>
                    <a:pt x="977" y="2433"/>
                    <a:pt x="846" y="2393"/>
                    <a:pt x="711" y="2308"/>
                  </a:cubicBezTo>
                  <a:cubicBezTo>
                    <a:pt x="494" y="2170"/>
                    <a:pt x="334" y="1967"/>
                    <a:pt x="249" y="1792"/>
                  </a:cubicBezTo>
                  <a:lnTo>
                    <a:pt x="0" y="2005"/>
                  </a:lnTo>
                  <a:cubicBezTo>
                    <a:pt x="74" y="2175"/>
                    <a:pt x="289" y="2406"/>
                    <a:pt x="522" y="2553"/>
                  </a:cubicBezTo>
                  <a:cubicBezTo>
                    <a:pt x="752" y="2699"/>
                    <a:pt x="967" y="2762"/>
                    <a:pt x="1158" y="2762"/>
                  </a:cubicBezTo>
                  <a:cubicBezTo>
                    <a:pt x="1444" y="2762"/>
                    <a:pt x="1676" y="2618"/>
                    <a:pt x="1818" y="2392"/>
                  </a:cubicBezTo>
                  <a:cubicBezTo>
                    <a:pt x="2045" y="2035"/>
                    <a:pt x="1962" y="1704"/>
                    <a:pt x="1651" y="1284"/>
                  </a:cubicBezTo>
                  <a:cubicBezTo>
                    <a:pt x="1398" y="943"/>
                    <a:pt x="1321" y="736"/>
                    <a:pt x="1465" y="509"/>
                  </a:cubicBezTo>
                  <a:cubicBezTo>
                    <a:pt x="1530" y="407"/>
                    <a:pt x="1651" y="322"/>
                    <a:pt x="1812" y="322"/>
                  </a:cubicBezTo>
                  <a:cubicBezTo>
                    <a:pt x="1912" y="322"/>
                    <a:pt x="2027" y="355"/>
                    <a:pt x="2153" y="435"/>
                  </a:cubicBezTo>
                  <a:cubicBezTo>
                    <a:pt x="2374" y="574"/>
                    <a:pt x="2492" y="750"/>
                    <a:pt x="2543" y="844"/>
                  </a:cubicBezTo>
                  <a:lnTo>
                    <a:pt x="2792" y="641"/>
                  </a:lnTo>
                  <a:cubicBezTo>
                    <a:pt x="2724" y="512"/>
                    <a:pt x="2579" y="339"/>
                    <a:pt x="2331" y="182"/>
                  </a:cubicBezTo>
                  <a:cubicBezTo>
                    <a:pt x="2136" y="59"/>
                    <a:pt x="1939" y="1"/>
                    <a:pt x="1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3"/>
            <p:cNvSpPr/>
            <p:nvPr/>
          </p:nvSpPr>
          <p:spPr>
            <a:xfrm>
              <a:off x="7336275" y="830350"/>
              <a:ext cx="74000" cy="66575"/>
            </a:xfrm>
            <a:custGeom>
              <a:rect b="b" l="l" r="r" t="t"/>
              <a:pathLst>
                <a:path extrusionOk="0" h="2663" w="2960">
                  <a:moveTo>
                    <a:pt x="1907" y="1"/>
                  </a:moveTo>
                  <a:cubicBezTo>
                    <a:pt x="1694" y="1"/>
                    <a:pt x="1498" y="88"/>
                    <a:pt x="1353" y="257"/>
                  </a:cubicBezTo>
                  <a:cubicBezTo>
                    <a:pt x="1087" y="564"/>
                    <a:pt x="1149" y="938"/>
                    <a:pt x="1395" y="1371"/>
                  </a:cubicBezTo>
                  <a:cubicBezTo>
                    <a:pt x="1592" y="1740"/>
                    <a:pt x="1608" y="1956"/>
                    <a:pt x="1431" y="2159"/>
                  </a:cubicBezTo>
                  <a:cubicBezTo>
                    <a:pt x="1338" y="2268"/>
                    <a:pt x="1218" y="2325"/>
                    <a:pt x="1087" y="2325"/>
                  </a:cubicBezTo>
                  <a:cubicBezTo>
                    <a:pt x="950" y="2325"/>
                    <a:pt x="801" y="2264"/>
                    <a:pt x="656" y="2138"/>
                  </a:cubicBezTo>
                  <a:cubicBezTo>
                    <a:pt x="462" y="1970"/>
                    <a:pt x="333" y="1746"/>
                    <a:pt x="274" y="1560"/>
                  </a:cubicBezTo>
                  <a:lnTo>
                    <a:pt x="0" y="1733"/>
                  </a:lnTo>
                  <a:cubicBezTo>
                    <a:pt x="50" y="1912"/>
                    <a:pt x="225" y="2171"/>
                    <a:pt x="436" y="2352"/>
                  </a:cubicBezTo>
                  <a:cubicBezTo>
                    <a:pt x="686" y="2569"/>
                    <a:pt x="933" y="2662"/>
                    <a:pt x="1154" y="2662"/>
                  </a:cubicBezTo>
                  <a:cubicBezTo>
                    <a:pt x="1387" y="2662"/>
                    <a:pt x="1592" y="2558"/>
                    <a:pt x="1741" y="2385"/>
                  </a:cubicBezTo>
                  <a:cubicBezTo>
                    <a:pt x="2015" y="2066"/>
                    <a:pt x="1983" y="1725"/>
                    <a:pt x="1737" y="1264"/>
                  </a:cubicBezTo>
                  <a:cubicBezTo>
                    <a:pt x="1538" y="887"/>
                    <a:pt x="1490" y="674"/>
                    <a:pt x="1667" y="469"/>
                  </a:cubicBezTo>
                  <a:cubicBezTo>
                    <a:pt x="1734" y="391"/>
                    <a:pt x="1841" y="332"/>
                    <a:pt x="1971" y="332"/>
                  </a:cubicBezTo>
                  <a:cubicBezTo>
                    <a:pt x="2086" y="332"/>
                    <a:pt x="2219" y="378"/>
                    <a:pt x="2359" y="498"/>
                  </a:cubicBezTo>
                  <a:cubicBezTo>
                    <a:pt x="2556" y="669"/>
                    <a:pt x="2647" y="858"/>
                    <a:pt x="2684" y="958"/>
                  </a:cubicBezTo>
                  <a:lnTo>
                    <a:pt x="2959" y="797"/>
                  </a:lnTo>
                  <a:cubicBezTo>
                    <a:pt x="2909" y="658"/>
                    <a:pt x="2792" y="466"/>
                    <a:pt x="2571" y="274"/>
                  </a:cubicBezTo>
                  <a:cubicBezTo>
                    <a:pt x="2356" y="90"/>
                    <a:pt x="2123" y="1"/>
                    <a:pt x="1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3"/>
            <p:cNvSpPr/>
            <p:nvPr/>
          </p:nvSpPr>
          <p:spPr>
            <a:xfrm>
              <a:off x="6631150" y="1366550"/>
              <a:ext cx="48800" cy="26225"/>
            </a:xfrm>
            <a:custGeom>
              <a:rect b="b" l="l" r="r" t="t"/>
              <a:pathLst>
                <a:path extrusionOk="0" h="1049" w="1952">
                  <a:moveTo>
                    <a:pt x="1847" y="0"/>
                  </a:moveTo>
                  <a:lnTo>
                    <a:pt x="0" y="810"/>
                  </a:lnTo>
                  <a:lnTo>
                    <a:pt x="104" y="1048"/>
                  </a:lnTo>
                  <a:lnTo>
                    <a:pt x="1951" y="239"/>
                  </a:lnTo>
                  <a:lnTo>
                    <a:pt x="18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3"/>
            <p:cNvSpPr/>
            <p:nvPr/>
          </p:nvSpPr>
          <p:spPr>
            <a:xfrm>
              <a:off x="6642850" y="1388625"/>
              <a:ext cx="62450" cy="57500"/>
            </a:xfrm>
            <a:custGeom>
              <a:rect b="b" l="l" r="r" t="t"/>
              <a:pathLst>
                <a:path extrusionOk="0" h="2300" w="2498">
                  <a:moveTo>
                    <a:pt x="1769" y="0"/>
                  </a:moveTo>
                  <a:lnTo>
                    <a:pt x="1" y="970"/>
                  </a:lnTo>
                  <a:lnTo>
                    <a:pt x="120" y="1187"/>
                  </a:lnTo>
                  <a:lnTo>
                    <a:pt x="875" y="772"/>
                  </a:lnTo>
                  <a:cubicBezTo>
                    <a:pt x="1169" y="610"/>
                    <a:pt x="1379" y="488"/>
                    <a:pt x="1595" y="352"/>
                  </a:cubicBezTo>
                  <a:lnTo>
                    <a:pt x="1601" y="359"/>
                  </a:lnTo>
                  <a:cubicBezTo>
                    <a:pt x="1458" y="553"/>
                    <a:pt x="1321" y="783"/>
                    <a:pt x="1192" y="1015"/>
                  </a:cubicBezTo>
                  <a:lnTo>
                    <a:pt x="603" y="2068"/>
                  </a:lnTo>
                  <a:lnTo>
                    <a:pt x="731" y="2299"/>
                  </a:lnTo>
                  <a:lnTo>
                    <a:pt x="2498" y="1327"/>
                  </a:lnTo>
                  <a:lnTo>
                    <a:pt x="2380" y="1113"/>
                  </a:lnTo>
                  <a:lnTo>
                    <a:pt x="1640" y="1518"/>
                  </a:lnTo>
                  <a:cubicBezTo>
                    <a:pt x="1364" y="1670"/>
                    <a:pt x="1152" y="1794"/>
                    <a:pt x="928" y="1944"/>
                  </a:cubicBezTo>
                  <a:lnTo>
                    <a:pt x="923" y="1940"/>
                  </a:lnTo>
                  <a:cubicBezTo>
                    <a:pt x="1057" y="1755"/>
                    <a:pt x="1187" y="1552"/>
                    <a:pt x="1322" y="1307"/>
                  </a:cubicBezTo>
                  <a:lnTo>
                    <a:pt x="1905" y="249"/>
                  </a:lnTo>
                  <a:lnTo>
                    <a:pt x="17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3"/>
            <p:cNvSpPr/>
            <p:nvPr/>
          </p:nvSpPr>
          <p:spPr>
            <a:xfrm>
              <a:off x="6678800" y="1431425"/>
              <a:ext cx="53850" cy="46900"/>
            </a:xfrm>
            <a:custGeom>
              <a:rect b="b" l="l" r="r" t="t"/>
              <a:pathLst>
                <a:path extrusionOk="0" h="1876" w="2154">
                  <a:moveTo>
                    <a:pt x="1296" y="0"/>
                  </a:moveTo>
                  <a:lnTo>
                    <a:pt x="1115" y="127"/>
                  </a:lnTo>
                  <a:lnTo>
                    <a:pt x="1467" y="628"/>
                  </a:lnTo>
                  <a:lnTo>
                    <a:pt x="1" y="1660"/>
                  </a:lnTo>
                  <a:lnTo>
                    <a:pt x="152" y="1876"/>
                  </a:lnTo>
                  <a:lnTo>
                    <a:pt x="1618" y="844"/>
                  </a:lnTo>
                  <a:lnTo>
                    <a:pt x="1973" y="1346"/>
                  </a:lnTo>
                  <a:lnTo>
                    <a:pt x="2153" y="1221"/>
                  </a:lnTo>
                  <a:lnTo>
                    <a:pt x="1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3"/>
            <p:cNvSpPr/>
            <p:nvPr/>
          </p:nvSpPr>
          <p:spPr>
            <a:xfrm>
              <a:off x="6701925" y="1471150"/>
              <a:ext cx="56000" cy="54375"/>
            </a:xfrm>
            <a:custGeom>
              <a:rect b="b" l="l" r="r" t="t"/>
              <a:pathLst>
                <a:path extrusionOk="0" h="2175" w="2240">
                  <a:moveTo>
                    <a:pt x="1532" y="1"/>
                  </a:moveTo>
                  <a:lnTo>
                    <a:pt x="0" y="1313"/>
                  </a:lnTo>
                  <a:lnTo>
                    <a:pt x="738" y="2175"/>
                  </a:lnTo>
                  <a:lnTo>
                    <a:pt x="904" y="2033"/>
                  </a:lnTo>
                  <a:lnTo>
                    <a:pt x="336" y="1370"/>
                  </a:lnTo>
                  <a:lnTo>
                    <a:pt x="888" y="897"/>
                  </a:lnTo>
                  <a:lnTo>
                    <a:pt x="1398" y="1492"/>
                  </a:lnTo>
                  <a:lnTo>
                    <a:pt x="1560" y="1351"/>
                  </a:lnTo>
                  <a:lnTo>
                    <a:pt x="1052" y="756"/>
                  </a:lnTo>
                  <a:lnTo>
                    <a:pt x="1535" y="340"/>
                  </a:lnTo>
                  <a:lnTo>
                    <a:pt x="2074" y="970"/>
                  </a:lnTo>
                  <a:lnTo>
                    <a:pt x="2239" y="828"/>
                  </a:lnTo>
                  <a:lnTo>
                    <a:pt x="15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3"/>
            <p:cNvSpPr/>
            <p:nvPr/>
          </p:nvSpPr>
          <p:spPr>
            <a:xfrm>
              <a:off x="6733975" y="1503625"/>
              <a:ext cx="52175" cy="58725"/>
            </a:xfrm>
            <a:custGeom>
              <a:rect b="b" l="l" r="r" t="t"/>
              <a:pathLst>
                <a:path extrusionOk="0" h="2349" w="2087">
                  <a:moveTo>
                    <a:pt x="1437" y="312"/>
                  </a:moveTo>
                  <a:cubicBezTo>
                    <a:pt x="1476" y="332"/>
                    <a:pt x="1550" y="385"/>
                    <a:pt x="1639" y="471"/>
                  </a:cubicBezTo>
                  <a:cubicBezTo>
                    <a:pt x="1837" y="664"/>
                    <a:pt x="1894" y="877"/>
                    <a:pt x="1715" y="1065"/>
                  </a:cubicBezTo>
                  <a:cubicBezTo>
                    <a:pt x="1640" y="1143"/>
                    <a:pt x="1550" y="1183"/>
                    <a:pt x="1455" y="1183"/>
                  </a:cubicBezTo>
                  <a:cubicBezTo>
                    <a:pt x="1345" y="1183"/>
                    <a:pt x="1229" y="1131"/>
                    <a:pt x="1121" y="1029"/>
                  </a:cubicBezTo>
                  <a:lnTo>
                    <a:pt x="929" y="846"/>
                  </a:lnTo>
                  <a:lnTo>
                    <a:pt x="1437" y="312"/>
                  </a:lnTo>
                  <a:close/>
                  <a:moveTo>
                    <a:pt x="1374" y="1"/>
                  </a:moveTo>
                  <a:lnTo>
                    <a:pt x="1" y="1441"/>
                  </a:lnTo>
                  <a:lnTo>
                    <a:pt x="189" y="1621"/>
                  </a:lnTo>
                  <a:lnTo>
                    <a:pt x="792" y="989"/>
                  </a:lnTo>
                  <a:lnTo>
                    <a:pt x="971" y="1158"/>
                  </a:lnTo>
                  <a:cubicBezTo>
                    <a:pt x="1136" y="1328"/>
                    <a:pt x="1141" y="1477"/>
                    <a:pt x="992" y="1720"/>
                  </a:cubicBezTo>
                  <a:cubicBezTo>
                    <a:pt x="859" y="1942"/>
                    <a:pt x="773" y="2099"/>
                    <a:pt x="757" y="2162"/>
                  </a:cubicBezTo>
                  <a:lnTo>
                    <a:pt x="952" y="2348"/>
                  </a:lnTo>
                  <a:cubicBezTo>
                    <a:pt x="976" y="2264"/>
                    <a:pt x="1075" y="2089"/>
                    <a:pt x="1221" y="1841"/>
                  </a:cubicBezTo>
                  <a:cubicBezTo>
                    <a:pt x="1332" y="1656"/>
                    <a:pt x="1364" y="1487"/>
                    <a:pt x="1287" y="1341"/>
                  </a:cubicBezTo>
                  <a:lnTo>
                    <a:pt x="1294" y="1335"/>
                  </a:lnTo>
                  <a:cubicBezTo>
                    <a:pt x="1373" y="1372"/>
                    <a:pt x="1458" y="1392"/>
                    <a:pt x="1544" y="1392"/>
                  </a:cubicBezTo>
                  <a:cubicBezTo>
                    <a:pt x="1678" y="1392"/>
                    <a:pt x="1811" y="1342"/>
                    <a:pt x="1923" y="1225"/>
                  </a:cubicBezTo>
                  <a:cubicBezTo>
                    <a:pt x="2031" y="1112"/>
                    <a:pt x="2086" y="974"/>
                    <a:pt x="2075" y="838"/>
                  </a:cubicBezTo>
                  <a:cubicBezTo>
                    <a:pt x="2061" y="669"/>
                    <a:pt x="1967" y="508"/>
                    <a:pt x="1765" y="316"/>
                  </a:cubicBezTo>
                  <a:cubicBezTo>
                    <a:pt x="1634" y="192"/>
                    <a:pt x="1488" y="73"/>
                    <a:pt x="13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3"/>
            <p:cNvSpPr/>
            <p:nvPr/>
          </p:nvSpPr>
          <p:spPr>
            <a:xfrm>
              <a:off x="6772100" y="1534100"/>
              <a:ext cx="60550" cy="63050"/>
            </a:xfrm>
            <a:custGeom>
              <a:rect b="b" l="l" r="r" t="t"/>
              <a:pathLst>
                <a:path extrusionOk="0" h="2522" w="2422">
                  <a:moveTo>
                    <a:pt x="1212" y="0"/>
                  </a:moveTo>
                  <a:lnTo>
                    <a:pt x="1" y="1613"/>
                  </a:lnTo>
                  <a:lnTo>
                    <a:pt x="197" y="1759"/>
                  </a:lnTo>
                  <a:lnTo>
                    <a:pt x="714" y="1070"/>
                  </a:lnTo>
                  <a:cubicBezTo>
                    <a:pt x="914" y="802"/>
                    <a:pt x="1056" y="604"/>
                    <a:pt x="1197" y="393"/>
                  </a:cubicBezTo>
                  <a:lnTo>
                    <a:pt x="1206" y="396"/>
                  </a:lnTo>
                  <a:cubicBezTo>
                    <a:pt x="1156" y="632"/>
                    <a:pt x="1125" y="896"/>
                    <a:pt x="1104" y="1160"/>
                  </a:cubicBezTo>
                  <a:lnTo>
                    <a:pt x="1001" y="2363"/>
                  </a:lnTo>
                  <a:lnTo>
                    <a:pt x="1211" y="2521"/>
                  </a:lnTo>
                  <a:lnTo>
                    <a:pt x="2421" y="908"/>
                  </a:lnTo>
                  <a:lnTo>
                    <a:pt x="2226" y="762"/>
                  </a:lnTo>
                  <a:lnTo>
                    <a:pt x="1721" y="1437"/>
                  </a:lnTo>
                  <a:cubicBezTo>
                    <a:pt x="1531" y="1687"/>
                    <a:pt x="1389" y="1888"/>
                    <a:pt x="1246" y="2118"/>
                  </a:cubicBezTo>
                  <a:lnTo>
                    <a:pt x="1239" y="2116"/>
                  </a:lnTo>
                  <a:cubicBezTo>
                    <a:pt x="1286" y="1894"/>
                    <a:pt x="1321" y="1654"/>
                    <a:pt x="1343" y="1376"/>
                  </a:cubicBezTo>
                  <a:lnTo>
                    <a:pt x="1439" y="171"/>
                  </a:lnTo>
                  <a:lnTo>
                    <a:pt x="1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3"/>
            <p:cNvSpPr/>
            <p:nvPr/>
          </p:nvSpPr>
          <p:spPr>
            <a:xfrm>
              <a:off x="6818500" y="1573000"/>
              <a:ext cx="46975" cy="56250"/>
            </a:xfrm>
            <a:custGeom>
              <a:rect b="b" l="l" r="r" t="t"/>
              <a:pathLst>
                <a:path extrusionOk="0" h="2250" w="1879">
                  <a:moveTo>
                    <a:pt x="1619" y="275"/>
                  </a:moveTo>
                  <a:lnTo>
                    <a:pt x="1625" y="279"/>
                  </a:lnTo>
                  <a:cubicBezTo>
                    <a:pt x="1593" y="393"/>
                    <a:pt x="1559" y="512"/>
                    <a:pt x="1531" y="649"/>
                  </a:cubicBezTo>
                  <a:lnTo>
                    <a:pt x="1409" y="1251"/>
                  </a:lnTo>
                  <a:lnTo>
                    <a:pt x="883" y="945"/>
                  </a:lnTo>
                  <a:lnTo>
                    <a:pt x="1347" y="539"/>
                  </a:lnTo>
                  <a:cubicBezTo>
                    <a:pt x="1443" y="452"/>
                    <a:pt x="1533" y="364"/>
                    <a:pt x="1619" y="275"/>
                  </a:cubicBezTo>
                  <a:close/>
                  <a:moveTo>
                    <a:pt x="1606" y="0"/>
                  </a:moveTo>
                  <a:lnTo>
                    <a:pt x="1" y="1404"/>
                  </a:lnTo>
                  <a:lnTo>
                    <a:pt x="234" y="1539"/>
                  </a:lnTo>
                  <a:lnTo>
                    <a:pt x="735" y="1095"/>
                  </a:lnTo>
                  <a:lnTo>
                    <a:pt x="1353" y="1452"/>
                  </a:lnTo>
                  <a:lnTo>
                    <a:pt x="1222" y="2110"/>
                  </a:lnTo>
                  <a:lnTo>
                    <a:pt x="1462" y="2250"/>
                  </a:lnTo>
                  <a:lnTo>
                    <a:pt x="1879" y="157"/>
                  </a:lnTo>
                  <a:lnTo>
                    <a:pt x="16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3"/>
            <p:cNvSpPr/>
            <p:nvPr/>
          </p:nvSpPr>
          <p:spPr>
            <a:xfrm>
              <a:off x="6875000" y="1586275"/>
              <a:ext cx="40900" cy="54975"/>
            </a:xfrm>
            <a:custGeom>
              <a:rect b="b" l="l" r="r" t="t"/>
              <a:pathLst>
                <a:path extrusionOk="0" h="2199" w="1636">
                  <a:moveTo>
                    <a:pt x="279" y="1"/>
                  </a:moveTo>
                  <a:lnTo>
                    <a:pt x="186" y="202"/>
                  </a:lnTo>
                  <a:lnTo>
                    <a:pt x="744" y="457"/>
                  </a:lnTo>
                  <a:lnTo>
                    <a:pt x="1" y="2089"/>
                  </a:lnTo>
                  <a:lnTo>
                    <a:pt x="239" y="2198"/>
                  </a:lnTo>
                  <a:lnTo>
                    <a:pt x="983" y="565"/>
                  </a:lnTo>
                  <a:lnTo>
                    <a:pt x="1544" y="821"/>
                  </a:lnTo>
                  <a:lnTo>
                    <a:pt x="1636" y="620"/>
                  </a:lnTo>
                  <a:lnTo>
                    <a:pt x="2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3"/>
            <p:cNvSpPr/>
            <p:nvPr/>
          </p:nvSpPr>
          <p:spPr>
            <a:xfrm>
              <a:off x="6909975" y="1605725"/>
              <a:ext cx="23475" cy="49675"/>
            </a:xfrm>
            <a:custGeom>
              <a:rect b="b" l="l" r="r" t="t"/>
              <a:pathLst>
                <a:path extrusionOk="0" h="1987" w="939">
                  <a:moveTo>
                    <a:pt x="693" y="1"/>
                  </a:moveTo>
                  <a:lnTo>
                    <a:pt x="1" y="1896"/>
                  </a:lnTo>
                  <a:lnTo>
                    <a:pt x="245" y="1987"/>
                  </a:lnTo>
                  <a:lnTo>
                    <a:pt x="938" y="90"/>
                  </a:ln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3"/>
            <p:cNvSpPr/>
            <p:nvPr/>
          </p:nvSpPr>
          <p:spPr>
            <a:xfrm>
              <a:off x="6936625" y="1617675"/>
              <a:ext cx="52475" cy="51775"/>
            </a:xfrm>
            <a:custGeom>
              <a:rect b="b" l="l" r="r" t="t"/>
              <a:pathLst>
                <a:path extrusionOk="0" h="2071" w="2099">
                  <a:moveTo>
                    <a:pt x="1106" y="214"/>
                  </a:moveTo>
                  <a:cubicBezTo>
                    <a:pt x="1157" y="214"/>
                    <a:pt x="1210" y="221"/>
                    <a:pt x="1265" y="236"/>
                  </a:cubicBezTo>
                  <a:cubicBezTo>
                    <a:pt x="1683" y="345"/>
                    <a:pt x="1780" y="803"/>
                    <a:pt x="1677" y="1191"/>
                  </a:cubicBezTo>
                  <a:cubicBezTo>
                    <a:pt x="1576" y="1575"/>
                    <a:pt x="1320" y="1856"/>
                    <a:pt x="995" y="1856"/>
                  </a:cubicBezTo>
                  <a:cubicBezTo>
                    <a:pt x="945" y="1856"/>
                    <a:pt x="893" y="1850"/>
                    <a:pt x="840" y="1836"/>
                  </a:cubicBezTo>
                  <a:cubicBezTo>
                    <a:pt x="443" y="1732"/>
                    <a:pt x="316" y="1299"/>
                    <a:pt x="425" y="883"/>
                  </a:cubicBezTo>
                  <a:cubicBezTo>
                    <a:pt x="523" y="511"/>
                    <a:pt x="769" y="214"/>
                    <a:pt x="1106" y="214"/>
                  </a:cubicBezTo>
                  <a:close/>
                  <a:moveTo>
                    <a:pt x="1085" y="0"/>
                  </a:moveTo>
                  <a:cubicBezTo>
                    <a:pt x="662" y="0"/>
                    <a:pt x="293" y="298"/>
                    <a:pt x="156" y="818"/>
                  </a:cubicBezTo>
                  <a:cubicBezTo>
                    <a:pt x="0" y="1407"/>
                    <a:pt x="257" y="1901"/>
                    <a:pt x="771" y="2037"/>
                  </a:cubicBezTo>
                  <a:cubicBezTo>
                    <a:pt x="856" y="2059"/>
                    <a:pt x="941" y="2070"/>
                    <a:pt x="1024" y="2070"/>
                  </a:cubicBezTo>
                  <a:cubicBezTo>
                    <a:pt x="1431" y="2070"/>
                    <a:pt x="1800" y="1805"/>
                    <a:pt x="1946" y="1249"/>
                  </a:cubicBezTo>
                  <a:cubicBezTo>
                    <a:pt x="2099" y="671"/>
                    <a:pt x="1862" y="173"/>
                    <a:pt x="1331" y="33"/>
                  </a:cubicBezTo>
                  <a:cubicBezTo>
                    <a:pt x="1248" y="11"/>
                    <a:pt x="1165" y="0"/>
                    <a:pt x="1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3"/>
            <p:cNvSpPr/>
            <p:nvPr/>
          </p:nvSpPr>
          <p:spPr>
            <a:xfrm>
              <a:off x="6998700" y="1627175"/>
              <a:ext cx="45000" cy="55500"/>
            </a:xfrm>
            <a:custGeom>
              <a:rect b="b" l="l" r="r" t="t"/>
              <a:pathLst>
                <a:path extrusionOk="0" h="2220" w="1800">
                  <a:moveTo>
                    <a:pt x="299" y="0"/>
                  </a:moveTo>
                  <a:lnTo>
                    <a:pt x="1" y="1998"/>
                  </a:lnTo>
                  <a:lnTo>
                    <a:pt x="246" y="2034"/>
                  </a:lnTo>
                  <a:lnTo>
                    <a:pt x="372" y="1178"/>
                  </a:lnTo>
                  <a:cubicBezTo>
                    <a:pt x="423" y="847"/>
                    <a:pt x="452" y="606"/>
                    <a:pt x="474" y="352"/>
                  </a:cubicBezTo>
                  <a:lnTo>
                    <a:pt x="484" y="351"/>
                  </a:lnTo>
                  <a:cubicBezTo>
                    <a:pt x="553" y="581"/>
                    <a:pt x="653" y="830"/>
                    <a:pt x="758" y="1073"/>
                  </a:cubicBezTo>
                  <a:lnTo>
                    <a:pt x="1242" y="2180"/>
                  </a:lnTo>
                  <a:lnTo>
                    <a:pt x="1502" y="2219"/>
                  </a:lnTo>
                  <a:lnTo>
                    <a:pt x="1799" y="222"/>
                  </a:lnTo>
                  <a:lnTo>
                    <a:pt x="1557" y="186"/>
                  </a:lnTo>
                  <a:lnTo>
                    <a:pt x="1432" y="1021"/>
                  </a:lnTo>
                  <a:cubicBezTo>
                    <a:pt x="1385" y="1332"/>
                    <a:pt x="1356" y="1576"/>
                    <a:pt x="1339" y="1847"/>
                  </a:cubicBezTo>
                  <a:lnTo>
                    <a:pt x="1332" y="1849"/>
                  </a:lnTo>
                  <a:cubicBezTo>
                    <a:pt x="1268" y="1631"/>
                    <a:pt x="1184" y="1403"/>
                    <a:pt x="1071" y="1147"/>
                  </a:cubicBezTo>
                  <a:lnTo>
                    <a:pt x="581" y="41"/>
                  </a:lnTo>
                  <a:lnTo>
                    <a:pt x="2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3"/>
            <p:cNvSpPr/>
            <p:nvPr/>
          </p:nvSpPr>
          <p:spPr>
            <a:xfrm>
              <a:off x="7055775" y="1633575"/>
              <a:ext cx="42250" cy="50850"/>
            </a:xfrm>
            <a:custGeom>
              <a:rect b="b" l="l" r="r" t="t"/>
              <a:pathLst>
                <a:path extrusionOk="0" h="2034" w="1690">
                  <a:moveTo>
                    <a:pt x="861" y="235"/>
                  </a:moveTo>
                  <a:cubicBezTo>
                    <a:pt x="890" y="352"/>
                    <a:pt x="919" y="472"/>
                    <a:pt x="962" y="605"/>
                  </a:cubicBezTo>
                  <a:lnTo>
                    <a:pt x="1153" y="1189"/>
                  </a:lnTo>
                  <a:lnTo>
                    <a:pt x="544" y="1180"/>
                  </a:lnTo>
                  <a:lnTo>
                    <a:pt x="749" y="599"/>
                  </a:lnTo>
                  <a:cubicBezTo>
                    <a:pt x="790" y="478"/>
                    <a:pt x="823" y="354"/>
                    <a:pt x="855" y="235"/>
                  </a:cubicBezTo>
                  <a:close/>
                  <a:moveTo>
                    <a:pt x="711" y="1"/>
                  </a:moveTo>
                  <a:lnTo>
                    <a:pt x="0" y="2011"/>
                  </a:lnTo>
                  <a:lnTo>
                    <a:pt x="269" y="2015"/>
                  </a:lnTo>
                  <a:lnTo>
                    <a:pt x="487" y="1384"/>
                  </a:lnTo>
                  <a:lnTo>
                    <a:pt x="1203" y="1392"/>
                  </a:lnTo>
                  <a:lnTo>
                    <a:pt x="1410" y="2029"/>
                  </a:lnTo>
                  <a:lnTo>
                    <a:pt x="1689" y="2034"/>
                  </a:lnTo>
                  <a:lnTo>
                    <a:pt x="1026" y="4"/>
                  </a:lnTo>
                  <a:lnTo>
                    <a:pt x="7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3"/>
            <p:cNvSpPr/>
            <p:nvPr/>
          </p:nvSpPr>
          <p:spPr>
            <a:xfrm>
              <a:off x="7111800" y="1632200"/>
              <a:ext cx="32775" cy="50925"/>
            </a:xfrm>
            <a:custGeom>
              <a:rect b="b" l="l" r="r" t="t"/>
              <a:pathLst>
                <a:path extrusionOk="0" h="2037" w="1311">
                  <a:moveTo>
                    <a:pt x="259" y="0"/>
                  </a:moveTo>
                  <a:lnTo>
                    <a:pt x="0" y="25"/>
                  </a:lnTo>
                  <a:lnTo>
                    <a:pt x="192" y="2037"/>
                  </a:lnTo>
                  <a:lnTo>
                    <a:pt x="1310" y="1931"/>
                  </a:lnTo>
                  <a:lnTo>
                    <a:pt x="1290" y="1713"/>
                  </a:lnTo>
                  <a:lnTo>
                    <a:pt x="429" y="1794"/>
                  </a:lnTo>
                  <a:lnTo>
                    <a:pt x="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3"/>
            <p:cNvSpPr/>
            <p:nvPr/>
          </p:nvSpPr>
          <p:spPr>
            <a:xfrm>
              <a:off x="7184100" y="1618800"/>
              <a:ext cx="40850" cy="55100"/>
            </a:xfrm>
            <a:custGeom>
              <a:rect b="b" l="l" r="r" t="t"/>
              <a:pathLst>
                <a:path extrusionOk="0" h="2204" w="1634">
                  <a:moveTo>
                    <a:pt x="361" y="263"/>
                  </a:moveTo>
                  <a:cubicBezTo>
                    <a:pt x="419" y="368"/>
                    <a:pt x="480" y="476"/>
                    <a:pt x="555" y="593"/>
                  </a:cubicBezTo>
                  <a:lnTo>
                    <a:pt x="893" y="1105"/>
                  </a:lnTo>
                  <a:lnTo>
                    <a:pt x="304" y="1258"/>
                  </a:lnTo>
                  <a:lnTo>
                    <a:pt x="348" y="644"/>
                  </a:lnTo>
                  <a:cubicBezTo>
                    <a:pt x="356" y="515"/>
                    <a:pt x="357" y="388"/>
                    <a:pt x="356" y="264"/>
                  </a:cubicBezTo>
                  <a:lnTo>
                    <a:pt x="361" y="263"/>
                  </a:lnTo>
                  <a:close/>
                  <a:moveTo>
                    <a:pt x="459" y="1"/>
                  </a:moveTo>
                  <a:lnTo>
                    <a:pt x="156" y="79"/>
                  </a:lnTo>
                  <a:lnTo>
                    <a:pt x="0" y="2204"/>
                  </a:lnTo>
                  <a:lnTo>
                    <a:pt x="260" y="2135"/>
                  </a:lnTo>
                  <a:lnTo>
                    <a:pt x="304" y="1469"/>
                  </a:lnTo>
                  <a:lnTo>
                    <a:pt x="997" y="1289"/>
                  </a:lnTo>
                  <a:lnTo>
                    <a:pt x="1364" y="1849"/>
                  </a:lnTo>
                  <a:lnTo>
                    <a:pt x="1633" y="1780"/>
                  </a:lnTo>
                  <a:lnTo>
                    <a:pt x="4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3"/>
            <p:cNvSpPr/>
            <p:nvPr/>
          </p:nvSpPr>
          <p:spPr>
            <a:xfrm>
              <a:off x="7225100" y="1607550"/>
              <a:ext cx="22975" cy="49725"/>
            </a:xfrm>
            <a:custGeom>
              <a:rect b="b" l="l" r="r" t="t"/>
              <a:pathLst>
                <a:path extrusionOk="0" h="1989" w="919">
                  <a:moveTo>
                    <a:pt x="245" y="1"/>
                  </a:moveTo>
                  <a:lnTo>
                    <a:pt x="1" y="88"/>
                  </a:lnTo>
                  <a:lnTo>
                    <a:pt x="673" y="1988"/>
                  </a:lnTo>
                  <a:lnTo>
                    <a:pt x="919" y="1901"/>
                  </a:lnTo>
                  <a:lnTo>
                    <a:pt x="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3"/>
            <p:cNvSpPr/>
            <p:nvPr/>
          </p:nvSpPr>
          <p:spPr>
            <a:xfrm>
              <a:off x="7247875" y="1593175"/>
              <a:ext cx="50375" cy="54375"/>
            </a:xfrm>
            <a:custGeom>
              <a:rect b="b" l="l" r="r" t="t"/>
              <a:pathLst>
                <a:path extrusionOk="0" h="2175" w="2015">
                  <a:moveTo>
                    <a:pt x="799" y="226"/>
                  </a:moveTo>
                  <a:cubicBezTo>
                    <a:pt x="937" y="226"/>
                    <a:pt x="1050" y="292"/>
                    <a:pt x="1118" y="443"/>
                  </a:cubicBezTo>
                  <a:cubicBezTo>
                    <a:pt x="1212" y="654"/>
                    <a:pt x="1113" y="866"/>
                    <a:pt x="859" y="979"/>
                  </a:cubicBezTo>
                  <a:lnTo>
                    <a:pt x="614" y="1089"/>
                  </a:lnTo>
                  <a:lnTo>
                    <a:pt x="315" y="414"/>
                  </a:lnTo>
                  <a:cubicBezTo>
                    <a:pt x="348" y="387"/>
                    <a:pt x="426" y="340"/>
                    <a:pt x="540" y="288"/>
                  </a:cubicBezTo>
                  <a:cubicBezTo>
                    <a:pt x="632" y="248"/>
                    <a:pt x="720" y="226"/>
                    <a:pt x="799" y="226"/>
                  </a:cubicBezTo>
                  <a:close/>
                  <a:moveTo>
                    <a:pt x="874" y="0"/>
                  </a:moveTo>
                  <a:cubicBezTo>
                    <a:pt x="752" y="0"/>
                    <a:pt x="613" y="37"/>
                    <a:pt x="441" y="114"/>
                  </a:cubicBezTo>
                  <a:cubicBezTo>
                    <a:pt x="277" y="188"/>
                    <a:pt x="111" y="278"/>
                    <a:pt x="1" y="356"/>
                  </a:cubicBezTo>
                  <a:lnTo>
                    <a:pt x="816" y="2174"/>
                  </a:lnTo>
                  <a:lnTo>
                    <a:pt x="1053" y="2068"/>
                  </a:lnTo>
                  <a:lnTo>
                    <a:pt x="696" y="1271"/>
                  </a:lnTo>
                  <a:lnTo>
                    <a:pt x="921" y="1170"/>
                  </a:lnTo>
                  <a:cubicBezTo>
                    <a:pt x="987" y="1144"/>
                    <a:pt x="1046" y="1130"/>
                    <a:pt x="1101" y="1130"/>
                  </a:cubicBezTo>
                  <a:cubicBezTo>
                    <a:pt x="1227" y="1130"/>
                    <a:pt x="1331" y="1204"/>
                    <a:pt x="1449" y="1364"/>
                  </a:cubicBezTo>
                  <a:cubicBezTo>
                    <a:pt x="1603" y="1568"/>
                    <a:pt x="1715" y="1710"/>
                    <a:pt x="1768" y="1748"/>
                  </a:cubicBezTo>
                  <a:lnTo>
                    <a:pt x="2015" y="1638"/>
                  </a:lnTo>
                  <a:cubicBezTo>
                    <a:pt x="1944" y="1583"/>
                    <a:pt x="1822" y="1426"/>
                    <a:pt x="1646" y="1195"/>
                  </a:cubicBezTo>
                  <a:cubicBezTo>
                    <a:pt x="1525" y="1035"/>
                    <a:pt x="1393" y="943"/>
                    <a:pt x="1241" y="943"/>
                  </a:cubicBezTo>
                  <a:cubicBezTo>
                    <a:pt x="1231" y="943"/>
                    <a:pt x="1220" y="943"/>
                    <a:pt x="1210" y="944"/>
                  </a:cubicBezTo>
                  <a:lnTo>
                    <a:pt x="1206" y="937"/>
                  </a:lnTo>
                  <a:cubicBezTo>
                    <a:pt x="1371" y="784"/>
                    <a:pt x="1450" y="555"/>
                    <a:pt x="1342" y="312"/>
                  </a:cubicBezTo>
                  <a:cubicBezTo>
                    <a:pt x="1279" y="169"/>
                    <a:pt x="1171" y="66"/>
                    <a:pt x="1041" y="26"/>
                  </a:cubicBezTo>
                  <a:cubicBezTo>
                    <a:pt x="988" y="9"/>
                    <a:pt x="933" y="0"/>
                    <a:pt x="8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3"/>
            <p:cNvSpPr/>
            <p:nvPr/>
          </p:nvSpPr>
          <p:spPr>
            <a:xfrm>
              <a:off x="7289725" y="1571500"/>
              <a:ext cx="36675" cy="53900"/>
            </a:xfrm>
            <a:custGeom>
              <a:rect b="b" l="l" r="r" t="t"/>
              <a:pathLst>
                <a:path extrusionOk="0" h="2156" w="1467">
                  <a:moveTo>
                    <a:pt x="817" y="234"/>
                  </a:moveTo>
                  <a:cubicBezTo>
                    <a:pt x="944" y="234"/>
                    <a:pt x="1053" y="295"/>
                    <a:pt x="1131" y="429"/>
                  </a:cubicBezTo>
                  <a:cubicBezTo>
                    <a:pt x="1271" y="670"/>
                    <a:pt x="1181" y="897"/>
                    <a:pt x="910" y="1055"/>
                  </a:cubicBezTo>
                  <a:cubicBezTo>
                    <a:pt x="836" y="1098"/>
                    <a:pt x="770" y="1129"/>
                    <a:pt x="713" y="1145"/>
                  </a:cubicBezTo>
                  <a:lnTo>
                    <a:pt x="321" y="468"/>
                  </a:lnTo>
                  <a:cubicBezTo>
                    <a:pt x="354" y="434"/>
                    <a:pt x="424" y="382"/>
                    <a:pt x="522" y="326"/>
                  </a:cubicBezTo>
                  <a:cubicBezTo>
                    <a:pt x="626" y="266"/>
                    <a:pt x="726" y="234"/>
                    <a:pt x="817" y="234"/>
                  </a:cubicBezTo>
                  <a:close/>
                  <a:moveTo>
                    <a:pt x="879" y="0"/>
                  </a:moveTo>
                  <a:cubicBezTo>
                    <a:pt x="744" y="0"/>
                    <a:pt x="588" y="48"/>
                    <a:pt x="414" y="149"/>
                  </a:cubicBezTo>
                  <a:cubicBezTo>
                    <a:pt x="232" y="255"/>
                    <a:pt x="98" y="353"/>
                    <a:pt x="0" y="434"/>
                  </a:cubicBezTo>
                  <a:lnTo>
                    <a:pt x="998" y="2156"/>
                  </a:lnTo>
                  <a:lnTo>
                    <a:pt x="1223" y="2026"/>
                  </a:lnTo>
                  <a:lnTo>
                    <a:pt x="818" y="1326"/>
                  </a:lnTo>
                  <a:cubicBezTo>
                    <a:pt x="878" y="1310"/>
                    <a:pt x="941" y="1276"/>
                    <a:pt x="1008" y="1238"/>
                  </a:cubicBezTo>
                  <a:cubicBezTo>
                    <a:pt x="1229" y="1110"/>
                    <a:pt x="1385" y="933"/>
                    <a:pt x="1431" y="737"/>
                  </a:cubicBezTo>
                  <a:cubicBezTo>
                    <a:pt x="1466" y="597"/>
                    <a:pt x="1440" y="444"/>
                    <a:pt x="1350" y="287"/>
                  </a:cubicBezTo>
                  <a:cubicBezTo>
                    <a:pt x="1260" y="133"/>
                    <a:pt x="1130" y="39"/>
                    <a:pt x="986" y="11"/>
                  </a:cubicBezTo>
                  <a:cubicBezTo>
                    <a:pt x="952" y="4"/>
                    <a:pt x="917" y="0"/>
                    <a:pt x="8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3"/>
            <p:cNvSpPr/>
            <p:nvPr/>
          </p:nvSpPr>
          <p:spPr>
            <a:xfrm>
              <a:off x="7331625" y="1541000"/>
              <a:ext cx="56400" cy="51375"/>
            </a:xfrm>
            <a:custGeom>
              <a:rect b="b" l="l" r="r" t="t"/>
              <a:pathLst>
                <a:path extrusionOk="0" h="2055" w="2256">
                  <a:moveTo>
                    <a:pt x="959" y="246"/>
                  </a:moveTo>
                  <a:cubicBezTo>
                    <a:pt x="1211" y="246"/>
                    <a:pt x="1460" y="415"/>
                    <a:pt x="1625" y="636"/>
                  </a:cubicBezTo>
                  <a:cubicBezTo>
                    <a:pt x="1899" y="1003"/>
                    <a:pt x="1938" y="1446"/>
                    <a:pt x="1607" y="1694"/>
                  </a:cubicBezTo>
                  <a:cubicBezTo>
                    <a:pt x="1500" y="1774"/>
                    <a:pt x="1383" y="1810"/>
                    <a:pt x="1266" y="1810"/>
                  </a:cubicBezTo>
                  <a:cubicBezTo>
                    <a:pt x="1023" y="1810"/>
                    <a:pt x="776" y="1657"/>
                    <a:pt x="602" y="1424"/>
                  </a:cubicBezTo>
                  <a:cubicBezTo>
                    <a:pt x="338" y="1069"/>
                    <a:pt x="274" y="620"/>
                    <a:pt x="618" y="363"/>
                  </a:cubicBezTo>
                  <a:cubicBezTo>
                    <a:pt x="727" y="282"/>
                    <a:pt x="843" y="246"/>
                    <a:pt x="959" y="246"/>
                  </a:cubicBezTo>
                  <a:close/>
                  <a:moveTo>
                    <a:pt x="1028" y="0"/>
                  </a:moveTo>
                  <a:cubicBezTo>
                    <a:pt x="848" y="0"/>
                    <a:pt x="668" y="60"/>
                    <a:pt x="501" y="184"/>
                  </a:cubicBezTo>
                  <a:cubicBezTo>
                    <a:pt x="70" y="507"/>
                    <a:pt x="1" y="1080"/>
                    <a:pt x="383" y="1595"/>
                  </a:cubicBezTo>
                  <a:cubicBezTo>
                    <a:pt x="609" y="1898"/>
                    <a:pt x="905" y="2055"/>
                    <a:pt x="1199" y="2055"/>
                  </a:cubicBezTo>
                  <a:cubicBezTo>
                    <a:pt x="1380" y="2055"/>
                    <a:pt x="1561" y="1995"/>
                    <a:pt x="1724" y="1874"/>
                  </a:cubicBezTo>
                  <a:cubicBezTo>
                    <a:pt x="2136" y="1566"/>
                    <a:pt x="2255" y="1018"/>
                    <a:pt x="1839" y="461"/>
                  </a:cubicBezTo>
                  <a:cubicBezTo>
                    <a:pt x="1617" y="162"/>
                    <a:pt x="1324" y="0"/>
                    <a:pt x="1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3"/>
            <p:cNvSpPr/>
            <p:nvPr/>
          </p:nvSpPr>
          <p:spPr>
            <a:xfrm>
              <a:off x="7373950" y="1507350"/>
              <a:ext cx="58050" cy="52500"/>
            </a:xfrm>
            <a:custGeom>
              <a:rect b="b" l="l" r="r" t="t"/>
              <a:pathLst>
                <a:path extrusionOk="0" h="2100" w="2322">
                  <a:moveTo>
                    <a:pt x="829" y="248"/>
                  </a:moveTo>
                  <a:cubicBezTo>
                    <a:pt x="917" y="248"/>
                    <a:pt x="1003" y="285"/>
                    <a:pt x="1081" y="368"/>
                  </a:cubicBezTo>
                  <a:cubicBezTo>
                    <a:pt x="1239" y="536"/>
                    <a:pt x="1215" y="768"/>
                    <a:pt x="1014" y="958"/>
                  </a:cubicBezTo>
                  <a:lnTo>
                    <a:pt x="821" y="1142"/>
                  </a:lnTo>
                  <a:lnTo>
                    <a:pt x="317" y="606"/>
                  </a:lnTo>
                  <a:cubicBezTo>
                    <a:pt x="337" y="569"/>
                    <a:pt x="395" y="500"/>
                    <a:pt x="486" y="413"/>
                  </a:cubicBezTo>
                  <a:cubicBezTo>
                    <a:pt x="599" y="309"/>
                    <a:pt x="716" y="248"/>
                    <a:pt x="829" y="248"/>
                  </a:cubicBezTo>
                  <a:close/>
                  <a:moveTo>
                    <a:pt x="888" y="0"/>
                  </a:moveTo>
                  <a:cubicBezTo>
                    <a:pt x="882" y="0"/>
                    <a:pt x="877" y="0"/>
                    <a:pt x="872" y="1"/>
                  </a:cubicBezTo>
                  <a:cubicBezTo>
                    <a:pt x="702" y="5"/>
                    <a:pt x="537" y="90"/>
                    <a:pt x="334" y="281"/>
                  </a:cubicBezTo>
                  <a:cubicBezTo>
                    <a:pt x="204" y="405"/>
                    <a:pt x="78" y="544"/>
                    <a:pt x="1" y="656"/>
                  </a:cubicBezTo>
                  <a:lnTo>
                    <a:pt x="1368" y="2099"/>
                  </a:lnTo>
                  <a:lnTo>
                    <a:pt x="1557" y="1920"/>
                  </a:lnTo>
                  <a:lnTo>
                    <a:pt x="957" y="1286"/>
                  </a:lnTo>
                  <a:lnTo>
                    <a:pt x="1136" y="1117"/>
                  </a:lnTo>
                  <a:cubicBezTo>
                    <a:pt x="1223" y="1040"/>
                    <a:pt x="1304" y="1001"/>
                    <a:pt x="1392" y="1001"/>
                  </a:cubicBezTo>
                  <a:cubicBezTo>
                    <a:pt x="1482" y="1001"/>
                    <a:pt x="1579" y="1042"/>
                    <a:pt x="1698" y="1124"/>
                  </a:cubicBezTo>
                  <a:cubicBezTo>
                    <a:pt x="1911" y="1266"/>
                    <a:pt x="2063" y="1362"/>
                    <a:pt x="2126" y="1380"/>
                  </a:cubicBezTo>
                  <a:lnTo>
                    <a:pt x="2321" y="1196"/>
                  </a:lnTo>
                  <a:cubicBezTo>
                    <a:pt x="2239" y="1168"/>
                    <a:pt x="2071" y="1060"/>
                    <a:pt x="1829" y="902"/>
                  </a:cubicBezTo>
                  <a:cubicBezTo>
                    <a:pt x="1709" y="822"/>
                    <a:pt x="1594" y="778"/>
                    <a:pt x="1486" y="778"/>
                  </a:cubicBezTo>
                  <a:cubicBezTo>
                    <a:pt x="1434" y="778"/>
                    <a:pt x="1383" y="788"/>
                    <a:pt x="1334" y="810"/>
                  </a:cubicBezTo>
                  <a:lnTo>
                    <a:pt x="1328" y="804"/>
                  </a:lnTo>
                  <a:cubicBezTo>
                    <a:pt x="1432" y="605"/>
                    <a:pt x="1432" y="363"/>
                    <a:pt x="1249" y="170"/>
                  </a:cubicBezTo>
                  <a:cubicBezTo>
                    <a:pt x="1146" y="61"/>
                    <a:pt x="1017" y="0"/>
                    <a:pt x="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3"/>
            <p:cNvSpPr/>
            <p:nvPr/>
          </p:nvSpPr>
          <p:spPr>
            <a:xfrm>
              <a:off x="7403075" y="1466400"/>
              <a:ext cx="52475" cy="49525"/>
            </a:xfrm>
            <a:custGeom>
              <a:rect b="b" l="l" r="r" t="t"/>
              <a:pathLst>
                <a:path extrusionOk="0" h="1981" w="2099">
                  <a:moveTo>
                    <a:pt x="976" y="0"/>
                  </a:moveTo>
                  <a:lnTo>
                    <a:pt x="1" y="1130"/>
                  </a:lnTo>
                  <a:lnTo>
                    <a:pt x="168" y="1273"/>
                  </a:lnTo>
                  <a:lnTo>
                    <a:pt x="569" y="809"/>
                  </a:lnTo>
                  <a:lnTo>
                    <a:pt x="1927" y="1980"/>
                  </a:lnTo>
                  <a:lnTo>
                    <a:pt x="2098" y="1780"/>
                  </a:lnTo>
                  <a:lnTo>
                    <a:pt x="740" y="611"/>
                  </a:lnTo>
                  <a:lnTo>
                    <a:pt x="1143" y="144"/>
                  </a:lnTo>
                  <a:lnTo>
                    <a:pt x="9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3"/>
            <p:cNvSpPr/>
            <p:nvPr/>
          </p:nvSpPr>
          <p:spPr>
            <a:xfrm>
              <a:off x="6748125" y="819425"/>
              <a:ext cx="69175" cy="68650"/>
            </a:xfrm>
            <a:custGeom>
              <a:rect b="b" l="l" r="r" t="t"/>
              <a:pathLst>
                <a:path extrusionOk="0" h="2746" w="2767">
                  <a:moveTo>
                    <a:pt x="2025" y="1"/>
                  </a:moveTo>
                  <a:lnTo>
                    <a:pt x="1228" y="563"/>
                  </a:lnTo>
                  <a:lnTo>
                    <a:pt x="314" y="227"/>
                  </a:lnTo>
                  <a:lnTo>
                    <a:pt x="314" y="227"/>
                  </a:lnTo>
                  <a:lnTo>
                    <a:pt x="603" y="1156"/>
                  </a:lnTo>
                  <a:lnTo>
                    <a:pt x="0" y="1922"/>
                  </a:lnTo>
                  <a:lnTo>
                    <a:pt x="974" y="1935"/>
                  </a:lnTo>
                  <a:lnTo>
                    <a:pt x="1516" y="2745"/>
                  </a:lnTo>
                  <a:lnTo>
                    <a:pt x="1830" y="1822"/>
                  </a:lnTo>
                  <a:lnTo>
                    <a:pt x="2766" y="1557"/>
                  </a:lnTo>
                  <a:lnTo>
                    <a:pt x="1986" y="975"/>
                  </a:lnTo>
                  <a:lnTo>
                    <a:pt x="2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3"/>
            <p:cNvSpPr/>
            <p:nvPr/>
          </p:nvSpPr>
          <p:spPr>
            <a:xfrm>
              <a:off x="6674575" y="899350"/>
              <a:ext cx="67225" cy="69750"/>
            </a:xfrm>
            <a:custGeom>
              <a:rect b="b" l="l" r="r" t="t"/>
              <a:pathLst>
                <a:path extrusionOk="0" h="2790" w="2689">
                  <a:moveTo>
                    <a:pt x="1619" y="1"/>
                  </a:moveTo>
                  <a:lnTo>
                    <a:pt x="966" y="726"/>
                  </a:lnTo>
                  <a:lnTo>
                    <a:pt x="1" y="601"/>
                  </a:lnTo>
                  <a:lnTo>
                    <a:pt x="490" y="1445"/>
                  </a:lnTo>
                  <a:lnTo>
                    <a:pt x="73" y="2326"/>
                  </a:lnTo>
                  <a:lnTo>
                    <a:pt x="1025" y="2121"/>
                  </a:lnTo>
                  <a:lnTo>
                    <a:pt x="1734" y="2790"/>
                  </a:lnTo>
                  <a:lnTo>
                    <a:pt x="1833" y="1820"/>
                  </a:lnTo>
                  <a:lnTo>
                    <a:pt x="2688" y="1354"/>
                  </a:lnTo>
                  <a:lnTo>
                    <a:pt x="1797" y="958"/>
                  </a:lnTo>
                  <a:lnTo>
                    <a:pt x="1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3"/>
            <p:cNvSpPr/>
            <p:nvPr/>
          </p:nvSpPr>
          <p:spPr>
            <a:xfrm>
              <a:off x="7417900" y="903900"/>
              <a:ext cx="67850" cy="69600"/>
            </a:xfrm>
            <a:custGeom>
              <a:rect b="b" l="l" r="r" t="t"/>
              <a:pathLst>
                <a:path extrusionOk="0" h="2784" w="2714">
                  <a:moveTo>
                    <a:pt x="1118" y="1"/>
                  </a:moveTo>
                  <a:lnTo>
                    <a:pt x="905" y="951"/>
                  </a:lnTo>
                  <a:lnTo>
                    <a:pt x="1" y="1315"/>
                  </a:lnTo>
                  <a:lnTo>
                    <a:pt x="839" y="1811"/>
                  </a:lnTo>
                  <a:lnTo>
                    <a:pt x="905" y="2783"/>
                  </a:lnTo>
                  <a:lnTo>
                    <a:pt x="1637" y="2140"/>
                  </a:lnTo>
                  <a:lnTo>
                    <a:pt x="2581" y="2378"/>
                  </a:lnTo>
                  <a:lnTo>
                    <a:pt x="2195" y="1482"/>
                  </a:lnTo>
                  <a:lnTo>
                    <a:pt x="2713" y="657"/>
                  </a:lnTo>
                  <a:lnTo>
                    <a:pt x="1743" y="749"/>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3"/>
            <p:cNvSpPr/>
            <p:nvPr/>
          </p:nvSpPr>
          <p:spPr>
            <a:xfrm>
              <a:off x="7471700" y="1002675"/>
              <a:ext cx="69800" cy="66650"/>
            </a:xfrm>
            <a:custGeom>
              <a:rect b="b" l="l" r="r" t="t"/>
              <a:pathLst>
                <a:path extrusionOk="0" h="2666" w="2792">
                  <a:moveTo>
                    <a:pt x="1383" y="0"/>
                  </a:moveTo>
                  <a:lnTo>
                    <a:pt x="962" y="879"/>
                  </a:lnTo>
                  <a:lnTo>
                    <a:pt x="0" y="1032"/>
                  </a:lnTo>
                  <a:lnTo>
                    <a:pt x="707" y="1703"/>
                  </a:lnTo>
                  <a:lnTo>
                    <a:pt x="554" y="2665"/>
                  </a:lnTo>
                  <a:lnTo>
                    <a:pt x="1411" y="2200"/>
                  </a:lnTo>
                  <a:lnTo>
                    <a:pt x="2278" y="2642"/>
                  </a:lnTo>
                  <a:lnTo>
                    <a:pt x="2102" y="1684"/>
                  </a:lnTo>
                  <a:lnTo>
                    <a:pt x="2791" y="996"/>
                  </a:lnTo>
                  <a:lnTo>
                    <a:pt x="1824" y="868"/>
                  </a:lnTo>
                  <a:lnTo>
                    <a:pt x="13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3"/>
            <p:cNvSpPr/>
            <p:nvPr/>
          </p:nvSpPr>
          <p:spPr>
            <a:xfrm>
              <a:off x="7409300" y="1162500"/>
              <a:ext cx="195675" cy="176950"/>
            </a:xfrm>
            <a:custGeom>
              <a:rect b="b" l="l" r="r" t="t"/>
              <a:pathLst>
                <a:path extrusionOk="0" h="7078" w="7827">
                  <a:moveTo>
                    <a:pt x="4602" y="1"/>
                  </a:moveTo>
                  <a:cubicBezTo>
                    <a:pt x="4602" y="1"/>
                    <a:pt x="4202" y="221"/>
                    <a:pt x="4143" y="551"/>
                  </a:cubicBezTo>
                  <a:cubicBezTo>
                    <a:pt x="4082" y="879"/>
                    <a:pt x="3917" y="2224"/>
                    <a:pt x="3917" y="2224"/>
                  </a:cubicBezTo>
                  <a:lnTo>
                    <a:pt x="3194" y="2673"/>
                  </a:lnTo>
                  <a:cubicBezTo>
                    <a:pt x="3174" y="2597"/>
                    <a:pt x="3112" y="2535"/>
                    <a:pt x="3030" y="2525"/>
                  </a:cubicBezTo>
                  <a:lnTo>
                    <a:pt x="2763" y="2490"/>
                  </a:lnTo>
                  <a:cubicBezTo>
                    <a:pt x="2755" y="2489"/>
                    <a:pt x="2747" y="2488"/>
                    <a:pt x="2739" y="2488"/>
                  </a:cubicBezTo>
                  <a:cubicBezTo>
                    <a:pt x="2642" y="2488"/>
                    <a:pt x="2556" y="2560"/>
                    <a:pt x="2544" y="2659"/>
                  </a:cubicBezTo>
                  <a:lnTo>
                    <a:pt x="2489" y="3067"/>
                  </a:lnTo>
                  <a:cubicBezTo>
                    <a:pt x="2488" y="3082"/>
                    <a:pt x="2490" y="3095"/>
                    <a:pt x="2492" y="3108"/>
                  </a:cubicBezTo>
                  <a:lnTo>
                    <a:pt x="991" y="4039"/>
                  </a:lnTo>
                  <a:cubicBezTo>
                    <a:pt x="991" y="4039"/>
                    <a:pt x="0" y="4621"/>
                    <a:pt x="224" y="5037"/>
                  </a:cubicBezTo>
                  <a:lnTo>
                    <a:pt x="3713" y="3964"/>
                  </a:lnTo>
                  <a:lnTo>
                    <a:pt x="3465" y="6108"/>
                  </a:lnTo>
                  <a:lnTo>
                    <a:pt x="2832" y="6501"/>
                  </a:lnTo>
                  <a:cubicBezTo>
                    <a:pt x="2832" y="6501"/>
                    <a:pt x="2541" y="6672"/>
                    <a:pt x="2607" y="6795"/>
                  </a:cubicBezTo>
                  <a:lnTo>
                    <a:pt x="3452" y="6536"/>
                  </a:lnTo>
                  <a:cubicBezTo>
                    <a:pt x="3455" y="6672"/>
                    <a:pt x="3555" y="6792"/>
                    <a:pt x="3695" y="6812"/>
                  </a:cubicBezTo>
                  <a:cubicBezTo>
                    <a:pt x="3707" y="6813"/>
                    <a:pt x="3719" y="6814"/>
                    <a:pt x="3731" y="6814"/>
                  </a:cubicBezTo>
                  <a:cubicBezTo>
                    <a:pt x="3857" y="6814"/>
                    <a:pt x="3966" y="6728"/>
                    <a:pt x="4001" y="6608"/>
                  </a:cubicBezTo>
                  <a:lnTo>
                    <a:pt x="4753" y="7078"/>
                  </a:lnTo>
                  <a:cubicBezTo>
                    <a:pt x="4848" y="6976"/>
                    <a:pt x="4610" y="6735"/>
                    <a:pt x="4610" y="6735"/>
                  </a:cubicBezTo>
                  <a:lnTo>
                    <a:pt x="4083" y="6176"/>
                  </a:lnTo>
                  <a:lnTo>
                    <a:pt x="4409" y="4061"/>
                  </a:lnTo>
                  <a:lnTo>
                    <a:pt x="4409" y="4061"/>
                  </a:lnTo>
                  <a:cubicBezTo>
                    <a:pt x="4410" y="4061"/>
                    <a:pt x="4412" y="4061"/>
                    <a:pt x="4415" y="4062"/>
                  </a:cubicBezTo>
                  <a:lnTo>
                    <a:pt x="7502" y="5993"/>
                  </a:lnTo>
                  <a:cubicBezTo>
                    <a:pt x="7826" y="5648"/>
                    <a:pt x="7020" y="4831"/>
                    <a:pt x="7020" y="4831"/>
                  </a:cubicBezTo>
                  <a:lnTo>
                    <a:pt x="5861" y="3598"/>
                  </a:lnTo>
                  <a:cubicBezTo>
                    <a:pt x="5877" y="3574"/>
                    <a:pt x="5889" y="3546"/>
                    <a:pt x="5894" y="3515"/>
                  </a:cubicBezTo>
                  <a:lnTo>
                    <a:pt x="5948" y="3107"/>
                  </a:lnTo>
                  <a:cubicBezTo>
                    <a:pt x="5963" y="2999"/>
                    <a:pt x="5886" y="2900"/>
                    <a:pt x="5779" y="2886"/>
                  </a:cubicBezTo>
                  <a:lnTo>
                    <a:pt x="5514" y="2852"/>
                  </a:lnTo>
                  <a:cubicBezTo>
                    <a:pt x="5505" y="2850"/>
                    <a:pt x="5496" y="2850"/>
                    <a:pt x="5488" y="2850"/>
                  </a:cubicBezTo>
                  <a:cubicBezTo>
                    <a:pt x="5446" y="2850"/>
                    <a:pt x="5406" y="2864"/>
                    <a:pt x="5375" y="2887"/>
                  </a:cubicBezTo>
                  <a:lnTo>
                    <a:pt x="5371" y="2887"/>
                  </a:lnTo>
                  <a:lnTo>
                    <a:pt x="5371" y="2890"/>
                  </a:lnTo>
                  <a:cubicBezTo>
                    <a:pt x="5336" y="2916"/>
                    <a:pt x="5313" y="2956"/>
                    <a:pt x="5301" y="2999"/>
                  </a:cubicBezTo>
                  <a:lnTo>
                    <a:pt x="4712" y="2374"/>
                  </a:lnTo>
                  <a:lnTo>
                    <a:pt x="4674" y="2327"/>
                  </a:lnTo>
                  <a:cubicBezTo>
                    <a:pt x="4674" y="2327"/>
                    <a:pt x="4871" y="986"/>
                    <a:pt x="4900" y="652"/>
                  </a:cubicBezTo>
                  <a:cubicBezTo>
                    <a:pt x="4928" y="319"/>
                    <a:pt x="4602" y="1"/>
                    <a:pt x="4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3"/>
            <p:cNvSpPr/>
            <p:nvPr/>
          </p:nvSpPr>
          <p:spPr>
            <a:xfrm>
              <a:off x="6549800" y="1050300"/>
              <a:ext cx="195700" cy="176950"/>
            </a:xfrm>
            <a:custGeom>
              <a:rect b="b" l="l" r="r" t="t"/>
              <a:pathLst>
                <a:path extrusionOk="0" h="7078" w="7828">
                  <a:moveTo>
                    <a:pt x="4604" y="1"/>
                  </a:moveTo>
                  <a:cubicBezTo>
                    <a:pt x="4604" y="1"/>
                    <a:pt x="4203" y="221"/>
                    <a:pt x="4143" y="551"/>
                  </a:cubicBezTo>
                  <a:cubicBezTo>
                    <a:pt x="4083" y="879"/>
                    <a:pt x="3918" y="2224"/>
                    <a:pt x="3918" y="2224"/>
                  </a:cubicBezTo>
                  <a:lnTo>
                    <a:pt x="3193" y="2673"/>
                  </a:lnTo>
                  <a:cubicBezTo>
                    <a:pt x="3175" y="2597"/>
                    <a:pt x="3113" y="2535"/>
                    <a:pt x="3030" y="2524"/>
                  </a:cubicBezTo>
                  <a:lnTo>
                    <a:pt x="2764" y="2489"/>
                  </a:lnTo>
                  <a:cubicBezTo>
                    <a:pt x="2756" y="2488"/>
                    <a:pt x="2748" y="2488"/>
                    <a:pt x="2739" y="2488"/>
                  </a:cubicBezTo>
                  <a:cubicBezTo>
                    <a:pt x="2642" y="2488"/>
                    <a:pt x="2557" y="2560"/>
                    <a:pt x="2543" y="2659"/>
                  </a:cubicBezTo>
                  <a:lnTo>
                    <a:pt x="2490" y="3067"/>
                  </a:lnTo>
                  <a:cubicBezTo>
                    <a:pt x="2489" y="3082"/>
                    <a:pt x="2491" y="3095"/>
                    <a:pt x="2492" y="3107"/>
                  </a:cubicBezTo>
                  <a:lnTo>
                    <a:pt x="991" y="4039"/>
                  </a:lnTo>
                  <a:cubicBezTo>
                    <a:pt x="991" y="4039"/>
                    <a:pt x="0" y="4621"/>
                    <a:pt x="225" y="5037"/>
                  </a:cubicBezTo>
                  <a:lnTo>
                    <a:pt x="3713" y="3964"/>
                  </a:lnTo>
                  <a:lnTo>
                    <a:pt x="3466" y="6108"/>
                  </a:lnTo>
                  <a:lnTo>
                    <a:pt x="2832" y="6501"/>
                  </a:lnTo>
                  <a:cubicBezTo>
                    <a:pt x="2832" y="6501"/>
                    <a:pt x="2541" y="6672"/>
                    <a:pt x="2607" y="6795"/>
                  </a:cubicBezTo>
                  <a:lnTo>
                    <a:pt x="3451" y="6536"/>
                  </a:lnTo>
                  <a:cubicBezTo>
                    <a:pt x="3455" y="6672"/>
                    <a:pt x="3555" y="6794"/>
                    <a:pt x="3696" y="6811"/>
                  </a:cubicBezTo>
                  <a:cubicBezTo>
                    <a:pt x="3708" y="6813"/>
                    <a:pt x="3720" y="6814"/>
                    <a:pt x="3732" y="6814"/>
                  </a:cubicBezTo>
                  <a:cubicBezTo>
                    <a:pt x="3858" y="6814"/>
                    <a:pt x="3965" y="6728"/>
                    <a:pt x="4001" y="6608"/>
                  </a:cubicBezTo>
                  <a:lnTo>
                    <a:pt x="4751" y="7078"/>
                  </a:lnTo>
                  <a:cubicBezTo>
                    <a:pt x="4847" y="6975"/>
                    <a:pt x="4610" y="6735"/>
                    <a:pt x="4610" y="6735"/>
                  </a:cubicBezTo>
                  <a:lnTo>
                    <a:pt x="4083" y="6176"/>
                  </a:lnTo>
                  <a:lnTo>
                    <a:pt x="4409" y="4061"/>
                  </a:lnTo>
                  <a:cubicBezTo>
                    <a:pt x="4409" y="4061"/>
                    <a:pt x="4412" y="4061"/>
                    <a:pt x="4415" y="4062"/>
                  </a:cubicBezTo>
                  <a:lnTo>
                    <a:pt x="7503" y="5993"/>
                  </a:lnTo>
                  <a:cubicBezTo>
                    <a:pt x="7827" y="5648"/>
                    <a:pt x="7020" y="4830"/>
                    <a:pt x="7020" y="4830"/>
                  </a:cubicBezTo>
                  <a:lnTo>
                    <a:pt x="5862" y="3598"/>
                  </a:lnTo>
                  <a:cubicBezTo>
                    <a:pt x="5878" y="3574"/>
                    <a:pt x="5889" y="3546"/>
                    <a:pt x="5895" y="3515"/>
                  </a:cubicBezTo>
                  <a:lnTo>
                    <a:pt x="5948" y="3106"/>
                  </a:lnTo>
                  <a:cubicBezTo>
                    <a:pt x="5963" y="2999"/>
                    <a:pt x="5886" y="2900"/>
                    <a:pt x="5780" y="2886"/>
                  </a:cubicBezTo>
                  <a:lnTo>
                    <a:pt x="5514" y="2852"/>
                  </a:lnTo>
                  <a:cubicBezTo>
                    <a:pt x="5505" y="2850"/>
                    <a:pt x="5496" y="2850"/>
                    <a:pt x="5487" y="2850"/>
                  </a:cubicBezTo>
                  <a:cubicBezTo>
                    <a:pt x="5446" y="2850"/>
                    <a:pt x="5407" y="2864"/>
                    <a:pt x="5375" y="2887"/>
                  </a:cubicBezTo>
                  <a:lnTo>
                    <a:pt x="5370" y="2887"/>
                  </a:lnTo>
                  <a:lnTo>
                    <a:pt x="5370" y="2890"/>
                  </a:lnTo>
                  <a:cubicBezTo>
                    <a:pt x="5336" y="2916"/>
                    <a:pt x="5313" y="2956"/>
                    <a:pt x="5302" y="2999"/>
                  </a:cubicBezTo>
                  <a:lnTo>
                    <a:pt x="4714" y="2374"/>
                  </a:lnTo>
                  <a:lnTo>
                    <a:pt x="4676" y="2326"/>
                  </a:lnTo>
                  <a:cubicBezTo>
                    <a:pt x="4676" y="2326"/>
                    <a:pt x="4873" y="986"/>
                    <a:pt x="4901" y="652"/>
                  </a:cubicBezTo>
                  <a:cubicBezTo>
                    <a:pt x="4930" y="319"/>
                    <a:pt x="4604" y="1"/>
                    <a:pt x="4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3"/>
            <p:cNvSpPr/>
            <p:nvPr/>
          </p:nvSpPr>
          <p:spPr>
            <a:xfrm>
              <a:off x="6856325" y="987225"/>
              <a:ext cx="430925" cy="389500"/>
            </a:xfrm>
            <a:custGeom>
              <a:rect b="b" l="l" r="r" t="t"/>
              <a:pathLst>
                <a:path extrusionOk="0" h="15580" w="17237">
                  <a:moveTo>
                    <a:pt x="10130" y="0"/>
                  </a:moveTo>
                  <a:cubicBezTo>
                    <a:pt x="10130" y="0"/>
                    <a:pt x="9250" y="484"/>
                    <a:pt x="9118" y="1208"/>
                  </a:cubicBezTo>
                  <a:cubicBezTo>
                    <a:pt x="8984" y="1934"/>
                    <a:pt x="8620" y="4893"/>
                    <a:pt x="8620" y="4893"/>
                  </a:cubicBezTo>
                  <a:lnTo>
                    <a:pt x="7026" y="5882"/>
                  </a:lnTo>
                  <a:cubicBezTo>
                    <a:pt x="6984" y="5715"/>
                    <a:pt x="6845" y="5579"/>
                    <a:pt x="6665" y="5556"/>
                  </a:cubicBezTo>
                  <a:lnTo>
                    <a:pt x="6081" y="5480"/>
                  </a:lnTo>
                  <a:cubicBezTo>
                    <a:pt x="6062" y="5477"/>
                    <a:pt x="6043" y="5476"/>
                    <a:pt x="6025" y="5476"/>
                  </a:cubicBezTo>
                  <a:cubicBezTo>
                    <a:pt x="5811" y="5476"/>
                    <a:pt x="5624" y="5636"/>
                    <a:pt x="5596" y="5852"/>
                  </a:cubicBezTo>
                  <a:lnTo>
                    <a:pt x="5478" y="6753"/>
                  </a:lnTo>
                  <a:cubicBezTo>
                    <a:pt x="5474" y="6784"/>
                    <a:pt x="5482" y="6812"/>
                    <a:pt x="5484" y="6841"/>
                  </a:cubicBezTo>
                  <a:lnTo>
                    <a:pt x="2181" y="8891"/>
                  </a:lnTo>
                  <a:cubicBezTo>
                    <a:pt x="2181" y="8891"/>
                    <a:pt x="1" y="10172"/>
                    <a:pt x="494" y="11088"/>
                  </a:cubicBezTo>
                  <a:lnTo>
                    <a:pt x="8174" y="8730"/>
                  </a:lnTo>
                  <a:lnTo>
                    <a:pt x="7628" y="13448"/>
                  </a:lnTo>
                  <a:lnTo>
                    <a:pt x="6234" y="14313"/>
                  </a:lnTo>
                  <a:cubicBezTo>
                    <a:pt x="6234" y="14313"/>
                    <a:pt x="5592" y="14689"/>
                    <a:pt x="5737" y="14961"/>
                  </a:cubicBezTo>
                  <a:lnTo>
                    <a:pt x="7596" y="14389"/>
                  </a:lnTo>
                  <a:cubicBezTo>
                    <a:pt x="7607" y="14691"/>
                    <a:pt x="7823" y="14955"/>
                    <a:pt x="8131" y="14997"/>
                  </a:cubicBezTo>
                  <a:cubicBezTo>
                    <a:pt x="8157" y="15000"/>
                    <a:pt x="8184" y="15002"/>
                    <a:pt x="8210" y="15002"/>
                  </a:cubicBezTo>
                  <a:cubicBezTo>
                    <a:pt x="8487" y="15002"/>
                    <a:pt x="8726" y="14812"/>
                    <a:pt x="8806" y="14547"/>
                  </a:cubicBezTo>
                  <a:lnTo>
                    <a:pt x="10457" y="15580"/>
                  </a:lnTo>
                  <a:cubicBezTo>
                    <a:pt x="10668" y="15357"/>
                    <a:pt x="10145" y="14826"/>
                    <a:pt x="10145" y="14826"/>
                  </a:cubicBezTo>
                  <a:lnTo>
                    <a:pt x="8984" y="13594"/>
                  </a:lnTo>
                  <a:lnTo>
                    <a:pt x="9702" y="8937"/>
                  </a:lnTo>
                  <a:cubicBezTo>
                    <a:pt x="9711" y="8937"/>
                    <a:pt x="9718" y="8939"/>
                    <a:pt x="9725" y="8940"/>
                  </a:cubicBezTo>
                  <a:lnTo>
                    <a:pt x="16523" y="13191"/>
                  </a:lnTo>
                  <a:cubicBezTo>
                    <a:pt x="17236" y="12432"/>
                    <a:pt x="15460" y="10632"/>
                    <a:pt x="15460" y="10632"/>
                  </a:cubicBezTo>
                  <a:lnTo>
                    <a:pt x="12907" y="7918"/>
                  </a:lnTo>
                  <a:cubicBezTo>
                    <a:pt x="12943" y="7864"/>
                    <a:pt x="12970" y="7804"/>
                    <a:pt x="12979" y="7737"/>
                  </a:cubicBezTo>
                  <a:lnTo>
                    <a:pt x="13097" y="6837"/>
                  </a:lnTo>
                  <a:cubicBezTo>
                    <a:pt x="13128" y="6600"/>
                    <a:pt x="12959" y="6383"/>
                    <a:pt x="12724" y="6352"/>
                  </a:cubicBezTo>
                  <a:lnTo>
                    <a:pt x="12139" y="6275"/>
                  </a:lnTo>
                  <a:cubicBezTo>
                    <a:pt x="12122" y="6273"/>
                    <a:pt x="12105" y="6272"/>
                    <a:pt x="12088" y="6272"/>
                  </a:cubicBezTo>
                  <a:cubicBezTo>
                    <a:pt x="11993" y="6272"/>
                    <a:pt x="11904" y="6303"/>
                    <a:pt x="11831" y="6356"/>
                  </a:cubicBezTo>
                  <a:lnTo>
                    <a:pt x="11822" y="6355"/>
                  </a:lnTo>
                  <a:lnTo>
                    <a:pt x="11821" y="6361"/>
                  </a:lnTo>
                  <a:cubicBezTo>
                    <a:pt x="11745" y="6419"/>
                    <a:pt x="11693" y="6505"/>
                    <a:pt x="11670" y="6603"/>
                  </a:cubicBezTo>
                  <a:lnTo>
                    <a:pt x="10374" y="5225"/>
                  </a:lnTo>
                  <a:lnTo>
                    <a:pt x="10289" y="5120"/>
                  </a:lnTo>
                  <a:cubicBezTo>
                    <a:pt x="10289" y="5120"/>
                    <a:pt x="10723" y="2169"/>
                    <a:pt x="10787" y="1434"/>
                  </a:cubicBezTo>
                  <a:cubicBezTo>
                    <a:pt x="10849" y="699"/>
                    <a:pt x="10130" y="0"/>
                    <a:pt x="10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3"/>
            <p:cNvSpPr/>
            <p:nvPr/>
          </p:nvSpPr>
          <p:spPr>
            <a:xfrm>
              <a:off x="6773225" y="912700"/>
              <a:ext cx="614750" cy="578525"/>
            </a:xfrm>
            <a:custGeom>
              <a:rect b="b" l="l" r="r" t="t"/>
              <a:pathLst>
                <a:path extrusionOk="0" h="23141" w="24590">
                  <a:moveTo>
                    <a:pt x="12272" y="521"/>
                  </a:moveTo>
                  <a:cubicBezTo>
                    <a:pt x="12754" y="521"/>
                    <a:pt x="13239" y="553"/>
                    <a:pt x="13725" y="615"/>
                  </a:cubicBezTo>
                  <a:cubicBezTo>
                    <a:pt x="19765" y="1404"/>
                    <a:pt x="24037" y="6959"/>
                    <a:pt x="23250" y="13000"/>
                  </a:cubicBezTo>
                  <a:cubicBezTo>
                    <a:pt x="22868" y="15926"/>
                    <a:pt x="21369" y="18527"/>
                    <a:pt x="19030" y="20326"/>
                  </a:cubicBezTo>
                  <a:cubicBezTo>
                    <a:pt x="17078" y="21827"/>
                    <a:pt x="14736" y="22619"/>
                    <a:pt x="12318" y="22619"/>
                  </a:cubicBezTo>
                  <a:cubicBezTo>
                    <a:pt x="11836" y="22619"/>
                    <a:pt x="11350" y="22587"/>
                    <a:pt x="10865" y="22524"/>
                  </a:cubicBezTo>
                  <a:cubicBezTo>
                    <a:pt x="4825" y="21735"/>
                    <a:pt x="552" y="16181"/>
                    <a:pt x="1340" y="10141"/>
                  </a:cubicBezTo>
                  <a:cubicBezTo>
                    <a:pt x="1722" y="7213"/>
                    <a:pt x="3220" y="4612"/>
                    <a:pt x="5560" y="2813"/>
                  </a:cubicBezTo>
                  <a:cubicBezTo>
                    <a:pt x="7510" y="1314"/>
                    <a:pt x="9850" y="521"/>
                    <a:pt x="12272" y="521"/>
                  </a:cubicBezTo>
                  <a:close/>
                  <a:moveTo>
                    <a:pt x="12272" y="0"/>
                  </a:moveTo>
                  <a:cubicBezTo>
                    <a:pt x="9737" y="0"/>
                    <a:pt x="7286" y="829"/>
                    <a:pt x="5243" y="2400"/>
                  </a:cubicBezTo>
                  <a:cubicBezTo>
                    <a:pt x="2793" y="4285"/>
                    <a:pt x="1224" y="7009"/>
                    <a:pt x="824" y="10073"/>
                  </a:cubicBezTo>
                  <a:cubicBezTo>
                    <a:pt x="0" y="16398"/>
                    <a:pt x="4473" y="22215"/>
                    <a:pt x="10798" y="23041"/>
                  </a:cubicBezTo>
                  <a:cubicBezTo>
                    <a:pt x="11307" y="23108"/>
                    <a:pt x="11815" y="23141"/>
                    <a:pt x="12319" y="23141"/>
                  </a:cubicBezTo>
                  <a:cubicBezTo>
                    <a:pt x="14853" y="23141"/>
                    <a:pt x="17304" y="22311"/>
                    <a:pt x="19347" y="20740"/>
                  </a:cubicBezTo>
                  <a:cubicBezTo>
                    <a:pt x="21796" y="18856"/>
                    <a:pt x="23365" y="16132"/>
                    <a:pt x="23766" y="13068"/>
                  </a:cubicBezTo>
                  <a:cubicBezTo>
                    <a:pt x="24589" y="6743"/>
                    <a:pt x="20116" y="925"/>
                    <a:pt x="13792" y="99"/>
                  </a:cubicBezTo>
                  <a:cubicBezTo>
                    <a:pt x="13283" y="33"/>
                    <a:pt x="12776" y="0"/>
                    <a:pt x="12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6" name="Shape 3386"/>
        <p:cNvGrpSpPr/>
        <p:nvPr/>
      </p:nvGrpSpPr>
      <p:grpSpPr>
        <a:xfrm>
          <a:off x="0" y="0"/>
          <a:ext cx="0" cy="0"/>
          <a:chOff x="0" y="0"/>
          <a:chExt cx="0" cy="0"/>
        </a:xfrm>
      </p:grpSpPr>
      <p:sp>
        <p:nvSpPr>
          <p:cNvPr id="3387" name="Google Shape;3387;p54"/>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Infografik</a:t>
            </a:r>
            <a:endParaRPr/>
          </a:p>
        </p:txBody>
      </p:sp>
      <p:sp>
        <p:nvSpPr>
          <p:cNvPr id="3388" name="Google Shape;3388;p54"/>
          <p:cNvSpPr/>
          <p:nvPr/>
        </p:nvSpPr>
        <p:spPr>
          <a:xfrm>
            <a:off x="3401400" y="1659852"/>
            <a:ext cx="2341200" cy="2341200"/>
          </a:xfrm>
          <a:prstGeom prst="ellipse">
            <a:avLst/>
          </a:prstGeom>
          <a:noFill/>
          <a:ln cap="flat" cmpd="sng" w="19050">
            <a:solidFill>
              <a:schemeClr val="accent3"/>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rot="239681">
            <a:off x="3255494" y="1697283"/>
            <a:ext cx="740700" cy="740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rot="239681">
            <a:off x="5145407" y="3201685"/>
            <a:ext cx="740700" cy="740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rot="239681">
            <a:off x="3255494" y="3201685"/>
            <a:ext cx="740700" cy="740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rot="239615">
            <a:off x="5143152" y="1695028"/>
            <a:ext cx="745209" cy="745209"/>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3" name="Google Shape;3393;p54"/>
          <p:cNvGrpSpPr/>
          <p:nvPr/>
        </p:nvGrpSpPr>
        <p:grpSpPr>
          <a:xfrm rot="240081">
            <a:off x="5299585" y="3355437"/>
            <a:ext cx="432343" cy="433195"/>
            <a:chOff x="5252213" y="2053555"/>
            <a:chExt cx="521952" cy="522981"/>
          </a:xfrm>
        </p:grpSpPr>
        <p:sp>
          <p:nvSpPr>
            <p:cNvPr id="3394" name="Google Shape;3394;p54"/>
            <p:cNvSpPr/>
            <p:nvPr/>
          </p:nvSpPr>
          <p:spPr>
            <a:xfrm>
              <a:off x="5307578" y="2487613"/>
              <a:ext cx="39831" cy="39997"/>
            </a:xfrm>
            <a:custGeom>
              <a:rect b="b" l="l" r="r" t="t"/>
              <a:pathLst>
                <a:path extrusionOk="0" h="1205" w="1200">
                  <a:moveTo>
                    <a:pt x="871" y="0"/>
                  </a:moveTo>
                  <a:lnTo>
                    <a:pt x="0" y="878"/>
                  </a:lnTo>
                  <a:lnTo>
                    <a:pt x="329" y="1205"/>
                  </a:lnTo>
                  <a:lnTo>
                    <a:pt x="1200" y="326"/>
                  </a:lnTo>
                  <a:lnTo>
                    <a:pt x="8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5372403" y="2440712"/>
              <a:ext cx="21774" cy="21774"/>
            </a:xfrm>
            <a:custGeom>
              <a:rect b="b" l="l" r="r" t="t"/>
              <a:pathLst>
                <a:path extrusionOk="0" h="656" w="656">
                  <a:moveTo>
                    <a:pt x="327" y="0"/>
                  </a:moveTo>
                  <a:lnTo>
                    <a:pt x="1" y="329"/>
                  </a:lnTo>
                  <a:lnTo>
                    <a:pt x="330" y="655"/>
                  </a:lnTo>
                  <a:lnTo>
                    <a:pt x="655" y="327"/>
                  </a:lnTo>
                  <a:lnTo>
                    <a:pt x="3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5393713" y="2377613"/>
              <a:ext cx="62833" cy="63165"/>
            </a:xfrm>
            <a:custGeom>
              <a:rect b="b" l="l" r="r" t="t"/>
              <a:pathLst>
                <a:path extrusionOk="0" h="1903" w="1893">
                  <a:moveTo>
                    <a:pt x="1564" y="1"/>
                  </a:moveTo>
                  <a:lnTo>
                    <a:pt x="0" y="1576"/>
                  </a:lnTo>
                  <a:lnTo>
                    <a:pt x="329" y="1902"/>
                  </a:lnTo>
                  <a:lnTo>
                    <a:pt x="1893" y="326"/>
                  </a:lnTo>
                  <a:lnTo>
                    <a:pt x="15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5570596" y="2227450"/>
              <a:ext cx="44677" cy="15401"/>
            </a:xfrm>
            <a:custGeom>
              <a:rect b="b" l="l" r="r" t="t"/>
              <a:pathLst>
                <a:path extrusionOk="0" h="464" w="1346">
                  <a:moveTo>
                    <a:pt x="0" y="0"/>
                  </a:moveTo>
                  <a:lnTo>
                    <a:pt x="0" y="463"/>
                  </a:lnTo>
                  <a:lnTo>
                    <a:pt x="1346" y="463"/>
                  </a:lnTo>
                  <a:lnTo>
                    <a:pt x="13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5629247" y="2228015"/>
              <a:ext cx="15368" cy="14273"/>
            </a:xfrm>
            <a:custGeom>
              <a:rect b="b" l="l" r="r" t="t"/>
              <a:pathLst>
                <a:path extrusionOk="0" h="430" w="463">
                  <a:moveTo>
                    <a:pt x="0" y="1"/>
                  </a:moveTo>
                  <a:lnTo>
                    <a:pt x="0" y="430"/>
                  </a:lnTo>
                  <a:lnTo>
                    <a:pt x="463" y="430"/>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5541187" y="2228015"/>
              <a:ext cx="15401" cy="14273"/>
            </a:xfrm>
            <a:custGeom>
              <a:rect b="b" l="l" r="r" t="t"/>
              <a:pathLst>
                <a:path extrusionOk="0" h="430" w="464">
                  <a:moveTo>
                    <a:pt x="1" y="1"/>
                  </a:moveTo>
                  <a:lnTo>
                    <a:pt x="1" y="430"/>
                  </a:lnTo>
                  <a:lnTo>
                    <a:pt x="463" y="430"/>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5629247" y="2197710"/>
              <a:ext cx="15368" cy="15401"/>
            </a:xfrm>
            <a:custGeom>
              <a:rect b="b" l="l" r="r" t="t"/>
              <a:pathLst>
                <a:path extrusionOk="0" h="464" w="463">
                  <a:moveTo>
                    <a:pt x="0" y="1"/>
                  </a:moveTo>
                  <a:lnTo>
                    <a:pt x="0" y="464"/>
                  </a:lnTo>
                  <a:lnTo>
                    <a:pt x="463" y="464"/>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5629247" y="2257224"/>
              <a:ext cx="15368" cy="15401"/>
            </a:xfrm>
            <a:custGeom>
              <a:rect b="b" l="l" r="r" t="t"/>
              <a:pathLst>
                <a:path extrusionOk="0" h="464" w="463">
                  <a:moveTo>
                    <a:pt x="0" y="1"/>
                  </a:moveTo>
                  <a:lnTo>
                    <a:pt x="0" y="463"/>
                  </a:lnTo>
                  <a:lnTo>
                    <a:pt x="463" y="463"/>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5541187" y="2197710"/>
              <a:ext cx="15401" cy="15401"/>
            </a:xfrm>
            <a:custGeom>
              <a:rect b="b" l="l" r="r" t="t"/>
              <a:pathLst>
                <a:path extrusionOk="0" h="464" w="464">
                  <a:moveTo>
                    <a:pt x="1" y="1"/>
                  </a:moveTo>
                  <a:lnTo>
                    <a:pt x="1" y="464"/>
                  </a:lnTo>
                  <a:lnTo>
                    <a:pt x="463" y="464"/>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5541187" y="2257224"/>
              <a:ext cx="15401" cy="15401"/>
            </a:xfrm>
            <a:custGeom>
              <a:rect b="b" l="l" r="r" t="t"/>
              <a:pathLst>
                <a:path extrusionOk="0" h="464" w="464">
                  <a:moveTo>
                    <a:pt x="1" y="1"/>
                  </a:moveTo>
                  <a:lnTo>
                    <a:pt x="1" y="463"/>
                  </a:lnTo>
                  <a:lnTo>
                    <a:pt x="463" y="463"/>
                  </a:lnTo>
                  <a:lnTo>
                    <a:pt x="4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5252213" y="2053555"/>
              <a:ext cx="521952" cy="522981"/>
            </a:xfrm>
            <a:custGeom>
              <a:rect b="b" l="l" r="r" t="t"/>
              <a:pathLst>
                <a:path extrusionOk="0" h="15756" w="15725">
                  <a:moveTo>
                    <a:pt x="10253" y="462"/>
                  </a:moveTo>
                  <a:cubicBezTo>
                    <a:pt x="13015" y="462"/>
                    <a:pt x="15262" y="2709"/>
                    <a:pt x="15262" y="5471"/>
                  </a:cubicBezTo>
                  <a:cubicBezTo>
                    <a:pt x="15262" y="8234"/>
                    <a:pt x="13015" y="10480"/>
                    <a:pt x="10253" y="10480"/>
                  </a:cubicBezTo>
                  <a:cubicBezTo>
                    <a:pt x="7491" y="10480"/>
                    <a:pt x="5243" y="8234"/>
                    <a:pt x="5243" y="5471"/>
                  </a:cubicBezTo>
                  <a:cubicBezTo>
                    <a:pt x="5243" y="2709"/>
                    <a:pt x="7491" y="462"/>
                    <a:pt x="10253" y="462"/>
                  </a:cubicBezTo>
                  <a:close/>
                  <a:moveTo>
                    <a:pt x="5834" y="8700"/>
                  </a:moveTo>
                  <a:cubicBezTo>
                    <a:pt x="6165" y="9152"/>
                    <a:pt x="6561" y="9549"/>
                    <a:pt x="7013" y="9882"/>
                  </a:cubicBezTo>
                  <a:lnTo>
                    <a:pt x="1834" y="15101"/>
                  </a:lnTo>
                  <a:lnTo>
                    <a:pt x="653" y="13920"/>
                  </a:lnTo>
                  <a:lnTo>
                    <a:pt x="5834" y="8700"/>
                  </a:lnTo>
                  <a:close/>
                  <a:moveTo>
                    <a:pt x="10253" y="0"/>
                  </a:moveTo>
                  <a:cubicBezTo>
                    <a:pt x="7235" y="0"/>
                    <a:pt x="4781" y="2455"/>
                    <a:pt x="4781" y="5472"/>
                  </a:cubicBezTo>
                  <a:cubicBezTo>
                    <a:pt x="4781" y="6509"/>
                    <a:pt x="5071" y="7478"/>
                    <a:pt x="5573" y="8305"/>
                  </a:cubicBezTo>
                  <a:lnTo>
                    <a:pt x="0" y="13922"/>
                  </a:lnTo>
                  <a:lnTo>
                    <a:pt x="1835" y="15756"/>
                  </a:lnTo>
                  <a:lnTo>
                    <a:pt x="7405" y="10141"/>
                  </a:lnTo>
                  <a:cubicBezTo>
                    <a:pt x="8235" y="10650"/>
                    <a:pt x="9210" y="10943"/>
                    <a:pt x="10253" y="10943"/>
                  </a:cubicBezTo>
                  <a:cubicBezTo>
                    <a:pt x="13270" y="10943"/>
                    <a:pt x="15725" y="8489"/>
                    <a:pt x="15725" y="5471"/>
                  </a:cubicBezTo>
                  <a:cubicBezTo>
                    <a:pt x="15725" y="2454"/>
                    <a:pt x="13270" y="0"/>
                    <a:pt x="102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5451899" y="2094448"/>
              <a:ext cx="281406" cy="281406"/>
            </a:xfrm>
            <a:custGeom>
              <a:rect b="b" l="l" r="r" t="t"/>
              <a:pathLst>
                <a:path extrusionOk="0" h="8478" w="8478">
                  <a:moveTo>
                    <a:pt x="4239" y="463"/>
                  </a:moveTo>
                  <a:cubicBezTo>
                    <a:pt x="4624" y="463"/>
                    <a:pt x="4994" y="521"/>
                    <a:pt x="5344" y="629"/>
                  </a:cubicBezTo>
                  <a:lnTo>
                    <a:pt x="5344" y="1486"/>
                  </a:lnTo>
                  <a:cubicBezTo>
                    <a:pt x="4989" y="1423"/>
                    <a:pt x="4617" y="1389"/>
                    <a:pt x="4239" y="1389"/>
                  </a:cubicBezTo>
                  <a:cubicBezTo>
                    <a:pt x="3868" y="1389"/>
                    <a:pt x="3504" y="1421"/>
                    <a:pt x="3153" y="1483"/>
                  </a:cubicBezTo>
                  <a:lnTo>
                    <a:pt x="3153" y="622"/>
                  </a:lnTo>
                  <a:cubicBezTo>
                    <a:pt x="3497" y="519"/>
                    <a:pt x="3861" y="463"/>
                    <a:pt x="4239" y="463"/>
                  </a:cubicBezTo>
                  <a:close/>
                  <a:moveTo>
                    <a:pt x="2692" y="795"/>
                  </a:moveTo>
                  <a:lnTo>
                    <a:pt x="2692" y="1583"/>
                  </a:lnTo>
                  <a:cubicBezTo>
                    <a:pt x="2171" y="1720"/>
                    <a:pt x="1690" y="1925"/>
                    <a:pt x="1279" y="2193"/>
                  </a:cubicBezTo>
                  <a:cubicBezTo>
                    <a:pt x="1144" y="2282"/>
                    <a:pt x="1017" y="2376"/>
                    <a:pt x="902" y="2475"/>
                  </a:cubicBezTo>
                  <a:cubicBezTo>
                    <a:pt x="1294" y="1735"/>
                    <a:pt x="1926" y="1140"/>
                    <a:pt x="2692" y="795"/>
                  </a:cubicBezTo>
                  <a:close/>
                  <a:moveTo>
                    <a:pt x="5806" y="804"/>
                  </a:moveTo>
                  <a:cubicBezTo>
                    <a:pt x="6564" y="1151"/>
                    <a:pt x="7188" y="1741"/>
                    <a:pt x="7577" y="2476"/>
                  </a:cubicBezTo>
                  <a:cubicBezTo>
                    <a:pt x="7462" y="2377"/>
                    <a:pt x="7335" y="2283"/>
                    <a:pt x="7200" y="2194"/>
                  </a:cubicBezTo>
                  <a:cubicBezTo>
                    <a:pt x="6793" y="1930"/>
                    <a:pt x="6321" y="1725"/>
                    <a:pt x="5806" y="1588"/>
                  </a:cubicBezTo>
                  <a:lnTo>
                    <a:pt x="5806" y="804"/>
                  </a:lnTo>
                  <a:close/>
                  <a:moveTo>
                    <a:pt x="4238" y="1850"/>
                  </a:moveTo>
                  <a:cubicBezTo>
                    <a:pt x="4617" y="1850"/>
                    <a:pt x="4989" y="1886"/>
                    <a:pt x="5343" y="1954"/>
                  </a:cubicBezTo>
                  <a:lnTo>
                    <a:pt x="5343" y="2649"/>
                  </a:lnTo>
                  <a:lnTo>
                    <a:pt x="5806" y="2649"/>
                  </a:lnTo>
                  <a:lnTo>
                    <a:pt x="5806" y="2066"/>
                  </a:lnTo>
                  <a:cubicBezTo>
                    <a:pt x="6226" y="2189"/>
                    <a:pt x="6612" y="2361"/>
                    <a:pt x="6946" y="2579"/>
                  </a:cubicBezTo>
                  <a:cubicBezTo>
                    <a:pt x="7548" y="2973"/>
                    <a:pt x="7915" y="3474"/>
                    <a:pt x="7997" y="4007"/>
                  </a:cubicBezTo>
                  <a:lnTo>
                    <a:pt x="6213" y="4007"/>
                  </a:lnTo>
                  <a:lnTo>
                    <a:pt x="6213" y="4470"/>
                  </a:lnTo>
                  <a:lnTo>
                    <a:pt x="7997" y="4470"/>
                  </a:lnTo>
                  <a:cubicBezTo>
                    <a:pt x="7915" y="5004"/>
                    <a:pt x="7550" y="5505"/>
                    <a:pt x="6946" y="5899"/>
                  </a:cubicBezTo>
                  <a:cubicBezTo>
                    <a:pt x="6612" y="6117"/>
                    <a:pt x="6226" y="6290"/>
                    <a:pt x="5806" y="6412"/>
                  </a:cubicBezTo>
                  <a:lnTo>
                    <a:pt x="5806" y="5829"/>
                  </a:lnTo>
                  <a:lnTo>
                    <a:pt x="5343" y="5829"/>
                  </a:lnTo>
                  <a:lnTo>
                    <a:pt x="5343" y="6523"/>
                  </a:lnTo>
                  <a:cubicBezTo>
                    <a:pt x="4991" y="6592"/>
                    <a:pt x="4617" y="6628"/>
                    <a:pt x="4238" y="6628"/>
                  </a:cubicBezTo>
                  <a:cubicBezTo>
                    <a:pt x="3865" y="6628"/>
                    <a:pt x="3500" y="6593"/>
                    <a:pt x="3152" y="6527"/>
                  </a:cubicBezTo>
                  <a:lnTo>
                    <a:pt x="3152" y="5829"/>
                  </a:lnTo>
                  <a:lnTo>
                    <a:pt x="2690" y="5829"/>
                  </a:lnTo>
                  <a:lnTo>
                    <a:pt x="2690" y="6417"/>
                  </a:lnTo>
                  <a:cubicBezTo>
                    <a:pt x="2262" y="6295"/>
                    <a:pt x="1869" y="6120"/>
                    <a:pt x="1529" y="5899"/>
                  </a:cubicBezTo>
                  <a:cubicBezTo>
                    <a:pt x="928" y="5505"/>
                    <a:pt x="560" y="5004"/>
                    <a:pt x="479" y="4470"/>
                  </a:cubicBezTo>
                  <a:lnTo>
                    <a:pt x="2320" y="4470"/>
                  </a:lnTo>
                  <a:lnTo>
                    <a:pt x="2320" y="4007"/>
                  </a:lnTo>
                  <a:lnTo>
                    <a:pt x="479" y="4007"/>
                  </a:lnTo>
                  <a:cubicBezTo>
                    <a:pt x="561" y="3474"/>
                    <a:pt x="928" y="2973"/>
                    <a:pt x="1529" y="2579"/>
                  </a:cubicBezTo>
                  <a:cubicBezTo>
                    <a:pt x="1869" y="2358"/>
                    <a:pt x="2262" y="2184"/>
                    <a:pt x="2690" y="2061"/>
                  </a:cubicBezTo>
                  <a:lnTo>
                    <a:pt x="2690" y="2649"/>
                  </a:lnTo>
                  <a:lnTo>
                    <a:pt x="3152" y="2649"/>
                  </a:lnTo>
                  <a:lnTo>
                    <a:pt x="3152" y="1951"/>
                  </a:lnTo>
                  <a:cubicBezTo>
                    <a:pt x="3500" y="1885"/>
                    <a:pt x="3865" y="1850"/>
                    <a:pt x="4238" y="1850"/>
                  </a:cubicBezTo>
                  <a:close/>
                  <a:moveTo>
                    <a:pt x="7577" y="6004"/>
                  </a:moveTo>
                  <a:cubicBezTo>
                    <a:pt x="7188" y="6738"/>
                    <a:pt x="6565" y="7329"/>
                    <a:pt x="5806" y="7675"/>
                  </a:cubicBezTo>
                  <a:lnTo>
                    <a:pt x="5806" y="6891"/>
                  </a:lnTo>
                  <a:cubicBezTo>
                    <a:pt x="6321" y="6755"/>
                    <a:pt x="6793" y="6552"/>
                    <a:pt x="7200" y="6285"/>
                  </a:cubicBezTo>
                  <a:cubicBezTo>
                    <a:pt x="7335" y="6197"/>
                    <a:pt x="7462" y="6102"/>
                    <a:pt x="7577" y="6004"/>
                  </a:cubicBezTo>
                  <a:close/>
                  <a:moveTo>
                    <a:pt x="902" y="6004"/>
                  </a:moveTo>
                  <a:lnTo>
                    <a:pt x="902" y="6004"/>
                  </a:lnTo>
                  <a:cubicBezTo>
                    <a:pt x="1017" y="6102"/>
                    <a:pt x="1144" y="6197"/>
                    <a:pt x="1279" y="6285"/>
                  </a:cubicBezTo>
                  <a:cubicBezTo>
                    <a:pt x="1690" y="6554"/>
                    <a:pt x="2170" y="6760"/>
                    <a:pt x="2692" y="6896"/>
                  </a:cubicBezTo>
                  <a:lnTo>
                    <a:pt x="2692" y="7685"/>
                  </a:lnTo>
                  <a:cubicBezTo>
                    <a:pt x="1926" y="7338"/>
                    <a:pt x="1295" y="6745"/>
                    <a:pt x="902" y="6004"/>
                  </a:cubicBezTo>
                  <a:close/>
                  <a:moveTo>
                    <a:pt x="5344" y="6995"/>
                  </a:moveTo>
                  <a:lnTo>
                    <a:pt x="5344" y="7851"/>
                  </a:lnTo>
                  <a:cubicBezTo>
                    <a:pt x="4996" y="7959"/>
                    <a:pt x="4625" y="8017"/>
                    <a:pt x="4239" y="8017"/>
                  </a:cubicBezTo>
                  <a:cubicBezTo>
                    <a:pt x="3861" y="8017"/>
                    <a:pt x="3497" y="7961"/>
                    <a:pt x="3153" y="7857"/>
                  </a:cubicBezTo>
                  <a:lnTo>
                    <a:pt x="3153" y="6998"/>
                  </a:lnTo>
                  <a:cubicBezTo>
                    <a:pt x="3504" y="7060"/>
                    <a:pt x="3867" y="7092"/>
                    <a:pt x="4239" y="7092"/>
                  </a:cubicBezTo>
                  <a:cubicBezTo>
                    <a:pt x="4617" y="7092"/>
                    <a:pt x="4988" y="7058"/>
                    <a:pt x="5344" y="6995"/>
                  </a:cubicBezTo>
                  <a:close/>
                  <a:moveTo>
                    <a:pt x="4239" y="1"/>
                  </a:moveTo>
                  <a:cubicBezTo>
                    <a:pt x="1902" y="1"/>
                    <a:pt x="1" y="1902"/>
                    <a:pt x="1" y="4239"/>
                  </a:cubicBezTo>
                  <a:cubicBezTo>
                    <a:pt x="1" y="6576"/>
                    <a:pt x="1902" y="8478"/>
                    <a:pt x="4239" y="8478"/>
                  </a:cubicBezTo>
                  <a:cubicBezTo>
                    <a:pt x="6576" y="8478"/>
                    <a:pt x="8478" y="6576"/>
                    <a:pt x="8478" y="4239"/>
                  </a:cubicBezTo>
                  <a:cubicBezTo>
                    <a:pt x="8478" y="1902"/>
                    <a:pt x="6576" y="1"/>
                    <a:pt x="4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54"/>
          <p:cNvGrpSpPr/>
          <p:nvPr/>
        </p:nvGrpSpPr>
        <p:grpSpPr>
          <a:xfrm rot="240052">
            <a:off x="3409206" y="1850968"/>
            <a:ext cx="433275" cy="433330"/>
            <a:chOff x="2097930" y="2053522"/>
            <a:chExt cx="523014" cy="523081"/>
          </a:xfrm>
        </p:grpSpPr>
        <p:sp>
          <p:nvSpPr>
            <p:cNvPr id="3407" name="Google Shape;3407;p54"/>
            <p:cNvSpPr/>
            <p:nvPr/>
          </p:nvSpPr>
          <p:spPr>
            <a:xfrm>
              <a:off x="2097930" y="2053522"/>
              <a:ext cx="523014" cy="523081"/>
            </a:xfrm>
            <a:custGeom>
              <a:rect b="b" l="l" r="r" t="t"/>
              <a:pathLst>
                <a:path extrusionOk="0" h="15759" w="15757">
                  <a:moveTo>
                    <a:pt x="3017" y="2540"/>
                  </a:moveTo>
                  <a:cubicBezTo>
                    <a:pt x="3398" y="2540"/>
                    <a:pt x="3710" y="2850"/>
                    <a:pt x="3710" y="3233"/>
                  </a:cubicBezTo>
                  <a:cubicBezTo>
                    <a:pt x="3710" y="3616"/>
                    <a:pt x="3399" y="3926"/>
                    <a:pt x="3017" y="3926"/>
                  </a:cubicBezTo>
                  <a:cubicBezTo>
                    <a:pt x="2634" y="3926"/>
                    <a:pt x="2324" y="3616"/>
                    <a:pt x="2324" y="3233"/>
                  </a:cubicBezTo>
                  <a:cubicBezTo>
                    <a:pt x="2324" y="2850"/>
                    <a:pt x="2635" y="2540"/>
                    <a:pt x="3017" y="2540"/>
                  </a:cubicBezTo>
                  <a:close/>
                  <a:moveTo>
                    <a:pt x="8112" y="1344"/>
                  </a:moveTo>
                  <a:lnTo>
                    <a:pt x="8112" y="1344"/>
                  </a:lnTo>
                  <a:cubicBezTo>
                    <a:pt x="9738" y="1400"/>
                    <a:pt x="11252" y="2042"/>
                    <a:pt x="12421" y="3174"/>
                  </a:cubicBezTo>
                  <a:lnTo>
                    <a:pt x="11424" y="4137"/>
                  </a:lnTo>
                  <a:cubicBezTo>
                    <a:pt x="10520" y="3277"/>
                    <a:pt x="9358" y="2785"/>
                    <a:pt x="8112" y="2730"/>
                  </a:cubicBezTo>
                  <a:lnTo>
                    <a:pt x="8112" y="1344"/>
                  </a:lnTo>
                  <a:close/>
                  <a:moveTo>
                    <a:pt x="8110" y="3192"/>
                  </a:moveTo>
                  <a:cubicBezTo>
                    <a:pt x="9231" y="3245"/>
                    <a:pt x="10274" y="3688"/>
                    <a:pt x="11091" y="4457"/>
                  </a:cubicBezTo>
                  <a:lnTo>
                    <a:pt x="10093" y="5420"/>
                  </a:lnTo>
                  <a:cubicBezTo>
                    <a:pt x="9542" y="4922"/>
                    <a:pt x="8851" y="4629"/>
                    <a:pt x="8110" y="4579"/>
                  </a:cubicBezTo>
                  <a:lnTo>
                    <a:pt x="8110" y="3192"/>
                  </a:lnTo>
                  <a:close/>
                  <a:moveTo>
                    <a:pt x="8110" y="5042"/>
                  </a:moveTo>
                  <a:cubicBezTo>
                    <a:pt x="8725" y="5091"/>
                    <a:pt x="9298" y="5334"/>
                    <a:pt x="9760" y="5743"/>
                  </a:cubicBezTo>
                  <a:lnTo>
                    <a:pt x="8758" y="6711"/>
                  </a:lnTo>
                  <a:cubicBezTo>
                    <a:pt x="8568" y="6567"/>
                    <a:pt x="8347" y="6473"/>
                    <a:pt x="8110" y="6435"/>
                  </a:cubicBezTo>
                  <a:lnTo>
                    <a:pt x="8110" y="5042"/>
                  </a:lnTo>
                  <a:close/>
                  <a:moveTo>
                    <a:pt x="8110" y="6906"/>
                  </a:moveTo>
                  <a:cubicBezTo>
                    <a:pt x="8221" y="6932"/>
                    <a:pt x="8325" y="6976"/>
                    <a:pt x="8419" y="7037"/>
                  </a:cubicBezTo>
                  <a:lnTo>
                    <a:pt x="8110" y="7335"/>
                  </a:lnTo>
                  <a:lnTo>
                    <a:pt x="8110" y="6906"/>
                  </a:lnTo>
                  <a:close/>
                  <a:moveTo>
                    <a:pt x="7649" y="1343"/>
                  </a:moveTo>
                  <a:lnTo>
                    <a:pt x="7649" y="2729"/>
                  </a:lnTo>
                  <a:cubicBezTo>
                    <a:pt x="4990" y="2846"/>
                    <a:pt x="2848" y="4989"/>
                    <a:pt x="2730" y="7648"/>
                  </a:cubicBezTo>
                  <a:lnTo>
                    <a:pt x="1344" y="7648"/>
                  </a:lnTo>
                  <a:cubicBezTo>
                    <a:pt x="1387" y="6421"/>
                    <a:pt x="1765" y="5252"/>
                    <a:pt x="2448" y="4235"/>
                  </a:cubicBezTo>
                  <a:cubicBezTo>
                    <a:pt x="2616" y="4331"/>
                    <a:pt x="2810" y="4385"/>
                    <a:pt x="3017" y="4385"/>
                  </a:cubicBezTo>
                  <a:cubicBezTo>
                    <a:pt x="3653" y="4385"/>
                    <a:pt x="4172" y="3868"/>
                    <a:pt x="4172" y="3231"/>
                  </a:cubicBezTo>
                  <a:cubicBezTo>
                    <a:pt x="4172" y="3005"/>
                    <a:pt x="4107" y="2795"/>
                    <a:pt x="3994" y="2618"/>
                  </a:cubicBezTo>
                  <a:cubicBezTo>
                    <a:pt x="5062" y="1825"/>
                    <a:pt x="6318" y="1388"/>
                    <a:pt x="7649" y="1343"/>
                  </a:cubicBezTo>
                  <a:close/>
                  <a:moveTo>
                    <a:pt x="7649" y="3192"/>
                  </a:moveTo>
                  <a:lnTo>
                    <a:pt x="7649" y="4579"/>
                  </a:lnTo>
                  <a:cubicBezTo>
                    <a:pt x="6009" y="4693"/>
                    <a:pt x="4694" y="6008"/>
                    <a:pt x="4580" y="7648"/>
                  </a:cubicBezTo>
                  <a:lnTo>
                    <a:pt x="3192" y="7648"/>
                  </a:lnTo>
                  <a:cubicBezTo>
                    <a:pt x="3309" y="5243"/>
                    <a:pt x="5244" y="3308"/>
                    <a:pt x="7649" y="3192"/>
                  </a:cubicBezTo>
                  <a:close/>
                  <a:moveTo>
                    <a:pt x="7649" y="5042"/>
                  </a:moveTo>
                  <a:lnTo>
                    <a:pt x="7649" y="6436"/>
                  </a:lnTo>
                  <a:cubicBezTo>
                    <a:pt x="7027" y="6535"/>
                    <a:pt x="6536" y="7026"/>
                    <a:pt x="6437" y="7648"/>
                  </a:cubicBezTo>
                  <a:lnTo>
                    <a:pt x="5043" y="7648"/>
                  </a:lnTo>
                  <a:cubicBezTo>
                    <a:pt x="5153" y="6262"/>
                    <a:pt x="6263" y="5153"/>
                    <a:pt x="7649" y="5042"/>
                  </a:cubicBezTo>
                  <a:close/>
                  <a:moveTo>
                    <a:pt x="7649" y="6906"/>
                  </a:moveTo>
                  <a:lnTo>
                    <a:pt x="7649" y="7648"/>
                  </a:lnTo>
                  <a:lnTo>
                    <a:pt x="6907" y="7648"/>
                  </a:lnTo>
                  <a:cubicBezTo>
                    <a:pt x="6993" y="7282"/>
                    <a:pt x="7283" y="6992"/>
                    <a:pt x="7649" y="6906"/>
                  </a:cubicBezTo>
                  <a:close/>
                  <a:moveTo>
                    <a:pt x="8852" y="8109"/>
                  </a:moveTo>
                  <a:cubicBezTo>
                    <a:pt x="8766" y="8475"/>
                    <a:pt x="8476" y="8765"/>
                    <a:pt x="8110" y="8851"/>
                  </a:cubicBezTo>
                  <a:lnTo>
                    <a:pt x="8110" y="8109"/>
                  </a:lnTo>
                  <a:close/>
                  <a:moveTo>
                    <a:pt x="7649" y="8111"/>
                  </a:moveTo>
                  <a:lnTo>
                    <a:pt x="7649" y="8853"/>
                  </a:lnTo>
                  <a:cubicBezTo>
                    <a:pt x="7283" y="8766"/>
                    <a:pt x="6993" y="8476"/>
                    <a:pt x="6907" y="8111"/>
                  </a:cubicBezTo>
                  <a:close/>
                  <a:moveTo>
                    <a:pt x="5695" y="9311"/>
                  </a:moveTo>
                  <a:cubicBezTo>
                    <a:pt x="6078" y="9311"/>
                    <a:pt x="6388" y="9621"/>
                    <a:pt x="6388" y="10004"/>
                  </a:cubicBezTo>
                  <a:cubicBezTo>
                    <a:pt x="6388" y="10384"/>
                    <a:pt x="6078" y="10696"/>
                    <a:pt x="5695" y="10696"/>
                  </a:cubicBezTo>
                  <a:cubicBezTo>
                    <a:pt x="5313" y="10696"/>
                    <a:pt x="5002" y="10384"/>
                    <a:pt x="5002" y="10004"/>
                  </a:cubicBezTo>
                  <a:cubicBezTo>
                    <a:pt x="5002" y="9622"/>
                    <a:pt x="5313" y="9311"/>
                    <a:pt x="5695" y="9311"/>
                  </a:cubicBezTo>
                  <a:close/>
                  <a:moveTo>
                    <a:pt x="6435" y="8109"/>
                  </a:moveTo>
                  <a:cubicBezTo>
                    <a:pt x="6535" y="8730"/>
                    <a:pt x="7026" y="9222"/>
                    <a:pt x="7648" y="9322"/>
                  </a:cubicBezTo>
                  <a:lnTo>
                    <a:pt x="7648" y="10715"/>
                  </a:lnTo>
                  <a:lnTo>
                    <a:pt x="7648" y="10715"/>
                  </a:lnTo>
                  <a:cubicBezTo>
                    <a:pt x="7336" y="10689"/>
                    <a:pt x="7028" y="10614"/>
                    <a:pt x="6742" y="10488"/>
                  </a:cubicBezTo>
                  <a:cubicBezTo>
                    <a:pt x="6810" y="10341"/>
                    <a:pt x="6848" y="10175"/>
                    <a:pt x="6848" y="10001"/>
                  </a:cubicBezTo>
                  <a:cubicBezTo>
                    <a:pt x="6848" y="9365"/>
                    <a:pt x="6331" y="8847"/>
                    <a:pt x="5694" y="8847"/>
                  </a:cubicBezTo>
                  <a:cubicBezTo>
                    <a:pt x="5533" y="8847"/>
                    <a:pt x="5378" y="8880"/>
                    <a:pt x="5238" y="8941"/>
                  </a:cubicBezTo>
                  <a:cubicBezTo>
                    <a:pt x="5131" y="8676"/>
                    <a:pt x="5064" y="8397"/>
                    <a:pt x="5042" y="8109"/>
                  </a:cubicBezTo>
                  <a:close/>
                  <a:moveTo>
                    <a:pt x="10716" y="8110"/>
                  </a:moveTo>
                  <a:cubicBezTo>
                    <a:pt x="10605" y="9497"/>
                    <a:pt x="9496" y="10604"/>
                    <a:pt x="8110" y="10717"/>
                  </a:cubicBezTo>
                  <a:lnTo>
                    <a:pt x="8110" y="9323"/>
                  </a:lnTo>
                  <a:cubicBezTo>
                    <a:pt x="8732" y="9224"/>
                    <a:pt x="9224" y="8733"/>
                    <a:pt x="9323" y="8110"/>
                  </a:cubicBezTo>
                  <a:close/>
                  <a:moveTo>
                    <a:pt x="11233" y="10601"/>
                  </a:moveTo>
                  <a:cubicBezTo>
                    <a:pt x="11616" y="10601"/>
                    <a:pt x="11926" y="10914"/>
                    <a:pt x="11926" y="11294"/>
                  </a:cubicBezTo>
                  <a:cubicBezTo>
                    <a:pt x="11926" y="11676"/>
                    <a:pt x="11616" y="11987"/>
                    <a:pt x="11233" y="11987"/>
                  </a:cubicBezTo>
                  <a:cubicBezTo>
                    <a:pt x="10850" y="11987"/>
                    <a:pt x="10540" y="11677"/>
                    <a:pt x="10540" y="11294"/>
                  </a:cubicBezTo>
                  <a:cubicBezTo>
                    <a:pt x="10540" y="10914"/>
                    <a:pt x="10850" y="10601"/>
                    <a:pt x="11233" y="10601"/>
                  </a:cubicBezTo>
                  <a:close/>
                  <a:moveTo>
                    <a:pt x="12566" y="8109"/>
                  </a:moveTo>
                  <a:cubicBezTo>
                    <a:pt x="12528" y="8903"/>
                    <a:pt x="12292" y="9663"/>
                    <a:pt x="11877" y="10337"/>
                  </a:cubicBezTo>
                  <a:cubicBezTo>
                    <a:pt x="11693" y="10212"/>
                    <a:pt x="11471" y="10140"/>
                    <a:pt x="11233" y="10140"/>
                  </a:cubicBezTo>
                  <a:cubicBezTo>
                    <a:pt x="10597" y="10140"/>
                    <a:pt x="10079" y="10657"/>
                    <a:pt x="10079" y="11294"/>
                  </a:cubicBezTo>
                  <a:cubicBezTo>
                    <a:pt x="10079" y="11525"/>
                    <a:pt x="10147" y="11739"/>
                    <a:pt x="10264" y="11920"/>
                  </a:cubicBezTo>
                  <a:cubicBezTo>
                    <a:pt x="9608" y="12308"/>
                    <a:pt x="8873" y="12528"/>
                    <a:pt x="8109" y="12565"/>
                  </a:cubicBezTo>
                  <a:lnTo>
                    <a:pt x="8109" y="11178"/>
                  </a:lnTo>
                  <a:cubicBezTo>
                    <a:pt x="9749" y="11065"/>
                    <a:pt x="11065" y="9750"/>
                    <a:pt x="11178" y="8109"/>
                  </a:cubicBezTo>
                  <a:close/>
                  <a:moveTo>
                    <a:pt x="4580" y="8111"/>
                  </a:moveTo>
                  <a:cubicBezTo>
                    <a:pt x="4606" y="8495"/>
                    <a:pt x="4697" y="8864"/>
                    <a:pt x="4852" y="9216"/>
                  </a:cubicBezTo>
                  <a:cubicBezTo>
                    <a:pt x="4660" y="9422"/>
                    <a:pt x="4541" y="9700"/>
                    <a:pt x="4541" y="10004"/>
                  </a:cubicBezTo>
                  <a:cubicBezTo>
                    <a:pt x="4541" y="10640"/>
                    <a:pt x="5058" y="11158"/>
                    <a:pt x="5695" y="11158"/>
                  </a:cubicBezTo>
                  <a:cubicBezTo>
                    <a:pt x="5988" y="11158"/>
                    <a:pt x="6256" y="11048"/>
                    <a:pt x="6459" y="10868"/>
                  </a:cubicBezTo>
                  <a:cubicBezTo>
                    <a:pt x="6832" y="11045"/>
                    <a:pt x="7238" y="11151"/>
                    <a:pt x="7650" y="11179"/>
                  </a:cubicBezTo>
                  <a:lnTo>
                    <a:pt x="7650" y="12566"/>
                  </a:lnTo>
                  <a:lnTo>
                    <a:pt x="7649" y="12566"/>
                  </a:lnTo>
                  <a:cubicBezTo>
                    <a:pt x="5244" y="12449"/>
                    <a:pt x="3309" y="10515"/>
                    <a:pt x="3192" y="8111"/>
                  </a:cubicBezTo>
                  <a:close/>
                  <a:moveTo>
                    <a:pt x="3048" y="11955"/>
                  </a:moveTo>
                  <a:cubicBezTo>
                    <a:pt x="3430" y="11955"/>
                    <a:pt x="3741" y="12265"/>
                    <a:pt x="3741" y="12648"/>
                  </a:cubicBezTo>
                  <a:cubicBezTo>
                    <a:pt x="3741" y="13031"/>
                    <a:pt x="3430" y="13341"/>
                    <a:pt x="3048" y="13341"/>
                  </a:cubicBezTo>
                  <a:cubicBezTo>
                    <a:pt x="2667" y="13341"/>
                    <a:pt x="2355" y="13031"/>
                    <a:pt x="2355" y="12648"/>
                  </a:cubicBezTo>
                  <a:cubicBezTo>
                    <a:pt x="2355" y="12265"/>
                    <a:pt x="2665" y="11955"/>
                    <a:pt x="3048" y="11955"/>
                  </a:cubicBezTo>
                  <a:close/>
                  <a:moveTo>
                    <a:pt x="2730" y="8108"/>
                  </a:moveTo>
                  <a:cubicBezTo>
                    <a:pt x="2847" y="10767"/>
                    <a:pt x="4990" y="12909"/>
                    <a:pt x="7649" y="13026"/>
                  </a:cubicBezTo>
                  <a:lnTo>
                    <a:pt x="7649" y="14414"/>
                  </a:lnTo>
                  <a:cubicBezTo>
                    <a:pt x="6349" y="14370"/>
                    <a:pt x="5119" y="13950"/>
                    <a:pt x="4066" y="13191"/>
                  </a:cubicBezTo>
                  <a:cubicBezTo>
                    <a:pt x="4153" y="13030"/>
                    <a:pt x="4203" y="12844"/>
                    <a:pt x="4203" y="12648"/>
                  </a:cubicBezTo>
                  <a:cubicBezTo>
                    <a:pt x="4203" y="12012"/>
                    <a:pt x="3686" y="11494"/>
                    <a:pt x="3048" y="11494"/>
                  </a:cubicBezTo>
                  <a:cubicBezTo>
                    <a:pt x="2856" y="11494"/>
                    <a:pt x="2677" y="11540"/>
                    <a:pt x="2518" y="11623"/>
                  </a:cubicBezTo>
                  <a:cubicBezTo>
                    <a:pt x="1790" y="10585"/>
                    <a:pt x="1387" y="9379"/>
                    <a:pt x="1344" y="8108"/>
                  </a:cubicBezTo>
                  <a:close/>
                  <a:moveTo>
                    <a:pt x="14414" y="8109"/>
                  </a:moveTo>
                  <a:cubicBezTo>
                    <a:pt x="14296" y="11532"/>
                    <a:pt x="11533" y="14295"/>
                    <a:pt x="8110" y="14414"/>
                  </a:cubicBezTo>
                  <a:lnTo>
                    <a:pt x="8110" y="13028"/>
                  </a:lnTo>
                  <a:cubicBezTo>
                    <a:pt x="8996" y="12989"/>
                    <a:pt x="9849" y="12725"/>
                    <a:pt x="10599" y="12258"/>
                  </a:cubicBezTo>
                  <a:cubicBezTo>
                    <a:pt x="10781" y="12378"/>
                    <a:pt x="10999" y="12449"/>
                    <a:pt x="11233" y="12449"/>
                  </a:cubicBezTo>
                  <a:cubicBezTo>
                    <a:pt x="11869" y="12449"/>
                    <a:pt x="12388" y="11932"/>
                    <a:pt x="12388" y="11294"/>
                  </a:cubicBezTo>
                  <a:cubicBezTo>
                    <a:pt x="12388" y="11069"/>
                    <a:pt x="12322" y="10857"/>
                    <a:pt x="12208" y="10678"/>
                  </a:cubicBezTo>
                  <a:cubicBezTo>
                    <a:pt x="12707" y="9908"/>
                    <a:pt x="12988" y="9027"/>
                    <a:pt x="13029" y="8109"/>
                  </a:cubicBezTo>
                  <a:close/>
                  <a:moveTo>
                    <a:pt x="7649" y="0"/>
                  </a:moveTo>
                  <a:lnTo>
                    <a:pt x="7649" y="882"/>
                  </a:lnTo>
                  <a:cubicBezTo>
                    <a:pt x="6197" y="929"/>
                    <a:pt x="4831" y="1410"/>
                    <a:pt x="3672" y="2284"/>
                  </a:cubicBezTo>
                  <a:cubicBezTo>
                    <a:pt x="3486" y="2154"/>
                    <a:pt x="3260" y="2079"/>
                    <a:pt x="3017" y="2079"/>
                  </a:cubicBezTo>
                  <a:cubicBezTo>
                    <a:pt x="2381" y="2079"/>
                    <a:pt x="1863" y="2596"/>
                    <a:pt x="1863" y="3233"/>
                  </a:cubicBezTo>
                  <a:cubicBezTo>
                    <a:pt x="1863" y="3496"/>
                    <a:pt x="1950" y="3737"/>
                    <a:pt x="2098" y="3930"/>
                  </a:cubicBezTo>
                  <a:cubicBezTo>
                    <a:pt x="1342" y="5032"/>
                    <a:pt x="926" y="6310"/>
                    <a:pt x="881" y="7649"/>
                  </a:cubicBezTo>
                  <a:lnTo>
                    <a:pt x="0" y="7649"/>
                  </a:lnTo>
                  <a:lnTo>
                    <a:pt x="0" y="8111"/>
                  </a:lnTo>
                  <a:lnTo>
                    <a:pt x="881" y="8111"/>
                  </a:lnTo>
                  <a:cubicBezTo>
                    <a:pt x="926" y="9488"/>
                    <a:pt x="1364" y="10795"/>
                    <a:pt x="2157" y="11915"/>
                  </a:cubicBezTo>
                  <a:cubicBezTo>
                    <a:pt x="1992" y="12114"/>
                    <a:pt x="1893" y="12370"/>
                    <a:pt x="1893" y="12649"/>
                  </a:cubicBezTo>
                  <a:cubicBezTo>
                    <a:pt x="1893" y="13285"/>
                    <a:pt x="2410" y="13804"/>
                    <a:pt x="3047" y="13804"/>
                  </a:cubicBezTo>
                  <a:cubicBezTo>
                    <a:pt x="3321" y="13804"/>
                    <a:pt x="3572" y="13708"/>
                    <a:pt x="3770" y="13548"/>
                  </a:cubicBezTo>
                  <a:cubicBezTo>
                    <a:pt x="4907" y="14375"/>
                    <a:pt x="6238" y="14831"/>
                    <a:pt x="7648" y="14877"/>
                  </a:cubicBezTo>
                  <a:lnTo>
                    <a:pt x="7648" y="15759"/>
                  </a:lnTo>
                  <a:lnTo>
                    <a:pt x="8109" y="15759"/>
                  </a:lnTo>
                  <a:lnTo>
                    <a:pt x="8109" y="14877"/>
                  </a:lnTo>
                  <a:cubicBezTo>
                    <a:pt x="9893" y="14820"/>
                    <a:pt x="11561" y="14099"/>
                    <a:pt x="12829" y="12830"/>
                  </a:cubicBezTo>
                  <a:cubicBezTo>
                    <a:pt x="14097" y="11562"/>
                    <a:pt x="14819" y="9895"/>
                    <a:pt x="14875" y="8111"/>
                  </a:cubicBezTo>
                  <a:lnTo>
                    <a:pt x="15757" y="8111"/>
                  </a:lnTo>
                  <a:lnTo>
                    <a:pt x="15757" y="7649"/>
                  </a:lnTo>
                  <a:lnTo>
                    <a:pt x="8451" y="7649"/>
                  </a:lnTo>
                  <a:lnTo>
                    <a:pt x="8451" y="7648"/>
                  </a:lnTo>
                  <a:lnTo>
                    <a:pt x="13077" y="3183"/>
                  </a:lnTo>
                  <a:lnTo>
                    <a:pt x="12917" y="3018"/>
                  </a:lnTo>
                  <a:cubicBezTo>
                    <a:pt x="12270" y="2348"/>
                    <a:pt x="11512" y="1821"/>
                    <a:pt x="10662" y="1453"/>
                  </a:cubicBezTo>
                  <a:cubicBezTo>
                    <a:pt x="9852" y="1101"/>
                    <a:pt x="8994" y="910"/>
                    <a:pt x="8110" y="882"/>
                  </a:cubicBezTo>
                  <a:lnTo>
                    <a:pt x="81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2403633" y="2118911"/>
              <a:ext cx="64194" cy="38736"/>
            </a:xfrm>
            <a:custGeom>
              <a:rect b="b" l="l" r="r" t="t"/>
              <a:pathLst>
                <a:path extrusionOk="0" h="1167" w="1934">
                  <a:moveTo>
                    <a:pt x="109" y="0"/>
                  </a:moveTo>
                  <a:lnTo>
                    <a:pt x="0" y="449"/>
                  </a:lnTo>
                  <a:cubicBezTo>
                    <a:pt x="599" y="594"/>
                    <a:pt x="1165" y="834"/>
                    <a:pt x="1685" y="1167"/>
                  </a:cubicBezTo>
                  <a:lnTo>
                    <a:pt x="1933" y="777"/>
                  </a:lnTo>
                  <a:cubicBezTo>
                    <a:pt x="1371" y="419"/>
                    <a:pt x="758" y="156"/>
                    <a:pt x="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2265984" y="2116521"/>
              <a:ext cx="60112" cy="33325"/>
            </a:xfrm>
            <a:custGeom>
              <a:rect b="b" l="l" r="r" t="t"/>
              <a:pathLst>
                <a:path extrusionOk="0" h="1004" w="1811">
                  <a:moveTo>
                    <a:pt x="1728" y="1"/>
                  </a:moveTo>
                  <a:cubicBezTo>
                    <a:pt x="1126" y="111"/>
                    <a:pt x="544" y="310"/>
                    <a:pt x="0" y="595"/>
                  </a:cubicBezTo>
                  <a:lnTo>
                    <a:pt x="215" y="1004"/>
                  </a:lnTo>
                  <a:cubicBezTo>
                    <a:pt x="717" y="740"/>
                    <a:pt x="1255" y="556"/>
                    <a:pt x="1810" y="455"/>
                  </a:cubicBezTo>
                  <a:lnTo>
                    <a:pt x="17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2160598" y="2234321"/>
              <a:ext cx="28048" cy="49357"/>
            </a:xfrm>
            <a:custGeom>
              <a:rect b="b" l="l" r="r" t="t"/>
              <a:pathLst>
                <a:path extrusionOk="0" h="1487" w="845">
                  <a:moveTo>
                    <a:pt x="422" y="0"/>
                  </a:moveTo>
                  <a:cubicBezTo>
                    <a:pt x="224" y="451"/>
                    <a:pt x="83" y="925"/>
                    <a:pt x="0" y="1409"/>
                  </a:cubicBezTo>
                  <a:lnTo>
                    <a:pt x="455" y="1486"/>
                  </a:lnTo>
                  <a:cubicBezTo>
                    <a:pt x="532" y="1038"/>
                    <a:pt x="662" y="602"/>
                    <a:pt x="844" y="185"/>
                  </a:cubicBezTo>
                  <a:lnTo>
                    <a:pt x="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2159867" y="2342064"/>
              <a:ext cx="17891" cy="17957"/>
            </a:xfrm>
            <a:custGeom>
              <a:rect b="b" l="l" r="r" t="t"/>
              <a:pathLst>
                <a:path extrusionOk="0" h="541" w="539">
                  <a:moveTo>
                    <a:pt x="457" y="0"/>
                  </a:moveTo>
                  <a:lnTo>
                    <a:pt x="1" y="67"/>
                  </a:lnTo>
                  <a:cubicBezTo>
                    <a:pt x="23" y="226"/>
                    <a:pt x="53" y="385"/>
                    <a:pt x="89" y="540"/>
                  </a:cubicBezTo>
                  <a:lnTo>
                    <a:pt x="538" y="438"/>
                  </a:lnTo>
                  <a:cubicBezTo>
                    <a:pt x="504" y="293"/>
                    <a:pt x="477" y="147"/>
                    <a:pt x="4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2166904" y="2370709"/>
              <a:ext cx="27882" cy="38902"/>
            </a:xfrm>
            <a:custGeom>
              <a:rect b="b" l="l" r="r" t="t"/>
              <a:pathLst>
                <a:path extrusionOk="0" h="1172" w="840">
                  <a:moveTo>
                    <a:pt x="441" y="1"/>
                  </a:moveTo>
                  <a:lnTo>
                    <a:pt x="1" y="139"/>
                  </a:lnTo>
                  <a:cubicBezTo>
                    <a:pt x="111" y="495"/>
                    <a:pt x="258" y="842"/>
                    <a:pt x="432" y="1171"/>
                  </a:cubicBezTo>
                  <a:lnTo>
                    <a:pt x="839" y="954"/>
                  </a:lnTo>
                  <a:cubicBezTo>
                    <a:pt x="679" y="648"/>
                    <a:pt x="545" y="329"/>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2271295" y="2482734"/>
              <a:ext cx="53871" cy="30637"/>
            </a:xfrm>
            <a:custGeom>
              <a:rect b="b" l="l" r="r" t="t"/>
              <a:pathLst>
                <a:path extrusionOk="0" h="923" w="1623">
                  <a:moveTo>
                    <a:pt x="203" y="0"/>
                  </a:moveTo>
                  <a:lnTo>
                    <a:pt x="1" y="415"/>
                  </a:lnTo>
                  <a:cubicBezTo>
                    <a:pt x="488" y="653"/>
                    <a:pt x="1005" y="823"/>
                    <a:pt x="1536" y="923"/>
                  </a:cubicBezTo>
                  <a:lnTo>
                    <a:pt x="1622" y="470"/>
                  </a:lnTo>
                  <a:cubicBezTo>
                    <a:pt x="1131" y="378"/>
                    <a:pt x="653" y="22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2390887" y="2484626"/>
              <a:ext cx="52511" cy="29342"/>
            </a:xfrm>
            <a:custGeom>
              <a:rect b="b" l="l" r="r" t="t"/>
              <a:pathLst>
                <a:path extrusionOk="0" h="884" w="1582">
                  <a:moveTo>
                    <a:pt x="1388" y="0"/>
                  </a:moveTo>
                  <a:cubicBezTo>
                    <a:pt x="947" y="203"/>
                    <a:pt x="480" y="347"/>
                    <a:pt x="1" y="428"/>
                  </a:cubicBezTo>
                  <a:lnTo>
                    <a:pt x="78" y="883"/>
                  </a:lnTo>
                  <a:cubicBezTo>
                    <a:pt x="597" y="795"/>
                    <a:pt x="1103" y="638"/>
                    <a:pt x="1582" y="420"/>
                  </a:cubicBezTo>
                  <a:lnTo>
                    <a:pt x="138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2386439" y="2430589"/>
              <a:ext cx="27052" cy="21675"/>
            </a:xfrm>
            <a:custGeom>
              <a:rect b="b" l="l" r="r" t="t"/>
              <a:pathLst>
                <a:path extrusionOk="0" h="653" w="815">
                  <a:moveTo>
                    <a:pt x="637" y="0"/>
                  </a:moveTo>
                  <a:cubicBezTo>
                    <a:pt x="431" y="86"/>
                    <a:pt x="217" y="154"/>
                    <a:pt x="0" y="202"/>
                  </a:cubicBezTo>
                  <a:lnTo>
                    <a:pt x="98" y="653"/>
                  </a:lnTo>
                  <a:cubicBezTo>
                    <a:pt x="342" y="600"/>
                    <a:pt x="584" y="524"/>
                    <a:pt x="814" y="427"/>
                  </a:cubicBezTo>
                  <a:lnTo>
                    <a:pt x="6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2307607" y="2431319"/>
              <a:ext cx="26853" cy="21409"/>
            </a:xfrm>
            <a:custGeom>
              <a:rect b="b" l="l" r="r" t="t"/>
              <a:pathLst>
                <a:path extrusionOk="0" h="645" w="809">
                  <a:moveTo>
                    <a:pt x="171" y="0"/>
                  </a:moveTo>
                  <a:lnTo>
                    <a:pt x="1" y="429"/>
                  </a:lnTo>
                  <a:cubicBezTo>
                    <a:pt x="231" y="521"/>
                    <a:pt x="472" y="594"/>
                    <a:pt x="716" y="644"/>
                  </a:cubicBezTo>
                  <a:lnTo>
                    <a:pt x="808" y="191"/>
                  </a:lnTo>
                  <a:cubicBezTo>
                    <a:pt x="591" y="147"/>
                    <a:pt x="376" y="83"/>
                    <a:pt x="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221838" y="2340073"/>
              <a:ext cx="21376" cy="26820"/>
            </a:xfrm>
            <a:custGeom>
              <a:rect b="b" l="l" r="r" t="t"/>
              <a:pathLst>
                <a:path extrusionOk="0" h="808" w="644">
                  <a:moveTo>
                    <a:pt x="452" y="0"/>
                  </a:moveTo>
                  <a:lnTo>
                    <a:pt x="0" y="91"/>
                  </a:lnTo>
                  <a:cubicBezTo>
                    <a:pt x="49" y="336"/>
                    <a:pt x="121" y="576"/>
                    <a:pt x="214" y="808"/>
                  </a:cubicBezTo>
                  <a:lnTo>
                    <a:pt x="644" y="637"/>
                  </a:lnTo>
                  <a:cubicBezTo>
                    <a:pt x="561" y="432"/>
                    <a:pt x="497" y="217"/>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241554" y="2225724"/>
              <a:ext cx="21476" cy="21409"/>
            </a:xfrm>
            <a:custGeom>
              <a:rect b="b" l="l" r="r" t="t"/>
              <a:pathLst>
                <a:path extrusionOk="0" h="645" w="647">
                  <a:moveTo>
                    <a:pt x="291" y="0"/>
                  </a:moveTo>
                  <a:cubicBezTo>
                    <a:pt x="186" y="127"/>
                    <a:pt x="89" y="258"/>
                    <a:pt x="1" y="394"/>
                  </a:cubicBezTo>
                  <a:lnTo>
                    <a:pt x="389" y="645"/>
                  </a:lnTo>
                  <a:cubicBezTo>
                    <a:pt x="467" y="524"/>
                    <a:pt x="554" y="406"/>
                    <a:pt x="646" y="294"/>
                  </a:cubicBezTo>
                  <a:lnTo>
                    <a:pt x="2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227281" y="2252876"/>
              <a:ext cx="19982" cy="19849"/>
            </a:xfrm>
            <a:custGeom>
              <a:rect b="b" l="l" r="r" t="t"/>
              <a:pathLst>
                <a:path extrusionOk="0" h="598" w="602">
                  <a:moveTo>
                    <a:pt x="188" y="1"/>
                  </a:moveTo>
                  <a:cubicBezTo>
                    <a:pt x="118" y="143"/>
                    <a:pt x="55" y="291"/>
                    <a:pt x="1" y="441"/>
                  </a:cubicBezTo>
                  <a:lnTo>
                    <a:pt x="435" y="597"/>
                  </a:lnTo>
                  <a:cubicBezTo>
                    <a:pt x="483" y="464"/>
                    <a:pt x="540" y="332"/>
                    <a:pt x="602" y="205"/>
                  </a:cubicBezTo>
                  <a:lnTo>
                    <a:pt x="1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2262133" y="2186790"/>
              <a:ext cx="46370" cy="38105"/>
            </a:xfrm>
            <a:custGeom>
              <a:rect b="b" l="l" r="r" t="t"/>
              <a:pathLst>
                <a:path extrusionOk="0" h="1148" w="1397">
                  <a:moveTo>
                    <a:pt x="1207" y="1"/>
                  </a:moveTo>
                  <a:cubicBezTo>
                    <a:pt x="761" y="200"/>
                    <a:pt x="354" y="474"/>
                    <a:pt x="0" y="816"/>
                  </a:cubicBezTo>
                  <a:lnTo>
                    <a:pt x="321" y="1148"/>
                  </a:lnTo>
                  <a:cubicBezTo>
                    <a:pt x="636" y="845"/>
                    <a:pt x="998" y="598"/>
                    <a:pt x="1397" y="421"/>
                  </a:cubicBezTo>
                  <a:lnTo>
                    <a:pt x="12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391219" y="2179122"/>
              <a:ext cx="48229" cy="32993"/>
            </a:xfrm>
            <a:custGeom>
              <a:rect b="b" l="l" r="r" t="t"/>
              <a:pathLst>
                <a:path extrusionOk="0" h="994" w="1453">
                  <a:moveTo>
                    <a:pt x="117" y="0"/>
                  </a:moveTo>
                  <a:lnTo>
                    <a:pt x="1" y="447"/>
                  </a:lnTo>
                  <a:cubicBezTo>
                    <a:pt x="427" y="559"/>
                    <a:pt x="827" y="742"/>
                    <a:pt x="1189" y="994"/>
                  </a:cubicBezTo>
                  <a:lnTo>
                    <a:pt x="1453" y="615"/>
                  </a:lnTo>
                  <a:cubicBezTo>
                    <a:pt x="1045" y="331"/>
                    <a:pt x="597" y="124"/>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190935" y="2152137"/>
              <a:ext cx="15335" cy="15335"/>
            </a:xfrm>
            <a:custGeom>
              <a:rect b="b" l="l" r="r" t="t"/>
              <a:pathLst>
                <a:path extrusionOk="0" h="462" w="462">
                  <a:moveTo>
                    <a:pt x="1" y="0"/>
                  </a:moveTo>
                  <a:lnTo>
                    <a:pt x="1" y="461"/>
                  </a:lnTo>
                  <a:lnTo>
                    <a:pt x="462" y="461"/>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279792" y="2376817"/>
              <a:ext cx="15368" cy="15368"/>
            </a:xfrm>
            <a:custGeom>
              <a:rect b="b" l="l" r="r" t="t"/>
              <a:pathLst>
                <a:path extrusionOk="0" h="463" w="463">
                  <a:moveTo>
                    <a:pt x="0" y="1"/>
                  </a:moveTo>
                  <a:lnTo>
                    <a:pt x="0" y="462"/>
                  </a:lnTo>
                  <a:lnTo>
                    <a:pt x="462" y="462"/>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191964" y="2464677"/>
              <a:ext cx="15335" cy="15335"/>
            </a:xfrm>
            <a:custGeom>
              <a:rect b="b" l="l" r="r" t="t"/>
              <a:pathLst>
                <a:path extrusionOk="0" h="462" w="462">
                  <a:moveTo>
                    <a:pt x="1" y="0"/>
                  </a:moveTo>
                  <a:lnTo>
                    <a:pt x="1" y="462"/>
                  </a:lnTo>
                  <a:lnTo>
                    <a:pt x="462" y="462"/>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2464707" y="2419735"/>
              <a:ext cx="15335" cy="15335"/>
            </a:xfrm>
            <a:custGeom>
              <a:rect b="b" l="l" r="r" t="t"/>
              <a:pathLst>
                <a:path extrusionOk="0" h="462" w="462">
                  <a:moveTo>
                    <a:pt x="0" y="1"/>
                  </a:moveTo>
                  <a:lnTo>
                    <a:pt x="0" y="462"/>
                  </a:lnTo>
                  <a:lnTo>
                    <a:pt x="461" y="462"/>
                  </a:lnTo>
                  <a:lnTo>
                    <a:pt x="4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54"/>
          <p:cNvGrpSpPr/>
          <p:nvPr/>
        </p:nvGrpSpPr>
        <p:grpSpPr>
          <a:xfrm rot="240081">
            <a:off x="5299159" y="1850994"/>
            <a:ext cx="433195" cy="433278"/>
            <a:chOff x="1467239" y="2053522"/>
            <a:chExt cx="522981" cy="523081"/>
          </a:xfrm>
        </p:grpSpPr>
        <p:sp>
          <p:nvSpPr>
            <p:cNvPr id="3427" name="Google Shape;3427;p54"/>
            <p:cNvSpPr/>
            <p:nvPr/>
          </p:nvSpPr>
          <p:spPr>
            <a:xfrm>
              <a:off x="1613419" y="2394475"/>
              <a:ext cx="96325" cy="102465"/>
            </a:xfrm>
            <a:custGeom>
              <a:rect b="b" l="l" r="r" t="t"/>
              <a:pathLst>
                <a:path extrusionOk="0" h="3087" w="2902">
                  <a:moveTo>
                    <a:pt x="1030" y="464"/>
                  </a:moveTo>
                  <a:lnTo>
                    <a:pt x="1325" y="1348"/>
                  </a:lnTo>
                  <a:lnTo>
                    <a:pt x="2439" y="1348"/>
                  </a:lnTo>
                  <a:lnTo>
                    <a:pt x="2439" y="2625"/>
                  </a:lnTo>
                  <a:lnTo>
                    <a:pt x="1629" y="2625"/>
                  </a:lnTo>
                  <a:lnTo>
                    <a:pt x="1039" y="1903"/>
                  </a:lnTo>
                  <a:lnTo>
                    <a:pt x="464" y="1903"/>
                  </a:lnTo>
                  <a:lnTo>
                    <a:pt x="464" y="464"/>
                  </a:lnTo>
                  <a:close/>
                  <a:moveTo>
                    <a:pt x="1" y="0"/>
                  </a:moveTo>
                  <a:lnTo>
                    <a:pt x="1" y="2365"/>
                  </a:lnTo>
                  <a:lnTo>
                    <a:pt x="819" y="2365"/>
                  </a:lnTo>
                  <a:lnTo>
                    <a:pt x="1408" y="3086"/>
                  </a:lnTo>
                  <a:lnTo>
                    <a:pt x="2902" y="3086"/>
                  </a:lnTo>
                  <a:lnTo>
                    <a:pt x="2902" y="885"/>
                  </a:lnTo>
                  <a:lnTo>
                    <a:pt x="1659" y="885"/>
                  </a:lnTo>
                  <a:lnTo>
                    <a:pt x="13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1534753" y="2121102"/>
              <a:ext cx="455467" cy="455501"/>
            </a:xfrm>
            <a:custGeom>
              <a:rect b="b" l="l" r="r" t="t"/>
              <a:pathLst>
                <a:path extrusionOk="0" h="13723" w="13722">
                  <a:moveTo>
                    <a:pt x="10523" y="7332"/>
                  </a:moveTo>
                  <a:lnTo>
                    <a:pt x="11997" y="8161"/>
                  </a:lnTo>
                  <a:lnTo>
                    <a:pt x="13125" y="8161"/>
                  </a:lnTo>
                  <a:cubicBezTo>
                    <a:pt x="12604" y="10683"/>
                    <a:pt x="10593" y="12664"/>
                    <a:pt x="8060" y="13146"/>
                  </a:cubicBezTo>
                  <a:lnTo>
                    <a:pt x="7537" y="11163"/>
                  </a:lnTo>
                  <a:lnTo>
                    <a:pt x="9378" y="11163"/>
                  </a:lnTo>
                  <a:cubicBezTo>
                    <a:pt x="9831" y="11163"/>
                    <a:pt x="10199" y="10794"/>
                    <a:pt x="10199" y="10342"/>
                  </a:cubicBezTo>
                  <a:cubicBezTo>
                    <a:pt x="10199" y="9889"/>
                    <a:pt x="9831" y="9521"/>
                    <a:pt x="9378" y="9521"/>
                  </a:cubicBezTo>
                  <a:lnTo>
                    <a:pt x="8706" y="9521"/>
                  </a:lnTo>
                  <a:lnTo>
                    <a:pt x="8220" y="7332"/>
                  </a:lnTo>
                  <a:close/>
                  <a:moveTo>
                    <a:pt x="6862" y="0"/>
                  </a:moveTo>
                  <a:cubicBezTo>
                    <a:pt x="6296" y="0"/>
                    <a:pt x="5732" y="70"/>
                    <a:pt x="5187" y="205"/>
                  </a:cubicBezTo>
                  <a:lnTo>
                    <a:pt x="5299" y="654"/>
                  </a:lnTo>
                  <a:cubicBezTo>
                    <a:pt x="5784" y="533"/>
                    <a:pt x="6285" y="468"/>
                    <a:pt x="6791" y="463"/>
                  </a:cubicBezTo>
                  <a:lnTo>
                    <a:pt x="6791" y="1446"/>
                  </a:lnTo>
                  <a:lnTo>
                    <a:pt x="8290" y="2036"/>
                  </a:lnTo>
                  <a:lnTo>
                    <a:pt x="8290" y="2531"/>
                  </a:lnTo>
                  <a:lnTo>
                    <a:pt x="7452" y="2531"/>
                  </a:lnTo>
                  <a:lnTo>
                    <a:pt x="6567" y="4862"/>
                  </a:lnTo>
                  <a:lnTo>
                    <a:pt x="5575" y="4862"/>
                  </a:lnTo>
                  <a:lnTo>
                    <a:pt x="5039" y="6336"/>
                  </a:lnTo>
                  <a:lnTo>
                    <a:pt x="4387" y="6336"/>
                  </a:lnTo>
                  <a:lnTo>
                    <a:pt x="4387" y="4862"/>
                  </a:lnTo>
                  <a:lnTo>
                    <a:pt x="3301" y="4862"/>
                  </a:lnTo>
                  <a:lnTo>
                    <a:pt x="3301" y="5324"/>
                  </a:lnTo>
                  <a:lnTo>
                    <a:pt x="3924" y="5324"/>
                  </a:lnTo>
                  <a:lnTo>
                    <a:pt x="3924" y="6798"/>
                  </a:lnTo>
                  <a:lnTo>
                    <a:pt x="5362" y="6798"/>
                  </a:lnTo>
                  <a:lnTo>
                    <a:pt x="5897" y="5324"/>
                  </a:lnTo>
                  <a:lnTo>
                    <a:pt x="6886" y="5324"/>
                  </a:lnTo>
                  <a:lnTo>
                    <a:pt x="7770" y="2994"/>
                  </a:lnTo>
                  <a:lnTo>
                    <a:pt x="8753" y="2994"/>
                  </a:lnTo>
                  <a:lnTo>
                    <a:pt x="8753" y="1720"/>
                  </a:lnTo>
                  <a:lnTo>
                    <a:pt x="7253" y="1131"/>
                  </a:lnTo>
                  <a:lnTo>
                    <a:pt x="7253" y="474"/>
                  </a:lnTo>
                  <a:cubicBezTo>
                    <a:pt x="10599" y="678"/>
                    <a:pt x="13260" y="3465"/>
                    <a:pt x="13260" y="6860"/>
                  </a:cubicBezTo>
                  <a:cubicBezTo>
                    <a:pt x="13260" y="7144"/>
                    <a:pt x="13240" y="7426"/>
                    <a:pt x="13204" y="7701"/>
                  </a:cubicBezTo>
                  <a:lnTo>
                    <a:pt x="12118" y="7701"/>
                  </a:lnTo>
                  <a:lnTo>
                    <a:pt x="10644" y="6870"/>
                  </a:lnTo>
                  <a:lnTo>
                    <a:pt x="7644" y="6870"/>
                  </a:lnTo>
                  <a:lnTo>
                    <a:pt x="8336" y="9985"/>
                  </a:lnTo>
                  <a:lnTo>
                    <a:pt x="9378" y="9985"/>
                  </a:lnTo>
                  <a:cubicBezTo>
                    <a:pt x="9577" y="9985"/>
                    <a:pt x="9737" y="10146"/>
                    <a:pt x="9737" y="10343"/>
                  </a:cubicBezTo>
                  <a:cubicBezTo>
                    <a:pt x="9737" y="10541"/>
                    <a:pt x="9577" y="10701"/>
                    <a:pt x="9378" y="10701"/>
                  </a:cubicBezTo>
                  <a:lnTo>
                    <a:pt x="6936" y="10701"/>
                  </a:lnTo>
                  <a:lnTo>
                    <a:pt x="7600" y="13217"/>
                  </a:lnTo>
                  <a:cubicBezTo>
                    <a:pt x="7357" y="13245"/>
                    <a:pt x="7111" y="13259"/>
                    <a:pt x="6862" y="13259"/>
                  </a:cubicBezTo>
                  <a:cubicBezTo>
                    <a:pt x="3334" y="13259"/>
                    <a:pt x="464" y="10390"/>
                    <a:pt x="464" y="6862"/>
                  </a:cubicBezTo>
                  <a:cubicBezTo>
                    <a:pt x="464" y="6322"/>
                    <a:pt x="531" y="5786"/>
                    <a:pt x="663" y="5269"/>
                  </a:cubicBezTo>
                  <a:lnTo>
                    <a:pt x="215" y="5155"/>
                  </a:lnTo>
                  <a:cubicBezTo>
                    <a:pt x="73" y="5709"/>
                    <a:pt x="1" y="6283"/>
                    <a:pt x="1" y="6862"/>
                  </a:cubicBezTo>
                  <a:cubicBezTo>
                    <a:pt x="1" y="8695"/>
                    <a:pt x="714" y="10416"/>
                    <a:pt x="2009" y="11713"/>
                  </a:cubicBezTo>
                  <a:cubicBezTo>
                    <a:pt x="3305" y="13009"/>
                    <a:pt x="5028" y="13723"/>
                    <a:pt x="6860" y="13723"/>
                  </a:cubicBezTo>
                  <a:cubicBezTo>
                    <a:pt x="7150" y="13723"/>
                    <a:pt x="7436" y="13704"/>
                    <a:pt x="7719" y="13669"/>
                  </a:cubicBezTo>
                  <a:lnTo>
                    <a:pt x="7721" y="13672"/>
                  </a:lnTo>
                  <a:lnTo>
                    <a:pt x="7851" y="13651"/>
                  </a:lnTo>
                  <a:cubicBezTo>
                    <a:pt x="8501" y="13558"/>
                    <a:pt x="9129" y="13372"/>
                    <a:pt x="9720" y="13101"/>
                  </a:cubicBezTo>
                  <a:cubicBezTo>
                    <a:pt x="9722" y="13101"/>
                    <a:pt x="9722" y="13101"/>
                    <a:pt x="9723" y="13100"/>
                  </a:cubicBezTo>
                  <a:cubicBezTo>
                    <a:pt x="9763" y="13083"/>
                    <a:pt x="9802" y="13063"/>
                    <a:pt x="9842" y="13044"/>
                  </a:cubicBezTo>
                  <a:cubicBezTo>
                    <a:pt x="9843" y="13044"/>
                    <a:pt x="9843" y="13043"/>
                    <a:pt x="9844" y="13043"/>
                  </a:cubicBezTo>
                  <a:cubicBezTo>
                    <a:pt x="9956" y="12989"/>
                    <a:pt x="10068" y="12933"/>
                    <a:pt x="10177" y="12872"/>
                  </a:cubicBezTo>
                  <a:lnTo>
                    <a:pt x="10204" y="12856"/>
                  </a:lnTo>
                  <a:cubicBezTo>
                    <a:pt x="10234" y="12840"/>
                    <a:pt x="10262" y="12822"/>
                    <a:pt x="10292" y="12805"/>
                  </a:cubicBezTo>
                  <a:cubicBezTo>
                    <a:pt x="10306" y="12798"/>
                    <a:pt x="10319" y="12789"/>
                    <a:pt x="10334" y="12781"/>
                  </a:cubicBezTo>
                  <a:cubicBezTo>
                    <a:pt x="10361" y="12765"/>
                    <a:pt x="10389" y="12749"/>
                    <a:pt x="10416" y="12732"/>
                  </a:cubicBezTo>
                  <a:cubicBezTo>
                    <a:pt x="10431" y="12723"/>
                    <a:pt x="10446" y="12713"/>
                    <a:pt x="10461" y="12705"/>
                  </a:cubicBezTo>
                  <a:cubicBezTo>
                    <a:pt x="10551" y="12649"/>
                    <a:pt x="10639" y="12591"/>
                    <a:pt x="10727" y="12531"/>
                  </a:cubicBezTo>
                  <a:cubicBezTo>
                    <a:pt x="10743" y="12520"/>
                    <a:pt x="10759" y="12510"/>
                    <a:pt x="10777" y="12498"/>
                  </a:cubicBezTo>
                  <a:cubicBezTo>
                    <a:pt x="10800" y="12481"/>
                    <a:pt x="10825" y="12464"/>
                    <a:pt x="10848" y="12447"/>
                  </a:cubicBezTo>
                  <a:cubicBezTo>
                    <a:pt x="10865" y="12434"/>
                    <a:pt x="10881" y="12423"/>
                    <a:pt x="10898" y="12410"/>
                  </a:cubicBezTo>
                  <a:cubicBezTo>
                    <a:pt x="10922" y="12392"/>
                    <a:pt x="10945" y="12375"/>
                    <a:pt x="10970" y="12357"/>
                  </a:cubicBezTo>
                  <a:cubicBezTo>
                    <a:pt x="10985" y="12345"/>
                    <a:pt x="11000" y="12334"/>
                    <a:pt x="11015" y="12323"/>
                  </a:cubicBezTo>
                  <a:cubicBezTo>
                    <a:pt x="11101" y="12257"/>
                    <a:pt x="11187" y="12189"/>
                    <a:pt x="11271" y="12118"/>
                  </a:cubicBezTo>
                  <a:cubicBezTo>
                    <a:pt x="11282" y="12107"/>
                    <a:pt x="11295" y="12098"/>
                    <a:pt x="11307" y="12088"/>
                  </a:cubicBezTo>
                  <a:cubicBezTo>
                    <a:pt x="11333" y="12066"/>
                    <a:pt x="11358" y="12044"/>
                    <a:pt x="11383" y="12023"/>
                  </a:cubicBezTo>
                  <a:cubicBezTo>
                    <a:pt x="11394" y="12012"/>
                    <a:pt x="11406" y="12002"/>
                    <a:pt x="11419" y="11989"/>
                  </a:cubicBezTo>
                  <a:cubicBezTo>
                    <a:pt x="11445" y="11967"/>
                    <a:pt x="11468" y="11945"/>
                    <a:pt x="11494" y="11921"/>
                  </a:cubicBezTo>
                  <a:cubicBezTo>
                    <a:pt x="11504" y="11914"/>
                    <a:pt x="11513" y="11905"/>
                    <a:pt x="11522" y="11896"/>
                  </a:cubicBezTo>
                  <a:cubicBezTo>
                    <a:pt x="11586" y="11837"/>
                    <a:pt x="11651" y="11775"/>
                    <a:pt x="11713" y="11713"/>
                  </a:cubicBezTo>
                  <a:cubicBezTo>
                    <a:pt x="11734" y="11693"/>
                    <a:pt x="11753" y="11672"/>
                    <a:pt x="11773" y="11651"/>
                  </a:cubicBezTo>
                  <a:cubicBezTo>
                    <a:pt x="11783" y="11642"/>
                    <a:pt x="11792" y="11633"/>
                    <a:pt x="11801" y="11622"/>
                  </a:cubicBezTo>
                  <a:cubicBezTo>
                    <a:pt x="11825" y="11599"/>
                    <a:pt x="11849" y="11573"/>
                    <a:pt x="11872" y="11548"/>
                  </a:cubicBezTo>
                  <a:cubicBezTo>
                    <a:pt x="11882" y="11536"/>
                    <a:pt x="11892" y="11526"/>
                    <a:pt x="11903" y="11514"/>
                  </a:cubicBezTo>
                  <a:cubicBezTo>
                    <a:pt x="11927" y="11488"/>
                    <a:pt x="11949" y="11464"/>
                    <a:pt x="11973" y="11438"/>
                  </a:cubicBezTo>
                  <a:cubicBezTo>
                    <a:pt x="11980" y="11429"/>
                    <a:pt x="11990" y="11420"/>
                    <a:pt x="11998" y="11409"/>
                  </a:cubicBezTo>
                  <a:cubicBezTo>
                    <a:pt x="12073" y="11324"/>
                    <a:pt x="12146" y="11238"/>
                    <a:pt x="12217" y="11150"/>
                  </a:cubicBezTo>
                  <a:lnTo>
                    <a:pt x="12248" y="11110"/>
                  </a:lnTo>
                  <a:cubicBezTo>
                    <a:pt x="12268" y="11085"/>
                    <a:pt x="12288" y="11061"/>
                    <a:pt x="12308" y="11035"/>
                  </a:cubicBezTo>
                  <a:cubicBezTo>
                    <a:pt x="12318" y="11020"/>
                    <a:pt x="12329" y="11007"/>
                    <a:pt x="12339" y="10994"/>
                  </a:cubicBezTo>
                  <a:lnTo>
                    <a:pt x="12397" y="10916"/>
                  </a:lnTo>
                  <a:cubicBezTo>
                    <a:pt x="12404" y="10906"/>
                    <a:pt x="12413" y="10895"/>
                    <a:pt x="12420" y="10883"/>
                  </a:cubicBezTo>
                  <a:cubicBezTo>
                    <a:pt x="12487" y="10790"/>
                    <a:pt x="12552" y="10696"/>
                    <a:pt x="12615" y="10601"/>
                  </a:cubicBezTo>
                  <a:cubicBezTo>
                    <a:pt x="12621" y="10590"/>
                    <a:pt x="12630" y="10580"/>
                    <a:pt x="12636" y="10567"/>
                  </a:cubicBezTo>
                  <a:cubicBezTo>
                    <a:pt x="12656" y="10538"/>
                    <a:pt x="12675" y="10507"/>
                    <a:pt x="12694" y="10477"/>
                  </a:cubicBezTo>
                  <a:cubicBezTo>
                    <a:pt x="12699" y="10468"/>
                    <a:pt x="12706" y="10459"/>
                    <a:pt x="12711" y="10451"/>
                  </a:cubicBezTo>
                  <a:cubicBezTo>
                    <a:pt x="13195" y="9663"/>
                    <a:pt x="13514" y="8788"/>
                    <a:pt x="13648" y="7866"/>
                  </a:cubicBezTo>
                  <a:lnTo>
                    <a:pt x="13675" y="7703"/>
                  </a:lnTo>
                  <a:lnTo>
                    <a:pt x="13670" y="7703"/>
                  </a:lnTo>
                  <a:cubicBezTo>
                    <a:pt x="13705" y="7425"/>
                    <a:pt x="13722" y="7143"/>
                    <a:pt x="13722" y="6861"/>
                  </a:cubicBezTo>
                  <a:cubicBezTo>
                    <a:pt x="13722" y="5027"/>
                    <a:pt x="13008" y="3306"/>
                    <a:pt x="11713" y="2009"/>
                  </a:cubicBezTo>
                  <a:cubicBezTo>
                    <a:pt x="10418" y="714"/>
                    <a:pt x="8695" y="0"/>
                    <a:pt x="6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1555764" y="2142079"/>
              <a:ext cx="76774" cy="76741"/>
            </a:xfrm>
            <a:custGeom>
              <a:rect b="b" l="l" r="r" t="t"/>
              <a:pathLst>
                <a:path extrusionOk="0" h="2312" w="2313">
                  <a:moveTo>
                    <a:pt x="1157" y="461"/>
                  </a:moveTo>
                  <a:cubicBezTo>
                    <a:pt x="1539" y="461"/>
                    <a:pt x="1851" y="774"/>
                    <a:pt x="1851" y="1156"/>
                  </a:cubicBezTo>
                  <a:cubicBezTo>
                    <a:pt x="1851" y="1539"/>
                    <a:pt x="1539" y="1850"/>
                    <a:pt x="1157" y="1850"/>
                  </a:cubicBezTo>
                  <a:cubicBezTo>
                    <a:pt x="774" y="1850"/>
                    <a:pt x="462" y="1539"/>
                    <a:pt x="462" y="1156"/>
                  </a:cubicBezTo>
                  <a:cubicBezTo>
                    <a:pt x="462" y="774"/>
                    <a:pt x="774" y="461"/>
                    <a:pt x="1157" y="461"/>
                  </a:cubicBezTo>
                  <a:close/>
                  <a:moveTo>
                    <a:pt x="1157" y="0"/>
                  </a:moveTo>
                  <a:cubicBezTo>
                    <a:pt x="519" y="0"/>
                    <a:pt x="0" y="518"/>
                    <a:pt x="0" y="1156"/>
                  </a:cubicBezTo>
                  <a:cubicBezTo>
                    <a:pt x="0" y="1793"/>
                    <a:pt x="519" y="2312"/>
                    <a:pt x="1157" y="2312"/>
                  </a:cubicBezTo>
                  <a:cubicBezTo>
                    <a:pt x="1794" y="2312"/>
                    <a:pt x="2312" y="1793"/>
                    <a:pt x="2312" y="1156"/>
                  </a:cubicBezTo>
                  <a:cubicBezTo>
                    <a:pt x="2313" y="518"/>
                    <a:pt x="1794" y="0"/>
                    <a:pt x="1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1467239" y="2053522"/>
              <a:ext cx="253823" cy="253856"/>
            </a:xfrm>
            <a:custGeom>
              <a:rect b="b" l="l" r="r" t="t"/>
              <a:pathLst>
                <a:path extrusionOk="0" h="7648" w="7647">
                  <a:moveTo>
                    <a:pt x="3824" y="2207"/>
                  </a:moveTo>
                  <a:cubicBezTo>
                    <a:pt x="4715" y="2207"/>
                    <a:pt x="5442" y="2933"/>
                    <a:pt x="5442" y="3825"/>
                  </a:cubicBezTo>
                  <a:cubicBezTo>
                    <a:pt x="5442" y="4717"/>
                    <a:pt x="4716" y="5444"/>
                    <a:pt x="3824" y="5444"/>
                  </a:cubicBezTo>
                  <a:cubicBezTo>
                    <a:pt x="2930" y="5444"/>
                    <a:pt x="2205" y="4717"/>
                    <a:pt x="2205" y="3825"/>
                  </a:cubicBezTo>
                  <a:cubicBezTo>
                    <a:pt x="2205" y="2933"/>
                    <a:pt x="2931" y="2207"/>
                    <a:pt x="3824" y="2207"/>
                  </a:cubicBezTo>
                  <a:close/>
                  <a:moveTo>
                    <a:pt x="3592" y="0"/>
                  </a:moveTo>
                  <a:lnTo>
                    <a:pt x="3592" y="1756"/>
                  </a:lnTo>
                  <a:cubicBezTo>
                    <a:pt x="2629" y="1863"/>
                    <a:pt x="1862" y="2630"/>
                    <a:pt x="1755" y="3593"/>
                  </a:cubicBezTo>
                  <a:lnTo>
                    <a:pt x="0" y="3593"/>
                  </a:lnTo>
                  <a:lnTo>
                    <a:pt x="0" y="4055"/>
                  </a:lnTo>
                  <a:lnTo>
                    <a:pt x="1756" y="4055"/>
                  </a:lnTo>
                  <a:cubicBezTo>
                    <a:pt x="1863" y="5019"/>
                    <a:pt x="2630" y="5785"/>
                    <a:pt x="3593" y="5893"/>
                  </a:cubicBezTo>
                  <a:lnTo>
                    <a:pt x="3593" y="7648"/>
                  </a:lnTo>
                  <a:lnTo>
                    <a:pt x="4056" y="7648"/>
                  </a:lnTo>
                  <a:lnTo>
                    <a:pt x="4056" y="5893"/>
                  </a:lnTo>
                  <a:cubicBezTo>
                    <a:pt x="5019" y="5785"/>
                    <a:pt x="5785" y="5019"/>
                    <a:pt x="5893" y="4055"/>
                  </a:cubicBezTo>
                  <a:lnTo>
                    <a:pt x="7647" y="4055"/>
                  </a:lnTo>
                  <a:lnTo>
                    <a:pt x="7647" y="3593"/>
                  </a:lnTo>
                  <a:lnTo>
                    <a:pt x="5892" y="3593"/>
                  </a:lnTo>
                  <a:cubicBezTo>
                    <a:pt x="5784" y="2630"/>
                    <a:pt x="5018" y="1863"/>
                    <a:pt x="4054" y="1756"/>
                  </a:cubicBezTo>
                  <a:lnTo>
                    <a:pt x="40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1519684" y="2102547"/>
              <a:ext cx="21708" cy="21675"/>
            </a:xfrm>
            <a:custGeom>
              <a:rect b="b" l="l" r="r" t="t"/>
              <a:pathLst>
                <a:path extrusionOk="0" h="653" w="654">
                  <a:moveTo>
                    <a:pt x="364" y="1"/>
                  </a:moveTo>
                  <a:cubicBezTo>
                    <a:pt x="234" y="105"/>
                    <a:pt x="111" y="220"/>
                    <a:pt x="1" y="344"/>
                  </a:cubicBezTo>
                  <a:lnTo>
                    <a:pt x="346" y="652"/>
                  </a:lnTo>
                  <a:cubicBezTo>
                    <a:pt x="440" y="548"/>
                    <a:pt x="544" y="450"/>
                    <a:pt x="653" y="360"/>
                  </a:cubicBezTo>
                  <a:lnTo>
                    <a:pt x="3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545507" y="2086416"/>
              <a:ext cx="20347" cy="20281"/>
            </a:xfrm>
            <a:custGeom>
              <a:rect b="b" l="l" r="r" t="t"/>
              <a:pathLst>
                <a:path extrusionOk="0" h="611" w="613">
                  <a:moveTo>
                    <a:pt x="457" y="1"/>
                  </a:moveTo>
                  <a:cubicBezTo>
                    <a:pt x="300" y="57"/>
                    <a:pt x="147" y="126"/>
                    <a:pt x="0" y="208"/>
                  </a:cubicBezTo>
                  <a:lnTo>
                    <a:pt x="227" y="611"/>
                  </a:lnTo>
                  <a:cubicBezTo>
                    <a:pt x="350" y="542"/>
                    <a:pt x="480" y="483"/>
                    <a:pt x="612" y="436"/>
                  </a:cubicBezTo>
                  <a:lnTo>
                    <a:pt x="4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1500000" y="2132055"/>
              <a:ext cx="20314" cy="20281"/>
            </a:xfrm>
            <a:custGeom>
              <a:rect b="b" l="l" r="r" t="t"/>
              <a:pathLst>
                <a:path extrusionOk="0" h="611" w="612">
                  <a:moveTo>
                    <a:pt x="207" y="0"/>
                  </a:moveTo>
                  <a:cubicBezTo>
                    <a:pt x="125" y="146"/>
                    <a:pt x="57" y="300"/>
                    <a:pt x="1" y="456"/>
                  </a:cubicBezTo>
                  <a:lnTo>
                    <a:pt x="437" y="610"/>
                  </a:lnTo>
                  <a:cubicBezTo>
                    <a:pt x="484" y="477"/>
                    <a:pt x="543" y="348"/>
                    <a:pt x="611" y="225"/>
                  </a:cubicBezTo>
                  <a:lnTo>
                    <a:pt x="2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1667888" y="2208796"/>
              <a:ext cx="20281" cy="20314"/>
            </a:xfrm>
            <a:custGeom>
              <a:rect b="b" l="l" r="r" t="t"/>
              <a:pathLst>
                <a:path extrusionOk="0" h="612" w="611">
                  <a:moveTo>
                    <a:pt x="175" y="1"/>
                  </a:moveTo>
                  <a:cubicBezTo>
                    <a:pt x="127" y="134"/>
                    <a:pt x="68" y="263"/>
                    <a:pt x="0" y="385"/>
                  </a:cubicBezTo>
                  <a:lnTo>
                    <a:pt x="403" y="612"/>
                  </a:lnTo>
                  <a:cubicBezTo>
                    <a:pt x="485" y="466"/>
                    <a:pt x="555" y="313"/>
                    <a:pt x="610" y="156"/>
                  </a:cubicBezTo>
                  <a:lnTo>
                    <a:pt x="17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1650329" y="2233226"/>
              <a:ext cx="21675" cy="21708"/>
            </a:xfrm>
            <a:custGeom>
              <a:rect b="b" l="l" r="r" t="t"/>
              <a:pathLst>
                <a:path extrusionOk="0" h="654" w="653">
                  <a:moveTo>
                    <a:pt x="293" y="1"/>
                  </a:moveTo>
                  <a:cubicBezTo>
                    <a:pt x="205" y="111"/>
                    <a:pt x="106" y="214"/>
                    <a:pt x="1" y="309"/>
                  </a:cubicBezTo>
                  <a:lnTo>
                    <a:pt x="309" y="654"/>
                  </a:lnTo>
                  <a:cubicBezTo>
                    <a:pt x="432" y="543"/>
                    <a:pt x="549" y="421"/>
                    <a:pt x="652" y="291"/>
                  </a:cubicBezTo>
                  <a:lnTo>
                    <a:pt x="2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1622315" y="2254270"/>
              <a:ext cx="20281" cy="20314"/>
            </a:xfrm>
            <a:custGeom>
              <a:rect b="b" l="l" r="r" t="t"/>
              <a:pathLst>
                <a:path extrusionOk="0" h="612" w="611">
                  <a:moveTo>
                    <a:pt x="385" y="1"/>
                  </a:moveTo>
                  <a:cubicBezTo>
                    <a:pt x="263" y="69"/>
                    <a:pt x="132" y="127"/>
                    <a:pt x="1" y="175"/>
                  </a:cubicBezTo>
                  <a:lnTo>
                    <a:pt x="155" y="611"/>
                  </a:lnTo>
                  <a:cubicBezTo>
                    <a:pt x="311" y="555"/>
                    <a:pt x="465" y="487"/>
                    <a:pt x="611" y="405"/>
                  </a:cubicBezTo>
                  <a:lnTo>
                    <a:pt x="3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1500100" y="2208597"/>
              <a:ext cx="20281" cy="20281"/>
            </a:xfrm>
            <a:custGeom>
              <a:rect b="b" l="l" r="r" t="t"/>
              <a:pathLst>
                <a:path extrusionOk="0" h="611" w="611">
                  <a:moveTo>
                    <a:pt x="435" y="0"/>
                  </a:moveTo>
                  <a:lnTo>
                    <a:pt x="0" y="153"/>
                  </a:lnTo>
                  <a:cubicBezTo>
                    <a:pt x="55" y="311"/>
                    <a:pt x="124" y="464"/>
                    <a:pt x="205" y="611"/>
                  </a:cubicBezTo>
                  <a:lnTo>
                    <a:pt x="610" y="385"/>
                  </a:lnTo>
                  <a:cubicBezTo>
                    <a:pt x="540" y="262"/>
                    <a:pt x="482" y="133"/>
                    <a:pt x="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1519684" y="2236645"/>
              <a:ext cx="21708" cy="21642"/>
            </a:xfrm>
            <a:custGeom>
              <a:rect b="b" l="l" r="r" t="t"/>
              <a:pathLst>
                <a:path extrusionOk="0" h="652" w="654">
                  <a:moveTo>
                    <a:pt x="346" y="0"/>
                  </a:moveTo>
                  <a:lnTo>
                    <a:pt x="1" y="309"/>
                  </a:lnTo>
                  <a:cubicBezTo>
                    <a:pt x="111" y="433"/>
                    <a:pt x="233" y="548"/>
                    <a:pt x="364" y="652"/>
                  </a:cubicBezTo>
                  <a:lnTo>
                    <a:pt x="653" y="291"/>
                  </a:lnTo>
                  <a:cubicBezTo>
                    <a:pt x="544" y="205"/>
                    <a:pt x="440" y="107"/>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1545474" y="2254170"/>
              <a:ext cx="20314" cy="20281"/>
            </a:xfrm>
            <a:custGeom>
              <a:rect b="b" l="l" r="r" t="t"/>
              <a:pathLst>
                <a:path extrusionOk="0" h="611" w="612">
                  <a:moveTo>
                    <a:pt x="227" y="1"/>
                  </a:moveTo>
                  <a:lnTo>
                    <a:pt x="0" y="404"/>
                  </a:lnTo>
                  <a:cubicBezTo>
                    <a:pt x="146" y="486"/>
                    <a:pt x="299" y="555"/>
                    <a:pt x="456" y="611"/>
                  </a:cubicBezTo>
                  <a:lnTo>
                    <a:pt x="611" y="176"/>
                  </a:lnTo>
                  <a:cubicBezTo>
                    <a:pt x="480" y="129"/>
                    <a:pt x="351" y="70"/>
                    <a:pt x="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1650362" y="2105999"/>
              <a:ext cx="21741" cy="21675"/>
            </a:xfrm>
            <a:custGeom>
              <a:rect b="b" l="l" r="r" t="t"/>
              <a:pathLst>
                <a:path extrusionOk="0" h="653" w="655">
                  <a:moveTo>
                    <a:pt x="309" y="0"/>
                  </a:moveTo>
                  <a:lnTo>
                    <a:pt x="1" y="346"/>
                  </a:lnTo>
                  <a:cubicBezTo>
                    <a:pt x="105" y="440"/>
                    <a:pt x="204" y="543"/>
                    <a:pt x="293" y="653"/>
                  </a:cubicBezTo>
                  <a:lnTo>
                    <a:pt x="654" y="363"/>
                  </a:lnTo>
                  <a:cubicBezTo>
                    <a:pt x="548" y="233"/>
                    <a:pt x="433" y="111"/>
                    <a:pt x="3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1667888" y="2131790"/>
              <a:ext cx="20281" cy="20380"/>
            </a:xfrm>
            <a:custGeom>
              <a:rect b="b" l="l" r="r" t="t"/>
              <a:pathLst>
                <a:path extrusionOk="0" h="614" w="611">
                  <a:moveTo>
                    <a:pt x="403" y="1"/>
                  </a:moveTo>
                  <a:lnTo>
                    <a:pt x="0" y="227"/>
                  </a:lnTo>
                  <a:cubicBezTo>
                    <a:pt x="68" y="351"/>
                    <a:pt x="128" y="481"/>
                    <a:pt x="175" y="613"/>
                  </a:cubicBezTo>
                  <a:lnTo>
                    <a:pt x="610" y="458"/>
                  </a:lnTo>
                  <a:cubicBezTo>
                    <a:pt x="555" y="300"/>
                    <a:pt x="485" y="148"/>
                    <a:pt x="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1622282" y="2086316"/>
              <a:ext cx="20281" cy="20281"/>
            </a:xfrm>
            <a:custGeom>
              <a:rect b="b" l="l" r="r" t="t"/>
              <a:pathLst>
                <a:path extrusionOk="0" h="611" w="611">
                  <a:moveTo>
                    <a:pt x="154" y="1"/>
                  </a:moveTo>
                  <a:lnTo>
                    <a:pt x="1" y="437"/>
                  </a:lnTo>
                  <a:cubicBezTo>
                    <a:pt x="133" y="484"/>
                    <a:pt x="262" y="543"/>
                    <a:pt x="385" y="611"/>
                  </a:cubicBezTo>
                  <a:lnTo>
                    <a:pt x="611" y="207"/>
                  </a:lnTo>
                  <a:cubicBezTo>
                    <a:pt x="466" y="127"/>
                    <a:pt x="312" y="57"/>
                    <a:pt x="1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1893796" y="2445160"/>
              <a:ext cx="40661" cy="45839"/>
            </a:xfrm>
            <a:custGeom>
              <a:rect b="b" l="l" r="r" t="t"/>
              <a:pathLst>
                <a:path extrusionOk="0" h="1381" w="1225">
                  <a:moveTo>
                    <a:pt x="829" y="1"/>
                  </a:moveTo>
                  <a:cubicBezTo>
                    <a:pt x="598" y="381"/>
                    <a:pt x="318" y="735"/>
                    <a:pt x="1" y="1054"/>
                  </a:cubicBezTo>
                  <a:lnTo>
                    <a:pt x="328" y="1380"/>
                  </a:lnTo>
                  <a:cubicBezTo>
                    <a:pt x="671" y="1036"/>
                    <a:pt x="974" y="652"/>
                    <a:pt x="1224" y="241"/>
                  </a:cubicBezTo>
                  <a:lnTo>
                    <a:pt x="8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1561440" y="2348802"/>
              <a:ext cx="15932" cy="15866"/>
            </a:xfrm>
            <a:custGeom>
              <a:rect b="b" l="l" r="r" t="t"/>
              <a:pathLst>
                <a:path extrusionOk="0" h="478" w="480">
                  <a:moveTo>
                    <a:pt x="0" y="1"/>
                  </a:moveTo>
                  <a:cubicBezTo>
                    <a:pt x="0" y="159"/>
                    <a:pt x="6" y="320"/>
                    <a:pt x="19" y="478"/>
                  </a:cubicBezTo>
                  <a:lnTo>
                    <a:pt x="480" y="442"/>
                  </a:lnTo>
                  <a:cubicBezTo>
                    <a:pt x="470" y="297"/>
                    <a:pt x="463" y="148"/>
                    <a:pt x="4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1563929" y="2378111"/>
              <a:ext cx="27185" cy="48395"/>
            </a:xfrm>
            <a:custGeom>
              <a:rect b="b" l="l" r="r" t="t"/>
              <a:pathLst>
                <a:path extrusionOk="0" h="1458" w="819">
                  <a:moveTo>
                    <a:pt x="457" y="0"/>
                  </a:moveTo>
                  <a:lnTo>
                    <a:pt x="1" y="73"/>
                  </a:lnTo>
                  <a:cubicBezTo>
                    <a:pt x="75" y="548"/>
                    <a:pt x="207" y="1016"/>
                    <a:pt x="392" y="1457"/>
                  </a:cubicBezTo>
                  <a:lnTo>
                    <a:pt x="819" y="1279"/>
                  </a:lnTo>
                  <a:cubicBezTo>
                    <a:pt x="648" y="869"/>
                    <a:pt x="526" y="440"/>
                    <a:pt x="4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1694641" y="2523295"/>
              <a:ext cx="19218" cy="19119"/>
            </a:xfrm>
            <a:custGeom>
              <a:rect b="b" l="l" r="r" t="t"/>
              <a:pathLst>
                <a:path extrusionOk="0" h="576" w="579">
                  <a:moveTo>
                    <a:pt x="156" y="1"/>
                  </a:moveTo>
                  <a:lnTo>
                    <a:pt x="1" y="435"/>
                  </a:lnTo>
                  <a:cubicBezTo>
                    <a:pt x="139" y="485"/>
                    <a:pt x="294" y="532"/>
                    <a:pt x="464" y="576"/>
                  </a:cubicBezTo>
                  <a:lnTo>
                    <a:pt x="579" y="129"/>
                  </a:lnTo>
                  <a:cubicBezTo>
                    <a:pt x="423" y="89"/>
                    <a:pt x="280" y="46"/>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1762520" y="2549882"/>
              <a:ext cx="33" cy="33"/>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1725477" y="2530764"/>
              <a:ext cx="37076" cy="19119"/>
            </a:xfrm>
            <a:custGeom>
              <a:rect b="b" l="l" r="r" t="t"/>
              <a:pathLst>
                <a:path extrusionOk="0" h="576" w="1117">
                  <a:moveTo>
                    <a:pt x="87" y="0"/>
                  </a:moveTo>
                  <a:lnTo>
                    <a:pt x="0" y="453"/>
                  </a:lnTo>
                  <a:cubicBezTo>
                    <a:pt x="410" y="533"/>
                    <a:pt x="806" y="575"/>
                    <a:pt x="1116" y="575"/>
                  </a:cubicBezTo>
                  <a:lnTo>
                    <a:pt x="1116" y="114"/>
                  </a:lnTo>
                  <a:cubicBezTo>
                    <a:pt x="838" y="114"/>
                    <a:pt x="463" y="72"/>
                    <a:pt x="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1930540" y="2262867"/>
              <a:ext cx="20148" cy="20148"/>
            </a:xfrm>
            <a:custGeom>
              <a:rect b="b" l="l" r="r" t="t"/>
              <a:pathLst>
                <a:path extrusionOk="0" h="607" w="607">
                  <a:moveTo>
                    <a:pt x="417" y="0"/>
                  </a:moveTo>
                  <a:lnTo>
                    <a:pt x="0" y="198"/>
                  </a:lnTo>
                  <a:cubicBezTo>
                    <a:pt x="64" y="331"/>
                    <a:pt x="121" y="468"/>
                    <a:pt x="173" y="606"/>
                  </a:cubicBezTo>
                  <a:lnTo>
                    <a:pt x="606" y="442"/>
                  </a:lnTo>
                  <a:cubicBezTo>
                    <a:pt x="549" y="294"/>
                    <a:pt x="484" y="145"/>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1893796" y="2206639"/>
              <a:ext cx="43183" cy="49756"/>
            </a:xfrm>
            <a:custGeom>
              <a:rect b="b" l="l" r="r" t="t"/>
              <a:pathLst>
                <a:path extrusionOk="0" h="1499" w="1301">
                  <a:moveTo>
                    <a:pt x="328" y="0"/>
                  </a:moveTo>
                  <a:lnTo>
                    <a:pt x="1" y="328"/>
                  </a:lnTo>
                  <a:cubicBezTo>
                    <a:pt x="353" y="680"/>
                    <a:pt x="654" y="1074"/>
                    <a:pt x="901" y="1499"/>
                  </a:cubicBezTo>
                  <a:lnTo>
                    <a:pt x="1301" y="1267"/>
                  </a:lnTo>
                  <a:cubicBezTo>
                    <a:pt x="1036" y="807"/>
                    <a:pt x="709" y="381"/>
                    <a:pt x="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1940896" y="2292674"/>
              <a:ext cx="18621" cy="18555"/>
            </a:xfrm>
            <a:custGeom>
              <a:rect b="b" l="l" r="r" t="t"/>
              <a:pathLst>
                <a:path extrusionOk="0" h="559" w="561">
                  <a:moveTo>
                    <a:pt x="445" y="0"/>
                  </a:moveTo>
                  <a:lnTo>
                    <a:pt x="1" y="128"/>
                  </a:lnTo>
                  <a:cubicBezTo>
                    <a:pt x="42" y="269"/>
                    <a:pt x="77" y="416"/>
                    <a:pt x="107" y="559"/>
                  </a:cubicBezTo>
                  <a:lnTo>
                    <a:pt x="560" y="465"/>
                  </a:lnTo>
                  <a:cubicBezTo>
                    <a:pt x="528" y="310"/>
                    <a:pt x="490" y="154"/>
                    <a:pt x="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1946771" y="2323941"/>
              <a:ext cx="16829" cy="24894"/>
            </a:xfrm>
            <a:custGeom>
              <a:rect b="b" l="l" r="r" t="t"/>
              <a:pathLst>
                <a:path extrusionOk="0" h="750" w="507">
                  <a:moveTo>
                    <a:pt x="460" y="0"/>
                  </a:moveTo>
                  <a:lnTo>
                    <a:pt x="1" y="56"/>
                  </a:lnTo>
                  <a:cubicBezTo>
                    <a:pt x="30" y="286"/>
                    <a:pt x="44" y="518"/>
                    <a:pt x="44" y="750"/>
                  </a:cubicBezTo>
                  <a:lnTo>
                    <a:pt x="506" y="750"/>
                  </a:lnTo>
                  <a:cubicBezTo>
                    <a:pt x="506" y="499"/>
                    <a:pt x="491" y="246"/>
                    <a:pt x="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1790933" y="2322447"/>
              <a:ext cx="58120" cy="15401"/>
            </a:xfrm>
            <a:custGeom>
              <a:rect b="b" l="l" r="r" t="t"/>
              <a:pathLst>
                <a:path extrusionOk="0" h="464" w="1751">
                  <a:moveTo>
                    <a:pt x="1" y="1"/>
                  </a:moveTo>
                  <a:lnTo>
                    <a:pt x="1" y="463"/>
                  </a:lnTo>
                  <a:lnTo>
                    <a:pt x="1750" y="463"/>
                  </a:lnTo>
                  <a:lnTo>
                    <a:pt x="17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1586467" y="2172749"/>
              <a:ext cx="15368" cy="15401"/>
            </a:xfrm>
            <a:custGeom>
              <a:rect b="b" l="l" r="r" t="t"/>
              <a:pathLst>
                <a:path extrusionOk="0" h="464" w="463">
                  <a:moveTo>
                    <a:pt x="0" y="1"/>
                  </a:moveTo>
                  <a:lnTo>
                    <a:pt x="0" y="463"/>
                  </a:lnTo>
                  <a:lnTo>
                    <a:pt x="462" y="463"/>
                  </a:lnTo>
                  <a:lnTo>
                    <a:pt x="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1719104" y="2229940"/>
              <a:ext cx="24629" cy="33027"/>
            </a:xfrm>
            <a:custGeom>
              <a:rect b="b" l="l" r="r" t="t"/>
              <a:pathLst>
                <a:path extrusionOk="0" h="995" w="742">
                  <a:moveTo>
                    <a:pt x="308" y="1"/>
                  </a:moveTo>
                  <a:lnTo>
                    <a:pt x="0" y="834"/>
                  </a:lnTo>
                  <a:lnTo>
                    <a:pt x="433" y="995"/>
                  </a:lnTo>
                  <a:lnTo>
                    <a:pt x="742" y="162"/>
                  </a:lnTo>
                  <a:lnTo>
                    <a:pt x="3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6" name="Google Shape;3456;p54"/>
          <p:cNvGrpSpPr/>
          <p:nvPr/>
        </p:nvGrpSpPr>
        <p:grpSpPr>
          <a:xfrm rot="240081">
            <a:off x="3409246" y="3355437"/>
            <a:ext cx="433195" cy="433195"/>
            <a:chOff x="2097996" y="2649460"/>
            <a:chExt cx="522981" cy="522981"/>
          </a:xfrm>
        </p:grpSpPr>
        <p:sp>
          <p:nvSpPr>
            <p:cNvPr id="3457" name="Google Shape;3457;p54"/>
            <p:cNvSpPr/>
            <p:nvPr/>
          </p:nvSpPr>
          <p:spPr>
            <a:xfrm>
              <a:off x="2097996" y="2649460"/>
              <a:ext cx="522981" cy="522981"/>
            </a:xfrm>
            <a:custGeom>
              <a:rect b="b" l="l" r="r" t="t"/>
              <a:pathLst>
                <a:path extrusionOk="0" h="15756" w="15756">
                  <a:moveTo>
                    <a:pt x="7878" y="464"/>
                  </a:moveTo>
                  <a:cubicBezTo>
                    <a:pt x="11967" y="464"/>
                    <a:pt x="15293" y="3789"/>
                    <a:pt x="15293" y="7879"/>
                  </a:cubicBezTo>
                  <a:cubicBezTo>
                    <a:pt x="15293" y="11968"/>
                    <a:pt x="11967" y="15293"/>
                    <a:pt x="7878" y="15293"/>
                  </a:cubicBezTo>
                  <a:cubicBezTo>
                    <a:pt x="3789" y="15293"/>
                    <a:pt x="463" y="11968"/>
                    <a:pt x="463" y="7879"/>
                  </a:cubicBezTo>
                  <a:cubicBezTo>
                    <a:pt x="463" y="3789"/>
                    <a:pt x="3789" y="464"/>
                    <a:pt x="7878" y="464"/>
                  </a:cubicBezTo>
                  <a:close/>
                  <a:moveTo>
                    <a:pt x="7878" y="0"/>
                  </a:moveTo>
                  <a:cubicBezTo>
                    <a:pt x="5775" y="0"/>
                    <a:pt x="3795" y="820"/>
                    <a:pt x="2308" y="2308"/>
                  </a:cubicBezTo>
                  <a:cubicBezTo>
                    <a:pt x="820" y="3796"/>
                    <a:pt x="0" y="5775"/>
                    <a:pt x="0" y="7879"/>
                  </a:cubicBezTo>
                  <a:cubicBezTo>
                    <a:pt x="0" y="9981"/>
                    <a:pt x="820" y="11960"/>
                    <a:pt x="2308" y="13449"/>
                  </a:cubicBezTo>
                  <a:cubicBezTo>
                    <a:pt x="3795" y="14937"/>
                    <a:pt x="5775" y="15756"/>
                    <a:pt x="7878" y="15756"/>
                  </a:cubicBezTo>
                  <a:cubicBezTo>
                    <a:pt x="9982" y="15756"/>
                    <a:pt x="11960" y="14937"/>
                    <a:pt x="13448" y="13449"/>
                  </a:cubicBezTo>
                  <a:cubicBezTo>
                    <a:pt x="14937" y="11960"/>
                    <a:pt x="15756" y="9981"/>
                    <a:pt x="15756" y="7879"/>
                  </a:cubicBezTo>
                  <a:cubicBezTo>
                    <a:pt x="15756" y="5775"/>
                    <a:pt x="14937" y="3796"/>
                    <a:pt x="13448" y="2308"/>
                  </a:cubicBezTo>
                  <a:cubicBezTo>
                    <a:pt x="11960" y="820"/>
                    <a:pt x="9982" y="0"/>
                    <a:pt x="78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214535" y="2766065"/>
              <a:ext cx="289870" cy="289837"/>
            </a:xfrm>
            <a:custGeom>
              <a:rect b="b" l="l" r="r" t="t"/>
              <a:pathLst>
                <a:path extrusionOk="0" h="8732" w="8733">
                  <a:moveTo>
                    <a:pt x="7570" y="1164"/>
                  </a:moveTo>
                  <a:lnTo>
                    <a:pt x="5308" y="5308"/>
                  </a:lnTo>
                  <a:lnTo>
                    <a:pt x="1164" y="7570"/>
                  </a:lnTo>
                  <a:lnTo>
                    <a:pt x="3426" y="3425"/>
                  </a:lnTo>
                  <a:lnTo>
                    <a:pt x="7570" y="1164"/>
                  </a:lnTo>
                  <a:close/>
                  <a:moveTo>
                    <a:pt x="8733" y="0"/>
                  </a:moveTo>
                  <a:lnTo>
                    <a:pt x="3084" y="3083"/>
                  </a:lnTo>
                  <a:lnTo>
                    <a:pt x="0" y="8732"/>
                  </a:lnTo>
                  <a:lnTo>
                    <a:pt x="0" y="8732"/>
                  </a:lnTo>
                  <a:lnTo>
                    <a:pt x="5650" y="5649"/>
                  </a:lnTo>
                  <a:lnTo>
                    <a:pt x="87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331307" y="2882770"/>
              <a:ext cx="56394" cy="56394"/>
            </a:xfrm>
            <a:custGeom>
              <a:rect b="b" l="l" r="r" t="t"/>
              <a:pathLst>
                <a:path extrusionOk="0" h="1699" w="1699">
                  <a:moveTo>
                    <a:pt x="849" y="463"/>
                  </a:moveTo>
                  <a:cubicBezTo>
                    <a:pt x="1062" y="463"/>
                    <a:pt x="1236" y="636"/>
                    <a:pt x="1236" y="850"/>
                  </a:cubicBezTo>
                  <a:cubicBezTo>
                    <a:pt x="1236" y="1063"/>
                    <a:pt x="1062" y="1236"/>
                    <a:pt x="849" y="1236"/>
                  </a:cubicBezTo>
                  <a:cubicBezTo>
                    <a:pt x="636" y="1236"/>
                    <a:pt x="463" y="1063"/>
                    <a:pt x="463" y="850"/>
                  </a:cubicBezTo>
                  <a:cubicBezTo>
                    <a:pt x="463" y="636"/>
                    <a:pt x="636" y="463"/>
                    <a:pt x="849" y="463"/>
                  </a:cubicBezTo>
                  <a:close/>
                  <a:moveTo>
                    <a:pt x="849" y="0"/>
                  </a:moveTo>
                  <a:cubicBezTo>
                    <a:pt x="381" y="0"/>
                    <a:pt x="0" y="381"/>
                    <a:pt x="0" y="850"/>
                  </a:cubicBezTo>
                  <a:cubicBezTo>
                    <a:pt x="0" y="1317"/>
                    <a:pt x="381" y="1699"/>
                    <a:pt x="849" y="1699"/>
                  </a:cubicBezTo>
                  <a:cubicBezTo>
                    <a:pt x="1317" y="1699"/>
                    <a:pt x="1698" y="1317"/>
                    <a:pt x="1698" y="850"/>
                  </a:cubicBezTo>
                  <a:cubicBezTo>
                    <a:pt x="1698" y="381"/>
                    <a:pt x="1317" y="0"/>
                    <a:pt x="8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128766" y="2680229"/>
              <a:ext cx="461442" cy="461475"/>
            </a:xfrm>
            <a:custGeom>
              <a:rect b="b" l="l" r="r" t="t"/>
              <a:pathLst>
                <a:path extrusionOk="0" h="13903" w="13902">
                  <a:moveTo>
                    <a:pt x="6951" y="463"/>
                  </a:moveTo>
                  <a:cubicBezTo>
                    <a:pt x="10530" y="463"/>
                    <a:pt x="13440" y="3373"/>
                    <a:pt x="13440" y="6952"/>
                  </a:cubicBezTo>
                  <a:cubicBezTo>
                    <a:pt x="13440" y="10530"/>
                    <a:pt x="10529" y="13440"/>
                    <a:pt x="6951" y="13440"/>
                  </a:cubicBezTo>
                  <a:cubicBezTo>
                    <a:pt x="3374" y="13440"/>
                    <a:pt x="463" y="10530"/>
                    <a:pt x="463" y="6952"/>
                  </a:cubicBezTo>
                  <a:cubicBezTo>
                    <a:pt x="463" y="3373"/>
                    <a:pt x="3373" y="463"/>
                    <a:pt x="6951" y="463"/>
                  </a:cubicBezTo>
                  <a:close/>
                  <a:moveTo>
                    <a:pt x="6951" y="1"/>
                  </a:moveTo>
                  <a:cubicBezTo>
                    <a:pt x="5095" y="1"/>
                    <a:pt x="3348" y="723"/>
                    <a:pt x="2036" y="2036"/>
                  </a:cubicBezTo>
                  <a:cubicBezTo>
                    <a:pt x="723" y="3350"/>
                    <a:pt x="1" y="5095"/>
                    <a:pt x="1" y="6952"/>
                  </a:cubicBezTo>
                  <a:cubicBezTo>
                    <a:pt x="1" y="8808"/>
                    <a:pt x="723" y="10555"/>
                    <a:pt x="2036" y="11866"/>
                  </a:cubicBezTo>
                  <a:cubicBezTo>
                    <a:pt x="3349" y="13179"/>
                    <a:pt x="5095" y="13902"/>
                    <a:pt x="6951" y="13902"/>
                  </a:cubicBezTo>
                  <a:cubicBezTo>
                    <a:pt x="8808" y="13902"/>
                    <a:pt x="10554" y="13179"/>
                    <a:pt x="11866" y="11866"/>
                  </a:cubicBezTo>
                  <a:cubicBezTo>
                    <a:pt x="13179" y="10552"/>
                    <a:pt x="13902" y="8808"/>
                    <a:pt x="13902" y="6952"/>
                  </a:cubicBezTo>
                  <a:cubicBezTo>
                    <a:pt x="13902" y="5095"/>
                    <a:pt x="13179" y="3350"/>
                    <a:pt x="11866" y="2036"/>
                  </a:cubicBezTo>
                  <a:cubicBezTo>
                    <a:pt x="10552" y="723"/>
                    <a:pt x="8808" y="1"/>
                    <a:pt x="69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195250" y="2784089"/>
              <a:ext cx="21608" cy="21542"/>
            </a:xfrm>
            <a:custGeom>
              <a:rect b="b" l="l" r="r" t="t"/>
              <a:pathLst>
                <a:path extrusionOk="0" h="649" w="651">
                  <a:moveTo>
                    <a:pt x="292" y="0"/>
                  </a:moveTo>
                  <a:cubicBezTo>
                    <a:pt x="190" y="122"/>
                    <a:pt x="93" y="252"/>
                    <a:pt x="1" y="384"/>
                  </a:cubicBezTo>
                  <a:lnTo>
                    <a:pt x="381" y="649"/>
                  </a:lnTo>
                  <a:cubicBezTo>
                    <a:pt x="465" y="528"/>
                    <a:pt x="555" y="409"/>
                    <a:pt x="650" y="295"/>
                  </a:cubicBezTo>
                  <a:lnTo>
                    <a:pt x="2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2292505" y="3084979"/>
              <a:ext cx="19252" cy="19252"/>
            </a:xfrm>
            <a:custGeom>
              <a:rect b="b" l="l" r="r" t="t"/>
              <a:pathLst>
                <a:path extrusionOk="0" h="580" w="580">
                  <a:moveTo>
                    <a:pt x="156" y="1"/>
                  </a:moveTo>
                  <a:lnTo>
                    <a:pt x="1" y="436"/>
                  </a:lnTo>
                  <a:cubicBezTo>
                    <a:pt x="152" y="489"/>
                    <a:pt x="306" y="538"/>
                    <a:pt x="461" y="580"/>
                  </a:cubicBezTo>
                  <a:lnTo>
                    <a:pt x="580" y="132"/>
                  </a:lnTo>
                  <a:cubicBezTo>
                    <a:pt x="437" y="95"/>
                    <a:pt x="293" y="49"/>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2237936" y="3057562"/>
              <a:ext cx="21476" cy="21442"/>
            </a:xfrm>
            <a:custGeom>
              <a:rect b="b" l="l" r="r" t="t"/>
              <a:pathLst>
                <a:path extrusionOk="0" h="646" w="647">
                  <a:moveTo>
                    <a:pt x="283" y="0"/>
                  </a:moveTo>
                  <a:lnTo>
                    <a:pt x="0" y="368"/>
                  </a:lnTo>
                  <a:cubicBezTo>
                    <a:pt x="127" y="465"/>
                    <a:pt x="260" y="559"/>
                    <a:pt x="394" y="646"/>
                  </a:cubicBezTo>
                  <a:lnTo>
                    <a:pt x="647" y="256"/>
                  </a:lnTo>
                  <a:cubicBezTo>
                    <a:pt x="523" y="176"/>
                    <a:pt x="400" y="89"/>
                    <a:pt x="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2238202" y="2742764"/>
              <a:ext cx="21442" cy="21442"/>
            </a:xfrm>
            <a:custGeom>
              <a:rect b="b" l="l" r="r" t="t"/>
              <a:pathLst>
                <a:path extrusionOk="0" h="646" w="646">
                  <a:moveTo>
                    <a:pt x="396" y="0"/>
                  </a:moveTo>
                  <a:cubicBezTo>
                    <a:pt x="261" y="87"/>
                    <a:pt x="128" y="180"/>
                    <a:pt x="1" y="276"/>
                  </a:cubicBezTo>
                  <a:lnTo>
                    <a:pt x="283" y="645"/>
                  </a:lnTo>
                  <a:cubicBezTo>
                    <a:pt x="401" y="555"/>
                    <a:pt x="523" y="470"/>
                    <a:pt x="646" y="389"/>
                  </a:cubicBezTo>
                  <a:lnTo>
                    <a:pt x="3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159535" y="2898238"/>
              <a:ext cx="15800" cy="15999"/>
            </a:xfrm>
            <a:custGeom>
              <a:rect b="b" l="l" r="r" t="t"/>
              <a:pathLst>
                <a:path extrusionOk="0" h="482" w="476">
                  <a:moveTo>
                    <a:pt x="12" y="1"/>
                  </a:moveTo>
                  <a:cubicBezTo>
                    <a:pt x="3" y="127"/>
                    <a:pt x="0" y="256"/>
                    <a:pt x="0" y="384"/>
                  </a:cubicBezTo>
                  <a:cubicBezTo>
                    <a:pt x="0" y="416"/>
                    <a:pt x="0" y="450"/>
                    <a:pt x="1" y="482"/>
                  </a:cubicBezTo>
                  <a:lnTo>
                    <a:pt x="464" y="473"/>
                  </a:lnTo>
                  <a:cubicBezTo>
                    <a:pt x="463" y="445"/>
                    <a:pt x="463" y="415"/>
                    <a:pt x="463" y="384"/>
                  </a:cubicBezTo>
                  <a:cubicBezTo>
                    <a:pt x="463" y="266"/>
                    <a:pt x="467" y="147"/>
                    <a:pt x="475" y="29"/>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292870" y="2717670"/>
              <a:ext cx="19252" cy="19252"/>
            </a:xfrm>
            <a:custGeom>
              <a:rect b="b" l="l" r="r" t="t"/>
              <a:pathLst>
                <a:path extrusionOk="0" h="580" w="580">
                  <a:moveTo>
                    <a:pt x="460" y="0"/>
                  </a:moveTo>
                  <a:cubicBezTo>
                    <a:pt x="306" y="41"/>
                    <a:pt x="151" y="89"/>
                    <a:pt x="0" y="142"/>
                  </a:cubicBezTo>
                  <a:lnTo>
                    <a:pt x="153" y="579"/>
                  </a:lnTo>
                  <a:cubicBezTo>
                    <a:pt x="293" y="530"/>
                    <a:pt x="435" y="486"/>
                    <a:pt x="579" y="448"/>
                  </a:cubicBezTo>
                  <a:lnTo>
                    <a:pt x="4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2532818" y="2842209"/>
              <a:ext cx="19418" cy="19351"/>
            </a:xfrm>
            <a:custGeom>
              <a:rect b="b" l="l" r="r" t="t"/>
              <a:pathLst>
                <a:path extrusionOk="0" h="583" w="585">
                  <a:moveTo>
                    <a:pt x="436" y="0"/>
                  </a:moveTo>
                  <a:lnTo>
                    <a:pt x="1" y="159"/>
                  </a:lnTo>
                  <a:cubicBezTo>
                    <a:pt x="52" y="298"/>
                    <a:pt x="98" y="440"/>
                    <a:pt x="136" y="582"/>
                  </a:cubicBezTo>
                  <a:lnTo>
                    <a:pt x="584" y="459"/>
                  </a:lnTo>
                  <a:cubicBezTo>
                    <a:pt x="541" y="305"/>
                    <a:pt x="492" y="150"/>
                    <a:pt x="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2165576" y="2956325"/>
              <a:ext cx="19119" cy="19185"/>
            </a:xfrm>
            <a:custGeom>
              <a:rect b="b" l="l" r="r" t="t"/>
              <a:pathLst>
                <a:path extrusionOk="0" h="578" w="576">
                  <a:moveTo>
                    <a:pt x="449" y="1"/>
                  </a:moveTo>
                  <a:lnTo>
                    <a:pt x="0" y="114"/>
                  </a:lnTo>
                  <a:cubicBezTo>
                    <a:pt x="40" y="270"/>
                    <a:pt x="86" y="425"/>
                    <a:pt x="138" y="578"/>
                  </a:cubicBezTo>
                  <a:lnTo>
                    <a:pt x="575" y="428"/>
                  </a:lnTo>
                  <a:cubicBezTo>
                    <a:pt x="528" y="288"/>
                    <a:pt x="485" y="144"/>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2190039" y="3009034"/>
              <a:ext cx="21376" cy="21409"/>
            </a:xfrm>
            <a:custGeom>
              <a:rect b="b" l="l" r="r" t="t"/>
              <a:pathLst>
                <a:path extrusionOk="0" h="645" w="644">
                  <a:moveTo>
                    <a:pt x="392" y="0"/>
                  </a:moveTo>
                  <a:lnTo>
                    <a:pt x="1" y="247"/>
                  </a:lnTo>
                  <a:cubicBezTo>
                    <a:pt x="86" y="383"/>
                    <a:pt x="178" y="516"/>
                    <a:pt x="273" y="644"/>
                  </a:cubicBezTo>
                  <a:lnTo>
                    <a:pt x="644" y="367"/>
                  </a:lnTo>
                  <a:cubicBezTo>
                    <a:pt x="556" y="248"/>
                    <a:pt x="470" y="126"/>
                    <a:pt x="3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2168099" y="2837562"/>
              <a:ext cx="19617" cy="19650"/>
            </a:xfrm>
            <a:custGeom>
              <a:rect b="b" l="l" r="r" t="t"/>
              <a:pathLst>
                <a:path extrusionOk="0" h="592" w="591">
                  <a:moveTo>
                    <a:pt x="160" y="0"/>
                  </a:moveTo>
                  <a:cubicBezTo>
                    <a:pt x="101" y="150"/>
                    <a:pt x="47" y="303"/>
                    <a:pt x="1" y="458"/>
                  </a:cubicBezTo>
                  <a:lnTo>
                    <a:pt x="445" y="592"/>
                  </a:lnTo>
                  <a:cubicBezTo>
                    <a:pt x="487" y="450"/>
                    <a:pt x="536" y="309"/>
                    <a:pt x="590" y="171"/>
                  </a:cubicBezTo>
                  <a:lnTo>
                    <a:pt x="1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2411201" y="2718965"/>
              <a:ext cx="19550" cy="19517"/>
            </a:xfrm>
            <a:custGeom>
              <a:rect b="b" l="l" r="r" t="t"/>
              <a:pathLst>
                <a:path extrusionOk="0" h="588" w="589">
                  <a:moveTo>
                    <a:pt x="132" y="0"/>
                  </a:moveTo>
                  <a:lnTo>
                    <a:pt x="1" y="445"/>
                  </a:lnTo>
                  <a:cubicBezTo>
                    <a:pt x="144" y="486"/>
                    <a:pt x="284" y="535"/>
                    <a:pt x="423" y="588"/>
                  </a:cubicBezTo>
                  <a:lnTo>
                    <a:pt x="588" y="155"/>
                  </a:lnTo>
                  <a:cubicBezTo>
                    <a:pt x="438" y="98"/>
                    <a:pt x="284" y="46"/>
                    <a:pt x="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2505003" y="2787939"/>
              <a:ext cx="21476" cy="21476"/>
            </a:xfrm>
            <a:custGeom>
              <a:rect b="b" l="l" r="r" t="t"/>
              <a:pathLst>
                <a:path extrusionOk="0" h="647" w="647">
                  <a:moveTo>
                    <a:pt x="364" y="0"/>
                  </a:moveTo>
                  <a:lnTo>
                    <a:pt x="0" y="285"/>
                  </a:lnTo>
                  <a:cubicBezTo>
                    <a:pt x="90" y="402"/>
                    <a:pt x="178" y="523"/>
                    <a:pt x="260" y="646"/>
                  </a:cubicBezTo>
                  <a:lnTo>
                    <a:pt x="647" y="390"/>
                  </a:lnTo>
                  <a:cubicBezTo>
                    <a:pt x="559" y="258"/>
                    <a:pt x="463" y="125"/>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2353546" y="3095268"/>
              <a:ext cx="16032" cy="15667"/>
            </a:xfrm>
            <a:custGeom>
              <a:rect b="b" l="l" r="r" t="t"/>
              <a:pathLst>
                <a:path extrusionOk="0" h="472" w="483">
                  <a:moveTo>
                    <a:pt x="460" y="1"/>
                  </a:moveTo>
                  <a:cubicBezTo>
                    <a:pt x="367" y="7"/>
                    <a:pt x="272" y="8"/>
                    <a:pt x="179" y="8"/>
                  </a:cubicBezTo>
                  <a:cubicBezTo>
                    <a:pt x="124" y="8"/>
                    <a:pt x="70" y="7"/>
                    <a:pt x="14" y="6"/>
                  </a:cubicBezTo>
                  <a:lnTo>
                    <a:pt x="0" y="468"/>
                  </a:lnTo>
                  <a:cubicBezTo>
                    <a:pt x="60" y="470"/>
                    <a:pt x="119" y="472"/>
                    <a:pt x="178" y="472"/>
                  </a:cubicBezTo>
                  <a:lnTo>
                    <a:pt x="179" y="472"/>
                  </a:lnTo>
                  <a:cubicBezTo>
                    <a:pt x="280" y="472"/>
                    <a:pt x="382" y="468"/>
                    <a:pt x="482" y="463"/>
                  </a:cubicBezTo>
                  <a:lnTo>
                    <a:pt x="4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2543871" y="2903183"/>
              <a:ext cx="15600" cy="15999"/>
            </a:xfrm>
            <a:custGeom>
              <a:rect b="b" l="l" r="r" t="t"/>
              <a:pathLst>
                <a:path extrusionOk="0" h="482" w="470">
                  <a:moveTo>
                    <a:pt x="465" y="1"/>
                  </a:moveTo>
                  <a:lnTo>
                    <a:pt x="3" y="18"/>
                  </a:lnTo>
                  <a:cubicBezTo>
                    <a:pt x="5" y="91"/>
                    <a:pt x="6" y="163"/>
                    <a:pt x="6" y="236"/>
                  </a:cubicBezTo>
                  <a:cubicBezTo>
                    <a:pt x="6" y="312"/>
                    <a:pt x="5" y="389"/>
                    <a:pt x="1" y="463"/>
                  </a:cubicBezTo>
                  <a:lnTo>
                    <a:pt x="464" y="482"/>
                  </a:lnTo>
                  <a:cubicBezTo>
                    <a:pt x="468" y="400"/>
                    <a:pt x="469" y="317"/>
                    <a:pt x="469" y="235"/>
                  </a:cubicBezTo>
                  <a:cubicBezTo>
                    <a:pt x="469" y="157"/>
                    <a:pt x="468" y="78"/>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2504737" y="3012851"/>
              <a:ext cx="21509" cy="21509"/>
            </a:xfrm>
            <a:custGeom>
              <a:rect b="b" l="l" r="r" t="t"/>
              <a:pathLst>
                <a:path extrusionOk="0" h="648" w="648">
                  <a:moveTo>
                    <a:pt x="262" y="1"/>
                  </a:moveTo>
                  <a:cubicBezTo>
                    <a:pt x="180" y="123"/>
                    <a:pt x="93" y="245"/>
                    <a:pt x="1" y="361"/>
                  </a:cubicBezTo>
                  <a:lnTo>
                    <a:pt x="366" y="647"/>
                  </a:lnTo>
                  <a:cubicBezTo>
                    <a:pt x="464" y="521"/>
                    <a:pt x="559" y="390"/>
                    <a:pt x="647" y="256"/>
                  </a:cubicBezTo>
                  <a:lnTo>
                    <a:pt x="2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2532719" y="2960739"/>
              <a:ext cx="19418" cy="19384"/>
            </a:xfrm>
            <a:custGeom>
              <a:rect b="b" l="l" r="r" t="t"/>
              <a:pathLst>
                <a:path extrusionOk="0" h="584" w="585">
                  <a:moveTo>
                    <a:pt x="138" y="0"/>
                  </a:moveTo>
                  <a:cubicBezTo>
                    <a:pt x="98" y="142"/>
                    <a:pt x="51" y="284"/>
                    <a:pt x="1" y="423"/>
                  </a:cubicBezTo>
                  <a:lnTo>
                    <a:pt x="435" y="583"/>
                  </a:lnTo>
                  <a:cubicBezTo>
                    <a:pt x="491" y="432"/>
                    <a:pt x="540" y="279"/>
                    <a:pt x="584" y="124"/>
                  </a:cubicBezTo>
                  <a:lnTo>
                    <a:pt x="1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2410935" y="3083618"/>
              <a:ext cx="19484" cy="19451"/>
            </a:xfrm>
            <a:custGeom>
              <a:rect b="b" l="l" r="r" t="t"/>
              <a:pathLst>
                <a:path extrusionOk="0" h="586" w="587">
                  <a:moveTo>
                    <a:pt x="422" y="0"/>
                  </a:moveTo>
                  <a:cubicBezTo>
                    <a:pt x="283" y="53"/>
                    <a:pt x="142" y="100"/>
                    <a:pt x="1" y="141"/>
                  </a:cubicBezTo>
                  <a:lnTo>
                    <a:pt x="130" y="586"/>
                  </a:lnTo>
                  <a:cubicBezTo>
                    <a:pt x="283" y="542"/>
                    <a:pt x="437" y="491"/>
                    <a:pt x="587" y="434"/>
                  </a:cubicBezTo>
                  <a:lnTo>
                    <a:pt x="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2463114" y="2745453"/>
              <a:ext cx="21509" cy="21575"/>
            </a:xfrm>
            <a:custGeom>
              <a:rect b="b" l="l" r="r" t="t"/>
              <a:pathLst>
                <a:path extrusionOk="0" h="650" w="648">
                  <a:moveTo>
                    <a:pt x="260" y="1"/>
                  </a:moveTo>
                  <a:lnTo>
                    <a:pt x="0" y="384"/>
                  </a:lnTo>
                  <a:cubicBezTo>
                    <a:pt x="121" y="467"/>
                    <a:pt x="241" y="556"/>
                    <a:pt x="358" y="649"/>
                  </a:cubicBezTo>
                  <a:lnTo>
                    <a:pt x="648" y="287"/>
                  </a:lnTo>
                  <a:cubicBezTo>
                    <a:pt x="523" y="187"/>
                    <a:pt x="393" y="91"/>
                    <a:pt x="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2353944" y="2710966"/>
              <a:ext cx="15999" cy="15700"/>
            </a:xfrm>
            <a:custGeom>
              <a:rect b="b" l="l" r="r" t="t"/>
              <a:pathLst>
                <a:path extrusionOk="0" h="473" w="482">
                  <a:moveTo>
                    <a:pt x="164" y="1"/>
                  </a:moveTo>
                  <a:cubicBezTo>
                    <a:pt x="110" y="1"/>
                    <a:pt x="55" y="2"/>
                    <a:pt x="1" y="4"/>
                  </a:cubicBezTo>
                  <a:lnTo>
                    <a:pt x="13" y="467"/>
                  </a:lnTo>
                  <a:cubicBezTo>
                    <a:pt x="68" y="465"/>
                    <a:pt x="124" y="464"/>
                    <a:pt x="179" y="464"/>
                  </a:cubicBezTo>
                  <a:cubicBezTo>
                    <a:pt x="272" y="464"/>
                    <a:pt x="366" y="467"/>
                    <a:pt x="458" y="472"/>
                  </a:cubicBezTo>
                  <a:lnTo>
                    <a:pt x="482" y="9"/>
                  </a:lnTo>
                  <a:cubicBezTo>
                    <a:pt x="377" y="4"/>
                    <a:pt x="270" y="1"/>
                    <a:pt x="1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2462815" y="3055172"/>
              <a:ext cx="21509" cy="21509"/>
            </a:xfrm>
            <a:custGeom>
              <a:rect b="b" l="l" r="r" t="t"/>
              <a:pathLst>
                <a:path extrusionOk="0" h="648" w="648">
                  <a:moveTo>
                    <a:pt x="358" y="0"/>
                  </a:moveTo>
                  <a:cubicBezTo>
                    <a:pt x="243" y="93"/>
                    <a:pt x="123" y="181"/>
                    <a:pt x="0" y="264"/>
                  </a:cubicBezTo>
                  <a:lnTo>
                    <a:pt x="260" y="647"/>
                  </a:lnTo>
                  <a:cubicBezTo>
                    <a:pt x="391" y="558"/>
                    <a:pt x="522" y="461"/>
                    <a:pt x="648" y="362"/>
                  </a:cubicBezTo>
                  <a:lnTo>
                    <a:pt x="3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2413591" y="2965087"/>
              <a:ext cx="54369" cy="54369"/>
            </a:xfrm>
            <a:custGeom>
              <a:rect b="b" l="l" r="r" t="t"/>
              <a:pathLst>
                <a:path extrusionOk="0" h="1638" w="1638">
                  <a:moveTo>
                    <a:pt x="327" y="0"/>
                  </a:moveTo>
                  <a:lnTo>
                    <a:pt x="0" y="328"/>
                  </a:lnTo>
                  <a:lnTo>
                    <a:pt x="1309" y="1637"/>
                  </a:lnTo>
                  <a:lnTo>
                    <a:pt x="1637" y="1311"/>
                  </a:lnTo>
                  <a:lnTo>
                    <a:pt x="3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2250914" y="2802444"/>
              <a:ext cx="54369" cy="54369"/>
            </a:xfrm>
            <a:custGeom>
              <a:rect b="b" l="l" r="r" t="t"/>
              <a:pathLst>
                <a:path extrusionOk="0" h="1638" w="1638">
                  <a:moveTo>
                    <a:pt x="328" y="1"/>
                  </a:moveTo>
                  <a:lnTo>
                    <a:pt x="0" y="328"/>
                  </a:lnTo>
                  <a:lnTo>
                    <a:pt x="1311" y="1638"/>
                  </a:lnTo>
                  <a:lnTo>
                    <a:pt x="1637" y="1311"/>
                  </a:lnTo>
                  <a:lnTo>
                    <a:pt x="3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3" name="Google Shape;3483;p54"/>
          <p:cNvSpPr txBox="1"/>
          <p:nvPr>
            <p:ph idx="4294967295" type="subTitle"/>
          </p:nvPr>
        </p:nvSpPr>
        <p:spPr>
          <a:xfrm>
            <a:off x="985550" y="1999852"/>
            <a:ext cx="2155800" cy="52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Der Merkur ist der sonnennächste Planet</a:t>
            </a:r>
            <a:endParaRPr/>
          </a:p>
          <a:p>
            <a:pPr indent="0" lvl="0" marL="0" rtl="0" algn="r">
              <a:spcBef>
                <a:spcPts val="0"/>
              </a:spcBef>
              <a:spcAft>
                <a:spcPts val="0"/>
              </a:spcAft>
              <a:buNone/>
            </a:pPr>
            <a:r>
              <a:t/>
            </a:r>
            <a:endParaRPr/>
          </a:p>
        </p:txBody>
      </p:sp>
      <p:sp>
        <p:nvSpPr>
          <p:cNvPr id="3484" name="Google Shape;3484;p54"/>
          <p:cNvSpPr txBox="1"/>
          <p:nvPr>
            <p:ph idx="4294967295" type="subTitle"/>
          </p:nvPr>
        </p:nvSpPr>
        <p:spPr>
          <a:xfrm>
            <a:off x="985550" y="3500875"/>
            <a:ext cx="2155800" cy="52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Die Venus ist fast so groß wie die Erde</a:t>
            </a:r>
            <a:endParaRPr/>
          </a:p>
        </p:txBody>
      </p:sp>
      <p:sp>
        <p:nvSpPr>
          <p:cNvPr id="3485" name="Google Shape;3485;p54"/>
          <p:cNvSpPr txBox="1"/>
          <p:nvPr>
            <p:ph idx="4294967295" type="subTitle"/>
          </p:nvPr>
        </p:nvSpPr>
        <p:spPr>
          <a:xfrm>
            <a:off x="6000549" y="3500875"/>
            <a:ext cx="2155800" cy="52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Das ist der Ort, an dem wir alle leben</a:t>
            </a:r>
            <a:endParaRPr/>
          </a:p>
          <a:p>
            <a:pPr indent="0" lvl="0" marL="0" rtl="0" algn="l">
              <a:spcBef>
                <a:spcPts val="0"/>
              </a:spcBef>
              <a:spcAft>
                <a:spcPts val="0"/>
              </a:spcAft>
              <a:buNone/>
            </a:pPr>
            <a:r>
              <a:t/>
            </a:r>
            <a:endParaRPr/>
          </a:p>
        </p:txBody>
      </p:sp>
      <p:sp>
        <p:nvSpPr>
          <p:cNvPr id="3486" name="Google Shape;3486;p54"/>
          <p:cNvSpPr txBox="1"/>
          <p:nvPr>
            <p:ph idx="4294967295" type="subTitle"/>
          </p:nvPr>
        </p:nvSpPr>
        <p:spPr>
          <a:xfrm>
            <a:off x="6000546" y="1999852"/>
            <a:ext cx="2157900" cy="53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Obwohl er rot ist, ist der Mars sehr kalt</a:t>
            </a:r>
            <a:endParaRPr/>
          </a:p>
        </p:txBody>
      </p:sp>
      <p:sp>
        <p:nvSpPr>
          <p:cNvPr id="3487" name="Google Shape;3487;p54"/>
          <p:cNvSpPr/>
          <p:nvPr/>
        </p:nvSpPr>
        <p:spPr>
          <a:xfrm>
            <a:off x="7779529" y="-494295"/>
            <a:ext cx="1957189" cy="2832820"/>
          </a:xfrm>
          <a:custGeom>
            <a:rect b="b" l="l" r="r" t="t"/>
            <a:pathLst>
              <a:path extrusionOk="0" h="43649" w="30157">
                <a:moveTo>
                  <a:pt x="4400" y="21918"/>
                </a:moveTo>
                <a:cubicBezTo>
                  <a:pt x="6232" y="21734"/>
                  <a:pt x="6691" y="20346"/>
                  <a:pt x="8066" y="24138"/>
                </a:cubicBezTo>
                <a:cubicBezTo>
                  <a:pt x="9441" y="27929"/>
                  <a:pt x="10542" y="28762"/>
                  <a:pt x="10542" y="30518"/>
                </a:cubicBezTo>
                <a:cubicBezTo>
                  <a:pt x="10542" y="32275"/>
                  <a:pt x="9350" y="34865"/>
                  <a:pt x="9900" y="36528"/>
                </a:cubicBezTo>
                <a:cubicBezTo>
                  <a:pt x="10450" y="38193"/>
                  <a:pt x="13291" y="43648"/>
                  <a:pt x="14299" y="43094"/>
                </a:cubicBezTo>
                <a:cubicBezTo>
                  <a:pt x="15308" y="42539"/>
                  <a:pt x="15857" y="38747"/>
                  <a:pt x="16866" y="37823"/>
                </a:cubicBezTo>
                <a:cubicBezTo>
                  <a:pt x="17874" y="36898"/>
                  <a:pt x="18791" y="34772"/>
                  <a:pt x="20624" y="34309"/>
                </a:cubicBezTo>
                <a:cubicBezTo>
                  <a:pt x="22456" y="33845"/>
                  <a:pt x="24840" y="33200"/>
                  <a:pt x="25023" y="30332"/>
                </a:cubicBezTo>
                <a:cubicBezTo>
                  <a:pt x="25206" y="27465"/>
                  <a:pt x="26123" y="21455"/>
                  <a:pt x="25482" y="17202"/>
                </a:cubicBezTo>
                <a:cubicBezTo>
                  <a:pt x="25024" y="14172"/>
                  <a:pt x="28506" y="11192"/>
                  <a:pt x="29331" y="9897"/>
                </a:cubicBezTo>
                <a:cubicBezTo>
                  <a:pt x="30156" y="8602"/>
                  <a:pt x="29697" y="6661"/>
                  <a:pt x="28322" y="7216"/>
                </a:cubicBezTo>
                <a:cubicBezTo>
                  <a:pt x="26948" y="7770"/>
                  <a:pt x="26122" y="9158"/>
                  <a:pt x="25756" y="8602"/>
                </a:cubicBezTo>
                <a:cubicBezTo>
                  <a:pt x="25390" y="8047"/>
                  <a:pt x="25390" y="6106"/>
                  <a:pt x="24656" y="6289"/>
                </a:cubicBezTo>
                <a:cubicBezTo>
                  <a:pt x="23921" y="6474"/>
                  <a:pt x="20165" y="7769"/>
                  <a:pt x="20897" y="6844"/>
                </a:cubicBezTo>
                <a:cubicBezTo>
                  <a:pt x="21631" y="5920"/>
                  <a:pt x="25756" y="5735"/>
                  <a:pt x="24013" y="4255"/>
                </a:cubicBezTo>
                <a:cubicBezTo>
                  <a:pt x="22273" y="2775"/>
                  <a:pt x="22822" y="1"/>
                  <a:pt x="19523" y="649"/>
                </a:cubicBezTo>
                <a:cubicBezTo>
                  <a:pt x="16224" y="1297"/>
                  <a:pt x="14481" y="3700"/>
                  <a:pt x="12190" y="4809"/>
                </a:cubicBezTo>
                <a:cubicBezTo>
                  <a:pt x="9899" y="5918"/>
                  <a:pt x="7700" y="6659"/>
                  <a:pt x="6509" y="7861"/>
                </a:cubicBezTo>
                <a:cubicBezTo>
                  <a:pt x="5317" y="9063"/>
                  <a:pt x="4033" y="10450"/>
                  <a:pt x="4217" y="11744"/>
                </a:cubicBezTo>
                <a:cubicBezTo>
                  <a:pt x="4400" y="13039"/>
                  <a:pt x="5683" y="13778"/>
                  <a:pt x="3759" y="14888"/>
                </a:cubicBezTo>
                <a:cubicBezTo>
                  <a:pt x="1835" y="15997"/>
                  <a:pt x="0" y="16922"/>
                  <a:pt x="1467" y="17755"/>
                </a:cubicBezTo>
                <a:cubicBezTo>
                  <a:pt x="2933" y="18587"/>
                  <a:pt x="2842" y="19235"/>
                  <a:pt x="2659" y="19789"/>
                </a:cubicBezTo>
                <a:cubicBezTo>
                  <a:pt x="2475" y="20344"/>
                  <a:pt x="2659" y="21454"/>
                  <a:pt x="3393" y="21732"/>
                </a:cubicBezTo>
                <a:cubicBezTo>
                  <a:pt x="4125" y="22011"/>
                  <a:pt x="4400" y="21918"/>
                  <a:pt x="4400" y="2191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538718" y="3735474"/>
            <a:ext cx="2081267" cy="2781605"/>
          </a:xfrm>
          <a:custGeom>
            <a:rect b="b" l="l" r="r" t="t"/>
            <a:pathLst>
              <a:path extrusionOk="0" h="22540" w="16865">
                <a:moveTo>
                  <a:pt x="13290" y="7652"/>
                </a:moveTo>
                <a:cubicBezTo>
                  <a:pt x="13747" y="7005"/>
                  <a:pt x="15582" y="4972"/>
                  <a:pt x="16131" y="3861"/>
                </a:cubicBezTo>
                <a:cubicBezTo>
                  <a:pt x="16681" y="2752"/>
                  <a:pt x="16864" y="1364"/>
                  <a:pt x="14848" y="903"/>
                </a:cubicBezTo>
                <a:cubicBezTo>
                  <a:pt x="12832" y="439"/>
                  <a:pt x="10113" y="1"/>
                  <a:pt x="8983" y="532"/>
                </a:cubicBezTo>
                <a:cubicBezTo>
                  <a:pt x="7607" y="1180"/>
                  <a:pt x="2749" y="3677"/>
                  <a:pt x="2749" y="4324"/>
                </a:cubicBezTo>
                <a:cubicBezTo>
                  <a:pt x="2749" y="4972"/>
                  <a:pt x="2749" y="5989"/>
                  <a:pt x="3207" y="6728"/>
                </a:cubicBezTo>
                <a:cubicBezTo>
                  <a:pt x="3665" y="7469"/>
                  <a:pt x="4032" y="8578"/>
                  <a:pt x="5682" y="8207"/>
                </a:cubicBezTo>
                <a:cubicBezTo>
                  <a:pt x="7331" y="7837"/>
                  <a:pt x="8614" y="8671"/>
                  <a:pt x="6690" y="9039"/>
                </a:cubicBezTo>
                <a:cubicBezTo>
                  <a:pt x="4766" y="9409"/>
                  <a:pt x="2474" y="8576"/>
                  <a:pt x="2200" y="7467"/>
                </a:cubicBezTo>
                <a:cubicBezTo>
                  <a:pt x="1924" y="6358"/>
                  <a:pt x="642" y="5987"/>
                  <a:pt x="458" y="7374"/>
                </a:cubicBezTo>
                <a:cubicBezTo>
                  <a:pt x="276" y="8760"/>
                  <a:pt x="0" y="10426"/>
                  <a:pt x="550" y="11443"/>
                </a:cubicBezTo>
                <a:cubicBezTo>
                  <a:pt x="1099" y="12460"/>
                  <a:pt x="1008" y="13662"/>
                  <a:pt x="2383" y="14033"/>
                </a:cubicBezTo>
                <a:cubicBezTo>
                  <a:pt x="3758" y="14403"/>
                  <a:pt x="4766" y="15050"/>
                  <a:pt x="4307" y="15789"/>
                </a:cubicBezTo>
                <a:cubicBezTo>
                  <a:pt x="3849" y="16530"/>
                  <a:pt x="3207" y="17916"/>
                  <a:pt x="2291" y="17732"/>
                </a:cubicBezTo>
                <a:cubicBezTo>
                  <a:pt x="1375" y="17547"/>
                  <a:pt x="91" y="16345"/>
                  <a:pt x="91" y="16991"/>
                </a:cubicBezTo>
                <a:cubicBezTo>
                  <a:pt x="91" y="17639"/>
                  <a:pt x="457" y="17823"/>
                  <a:pt x="1375" y="18748"/>
                </a:cubicBezTo>
                <a:cubicBezTo>
                  <a:pt x="2291" y="19672"/>
                  <a:pt x="1191" y="20967"/>
                  <a:pt x="2015" y="21338"/>
                </a:cubicBezTo>
                <a:cubicBezTo>
                  <a:pt x="2841" y="21708"/>
                  <a:pt x="7697" y="22540"/>
                  <a:pt x="7789" y="21892"/>
                </a:cubicBezTo>
                <a:cubicBezTo>
                  <a:pt x="7881" y="21245"/>
                  <a:pt x="8706" y="19395"/>
                  <a:pt x="6964" y="19488"/>
                </a:cubicBezTo>
                <a:cubicBezTo>
                  <a:pt x="5223" y="19581"/>
                  <a:pt x="3573" y="20320"/>
                  <a:pt x="3480" y="19488"/>
                </a:cubicBezTo>
                <a:cubicBezTo>
                  <a:pt x="3389" y="18656"/>
                  <a:pt x="3847" y="17639"/>
                  <a:pt x="5130" y="18009"/>
                </a:cubicBezTo>
                <a:cubicBezTo>
                  <a:pt x="6413" y="18379"/>
                  <a:pt x="8337" y="18379"/>
                  <a:pt x="8429" y="17732"/>
                </a:cubicBezTo>
                <a:cubicBezTo>
                  <a:pt x="8521" y="17084"/>
                  <a:pt x="8154" y="15605"/>
                  <a:pt x="8887" y="15050"/>
                </a:cubicBezTo>
                <a:cubicBezTo>
                  <a:pt x="9620" y="14496"/>
                  <a:pt x="11086" y="12460"/>
                  <a:pt x="10719" y="11629"/>
                </a:cubicBezTo>
                <a:cubicBezTo>
                  <a:pt x="10357" y="10797"/>
                  <a:pt x="13290" y="7652"/>
                  <a:pt x="13290" y="76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txBox="1"/>
          <p:nvPr/>
        </p:nvSpPr>
        <p:spPr>
          <a:xfrm>
            <a:off x="985557" y="1588318"/>
            <a:ext cx="2157900" cy="475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300">
                <a:solidFill>
                  <a:srgbClr val="191919"/>
                </a:solidFill>
                <a:latin typeface="Cormorant Garamond"/>
                <a:ea typeface="Cormorant Garamond"/>
                <a:cs typeface="Cormorant Garamond"/>
                <a:sym typeface="Cormorant Garamond"/>
              </a:rPr>
              <a:t>Merkur</a:t>
            </a:r>
            <a:endParaRPr b="1" sz="2300">
              <a:solidFill>
                <a:srgbClr val="191919"/>
              </a:solidFill>
              <a:latin typeface="Cormorant Garamond"/>
              <a:ea typeface="Cormorant Garamond"/>
              <a:cs typeface="Cormorant Garamond"/>
              <a:sym typeface="Cormorant Garamond"/>
            </a:endParaRPr>
          </a:p>
        </p:txBody>
      </p:sp>
      <p:sp>
        <p:nvSpPr>
          <p:cNvPr id="3490" name="Google Shape;3490;p54"/>
          <p:cNvSpPr txBox="1"/>
          <p:nvPr/>
        </p:nvSpPr>
        <p:spPr>
          <a:xfrm>
            <a:off x="985557" y="3092342"/>
            <a:ext cx="2157900" cy="475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300">
                <a:solidFill>
                  <a:srgbClr val="191919"/>
                </a:solidFill>
                <a:latin typeface="Cormorant Garamond"/>
                <a:ea typeface="Cormorant Garamond"/>
                <a:cs typeface="Cormorant Garamond"/>
                <a:sym typeface="Cormorant Garamond"/>
              </a:rPr>
              <a:t>Venus</a:t>
            </a:r>
            <a:endParaRPr b="1" sz="2300">
              <a:solidFill>
                <a:srgbClr val="191919"/>
              </a:solidFill>
              <a:latin typeface="Cormorant Garamond"/>
              <a:ea typeface="Cormorant Garamond"/>
              <a:cs typeface="Cormorant Garamond"/>
              <a:sym typeface="Cormorant Garamond"/>
            </a:endParaRPr>
          </a:p>
        </p:txBody>
      </p:sp>
      <p:sp>
        <p:nvSpPr>
          <p:cNvPr id="3491" name="Google Shape;3491;p54"/>
          <p:cNvSpPr txBox="1"/>
          <p:nvPr/>
        </p:nvSpPr>
        <p:spPr>
          <a:xfrm>
            <a:off x="6000543" y="3092342"/>
            <a:ext cx="2155800" cy="471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300">
                <a:solidFill>
                  <a:srgbClr val="191919"/>
                </a:solidFill>
                <a:latin typeface="Cormorant Garamond"/>
                <a:ea typeface="Cormorant Garamond"/>
                <a:cs typeface="Cormorant Garamond"/>
                <a:sym typeface="Cormorant Garamond"/>
              </a:rPr>
              <a:t>Die Erde</a:t>
            </a:r>
            <a:endParaRPr b="1" sz="2300">
              <a:solidFill>
                <a:srgbClr val="191919"/>
              </a:solidFill>
              <a:latin typeface="Cormorant Garamond"/>
              <a:ea typeface="Cormorant Garamond"/>
              <a:cs typeface="Cormorant Garamond"/>
              <a:sym typeface="Cormorant Garamond"/>
            </a:endParaRPr>
          </a:p>
        </p:txBody>
      </p:sp>
      <p:sp>
        <p:nvSpPr>
          <p:cNvPr id="3492" name="Google Shape;3492;p54"/>
          <p:cNvSpPr txBox="1"/>
          <p:nvPr/>
        </p:nvSpPr>
        <p:spPr>
          <a:xfrm>
            <a:off x="6000543" y="1588318"/>
            <a:ext cx="2132100" cy="471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300">
                <a:solidFill>
                  <a:srgbClr val="191919"/>
                </a:solidFill>
                <a:latin typeface="Cormorant Garamond"/>
                <a:ea typeface="Cormorant Garamond"/>
                <a:cs typeface="Cormorant Garamond"/>
                <a:sym typeface="Cormorant Garamond"/>
              </a:rPr>
              <a:t>Mars</a:t>
            </a:r>
            <a:endParaRPr b="1" sz="2300">
              <a:solidFill>
                <a:srgbClr val="191919"/>
              </a:solidFill>
              <a:latin typeface="Cormorant Garamond"/>
              <a:ea typeface="Cormorant Garamond"/>
              <a:cs typeface="Cormorant Garamond"/>
              <a:sym typeface="Cormorant Garamond"/>
            </a:endParaRPr>
          </a:p>
        </p:txBody>
      </p:sp>
      <p:grpSp>
        <p:nvGrpSpPr>
          <p:cNvPr id="3493" name="Google Shape;3493;p54"/>
          <p:cNvGrpSpPr/>
          <p:nvPr/>
        </p:nvGrpSpPr>
        <p:grpSpPr>
          <a:xfrm>
            <a:off x="3833289" y="2092044"/>
            <a:ext cx="1460293" cy="1476816"/>
            <a:chOff x="3636950" y="4013525"/>
            <a:chExt cx="746800" cy="755250"/>
          </a:xfrm>
        </p:grpSpPr>
        <p:sp>
          <p:nvSpPr>
            <p:cNvPr id="3494" name="Google Shape;3494;p54"/>
            <p:cNvSpPr/>
            <p:nvPr/>
          </p:nvSpPr>
          <p:spPr>
            <a:xfrm>
              <a:off x="3694900" y="4067825"/>
              <a:ext cx="645075" cy="645025"/>
            </a:xfrm>
            <a:custGeom>
              <a:rect b="b" l="l" r="r" t="t"/>
              <a:pathLst>
                <a:path extrusionOk="0" h="25801" w="25803">
                  <a:moveTo>
                    <a:pt x="12673" y="1895"/>
                  </a:moveTo>
                  <a:lnTo>
                    <a:pt x="12526" y="3078"/>
                  </a:lnTo>
                  <a:cubicBezTo>
                    <a:pt x="11793" y="3106"/>
                    <a:pt x="11080" y="3215"/>
                    <a:pt x="10396" y="3395"/>
                  </a:cubicBezTo>
                  <a:lnTo>
                    <a:pt x="10090" y="2256"/>
                  </a:lnTo>
                  <a:cubicBezTo>
                    <a:pt x="10917" y="2037"/>
                    <a:pt x="11781" y="1914"/>
                    <a:pt x="12673" y="1895"/>
                  </a:cubicBezTo>
                  <a:close/>
                  <a:moveTo>
                    <a:pt x="13137" y="1895"/>
                  </a:moveTo>
                  <a:cubicBezTo>
                    <a:pt x="14026" y="1914"/>
                    <a:pt x="14892" y="2037"/>
                    <a:pt x="15718" y="2256"/>
                  </a:cubicBezTo>
                  <a:lnTo>
                    <a:pt x="15413" y="3395"/>
                  </a:lnTo>
                  <a:cubicBezTo>
                    <a:pt x="14728" y="3215"/>
                    <a:pt x="14015" y="3106"/>
                    <a:pt x="13282" y="3078"/>
                  </a:cubicBezTo>
                  <a:lnTo>
                    <a:pt x="13137" y="1895"/>
                  </a:lnTo>
                  <a:close/>
                  <a:moveTo>
                    <a:pt x="10019" y="2276"/>
                  </a:moveTo>
                  <a:lnTo>
                    <a:pt x="10325" y="3415"/>
                  </a:lnTo>
                  <a:cubicBezTo>
                    <a:pt x="9511" y="3637"/>
                    <a:pt x="8739" y="3959"/>
                    <a:pt x="8022" y="4370"/>
                  </a:cubicBezTo>
                  <a:lnTo>
                    <a:pt x="7433" y="3349"/>
                  </a:lnTo>
                  <a:cubicBezTo>
                    <a:pt x="8237" y="2888"/>
                    <a:pt x="9105" y="2524"/>
                    <a:pt x="10019" y="2276"/>
                  </a:cubicBezTo>
                  <a:close/>
                  <a:moveTo>
                    <a:pt x="15790" y="2276"/>
                  </a:moveTo>
                  <a:cubicBezTo>
                    <a:pt x="16704" y="2524"/>
                    <a:pt x="17571" y="2888"/>
                    <a:pt x="18376" y="3350"/>
                  </a:cubicBezTo>
                  <a:lnTo>
                    <a:pt x="17787" y="4371"/>
                  </a:lnTo>
                  <a:cubicBezTo>
                    <a:pt x="17071" y="3961"/>
                    <a:pt x="16299" y="3637"/>
                    <a:pt x="15485" y="3416"/>
                  </a:cubicBezTo>
                  <a:lnTo>
                    <a:pt x="15790" y="2276"/>
                  </a:lnTo>
                  <a:close/>
                  <a:moveTo>
                    <a:pt x="18440" y="3388"/>
                  </a:moveTo>
                  <a:cubicBezTo>
                    <a:pt x="19251" y="3861"/>
                    <a:pt x="19996" y="4436"/>
                    <a:pt x="20659" y="5094"/>
                  </a:cubicBezTo>
                  <a:cubicBezTo>
                    <a:pt x="20677" y="5111"/>
                    <a:pt x="20695" y="5129"/>
                    <a:pt x="20711" y="5145"/>
                  </a:cubicBezTo>
                  <a:cubicBezTo>
                    <a:pt x="21368" y="5809"/>
                    <a:pt x="21944" y="6553"/>
                    <a:pt x="22417" y="7365"/>
                  </a:cubicBezTo>
                  <a:lnTo>
                    <a:pt x="21395" y="7955"/>
                  </a:lnTo>
                  <a:cubicBezTo>
                    <a:pt x="20974" y="7232"/>
                    <a:pt x="20461" y="6569"/>
                    <a:pt x="19876" y="5979"/>
                  </a:cubicBezTo>
                  <a:cubicBezTo>
                    <a:pt x="19860" y="5960"/>
                    <a:pt x="19841" y="5944"/>
                    <a:pt x="19825" y="5927"/>
                  </a:cubicBezTo>
                  <a:cubicBezTo>
                    <a:pt x="19236" y="5341"/>
                    <a:pt x="18571" y="4829"/>
                    <a:pt x="17849" y="4407"/>
                  </a:cubicBezTo>
                  <a:lnTo>
                    <a:pt x="18440" y="3388"/>
                  </a:lnTo>
                  <a:close/>
                  <a:moveTo>
                    <a:pt x="7369" y="3388"/>
                  </a:moveTo>
                  <a:lnTo>
                    <a:pt x="7958" y="4409"/>
                  </a:lnTo>
                  <a:cubicBezTo>
                    <a:pt x="7236" y="4830"/>
                    <a:pt x="6573" y="5343"/>
                    <a:pt x="5983" y="5928"/>
                  </a:cubicBezTo>
                  <a:cubicBezTo>
                    <a:pt x="5964" y="5945"/>
                    <a:pt x="5948" y="5963"/>
                    <a:pt x="5931" y="5980"/>
                  </a:cubicBezTo>
                  <a:cubicBezTo>
                    <a:pt x="5345" y="6569"/>
                    <a:pt x="4833" y="7233"/>
                    <a:pt x="4411" y="7956"/>
                  </a:cubicBezTo>
                  <a:lnTo>
                    <a:pt x="3390" y="7366"/>
                  </a:lnTo>
                  <a:cubicBezTo>
                    <a:pt x="3864" y="6553"/>
                    <a:pt x="4439" y="5809"/>
                    <a:pt x="5097" y="5145"/>
                  </a:cubicBezTo>
                  <a:cubicBezTo>
                    <a:pt x="5115" y="5128"/>
                    <a:pt x="5133" y="5111"/>
                    <a:pt x="5149" y="5094"/>
                  </a:cubicBezTo>
                  <a:cubicBezTo>
                    <a:pt x="5812" y="4436"/>
                    <a:pt x="6557" y="3861"/>
                    <a:pt x="7369" y="3388"/>
                  </a:cubicBezTo>
                  <a:close/>
                  <a:moveTo>
                    <a:pt x="12108" y="6481"/>
                  </a:moveTo>
                  <a:lnTo>
                    <a:pt x="11932" y="7915"/>
                  </a:lnTo>
                  <a:cubicBezTo>
                    <a:pt x="11713" y="7959"/>
                    <a:pt x="11498" y="8015"/>
                    <a:pt x="11290" y="8086"/>
                  </a:cubicBezTo>
                  <a:cubicBezTo>
                    <a:pt x="11066" y="8161"/>
                    <a:pt x="10848" y="8251"/>
                    <a:pt x="10641" y="8356"/>
                  </a:cubicBezTo>
                  <a:cubicBezTo>
                    <a:pt x="10481" y="8435"/>
                    <a:pt x="10325" y="8524"/>
                    <a:pt x="10175" y="8620"/>
                  </a:cubicBezTo>
                  <a:lnTo>
                    <a:pt x="8857" y="7858"/>
                  </a:lnTo>
                  <a:cubicBezTo>
                    <a:pt x="9285" y="7513"/>
                    <a:pt x="9758" y="7223"/>
                    <a:pt x="10264" y="6996"/>
                  </a:cubicBezTo>
                  <a:cubicBezTo>
                    <a:pt x="10373" y="6948"/>
                    <a:pt x="10483" y="6901"/>
                    <a:pt x="10596" y="6858"/>
                  </a:cubicBezTo>
                  <a:cubicBezTo>
                    <a:pt x="11075" y="6674"/>
                    <a:pt x="11582" y="6546"/>
                    <a:pt x="12108" y="6481"/>
                  </a:cubicBezTo>
                  <a:close/>
                  <a:moveTo>
                    <a:pt x="13700" y="6481"/>
                  </a:moveTo>
                  <a:lnTo>
                    <a:pt x="13700" y="6481"/>
                  </a:lnTo>
                  <a:cubicBezTo>
                    <a:pt x="14226" y="6546"/>
                    <a:pt x="14733" y="6673"/>
                    <a:pt x="15213" y="6858"/>
                  </a:cubicBezTo>
                  <a:cubicBezTo>
                    <a:pt x="15325" y="6900"/>
                    <a:pt x="15435" y="6948"/>
                    <a:pt x="15544" y="6996"/>
                  </a:cubicBezTo>
                  <a:cubicBezTo>
                    <a:pt x="16052" y="7223"/>
                    <a:pt x="16523" y="7513"/>
                    <a:pt x="16951" y="7858"/>
                  </a:cubicBezTo>
                  <a:lnTo>
                    <a:pt x="15634" y="8620"/>
                  </a:lnTo>
                  <a:cubicBezTo>
                    <a:pt x="15484" y="8523"/>
                    <a:pt x="15327" y="8435"/>
                    <a:pt x="15167" y="8356"/>
                  </a:cubicBezTo>
                  <a:cubicBezTo>
                    <a:pt x="14959" y="8251"/>
                    <a:pt x="14742" y="8161"/>
                    <a:pt x="14519" y="8086"/>
                  </a:cubicBezTo>
                  <a:cubicBezTo>
                    <a:pt x="14310" y="8015"/>
                    <a:pt x="14096" y="7959"/>
                    <a:pt x="13877" y="7915"/>
                  </a:cubicBezTo>
                  <a:lnTo>
                    <a:pt x="13700" y="6481"/>
                  </a:lnTo>
                  <a:close/>
                  <a:moveTo>
                    <a:pt x="11923" y="8000"/>
                  </a:moveTo>
                  <a:lnTo>
                    <a:pt x="11874" y="8399"/>
                  </a:lnTo>
                  <a:cubicBezTo>
                    <a:pt x="11754" y="8426"/>
                    <a:pt x="11637" y="8457"/>
                    <a:pt x="11520" y="8493"/>
                  </a:cubicBezTo>
                  <a:cubicBezTo>
                    <a:pt x="11259" y="8576"/>
                    <a:pt x="11006" y="8682"/>
                    <a:pt x="10766" y="8808"/>
                  </a:cubicBezTo>
                  <a:cubicBezTo>
                    <a:pt x="10719" y="8833"/>
                    <a:pt x="10674" y="8857"/>
                    <a:pt x="10630" y="8883"/>
                  </a:cubicBezTo>
                  <a:lnTo>
                    <a:pt x="10253" y="8665"/>
                  </a:lnTo>
                  <a:cubicBezTo>
                    <a:pt x="10385" y="8581"/>
                    <a:pt x="10522" y="8506"/>
                    <a:pt x="10663" y="8434"/>
                  </a:cubicBezTo>
                  <a:cubicBezTo>
                    <a:pt x="10877" y="8326"/>
                    <a:pt x="11100" y="8233"/>
                    <a:pt x="11331" y="8157"/>
                  </a:cubicBezTo>
                  <a:cubicBezTo>
                    <a:pt x="11523" y="8093"/>
                    <a:pt x="11720" y="8039"/>
                    <a:pt x="11923" y="8000"/>
                  </a:cubicBezTo>
                  <a:close/>
                  <a:moveTo>
                    <a:pt x="13887" y="8000"/>
                  </a:moveTo>
                  <a:lnTo>
                    <a:pt x="13887" y="8000"/>
                  </a:lnTo>
                  <a:cubicBezTo>
                    <a:pt x="14088" y="8039"/>
                    <a:pt x="14285" y="8093"/>
                    <a:pt x="14478" y="8157"/>
                  </a:cubicBezTo>
                  <a:cubicBezTo>
                    <a:pt x="14708" y="8233"/>
                    <a:pt x="14932" y="8326"/>
                    <a:pt x="15146" y="8434"/>
                  </a:cubicBezTo>
                  <a:cubicBezTo>
                    <a:pt x="15286" y="8506"/>
                    <a:pt x="15423" y="8583"/>
                    <a:pt x="15556" y="8665"/>
                  </a:cubicBezTo>
                  <a:lnTo>
                    <a:pt x="15180" y="8883"/>
                  </a:lnTo>
                  <a:cubicBezTo>
                    <a:pt x="15134" y="8857"/>
                    <a:pt x="15089" y="8833"/>
                    <a:pt x="15043" y="8808"/>
                  </a:cubicBezTo>
                  <a:cubicBezTo>
                    <a:pt x="14803" y="8682"/>
                    <a:pt x="14551" y="8576"/>
                    <a:pt x="14288" y="8493"/>
                  </a:cubicBezTo>
                  <a:cubicBezTo>
                    <a:pt x="14174" y="8457"/>
                    <a:pt x="14055" y="8426"/>
                    <a:pt x="13936" y="8399"/>
                  </a:cubicBezTo>
                  <a:lnTo>
                    <a:pt x="13887" y="8000"/>
                  </a:lnTo>
                  <a:close/>
                  <a:moveTo>
                    <a:pt x="13966" y="8652"/>
                  </a:moveTo>
                  <a:cubicBezTo>
                    <a:pt x="14035" y="8671"/>
                    <a:pt x="14100" y="8688"/>
                    <a:pt x="14166" y="8708"/>
                  </a:cubicBezTo>
                  <a:cubicBezTo>
                    <a:pt x="14434" y="8789"/>
                    <a:pt x="14691" y="8895"/>
                    <a:pt x="14935" y="9022"/>
                  </a:cubicBezTo>
                  <a:lnTo>
                    <a:pt x="14074" y="9520"/>
                  </a:lnTo>
                  <a:lnTo>
                    <a:pt x="14008" y="8986"/>
                  </a:lnTo>
                  <a:lnTo>
                    <a:pt x="13966" y="8652"/>
                  </a:lnTo>
                  <a:close/>
                  <a:moveTo>
                    <a:pt x="11842" y="8653"/>
                  </a:moveTo>
                  <a:lnTo>
                    <a:pt x="11801" y="8987"/>
                  </a:lnTo>
                  <a:lnTo>
                    <a:pt x="11735" y="9522"/>
                  </a:lnTo>
                  <a:lnTo>
                    <a:pt x="10873" y="9023"/>
                  </a:lnTo>
                  <a:cubicBezTo>
                    <a:pt x="11117" y="8895"/>
                    <a:pt x="11375" y="8788"/>
                    <a:pt x="11643" y="8708"/>
                  </a:cubicBezTo>
                  <a:cubicBezTo>
                    <a:pt x="11708" y="8688"/>
                    <a:pt x="11775" y="8671"/>
                    <a:pt x="11842" y="8653"/>
                  </a:cubicBezTo>
                  <a:close/>
                  <a:moveTo>
                    <a:pt x="12984" y="1317"/>
                  </a:moveTo>
                  <a:lnTo>
                    <a:pt x="13046" y="1823"/>
                  </a:lnTo>
                  <a:lnTo>
                    <a:pt x="13055" y="1898"/>
                  </a:lnTo>
                  <a:lnTo>
                    <a:pt x="13201" y="3081"/>
                  </a:lnTo>
                  <a:lnTo>
                    <a:pt x="13210" y="3154"/>
                  </a:lnTo>
                  <a:lnTo>
                    <a:pt x="13598" y="6310"/>
                  </a:lnTo>
                  <a:lnTo>
                    <a:pt x="13608" y="6393"/>
                  </a:lnTo>
                  <a:lnTo>
                    <a:pt x="13619" y="6475"/>
                  </a:lnTo>
                  <a:lnTo>
                    <a:pt x="13794" y="7905"/>
                  </a:lnTo>
                  <a:lnTo>
                    <a:pt x="13804" y="7989"/>
                  </a:lnTo>
                  <a:lnTo>
                    <a:pt x="13854" y="8385"/>
                  </a:lnTo>
                  <a:lnTo>
                    <a:pt x="13885" y="8640"/>
                  </a:lnTo>
                  <a:lnTo>
                    <a:pt x="13943" y="9110"/>
                  </a:lnTo>
                  <a:lnTo>
                    <a:pt x="13999" y="9570"/>
                  </a:lnTo>
                  <a:lnTo>
                    <a:pt x="13527" y="9843"/>
                  </a:lnTo>
                  <a:lnTo>
                    <a:pt x="13029" y="10132"/>
                  </a:lnTo>
                  <a:cubicBezTo>
                    <a:pt x="13014" y="10132"/>
                    <a:pt x="13000" y="10131"/>
                    <a:pt x="12985" y="10131"/>
                  </a:cubicBezTo>
                  <a:lnTo>
                    <a:pt x="12985" y="8524"/>
                  </a:lnTo>
                  <a:lnTo>
                    <a:pt x="12984" y="8524"/>
                  </a:lnTo>
                  <a:lnTo>
                    <a:pt x="12984" y="8284"/>
                  </a:lnTo>
                  <a:lnTo>
                    <a:pt x="12984" y="7904"/>
                  </a:lnTo>
                  <a:lnTo>
                    <a:pt x="12984" y="7825"/>
                  </a:lnTo>
                  <a:lnTo>
                    <a:pt x="12984" y="6434"/>
                  </a:lnTo>
                  <a:lnTo>
                    <a:pt x="12984" y="6354"/>
                  </a:lnTo>
                  <a:lnTo>
                    <a:pt x="12984" y="6274"/>
                  </a:lnTo>
                  <a:lnTo>
                    <a:pt x="12984" y="3148"/>
                  </a:lnTo>
                  <a:lnTo>
                    <a:pt x="12984" y="3074"/>
                  </a:lnTo>
                  <a:lnTo>
                    <a:pt x="12984" y="1895"/>
                  </a:lnTo>
                  <a:lnTo>
                    <a:pt x="12984" y="1822"/>
                  </a:lnTo>
                  <a:lnTo>
                    <a:pt x="12984" y="1317"/>
                  </a:lnTo>
                  <a:close/>
                  <a:moveTo>
                    <a:pt x="3353" y="7429"/>
                  </a:moveTo>
                  <a:lnTo>
                    <a:pt x="4374" y="8019"/>
                  </a:lnTo>
                  <a:cubicBezTo>
                    <a:pt x="3963" y="8735"/>
                    <a:pt x="3640" y="9507"/>
                    <a:pt x="3419" y="10321"/>
                  </a:cubicBezTo>
                  <a:lnTo>
                    <a:pt x="2280" y="10015"/>
                  </a:lnTo>
                  <a:cubicBezTo>
                    <a:pt x="2527" y="9101"/>
                    <a:pt x="2892" y="8233"/>
                    <a:pt x="3353" y="7429"/>
                  </a:cubicBezTo>
                  <a:close/>
                  <a:moveTo>
                    <a:pt x="22456" y="7429"/>
                  </a:moveTo>
                  <a:cubicBezTo>
                    <a:pt x="22918" y="8233"/>
                    <a:pt x="23281" y="9101"/>
                    <a:pt x="23529" y="10015"/>
                  </a:cubicBezTo>
                  <a:lnTo>
                    <a:pt x="22390" y="10321"/>
                  </a:lnTo>
                  <a:cubicBezTo>
                    <a:pt x="22168" y="9507"/>
                    <a:pt x="21846" y="8735"/>
                    <a:pt x="21434" y="8019"/>
                  </a:cubicBezTo>
                  <a:lnTo>
                    <a:pt x="22456" y="7429"/>
                  </a:lnTo>
                  <a:close/>
                  <a:moveTo>
                    <a:pt x="6985" y="6868"/>
                  </a:moveTo>
                  <a:lnTo>
                    <a:pt x="8642" y="7827"/>
                  </a:lnTo>
                  <a:lnTo>
                    <a:pt x="8713" y="7868"/>
                  </a:lnTo>
                  <a:lnTo>
                    <a:pt x="8789" y="7911"/>
                  </a:lnTo>
                  <a:lnTo>
                    <a:pt x="10099" y="8669"/>
                  </a:lnTo>
                  <a:lnTo>
                    <a:pt x="10178" y="8714"/>
                  </a:lnTo>
                  <a:lnTo>
                    <a:pt x="10549" y="8930"/>
                  </a:lnTo>
                  <a:lnTo>
                    <a:pt x="10791" y="9069"/>
                  </a:lnTo>
                  <a:lnTo>
                    <a:pt x="10848" y="9102"/>
                  </a:lnTo>
                  <a:lnTo>
                    <a:pt x="11724" y="9608"/>
                  </a:lnTo>
                  <a:lnTo>
                    <a:pt x="11762" y="9631"/>
                  </a:lnTo>
                  <a:lnTo>
                    <a:pt x="11799" y="9653"/>
                  </a:lnTo>
                  <a:lnTo>
                    <a:pt x="12359" y="9977"/>
                  </a:lnTo>
                  <a:lnTo>
                    <a:pt x="12638" y="10138"/>
                  </a:lnTo>
                  <a:cubicBezTo>
                    <a:pt x="12578" y="10143"/>
                    <a:pt x="12520" y="10151"/>
                    <a:pt x="12463" y="10159"/>
                  </a:cubicBezTo>
                  <a:cubicBezTo>
                    <a:pt x="12197" y="10203"/>
                    <a:pt x="11943" y="10282"/>
                    <a:pt x="11709" y="10396"/>
                  </a:cubicBezTo>
                  <a:cubicBezTo>
                    <a:pt x="11694" y="10402"/>
                    <a:pt x="11680" y="10410"/>
                    <a:pt x="11667" y="10417"/>
                  </a:cubicBezTo>
                  <a:cubicBezTo>
                    <a:pt x="11652" y="10426"/>
                    <a:pt x="11638" y="10432"/>
                    <a:pt x="11623" y="10440"/>
                  </a:cubicBezTo>
                  <a:cubicBezTo>
                    <a:pt x="11504" y="10503"/>
                    <a:pt x="11389" y="10574"/>
                    <a:pt x="11280" y="10653"/>
                  </a:cubicBezTo>
                  <a:cubicBezTo>
                    <a:pt x="11181" y="10724"/>
                    <a:pt x="11088" y="10801"/>
                    <a:pt x="11000" y="10884"/>
                  </a:cubicBezTo>
                  <a:lnTo>
                    <a:pt x="9867" y="9751"/>
                  </a:lnTo>
                  <a:lnTo>
                    <a:pt x="9697" y="9581"/>
                  </a:lnTo>
                  <a:lnTo>
                    <a:pt x="9429" y="9312"/>
                  </a:lnTo>
                  <a:lnTo>
                    <a:pt x="9372" y="9256"/>
                  </a:lnTo>
                  <a:lnTo>
                    <a:pt x="8389" y="8273"/>
                  </a:lnTo>
                  <a:lnTo>
                    <a:pt x="8330" y="8214"/>
                  </a:lnTo>
                  <a:lnTo>
                    <a:pt x="8275" y="8160"/>
                  </a:lnTo>
                  <a:lnTo>
                    <a:pt x="6985" y="6868"/>
                  </a:lnTo>
                  <a:close/>
                  <a:moveTo>
                    <a:pt x="9027" y="10869"/>
                  </a:moveTo>
                  <a:lnTo>
                    <a:pt x="9526" y="11731"/>
                  </a:lnTo>
                  <a:lnTo>
                    <a:pt x="8991" y="11797"/>
                  </a:lnTo>
                  <a:lnTo>
                    <a:pt x="8657" y="11838"/>
                  </a:lnTo>
                  <a:cubicBezTo>
                    <a:pt x="8672" y="11771"/>
                    <a:pt x="8692" y="11705"/>
                    <a:pt x="8712" y="11639"/>
                  </a:cubicBezTo>
                  <a:cubicBezTo>
                    <a:pt x="8793" y="11371"/>
                    <a:pt x="8898" y="11114"/>
                    <a:pt x="9027" y="10869"/>
                  </a:cubicBezTo>
                  <a:close/>
                  <a:moveTo>
                    <a:pt x="16781" y="10869"/>
                  </a:moveTo>
                  <a:cubicBezTo>
                    <a:pt x="16909" y="11113"/>
                    <a:pt x="17016" y="11371"/>
                    <a:pt x="17096" y="11639"/>
                  </a:cubicBezTo>
                  <a:cubicBezTo>
                    <a:pt x="17115" y="11705"/>
                    <a:pt x="17135" y="11771"/>
                    <a:pt x="17151" y="11838"/>
                  </a:cubicBezTo>
                  <a:lnTo>
                    <a:pt x="16817" y="11797"/>
                  </a:lnTo>
                  <a:lnTo>
                    <a:pt x="16284" y="11731"/>
                  </a:lnTo>
                  <a:lnTo>
                    <a:pt x="16781" y="10869"/>
                  </a:lnTo>
                  <a:close/>
                  <a:moveTo>
                    <a:pt x="8667" y="10249"/>
                  </a:moveTo>
                  <a:lnTo>
                    <a:pt x="8885" y="10626"/>
                  </a:lnTo>
                  <a:cubicBezTo>
                    <a:pt x="8859" y="10670"/>
                    <a:pt x="8835" y="10716"/>
                    <a:pt x="8811" y="10762"/>
                  </a:cubicBezTo>
                  <a:cubicBezTo>
                    <a:pt x="8684" y="11002"/>
                    <a:pt x="8579" y="11253"/>
                    <a:pt x="8496" y="11516"/>
                  </a:cubicBezTo>
                  <a:cubicBezTo>
                    <a:pt x="8460" y="11632"/>
                    <a:pt x="8429" y="11750"/>
                    <a:pt x="8402" y="11869"/>
                  </a:cubicBezTo>
                  <a:lnTo>
                    <a:pt x="8002" y="11918"/>
                  </a:lnTo>
                  <a:cubicBezTo>
                    <a:pt x="8042" y="11716"/>
                    <a:pt x="8097" y="11519"/>
                    <a:pt x="8160" y="11327"/>
                  </a:cubicBezTo>
                  <a:cubicBezTo>
                    <a:pt x="8236" y="11096"/>
                    <a:pt x="8329" y="10872"/>
                    <a:pt x="8437" y="10659"/>
                  </a:cubicBezTo>
                  <a:cubicBezTo>
                    <a:pt x="8507" y="10519"/>
                    <a:pt x="8585" y="10381"/>
                    <a:pt x="8667" y="10249"/>
                  </a:cubicBezTo>
                  <a:close/>
                  <a:moveTo>
                    <a:pt x="17141" y="10250"/>
                  </a:moveTo>
                  <a:cubicBezTo>
                    <a:pt x="17225" y="10382"/>
                    <a:pt x="17301" y="10520"/>
                    <a:pt x="17371" y="10660"/>
                  </a:cubicBezTo>
                  <a:cubicBezTo>
                    <a:pt x="17480" y="10874"/>
                    <a:pt x="17573" y="11097"/>
                    <a:pt x="17649" y="11328"/>
                  </a:cubicBezTo>
                  <a:cubicBezTo>
                    <a:pt x="17714" y="11520"/>
                    <a:pt x="17766" y="11717"/>
                    <a:pt x="17807" y="11920"/>
                  </a:cubicBezTo>
                  <a:lnTo>
                    <a:pt x="17406" y="11871"/>
                  </a:lnTo>
                  <a:cubicBezTo>
                    <a:pt x="17379" y="11752"/>
                    <a:pt x="17349" y="11634"/>
                    <a:pt x="17312" y="11519"/>
                  </a:cubicBezTo>
                  <a:cubicBezTo>
                    <a:pt x="17230" y="11255"/>
                    <a:pt x="17123" y="11003"/>
                    <a:pt x="16998" y="10763"/>
                  </a:cubicBezTo>
                  <a:cubicBezTo>
                    <a:pt x="16973" y="10717"/>
                    <a:pt x="16949" y="10672"/>
                    <a:pt x="16923" y="10627"/>
                  </a:cubicBezTo>
                  <a:lnTo>
                    <a:pt x="17141" y="10250"/>
                  </a:lnTo>
                  <a:close/>
                  <a:moveTo>
                    <a:pt x="7860" y="8853"/>
                  </a:moveTo>
                  <a:lnTo>
                    <a:pt x="8623" y="10172"/>
                  </a:lnTo>
                  <a:cubicBezTo>
                    <a:pt x="8527" y="10321"/>
                    <a:pt x="8438" y="10477"/>
                    <a:pt x="8358" y="10637"/>
                  </a:cubicBezTo>
                  <a:cubicBezTo>
                    <a:pt x="8254" y="10846"/>
                    <a:pt x="8164" y="11062"/>
                    <a:pt x="8088" y="11285"/>
                  </a:cubicBezTo>
                  <a:cubicBezTo>
                    <a:pt x="8019" y="11495"/>
                    <a:pt x="7961" y="11708"/>
                    <a:pt x="7918" y="11928"/>
                  </a:cubicBezTo>
                  <a:lnTo>
                    <a:pt x="6484" y="12104"/>
                  </a:lnTo>
                  <a:cubicBezTo>
                    <a:pt x="6550" y="11578"/>
                    <a:pt x="6678" y="11072"/>
                    <a:pt x="6861" y="10592"/>
                  </a:cubicBezTo>
                  <a:cubicBezTo>
                    <a:pt x="6903" y="10479"/>
                    <a:pt x="6949" y="10370"/>
                    <a:pt x="6999" y="10261"/>
                  </a:cubicBezTo>
                  <a:cubicBezTo>
                    <a:pt x="7226" y="9754"/>
                    <a:pt x="7516" y="9281"/>
                    <a:pt x="7860" y="8853"/>
                  </a:cubicBezTo>
                  <a:close/>
                  <a:moveTo>
                    <a:pt x="17948" y="8854"/>
                  </a:moveTo>
                  <a:cubicBezTo>
                    <a:pt x="18293" y="9282"/>
                    <a:pt x="18582" y="9755"/>
                    <a:pt x="18809" y="10262"/>
                  </a:cubicBezTo>
                  <a:cubicBezTo>
                    <a:pt x="18859" y="10370"/>
                    <a:pt x="18905" y="10481"/>
                    <a:pt x="18948" y="10593"/>
                  </a:cubicBezTo>
                  <a:cubicBezTo>
                    <a:pt x="19132" y="11073"/>
                    <a:pt x="19260" y="11580"/>
                    <a:pt x="19324" y="12106"/>
                  </a:cubicBezTo>
                  <a:lnTo>
                    <a:pt x="17890" y="11929"/>
                  </a:lnTo>
                  <a:cubicBezTo>
                    <a:pt x="17847" y="11709"/>
                    <a:pt x="17790" y="11495"/>
                    <a:pt x="17720" y="11287"/>
                  </a:cubicBezTo>
                  <a:cubicBezTo>
                    <a:pt x="17646" y="11064"/>
                    <a:pt x="17555" y="10846"/>
                    <a:pt x="17451" y="10638"/>
                  </a:cubicBezTo>
                  <a:cubicBezTo>
                    <a:pt x="17370" y="10478"/>
                    <a:pt x="17281" y="10322"/>
                    <a:pt x="17187" y="10173"/>
                  </a:cubicBezTo>
                  <a:lnTo>
                    <a:pt x="17948" y="8854"/>
                  </a:lnTo>
                  <a:close/>
                  <a:moveTo>
                    <a:pt x="13292" y="3152"/>
                  </a:moveTo>
                  <a:cubicBezTo>
                    <a:pt x="14015" y="3180"/>
                    <a:pt x="14719" y="3287"/>
                    <a:pt x="15393" y="3465"/>
                  </a:cubicBezTo>
                  <a:cubicBezTo>
                    <a:pt x="15417" y="3472"/>
                    <a:pt x="15441" y="3478"/>
                    <a:pt x="15465" y="3484"/>
                  </a:cubicBezTo>
                  <a:cubicBezTo>
                    <a:pt x="16271" y="3705"/>
                    <a:pt x="17039" y="4025"/>
                    <a:pt x="17749" y="4433"/>
                  </a:cubicBezTo>
                  <a:cubicBezTo>
                    <a:pt x="17771" y="4446"/>
                    <a:pt x="17791" y="4458"/>
                    <a:pt x="17812" y="4471"/>
                  </a:cubicBezTo>
                  <a:cubicBezTo>
                    <a:pt x="18529" y="4890"/>
                    <a:pt x="19186" y="5397"/>
                    <a:pt x="19772" y="5979"/>
                  </a:cubicBezTo>
                  <a:cubicBezTo>
                    <a:pt x="19790" y="5995"/>
                    <a:pt x="19806" y="6014"/>
                    <a:pt x="19824" y="6030"/>
                  </a:cubicBezTo>
                  <a:cubicBezTo>
                    <a:pt x="20405" y="6615"/>
                    <a:pt x="20912" y="7275"/>
                    <a:pt x="21331" y="7991"/>
                  </a:cubicBezTo>
                  <a:cubicBezTo>
                    <a:pt x="21343" y="8011"/>
                    <a:pt x="21356" y="8033"/>
                    <a:pt x="21368" y="8054"/>
                  </a:cubicBezTo>
                  <a:cubicBezTo>
                    <a:pt x="21776" y="8765"/>
                    <a:pt x="22097" y="9530"/>
                    <a:pt x="22317" y="10338"/>
                  </a:cubicBezTo>
                  <a:cubicBezTo>
                    <a:pt x="22324" y="10361"/>
                    <a:pt x="22331" y="10385"/>
                    <a:pt x="22337" y="10409"/>
                  </a:cubicBezTo>
                  <a:cubicBezTo>
                    <a:pt x="22515" y="11085"/>
                    <a:pt x="22622" y="11788"/>
                    <a:pt x="22651" y="12511"/>
                  </a:cubicBezTo>
                  <a:lnTo>
                    <a:pt x="19486" y="12123"/>
                  </a:lnTo>
                  <a:cubicBezTo>
                    <a:pt x="19422" y="11563"/>
                    <a:pt x="19286" y="11023"/>
                    <a:pt x="19088" y="10512"/>
                  </a:cubicBezTo>
                  <a:lnTo>
                    <a:pt x="20228" y="9867"/>
                  </a:lnTo>
                  <a:lnTo>
                    <a:pt x="18966" y="10216"/>
                  </a:lnTo>
                  <a:cubicBezTo>
                    <a:pt x="18722" y="9669"/>
                    <a:pt x="18409" y="9161"/>
                    <a:pt x="18034" y="8704"/>
                  </a:cubicBezTo>
                  <a:lnTo>
                    <a:pt x="19313" y="6492"/>
                  </a:lnTo>
                  <a:lnTo>
                    <a:pt x="17101" y="7771"/>
                  </a:lnTo>
                  <a:cubicBezTo>
                    <a:pt x="16643" y="7396"/>
                    <a:pt x="16135" y="7083"/>
                    <a:pt x="15588" y="6839"/>
                  </a:cubicBezTo>
                  <a:lnTo>
                    <a:pt x="15938" y="5576"/>
                  </a:lnTo>
                  <a:lnTo>
                    <a:pt x="15293" y="6716"/>
                  </a:lnTo>
                  <a:cubicBezTo>
                    <a:pt x="14783" y="6519"/>
                    <a:pt x="14242" y="6382"/>
                    <a:pt x="13680" y="6316"/>
                  </a:cubicBezTo>
                  <a:lnTo>
                    <a:pt x="13292" y="3152"/>
                  </a:lnTo>
                  <a:close/>
                  <a:moveTo>
                    <a:pt x="12515" y="3154"/>
                  </a:moveTo>
                  <a:lnTo>
                    <a:pt x="12127" y="6319"/>
                  </a:lnTo>
                  <a:cubicBezTo>
                    <a:pt x="11567" y="6382"/>
                    <a:pt x="11027" y="6519"/>
                    <a:pt x="10516" y="6716"/>
                  </a:cubicBezTo>
                  <a:lnTo>
                    <a:pt x="9871" y="5576"/>
                  </a:lnTo>
                  <a:lnTo>
                    <a:pt x="10220" y="6839"/>
                  </a:lnTo>
                  <a:cubicBezTo>
                    <a:pt x="9673" y="7083"/>
                    <a:pt x="9165" y="7396"/>
                    <a:pt x="8708" y="7771"/>
                  </a:cubicBezTo>
                  <a:lnTo>
                    <a:pt x="6495" y="6492"/>
                  </a:lnTo>
                  <a:lnTo>
                    <a:pt x="6495" y="6492"/>
                  </a:lnTo>
                  <a:lnTo>
                    <a:pt x="7775" y="8704"/>
                  </a:lnTo>
                  <a:cubicBezTo>
                    <a:pt x="7399" y="9162"/>
                    <a:pt x="7087" y="9669"/>
                    <a:pt x="6843" y="10216"/>
                  </a:cubicBezTo>
                  <a:lnTo>
                    <a:pt x="5580" y="9866"/>
                  </a:lnTo>
                  <a:lnTo>
                    <a:pt x="6720" y="10511"/>
                  </a:lnTo>
                  <a:cubicBezTo>
                    <a:pt x="6522" y="11022"/>
                    <a:pt x="6386" y="11563"/>
                    <a:pt x="6320" y="12125"/>
                  </a:cubicBezTo>
                  <a:lnTo>
                    <a:pt x="3156" y="12513"/>
                  </a:lnTo>
                  <a:cubicBezTo>
                    <a:pt x="3184" y="11790"/>
                    <a:pt x="3291" y="11086"/>
                    <a:pt x="3469" y="10411"/>
                  </a:cubicBezTo>
                  <a:cubicBezTo>
                    <a:pt x="3476" y="10387"/>
                    <a:pt x="3482" y="10364"/>
                    <a:pt x="3488" y="10340"/>
                  </a:cubicBezTo>
                  <a:cubicBezTo>
                    <a:pt x="3709" y="9533"/>
                    <a:pt x="4029" y="8766"/>
                    <a:pt x="4437" y="8056"/>
                  </a:cubicBezTo>
                  <a:cubicBezTo>
                    <a:pt x="4449" y="8034"/>
                    <a:pt x="4462" y="8013"/>
                    <a:pt x="4475" y="7993"/>
                  </a:cubicBezTo>
                  <a:cubicBezTo>
                    <a:pt x="4894" y="7277"/>
                    <a:pt x="5401" y="6618"/>
                    <a:pt x="5983" y="6032"/>
                  </a:cubicBezTo>
                  <a:cubicBezTo>
                    <a:pt x="5999" y="6015"/>
                    <a:pt x="6018" y="5997"/>
                    <a:pt x="6034" y="5981"/>
                  </a:cubicBezTo>
                  <a:cubicBezTo>
                    <a:pt x="6619" y="5399"/>
                    <a:pt x="7279" y="4892"/>
                    <a:pt x="7995" y="4473"/>
                  </a:cubicBezTo>
                  <a:cubicBezTo>
                    <a:pt x="8015" y="4460"/>
                    <a:pt x="8037" y="4449"/>
                    <a:pt x="8058" y="4436"/>
                  </a:cubicBezTo>
                  <a:cubicBezTo>
                    <a:pt x="8768" y="4029"/>
                    <a:pt x="9534" y="3707"/>
                    <a:pt x="10342" y="3487"/>
                  </a:cubicBezTo>
                  <a:cubicBezTo>
                    <a:pt x="10365" y="3480"/>
                    <a:pt x="10389" y="3474"/>
                    <a:pt x="10413" y="3467"/>
                  </a:cubicBezTo>
                  <a:cubicBezTo>
                    <a:pt x="11088" y="3289"/>
                    <a:pt x="11791" y="3183"/>
                    <a:pt x="12515" y="3154"/>
                  </a:cubicBezTo>
                  <a:close/>
                  <a:moveTo>
                    <a:pt x="18937" y="6984"/>
                  </a:moveTo>
                  <a:lnTo>
                    <a:pt x="17979" y="8641"/>
                  </a:lnTo>
                  <a:lnTo>
                    <a:pt x="17938" y="8712"/>
                  </a:lnTo>
                  <a:lnTo>
                    <a:pt x="17894" y="8787"/>
                  </a:lnTo>
                  <a:lnTo>
                    <a:pt x="17137" y="10098"/>
                  </a:lnTo>
                  <a:lnTo>
                    <a:pt x="17092" y="10177"/>
                  </a:lnTo>
                  <a:lnTo>
                    <a:pt x="16877" y="10548"/>
                  </a:lnTo>
                  <a:lnTo>
                    <a:pt x="16738" y="10789"/>
                  </a:lnTo>
                  <a:lnTo>
                    <a:pt x="16704" y="10848"/>
                  </a:lnTo>
                  <a:lnTo>
                    <a:pt x="16197" y="11723"/>
                  </a:lnTo>
                  <a:lnTo>
                    <a:pt x="16175" y="11761"/>
                  </a:lnTo>
                  <a:lnTo>
                    <a:pt x="16153" y="11798"/>
                  </a:lnTo>
                  <a:lnTo>
                    <a:pt x="15830" y="12357"/>
                  </a:lnTo>
                  <a:lnTo>
                    <a:pt x="15668" y="12636"/>
                  </a:lnTo>
                  <a:cubicBezTo>
                    <a:pt x="15663" y="12576"/>
                    <a:pt x="15655" y="12517"/>
                    <a:pt x="15646" y="12460"/>
                  </a:cubicBezTo>
                  <a:cubicBezTo>
                    <a:pt x="15604" y="12195"/>
                    <a:pt x="15523" y="11941"/>
                    <a:pt x="15410" y="11706"/>
                  </a:cubicBezTo>
                  <a:cubicBezTo>
                    <a:pt x="15404" y="11692"/>
                    <a:pt x="15395" y="11678"/>
                    <a:pt x="15388" y="11664"/>
                  </a:cubicBezTo>
                  <a:cubicBezTo>
                    <a:pt x="15381" y="11649"/>
                    <a:pt x="15374" y="11635"/>
                    <a:pt x="15367" y="11621"/>
                  </a:cubicBezTo>
                  <a:cubicBezTo>
                    <a:pt x="15304" y="11501"/>
                    <a:pt x="15232" y="11386"/>
                    <a:pt x="15154" y="11277"/>
                  </a:cubicBezTo>
                  <a:cubicBezTo>
                    <a:pt x="15083" y="11179"/>
                    <a:pt x="15005" y="11086"/>
                    <a:pt x="14923" y="10998"/>
                  </a:cubicBezTo>
                  <a:lnTo>
                    <a:pt x="16055" y="9865"/>
                  </a:lnTo>
                  <a:lnTo>
                    <a:pt x="16225" y="9695"/>
                  </a:lnTo>
                  <a:lnTo>
                    <a:pt x="16493" y="9427"/>
                  </a:lnTo>
                  <a:lnTo>
                    <a:pt x="16550" y="9370"/>
                  </a:lnTo>
                  <a:lnTo>
                    <a:pt x="17533" y="8388"/>
                  </a:lnTo>
                  <a:lnTo>
                    <a:pt x="17592" y="8328"/>
                  </a:lnTo>
                  <a:lnTo>
                    <a:pt x="17647" y="8274"/>
                  </a:lnTo>
                  <a:lnTo>
                    <a:pt x="18937" y="6984"/>
                  </a:lnTo>
                  <a:close/>
                  <a:moveTo>
                    <a:pt x="2259" y="10086"/>
                  </a:moveTo>
                  <a:lnTo>
                    <a:pt x="3398" y="10392"/>
                  </a:lnTo>
                  <a:cubicBezTo>
                    <a:pt x="3218" y="11077"/>
                    <a:pt x="3109" y="11790"/>
                    <a:pt x="3080" y="12522"/>
                  </a:cubicBezTo>
                  <a:lnTo>
                    <a:pt x="1898" y="12669"/>
                  </a:lnTo>
                  <a:cubicBezTo>
                    <a:pt x="1918" y="11778"/>
                    <a:pt x="2041" y="10913"/>
                    <a:pt x="2259" y="10086"/>
                  </a:cubicBezTo>
                  <a:close/>
                  <a:moveTo>
                    <a:pt x="23548" y="10086"/>
                  </a:moveTo>
                  <a:cubicBezTo>
                    <a:pt x="23767" y="10913"/>
                    <a:pt x="23891" y="11778"/>
                    <a:pt x="23909" y="12669"/>
                  </a:cubicBezTo>
                  <a:lnTo>
                    <a:pt x="22726" y="12522"/>
                  </a:lnTo>
                  <a:cubicBezTo>
                    <a:pt x="22698" y="11789"/>
                    <a:pt x="22590" y="11076"/>
                    <a:pt x="22409" y="10392"/>
                  </a:cubicBezTo>
                  <a:lnTo>
                    <a:pt x="23548" y="10086"/>
                  </a:lnTo>
                  <a:close/>
                  <a:moveTo>
                    <a:pt x="9570" y="11805"/>
                  </a:moveTo>
                  <a:lnTo>
                    <a:pt x="9842" y="12278"/>
                  </a:lnTo>
                  <a:lnTo>
                    <a:pt x="10131" y="12777"/>
                  </a:lnTo>
                  <a:cubicBezTo>
                    <a:pt x="10131" y="12790"/>
                    <a:pt x="10130" y="12805"/>
                    <a:pt x="10130" y="12819"/>
                  </a:cubicBezTo>
                  <a:lnTo>
                    <a:pt x="1822" y="12819"/>
                  </a:lnTo>
                  <a:lnTo>
                    <a:pt x="1822" y="12820"/>
                  </a:lnTo>
                  <a:lnTo>
                    <a:pt x="1318" y="12820"/>
                  </a:lnTo>
                  <a:lnTo>
                    <a:pt x="1824" y="12758"/>
                  </a:lnTo>
                  <a:lnTo>
                    <a:pt x="1898" y="12749"/>
                  </a:lnTo>
                  <a:lnTo>
                    <a:pt x="3080" y="12604"/>
                  </a:lnTo>
                  <a:lnTo>
                    <a:pt x="3155" y="12594"/>
                  </a:lnTo>
                  <a:lnTo>
                    <a:pt x="6310" y="12206"/>
                  </a:lnTo>
                  <a:lnTo>
                    <a:pt x="6392" y="12196"/>
                  </a:lnTo>
                  <a:lnTo>
                    <a:pt x="6475" y="12186"/>
                  </a:lnTo>
                  <a:lnTo>
                    <a:pt x="7905" y="12010"/>
                  </a:lnTo>
                  <a:lnTo>
                    <a:pt x="7989" y="12000"/>
                  </a:lnTo>
                  <a:lnTo>
                    <a:pt x="8385" y="11952"/>
                  </a:lnTo>
                  <a:lnTo>
                    <a:pt x="8639" y="11921"/>
                  </a:lnTo>
                  <a:lnTo>
                    <a:pt x="9110" y="11862"/>
                  </a:lnTo>
                  <a:lnTo>
                    <a:pt x="9570" y="11805"/>
                  </a:lnTo>
                  <a:close/>
                  <a:moveTo>
                    <a:pt x="24489" y="12982"/>
                  </a:moveTo>
                  <a:lnTo>
                    <a:pt x="23984" y="13044"/>
                  </a:lnTo>
                  <a:lnTo>
                    <a:pt x="23910" y="13052"/>
                  </a:lnTo>
                  <a:lnTo>
                    <a:pt x="22728" y="13198"/>
                  </a:lnTo>
                  <a:lnTo>
                    <a:pt x="22654" y="13207"/>
                  </a:lnTo>
                  <a:lnTo>
                    <a:pt x="19499" y="13595"/>
                  </a:lnTo>
                  <a:lnTo>
                    <a:pt x="19416" y="13606"/>
                  </a:lnTo>
                  <a:lnTo>
                    <a:pt x="19334" y="13616"/>
                  </a:lnTo>
                  <a:lnTo>
                    <a:pt x="17904" y="13791"/>
                  </a:lnTo>
                  <a:lnTo>
                    <a:pt x="17819" y="13802"/>
                  </a:lnTo>
                  <a:lnTo>
                    <a:pt x="17424" y="13851"/>
                  </a:lnTo>
                  <a:lnTo>
                    <a:pt x="17169" y="13882"/>
                  </a:lnTo>
                  <a:lnTo>
                    <a:pt x="16699" y="13940"/>
                  </a:lnTo>
                  <a:lnTo>
                    <a:pt x="16238" y="13997"/>
                  </a:lnTo>
                  <a:lnTo>
                    <a:pt x="15966" y="13524"/>
                  </a:lnTo>
                  <a:lnTo>
                    <a:pt x="15677" y="13026"/>
                  </a:lnTo>
                  <a:cubicBezTo>
                    <a:pt x="15677" y="13011"/>
                    <a:pt x="15678" y="12997"/>
                    <a:pt x="15678" y="12982"/>
                  </a:cubicBezTo>
                  <a:close/>
                  <a:moveTo>
                    <a:pt x="8656" y="13964"/>
                  </a:moveTo>
                  <a:lnTo>
                    <a:pt x="8990" y="14005"/>
                  </a:lnTo>
                  <a:lnTo>
                    <a:pt x="9524" y="14070"/>
                  </a:lnTo>
                  <a:lnTo>
                    <a:pt x="9026" y="14931"/>
                  </a:lnTo>
                  <a:cubicBezTo>
                    <a:pt x="8898" y="14688"/>
                    <a:pt x="8791" y="14430"/>
                    <a:pt x="8712" y="14162"/>
                  </a:cubicBezTo>
                  <a:cubicBezTo>
                    <a:pt x="8692" y="14098"/>
                    <a:pt x="8672" y="14031"/>
                    <a:pt x="8656" y="13964"/>
                  </a:cubicBezTo>
                  <a:close/>
                  <a:moveTo>
                    <a:pt x="17152" y="13965"/>
                  </a:moveTo>
                  <a:cubicBezTo>
                    <a:pt x="17135" y="14031"/>
                    <a:pt x="17116" y="14098"/>
                    <a:pt x="17097" y="14163"/>
                  </a:cubicBezTo>
                  <a:cubicBezTo>
                    <a:pt x="17016" y="14431"/>
                    <a:pt x="16910" y="14688"/>
                    <a:pt x="16782" y="14933"/>
                  </a:cubicBezTo>
                  <a:lnTo>
                    <a:pt x="16285" y="14072"/>
                  </a:lnTo>
                  <a:lnTo>
                    <a:pt x="16818" y="14006"/>
                  </a:lnTo>
                  <a:lnTo>
                    <a:pt x="17152" y="13965"/>
                  </a:lnTo>
                  <a:close/>
                  <a:moveTo>
                    <a:pt x="12905" y="10443"/>
                  </a:moveTo>
                  <a:cubicBezTo>
                    <a:pt x="12917" y="10443"/>
                    <a:pt x="12932" y="10444"/>
                    <a:pt x="12944" y="10444"/>
                  </a:cubicBezTo>
                  <a:cubicBezTo>
                    <a:pt x="12957" y="10444"/>
                    <a:pt x="12972" y="10444"/>
                    <a:pt x="12984" y="10446"/>
                  </a:cubicBezTo>
                  <a:cubicBezTo>
                    <a:pt x="13049" y="10448"/>
                    <a:pt x="13112" y="10452"/>
                    <a:pt x="13174" y="10459"/>
                  </a:cubicBezTo>
                  <a:cubicBezTo>
                    <a:pt x="13183" y="10460"/>
                    <a:pt x="13194" y="10462"/>
                    <a:pt x="13202" y="10463"/>
                  </a:cubicBezTo>
                  <a:cubicBezTo>
                    <a:pt x="13238" y="10467"/>
                    <a:pt x="13273" y="10472"/>
                    <a:pt x="13309" y="10478"/>
                  </a:cubicBezTo>
                  <a:cubicBezTo>
                    <a:pt x="13349" y="10484"/>
                    <a:pt x="13390" y="10493"/>
                    <a:pt x="13429" y="10501"/>
                  </a:cubicBezTo>
                  <a:cubicBezTo>
                    <a:pt x="13686" y="10558"/>
                    <a:pt x="13927" y="10654"/>
                    <a:pt x="14148" y="10784"/>
                  </a:cubicBezTo>
                  <a:cubicBezTo>
                    <a:pt x="14161" y="10793"/>
                    <a:pt x="14177" y="10800"/>
                    <a:pt x="14191" y="10809"/>
                  </a:cubicBezTo>
                  <a:cubicBezTo>
                    <a:pt x="14206" y="10819"/>
                    <a:pt x="14221" y="10829"/>
                    <a:pt x="14235" y="10838"/>
                  </a:cubicBezTo>
                  <a:cubicBezTo>
                    <a:pt x="14305" y="10883"/>
                    <a:pt x="14373" y="10932"/>
                    <a:pt x="14438" y="10985"/>
                  </a:cubicBezTo>
                  <a:cubicBezTo>
                    <a:pt x="14486" y="11025"/>
                    <a:pt x="14534" y="11066"/>
                    <a:pt x="14581" y="11110"/>
                  </a:cubicBezTo>
                  <a:cubicBezTo>
                    <a:pt x="14592" y="11119"/>
                    <a:pt x="14600" y="11128"/>
                    <a:pt x="14610" y="11138"/>
                  </a:cubicBezTo>
                  <a:cubicBezTo>
                    <a:pt x="14620" y="11147"/>
                    <a:pt x="14630" y="11155"/>
                    <a:pt x="14640" y="11164"/>
                  </a:cubicBezTo>
                  <a:cubicBezTo>
                    <a:pt x="14649" y="11174"/>
                    <a:pt x="14659" y="11184"/>
                    <a:pt x="14667" y="11194"/>
                  </a:cubicBezTo>
                  <a:cubicBezTo>
                    <a:pt x="14676" y="11205"/>
                    <a:pt x="14686" y="11213"/>
                    <a:pt x="14695" y="11223"/>
                  </a:cubicBezTo>
                  <a:cubicBezTo>
                    <a:pt x="14738" y="11270"/>
                    <a:pt x="14779" y="11318"/>
                    <a:pt x="14820" y="11367"/>
                  </a:cubicBezTo>
                  <a:cubicBezTo>
                    <a:pt x="14871" y="11432"/>
                    <a:pt x="14920" y="11500"/>
                    <a:pt x="14966" y="11569"/>
                  </a:cubicBezTo>
                  <a:cubicBezTo>
                    <a:pt x="14975" y="11583"/>
                    <a:pt x="14986" y="11599"/>
                    <a:pt x="14995" y="11613"/>
                  </a:cubicBezTo>
                  <a:cubicBezTo>
                    <a:pt x="15004" y="11628"/>
                    <a:pt x="15013" y="11643"/>
                    <a:pt x="15021" y="11657"/>
                  </a:cubicBezTo>
                  <a:cubicBezTo>
                    <a:pt x="15151" y="11876"/>
                    <a:pt x="15247" y="12119"/>
                    <a:pt x="15304" y="12376"/>
                  </a:cubicBezTo>
                  <a:cubicBezTo>
                    <a:pt x="15312" y="12416"/>
                    <a:pt x="15320" y="12455"/>
                    <a:pt x="15326" y="12495"/>
                  </a:cubicBezTo>
                  <a:cubicBezTo>
                    <a:pt x="15332" y="12530"/>
                    <a:pt x="15337" y="12567"/>
                    <a:pt x="15342" y="12603"/>
                  </a:cubicBezTo>
                  <a:cubicBezTo>
                    <a:pt x="15343" y="12611"/>
                    <a:pt x="15344" y="12621"/>
                    <a:pt x="15346" y="12631"/>
                  </a:cubicBezTo>
                  <a:cubicBezTo>
                    <a:pt x="15352" y="12693"/>
                    <a:pt x="15357" y="12757"/>
                    <a:pt x="15358" y="12820"/>
                  </a:cubicBezTo>
                  <a:cubicBezTo>
                    <a:pt x="15358" y="12833"/>
                    <a:pt x="15360" y="12847"/>
                    <a:pt x="15360" y="12861"/>
                  </a:cubicBezTo>
                  <a:cubicBezTo>
                    <a:pt x="15360" y="12873"/>
                    <a:pt x="15361" y="12887"/>
                    <a:pt x="15361" y="12901"/>
                  </a:cubicBezTo>
                  <a:cubicBezTo>
                    <a:pt x="15361" y="12913"/>
                    <a:pt x="15360" y="12928"/>
                    <a:pt x="15360" y="12940"/>
                  </a:cubicBezTo>
                  <a:cubicBezTo>
                    <a:pt x="15360" y="12953"/>
                    <a:pt x="15360" y="12968"/>
                    <a:pt x="15358" y="12980"/>
                  </a:cubicBezTo>
                  <a:cubicBezTo>
                    <a:pt x="15356" y="13045"/>
                    <a:pt x="15352" y="13108"/>
                    <a:pt x="15346" y="13170"/>
                  </a:cubicBezTo>
                  <a:cubicBezTo>
                    <a:pt x="15344" y="13179"/>
                    <a:pt x="15343" y="13190"/>
                    <a:pt x="15342" y="13198"/>
                  </a:cubicBezTo>
                  <a:cubicBezTo>
                    <a:pt x="15338" y="13234"/>
                    <a:pt x="15332" y="13269"/>
                    <a:pt x="15326" y="13305"/>
                  </a:cubicBezTo>
                  <a:cubicBezTo>
                    <a:pt x="15320" y="13346"/>
                    <a:pt x="15312" y="13386"/>
                    <a:pt x="15304" y="13425"/>
                  </a:cubicBezTo>
                  <a:cubicBezTo>
                    <a:pt x="15247" y="13682"/>
                    <a:pt x="15151" y="13923"/>
                    <a:pt x="15021" y="14144"/>
                  </a:cubicBezTo>
                  <a:cubicBezTo>
                    <a:pt x="15012" y="14158"/>
                    <a:pt x="15004" y="14173"/>
                    <a:pt x="14995" y="14187"/>
                  </a:cubicBezTo>
                  <a:cubicBezTo>
                    <a:pt x="14986" y="14202"/>
                    <a:pt x="14975" y="14217"/>
                    <a:pt x="14966" y="14232"/>
                  </a:cubicBezTo>
                  <a:cubicBezTo>
                    <a:pt x="14922" y="14301"/>
                    <a:pt x="14872" y="14369"/>
                    <a:pt x="14820" y="14434"/>
                  </a:cubicBezTo>
                  <a:cubicBezTo>
                    <a:pt x="14779" y="14483"/>
                    <a:pt x="14738" y="14531"/>
                    <a:pt x="14695" y="14577"/>
                  </a:cubicBezTo>
                  <a:cubicBezTo>
                    <a:pt x="14686" y="14588"/>
                    <a:pt x="14676" y="14596"/>
                    <a:pt x="14667" y="14606"/>
                  </a:cubicBezTo>
                  <a:cubicBezTo>
                    <a:pt x="14659" y="14616"/>
                    <a:pt x="14649" y="14626"/>
                    <a:pt x="14640" y="14636"/>
                  </a:cubicBezTo>
                  <a:cubicBezTo>
                    <a:pt x="14631" y="14646"/>
                    <a:pt x="14621" y="14655"/>
                    <a:pt x="14610" y="14663"/>
                  </a:cubicBezTo>
                  <a:cubicBezTo>
                    <a:pt x="14602" y="14672"/>
                    <a:pt x="14592" y="14682"/>
                    <a:pt x="14581" y="14691"/>
                  </a:cubicBezTo>
                  <a:cubicBezTo>
                    <a:pt x="14534" y="14734"/>
                    <a:pt x="14486" y="14776"/>
                    <a:pt x="14438" y="14816"/>
                  </a:cubicBezTo>
                  <a:cubicBezTo>
                    <a:pt x="14373" y="14867"/>
                    <a:pt x="14305" y="14916"/>
                    <a:pt x="14235" y="14962"/>
                  </a:cubicBezTo>
                  <a:cubicBezTo>
                    <a:pt x="14221" y="14972"/>
                    <a:pt x="14206" y="14982"/>
                    <a:pt x="14191" y="14991"/>
                  </a:cubicBezTo>
                  <a:cubicBezTo>
                    <a:pt x="14177" y="15000"/>
                    <a:pt x="14161" y="15009"/>
                    <a:pt x="14148" y="15017"/>
                  </a:cubicBezTo>
                  <a:cubicBezTo>
                    <a:pt x="13928" y="15147"/>
                    <a:pt x="13686" y="15243"/>
                    <a:pt x="13429" y="15300"/>
                  </a:cubicBezTo>
                  <a:cubicBezTo>
                    <a:pt x="13390" y="15308"/>
                    <a:pt x="13349" y="15316"/>
                    <a:pt x="13309" y="15322"/>
                  </a:cubicBezTo>
                  <a:cubicBezTo>
                    <a:pt x="13274" y="15329"/>
                    <a:pt x="13238" y="15333"/>
                    <a:pt x="13202" y="15338"/>
                  </a:cubicBezTo>
                  <a:cubicBezTo>
                    <a:pt x="13194" y="15339"/>
                    <a:pt x="13183" y="15341"/>
                    <a:pt x="13174" y="15342"/>
                  </a:cubicBezTo>
                  <a:cubicBezTo>
                    <a:pt x="13112" y="15348"/>
                    <a:pt x="13049" y="15352"/>
                    <a:pt x="12984" y="15354"/>
                  </a:cubicBezTo>
                  <a:cubicBezTo>
                    <a:pt x="12972" y="15354"/>
                    <a:pt x="12957" y="15356"/>
                    <a:pt x="12944" y="15356"/>
                  </a:cubicBezTo>
                  <a:cubicBezTo>
                    <a:pt x="12932" y="15356"/>
                    <a:pt x="12917" y="15357"/>
                    <a:pt x="12905" y="15357"/>
                  </a:cubicBezTo>
                  <a:cubicBezTo>
                    <a:pt x="12891" y="15357"/>
                    <a:pt x="12877" y="15356"/>
                    <a:pt x="12864" y="15356"/>
                  </a:cubicBezTo>
                  <a:cubicBezTo>
                    <a:pt x="12851" y="15356"/>
                    <a:pt x="12837" y="15356"/>
                    <a:pt x="12824" y="15354"/>
                  </a:cubicBezTo>
                  <a:cubicBezTo>
                    <a:pt x="12759" y="15352"/>
                    <a:pt x="12696" y="15348"/>
                    <a:pt x="12634" y="15342"/>
                  </a:cubicBezTo>
                  <a:cubicBezTo>
                    <a:pt x="12625" y="15341"/>
                    <a:pt x="12615" y="15339"/>
                    <a:pt x="12607" y="15338"/>
                  </a:cubicBezTo>
                  <a:cubicBezTo>
                    <a:pt x="12570" y="15334"/>
                    <a:pt x="12535" y="15329"/>
                    <a:pt x="12499" y="15322"/>
                  </a:cubicBezTo>
                  <a:cubicBezTo>
                    <a:pt x="12459" y="15316"/>
                    <a:pt x="12419" y="15308"/>
                    <a:pt x="12380" y="15300"/>
                  </a:cubicBezTo>
                  <a:cubicBezTo>
                    <a:pt x="12123" y="15243"/>
                    <a:pt x="11881" y="15147"/>
                    <a:pt x="11660" y="15017"/>
                  </a:cubicBezTo>
                  <a:cubicBezTo>
                    <a:pt x="11647" y="15008"/>
                    <a:pt x="11632" y="15000"/>
                    <a:pt x="11617" y="14991"/>
                  </a:cubicBezTo>
                  <a:cubicBezTo>
                    <a:pt x="11603" y="14982"/>
                    <a:pt x="11587" y="14972"/>
                    <a:pt x="11574" y="14962"/>
                  </a:cubicBezTo>
                  <a:cubicBezTo>
                    <a:pt x="11504" y="14918"/>
                    <a:pt x="11436" y="14868"/>
                    <a:pt x="11371" y="14816"/>
                  </a:cubicBezTo>
                  <a:cubicBezTo>
                    <a:pt x="11322" y="14776"/>
                    <a:pt x="11275" y="14734"/>
                    <a:pt x="11228" y="14691"/>
                  </a:cubicBezTo>
                  <a:cubicBezTo>
                    <a:pt x="11217" y="14682"/>
                    <a:pt x="11209" y="14672"/>
                    <a:pt x="11198" y="14663"/>
                  </a:cubicBezTo>
                  <a:cubicBezTo>
                    <a:pt x="11189" y="14655"/>
                    <a:pt x="11179" y="14646"/>
                    <a:pt x="11168" y="14636"/>
                  </a:cubicBezTo>
                  <a:cubicBezTo>
                    <a:pt x="11159" y="14627"/>
                    <a:pt x="11151" y="14617"/>
                    <a:pt x="11141" y="14606"/>
                  </a:cubicBezTo>
                  <a:cubicBezTo>
                    <a:pt x="11132" y="14598"/>
                    <a:pt x="11123" y="14588"/>
                    <a:pt x="11114" y="14577"/>
                  </a:cubicBezTo>
                  <a:cubicBezTo>
                    <a:pt x="11070" y="14531"/>
                    <a:pt x="11029" y="14483"/>
                    <a:pt x="10989" y="14434"/>
                  </a:cubicBezTo>
                  <a:cubicBezTo>
                    <a:pt x="10937" y="14369"/>
                    <a:pt x="10889" y="14301"/>
                    <a:pt x="10842" y="14232"/>
                  </a:cubicBezTo>
                  <a:cubicBezTo>
                    <a:pt x="10833" y="14217"/>
                    <a:pt x="10823" y="14202"/>
                    <a:pt x="10813" y="14187"/>
                  </a:cubicBezTo>
                  <a:cubicBezTo>
                    <a:pt x="10804" y="14173"/>
                    <a:pt x="10796" y="14158"/>
                    <a:pt x="10788" y="14144"/>
                  </a:cubicBezTo>
                  <a:cubicBezTo>
                    <a:pt x="10658" y="13924"/>
                    <a:pt x="10562" y="13682"/>
                    <a:pt x="10506" y="13425"/>
                  </a:cubicBezTo>
                  <a:cubicBezTo>
                    <a:pt x="10497" y="13386"/>
                    <a:pt x="10488" y="13346"/>
                    <a:pt x="10482" y="13305"/>
                  </a:cubicBezTo>
                  <a:cubicBezTo>
                    <a:pt x="10476" y="13270"/>
                    <a:pt x="10472" y="13234"/>
                    <a:pt x="10467" y="13198"/>
                  </a:cubicBezTo>
                  <a:cubicBezTo>
                    <a:pt x="10466" y="13190"/>
                    <a:pt x="10465" y="13179"/>
                    <a:pt x="10463" y="13170"/>
                  </a:cubicBezTo>
                  <a:cubicBezTo>
                    <a:pt x="10456" y="13107"/>
                    <a:pt x="10451" y="13043"/>
                    <a:pt x="10450" y="12980"/>
                  </a:cubicBezTo>
                  <a:cubicBezTo>
                    <a:pt x="10450" y="12968"/>
                    <a:pt x="10448" y="12953"/>
                    <a:pt x="10448" y="12940"/>
                  </a:cubicBezTo>
                  <a:cubicBezTo>
                    <a:pt x="10448" y="12928"/>
                    <a:pt x="10447" y="12913"/>
                    <a:pt x="10447" y="12901"/>
                  </a:cubicBezTo>
                  <a:cubicBezTo>
                    <a:pt x="10447" y="12887"/>
                    <a:pt x="10448" y="12873"/>
                    <a:pt x="10448" y="12861"/>
                  </a:cubicBezTo>
                  <a:cubicBezTo>
                    <a:pt x="10448" y="12847"/>
                    <a:pt x="10448" y="12833"/>
                    <a:pt x="10450" y="12820"/>
                  </a:cubicBezTo>
                  <a:cubicBezTo>
                    <a:pt x="10452" y="12755"/>
                    <a:pt x="10456" y="12692"/>
                    <a:pt x="10463" y="12631"/>
                  </a:cubicBezTo>
                  <a:cubicBezTo>
                    <a:pt x="10465" y="12621"/>
                    <a:pt x="10466" y="12611"/>
                    <a:pt x="10467" y="12603"/>
                  </a:cubicBezTo>
                  <a:cubicBezTo>
                    <a:pt x="10471" y="12567"/>
                    <a:pt x="10476" y="12531"/>
                    <a:pt x="10482" y="12495"/>
                  </a:cubicBezTo>
                  <a:cubicBezTo>
                    <a:pt x="10488" y="12455"/>
                    <a:pt x="10497" y="12415"/>
                    <a:pt x="10506" y="12376"/>
                  </a:cubicBezTo>
                  <a:cubicBezTo>
                    <a:pt x="10562" y="12119"/>
                    <a:pt x="10658" y="11877"/>
                    <a:pt x="10788" y="11657"/>
                  </a:cubicBezTo>
                  <a:cubicBezTo>
                    <a:pt x="10797" y="11643"/>
                    <a:pt x="10804" y="11628"/>
                    <a:pt x="10813" y="11613"/>
                  </a:cubicBezTo>
                  <a:cubicBezTo>
                    <a:pt x="10823" y="11599"/>
                    <a:pt x="10833" y="11583"/>
                    <a:pt x="10842" y="11569"/>
                  </a:cubicBezTo>
                  <a:cubicBezTo>
                    <a:pt x="10887" y="11500"/>
                    <a:pt x="10936" y="11432"/>
                    <a:pt x="10989" y="11367"/>
                  </a:cubicBezTo>
                  <a:cubicBezTo>
                    <a:pt x="11029" y="11318"/>
                    <a:pt x="11070" y="11270"/>
                    <a:pt x="11114" y="11223"/>
                  </a:cubicBezTo>
                  <a:cubicBezTo>
                    <a:pt x="11123" y="11213"/>
                    <a:pt x="11132" y="11205"/>
                    <a:pt x="11141" y="11194"/>
                  </a:cubicBezTo>
                  <a:cubicBezTo>
                    <a:pt x="11150" y="11185"/>
                    <a:pt x="11159" y="11175"/>
                    <a:pt x="11168" y="11164"/>
                  </a:cubicBezTo>
                  <a:cubicBezTo>
                    <a:pt x="11178" y="11155"/>
                    <a:pt x="11188" y="11147"/>
                    <a:pt x="11198" y="11138"/>
                  </a:cubicBezTo>
                  <a:cubicBezTo>
                    <a:pt x="11206" y="11128"/>
                    <a:pt x="11217" y="11119"/>
                    <a:pt x="11228" y="11110"/>
                  </a:cubicBezTo>
                  <a:cubicBezTo>
                    <a:pt x="11275" y="11066"/>
                    <a:pt x="11322" y="11025"/>
                    <a:pt x="11371" y="10985"/>
                  </a:cubicBezTo>
                  <a:cubicBezTo>
                    <a:pt x="11436" y="10933"/>
                    <a:pt x="11504" y="10885"/>
                    <a:pt x="11574" y="10838"/>
                  </a:cubicBezTo>
                  <a:cubicBezTo>
                    <a:pt x="11587" y="10829"/>
                    <a:pt x="11603" y="10819"/>
                    <a:pt x="11617" y="10809"/>
                  </a:cubicBezTo>
                  <a:cubicBezTo>
                    <a:pt x="11632" y="10800"/>
                    <a:pt x="11647" y="10792"/>
                    <a:pt x="11660" y="10784"/>
                  </a:cubicBezTo>
                  <a:cubicBezTo>
                    <a:pt x="11880" y="10654"/>
                    <a:pt x="12123" y="10558"/>
                    <a:pt x="12380" y="10501"/>
                  </a:cubicBezTo>
                  <a:cubicBezTo>
                    <a:pt x="12419" y="10493"/>
                    <a:pt x="12459" y="10484"/>
                    <a:pt x="12499" y="10478"/>
                  </a:cubicBezTo>
                  <a:cubicBezTo>
                    <a:pt x="12534" y="10472"/>
                    <a:pt x="12570" y="10468"/>
                    <a:pt x="12607" y="10463"/>
                  </a:cubicBezTo>
                  <a:cubicBezTo>
                    <a:pt x="12615" y="10462"/>
                    <a:pt x="12625" y="10460"/>
                    <a:pt x="12634" y="10459"/>
                  </a:cubicBezTo>
                  <a:cubicBezTo>
                    <a:pt x="12697" y="10452"/>
                    <a:pt x="12761" y="10447"/>
                    <a:pt x="12824" y="10446"/>
                  </a:cubicBezTo>
                  <a:cubicBezTo>
                    <a:pt x="12837" y="10446"/>
                    <a:pt x="12851" y="10444"/>
                    <a:pt x="12864" y="10444"/>
                  </a:cubicBezTo>
                  <a:cubicBezTo>
                    <a:pt x="12877" y="10444"/>
                    <a:pt x="12891" y="10443"/>
                    <a:pt x="12905" y="10443"/>
                  </a:cubicBezTo>
                  <a:close/>
                  <a:moveTo>
                    <a:pt x="8002" y="13882"/>
                  </a:moveTo>
                  <a:lnTo>
                    <a:pt x="8402" y="13931"/>
                  </a:lnTo>
                  <a:cubicBezTo>
                    <a:pt x="8429" y="14049"/>
                    <a:pt x="8460" y="14168"/>
                    <a:pt x="8496" y="14283"/>
                  </a:cubicBezTo>
                  <a:cubicBezTo>
                    <a:pt x="8579" y="14548"/>
                    <a:pt x="8686" y="14799"/>
                    <a:pt x="8811" y="15039"/>
                  </a:cubicBezTo>
                  <a:cubicBezTo>
                    <a:pt x="8835" y="15085"/>
                    <a:pt x="8860" y="15130"/>
                    <a:pt x="8886" y="15176"/>
                  </a:cubicBezTo>
                  <a:lnTo>
                    <a:pt x="8667" y="15552"/>
                  </a:lnTo>
                  <a:cubicBezTo>
                    <a:pt x="8584" y="15419"/>
                    <a:pt x="8507" y="15282"/>
                    <a:pt x="8437" y="15142"/>
                  </a:cubicBezTo>
                  <a:cubicBezTo>
                    <a:pt x="8329" y="14928"/>
                    <a:pt x="8236" y="14704"/>
                    <a:pt x="8160" y="14474"/>
                  </a:cubicBezTo>
                  <a:cubicBezTo>
                    <a:pt x="8095" y="14281"/>
                    <a:pt x="8042" y="14084"/>
                    <a:pt x="8002" y="13882"/>
                  </a:cubicBezTo>
                  <a:close/>
                  <a:moveTo>
                    <a:pt x="17806" y="13884"/>
                  </a:moveTo>
                  <a:lnTo>
                    <a:pt x="17806" y="13884"/>
                  </a:lnTo>
                  <a:cubicBezTo>
                    <a:pt x="17765" y="14085"/>
                    <a:pt x="17713" y="14281"/>
                    <a:pt x="17648" y="14475"/>
                  </a:cubicBezTo>
                  <a:cubicBezTo>
                    <a:pt x="17571" y="14706"/>
                    <a:pt x="17479" y="14929"/>
                    <a:pt x="17370" y="15143"/>
                  </a:cubicBezTo>
                  <a:cubicBezTo>
                    <a:pt x="17300" y="15283"/>
                    <a:pt x="17223" y="15420"/>
                    <a:pt x="17140" y="15553"/>
                  </a:cubicBezTo>
                  <a:lnTo>
                    <a:pt x="16921" y="15177"/>
                  </a:lnTo>
                  <a:cubicBezTo>
                    <a:pt x="16947" y="15131"/>
                    <a:pt x="16972" y="15086"/>
                    <a:pt x="16997" y="15040"/>
                  </a:cubicBezTo>
                  <a:cubicBezTo>
                    <a:pt x="17123" y="14800"/>
                    <a:pt x="17229" y="14549"/>
                    <a:pt x="17311" y="14285"/>
                  </a:cubicBezTo>
                  <a:cubicBezTo>
                    <a:pt x="17347" y="14171"/>
                    <a:pt x="17378" y="14052"/>
                    <a:pt x="17405" y="13934"/>
                  </a:cubicBezTo>
                  <a:lnTo>
                    <a:pt x="17806" y="13884"/>
                  </a:lnTo>
                  <a:close/>
                  <a:moveTo>
                    <a:pt x="23909" y="13133"/>
                  </a:moveTo>
                  <a:cubicBezTo>
                    <a:pt x="23891" y="14023"/>
                    <a:pt x="23767" y="14888"/>
                    <a:pt x="23548" y="15714"/>
                  </a:cubicBezTo>
                  <a:lnTo>
                    <a:pt x="22409" y="15409"/>
                  </a:lnTo>
                  <a:cubicBezTo>
                    <a:pt x="22590" y="14724"/>
                    <a:pt x="22698" y="14012"/>
                    <a:pt x="22727" y="13278"/>
                  </a:cubicBezTo>
                  <a:lnTo>
                    <a:pt x="23909" y="13133"/>
                  </a:lnTo>
                  <a:close/>
                  <a:moveTo>
                    <a:pt x="1899" y="13134"/>
                  </a:moveTo>
                  <a:lnTo>
                    <a:pt x="3082" y="13279"/>
                  </a:lnTo>
                  <a:cubicBezTo>
                    <a:pt x="3110" y="14013"/>
                    <a:pt x="3219" y="14727"/>
                    <a:pt x="3399" y="15410"/>
                  </a:cubicBezTo>
                  <a:lnTo>
                    <a:pt x="2260" y="15715"/>
                  </a:lnTo>
                  <a:cubicBezTo>
                    <a:pt x="2041" y="14888"/>
                    <a:pt x="1918" y="14023"/>
                    <a:pt x="1899" y="13134"/>
                  </a:cubicBezTo>
                  <a:close/>
                  <a:moveTo>
                    <a:pt x="6484" y="13696"/>
                  </a:moveTo>
                  <a:lnTo>
                    <a:pt x="7918" y="13873"/>
                  </a:lnTo>
                  <a:cubicBezTo>
                    <a:pt x="7963" y="14093"/>
                    <a:pt x="8019" y="14306"/>
                    <a:pt x="8088" y="14516"/>
                  </a:cubicBezTo>
                  <a:cubicBezTo>
                    <a:pt x="8164" y="14738"/>
                    <a:pt x="8254" y="14956"/>
                    <a:pt x="8358" y="15163"/>
                  </a:cubicBezTo>
                  <a:cubicBezTo>
                    <a:pt x="8438" y="15323"/>
                    <a:pt x="8527" y="15480"/>
                    <a:pt x="8623" y="15630"/>
                  </a:cubicBezTo>
                  <a:lnTo>
                    <a:pt x="7860" y="16947"/>
                  </a:lnTo>
                  <a:cubicBezTo>
                    <a:pt x="7516" y="16519"/>
                    <a:pt x="7226" y="16048"/>
                    <a:pt x="6999" y="15540"/>
                  </a:cubicBezTo>
                  <a:cubicBezTo>
                    <a:pt x="6949" y="15432"/>
                    <a:pt x="6903" y="15321"/>
                    <a:pt x="6861" y="15209"/>
                  </a:cubicBezTo>
                  <a:cubicBezTo>
                    <a:pt x="6676" y="14729"/>
                    <a:pt x="6548" y="14223"/>
                    <a:pt x="6484" y="13696"/>
                  </a:cubicBezTo>
                  <a:close/>
                  <a:moveTo>
                    <a:pt x="19323" y="13696"/>
                  </a:moveTo>
                  <a:cubicBezTo>
                    <a:pt x="19258" y="14224"/>
                    <a:pt x="19131" y="14730"/>
                    <a:pt x="18947" y="15209"/>
                  </a:cubicBezTo>
                  <a:cubicBezTo>
                    <a:pt x="18904" y="15321"/>
                    <a:pt x="18858" y="15431"/>
                    <a:pt x="18808" y="15540"/>
                  </a:cubicBezTo>
                  <a:cubicBezTo>
                    <a:pt x="18581" y="16048"/>
                    <a:pt x="18292" y="16519"/>
                    <a:pt x="17947" y="16947"/>
                  </a:cubicBezTo>
                  <a:lnTo>
                    <a:pt x="17184" y="15630"/>
                  </a:lnTo>
                  <a:cubicBezTo>
                    <a:pt x="17280" y="15480"/>
                    <a:pt x="17369" y="15323"/>
                    <a:pt x="17450" y="15163"/>
                  </a:cubicBezTo>
                  <a:cubicBezTo>
                    <a:pt x="17554" y="14955"/>
                    <a:pt x="17644" y="14738"/>
                    <a:pt x="17719" y="14516"/>
                  </a:cubicBezTo>
                  <a:cubicBezTo>
                    <a:pt x="17788" y="14306"/>
                    <a:pt x="17846" y="14093"/>
                    <a:pt x="17889" y="13873"/>
                  </a:cubicBezTo>
                  <a:lnTo>
                    <a:pt x="19323" y="13696"/>
                  </a:lnTo>
                  <a:close/>
                  <a:moveTo>
                    <a:pt x="11735" y="16280"/>
                  </a:moveTo>
                  <a:lnTo>
                    <a:pt x="11801" y="16813"/>
                  </a:lnTo>
                  <a:lnTo>
                    <a:pt x="11842" y="17148"/>
                  </a:lnTo>
                  <a:cubicBezTo>
                    <a:pt x="11775" y="17132"/>
                    <a:pt x="11708" y="17113"/>
                    <a:pt x="11643" y="17093"/>
                  </a:cubicBezTo>
                  <a:cubicBezTo>
                    <a:pt x="11375" y="17012"/>
                    <a:pt x="11118" y="16906"/>
                    <a:pt x="10873" y="16777"/>
                  </a:cubicBezTo>
                  <a:lnTo>
                    <a:pt x="11735" y="16280"/>
                  </a:lnTo>
                  <a:close/>
                  <a:moveTo>
                    <a:pt x="14074" y="16281"/>
                  </a:moveTo>
                  <a:lnTo>
                    <a:pt x="14935" y="16778"/>
                  </a:lnTo>
                  <a:cubicBezTo>
                    <a:pt x="14692" y="16906"/>
                    <a:pt x="14434" y="17013"/>
                    <a:pt x="14166" y="17095"/>
                  </a:cubicBezTo>
                  <a:cubicBezTo>
                    <a:pt x="14100" y="17113"/>
                    <a:pt x="14035" y="17132"/>
                    <a:pt x="13967" y="17149"/>
                  </a:cubicBezTo>
                  <a:lnTo>
                    <a:pt x="14009" y="16814"/>
                  </a:lnTo>
                  <a:lnTo>
                    <a:pt x="14074" y="16281"/>
                  </a:lnTo>
                  <a:close/>
                  <a:moveTo>
                    <a:pt x="10630" y="16920"/>
                  </a:moveTo>
                  <a:cubicBezTo>
                    <a:pt x="10674" y="16945"/>
                    <a:pt x="10719" y="16969"/>
                    <a:pt x="10766" y="16994"/>
                  </a:cubicBezTo>
                  <a:cubicBezTo>
                    <a:pt x="11006" y="17121"/>
                    <a:pt x="11257" y="17226"/>
                    <a:pt x="11520" y="17309"/>
                  </a:cubicBezTo>
                  <a:cubicBezTo>
                    <a:pt x="11636" y="17345"/>
                    <a:pt x="11754" y="17376"/>
                    <a:pt x="11873" y="17402"/>
                  </a:cubicBezTo>
                  <a:lnTo>
                    <a:pt x="11921" y="17803"/>
                  </a:lnTo>
                  <a:cubicBezTo>
                    <a:pt x="11720" y="17762"/>
                    <a:pt x="11523" y="17709"/>
                    <a:pt x="11331" y="17645"/>
                  </a:cubicBezTo>
                  <a:cubicBezTo>
                    <a:pt x="11100" y="17570"/>
                    <a:pt x="10877" y="17477"/>
                    <a:pt x="10663" y="17368"/>
                  </a:cubicBezTo>
                  <a:cubicBezTo>
                    <a:pt x="10522" y="17297"/>
                    <a:pt x="10385" y="17220"/>
                    <a:pt x="10253" y="17137"/>
                  </a:cubicBezTo>
                  <a:lnTo>
                    <a:pt x="10630" y="16920"/>
                  </a:lnTo>
                  <a:close/>
                  <a:moveTo>
                    <a:pt x="15180" y="16920"/>
                  </a:moveTo>
                  <a:lnTo>
                    <a:pt x="15556" y="17137"/>
                  </a:lnTo>
                  <a:cubicBezTo>
                    <a:pt x="15423" y="17221"/>
                    <a:pt x="15286" y="17297"/>
                    <a:pt x="15146" y="17368"/>
                  </a:cubicBezTo>
                  <a:cubicBezTo>
                    <a:pt x="14931" y="17477"/>
                    <a:pt x="14708" y="17570"/>
                    <a:pt x="14478" y="17645"/>
                  </a:cubicBezTo>
                  <a:cubicBezTo>
                    <a:pt x="14285" y="17710"/>
                    <a:pt x="14088" y="17762"/>
                    <a:pt x="13886" y="17803"/>
                  </a:cubicBezTo>
                  <a:lnTo>
                    <a:pt x="13934" y="17402"/>
                  </a:lnTo>
                  <a:cubicBezTo>
                    <a:pt x="14055" y="17376"/>
                    <a:pt x="14172" y="17345"/>
                    <a:pt x="14288" y="17309"/>
                  </a:cubicBezTo>
                  <a:cubicBezTo>
                    <a:pt x="14550" y="17226"/>
                    <a:pt x="14802" y="17121"/>
                    <a:pt x="15043" y="16994"/>
                  </a:cubicBezTo>
                  <a:cubicBezTo>
                    <a:pt x="15089" y="16969"/>
                    <a:pt x="15134" y="16945"/>
                    <a:pt x="15180" y="16920"/>
                  </a:cubicBezTo>
                  <a:close/>
                  <a:moveTo>
                    <a:pt x="3418" y="15480"/>
                  </a:moveTo>
                  <a:cubicBezTo>
                    <a:pt x="3640" y="16293"/>
                    <a:pt x="3961" y="17066"/>
                    <a:pt x="4373" y="17782"/>
                  </a:cubicBezTo>
                  <a:lnTo>
                    <a:pt x="3352" y="18371"/>
                  </a:lnTo>
                  <a:cubicBezTo>
                    <a:pt x="2892" y="17570"/>
                    <a:pt x="2527" y="16701"/>
                    <a:pt x="2279" y="15786"/>
                  </a:cubicBezTo>
                  <a:lnTo>
                    <a:pt x="3418" y="15480"/>
                  </a:lnTo>
                  <a:close/>
                  <a:moveTo>
                    <a:pt x="22390" y="15481"/>
                  </a:moveTo>
                  <a:lnTo>
                    <a:pt x="23529" y="15787"/>
                  </a:lnTo>
                  <a:cubicBezTo>
                    <a:pt x="23281" y="16701"/>
                    <a:pt x="22918" y="17570"/>
                    <a:pt x="22456" y="18372"/>
                  </a:cubicBezTo>
                  <a:lnTo>
                    <a:pt x="21434" y="17783"/>
                  </a:lnTo>
                  <a:cubicBezTo>
                    <a:pt x="21846" y="17067"/>
                    <a:pt x="22170" y="16295"/>
                    <a:pt x="22390" y="15481"/>
                  </a:cubicBezTo>
                  <a:close/>
                  <a:moveTo>
                    <a:pt x="10141" y="13167"/>
                  </a:moveTo>
                  <a:cubicBezTo>
                    <a:pt x="10146" y="13227"/>
                    <a:pt x="10153" y="13285"/>
                    <a:pt x="10162" y="13341"/>
                  </a:cubicBezTo>
                  <a:cubicBezTo>
                    <a:pt x="10205" y="13608"/>
                    <a:pt x="10285" y="13861"/>
                    <a:pt x="10399" y="14096"/>
                  </a:cubicBezTo>
                  <a:cubicBezTo>
                    <a:pt x="10405" y="14110"/>
                    <a:pt x="10413" y="14124"/>
                    <a:pt x="10420" y="14139"/>
                  </a:cubicBezTo>
                  <a:cubicBezTo>
                    <a:pt x="10429" y="14152"/>
                    <a:pt x="10435" y="14167"/>
                    <a:pt x="10442" y="14182"/>
                  </a:cubicBezTo>
                  <a:cubicBezTo>
                    <a:pt x="10506" y="14302"/>
                    <a:pt x="10576" y="14418"/>
                    <a:pt x="10656" y="14527"/>
                  </a:cubicBezTo>
                  <a:cubicBezTo>
                    <a:pt x="10726" y="14625"/>
                    <a:pt x="10803" y="14718"/>
                    <a:pt x="10886" y="14805"/>
                  </a:cubicBezTo>
                  <a:lnTo>
                    <a:pt x="9754" y="15937"/>
                  </a:lnTo>
                  <a:lnTo>
                    <a:pt x="9584" y="16108"/>
                  </a:lnTo>
                  <a:lnTo>
                    <a:pt x="9315" y="16376"/>
                  </a:lnTo>
                  <a:lnTo>
                    <a:pt x="9259" y="16433"/>
                  </a:lnTo>
                  <a:lnTo>
                    <a:pt x="8275" y="17416"/>
                  </a:lnTo>
                  <a:lnTo>
                    <a:pt x="8216" y="17475"/>
                  </a:lnTo>
                  <a:lnTo>
                    <a:pt x="8162" y="17529"/>
                  </a:lnTo>
                  <a:lnTo>
                    <a:pt x="6871" y="18820"/>
                  </a:lnTo>
                  <a:lnTo>
                    <a:pt x="7830" y="17163"/>
                  </a:lnTo>
                  <a:lnTo>
                    <a:pt x="7871" y="17092"/>
                  </a:lnTo>
                  <a:lnTo>
                    <a:pt x="7914" y="17015"/>
                  </a:lnTo>
                  <a:lnTo>
                    <a:pt x="8671" y="15705"/>
                  </a:lnTo>
                  <a:lnTo>
                    <a:pt x="8717" y="15627"/>
                  </a:lnTo>
                  <a:lnTo>
                    <a:pt x="8932" y="15255"/>
                  </a:lnTo>
                  <a:lnTo>
                    <a:pt x="9072" y="15014"/>
                  </a:lnTo>
                  <a:lnTo>
                    <a:pt x="9105" y="14956"/>
                  </a:lnTo>
                  <a:lnTo>
                    <a:pt x="9611" y="14080"/>
                  </a:lnTo>
                  <a:lnTo>
                    <a:pt x="9634" y="14043"/>
                  </a:lnTo>
                  <a:lnTo>
                    <a:pt x="9656" y="14006"/>
                  </a:lnTo>
                  <a:lnTo>
                    <a:pt x="9980" y="13446"/>
                  </a:lnTo>
                  <a:lnTo>
                    <a:pt x="10141" y="13167"/>
                  </a:lnTo>
                  <a:close/>
                  <a:moveTo>
                    <a:pt x="14808" y="14919"/>
                  </a:moveTo>
                  <a:lnTo>
                    <a:pt x="15940" y="16051"/>
                  </a:lnTo>
                  <a:lnTo>
                    <a:pt x="16110" y="16221"/>
                  </a:lnTo>
                  <a:lnTo>
                    <a:pt x="16380" y="16489"/>
                  </a:lnTo>
                  <a:lnTo>
                    <a:pt x="16436" y="16546"/>
                  </a:lnTo>
                  <a:lnTo>
                    <a:pt x="17420" y="17529"/>
                  </a:lnTo>
                  <a:lnTo>
                    <a:pt x="17479" y="17588"/>
                  </a:lnTo>
                  <a:lnTo>
                    <a:pt x="17533" y="17643"/>
                  </a:lnTo>
                  <a:lnTo>
                    <a:pt x="18824" y="18934"/>
                  </a:lnTo>
                  <a:lnTo>
                    <a:pt x="17167" y="17975"/>
                  </a:lnTo>
                  <a:lnTo>
                    <a:pt x="17096" y="17934"/>
                  </a:lnTo>
                  <a:lnTo>
                    <a:pt x="17019" y="17890"/>
                  </a:lnTo>
                  <a:lnTo>
                    <a:pt x="15709" y="17133"/>
                  </a:lnTo>
                  <a:lnTo>
                    <a:pt x="15631" y="17088"/>
                  </a:lnTo>
                  <a:lnTo>
                    <a:pt x="15259" y="16873"/>
                  </a:lnTo>
                  <a:lnTo>
                    <a:pt x="15018" y="16734"/>
                  </a:lnTo>
                  <a:lnTo>
                    <a:pt x="14960" y="16700"/>
                  </a:lnTo>
                  <a:lnTo>
                    <a:pt x="14084" y="16193"/>
                  </a:lnTo>
                  <a:lnTo>
                    <a:pt x="14047" y="16172"/>
                  </a:lnTo>
                  <a:lnTo>
                    <a:pt x="14010" y="16149"/>
                  </a:lnTo>
                  <a:lnTo>
                    <a:pt x="13450" y="15826"/>
                  </a:lnTo>
                  <a:lnTo>
                    <a:pt x="13171" y="15664"/>
                  </a:lnTo>
                  <a:cubicBezTo>
                    <a:pt x="13231" y="15659"/>
                    <a:pt x="13289" y="15651"/>
                    <a:pt x="13345" y="15642"/>
                  </a:cubicBezTo>
                  <a:cubicBezTo>
                    <a:pt x="13611" y="15600"/>
                    <a:pt x="13865" y="15519"/>
                    <a:pt x="14100" y="15406"/>
                  </a:cubicBezTo>
                  <a:cubicBezTo>
                    <a:pt x="14114" y="15400"/>
                    <a:pt x="14128" y="15393"/>
                    <a:pt x="14143" y="15384"/>
                  </a:cubicBezTo>
                  <a:cubicBezTo>
                    <a:pt x="14156" y="15377"/>
                    <a:pt x="14171" y="15370"/>
                    <a:pt x="14185" y="15363"/>
                  </a:cubicBezTo>
                  <a:cubicBezTo>
                    <a:pt x="14305" y="15300"/>
                    <a:pt x="14419" y="15228"/>
                    <a:pt x="14530" y="15150"/>
                  </a:cubicBezTo>
                  <a:cubicBezTo>
                    <a:pt x="14628" y="15079"/>
                    <a:pt x="14721" y="15001"/>
                    <a:pt x="14808" y="14919"/>
                  </a:cubicBezTo>
                  <a:close/>
                  <a:moveTo>
                    <a:pt x="10176" y="17183"/>
                  </a:moveTo>
                  <a:cubicBezTo>
                    <a:pt x="10325" y="17278"/>
                    <a:pt x="10481" y="17366"/>
                    <a:pt x="10641" y="17447"/>
                  </a:cubicBezTo>
                  <a:cubicBezTo>
                    <a:pt x="10849" y="17551"/>
                    <a:pt x="11066" y="17642"/>
                    <a:pt x="11290" y="17716"/>
                  </a:cubicBezTo>
                  <a:cubicBezTo>
                    <a:pt x="11498" y="17785"/>
                    <a:pt x="11713" y="17844"/>
                    <a:pt x="11932" y="17886"/>
                  </a:cubicBezTo>
                  <a:lnTo>
                    <a:pt x="12108" y="19320"/>
                  </a:lnTo>
                  <a:cubicBezTo>
                    <a:pt x="11582" y="19254"/>
                    <a:pt x="11075" y="19127"/>
                    <a:pt x="10596" y="18944"/>
                  </a:cubicBezTo>
                  <a:cubicBezTo>
                    <a:pt x="10483" y="18902"/>
                    <a:pt x="10374" y="18855"/>
                    <a:pt x="10264" y="18806"/>
                  </a:cubicBezTo>
                  <a:cubicBezTo>
                    <a:pt x="9758" y="18579"/>
                    <a:pt x="9285" y="18289"/>
                    <a:pt x="8857" y="17944"/>
                  </a:cubicBezTo>
                  <a:lnTo>
                    <a:pt x="10176" y="17183"/>
                  </a:lnTo>
                  <a:close/>
                  <a:moveTo>
                    <a:pt x="15632" y="17183"/>
                  </a:moveTo>
                  <a:lnTo>
                    <a:pt x="16950" y="17944"/>
                  </a:lnTo>
                  <a:cubicBezTo>
                    <a:pt x="16522" y="18289"/>
                    <a:pt x="16050" y="18579"/>
                    <a:pt x="15543" y="18806"/>
                  </a:cubicBezTo>
                  <a:cubicBezTo>
                    <a:pt x="15435" y="18855"/>
                    <a:pt x="15324" y="18902"/>
                    <a:pt x="15212" y="18944"/>
                  </a:cubicBezTo>
                  <a:cubicBezTo>
                    <a:pt x="14732" y="19129"/>
                    <a:pt x="14225" y="19256"/>
                    <a:pt x="13699" y="19320"/>
                  </a:cubicBezTo>
                  <a:lnTo>
                    <a:pt x="13876" y="17886"/>
                  </a:lnTo>
                  <a:cubicBezTo>
                    <a:pt x="14096" y="17844"/>
                    <a:pt x="14310" y="17786"/>
                    <a:pt x="14517" y="17716"/>
                  </a:cubicBezTo>
                  <a:cubicBezTo>
                    <a:pt x="14741" y="17642"/>
                    <a:pt x="14959" y="17551"/>
                    <a:pt x="15166" y="17447"/>
                  </a:cubicBezTo>
                  <a:cubicBezTo>
                    <a:pt x="15326" y="17366"/>
                    <a:pt x="15482" y="17278"/>
                    <a:pt x="15632" y="17183"/>
                  </a:cubicBezTo>
                  <a:close/>
                  <a:moveTo>
                    <a:pt x="15938" y="20224"/>
                  </a:moveTo>
                  <a:lnTo>
                    <a:pt x="15938" y="20224"/>
                  </a:lnTo>
                  <a:lnTo>
                    <a:pt x="15938" y="20224"/>
                  </a:lnTo>
                  <a:close/>
                  <a:moveTo>
                    <a:pt x="21397" y="17845"/>
                  </a:moveTo>
                  <a:lnTo>
                    <a:pt x="22419" y="18434"/>
                  </a:lnTo>
                  <a:cubicBezTo>
                    <a:pt x="21944" y="19247"/>
                    <a:pt x="21370" y="19994"/>
                    <a:pt x="20711" y="20656"/>
                  </a:cubicBezTo>
                  <a:cubicBezTo>
                    <a:pt x="20695" y="20673"/>
                    <a:pt x="20676" y="20691"/>
                    <a:pt x="20659" y="20707"/>
                  </a:cubicBezTo>
                  <a:cubicBezTo>
                    <a:pt x="19996" y="21364"/>
                    <a:pt x="19251" y="21940"/>
                    <a:pt x="18439" y="22414"/>
                  </a:cubicBezTo>
                  <a:lnTo>
                    <a:pt x="17850" y="21392"/>
                  </a:lnTo>
                  <a:cubicBezTo>
                    <a:pt x="18572" y="20970"/>
                    <a:pt x="19236" y="20458"/>
                    <a:pt x="19826" y="19872"/>
                  </a:cubicBezTo>
                  <a:cubicBezTo>
                    <a:pt x="19844" y="19856"/>
                    <a:pt x="19861" y="19837"/>
                    <a:pt x="19877" y="19821"/>
                  </a:cubicBezTo>
                  <a:cubicBezTo>
                    <a:pt x="20463" y="19232"/>
                    <a:pt x="20975" y="18567"/>
                    <a:pt x="21397" y="17845"/>
                  </a:cubicBezTo>
                  <a:close/>
                  <a:moveTo>
                    <a:pt x="4412" y="17848"/>
                  </a:moveTo>
                  <a:cubicBezTo>
                    <a:pt x="4834" y="18570"/>
                    <a:pt x="5346" y="19233"/>
                    <a:pt x="5932" y="19824"/>
                  </a:cubicBezTo>
                  <a:cubicBezTo>
                    <a:pt x="5949" y="19841"/>
                    <a:pt x="5967" y="19858"/>
                    <a:pt x="5984" y="19876"/>
                  </a:cubicBezTo>
                  <a:cubicBezTo>
                    <a:pt x="6573" y="20461"/>
                    <a:pt x="7237" y="20971"/>
                    <a:pt x="7960" y="21394"/>
                  </a:cubicBezTo>
                  <a:lnTo>
                    <a:pt x="7369" y="22415"/>
                  </a:lnTo>
                  <a:cubicBezTo>
                    <a:pt x="6557" y="21941"/>
                    <a:pt x="5812" y="21366"/>
                    <a:pt x="5149" y="20708"/>
                  </a:cubicBezTo>
                  <a:cubicBezTo>
                    <a:pt x="5131" y="20692"/>
                    <a:pt x="5115" y="20673"/>
                    <a:pt x="5097" y="20657"/>
                  </a:cubicBezTo>
                  <a:cubicBezTo>
                    <a:pt x="4440" y="19994"/>
                    <a:pt x="3864" y="19248"/>
                    <a:pt x="3391" y="18437"/>
                  </a:cubicBezTo>
                  <a:lnTo>
                    <a:pt x="4412" y="17848"/>
                  </a:lnTo>
                  <a:close/>
                  <a:moveTo>
                    <a:pt x="22652" y="13288"/>
                  </a:moveTo>
                  <a:lnTo>
                    <a:pt x="22652" y="13288"/>
                  </a:lnTo>
                  <a:cubicBezTo>
                    <a:pt x="22623" y="14011"/>
                    <a:pt x="22517" y="14715"/>
                    <a:pt x="22338" y="15389"/>
                  </a:cubicBezTo>
                  <a:cubicBezTo>
                    <a:pt x="22332" y="15413"/>
                    <a:pt x="22326" y="15437"/>
                    <a:pt x="22320" y="15461"/>
                  </a:cubicBezTo>
                  <a:cubicBezTo>
                    <a:pt x="22099" y="16267"/>
                    <a:pt x="21779" y="17035"/>
                    <a:pt x="21370" y="17745"/>
                  </a:cubicBezTo>
                  <a:cubicBezTo>
                    <a:pt x="21358" y="17767"/>
                    <a:pt x="21346" y="17787"/>
                    <a:pt x="21332" y="17808"/>
                  </a:cubicBezTo>
                  <a:cubicBezTo>
                    <a:pt x="20913" y="18525"/>
                    <a:pt x="20407" y="19182"/>
                    <a:pt x="19825" y="19768"/>
                  </a:cubicBezTo>
                  <a:cubicBezTo>
                    <a:pt x="19808" y="19786"/>
                    <a:pt x="19790" y="19803"/>
                    <a:pt x="19773" y="19820"/>
                  </a:cubicBezTo>
                  <a:cubicBezTo>
                    <a:pt x="19188" y="20402"/>
                    <a:pt x="18529" y="20908"/>
                    <a:pt x="17813" y="21327"/>
                  </a:cubicBezTo>
                  <a:cubicBezTo>
                    <a:pt x="17792" y="21341"/>
                    <a:pt x="17771" y="21352"/>
                    <a:pt x="17750" y="21364"/>
                  </a:cubicBezTo>
                  <a:cubicBezTo>
                    <a:pt x="17039" y="21772"/>
                    <a:pt x="16273" y="22094"/>
                    <a:pt x="15466" y="22314"/>
                  </a:cubicBezTo>
                  <a:cubicBezTo>
                    <a:pt x="15443" y="22321"/>
                    <a:pt x="15418" y="22327"/>
                    <a:pt x="15394" y="22333"/>
                  </a:cubicBezTo>
                  <a:cubicBezTo>
                    <a:pt x="14719" y="22512"/>
                    <a:pt x="14016" y="22618"/>
                    <a:pt x="13293" y="22647"/>
                  </a:cubicBezTo>
                  <a:lnTo>
                    <a:pt x="13681" y="19483"/>
                  </a:lnTo>
                  <a:cubicBezTo>
                    <a:pt x="14242" y="19418"/>
                    <a:pt x="14783" y="19283"/>
                    <a:pt x="15293" y="19084"/>
                  </a:cubicBezTo>
                  <a:lnTo>
                    <a:pt x="15938" y="20224"/>
                  </a:lnTo>
                  <a:lnTo>
                    <a:pt x="15588" y="18962"/>
                  </a:lnTo>
                  <a:cubicBezTo>
                    <a:pt x="16135" y="18718"/>
                    <a:pt x="16645" y="18404"/>
                    <a:pt x="17101" y="18030"/>
                  </a:cubicBezTo>
                  <a:lnTo>
                    <a:pt x="19313" y="19309"/>
                  </a:lnTo>
                  <a:lnTo>
                    <a:pt x="18034" y="17097"/>
                  </a:lnTo>
                  <a:cubicBezTo>
                    <a:pt x="18409" y="16639"/>
                    <a:pt x="18722" y="16131"/>
                    <a:pt x="18966" y="15584"/>
                  </a:cubicBezTo>
                  <a:lnTo>
                    <a:pt x="20228" y="15934"/>
                  </a:lnTo>
                  <a:lnTo>
                    <a:pt x="20228" y="15934"/>
                  </a:lnTo>
                  <a:lnTo>
                    <a:pt x="19088" y="15289"/>
                  </a:lnTo>
                  <a:cubicBezTo>
                    <a:pt x="19286" y="14779"/>
                    <a:pt x="19422" y="14238"/>
                    <a:pt x="19488" y="13676"/>
                  </a:cubicBezTo>
                  <a:lnTo>
                    <a:pt x="22652" y="13288"/>
                  </a:lnTo>
                  <a:close/>
                  <a:moveTo>
                    <a:pt x="3158" y="13289"/>
                  </a:moveTo>
                  <a:lnTo>
                    <a:pt x="6323" y="13677"/>
                  </a:lnTo>
                  <a:cubicBezTo>
                    <a:pt x="6386" y="14239"/>
                    <a:pt x="6523" y="14780"/>
                    <a:pt x="6720" y="15289"/>
                  </a:cubicBezTo>
                  <a:lnTo>
                    <a:pt x="5580" y="15934"/>
                  </a:lnTo>
                  <a:lnTo>
                    <a:pt x="5580" y="15934"/>
                  </a:lnTo>
                  <a:lnTo>
                    <a:pt x="6843" y="15584"/>
                  </a:lnTo>
                  <a:cubicBezTo>
                    <a:pt x="7087" y="16131"/>
                    <a:pt x="7400" y="16641"/>
                    <a:pt x="7775" y="17097"/>
                  </a:cubicBezTo>
                  <a:lnTo>
                    <a:pt x="6495" y="19309"/>
                  </a:lnTo>
                  <a:lnTo>
                    <a:pt x="8708" y="18030"/>
                  </a:lnTo>
                  <a:cubicBezTo>
                    <a:pt x="9166" y="18404"/>
                    <a:pt x="9673" y="18718"/>
                    <a:pt x="10220" y="18961"/>
                  </a:cubicBezTo>
                  <a:lnTo>
                    <a:pt x="9871" y="20224"/>
                  </a:lnTo>
                  <a:lnTo>
                    <a:pt x="10516" y="19084"/>
                  </a:lnTo>
                  <a:cubicBezTo>
                    <a:pt x="11027" y="19281"/>
                    <a:pt x="11567" y="19418"/>
                    <a:pt x="12129" y="19484"/>
                  </a:cubicBezTo>
                  <a:lnTo>
                    <a:pt x="12518" y="22648"/>
                  </a:lnTo>
                  <a:cubicBezTo>
                    <a:pt x="11794" y="22619"/>
                    <a:pt x="11090" y="22513"/>
                    <a:pt x="10415" y="22334"/>
                  </a:cubicBezTo>
                  <a:cubicBezTo>
                    <a:pt x="10392" y="22328"/>
                    <a:pt x="10368" y="22322"/>
                    <a:pt x="10344" y="22315"/>
                  </a:cubicBezTo>
                  <a:cubicBezTo>
                    <a:pt x="9537" y="22095"/>
                    <a:pt x="8769" y="21775"/>
                    <a:pt x="8061" y="21365"/>
                  </a:cubicBezTo>
                  <a:cubicBezTo>
                    <a:pt x="8038" y="21353"/>
                    <a:pt x="8017" y="21342"/>
                    <a:pt x="7997" y="21328"/>
                  </a:cubicBezTo>
                  <a:cubicBezTo>
                    <a:pt x="7280" y="20909"/>
                    <a:pt x="6622" y="20403"/>
                    <a:pt x="6036" y="19821"/>
                  </a:cubicBezTo>
                  <a:cubicBezTo>
                    <a:pt x="6019" y="19804"/>
                    <a:pt x="6002" y="19786"/>
                    <a:pt x="5985" y="19769"/>
                  </a:cubicBezTo>
                  <a:cubicBezTo>
                    <a:pt x="5404" y="19183"/>
                    <a:pt x="4896" y="18525"/>
                    <a:pt x="4477" y="17809"/>
                  </a:cubicBezTo>
                  <a:cubicBezTo>
                    <a:pt x="4465" y="17788"/>
                    <a:pt x="4453" y="17767"/>
                    <a:pt x="4440" y="17746"/>
                  </a:cubicBezTo>
                  <a:cubicBezTo>
                    <a:pt x="4033" y="17035"/>
                    <a:pt x="3712" y="16268"/>
                    <a:pt x="3491" y="15462"/>
                  </a:cubicBezTo>
                  <a:cubicBezTo>
                    <a:pt x="3485" y="15438"/>
                    <a:pt x="3478" y="15414"/>
                    <a:pt x="3471" y="15390"/>
                  </a:cubicBezTo>
                  <a:cubicBezTo>
                    <a:pt x="3294" y="14715"/>
                    <a:pt x="3187" y="14012"/>
                    <a:pt x="3158" y="13289"/>
                  </a:cubicBezTo>
                  <a:close/>
                  <a:moveTo>
                    <a:pt x="8021" y="21430"/>
                  </a:moveTo>
                  <a:cubicBezTo>
                    <a:pt x="8737" y="21842"/>
                    <a:pt x="9509" y="22166"/>
                    <a:pt x="10323" y="22386"/>
                  </a:cubicBezTo>
                  <a:lnTo>
                    <a:pt x="10019" y="23526"/>
                  </a:lnTo>
                  <a:cubicBezTo>
                    <a:pt x="9105" y="23277"/>
                    <a:pt x="8237" y="22915"/>
                    <a:pt x="7432" y="22452"/>
                  </a:cubicBezTo>
                  <a:lnTo>
                    <a:pt x="8021" y="21430"/>
                  </a:lnTo>
                  <a:close/>
                  <a:moveTo>
                    <a:pt x="17786" y="21431"/>
                  </a:moveTo>
                  <a:lnTo>
                    <a:pt x="18375" y="22453"/>
                  </a:lnTo>
                  <a:cubicBezTo>
                    <a:pt x="17571" y="22915"/>
                    <a:pt x="16704" y="23277"/>
                    <a:pt x="15790" y="23526"/>
                  </a:cubicBezTo>
                  <a:lnTo>
                    <a:pt x="15484" y="22388"/>
                  </a:lnTo>
                  <a:cubicBezTo>
                    <a:pt x="16297" y="22166"/>
                    <a:pt x="17070" y="21843"/>
                    <a:pt x="17786" y="21431"/>
                  </a:cubicBezTo>
                  <a:close/>
                  <a:moveTo>
                    <a:pt x="10396" y="22406"/>
                  </a:moveTo>
                  <a:cubicBezTo>
                    <a:pt x="11081" y="22587"/>
                    <a:pt x="11794" y="22695"/>
                    <a:pt x="12526" y="22724"/>
                  </a:cubicBezTo>
                  <a:lnTo>
                    <a:pt x="12673" y="23907"/>
                  </a:lnTo>
                  <a:cubicBezTo>
                    <a:pt x="11781" y="23887"/>
                    <a:pt x="10917" y="23763"/>
                    <a:pt x="10090" y="23545"/>
                  </a:cubicBezTo>
                  <a:lnTo>
                    <a:pt x="10396" y="22406"/>
                  </a:lnTo>
                  <a:close/>
                  <a:moveTo>
                    <a:pt x="15413" y="22406"/>
                  </a:moveTo>
                  <a:lnTo>
                    <a:pt x="15718" y="23545"/>
                  </a:lnTo>
                  <a:cubicBezTo>
                    <a:pt x="14892" y="23763"/>
                    <a:pt x="14026" y="23887"/>
                    <a:pt x="13137" y="23907"/>
                  </a:cubicBezTo>
                  <a:lnTo>
                    <a:pt x="13282" y="22724"/>
                  </a:lnTo>
                  <a:cubicBezTo>
                    <a:pt x="14016" y="22695"/>
                    <a:pt x="14729" y="22587"/>
                    <a:pt x="15413" y="22406"/>
                  </a:cubicBezTo>
                  <a:close/>
                  <a:moveTo>
                    <a:pt x="12780" y="15671"/>
                  </a:moveTo>
                  <a:cubicBezTo>
                    <a:pt x="12794" y="15671"/>
                    <a:pt x="12809" y="15672"/>
                    <a:pt x="12823" y="15672"/>
                  </a:cubicBezTo>
                  <a:lnTo>
                    <a:pt x="12823" y="17278"/>
                  </a:lnTo>
                  <a:lnTo>
                    <a:pt x="12824" y="17278"/>
                  </a:lnTo>
                  <a:lnTo>
                    <a:pt x="12824" y="17519"/>
                  </a:lnTo>
                  <a:lnTo>
                    <a:pt x="12824" y="17898"/>
                  </a:lnTo>
                  <a:lnTo>
                    <a:pt x="12824" y="17978"/>
                  </a:lnTo>
                  <a:lnTo>
                    <a:pt x="12824" y="19368"/>
                  </a:lnTo>
                  <a:lnTo>
                    <a:pt x="12824" y="19448"/>
                  </a:lnTo>
                  <a:lnTo>
                    <a:pt x="12824" y="19528"/>
                  </a:lnTo>
                  <a:lnTo>
                    <a:pt x="12824" y="22654"/>
                  </a:lnTo>
                  <a:lnTo>
                    <a:pt x="12824" y="22728"/>
                  </a:lnTo>
                  <a:lnTo>
                    <a:pt x="12824" y="23907"/>
                  </a:lnTo>
                  <a:lnTo>
                    <a:pt x="12824" y="23980"/>
                  </a:lnTo>
                  <a:lnTo>
                    <a:pt x="12824" y="24484"/>
                  </a:lnTo>
                  <a:lnTo>
                    <a:pt x="12762" y="23979"/>
                  </a:lnTo>
                  <a:lnTo>
                    <a:pt x="12753" y="23905"/>
                  </a:lnTo>
                  <a:lnTo>
                    <a:pt x="12608" y="22721"/>
                  </a:lnTo>
                  <a:lnTo>
                    <a:pt x="12598" y="22648"/>
                  </a:lnTo>
                  <a:lnTo>
                    <a:pt x="12210" y="19492"/>
                  </a:lnTo>
                  <a:lnTo>
                    <a:pt x="12200" y="19409"/>
                  </a:lnTo>
                  <a:lnTo>
                    <a:pt x="12190" y="19327"/>
                  </a:lnTo>
                  <a:lnTo>
                    <a:pt x="12014" y="17897"/>
                  </a:lnTo>
                  <a:lnTo>
                    <a:pt x="12004" y="17813"/>
                  </a:lnTo>
                  <a:lnTo>
                    <a:pt x="11954" y="17417"/>
                  </a:lnTo>
                  <a:lnTo>
                    <a:pt x="11924" y="17163"/>
                  </a:lnTo>
                  <a:lnTo>
                    <a:pt x="11866" y="16693"/>
                  </a:lnTo>
                  <a:lnTo>
                    <a:pt x="11809" y="16231"/>
                  </a:lnTo>
                  <a:lnTo>
                    <a:pt x="12282" y="15960"/>
                  </a:lnTo>
                  <a:lnTo>
                    <a:pt x="12780" y="15671"/>
                  </a:lnTo>
                  <a:close/>
                  <a:moveTo>
                    <a:pt x="12902" y="1"/>
                  </a:moveTo>
                  <a:lnTo>
                    <a:pt x="12679" y="1819"/>
                  </a:lnTo>
                  <a:cubicBezTo>
                    <a:pt x="12441" y="1824"/>
                    <a:pt x="12206" y="1837"/>
                    <a:pt x="11973" y="1857"/>
                  </a:cubicBezTo>
                  <a:lnTo>
                    <a:pt x="11943" y="1514"/>
                  </a:lnTo>
                  <a:lnTo>
                    <a:pt x="11870" y="1522"/>
                  </a:lnTo>
                  <a:lnTo>
                    <a:pt x="11900" y="1862"/>
                  </a:lnTo>
                  <a:cubicBezTo>
                    <a:pt x="11601" y="1889"/>
                    <a:pt x="11306" y="1927"/>
                    <a:pt x="11014" y="1978"/>
                  </a:cubicBezTo>
                  <a:lnTo>
                    <a:pt x="10955" y="1641"/>
                  </a:lnTo>
                  <a:lnTo>
                    <a:pt x="10882" y="1654"/>
                  </a:lnTo>
                  <a:lnTo>
                    <a:pt x="10941" y="1991"/>
                  </a:lnTo>
                  <a:cubicBezTo>
                    <a:pt x="10646" y="2044"/>
                    <a:pt x="10356" y="2107"/>
                    <a:pt x="10069" y="2183"/>
                  </a:cubicBezTo>
                  <a:lnTo>
                    <a:pt x="9982" y="1854"/>
                  </a:lnTo>
                  <a:lnTo>
                    <a:pt x="9911" y="1873"/>
                  </a:lnTo>
                  <a:lnTo>
                    <a:pt x="9998" y="2203"/>
                  </a:lnTo>
                  <a:cubicBezTo>
                    <a:pt x="9709" y="2281"/>
                    <a:pt x="9426" y="2373"/>
                    <a:pt x="9147" y="2473"/>
                  </a:cubicBezTo>
                  <a:lnTo>
                    <a:pt x="9030" y="2152"/>
                  </a:lnTo>
                  <a:lnTo>
                    <a:pt x="8960" y="2178"/>
                  </a:lnTo>
                  <a:lnTo>
                    <a:pt x="9078" y="2499"/>
                  </a:lnTo>
                  <a:cubicBezTo>
                    <a:pt x="8798" y="2602"/>
                    <a:pt x="8522" y="2716"/>
                    <a:pt x="8253" y="2840"/>
                  </a:cubicBezTo>
                  <a:lnTo>
                    <a:pt x="8108" y="2530"/>
                  </a:lnTo>
                  <a:lnTo>
                    <a:pt x="8041" y="2561"/>
                  </a:lnTo>
                  <a:lnTo>
                    <a:pt x="8185" y="2871"/>
                  </a:lnTo>
                  <a:cubicBezTo>
                    <a:pt x="7916" y="2999"/>
                    <a:pt x="7650" y="3136"/>
                    <a:pt x="7393" y="3284"/>
                  </a:cubicBezTo>
                  <a:lnTo>
                    <a:pt x="7222" y="2988"/>
                  </a:lnTo>
                  <a:lnTo>
                    <a:pt x="7159" y="3025"/>
                  </a:lnTo>
                  <a:lnTo>
                    <a:pt x="7330" y="3323"/>
                  </a:lnTo>
                  <a:cubicBezTo>
                    <a:pt x="7072" y="3474"/>
                    <a:pt x="6823" y="3635"/>
                    <a:pt x="6578" y="3805"/>
                  </a:cubicBezTo>
                  <a:lnTo>
                    <a:pt x="6380" y="3521"/>
                  </a:lnTo>
                  <a:lnTo>
                    <a:pt x="6319" y="3564"/>
                  </a:lnTo>
                  <a:lnTo>
                    <a:pt x="6518" y="3848"/>
                  </a:lnTo>
                  <a:cubicBezTo>
                    <a:pt x="6274" y="4019"/>
                    <a:pt x="6038" y="4201"/>
                    <a:pt x="5809" y="4392"/>
                  </a:cubicBezTo>
                  <a:lnTo>
                    <a:pt x="5586" y="4127"/>
                  </a:lnTo>
                  <a:lnTo>
                    <a:pt x="5530" y="4174"/>
                  </a:lnTo>
                  <a:lnTo>
                    <a:pt x="5753" y="4439"/>
                  </a:lnTo>
                  <a:cubicBezTo>
                    <a:pt x="5526" y="4632"/>
                    <a:pt x="5306" y="4831"/>
                    <a:pt x="5094" y="5042"/>
                  </a:cubicBezTo>
                  <a:lnTo>
                    <a:pt x="4849" y="4797"/>
                  </a:lnTo>
                  <a:lnTo>
                    <a:pt x="4797" y="4849"/>
                  </a:lnTo>
                  <a:lnTo>
                    <a:pt x="5043" y="5094"/>
                  </a:lnTo>
                  <a:cubicBezTo>
                    <a:pt x="4832" y="5305"/>
                    <a:pt x="4632" y="5526"/>
                    <a:pt x="4440" y="5753"/>
                  </a:cubicBezTo>
                  <a:lnTo>
                    <a:pt x="4174" y="5530"/>
                  </a:lnTo>
                  <a:lnTo>
                    <a:pt x="4127" y="5587"/>
                  </a:lnTo>
                  <a:lnTo>
                    <a:pt x="4393" y="5810"/>
                  </a:lnTo>
                  <a:cubicBezTo>
                    <a:pt x="4202" y="6038"/>
                    <a:pt x="4019" y="6274"/>
                    <a:pt x="3848" y="6517"/>
                  </a:cubicBezTo>
                  <a:lnTo>
                    <a:pt x="3564" y="6319"/>
                  </a:lnTo>
                  <a:lnTo>
                    <a:pt x="3522" y="6379"/>
                  </a:lnTo>
                  <a:lnTo>
                    <a:pt x="3806" y="6578"/>
                  </a:lnTo>
                  <a:cubicBezTo>
                    <a:pt x="3635" y="6822"/>
                    <a:pt x="3474" y="7072"/>
                    <a:pt x="3323" y="7330"/>
                  </a:cubicBezTo>
                  <a:lnTo>
                    <a:pt x="3026" y="7158"/>
                  </a:lnTo>
                  <a:lnTo>
                    <a:pt x="2987" y="7222"/>
                  </a:lnTo>
                  <a:lnTo>
                    <a:pt x="3285" y="7393"/>
                  </a:lnTo>
                  <a:cubicBezTo>
                    <a:pt x="3136" y="7651"/>
                    <a:pt x="3000" y="7915"/>
                    <a:pt x="2872" y="8185"/>
                  </a:cubicBezTo>
                  <a:lnTo>
                    <a:pt x="2561" y="8039"/>
                  </a:lnTo>
                  <a:lnTo>
                    <a:pt x="2530" y="8106"/>
                  </a:lnTo>
                  <a:lnTo>
                    <a:pt x="2841" y="8251"/>
                  </a:lnTo>
                  <a:cubicBezTo>
                    <a:pt x="2716" y="8520"/>
                    <a:pt x="2603" y="8795"/>
                    <a:pt x="2499" y="9076"/>
                  </a:cubicBezTo>
                  <a:lnTo>
                    <a:pt x="2178" y="8958"/>
                  </a:lnTo>
                  <a:lnTo>
                    <a:pt x="2152" y="9029"/>
                  </a:lnTo>
                  <a:lnTo>
                    <a:pt x="2474" y="9146"/>
                  </a:lnTo>
                  <a:cubicBezTo>
                    <a:pt x="2373" y="9425"/>
                    <a:pt x="2281" y="9709"/>
                    <a:pt x="2202" y="9997"/>
                  </a:cubicBezTo>
                  <a:lnTo>
                    <a:pt x="1873" y="9910"/>
                  </a:lnTo>
                  <a:lnTo>
                    <a:pt x="1855" y="9980"/>
                  </a:lnTo>
                  <a:lnTo>
                    <a:pt x="2183" y="10068"/>
                  </a:lnTo>
                  <a:cubicBezTo>
                    <a:pt x="2107" y="10354"/>
                    <a:pt x="2043" y="10645"/>
                    <a:pt x="1991" y="10939"/>
                  </a:cubicBezTo>
                  <a:lnTo>
                    <a:pt x="1654" y="10881"/>
                  </a:lnTo>
                  <a:lnTo>
                    <a:pt x="1641" y="10953"/>
                  </a:lnTo>
                  <a:lnTo>
                    <a:pt x="1978" y="11012"/>
                  </a:lnTo>
                  <a:cubicBezTo>
                    <a:pt x="1928" y="11304"/>
                    <a:pt x="1889" y="11599"/>
                    <a:pt x="1862" y="11898"/>
                  </a:cubicBezTo>
                  <a:lnTo>
                    <a:pt x="1521" y="11869"/>
                  </a:lnTo>
                  <a:lnTo>
                    <a:pt x="1515" y="11942"/>
                  </a:lnTo>
                  <a:lnTo>
                    <a:pt x="1857" y="11972"/>
                  </a:lnTo>
                  <a:cubicBezTo>
                    <a:pt x="1837" y="12205"/>
                    <a:pt x="1825" y="12440"/>
                    <a:pt x="1820" y="12677"/>
                  </a:cubicBezTo>
                  <a:lnTo>
                    <a:pt x="1" y="12901"/>
                  </a:lnTo>
                  <a:lnTo>
                    <a:pt x="1820" y="13124"/>
                  </a:lnTo>
                  <a:cubicBezTo>
                    <a:pt x="1825" y="13361"/>
                    <a:pt x="1837" y="13595"/>
                    <a:pt x="1857" y="13829"/>
                  </a:cubicBezTo>
                  <a:lnTo>
                    <a:pt x="1515" y="13858"/>
                  </a:lnTo>
                  <a:lnTo>
                    <a:pt x="1521" y="13933"/>
                  </a:lnTo>
                  <a:lnTo>
                    <a:pt x="1862" y="13903"/>
                  </a:lnTo>
                  <a:cubicBezTo>
                    <a:pt x="1889" y="14202"/>
                    <a:pt x="1928" y="14497"/>
                    <a:pt x="1978" y="14789"/>
                  </a:cubicBezTo>
                  <a:lnTo>
                    <a:pt x="1641" y="14848"/>
                  </a:lnTo>
                  <a:lnTo>
                    <a:pt x="1654" y="14920"/>
                  </a:lnTo>
                  <a:lnTo>
                    <a:pt x="1991" y="14861"/>
                  </a:lnTo>
                  <a:cubicBezTo>
                    <a:pt x="2043" y="15156"/>
                    <a:pt x="2107" y="15446"/>
                    <a:pt x="2183" y="15733"/>
                  </a:cubicBezTo>
                  <a:lnTo>
                    <a:pt x="1855" y="15821"/>
                  </a:lnTo>
                  <a:lnTo>
                    <a:pt x="1873" y="15891"/>
                  </a:lnTo>
                  <a:lnTo>
                    <a:pt x="2202" y="15803"/>
                  </a:lnTo>
                  <a:cubicBezTo>
                    <a:pt x="2281" y="16092"/>
                    <a:pt x="2373" y="16376"/>
                    <a:pt x="2474" y="16654"/>
                  </a:cubicBezTo>
                  <a:lnTo>
                    <a:pt x="2152" y="16772"/>
                  </a:lnTo>
                  <a:lnTo>
                    <a:pt x="2178" y="16842"/>
                  </a:lnTo>
                  <a:lnTo>
                    <a:pt x="2499" y="16725"/>
                  </a:lnTo>
                  <a:cubicBezTo>
                    <a:pt x="2603" y="17004"/>
                    <a:pt x="2717" y="17281"/>
                    <a:pt x="2841" y="17550"/>
                  </a:cubicBezTo>
                  <a:lnTo>
                    <a:pt x="2530" y="17694"/>
                  </a:lnTo>
                  <a:lnTo>
                    <a:pt x="2561" y="17761"/>
                  </a:lnTo>
                  <a:lnTo>
                    <a:pt x="2872" y="17617"/>
                  </a:lnTo>
                  <a:cubicBezTo>
                    <a:pt x="3000" y="17886"/>
                    <a:pt x="3136" y="18152"/>
                    <a:pt x="3285" y="18408"/>
                  </a:cubicBezTo>
                  <a:lnTo>
                    <a:pt x="2987" y="18581"/>
                  </a:lnTo>
                  <a:lnTo>
                    <a:pt x="3026" y="18644"/>
                  </a:lnTo>
                  <a:lnTo>
                    <a:pt x="3323" y="18472"/>
                  </a:lnTo>
                  <a:cubicBezTo>
                    <a:pt x="3474" y="18730"/>
                    <a:pt x="3635" y="18980"/>
                    <a:pt x="3806" y="19223"/>
                  </a:cubicBezTo>
                  <a:lnTo>
                    <a:pt x="3522" y="19423"/>
                  </a:lnTo>
                  <a:lnTo>
                    <a:pt x="3564" y="19483"/>
                  </a:lnTo>
                  <a:lnTo>
                    <a:pt x="3848" y="19284"/>
                  </a:lnTo>
                  <a:cubicBezTo>
                    <a:pt x="4019" y="19528"/>
                    <a:pt x="4202" y="19764"/>
                    <a:pt x="4393" y="19992"/>
                  </a:cubicBezTo>
                  <a:lnTo>
                    <a:pt x="4127" y="20216"/>
                  </a:lnTo>
                  <a:lnTo>
                    <a:pt x="4174" y="20273"/>
                  </a:lnTo>
                  <a:lnTo>
                    <a:pt x="4440" y="20049"/>
                  </a:lnTo>
                  <a:cubicBezTo>
                    <a:pt x="4632" y="20276"/>
                    <a:pt x="4832" y="20497"/>
                    <a:pt x="5043" y="20708"/>
                  </a:cubicBezTo>
                  <a:lnTo>
                    <a:pt x="4797" y="20954"/>
                  </a:lnTo>
                  <a:lnTo>
                    <a:pt x="4849" y="21005"/>
                  </a:lnTo>
                  <a:lnTo>
                    <a:pt x="5094" y="20760"/>
                  </a:lnTo>
                  <a:cubicBezTo>
                    <a:pt x="5306" y="20970"/>
                    <a:pt x="5526" y="21170"/>
                    <a:pt x="5753" y="21362"/>
                  </a:cubicBezTo>
                  <a:lnTo>
                    <a:pt x="5530" y="21627"/>
                  </a:lnTo>
                  <a:lnTo>
                    <a:pt x="5586" y="21676"/>
                  </a:lnTo>
                  <a:lnTo>
                    <a:pt x="5809" y="21410"/>
                  </a:lnTo>
                  <a:cubicBezTo>
                    <a:pt x="6038" y="21601"/>
                    <a:pt x="6274" y="21782"/>
                    <a:pt x="6518" y="21955"/>
                  </a:cubicBezTo>
                  <a:lnTo>
                    <a:pt x="6319" y="22238"/>
                  </a:lnTo>
                  <a:lnTo>
                    <a:pt x="6380" y="22281"/>
                  </a:lnTo>
                  <a:lnTo>
                    <a:pt x="6578" y="21997"/>
                  </a:lnTo>
                  <a:cubicBezTo>
                    <a:pt x="6823" y="22167"/>
                    <a:pt x="7072" y="22328"/>
                    <a:pt x="7330" y="22479"/>
                  </a:cubicBezTo>
                  <a:lnTo>
                    <a:pt x="7159" y="22777"/>
                  </a:lnTo>
                  <a:lnTo>
                    <a:pt x="7222" y="22814"/>
                  </a:lnTo>
                  <a:lnTo>
                    <a:pt x="7393" y="22518"/>
                  </a:lnTo>
                  <a:cubicBezTo>
                    <a:pt x="7651" y="22666"/>
                    <a:pt x="7916" y="22803"/>
                    <a:pt x="8185" y="22931"/>
                  </a:cubicBezTo>
                  <a:lnTo>
                    <a:pt x="8041" y="23241"/>
                  </a:lnTo>
                  <a:lnTo>
                    <a:pt x="8108" y="23272"/>
                  </a:lnTo>
                  <a:lnTo>
                    <a:pt x="8253" y="22962"/>
                  </a:lnTo>
                  <a:cubicBezTo>
                    <a:pt x="8522" y="23086"/>
                    <a:pt x="8796" y="23200"/>
                    <a:pt x="9078" y="23303"/>
                  </a:cubicBezTo>
                  <a:lnTo>
                    <a:pt x="8960" y="23624"/>
                  </a:lnTo>
                  <a:lnTo>
                    <a:pt x="9030" y="23650"/>
                  </a:lnTo>
                  <a:lnTo>
                    <a:pt x="9147" y="23329"/>
                  </a:lnTo>
                  <a:cubicBezTo>
                    <a:pt x="9426" y="23430"/>
                    <a:pt x="9709" y="23521"/>
                    <a:pt x="9998" y="23600"/>
                  </a:cubicBezTo>
                  <a:lnTo>
                    <a:pt x="9911" y="23928"/>
                  </a:lnTo>
                  <a:lnTo>
                    <a:pt x="9982" y="23948"/>
                  </a:lnTo>
                  <a:lnTo>
                    <a:pt x="10069" y="23619"/>
                  </a:lnTo>
                  <a:cubicBezTo>
                    <a:pt x="10356" y="23695"/>
                    <a:pt x="10647" y="23758"/>
                    <a:pt x="10941" y="23812"/>
                  </a:cubicBezTo>
                  <a:lnTo>
                    <a:pt x="10882" y="24148"/>
                  </a:lnTo>
                  <a:lnTo>
                    <a:pt x="10955" y="24160"/>
                  </a:lnTo>
                  <a:lnTo>
                    <a:pt x="11014" y="23824"/>
                  </a:lnTo>
                  <a:cubicBezTo>
                    <a:pt x="11306" y="23875"/>
                    <a:pt x="11601" y="23913"/>
                    <a:pt x="11900" y="23941"/>
                  </a:cubicBezTo>
                  <a:lnTo>
                    <a:pt x="11870" y="24281"/>
                  </a:lnTo>
                  <a:lnTo>
                    <a:pt x="11943" y="24287"/>
                  </a:lnTo>
                  <a:lnTo>
                    <a:pt x="11973" y="23946"/>
                  </a:lnTo>
                  <a:cubicBezTo>
                    <a:pt x="12206" y="23964"/>
                    <a:pt x="12441" y="23978"/>
                    <a:pt x="12679" y="23983"/>
                  </a:cubicBezTo>
                  <a:lnTo>
                    <a:pt x="12902" y="25801"/>
                  </a:lnTo>
                  <a:lnTo>
                    <a:pt x="13125" y="23983"/>
                  </a:lnTo>
                  <a:cubicBezTo>
                    <a:pt x="13362" y="23978"/>
                    <a:pt x="13597" y="23964"/>
                    <a:pt x="13830" y="23946"/>
                  </a:cubicBezTo>
                  <a:lnTo>
                    <a:pt x="13860" y="24287"/>
                  </a:lnTo>
                  <a:lnTo>
                    <a:pt x="13933" y="24281"/>
                  </a:lnTo>
                  <a:lnTo>
                    <a:pt x="13903" y="23941"/>
                  </a:lnTo>
                  <a:cubicBezTo>
                    <a:pt x="14203" y="23913"/>
                    <a:pt x="14499" y="23875"/>
                    <a:pt x="14790" y="23824"/>
                  </a:cubicBezTo>
                  <a:lnTo>
                    <a:pt x="14850" y="24160"/>
                  </a:lnTo>
                  <a:lnTo>
                    <a:pt x="14922" y="24148"/>
                  </a:lnTo>
                  <a:lnTo>
                    <a:pt x="14862" y="23812"/>
                  </a:lnTo>
                  <a:cubicBezTo>
                    <a:pt x="15157" y="23758"/>
                    <a:pt x="15448" y="23695"/>
                    <a:pt x="15734" y="23619"/>
                  </a:cubicBezTo>
                  <a:lnTo>
                    <a:pt x="15822" y="23948"/>
                  </a:lnTo>
                  <a:lnTo>
                    <a:pt x="15893" y="23928"/>
                  </a:lnTo>
                  <a:lnTo>
                    <a:pt x="15805" y="23600"/>
                  </a:lnTo>
                  <a:cubicBezTo>
                    <a:pt x="16094" y="23521"/>
                    <a:pt x="16378" y="23430"/>
                    <a:pt x="16656" y="23329"/>
                  </a:cubicBezTo>
                  <a:lnTo>
                    <a:pt x="16774" y="23650"/>
                  </a:lnTo>
                  <a:lnTo>
                    <a:pt x="16843" y="23624"/>
                  </a:lnTo>
                  <a:lnTo>
                    <a:pt x="16725" y="23303"/>
                  </a:lnTo>
                  <a:cubicBezTo>
                    <a:pt x="17006" y="23200"/>
                    <a:pt x="17281" y="23085"/>
                    <a:pt x="17551" y="22962"/>
                  </a:cubicBezTo>
                  <a:lnTo>
                    <a:pt x="17695" y="23272"/>
                  </a:lnTo>
                  <a:lnTo>
                    <a:pt x="17762" y="23241"/>
                  </a:lnTo>
                  <a:lnTo>
                    <a:pt x="17618" y="22931"/>
                  </a:lnTo>
                  <a:cubicBezTo>
                    <a:pt x="17888" y="22803"/>
                    <a:pt x="18153" y="22666"/>
                    <a:pt x="18410" y="22518"/>
                  </a:cubicBezTo>
                  <a:lnTo>
                    <a:pt x="18581" y="22814"/>
                  </a:lnTo>
                  <a:lnTo>
                    <a:pt x="18644" y="22777"/>
                  </a:lnTo>
                  <a:lnTo>
                    <a:pt x="18473" y="22479"/>
                  </a:lnTo>
                  <a:cubicBezTo>
                    <a:pt x="18731" y="22328"/>
                    <a:pt x="18982" y="22167"/>
                    <a:pt x="19225" y="21997"/>
                  </a:cubicBezTo>
                  <a:lnTo>
                    <a:pt x="19423" y="22281"/>
                  </a:lnTo>
                  <a:lnTo>
                    <a:pt x="19484" y="22238"/>
                  </a:lnTo>
                  <a:lnTo>
                    <a:pt x="19286" y="21955"/>
                  </a:lnTo>
                  <a:cubicBezTo>
                    <a:pt x="19530" y="21782"/>
                    <a:pt x="19766" y="21601"/>
                    <a:pt x="19994" y="21410"/>
                  </a:cubicBezTo>
                  <a:lnTo>
                    <a:pt x="20217" y="21676"/>
                  </a:lnTo>
                  <a:lnTo>
                    <a:pt x="20274" y="21627"/>
                  </a:lnTo>
                  <a:lnTo>
                    <a:pt x="20051" y="21362"/>
                  </a:lnTo>
                  <a:cubicBezTo>
                    <a:pt x="20278" y="21170"/>
                    <a:pt x="20498" y="20970"/>
                    <a:pt x="20710" y="20760"/>
                  </a:cubicBezTo>
                  <a:lnTo>
                    <a:pt x="20955" y="21005"/>
                  </a:lnTo>
                  <a:lnTo>
                    <a:pt x="21006" y="20954"/>
                  </a:lnTo>
                  <a:lnTo>
                    <a:pt x="20762" y="20708"/>
                  </a:lnTo>
                  <a:cubicBezTo>
                    <a:pt x="20971" y="20497"/>
                    <a:pt x="21171" y="20276"/>
                    <a:pt x="21363" y="20049"/>
                  </a:cubicBezTo>
                  <a:lnTo>
                    <a:pt x="21629" y="20273"/>
                  </a:lnTo>
                  <a:lnTo>
                    <a:pt x="21677" y="20216"/>
                  </a:lnTo>
                  <a:lnTo>
                    <a:pt x="21412" y="19992"/>
                  </a:lnTo>
                  <a:cubicBezTo>
                    <a:pt x="21602" y="19764"/>
                    <a:pt x="21784" y="19528"/>
                    <a:pt x="21955" y="19284"/>
                  </a:cubicBezTo>
                  <a:lnTo>
                    <a:pt x="22239" y="19483"/>
                  </a:lnTo>
                  <a:lnTo>
                    <a:pt x="22281" y="19423"/>
                  </a:lnTo>
                  <a:lnTo>
                    <a:pt x="21998" y="19223"/>
                  </a:lnTo>
                  <a:cubicBezTo>
                    <a:pt x="22168" y="18980"/>
                    <a:pt x="22330" y="18730"/>
                    <a:pt x="22480" y="18472"/>
                  </a:cubicBezTo>
                  <a:lnTo>
                    <a:pt x="22779" y="18644"/>
                  </a:lnTo>
                  <a:lnTo>
                    <a:pt x="22816" y="18581"/>
                  </a:lnTo>
                  <a:lnTo>
                    <a:pt x="22519" y="18408"/>
                  </a:lnTo>
                  <a:cubicBezTo>
                    <a:pt x="22667" y="18150"/>
                    <a:pt x="22804" y="17886"/>
                    <a:pt x="22931" y="17617"/>
                  </a:cubicBezTo>
                  <a:lnTo>
                    <a:pt x="23243" y="17762"/>
                  </a:lnTo>
                  <a:lnTo>
                    <a:pt x="23274" y="17695"/>
                  </a:lnTo>
                  <a:lnTo>
                    <a:pt x="22962" y="17551"/>
                  </a:lnTo>
                  <a:cubicBezTo>
                    <a:pt x="23088" y="17282"/>
                    <a:pt x="23202" y="17007"/>
                    <a:pt x="23305" y="16726"/>
                  </a:cubicBezTo>
                  <a:lnTo>
                    <a:pt x="23626" y="16843"/>
                  </a:lnTo>
                  <a:lnTo>
                    <a:pt x="23652" y="16773"/>
                  </a:lnTo>
                  <a:lnTo>
                    <a:pt x="23331" y="16656"/>
                  </a:lnTo>
                  <a:cubicBezTo>
                    <a:pt x="23431" y="16378"/>
                    <a:pt x="23523" y="16094"/>
                    <a:pt x="23601" y="15805"/>
                  </a:cubicBezTo>
                  <a:lnTo>
                    <a:pt x="23930" y="15893"/>
                  </a:lnTo>
                  <a:lnTo>
                    <a:pt x="23950" y="15822"/>
                  </a:lnTo>
                  <a:lnTo>
                    <a:pt x="23621" y="15734"/>
                  </a:lnTo>
                  <a:cubicBezTo>
                    <a:pt x="23697" y="15447"/>
                    <a:pt x="23760" y="15156"/>
                    <a:pt x="23812" y="14862"/>
                  </a:cubicBezTo>
                  <a:lnTo>
                    <a:pt x="24149" y="14921"/>
                  </a:lnTo>
                  <a:lnTo>
                    <a:pt x="24162" y="14849"/>
                  </a:lnTo>
                  <a:lnTo>
                    <a:pt x="23826" y="14790"/>
                  </a:lnTo>
                  <a:cubicBezTo>
                    <a:pt x="23875" y="14498"/>
                    <a:pt x="23915" y="14203"/>
                    <a:pt x="23941" y="13904"/>
                  </a:cubicBezTo>
                  <a:lnTo>
                    <a:pt x="24282" y="13934"/>
                  </a:lnTo>
                  <a:lnTo>
                    <a:pt x="24288" y="13859"/>
                  </a:lnTo>
                  <a:lnTo>
                    <a:pt x="23947" y="13830"/>
                  </a:lnTo>
                  <a:cubicBezTo>
                    <a:pt x="23966" y="13596"/>
                    <a:pt x="23979" y="13362"/>
                    <a:pt x="23984" y="13125"/>
                  </a:cubicBezTo>
                  <a:lnTo>
                    <a:pt x="25803" y="12901"/>
                  </a:lnTo>
                  <a:lnTo>
                    <a:pt x="23984" y="12677"/>
                  </a:lnTo>
                  <a:cubicBezTo>
                    <a:pt x="23979" y="12440"/>
                    <a:pt x="23966" y="12205"/>
                    <a:pt x="23947" y="11972"/>
                  </a:cubicBezTo>
                  <a:lnTo>
                    <a:pt x="24288" y="11942"/>
                  </a:lnTo>
                  <a:lnTo>
                    <a:pt x="24282" y="11869"/>
                  </a:lnTo>
                  <a:lnTo>
                    <a:pt x="23941" y="11898"/>
                  </a:lnTo>
                  <a:cubicBezTo>
                    <a:pt x="23915" y="11599"/>
                    <a:pt x="23875" y="11304"/>
                    <a:pt x="23826" y="11012"/>
                  </a:cubicBezTo>
                  <a:lnTo>
                    <a:pt x="24162" y="10953"/>
                  </a:lnTo>
                  <a:lnTo>
                    <a:pt x="24149" y="10881"/>
                  </a:lnTo>
                  <a:lnTo>
                    <a:pt x="23812" y="10939"/>
                  </a:lnTo>
                  <a:cubicBezTo>
                    <a:pt x="23760" y="10644"/>
                    <a:pt x="23697" y="10354"/>
                    <a:pt x="23621" y="10068"/>
                  </a:cubicBezTo>
                  <a:lnTo>
                    <a:pt x="23950" y="9980"/>
                  </a:lnTo>
                  <a:lnTo>
                    <a:pt x="23930" y="9910"/>
                  </a:lnTo>
                  <a:lnTo>
                    <a:pt x="23601" y="9997"/>
                  </a:lnTo>
                  <a:cubicBezTo>
                    <a:pt x="23523" y="9709"/>
                    <a:pt x="23431" y="9425"/>
                    <a:pt x="23331" y="9146"/>
                  </a:cubicBezTo>
                  <a:lnTo>
                    <a:pt x="23652" y="9029"/>
                  </a:lnTo>
                  <a:lnTo>
                    <a:pt x="23626" y="8958"/>
                  </a:lnTo>
                  <a:lnTo>
                    <a:pt x="23305" y="9076"/>
                  </a:lnTo>
                  <a:cubicBezTo>
                    <a:pt x="23202" y="8796"/>
                    <a:pt x="23086" y="8520"/>
                    <a:pt x="22962" y="8251"/>
                  </a:cubicBezTo>
                  <a:lnTo>
                    <a:pt x="23274" y="8106"/>
                  </a:lnTo>
                  <a:lnTo>
                    <a:pt x="23243" y="8039"/>
                  </a:lnTo>
                  <a:lnTo>
                    <a:pt x="22931" y="8185"/>
                  </a:lnTo>
                  <a:cubicBezTo>
                    <a:pt x="22804" y="7915"/>
                    <a:pt x="22667" y="7650"/>
                    <a:pt x="22519" y="7393"/>
                  </a:cubicBezTo>
                  <a:lnTo>
                    <a:pt x="22816" y="7222"/>
                  </a:lnTo>
                  <a:lnTo>
                    <a:pt x="22779" y="7158"/>
                  </a:lnTo>
                  <a:lnTo>
                    <a:pt x="22480" y="7330"/>
                  </a:lnTo>
                  <a:cubicBezTo>
                    <a:pt x="22330" y="7072"/>
                    <a:pt x="22168" y="6822"/>
                    <a:pt x="21998" y="6578"/>
                  </a:cubicBezTo>
                  <a:lnTo>
                    <a:pt x="22281" y="6379"/>
                  </a:lnTo>
                  <a:lnTo>
                    <a:pt x="22239" y="6319"/>
                  </a:lnTo>
                  <a:lnTo>
                    <a:pt x="21955" y="6517"/>
                  </a:lnTo>
                  <a:cubicBezTo>
                    <a:pt x="21784" y="6274"/>
                    <a:pt x="21602" y="6038"/>
                    <a:pt x="21412" y="5810"/>
                  </a:cubicBezTo>
                  <a:lnTo>
                    <a:pt x="21677" y="5587"/>
                  </a:lnTo>
                  <a:lnTo>
                    <a:pt x="21629" y="5530"/>
                  </a:lnTo>
                  <a:lnTo>
                    <a:pt x="21363" y="5753"/>
                  </a:lnTo>
                  <a:cubicBezTo>
                    <a:pt x="21171" y="5526"/>
                    <a:pt x="20971" y="5305"/>
                    <a:pt x="20762" y="5094"/>
                  </a:cubicBezTo>
                  <a:lnTo>
                    <a:pt x="21006" y="4849"/>
                  </a:lnTo>
                  <a:lnTo>
                    <a:pt x="20955" y="4797"/>
                  </a:lnTo>
                  <a:lnTo>
                    <a:pt x="20710" y="5042"/>
                  </a:lnTo>
                  <a:cubicBezTo>
                    <a:pt x="20498" y="4831"/>
                    <a:pt x="20278" y="4632"/>
                    <a:pt x="20051" y="4439"/>
                  </a:cubicBezTo>
                  <a:lnTo>
                    <a:pt x="20274" y="4174"/>
                  </a:lnTo>
                  <a:lnTo>
                    <a:pt x="20217" y="4127"/>
                  </a:lnTo>
                  <a:lnTo>
                    <a:pt x="19994" y="4392"/>
                  </a:lnTo>
                  <a:cubicBezTo>
                    <a:pt x="19766" y="4201"/>
                    <a:pt x="19530" y="4019"/>
                    <a:pt x="19286" y="3848"/>
                  </a:cubicBezTo>
                  <a:lnTo>
                    <a:pt x="19484" y="3564"/>
                  </a:lnTo>
                  <a:lnTo>
                    <a:pt x="19423" y="3521"/>
                  </a:lnTo>
                  <a:lnTo>
                    <a:pt x="19225" y="3805"/>
                  </a:lnTo>
                  <a:cubicBezTo>
                    <a:pt x="18982" y="3635"/>
                    <a:pt x="18731" y="3474"/>
                    <a:pt x="18473" y="3323"/>
                  </a:cubicBezTo>
                  <a:lnTo>
                    <a:pt x="18644" y="3025"/>
                  </a:lnTo>
                  <a:lnTo>
                    <a:pt x="18581" y="2988"/>
                  </a:lnTo>
                  <a:lnTo>
                    <a:pt x="18410" y="3284"/>
                  </a:lnTo>
                  <a:cubicBezTo>
                    <a:pt x="18152" y="3136"/>
                    <a:pt x="17888" y="2999"/>
                    <a:pt x="17618" y="2871"/>
                  </a:cubicBezTo>
                  <a:lnTo>
                    <a:pt x="17762" y="2561"/>
                  </a:lnTo>
                  <a:lnTo>
                    <a:pt x="17695" y="2530"/>
                  </a:lnTo>
                  <a:lnTo>
                    <a:pt x="17551" y="2840"/>
                  </a:lnTo>
                  <a:cubicBezTo>
                    <a:pt x="17281" y="2715"/>
                    <a:pt x="17007" y="2602"/>
                    <a:pt x="16725" y="2499"/>
                  </a:cubicBezTo>
                  <a:lnTo>
                    <a:pt x="16843" y="2178"/>
                  </a:lnTo>
                  <a:lnTo>
                    <a:pt x="16774" y="2152"/>
                  </a:lnTo>
                  <a:lnTo>
                    <a:pt x="16656" y="2473"/>
                  </a:lnTo>
                  <a:cubicBezTo>
                    <a:pt x="16378" y="2373"/>
                    <a:pt x="16094" y="2281"/>
                    <a:pt x="15805" y="2203"/>
                  </a:cubicBezTo>
                  <a:lnTo>
                    <a:pt x="15893" y="1873"/>
                  </a:lnTo>
                  <a:lnTo>
                    <a:pt x="15822" y="1854"/>
                  </a:lnTo>
                  <a:lnTo>
                    <a:pt x="15734" y="2183"/>
                  </a:lnTo>
                  <a:cubicBezTo>
                    <a:pt x="15448" y="2107"/>
                    <a:pt x="15156" y="2044"/>
                    <a:pt x="14862" y="1991"/>
                  </a:cubicBezTo>
                  <a:lnTo>
                    <a:pt x="14922" y="1654"/>
                  </a:lnTo>
                  <a:lnTo>
                    <a:pt x="14850" y="1641"/>
                  </a:lnTo>
                  <a:lnTo>
                    <a:pt x="14790" y="1978"/>
                  </a:lnTo>
                  <a:cubicBezTo>
                    <a:pt x="14499" y="1927"/>
                    <a:pt x="14203" y="1889"/>
                    <a:pt x="13903" y="1862"/>
                  </a:cubicBezTo>
                  <a:lnTo>
                    <a:pt x="13933" y="1522"/>
                  </a:lnTo>
                  <a:lnTo>
                    <a:pt x="13860" y="1514"/>
                  </a:lnTo>
                  <a:lnTo>
                    <a:pt x="13830" y="1857"/>
                  </a:lnTo>
                  <a:cubicBezTo>
                    <a:pt x="13597" y="1837"/>
                    <a:pt x="13362" y="1824"/>
                    <a:pt x="13125" y="1819"/>
                  </a:cubicBezTo>
                  <a:lnTo>
                    <a:pt x="12902"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3963050" y="4335925"/>
              <a:ext cx="108825" cy="108800"/>
            </a:xfrm>
            <a:custGeom>
              <a:rect b="b" l="l" r="r" t="t"/>
              <a:pathLst>
                <a:path extrusionOk="0" h="4352" w="4353">
                  <a:moveTo>
                    <a:pt x="2217" y="244"/>
                  </a:moveTo>
                  <a:cubicBezTo>
                    <a:pt x="2229" y="244"/>
                    <a:pt x="2244" y="244"/>
                    <a:pt x="2257" y="245"/>
                  </a:cubicBezTo>
                  <a:cubicBezTo>
                    <a:pt x="2446" y="254"/>
                    <a:pt x="2630" y="289"/>
                    <a:pt x="2801" y="348"/>
                  </a:cubicBezTo>
                  <a:lnTo>
                    <a:pt x="2781" y="666"/>
                  </a:lnTo>
                  <a:lnTo>
                    <a:pt x="2779" y="707"/>
                  </a:lnTo>
                  <a:lnTo>
                    <a:pt x="2776" y="746"/>
                  </a:lnTo>
                  <a:lnTo>
                    <a:pt x="2770" y="862"/>
                  </a:lnTo>
                  <a:lnTo>
                    <a:pt x="2866" y="758"/>
                  </a:lnTo>
                  <a:lnTo>
                    <a:pt x="2899" y="722"/>
                  </a:lnTo>
                  <a:lnTo>
                    <a:pt x="2933" y="686"/>
                  </a:lnTo>
                  <a:lnTo>
                    <a:pt x="3115" y="487"/>
                  </a:lnTo>
                  <a:cubicBezTo>
                    <a:pt x="3248" y="560"/>
                    <a:pt x="3371" y="651"/>
                    <a:pt x="3483" y="753"/>
                  </a:cubicBezTo>
                  <a:lnTo>
                    <a:pt x="3486" y="755"/>
                  </a:lnTo>
                  <a:lnTo>
                    <a:pt x="3509" y="779"/>
                  </a:lnTo>
                  <a:lnTo>
                    <a:pt x="3514" y="784"/>
                  </a:lnTo>
                  <a:cubicBezTo>
                    <a:pt x="3518" y="787"/>
                    <a:pt x="3522" y="791"/>
                    <a:pt x="3526" y="794"/>
                  </a:cubicBezTo>
                  <a:lnTo>
                    <a:pt x="3521" y="797"/>
                  </a:lnTo>
                  <a:lnTo>
                    <a:pt x="3513" y="805"/>
                  </a:lnTo>
                  <a:lnTo>
                    <a:pt x="3478" y="832"/>
                  </a:lnTo>
                  <a:lnTo>
                    <a:pt x="3411" y="887"/>
                  </a:lnTo>
                  <a:lnTo>
                    <a:pt x="3115" y="1127"/>
                  </a:lnTo>
                  <a:lnTo>
                    <a:pt x="2816" y="1368"/>
                  </a:lnTo>
                  <a:cubicBezTo>
                    <a:pt x="2827" y="1377"/>
                    <a:pt x="2837" y="1384"/>
                    <a:pt x="2847" y="1394"/>
                  </a:cubicBezTo>
                  <a:cubicBezTo>
                    <a:pt x="2858" y="1403"/>
                    <a:pt x="2867" y="1411"/>
                    <a:pt x="2877" y="1421"/>
                  </a:cubicBezTo>
                  <a:cubicBezTo>
                    <a:pt x="2888" y="1430"/>
                    <a:pt x="2898" y="1439"/>
                    <a:pt x="2907" y="1447"/>
                  </a:cubicBezTo>
                  <a:cubicBezTo>
                    <a:pt x="2915" y="1457"/>
                    <a:pt x="2925" y="1467"/>
                    <a:pt x="2934" y="1477"/>
                  </a:cubicBezTo>
                  <a:cubicBezTo>
                    <a:pt x="2943" y="1488"/>
                    <a:pt x="2952" y="1497"/>
                    <a:pt x="2961" y="1507"/>
                  </a:cubicBezTo>
                  <a:cubicBezTo>
                    <a:pt x="2970" y="1518"/>
                    <a:pt x="2977" y="1528"/>
                    <a:pt x="2987" y="1538"/>
                  </a:cubicBezTo>
                  <a:lnTo>
                    <a:pt x="3228" y="1240"/>
                  </a:lnTo>
                  <a:lnTo>
                    <a:pt x="3467" y="944"/>
                  </a:lnTo>
                  <a:lnTo>
                    <a:pt x="3522" y="877"/>
                  </a:lnTo>
                  <a:lnTo>
                    <a:pt x="3550" y="842"/>
                  </a:lnTo>
                  <a:lnTo>
                    <a:pt x="3557" y="833"/>
                  </a:lnTo>
                  <a:lnTo>
                    <a:pt x="3560" y="828"/>
                  </a:lnTo>
                  <a:cubicBezTo>
                    <a:pt x="3564" y="832"/>
                    <a:pt x="3569" y="837"/>
                    <a:pt x="3571" y="841"/>
                  </a:cubicBezTo>
                  <a:lnTo>
                    <a:pt x="3576" y="846"/>
                  </a:lnTo>
                  <a:lnTo>
                    <a:pt x="3599" y="869"/>
                  </a:lnTo>
                  <a:lnTo>
                    <a:pt x="3602" y="872"/>
                  </a:lnTo>
                  <a:cubicBezTo>
                    <a:pt x="3712" y="991"/>
                    <a:pt x="3806" y="1124"/>
                    <a:pt x="3883" y="1267"/>
                  </a:cubicBezTo>
                  <a:lnTo>
                    <a:pt x="3673" y="1453"/>
                  </a:lnTo>
                  <a:lnTo>
                    <a:pt x="3637" y="1486"/>
                  </a:lnTo>
                  <a:lnTo>
                    <a:pt x="3600" y="1518"/>
                  </a:lnTo>
                  <a:lnTo>
                    <a:pt x="3501" y="1605"/>
                  </a:lnTo>
                  <a:lnTo>
                    <a:pt x="3611" y="1600"/>
                  </a:lnTo>
                  <a:lnTo>
                    <a:pt x="3651" y="1599"/>
                  </a:lnTo>
                  <a:lnTo>
                    <a:pt x="3691" y="1597"/>
                  </a:lnTo>
                  <a:lnTo>
                    <a:pt x="4017" y="1584"/>
                  </a:lnTo>
                  <a:cubicBezTo>
                    <a:pt x="4070" y="1746"/>
                    <a:pt x="4101" y="1917"/>
                    <a:pt x="4109" y="2096"/>
                  </a:cubicBezTo>
                  <a:cubicBezTo>
                    <a:pt x="4109" y="2110"/>
                    <a:pt x="4110" y="2123"/>
                    <a:pt x="4110" y="2137"/>
                  </a:cubicBezTo>
                  <a:lnTo>
                    <a:pt x="4110" y="2152"/>
                  </a:lnTo>
                  <a:lnTo>
                    <a:pt x="3962" y="2137"/>
                  </a:lnTo>
                  <a:lnTo>
                    <a:pt x="3754" y="2115"/>
                  </a:lnTo>
                  <a:lnTo>
                    <a:pt x="3713" y="2111"/>
                  </a:lnTo>
                  <a:lnTo>
                    <a:pt x="3582" y="2096"/>
                  </a:lnTo>
                  <a:lnTo>
                    <a:pt x="3199" y="2056"/>
                  </a:lnTo>
                  <a:lnTo>
                    <a:pt x="3199" y="2056"/>
                  </a:lnTo>
                  <a:cubicBezTo>
                    <a:pt x="3201" y="2070"/>
                    <a:pt x="3202" y="2084"/>
                    <a:pt x="3203" y="2096"/>
                  </a:cubicBezTo>
                  <a:cubicBezTo>
                    <a:pt x="3205" y="2110"/>
                    <a:pt x="3205" y="2123"/>
                    <a:pt x="3206" y="2137"/>
                  </a:cubicBezTo>
                  <a:cubicBezTo>
                    <a:pt x="3206" y="2149"/>
                    <a:pt x="3208" y="2163"/>
                    <a:pt x="3208" y="2177"/>
                  </a:cubicBezTo>
                  <a:cubicBezTo>
                    <a:pt x="3208" y="2189"/>
                    <a:pt x="3207" y="2204"/>
                    <a:pt x="3206" y="2216"/>
                  </a:cubicBezTo>
                  <a:cubicBezTo>
                    <a:pt x="3206" y="2229"/>
                    <a:pt x="3204" y="2244"/>
                    <a:pt x="3203" y="2256"/>
                  </a:cubicBezTo>
                  <a:cubicBezTo>
                    <a:pt x="3202" y="2270"/>
                    <a:pt x="3201" y="2283"/>
                    <a:pt x="3199" y="2297"/>
                  </a:cubicBezTo>
                  <a:lnTo>
                    <a:pt x="3582" y="2256"/>
                  </a:lnTo>
                  <a:lnTo>
                    <a:pt x="3713" y="2242"/>
                  </a:lnTo>
                  <a:lnTo>
                    <a:pt x="3754" y="2239"/>
                  </a:lnTo>
                  <a:lnTo>
                    <a:pt x="3962" y="2216"/>
                  </a:lnTo>
                  <a:lnTo>
                    <a:pt x="4110" y="2201"/>
                  </a:lnTo>
                  <a:lnTo>
                    <a:pt x="4110" y="2216"/>
                  </a:lnTo>
                  <a:cubicBezTo>
                    <a:pt x="4110" y="2229"/>
                    <a:pt x="4110" y="2244"/>
                    <a:pt x="4109" y="2256"/>
                  </a:cubicBezTo>
                  <a:cubicBezTo>
                    <a:pt x="4101" y="2446"/>
                    <a:pt x="4066" y="2629"/>
                    <a:pt x="4007" y="2801"/>
                  </a:cubicBezTo>
                  <a:lnTo>
                    <a:pt x="3688" y="2781"/>
                  </a:lnTo>
                  <a:lnTo>
                    <a:pt x="3649" y="2778"/>
                  </a:lnTo>
                  <a:lnTo>
                    <a:pt x="3609" y="2776"/>
                  </a:lnTo>
                  <a:lnTo>
                    <a:pt x="3492" y="2770"/>
                  </a:lnTo>
                  <a:lnTo>
                    <a:pt x="3597" y="2865"/>
                  </a:lnTo>
                  <a:lnTo>
                    <a:pt x="3634" y="2899"/>
                  </a:lnTo>
                  <a:lnTo>
                    <a:pt x="3670" y="2932"/>
                  </a:lnTo>
                  <a:lnTo>
                    <a:pt x="3868" y="3114"/>
                  </a:lnTo>
                  <a:cubicBezTo>
                    <a:pt x="3794" y="3247"/>
                    <a:pt x="3704" y="3371"/>
                    <a:pt x="3602" y="3483"/>
                  </a:cubicBezTo>
                  <a:lnTo>
                    <a:pt x="3599" y="3485"/>
                  </a:lnTo>
                  <a:lnTo>
                    <a:pt x="3576" y="3509"/>
                  </a:lnTo>
                  <a:lnTo>
                    <a:pt x="3572" y="3514"/>
                  </a:lnTo>
                  <a:cubicBezTo>
                    <a:pt x="3567" y="3518"/>
                    <a:pt x="3563" y="3521"/>
                    <a:pt x="3560" y="3525"/>
                  </a:cubicBezTo>
                  <a:lnTo>
                    <a:pt x="3557" y="3520"/>
                  </a:lnTo>
                  <a:lnTo>
                    <a:pt x="3550" y="3513"/>
                  </a:lnTo>
                  <a:lnTo>
                    <a:pt x="3522" y="3478"/>
                  </a:lnTo>
                  <a:lnTo>
                    <a:pt x="3468" y="3411"/>
                  </a:lnTo>
                  <a:lnTo>
                    <a:pt x="3228" y="3114"/>
                  </a:lnTo>
                  <a:lnTo>
                    <a:pt x="2987" y="2817"/>
                  </a:lnTo>
                  <a:cubicBezTo>
                    <a:pt x="2978" y="2827"/>
                    <a:pt x="2970" y="2837"/>
                    <a:pt x="2961" y="2847"/>
                  </a:cubicBezTo>
                  <a:cubicBezTo>
                    <a:pt x="2953" y="2857"/>
                    <a:pt x="2943" y="2866"/>
                    <a:pt x="2934" y="2876"/>
                  </a:cubicBezTo>
                  <a:cubicBezTo>
                    <a:pt x="2925" y="2887"/>
                    <a:pt x="2915" y="2897"/>
                    <a:pt x="2907" y="2906"/>
                  </a:cubicBezTo>
                  <a:cubicBezTo>
                    <a:pt x="2898" y="2916"/>
                    <a:pt x="2888" y="2924"/>
                    <a:pt x="2877" y="2933"/>
                  </a:cubicBezTo>
                  <a:cubicBezTo>
                    <a:pt x="2867" y="2942"/>
                    <a:pt x="2858" y="2952"/>
                    <a:pt x="2847" y="2960"/>
                  </a:cubicBezTo>
                  <a:cubicBezTo>
                    <a:pt x="2837" y="2969"/>
                    <a:pt x="2827" y="2977"/>
                    <a:pt x="2816" y="2986"/>
                  </a:cubicBezTo>
                  <a:lnTo>
                    <a:pt x="3115" y="3227"/>
                  </a:lnTo>
                  <a:lnTo>
                    <a:pt x="3411" y="3468"/>
                  </a:lnTo>
                  <a:lnTo>
                    <a:pt x="3478" y="3521"/>
                  </a:lnTo>
                  <a:lnTo>
                    <a:pt x="3513" y="3550"/>
                  </a:lnTo>
                  <a:lnTo>
                    <a:pt x="3521" y="3556"/>
                  </a:lnTo>
                  <a:lnTo>
                    <a:pt x="3526" y="3560"/>
                  </a:lnTo>
                  <a:cubicBezTo>
                    <a:pt x="3522" y="3565"/>
                    <a:pt x="3518" y="3568"/>
                    <a:pt x="3514" y="3571"/>
                  </a:cubicBezTo>
                  <a:lnTo>
                    <a:pt x="3509" y="3576"/>
                  </a:lnTo>
                  <a:lnTo>
                    <a:pt x="3486" y="3599"/>
                  </a:lnTo>
                  <a:lnTo>
                    <a:pt x="3483" y="3602"/>
                  </a:lnTo>
                  <a:cubicBezTo>
                    <a:pt x="3363" y="3711"/>
                    <a:pt x="3230" y="3805"/>
                    <a:pt x="3088" y="3882"/>
                  </a:cubicBezTo>
                  <a:lnTo>
                    <a:pt x="2902" y="3673"/>
                  </a:lnTo>
                  <a:lnTo>
                    <a:pt x="2870" y="3637"/>
                  </a:lnTo>
                  <a:lnTo>
                    <a:pt x="2837" y="3601"/>
                  </a:lnTo>
                  <a:lnTo>
                    <a:pt x="2749" y="3501"/>
                  </a:lnTo>
                  <a:lnTo>
                    <a:pt x="2749" y="3501"/>
                  </a:lnTo>
                  <a:lnTo>
                    <a:pt x="2754" y="3611"/>
                  </a:lnTo>
                  <a:lnTo>
                    <a:pt x="2757" y="3650"/>
                  </a:lnTo>
                  <a:lnTo>
                    <a:pt x="2758" y="3690"/>
                  </a:lnTo>
                  <a:lnTo>
                    <a:pt x="2772" y="4016"/>
                  </a:lnTo>
                  <a:cubicBezTo>
                    <a:pt x="2609" y="4070"/>
                    <a:pt x="2438" y="4101"/>
                    <a:pt x="2258" y="4108"/>
                  </a:cubicBezTo>
                  <a:cubicBezTo>
                    <a:pt x="2246" y="4108"/>
                    <a:pt x="2231" y="4109"/>
                    <a:pt x="2218" y="4109"/>
                  </a:cubicBezTo>
                  <a:lnTo>
                    <a:pt x="2202" y="4109"/>
                  </a:lnTo>
                  <a:lnTo>
                    <a:pt x="2218" y="3962"/>
                  </a:lnTo>
                  <a:lnTo>
                    <a:pt x="2241" y="3753"/>
                  </a:lnTo>
                  <a:lnTo>
                    <a:pt x="2244" y="3712"/>
                  </a:lnTo>
                  <a:lnTo>
                    <a:pt x="2258" y="3581"/>
                  </a:lnTo>
                  <a:lnTo>
                    <a:pt x="2298" y="3199"/>
                  </a:lnTo>
                  <a:lnTo>
                    <a:pt x="2298" y="3199"/>
                  </a:lnTo>
                  <a:cubicBezTo>
                    <a:pt x="2285" y="3200"/>
                    <a:pt x="2272" y="3201"/>
                    <a:pt x="2258" y="3202"/>
                  </a:cubicBezTo>
                  <a:cubicBezTo>
                    <a:pt x="2246" y="3204"/>
                    <a:pt x="2231" y="3204"/>
                    <a:pt x="2218" y="3205"/>
                  </a:cubicBezTo>
                  <a:cubicBezTo>
                    <a:pt x="2206" y="3205"/>
                    <a:pt x="2191" y="3209"/>
                    <a:pt x="2179" y="3209"/>
                  </a:cubicBezTo>
                  <a:cubicBezTo>
                    <a:pt x="2164" y="3209"/>
                    <a:pt x="2151" y="3207"/>
                    <a:pt x="2138" y="3205"/>
                  </a:cubicBezTo>
                  <a:cubicBezTo>
                    <a:pt x="2125" y="3204"/>
                    <a:pt x="2111" y="3204"/>
                    <a:pt x="2098" y="3202"/>
                  </a:cubicBezTo>
                  <a:cubicBezTo>
                    <a:pt x="2085" y="3201"/>
                    <a:pt x="2071" y="3200"/>
                    <a:pt x="2058" y="3199"/>
                  </a:cubicBezTo>
                  <a:lnTo>
                    <a:pt x="2058" y="3199"/>
                  </a:lnTo>
                  <a:lnTo>
                    <a:pt x="2098" y="3581"/>
                  </a:lnTo>
                  <a:lnTo>
                    <a:pt x="2113" y="3712"/>
                  </a:lnTo>
                  <a:lnTo>
                    <a:pt x="2116" y="3753"/>
                  </a:lnTo>
                  <a:lnTo>
                    <a:pt x="2138" y="3962"/>
                  </a:lnTo>
                  <a:lnTo>
                    <a:pt x="2154" y="4109"/>
                  </a:lnTo>
                  <a:lnTo>
                    <a:pt x="2138" y="4109"/>
                  </a:lnTo>
                  <a:cubicBezTo>
                    <a:pt x="2125" y="4109"/>
                    <a:pt x="2111" y="4109"/>
                    <a:pt x="2098" y="4108"/>
                  </a:cubicBezTo>
                  <a:cubicBezTo>
                    <a:pt x="1908" y="4101"/>
                    <a:pt x="1726" y="4066"/>
                    <a:pt x="1553" y="4006"/>
                  </a:cubicBezTo>
                  <a:lnTo>
                    <a:pt x="1573" y="3688"/>
                  </a:lnTo>
                  <a:lnTo>
                    <a:pt x="1576" y="3648"/>
                  </a:lnTo>
                  <a:lnTo>
                    <a:pt x="1578" y="3608"/>
                  </a:lnTo>
                  <a:lnTo>
                    <a:pt x="1584" y="3492"/>
                  </a:lnTo>
                  <a:lnTo>
                    <a:pt x="1490" y="3597"/>
                  </a:lnTo>
                  <a:lnTo>
                    <a:pt x="1455" y="3633"/>
                  </a:lnTo>
                  <a:lnTo>
                    <a:pt x="1422" y="3669"/>
                  </a:lnTo>
                  <a:lnTo>
                    <a:pt x="1241" y="3867"/>
                  </a:lnTo>
                  <a:cubicBezTo>
                    <a:pt x="1108" y="3794"/>
                    <a:pt x="984" y="3703"/>
                    <a:pt x="872" y="3602"/>
                  </a:cubicBezTo>
                  <a:lnTo>
                    <a:pt x="869" y="3599"/>
                  </a:lnTo>
                  <a:lnTo>
                    <a:pt x="846" y="3576"/>
                  </a:lnTo>
                  <a:lnTo>
                    <a:pt x="841" y="3571"/>
                  </a:lnTo>
                  <a:cubicBezTo>
                    <a:pt x="836" y="3567"/>
                    <a:pt x="833" y="3562"/>
                    <a:pt x="829" y="3560"/>
                  </a:cubicBezTo>
                  <a:lnTo>
                    <a:pt x="834" y="3556"/>
                  </a:lnTo>
                  <a:lnTo>
                    <a:pt x="842" y="3550"/>
                  </a:lnTo>
                  <a:lnTo>
                    <a:pt x="877" y="3521"/>
                  </a:lnTo>
                  <a:lnTo>
                    <a:pt x="944" y="3468"/>
                  </a:lnTo>
                  <a:lnTo>
                    <a:pt x="1241" y="3227"/>
                  </a:lnTo>
                  <a:lnTo>
                    <a:pt x="1538" y="2986"/>
                  </a:lnTo>
                  <a:cubicBezTo>
                    <a:pt x="1528" y="2977"/>
                    <a:pt x="1517" y="2969"/>
                    <a:pt x="1507" y="2960"/>
                  </a:cubicBezTo>
                  <a:cubicBezTo>
                    <a:pt x="1497" y="2952"/>
                    <a:pt x="1488" y="2942"/>
                    <a:pt x="1478" y="2933"/>
                  </a:cubicBezTo>
                  <a:cubicBezTo>
                    <a:pt x="1468" y="2924"/>
                    <a:pt x="1458" y="2916"/>
                    <a:pt x="1448" y="2906"/>
                  </a:cubicBezTo>
                  <a:cubicBezTo>
                    <a:pt x="1439" y="2897"/>
                    <a:pt x="1430" y="2887"/>
                    <a:pt x="1421" y="2876"/>
                  </a:cubicBezTo>
                  <a:cubicBezTo>
                    <a:pt x="1412" y="2866"/>
                    <a:pt x="1403" y="2857"/>
                    <a:pt x="1394" y="2846"/>
                  </a:cubicBezTo>
                  <a:cubicBezTo>
                    <a:pt x="1385" y="2836"/>
                    <a:pt x="1377" y="2826"/>
                    <a:pt x="1368" y="2815"/>
                  </a:cubicBezTo>
                  <a:lnTo>
                    <a:pt x="1127" y="3114"/>
                  </a:lnTo>
                  <a:lnTo>
                    <a:pt x="887" y="3411"/>
                  </a:lnTo>
                  <a:lnTo>
                    <a:pt x="833" y="3478"/>
                  </a:lnTo>
                  <a:lnTo>
                    <a:pt x="804" y="3513"/>
                  </a:lnTo>
                  <a:lnTo>
                    <a:pt x="798" y="3520"/>
                  </a:lnTo>
                  <a:lnTo>
                    <a:pt x="794" y="3525"/>
                  </a:lnTo>
                  <a:cubicBezTo>
                    <a:pt x="790" y="3521"/>
                    <a:pt x="787" y="3518"/>
                    <a:pt x="784" y="3514"/>
                  </a:cubicBezTo>
                  <a:lnTo>
                    <a:pt x="779" y="3509"/>
                  </a:lnTo>
                  <a:lnTo>
                    <a:pt x="756" y="3485"/>
                  </a:lnTo>
                  <a:lnTo>
                    <a:pt x="753" y="3483"/>
                  </a:lnTo>
                  <a:cubicBezTo>
                    <a:pt x="643" y="3363"/>
                    <a:pt x="550" y="3230"/>
                    <a:pt x="472" y="3087"/>
                  </a:cubicBezTo>
                  <a:lnTo>
                    <a:pt x="682" y="2901"/>
                  </a:lnTo>
                  <a:lnTo>
                    <a:pt x="718" y="2869"/>
                  </a:lnTo>
                  <a:lnTo>
                    <a:pt x="754" y="2837"/>
                  </a:lnTo>
                  <a:lnTo>
                    <a:pt x="854" y="2749"/>
                  </a:lnTo>
                  <a:lnTo>
                    <a:pt x="744" y="2755"/>
                  </a:lnTo>
                  <a:lnTo>
                    <a:pt x="704" y="2756"/>
                  </a:lnTo>
                  <a:lnTo>
                    <a:pt x="664" y="2757"/>
                  </a:lnTo>
                  <a:lnTo>
                    <a:pt x="338" y="2771"/>
                  </a:lnTo>
                  <a:cubicBezTo>
                    <a:pt x="284" y="2608"/>
                    <a:pt x="253" y="2437"/>
                    <a:pt x="246" y="2257"/>
                  </a:cubicBezTo>
                  <a:cubicBezTo>
                    <a:pt x="246" y="2245"/>
                    <a:pt x="245" y="2230"/>
                    <a:pt x="245" y="2218"/>
                  </a:cubicBezTo>
                  <a:lnTo>
                    <a:pt x="245" y="2203"/>
                  </a:lnTo>
                  <a:lnTo>
                    <a:pt x="393" y="2218"/>
                  </a:lnTo>
                  <a:lnTo>
                    <a:pt x="601" y="2240"/>
                  </a:lnTo>
                  <a:lnTo>
                    <a:pt x="642" y="2244"/>
                  </a:lnTo>
                  <a:lnTo>
                    <a:pt x="773" y="2257"/>
                  </a:lnTo>
                  <a:lnTo>
                    <a:pt x="1155" y="2298"/>
                  </a:lnTo>
                  <a:cubicBezTo>
                    <a:pt x="1154" y="2285"/>
                    <a:pt x="1153" y="2271"/>
                    <a:pt x="1151" y="2257"/>
                  </a:cubicBezTo>
                  <a:cubicBezTo>
                    <a:pt x="1150" y="2245"/>
                    <a:pt x="1150" y="2230"/>
                    <a:pt x="1149" y="2218"/>
                  </a:cubicBezTo>
                  <a:cubicBezTo>
                    <a:pt x="1149" y="2205"/>
                    <a:pt x="1146" y="2190"/>
                    <a:pt x="1146" y="2178"/>
                  </a:cubicBezTo>
                  <a:cubicBezTo>
                    <a:pt x="1146" y="2164"/>
                    <a:pt x="1148" y="2151"/>
                    <a:pt x="1149" y="2138"/>
                  </a:cubicBezTo>
                  <a:cubicBezTo>
                    <a:pt x="1149" y="2125"/>
                    <a:pt x="1150" y="2111"/>
                    <a:pt x="1151" y="2097"/>
                  </a:cubicBezTo>
                  <a:cubicBezTo>
                    <a:pt x="1153" y="2085"/>
                    <a:pt x="1154" y="2071"/>
                    <a:pt x="1155" y="2058"/>
                  </a:cubicBezTo>
                  <a:lnTo>
                    <a:pt x="1155" y="2058"/>
                  </a:lnTo>
                  <a:lnTo>
                    <a:pt x="773" y="2097"/>
                  </a:lnTo>
                  <a:lnTo>
                    <a:pt x="642" y="2112"/>
                  </a:lnTo>
                  <a:lnTo>
                    <a:pt x="601" y="2116"/>
                  </a:lnTo>
                  <a:lnTo>
                    <a:pt x="393" y="2138"/>
                  </a:lnTo>
                  <a:lnTo>
                    <a:pt x="245" y="2153"/>
                  </a:lnTo>
                  <a:lnTo>
                    <a:pt x="245" y="2138"/>
                  </a:lnTo>
                  <a:cubicBezTo>
                    <a:pt x="245" y="2125"/>
                    <a:pt x="245" y="2111"/>
                    <a:pt x="246" y="2097"/>
                  </a:cubicBezTo>
                  <a:cubicBezTo>
                    <a:pt x="253" y="1909"/>
                    <a:pt x="289" y="1725"/>
                    <a:pt x="348" y="1554"/>
                  </a:cubicBezTo>
                  <a:lnTo>
                    <a:pt x="666" y="1573"/>
                  </a:lnTo>
                  <a:lnTo>
                    <a:pt x="706" y="1575"/>
                  </a:lnTo>
                  <a:lnTo>
                    <a:pt x="747" y="1578"/>
                  </a:lnTo>
                  <a:lnTo>
                    <a:pt x="862" y="1585"/>
                  </a:lnTo>
                  <a:lnTo>
                    <a:pt x="758" y="1489"/>
                  </a:lnTo>
                  <a:lnTo>
                    <a:pt x="722" y="1456"/>
                  </a:lnTo>
                  <a:lnTo>
                    <a:pt x="686" y="1422"/>
                  </a:lnTo>
                  <a:lnTo>
                    <a:pt x="488" y="1240"/>
                  </a:lnTo>
                  <a:cubicBezTo>
                    <a:pt x="561" y="1107"/>
                    <a:pt x="651" y="983"/>
                    <a:pt x="753" y="872"/>
                  </a:cubicBezTo>
                  <a:lnTo>
                    <a:pt x="756" y="869"/>
                  </a:lnTo>
                  <a:lnTo>
                    <a:pt x="779" y="846"/>
                  </a:lnTo>
                  <a:lnTo>
                    <a:pt x="784" y="841"/>
                  </a:lnTo>
                  <a:cubicBezTo>
                    <a:pt x="788" y="837"/>
                    <a:pt x="792" y="832"/>
                    <a:pt x="794" y="828"/>
                  </a:cubicBezTo>
                  <a:lnTo>
                    <a:pt x="798" y="833"/>
                  </a:lnTo>
                  <a:lnTo>
                    <a:pt x="804" y="842"/>
                  </a:lnTo>
                  <a:lnTo>
                    <a:pt x="833" y="877"/>
                  </a:lnTo>
                  <a:lnTo>
                    <a:pt x="887" y="944"/>
                  </a:lnTo>
                  <a:lnTo>
                    <a:pt x="1127" y="1240"/>
                  </a:lnTo>
                  <a:lnTo>
                    <a:pt x="1368" y="1538"/>
                  </a:lnTo>
                  <a:cubicBezTo>
                    <a:pt x="1377" y="1528"/>
                    <a:pt x="1385" y="1518"/>
                    <a:pt x="1394" y="1507"/>
                  </a:cubicBezTo>
                  <a:cubicBezTo>
                    <a:pt x="1403" y="1497"/>
                    <a:pt x="1412" y="1488"/>
                    <a:pt x="1421" y="1477"/>
                  </a:cubicBezTo>
                  <a:cubicBezTo>
                    <a:pt x="1430" y="1467"/>
                    <a:pt x="1439" y="1457"/>
                    <a:pt x="1448" y="1447"/>
                  </a:cubicBezTo>
                  <a:cubicBezTo>
                    <a:pt x="1458" y="1439"/>
                    <a:pt x="1468" y="1430"/>
                    <a:pt x="1478" y="1421"/>
                  </a:cubicBezTo>
                  <a:cubicBezTo>
                    <a:pt x="1488" y="1411"/>
                    <a:pt x="1497" y="1403"/>
                    <a:pt x="1507" y="1394"/>
                  </a:cubicBezTo>
                  <a:cubicBezTo>
                    <a:pt x="1517" y="1384"/>
                    <a:pt x="1528" y="1377"/>
                    <a:pt x="1538" y="1368"/>
                  </a:cubicBezTo>
                  <a:lnTo>
                    <a:pt x="1241" y="1127"/>
                  </a:lnTo>
                  <a:lnTo>
                    <a:pt x="944" y="887"/>
                  </a:lnTo>
                  <a:lnTo>
                    <a:pt x="877" y="832"/>
                  </a:lnTo>
                  <a:lnTo>
                    <a:pt x="842" y="805"/>
                  </a:lnTo>
                  <a:lnTo>
                    <a:pt x="834" y="797"/>
                  </a:lnTo>
                  <a:lnTo>
                    <a:pt x="829" y="794"/>
                  </a:lnTo>
                  <a:cubicBezTo>
                    <a:pt x="833" y="790"/>
                    <a:pt x="836" y="786"/>
                    <a:pt x="841" y="784"/>
                  </a:cubicBezTo>
                  <a:lnTo>
                    <a:pt x="846" y="779"/>
                  </a:lnTo>
                  <a:lnTo>
                    <a:pt x="869" y="755"/>
                  </a:lnTo>
                  <a:lnTo>
                    <a:pt x="872" y="753"/>
                  </a:lnTo>
                  <a:cubicBezTo>
                    <a:pt x="991" y="643"/>
                    <a:pt x="1124" y="549"/>
                    <a:pt x="1268" y="471"/>
                  </a:cubicBezTo>
                  <a:lnTo>
                    <a:pt x="1453" y="682"/>
                  </a:lnTo>
                  <a:lnTo>
                    <a:pt x="1485" y="718"/>
                  </a:lnTo>
                  <a:lnTo>
                    <a:pt x="1517" y="754"/>
                  </a:lnTo>
                  <a:lnTo>
                    <a:pt x="1605" y="853"/>
                  </a:lnTo>
                  <a:lnTo>
                    <a:pt x="1600" y="744"/>
                  </a:lnTo>
                  <a:lnTo>
                    <a:pt x="1599" y="703"/>
                  </a:lnTo>
                  <a:lnTo>
                    <a:pt x="1598" y="663"/>
                  </a:lnTo>
                  <a:lnTo>
                    <a:pt x="1583" y="337"/>
                  </a:lnTo>
                  <a:cubicBezTo>
                    <a:pt x="1746" y="285"/>
                    <a:pt x="1918" y="254"/>
                    <a:pt x="2097" y="245"/>
                  </a:cubicBezTo>
                  <a:cubicBezTo>
                    <a:pt x="2110" y="245"/>
                    <a:pt x="2124" y="244"/>
                    <a:pt x="2136" y="244"/>
                  </a:cubicBezTo>
                  <a:lnTo>
                    <a:pt x="2152" y="244"/>
                  </a:lnTo>
                  <a:lnTo>
                    <a:pt x="2136" y="393"/>
                  </a:lnTo>
                  <a:lnTo>
                    <a:pt x="2115" y="600"/>
                  </a:lnTo>
                  <a:lnTo>
                    <a:pt x="2111" y="642"/>
                  </a:lnTo>
                  <a:lnTo>
                    <a:pt x="2097" y="774"/>
                  </a:lnTo>
                  <a:lnTo>
                    <a:pt x="2057" y="1155"/>
                  </a:lnTo>
                  <a:cubicBezTo>
                    <a:pt x="2069" y="1153"/>
                    <a:pt x="2084" y="1152"/>
                    <a:pt x="2097" y="1151"/>
                  </a:cubicBezTo>
                  <a:cubicBezTo>
                    <a:pt x="2110" y="1150"/>
                    <a:pt x="2124" y="1150"/>
                    <a:pt x="2136" y="1148"/>
                  </a:cubicBezTo>
                  <a:cubicBezTo>
                    <a:pt x="2150" y="1148"/>
                    <a:pt x="2164" y="1146"/>
                    <a:pt x="2177" y="1146"/>
                  </a:cubicBezTo>
                  <a:cubicBezTo>
                    <a:pt x="2191" y="1146"/>
                    <a:pt x="2204" y="1147"/>
                    <a:pt x="2217" y="1148"/>
                  </a:cubicBezTo>
                  <a:cubicBezTo>
                    <a:pt x="2229" y="1148"/>
                    <a:pt x="2244" y="1150"/>
                    <a:pt x="2257" y="1151"/>
                  </a:cubicBezTo>
                  <a:cubicBezTo>
                    <a:pt x="2270" y="1152"/>
                    <a:pt x="2284" y="1153"/>
                    <a:pt x="2296" y="1155"/>
                  </a:cubicBezTo>
                  <a:lnTo>
                    <a:pt x="2257" y="774"/>
                  </a:lnTo>
                  <a:lnTo>
                    <a:pt x="2243" y="642"/>
                  </a:lnTo>
                  <a:lnTo>
                    <a:pt x="2239" y="600"/>
                  </a:lnTo>
                  <a:lnTo>
                    <a:pt x="2217" y="393"/>
                  </a:lnTo>
                  <a:lnTo>
                    <a:pt x="2201" y="244"/>
                  </a:lnTo>
                  <a:close/>
                  <a:moveTo>
                    <a:pt x="2177" y="1"/>
                  </a:moveTo>
                  <a:cubicBezTo>
                    <a:pt x="2164" y="1"/>
                    <a:pt x="2150" y="2"/>
                    <a:pt x="2136" y="2"/>
                  </a:cubicBezTo>
                  <a:cubicBezTo>
                    <a:pt x="2124" y="2"/>
                    <a:pt x="2110" y="2"/>
                    <a:pt x="2097" y="3"/>
                  </a:cubicBezTo>
                  <a:cubicBezTo>
                    <a:pt x="2084" y="3"/>
                    <a:pt x="2072" y="3"/>
                    <a:pt x="2059" y="4"/>
                  </a:cubicBezTo>
                  <a:cubicBezTo>
                    <a:pt x="1623" y="28"/>
                    <a:pt x="1220" y="181"/>
                    <a:pt x="888" y="426"/>
                  </a:cubicBezTo>
                  <a:cubicBezTo>
                    <a:pt x="873" y="437"/>
                    <a:pt x="859" y="450"/>
                    <a:pt x="844" y="461"/>
                  </a:cubicBezTo>
                  <a:cubicBezTo>
                    <a:pt x="828" y="472"/>
                    <a:pt x="814" y="484"/>
                    <a:pt x="798" y="496"/>
                  </a:cubicBezTo>
                  <a:cubicBezTo>
                    <a:pt x="773" y="517"/>
                    <a:pt x="749" y="537"/>
                    <a:pt x="725" y="559"/>
                  </a:cubicBezTo>
                  <a:cubicBezTo>
                    <a:pt x="716" y="567"/>
                    <a:pt x="706" y="576"/>
                    <a:pt x="697" y="584"/>
                  </a:cubicBezTo>
                  <a:cubicBezTo>
                    <a:pt x="687" y="593"/>
                    <a:pt x="679" y="601"/>
                    <a:pt x="668" y="611"/>
                  </a:cubicBezTo>
                  <a:cubicBezTo>
                    <a:pt x="659" y="620"/>
                    <a:pt x="649" y="629"/>
                    <a:pt x="638" y="637"/>
                  </a:cubicBezTo>
                  <a:cubicBezTo>
                    <a:pt x="629" y="647"/>
                    <a:pt x="620" y="657"/>
                    <a:pt x="611" y="667"/>
                  </a:cubicBezTo>
                  <a:cubicBezTo>
                    <a:pt x="602" y="677"/>
                    <a:pt x="593" y="687"/>
                    <a:pt x="584" y="697"/>
                  </a:cubicBezTo>
                  <a:cubicBezTo>
                    <a:pt x="576" y="707"/>
                    <a:pt x="567" y="715"/>
                    <a:pt x="560" y="724"/>
                  </a:cubicBezTo>
                  <a:cubicBezTo>
                    <a:pt x="537" y="749"/>
                    <a:pt x="517" y="772"/>
                    <a:pt x="496" y="797"/>
                  </a:cubicBezTo>
                  <a:cubicBezTo>
                    <a:pt x="485" y="812"/>
                    <a:pt x="473" y="827"/>
                    <a:pt x="462" y="843"/>
                  </a:cubicBezTo>
                  <a:cubicBezTo>
                    <a:pt x="450" y="857"/>
                    <a:pt x="438" y="873"/>
                    <a:pt x="427" y="888"/>
                  </a:cubicBezTo>
                  <a:cubicBezTo>
                    <a:pt x="181" y="1219"/>
                    <a:pt x="29" y="1622"/>
                    <a:pt x="5" y="2059"/>
                  </a:cubicBezTo>
                  <a:cubicBezTo>
                    <a:pt x="4" y="2072"/>
                    <a:pt x="4" y="2083"/>
                    <a:pt x="4" y="2096"/>
                  </a:cubicBezTo>
                  <a:cubicBezTo>
                    <a:pt x="4" y="2109"/>
                    <a:pt x="3" y="2123"/>
                    <a:pt x="3" y="2137"/>
                  </a:cubicBezTo>
                  <a:cubicBezTo>
                    <a:pt x="3" y="2149"/>
                    <a:pt x="1" y="2163"/>
                    <a:pt x="1" y="2177"/>
                  </a:cubicBezTo>
                  <a:cubicBezTo>
                    <a:pt x="1" y="2189"/>
                    <a:pt x="3" y="2204"/>
                    <a:pt x="3" y="2216"/>
                  </a:cubicBezTo>
                  <a:cubicBezTo>
                    <a:pt x="3" y="2229"/>
                    <a:pt x="3" y="2244"/>
                    <a:pt x="4" y="2256"/>
                  </a:cubicBezTo>
                  <a:cubicBezTo>
                    <a:pt x="4" y="2270"/>
                    <a:pt x="4" y="2281"/>
                    <a:pt x="5" y="2293"/>
                  </a:cubicBezTo>
                  <a:cubicBezTo>
                    <a:pt x="29" y="2731"/>
                    <a:pt x="181" y="3133"/>
                    <a:pt x="427" y="3464"/>
                  </a:cubicBezTo>
                  <a:cubicBezTo>
                    <a:pt x="438" y="3480"/>
                    <a:pt x="450" y="3494"/>
                    <a:pt x="462" y="3510"/>
                  </a:cubicBezTo>
                  <a:cubicBezTo>
                    <a:pt x="473" y="3525"/>
                    <a:pt x="485" y="3540"/>
                    <a:pt x="496" y="3555"/>
                  </a:cubicBezTo>
                  <a:cubicBezTo>
                    <a:pt x="517" y="3579"/>
                    <a:pt x="537" y="3604"/>
                    <a:pt x="560" y="3629"/>
                  </a:cubicBezTo>
                  <a:cubicBezTo>
                    <a:pt x="567" y="3638"/>
                    <a:pt x="576" y="3647"/>
                    <a:pt x="584" y="3655"/>
                  </a:cubicBezTo>
                  <a:cubicBezTo>
                    <a:pt x="593" y="3666"/>
                    <a:pt x="602" y="3675"/>
                    <a:pt x="611" y="3685"/>
                  </a:cubicBezTo>
                  <a:cubicBezTo>
                    <a:pt x="620" y="3695"/>
                    <a:pt x="629" y="3705"/>
                    <a:pt x="638" y="3715"/>
                  </a:cubicBezTo>
                  <a:cubicBezTo>
                    <a:pt x="648" y="3725"/>
                    <a:pt x="658" y="3733"/>
                    <a:pt x="668" y="3742"/>
                  </a:cubicBezTo>
                  <a:cubicBezTo>
                    <a:pt x="677" y="3751"/>
                    <a:pt x="687" y="3760"/>
                    <a:pt x="697" y="3769"/>
                  </a:cubicBezTo>
                  <a:cubicBezTo>
                    <a:pt x="706" y="3777"/>
                    <a:pt x="716" y="3785"/>
                    <a:pt x="725" y="3794"/>
                  </a:cubicBezTo>
                  <a:cubicBezTo>
                    <a:pt x="749" y="3815"/>
                    <a:pt x="772" y="3836"/>
                    <a:pt x="798" y="3857"/>
                  </a:cubicBezTo>
                  <a:cubicBezTo>
                    <a:pt x="813" y="3868"/>
                    <a:pt x="828" y="3880"/>
                    <a:pt x="844" y="3892"/>
                  </a:cubicBezTo>
                  <a:cubicBezTo>
                    <a:pt x="857" y="3903"/>
                    <a:pt x="873" y="3914"/>
                    <a:pt x="888" y="3927"/>
                  </a:cubicBezTo>
                  <a:cubicBezTo>
                    <a:pt x="1220" y="4171"/>
                    <a:pt x="1623" y="4325"/>
                    <a:pt x="2059" y="4349"/>
                  </a:cubicBezTo>
                  <a:cubicBezTo>
                    <a:pt x="2072" y="4350"/>
                    <a:pt x="2084" y="4350"/>
                    <a:pt x="2097" y="4350"/>
                  </a:cubicBezTo>
                  <a:cubicBezTo>
                    <a:pt x="2110" y="4350"/>
                    <a:pt x="2124" y="4351"/>
                    <a:pt x="2136" y="4351"/>
                  </a:cubicBezTo>
                  <a:cubicBezTo>
                    <a:pt x="2150" y="4351"/>
                    <a:pt x="2164" y="4352"/>
                    <a:pt x="2177" y="4352"/>
                  </a:cubicBezTo>
                  <a:cubicBezTo>
                    <a:pt x="2190" y="4352"/>
                    <a:pt x="2205" y="4351"/>
                    <a:pt x="2217" y="4351"/>
                  </a:cubicBezTo>
                  <a:cubicBezTo>
                    <a:pt x="2230" y="4351"/>
                    <a:pt x="2244" y="4351"/>
                    <a:pt x="2257" y="4350"/>
                  </a:cubicBezTo>
                  <a:cubicBezTo>
                    <a:pt x="2270" y="4350"/>
                    <a:pt x="2282" y="4350"/>
                    <a:pt x="2294" y="4349"/>
                  </a:cubicBezTo>
                  <a:cubicBezTo>
                    <a:pt x="2732" y="4325"/>
                    <a:pt x="3134" y="4171"/>
                    <a:pt x="3465" y="3927"/>
                  </a:cubicBezTo>
                  <a:cubicBezTo>
                    <a:pt x="3482" y="3915"/>
                    <a:pt x="3496" y="3903"/>
                    <a:pt x="3512" y="3892"/>
                  </a:cubicBezTo>
                  <a:cubicBezTo>
                    <a:pt x="3527" y="3880"/>
                    <a:pt x="3542" y="3869"/>
                    <a:pt x="3557" y="3857"/>
                  </a:cubicBezTo>
                  <a:cubicBezTo>
                    <a:pt x="3582" y="3836"/>
                    <a:pt x="3606" y="3815"/>
                    <a:pt x="3630" y="3794"/>
                  </a:cubicBezTo>
                  <a:cubicBezTo>
                    <a:pt x="3640" y="3785"/>
                    <a:pt x="3649" y="3777"/>
                    <a:pt x="3657" y="3769"/>
                  </a:cubicBezTo>
                  <a:cubicBezTo>
                    <a:pt x="3668" y="3760"/>
                    <a:pt x="3677" y="3751"/>
                    <a:pt x="3686" y="3742"/>
                  </a:cubicBezTo>
                  <a:cubicBezTo>
                    <a:pt x="3695" y="3733"/>
                    <a:pt x="3706" y="3724"/>
                    <a:pt x="3716" y="3715"/>
                  </a:cubicBezTo>
                  <a:cubicBezTo>
                    <a:pt x="3724" y="3706"/>
                    <a:pt x="3734" y="3696"/>
                    <a:pt x="3743" y="3685"/>
                  </a:cubicBezTo>
                  <a:cubicBezTo>
                    <a:pt x="3752" y="3676"/>
                    <a:pt x="3760" y="3666"/>
                    <a:pt x="3770" y="3655"/>
                  </a:cubicBezTo>
                  <a:cubicBezTo>
                    <a:pt x="3778" y="3647"/>
                    <a:pt x="3786" y="3638"/>
                    <a:pt x="3794" y="3629"/>
                  </a:cubicBezTo>
                  <a:cubicBezTo>
                    <a:pt x="3816" y="3604"/>
                    <a:pt x="3837" y="3581"/>
                    <a:pt x="3857" y="3555"/>
                  </a:cubicBezTo>
                  <a:cubicBezTo>
                    <a:pt x="3869" y="3541"/>
                    <a:pt x="3881" y="3525"/>
                    <a:pt x="3892" y="3510"/>
                  </a:cubicBezTo>
                  <a:cubicBezTo>
                    <a:pt x="3904" y="3495"/>
                    <a:pt x="3915" y="3480"/>
                    <a:pt x="3928" y="3464"/>
                  </a:cubicBezTo>
                  <a:cubicBezTo>
                    <a:pt x="4172" y="3133"/>
                    <a:pt x="4326" y="2731"/>
                    <a:pt x="4349" y="2293"/>
                  </a:cubicBezTo>
                  <a:cubicBezTo>
                    <a:pt x="4351" y="2281"/>
                    <a:pt x="4351" y="2270"/>
                    <a:pt x="4351" y="2256"/>
                  </a:cubicBezTo>
                  <a:cubicBezTo>
                    <a:pt x="4351" y="2244"/>
                    <a:pt x="4352" y="2229"/>
                    <a:pt x="4352" y="2216"/>
                  </a:cubicBezTo>
                  <a:cubicBezTo>
                    <a:pt x="4352" y="2204"/>
                    <a:pt x="4353" y="2189"/>
                    <a:pt x="4353" y="2177"/>
                  </a:cubicBezTo>
                  <a:cubicBezTo>
                    <a:pt x="4353" y="2163"/>
                    <a:pt x="4352" y="2149"/>
                    <a:pt x="4352" y="2137"/>
                  </a:cubicBezTo>
                  <a:cubicBezTo>
                    <a:pt x="4352" y="2123"/>
                    <a:pt x="4352" y="2109"/>
                    <a:pt x="4351" y="2096"/>
                  </a:cubicBezTo>
                  <a:cubicBezTo>
                    <a:pt x="4351" y="2083"/>
                    <a:pt x="4351" y="2072"/>
                    <a:pt x="4349" y="2059"/>
                  </a:cubicBezTo>
                  <a:cubicBezTo>
                    <a:pt x="4326" y="1622"/>
                    <a:pt x="4172" y="1219"/>
                    <a:pt x="3928" y="888"/>
                  </a:cubicBezTo>
                  <a:cubicBezTo>
                    <a:pt x="3915" y="873"/>
                    <a:pt x="3904" y="858"/>
                    <a:pt x="3892" y="843"/>
                  </a:cubicBezTo>
                  <a:cubicBezTo>
                    <a:pt x="3881" y="827"/>
                    <a:pt x="3869" y="813"/>
                    <a:pt x="3857" y="797"/>
                  </a:cubicBezTo>
                  <a:cubicBezTo>
                    <a:pt x="3837" y="774"/>
                    <a:pt x="3816" y="749"/>
                    <a:pt x="3794" y="724"/>
                  </a:cubicBezTo>
                  <a:cubicBezTo>
                    <a:pt x="3786" y="715"/>
                    <a:pt x="3778" y="707"/>
                    <a:pt x="3770" y="697"/>
                  </a:cubicBezTo>
                  <a:cubicBezTo>
                    <a:pt x="3760" y="687"/>
                    <a:pt x="3752" y="678"/>
                    <a:pt x="3743" y="667"/>
                  </a:cubicBezTo>
                  <a:cubicBezTo>
                    <a:pt x="3734" y="658"/>
                    <a:pt x="3724" y="648"/>
                    <a:pt x="3716" y="637"/>
                  </a:cubicBezTo>
                  <a:cubicBezTo>
                    <a:pt x="3707" y="629"/>
                    <a:pt x="3696" y="620"/>
                    <a:pt x="3686" y="611"/>
                  </a:cubicBezTo>
                  <a:cubicBezTo>
                    <a:pt x="3677" y="601"/>
                    <a:pt x="3667" y="593"/>
                    <a:pt x="3656" y="584"/>
                  </a:cubicBezTo>
                  <a:cubicBezTo>
                    <a:pt x="3647" y="576"/>
                    <a:pt x="3639" y="567"/>
                    <a:pt x="3629" y="559"/>
                  </a:cubicBezTo>
                  <a:cubicBezTo>
                    <a:pt x="3605" y="537"/>
                    <a:pt x="3582" y="517"/>
                    <a:pt x="3556" y="496"/>
                  </a:cubicBezTo>
                  <a:cubicBezTo>
                    <a:pt x="3542" y="485"/>
                    <a:pt x="3526" y="472"/>
                    <a:pt x="3511" y="461"/>
                  </a:cubicBezTo>
                  <a:cubicBezTo>
                    <a:pt x="3496" y="450"/>
                    <a:pt x="3481" y="438"/>
                    <a:pt x="3465" y="426"/>
                  </a:cubicBezTo>
                  <a:cubicBezTo>
                    <a:pt x="3134" y="181"/>
                    <a:pt x="2732" y="28"/>
                    <a:pt x="2294" y="4"/>
                  </a:cubicBezTo>
                  <a:cubicBezTo>
                    <a:pt x="2282" y="3"/>
                    <a:pt x="2270" y="3"/>
                    <a:pt x="2257" y="3"/>
                  </a:cubicBezTo>
                  <a:cubicBezTo>
                    <a:pt x="2244" y="3"/>
                    <a:pt x="2230" y="2"/>
                    <a:pt x="2217" y="2"/>
                  </a:cubicBezTo>
                  <a:cubicBezTo>
                    <a:pt x="2205" y="2"/>
                    <a:pt x="2190" y="1"/>
                    <a:pt x="2177"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3894875" y="4215625"/>
              <a:ext cx="5325" cy="6775"/>
            </a:xfrm>
            <a:custGeom>
              <a:rect b="b" l="l" r="r" t="t"/>
              <a:pathLst>
                <a:path extrusionOk="0" h="271" w="213">
                  <a:moveTo>
                    <a:pt x="46" y="1"/>
                  </a:moveTo>
                  <a:lnTo>
                    <a:pt x="1" y="33"/>
                  </a:lnTo>
                  <a:lnTo>
                    <a:pt x="167" y="270"/>
                  </a:lnTo>
                  <a:cubicBezTo>
                    <a:pt x="182" y="260"/>
                    <a:pt x="197" y="249"/>
                    <a:pt x="212" y="239"/>
                  </a:cubicBezTo>
                  <a:lnTo>
                    <a:pt x="46"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3880200" y="4226925"/>
              <a:ext cx="5775" cy="6475"/>
            </a:xfrm>
            <a:custGeom>
              <a:rect b="b" l="l" r="r" t="t"/>
              <a:pathLst>
                <a:path extrusionOk="0" h="259" w="231">
                  <a:moveTo>
                    <a:pt x="43" y="1"/>
                  </a:moveTo>
                  <a:lnTo>
                    <a:pt x="1" y="35"/>
                  </a:lnTo>
                  <a:lnTo>
                    <a:pt x="187" y="259"/>
                  </a:lnTo>
                  <a:lnTo>
                    <a:pt x="231" y="224"/>
                  </a:lnTo>
                  <a:lnTo>
                    <a:pt x="43"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3926975" y="4197200"/>
              <a:ext cx="4325" cy="7125"/>
            </a:xfrm>
            <a:custGeom>
              <a:rect b="b" l="l" r="r" t="t"/>
              <a:pathLst>
                <a:path extrusionOk="0" h="285" w="173">
                  <a:moveTo>
                    <a:pt x="50" y="0"/>
                  </a:moveTo>
                  <a:lnTo>
                    <a:pt x="0" y="24"/>
                  </a:lnTo>
                  <a:lnTo>
                    <a:pt x="122" y="285"/>
                  </a:lnTo>
                  <a:lnTo>
                    <a:pt x="173" y="262"/>
                  </a:lnTo>
                  <a:lnTo>
                    <a:pt x="50"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3910525" y="4205725"/>
              <a:ext cx="4800" cy="7000"/>
            </a:xfrm>
            <a:custGeom>
              <a:rect b="b" l="l" r="r" t="t"/>
              <a:pathLst>
                <a:path extrusionOk="0" h="280" w="192">
                  <a:moveTo>
                    <a:pt x="47" y="1"/>
                  </a:moveTo>
                  <a:lnTo>
                    <a:pt x="0" y="28"/>
                  </a:lnTo>
                  <a:lnTo>
                    <a:pt x="144" y="279"/>
                  </a:lnTo>
                  <a:cubicBezTo>
                    <a:pt x="160" y="271"/>
                    <a:pt x="175" y="261"/>
                    <a:pt x="192" y="251"/>
                  </a:cubicBezTo>
                  <a:lnTo>
                    <a:pt x="47"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3979875" y="4180675"/>
              <a:ext cx="2625" cy="7375"/>
            </a:xfrm>
            <a:custGeom>
              <a:rect b="b" l="l" r="r" t="t"/>
              <a:pathLst>
                <a:path extrusionOk="0" h="295" w="105">
                  <a:moveTo>
                    <a:pt x="54" y="1"/>
                  </a:moveTo>
                  <a:lnTo>
                    <a:pt x="0" y="10"/>
                  </a:lnTo>
                  <a:lnTo>
                    <a:pt x="50" y="295"/>
                  </a:lnTo>
                  <a:cubicBezTo>
                    <a:pt x="69" y="293"/>
                    <a:pt x="87" y="289"/>
                    <a:pt x="105" y="285"/>
                  </a:cubicBezTo>
                  <a:lnTo>
                    <a:pt x="54"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3961750" y="4184650"/>
              <a:ext cx="3225" cy="7375"/>
            </a:xfrm>
            <a:custGeom>
              <a:rect b="b" l="l" r="r" t="t"/>
              <a:pathLst>
                <a:path extrusionOk="0" h="295" w="129">
                  <a:moveTo>
                    <a:pt x="54" y="1"/>
                  </a:moveTo>
                  <a:lnTo>
                    <a:pt x="0" y="15"/>
                  </a:lnTo>
                  <a:lnTo>
                    <a:pt x="75" y="295"/>
                  </a:lnTo>
                  <a:cubicBezTo>
                    <a:pt x="93" y="289"/>
                    <a:pt x="110" y="284"/>
                    <a:pt x="128" y="280"/>
                  </a:cubicBezTo>
                  <a:lnTo>
                    <a:pt x="54"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3824350" y="4299800"/>
              <a:ext cx="7150" cy="4325"/>
            </a:xfrm>
            <a:custGeom>
              <a:rect b="b" l="l" r="r" t="t"/>
              <a:pathLst>
                <a:path extrusionOk="0" h="173" w="286">
                  <a:moveTo>
                    <a:pt x="25" y="0"/>
                  </a:moveTo>
                  <a:lnTo>
                    <a:pt x="1" y="50"/>
                  </a:lnTo>
                  <a:lnTo>
                    <a:pt x="263" y="173"/>
                  </a:lnTo>
                  <a:lnTo>
                    <a:pt x="286" y="122"/>
                  </a:lnTo>
                  <a:lnTo>
                    <a:pt x="25"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3807825" y="4352700"/>
              <a:ext cx="7375" cy="2625"/>
            </a:xfrm>
            <a:custGeom>
              <a:rect b="b" l="l" r="r" t="t"/>
              <a:pathLst>
                <a:path extrusionOk="0" h="105" w="295">
                  <a:moveTo>
                    <a:pt x="10" y="0"/>
                  </a:moveTo>
                  <a:lnTo>
                    <a:pt x="1" y="54"/>
                  </a:lnTo>
                  <a:lnTo>
                    <a:pt x="285" y="105"/>
                  </a:lnTo>
                  <a:cubicBezTo>
                    <a:pt x="288" y="87"/>
                    <a:pt x="291" y="69"/>
                    <a:pt x="295" y="50"/>
                  </a:cubicBezTo>
                  <a:lnTo>
                    <a:pt x="10"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3817300" y="4316900"/>
              <a:ext cx="7250" cy="3825"/>
            </a:xfrm>
            <a:custGeom>
              <a:rect b="b" l="l" r="r" t="t"/>
              <a:pathLst>
                <a:path extrusionOk="0" h="153" w="290">
                  <a:moveTo>
                    <a:pt x="19" y="0"/>
                  </a:moveTo>
                  <a:lnTo>
                    <a:pt x="0" y="52"/>
                  </a:lnTo>
                  <a:lnTo>
                    <a:pt x="272" y="152"/>
                  </a:lnTo>
                  <a:cubicBezTo>
                    <a:pt x="278" y="135"/>
                    <a:pt x="283" y="117"/>
                    <a:pt x="289" y="100"/>
                  </a:cubicBezTo>
                  <a:lnTo>
                    <a:pt x="19"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3854050" y="4253025"/>
              <a:ext cx="6475" cy="5775"/>
            </a:xfrm>
            <a:custGeom>
              <a:rect b="b" l="l" r="r" t="t"/>
              <a:pathLst>
                <a:path extrusionOk="0" h="231" w="259">
                  <a:moveTo>
                    <a:pt x="36" y="1"/>
                  </a:moveTo>
                  <a:lnTo>
                    <a:pt x="0" y="43"/>
                  </a:lnTo>
                  <a:lnTo>
                    <a:pt x="224" y="231"/>
                  </a:lnTo>
                  <a:lnTo>
                    <a:pt x="258" y="188"/>
                  </a:lnTo>
                  <a:lnTo>
                    <a:pt x="36"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4222125" y="4371125"/>
              <a:ext cx="7425" cy="2000"/>
            </a:xfrm>
            <a:custGeom>
              <a:rect b="b" l="l" r="r" t="t"/>
              <a:pathLst>
                <a:path extrusionOk="0" h="80" w="297">
                  <a:moveTo>
                    <a:pt x="292" y="0"/>
                  </a:moveTo>
                  <a:lnTo>
                    <a:pt x="1" y="26"/>
                  </a:lnTo>
                  <a:cubicBezTo>
                    <a:pt x="4" y="44"/>
                    <a:pt x="5" y="62"/>
                    <a:pt x="6" y="80"/>
                  </a:cubicBezTo>
                  <a:lnTo>
                    <a:pt x="297" y="54"/>
                  </a:lnTo>
                  <a:lnTo>
                    <a:pt x="292"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3811800" y="4334625"/>
              <a:ext cx="7375" cy="3200"/>
            </a:xfrm>
            <a:custGeom>
              <a:rect b="b" l="l" r="r" t="t"/>
              <a:pathLst>
                <a:path extrusionOk="0" h="128" w="295">
                  <a:moveTo>
                    <a:pt x="14" y="0"/>
                  </a:moveTo>
                  <a:lnTo>
                    <a:pt x="0" y="53"/>
                  </a:lnTo>
                  <a:lnTo>
                    <a:pt x="280" y="127"/>
                  </a:lnTo>
                  <a:cubicBezTo>
                    <a:pt x="285" y="110"/>
                    <a:pt x="289" y="93"/>
                    <a:pt x="295" y="75"/>
                  </a:cubicBezTo>
                  <a:lnTo>
                    <a:pt x="14"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3998300" y="4178300"/>
              <a:ext cx="2000" cy="7400"/>
            </a:xfrm>
            <a:custGeom>
              <a:rect b="b" l="l" r="r" t="t"/>
              <a:pathLst>
                <a:path extrusionOk="0" h="296" w="80">
                  <a:moveTo>
                    <a:pt x="54" y="1"/>
                  </a:moveTo>
                  <a:lnTo>
                    <a:pt x="0" y="6"/>
                  </a:lnTo>
                  <a:lnTo>
                    <a:pt x="26" y="296"/>
                  </a:lnTo>
                  <a:cubicBezTo>
                    <a:pt x="42" y="295"/>
                    <a:pt x="60" y="292"/>
                    <a:pt x="80" y="291"/>
                  </a:cubicBezTo>
                  <a:lnTo>
                    <a:pt x="54"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3842800" y="4267725"/>
              <a:ext cx="6750" cy="5325"/>
            </a:xfrm>
            <a:custGeom>
              <a:rect b="b" l="l" r="r" t="t"/>
              <a:pathLst>
                <a:path extrusionOk="0" h="213" w="270">
                  <a:moveTo>
                    <a:pt x="33" y="1"/>
                  </a:moveTo>
                  <a:lnTo>
                    <a:pt x="1" y="46"/>
                  </a:lnTo>
                  <a:lnTo>
                    <a:pt x="239" y="212"/>
                  </a:lnTo>
                  <a:cubicBezTo>
                    <a:pt x="249" y="197"/>
                    <a:pt x="260" y="182"/>
                    <a:pt x="270" y="167"/>
                  </a:cubicBezTo>
                  <a:lnTo>
                    <a:pt x="33"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3832875" y="4283350"/>
              <a:ext cx="6975" cy="4800"/>
            </a:xfrm>
            <a:custGeom>
              <a:rect b="b" l="l" r="r" t="t"/>
              <a:pathLst>
                <a:path extrusionOk="0" h="192" w="279">
                  <a:moveTo>
                    <a:pt x="27" y="0"/>
                  </a:moveTo>
                  <a:lnTo>
                    <a:pt x="0" y="48"/>
                  </a:lnTo>
                  <a:lnTo>
                    <a:pt x="251" y="192"/>
                  </a:lnTo>
                  <a:cubicBezTo>
                    <a:pt x="259" y="177"/>
                    <a:pt x="269" y="161"/>
                    <a:pt x="279" y="145"/>
                  </a:cubicBezTo>
                  <a:lnTo>
                    <a:pt x="27"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3805475" y="4371125"/>
              <a:ext cx="7400" cy="2000"/>
            </a:xfrm>
            <a:custGeom>
              <a:rect b="b" l="l" r="r" t="t"/>
              <a:pathLst>
                <a:path extrusionOk="0" h="80" w="296">
                  <a:moveTo>
                    <a:pt x="6" y="0"/>
                  </a:moveTo>
                  <a:lnTo>
                    <a:pt x="1" y="54"/>
                  </a:lnTo>
                  <a:lnTo>
                    <a:pt x="291" y="80"/>
                  </a:lnTo>
                  <a:cubicBezTo>
                    <a:pt x="292" y="62"/>
                    <a:pt x="295" y="44"/>
                    <a:pt x="296" y="26"/>
                  </a:cubicBezTo>
                  <a:lnTo>
                    <a:pt x="6"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4185450" y="4267725"/>
              <a:ext cx="6750" cy="5325"/>
            </a:xfrm>
            <a:custGeom>
              <a:rect b="b" l="l" r="r" t="t"/>
              <a:pathLst>
                <a:path extrusionOk="0" h="213" w="270">
                  <a:moveTo>
                    <a:pt x="239" y="1"/>
                  </a:moveTo>
                  <a:lnTo>
                    <a:pt x="1" y="167"/>
                  </a:lnTo>
                  <a:cubicBezTo>
                    <a:pt x="11" y="182"/>
                    <a:pt x="21" y="197"/>
                    <a:pt x="31" y="212"/>
                  </a:cubicBezTo>
                  <a:lnTo>
                    <a:pt x="270" y="46"/>
                  </a:lnTo>
                  <a:lnTo>
                    <a:pt x="239"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4203500" y="4299800"/>
              <a:ext cx="7150" cy="4325"/>
            </a:xfrm>
            <a:custGeom>
              <a:rect b="b" l="l" r="r" t="t"/>
              <a:pathLst>
                <a:path extrusionOk="0" h="173" w="286">
                  <a:moveTo>
                    <a:pt x="263" y="0"/>
                  </a:moveTo>
                  <a:lnTo>
                    <a:pt x="1" y="122"/>
                  </a:lnTo>
                  <a:lnTo>
                    <a:pt x="23" y="173"/>
                  </a:lnTo>
                  <a:lnTo>
                    <a:pt x="286" y="50"/>
                  </a:lnTo>
                  <a:lnTo>
                    <a:pt x="263"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4174500" y="4253025"/>
              <a:ext cx="6450" cy="5775"/>
            </a:xfrm>
            <a:custGeom>
              <a:rect b="b" l="l" r="r" t="t"/>
              <a:pathLst>
                <a:path extrusionOk="0" h="231" w="258">
                  <a:moveTo>
                    <a:pt x="223" y="1"/>
                  </a:moveTo>
                  <a:lnTo>
                    <a:pt x="0" y="188"/>
                  </a:lnTo>
                  <a:lnTo>
                    <a:pt x="35" y="231"/>
                  </a:lnTo>
                  <a:lnTo>
                    <a:pt x="258" y="43"/>
                  </a:lnTo>
                  <a:lnTo>
                    <a:pt x="223"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4195125" y="4283350"/>
              <a:ext cx="6975" cy="4800"/>
            </a:xfrm>
            <a:custGeom>
              <a:rect b="b" l="l" r="r" t="t"/>
              <a:pathLst>
                <a:path extrusionOk="0" h="192" w="279">
                  <a:moveTo>
                    <a:pt x="252" y="0"/>
                  </a:moveTo>
                  <a:lnTo>
                    <a:pt x="0" y="145"/>
                  </a:lnTo>
                  <a:cubicBezTo>
                    <a:pt x="10" y="160"/>
                    <a:pt x="20" y="175"/>
                    <a:pt x="28" y="192"/>
                  </a:cubicBezTo>
                  <a:lnTo>
                    <a:pt x="279" y="48"/>
                  </a:lnTo>
                  <a:lnTo>
                    <a:pt x="252"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4219775" y="4352700"/>
              <a:ext cx="7375" cy="2625"/>
            </a:xfrm>
            <a:custGeom>
              <a:rect b="b" l="l" r="r" t="t"/>
              <a:pathLst>
                <a:path extrusionOk="0" h="105" w="295">
                  <a:moveTo>
                    <a:pt x="286" y="0"/>
                  </a:moveTo>
                  <a:lnTo>
                    <a:pt x="1" y="51"/>
                  </a:lnTo>
                  <a:cubicBezTo>
                    <a:pt x="5" y="69"/>
                    <a:pt x="7" y="87"/>
                    <a:pt x="10" y="105"/>
                  </a:cubicBezTo>
                  <a:lnTo>
                    <a:pt x="295" y="54"/>
                  </a:lnTo>
                  <a:lnTo>
                    <a:pt x="286"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4215825" y="4334625"/>
              <a:ext cx="7400" cy="3200"/>
            </a:xfrm>
            <a:custGeom>
              <a:rect b="b" l="l" r="r" t="t"/>
              <a:pathLst>
                <a:path extrusionOk="0" h="128" w="296">
                  <a:moveTo>
                    <a:pt x="282" y="0"/>
                  </a:moveTo>
                  <a:lnTo>
                    <a:pt x="1" y="75"/>
                  </a:lnTo>
                  <a:cubicBezTo>
                    <a:pt x="7" y="93"/>
                    <a:pt x="12" y="110"/>
                    <a:pt x="15" y="127"/>
                  </a:cubicBezTo>
                  <a:lnTo>
                    <a:pt x="296" y="53"/>
                  </a:lnTo>
                  <a:lnTo>
                    <a:pt x="282"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4210400" y="4316900"/>
              <a:ext cx="7300" cy="3825"/>
            </a:xfrm>
            <a:custGeom>
              <a:rect b="b" l="l" r="r" t="t"/>
              <a:pathLst>
                <a:path extrusionOk="0" h="153" w="292">
                  <a:moveTo>
                    <a:pt x="272" y="0"/>
                  </a:moveTo>
                  <a:lnTo>
                    <a:pt x="0" y="100"/>
                  </a:lnTo>
                  <a:cubicBezTo>
                    <a:pt x="7" y="117"/>
                    <a:pt x="14" y="135"/>
                    <a:pt x="20" y="152"/>
                  </a:cubicBezTo>
                  <a:lnTo>
                    <a:pt x="291" y="52"/>
                  </a:lnTo>
                  <a:lnTo>
                    <a:pt x="272"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4052500" y="4180675"/>
              <a:ext cx="2650" cy="7375"/>
            </a:xfrm>
            <a:custGeom>
              <a:rect b="b" l="l" r="r" t="t"/>
              <a:pathLst>
                <a:path extrusionOk="0" h="295" w="106">
                  <a:moveTo>
                    <a:pt x="51" y="1"/>
                  </a:moveTo>
                  <a:lnTo>
                    <a:pt x="1" y="285"/>
                  </a:lnTo>
                  <a:cubicBezTo>
                    <a:pt x="19" y="289"/>
                    <a:pt x="37" y="291"/>
                    <a:pt x="56" y="295"/>
                  </a:cubicBezTo>
                  <a:lnTo>
                    <a:pt x="105" y="10"/>
                  </a:lnTo>
                  <a:lnTo>
                    <a:pt x="51"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4070025" y="4184625"/>
              <a:ext cx="3225" cy="7375"/>
            </a:xfrm>
            <a:custGeom>
              <a:rect b="b" l="l" r="r" t="t"/>
              <a:pathLst>
                <a:path extrusionOk="0" h="295" w="129">
                  <a:moveTo>
                    <a:pt x="75" y="1"/>
                  </a:moveTo>
                  <a:lnTo>
                    <a:pt x="0" y="280"/>
                  </a:lnTo>
                  <a:cubicBezTo>
                    <a:pt x="18" y="285"/>
                    <a:pt x="35" y="289"/>
                    <a:pt x="53" y="295"/>
                  </a:cubicBezTo>
                  <a:lnTo>
                    <a:pt x="128" y="14"/>
                  </a:lnTo>
                  <a:lnTo>
                    <a:pt x="75"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4149050" y="4226875"/>
              <a:ext cx="5750" cy="6475"/>
            </a:xfrm>
            <a:custGeom>
              <a:rect b="b" l="l" r="r" t="t"/>
              <a:pathLst>
                <a:path extrusionOk="0" h="259" w="230">
                  <a:moveTo>
                    <a:pt x="187" y="1"/>
                  </a:moveTo>
                  <a:lnTo>
                    <a:pt x="1" y="224"/>
                  </a:lnTo>
                  <a:lnTo>
                    <a:pt x="43" y="259"/>
                  </a:lnTo>
                  <a:lnTo>
                    <a:pt x="230" y="36"/>
                  </a:lnTo>
                  <a:lnTo>
                    <a:pt x="187"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4034700" y="4178300"/>
              <a:ext cx="2050" cy="7400"/>
            </a:xfrm>
            <a:custGeom>
              <a:rect b="b" l="l" r="r" t="t"/>
              <a:pathLst>
                <a:path extrusionOk="0" h="296" w="82">
                  <a:moveTo>
                    <a:pt x="27" y="1"/>
                  </a:moveTo>
                  <a:lnTo>
                    <a:pt x="1" y="291"/>
                  </a:lnTo>
                  <a:cubicBezTo>
                    <a:pt x="19" y="292"/>
                    <a:pt x="37" y="295"/>
                    <a:pt x="56" y="296"/>
                  </a:cubicBezTo>
                  <a:lnTo>
                    <a:pt x="81" y="6"/>
                  </a:lnTo>
                  <a:lnTo>
                    <a:pt x="27"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4087150" y="4190125"/>
              <a:ext cx="3800" cy="7300"/>
            </a:xfrm>
            <a:custGeom>
              <a:rect b="b" l="l" r="r" t="t"/>
              <a:pathLst>
                <a:path extrusionOk="0" h="292" w="152">
                  <a:moveTo>
                    <a:pt x="100" y="0"/>
                  </a:moveTo>
                  <a:lnTo>
                    <a:pt x="0" y="273"/>
                  </a:lnTo>
                  <a:cubicBezTo>
                    <a:pt x="17" y="279"/>
                    <a:pt x="35" y="284"/>
                    <a:pt x="52" y="291"/>
                  </a:cubicBezTo>
                  <a:lnTo>
                    <a:pt x="151" y="20"/>
                  </a:lnTo>
                  <a:lnTo>
                    <a:pt x="100"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4134800" y="4215650"/>
              <a:ext cx="5300" cy="6750"/>
            </a:xfrm>
            <a:custGeom>
              <a:rect b="b" l="l" r="r" t="t"/>
              <a:pathLst>
                <a:path extrusionOk="0" h="270" w="212">
                  <a:moveTo>
                    <a:pt x="166" y="1"/>
                  </a:moveTo>
                  <a:lnTo>
                    <a:pt x="0" y="238"/>
                  </a:lnTo>
                  <a:cubicBezTo>
                    <a:pt x="16" y="248"/>
                    <a:pt x="30" y="259"/>
                    <a:pt x="46" y="269"/>
                  </a:cubicBezTo>
                  <a:lnTo>
                    <a:pt x="212" y="32"/>
                  </a:lnTo>
                  <a:lnTo>
                    <a:pt x="166"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4103725" y="4197225"/>
              <a:ext cx="4375" cy="7150"/>
            </a:xfrm>
            <a:custGeom>
              <a:rect b="b" l="l" r="r" t="t"/>
              <a:pathLst>
                <a:path extrusionOk="0" h="286" w="175">
                  <a:moveTo>
                    <a:pt x="124" y="0"/>
                  </a:moveTo>
                  <a:lnTo>
                    <a:pt x="1" y="262"/>
                  </a:lnTo>
                  <a:lnTo>
                    <a:pt x="51" y="286"/>
                  </a:lnTo>
                  <a:lnTo>
                    <a:pt x="174" y="24"/>
                  </a:lnTo>
                  <a:lnTo>
                    <a:pt x="124"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4119675" y="4205725"/>
              <a:ext cx="4825" cy="7000"/>
            </a:xfrm>
            <a:custGeom>
              <a:rect b="b" l="l" r="r" t="t"/>
              <a:pathLst>
                <a:path extrusionOk="0" h="280" w="193">
                  <a:moveTo>
                    <a:pt x="145" y="1"/>
                  </a:moveTo>
                  <a:lnTo>
                    <a:pt x="1" y="251"/>
                  </a:lnTo>
                  <a:cubicBezTo>
                    <a:pt x="16" y="261"/>
                    <a:pt x="31" y="269"/>
                    <a:pt x="48" y="279"/>
                  </a:cubicBezTo>
                  <a:lnTo>
                    <a:pt x="192" y="28"/>
                  </a:lnTo>
                  <a:lnTo>
                    <a:pt x="145"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3944075" y="4190175"/>
              <a:ext cx="3800" cy="7250"/>
            </a:xfrm>
            <a:custGeom>
              <a:rect b="b" l="l" r="r" t="t"/>
              <a:pathLst>
                <a:path extrusionOk="0" h="290" w="152">
                  <a:moveTo>
                    <a:pt x="52" y="0"/>
                  </a:moveTo>
                  <a:lnTo>
                    <a:pt x="0" y="18"/>
                  </a:lnTo>
                  <a:lnTo>
                    <a:pt x="100" y="289"/>
                  </a:lnTo>
                  <a:cubicBezTo>
                    <a:pt x="117" y="282"/>
                    <a:pt x="134" y="276"/>
                    <a:pt x="152" y="271"/>
                  </a:cubicBezTo>
                  <a:lnTo>
                    <a:pt x="52"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4149050" y="4547325"/>
              <a:ext cx="5750" cy="6475"/>
            </a:xfrm>
            <a:custGeom>
              <a:rect b="b" l="l" r="r" t="t"/>
              <a:pathLst>
                <a:path extrusionOk="0" h="259" w="230">
                  <a:moveTo>
                    <a:pt x="43" y="0"/>
                  </a:moveTo>
                  <a:lnTo>
                    <a:pt x="1" y="35"/>
                  </a:lnTo>
                  <a:lnTo>
                    <a:pt x="187" y="258"/>
                  </a:lnTo>
                  <a:lnTo>
                    <a:pt x="230" y="223"/>
                  </a:lnTo>
                  <a:lnTo>
                    <a:pt x="43"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4174500" y="4521900"/>
              <a:ext cx="6450" cy="5750"/>
            </a:xfrm>
            <a:custGeom>
              <a:rect b="b" l="l" r="r" t="t"/>
              <a:pathLst>
                <a:path extrusionOk="0" h="230" w="258">
                  <a:moveTo>
                    <a:pt x="35" y="1"/>
                  </a:moveTo>
                  <a:lnTo>
                    <a:pt x="0" y="43"/>
                  </a:lnTo>
                  <a:lnTo>
                    <a:pt x="223" y="230"/>
                  </a:lnTo>
                  <a:lnTo>
                    <a:pt x="258" y="188"/>
                  </a:lnTo>
                  <a:lnTo>
                    <a:pt x="35"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4119675" y="4567975"/>
              <a:ext cx="4825" cy="7000"/>
            </a:xfrm>
            <a:custGeom>
              <a:rect b="b" l="l" r="r" t="t"/>
              <a:pathLst>
                <a:path extrusionOk="0" h="280" w="193">
                  <a:moveTo>
                    <a:pt x="48" y="1"/>
                  </a:moveTo>
                  <a:cubicBezTo>
                    <a:pt x="33" y="10"/>
                    <a:pt x="17" y="20"/>
                    <a:pt x="1" y="29"/>
                  </a:cubicBezTo>
                  <a:lnTo>
                    <a:pt x="145" y="279"/>
                  </a:lnTo>
                  <a:lnTo>
                    <a:pt x="192" y="252"/>
                  </a:lnTo>
                  <a:lnTo>
                    <a:pt x="48"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4134800" y="4558300"/>
              <a:ext cx="5300" cy="6750"/>
            </a:xfrm>
            <a:custGeom>
              <a:rect b="b" l="l" r="r" t="t"/>
              <a:pathLst>
                <a:path extrusionOk="0" h="270" w="212">
                  <a:moveTo>
                    <a:pt x="46" y="1"/>
                  </a:moveTo>
                  <a:cubicBezTo>
                    <a:pt x="30" y="11"/>
                    <a:pt x="16" y="21"/>
                    <a:pt x="0" y="32"/>
                  </a:cubicBezTo>
                  <a:lnTo>
                    <a:pt x="166" y="270"/>
                  </a:lnTo>
                  <a:lnTo>
                    <a:pt x="212" y="238"/>
                  </a:lnTo>
                  <a:lnTo>
                    <a:pt x="46"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4052500" y="4592600"/>
              <a:ext cx="2650" cy="7375"/>
            </a:xfrm>
            <a:custGeom>
              <a:rect b="b" l="l" r="r" t="t"/>
              <a:pathLst>
                <a:path extrusionOk="0" h="295" w="106">
                  <a:moveTo>
                    <a:pt x="56" y="1"/>
                  </a:moveTo>
                  <a:cubicBezTo>
                    <a:pt x="37" y="4"/>
                    <a:pt x="19" y="7"/>
                    <a:pt x="1" y="10"/>
                  </a:cubicBezTo>
                  <a:lnTo>
                    <a:pt x="51" y="295"/>
                  </a:lnTo>
                  <a:lnTo>
                    <a:pt x="105" y="286"/>
                  </a:lnTo>
                  <a:lnTo>
                    <a:pt x="56"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4103700" y="4576325"/>
              <a:ext cx="4375" cy="7150"/>
            </a:xfrm>
            <a:custGeom>
              <a:rect b="b" l="l" r="r" t="t"/>
              <a:pathLst>
                <a:path extrusionOk="0" h="286" w="175">
                  <a:moveTo>
                    <a:pt x="51" y="1"/>
                  </a:moveTo>
                  <a:lnTo>
                    <a:pt x="1" y="24"/>
                  </a:lnTo>
                  <a:lnTo>
                    <a:pt x="124" y="286"/>
                  </a:lnTo>
                  <a:lnTo>
                    <a:pt x="174" y="263"/>
                  </a:lnTo>
                  <a:lnTo>
                    <a:pt x="51"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4034700" y="4595000"/>
              <a:ext cx="2050" cy="7400"/>
            </a:xfrm>
            <a:custGeom>
              <a:rect b="b" l="l" r="r" t="t"/>
              <a:pathLst>
                <a:path extrusionOk="0" h="296" w="82">
                  <a:moveTo>
                    <a:pt x="56" y="1"/>
                  </a:moveTo>
                  <a:cubicBezTo>
                    <a:pt x="37" y="2"/>
                    <a:pt x="19" y="3"/>
                    <a:pt x="1" y="6"/>
                  </a:cubicBezTo>
                  <a:lnTo>
                    <a:pt x="27" y="296"/>
                  </a:lnTo>
                  <a:lnTo>
                    <a:pt x="81" y="291"/>
                  </a:lnTo>
                  <a:lnTo>
                    <a:pt x="56"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4087150" y="4583275"/>
              <a:ext cx="3800" cy="7250"/>
            </a:xfrm>
            <a:custGeom>
              <a:rect b="b" l="l" r="r" t="t"/>
              <a:pathLst>
                <a:path extrusionOk="0" h="290" w="152">
                  <a:moveTo>
                    <a:pt x="52" y="0"/>
                  </a:moveTo>
                  <a:cubicBezTo>
                    <a:pt x="35" y="7"/>
                    <a:pt x="17" y="13"/>
                    <a:pt x="0" y="18"/>
                  </a:cubicBezTo>
                  <a:lnTo>
                    <a:pt x="100" y="289"/>
                  </a:lnTo>
                  <a:lnTo>
                    <a:pt x="151" y="271"/>
                  </a:lnTo>
                  <a:lnTo>
                    <a:pt x="52"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4070025" y="4588700"/>
              <a:ext cx="3225" cy="7375"/>
            </a:xfrm>
            <a:custGeom>
              <a:rect b="b" l="l" r="r" t="t"/>
              <a:pathLst>
                <a:path extrusionOk="0" h="295" w="129">
                  <a:moveTo>
                    <a:pt x="53" y="0"/>
                  </a:moveTo>
                  <a:cubicBezTo>
                    <a:pt x="35" y="5"/>
                    <a:pt x="18" y="10"/>
                    <a:pt x="0" y="13"/>
                  </a:cubicBezTo>
                  <a:lnTo>
                    <a:pt x="75" y="294"/>
                  </a:lnTo>
                  <a:lnTo>
                    <a:pt x="128" y="280"/>
                  </a:lnTo>
                  <a:lnTo>
                    <a:pt x="53"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4222125" y="4407550"/>
              <a:ext cx="7425" cy="2025"/>
            </a:xfrm>
            <a:custGeom>
              <a:rect b="b" l="l" r="r" t="t"/>
              <a:pathLst>
                <a:path extrusionOk="0" h="81" w="297">
                  <a:moveTo>
                    <a:pt x="6" y="0"/>
                  </a:moveTo>
                  <a:cubicBezTo>
                    <a:pt x="5" y="19"/>
                    <a:pt x="3" y="36"/>
                    <a:pt x="1" y="55"/>
                  </a:cubicBezTo>
                  <a:lnTo>
                    <a:pt x="292" y="80"/>
                  </a:lnTo>
                  <a:lnTo>
                    <a:pt x="297" y="26"/>
                  </a:lnTo>
                  <a:lnTo>
                    <a:pt x="6"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4215825" y="4442875"/>
              <a:ext cx="7400" cy="3225"/>
            </a:xfrm>
            <a:custGeom>
              <a:rect b="b" l="l" r="r" t="t"/>
              <a:pathLst>
                <a:path extrusionOk="0" h="129" w="296">
                  <a:moveTo>
                    <a:pt x="15" y="1"/>
                  </a:moveTo>
                  <a:cubicBezTo>
                    <a:pt x="10" y="19"/>
                    <a:pt x="6" y="36"/>
                    <a:pt x="1" y="53"/>
                  </a:cubicBezTo>
                  <a:lnTo>
                    <a:pt x="282" y="128"/>
                  </a:lnTo>
                  <a:lnTo>
                    <a:pt x="296" y="76"/>
                  </a:lnTo>
                  <a:lnTo>
                    <a:pt x="15"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4219775" y="4425325"/>
              <a:ext cx="7375" cy="2650"/>
            </a:xfrm>
            <a:custGeom>
              <a:rect b="b" l="l" r="r" t="t"/>
              <a:pathLst>
                <a:path extrusionOk="0" h="106" w="295">
                  <a:moveTo>
                    <a:pt x="10" y="1"/>
                  </a:moveTo>
                  <a:cubicBezTo>
                    <a:pt x="7" y="19"/>
                    <a:pt x="5" y="37"/>
                    <a:pt x="1" y="56"/>
                  </a:cubicBezTo>
                  <a:lnTo>
                    <a:pt x="286" y="105"/>
                  </a:lnTo>
                  <a:lnTo>
                    <a:pt x="295" y="51"/>
                  </a:lnTo>
                  <a:lnTo>
                    <a:pt x="10"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4210450" y="4459975"/>
              <a:ext cx="7250" cy="3800"/>
            </a:xfrm>
            <a:custGeom>
              <a:rect b="b" l="l" r="r" t="t"/>
              <a:pathLst>
                <a:path extrusionOk="0" h="152" w="290">
                  <a:moveTo>
                    <a:pt x="18" y="1"/>
                  </a:moveTo>
                  <a:cubicBezTo>
                    <a:pt x="12" y="17"/>
                    <a:pt x="6" y="35"/>
                    <a:pt x="0" y="52"/>
                  </a:cubicBezTo>
                  <a:lnTo>
                    <a:pt x="271" y="151"/>
                  </a:lnTo>
                  <a:lnTo>
                    <a:pt x="289" y="100"/>
                  </a:lnTo>
                  <a:lnTo>
                    <a:pt x="18"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4195150" y="4492500"/>
              <a:ext cx="7000" cy="4825"/>
            </a:xfrm>
            <a:custGeom>
              <a:rect b="b" l="l" r="r" t="t"/>
              <a:pathLst>
                <a:path extrusionOk="0" h="193" w="280">
                  <a:moveTo>
                    <a:pt x="29" y="1"/>
                  </a:moveTo>
                  <a:cubicBezTo>
                    <a:pt x="20" y="16"/>
                    <a:pt x="11" y="32"/>
                    <a:pt x="0" y="48"/>
                  </a:cubicBezTo>
                  <a:lnTo>
                    <a:pt x="252" y="193"/>
                  </a:lnTo>
                  <a:lnTo>
                    <a:pt x="279" y="145"/>
                  </a:lnTo>
                  <a:lnTo>
                    <a:pt x="29"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4203500" y="4476550"/>
              <a:ext cx="7150" cy="4375"/>
            </a:xfrm>
            <a:custGeom>
              <a:rect b="b" l="l" r="r" t="t"/>
              <a:pathLst>
                <a:path extrusionOk="0" h="175" w="286">
                  <a:moveTo>
                    <a:pt x="23" y="1"/>
                  </a:moveTo>
                  <a:lnTo>
                    <a:pt x="1" y="52"/>
                  </a:lnTo>
                  <a:lnTo>
                    <a:pt x="263" y="174"/>
                  </a:lnTo>
                  <a:lnTo>
                    <a:pt x="286" y="124"/>
                  </a:lnTo>
                  <a:lnTo>
                    <a:pt x="23"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4185450" y="4507650"/>
              <a:ext cx="6750" cy="5300"/>
            </a:xfrm>
            <a:custGeom>
              <a:rect b="b" l="l" r="r" t="t"/>
              <a:pathLst>
                <a:path extrusionOk="0" h="212" w="270">
                  <a:moveTo>
                    <a:pt x="31" y="0"/>
                  </a:moveTo>
                  <a:cubicBezTo>
                    <a:pt x="21" y="16"/>
                    <a:pt x="11" y="30"/>
                    <a:pt x="1" y="46"/>
                  </a:cubicBezTo>
                  <a:lnTo>
                    <a:pt x="238" y="212"/>
                  </a:lnTo>
                  <a:lnTo>
                    <a:pt x="270" y="167"/>
                  </a:lnTo>
                  <a:lnTo>
                    <a:pt x="31"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3979875" y="4592625"/>
              <a:ext cx="2625" cy="7375"/>
            </a:xfrm>
            <a:custGeom>
              <a:rect b="b" l="l" r="r" t="t"/>
              <a:pathLst>
                <a:path extrusionOk="0" h="295" w="105">
                  <a:moveTo>
                    <a:pt x="51" y="1"/>
                  </a:moveTo>
                  <a:lnTo>
                    <a:pt x="0" y="287"/>
                  </a:lnTo>
                  <a:lnTo>
                    <a:pt x="54" y="295"/>
                  </a:lnTo>
                  <a:lnTo>
                    <a:pt x="105" y="10"/>
                  </a:lnTo>
                  <a:cubicBezTo>
                    <a:pt x="87" y="8"/>
                    <a:pt x="69" y="5"/>
                    <a:pt x="5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3824350" y="4476550"/>
              <a:ext cx="7150" cy="4375"/>
            </a:xfrm>
            <a:custGeom>
              <a:rect b="b" l="l" r="r" t="t"/>
              <a:pathLst>
                <a:path extrusionOk="0" h="175" w="286">
                  <a:moveTo>
                    <a:pt x="263" y="1"/>
                  </a:moveTo>
                  <a:lnTo>
                    <a:pt x="1" y="124"/>
                  </a:lnTo>
                  <a:lnTo>
                    <a:pt x="25" y="174"/>
                  </a:lnTo>
                  <a:lnTo>
                    <a:pt x="286" y="52"/>
                  </a:lnTo>
                  <a:lnTo>
                    <a:pt x="263"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3832900" y="4492500"/>
              <a:ext cx="7000" cy="4825"/>
            </a:xfrm>
            <a:custGeom>
              <a:rect b="b" l="l" r="r" t="t"/>
              <a:pathLst>
                <a:path extrusionOk="0" h="193" w="280">
                  <a:moveTo>
                    <a:pt x="251" y="1"/>
                  </a:moveTo>
                  <a:lnTo>
                    <a:pt x="0" y="145"/>
                  </a:lnTo>
                  <a:lnTo>
                    <a:pt x="28" y="193"/>
                  </a:lnTo>
                  <a:lnTo>
                    <a:pt x="279" y="48"/>
                  </a:lnTo>
                  <a:cubicBezTo>
                    <a:pt x="271" y="33"/>
                    <a:pt x="260" y="17"/>
                    <a:pt x="25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3854050" y="4521875"/>
              <a:ext cx="6475" cy="5750"/>
            </a:xfrm>
            <a:custGeom>
              <a:rect b="b" l="l" r="r" t="t"/>
              <a:pathLst>
                <a:path extrusionOk="0" h="230" w="259">
                  <a:moveTo>
                    <a:pt x="224" y="1"/>
                  </a:moveTo>
                  <a:lnTo>
                    <a:pt x="0" y="188"/>
                  </a:lnTo>
                  <a:lnTo>
                    <a:pt x="36" y="230"/>
                  </a:lnTo>
                  <a:lnTo>
                    <a:pt x="258" y="43"/>
                  </a:lnTo>
                  <a:lnTo>
                    <a:pt x="224"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3842800" y="4507650"/>
              <a:ext cx="6750" cy="5300"/>
            </a:xfrm>
            <a:custGeom>
              <a:rect b="b" l="l" r="r" t="t"/>
              <a:pathLst>
                <a:path extrusionOk="0" h="212" w="270">
                  <a:moveTo>
                    <a:pt x="239" y="0"/>
                  </a:moveTo>
                  <a:lnTo>
                    <a:pt x="1" y="167"/>
                  </a:lnTo>
                  <a:lnTo>
                    <a:pt x="32" y="212"/>
                  </a:lnTo>
                  <a:lnTo>
                    <a:pt x="270" y="46"/>
                  </a:lnTo>
                  <a:cubicBezTo>
                    <a:pt x="260" y="30"/>
                    <a:pt x="249" y="16"/>
                    <a:pt x="239"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3807850" y="4425325"/>
              <a:ext cx="7375" cy="2650"/>
            </a:xfrm>
            <a:custGeom>
              <a:rect b="b" l="l" r="r" t="t"/>
              <a:pathLst>
                <a:path extrusionOk="0" h="106" w="295">
                  <a:moveTo>
                    <a:pt x="285" y="1"/>
                  </a:moveTo>
                  <a:lnTo>
                    <a:pt x="1" y="51"/>
                  </a:lnTo>
                  <a:lnTo>
                    <a:pt x="10" y="105"/>
                  </a:lnTo>
                  <a:lnTo>
                    <a:pt x="295" y="56"/>
                  </a:lnTo>
                  <a:cubicBezTo>
                    <a:pt x="291" y="37"/>
                    <a:pt x="288" y="19"/>
                    <a:pt x="285"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3811800" y="4442875"/>
              <a:ext cx="7375" cy="3225"/>
            </a:xfrm>
            <a:custGeom>
              <a:rect b="b" l="l" r="r" t="t"/>
              <a:pathLst>
                <a:path extrusionOk="0" h="129" w="295">
                  <a:moveTo>
                    <a:pt x="280" y="1"/>
                  </a:moveTo>
                  <a:lnTo>
                    <a:pt x="0" y="75"/>
                  </a:lnTo>
                  <a:lnTo>
                    <a:pt x="14" y="128"/>
                  </a:lnTo>
                  <a:lnTo>
                    <a:pt x="295" y="53"/>
                  </a:lnTo>
                  <a:cubicBezTo>
                    <a:pt x="289" y="36"/>
                    <a:pt x="284" y="17"/>
                    <a:pt x="280"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3817350" y="4460000"/>
              <a:ext cx="7275" cy="3800"/>
            </a:xfrm>
            <a:custGeom>
              <a:rect b="b" l="l" r="r" t="t"/>
              <a:pathLst>
                <a:path extrusionOk="0" h="152" w="291">
                  <a:moveTo>
                    <a:pt x="271" y="1"/>
                  </a:moveTo>
                  <a:lnTo>
                    <a:pt x="0" y="100"/>
                  </a:lnTo>
                  <a:lnTo>
                    <a:pt x="19" y="151"/>
                  </a:lnTo>
                  <a:lnTo>
                    <a:pt x="290" y="52"/>
                  </a:lnTo>
                  <a:cubicBezTo>
                    <a:pt x="282" y="36"/>
                    <a:pt x="277" y="17"/>
                    <a:pt x="27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3910525" y="4567975"/>
              <a:ext cx="4800" cy="7000"/>
            </a:xfrm>
            <a:custGeom>
              <a:rect b="b" l="l" r="r" t="t"/>
              <a:pathLst>
                <a:path extrusionOk="0" h="280" w="192">
                  <a:moveTo>
                    <a:pt x="144" y="1"/>
                  </a:moveTo>
                  <a:lnTo>
                    <a:pt x="0" y="252"/>
                  </a:lnTo>
                  <a:lnTo>
                    <a:pt x="47" y="279"/>
                  </a:lnTo>
                  <a:lnTo>
                    <a:pt x="192" y="29"/>
                  </a:lnTo>
                  <a:cubicBezTo>
                    <a:pt x="176" y="20"/>
                    <a:pt x="161" y="11"/>
                    <a:pt x="144"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3805475" y="4407575"/>
              <a:ext cx="7400" cy="2025"/>
            </a:xfrm>
            <a:custGeom>
              <a:rect b="b" l="l" r="r" t="t"/>
              <a:pathLst>
                <a:path extrusionOk="0" h="81" w="296">
                  <a:moveTo>
                    <a:pt x="291" y="0"/>
                  </a:moveTo>
                  <a:lnTo>
                    <a:pt x="1" y="26"/>
                  </a:lnTo>
                  <a:lnTo>
                    <a:pt x="6" y="81"/>
                  </a:lnTo>
                  <a:lnTo>
                    <a:pt x="296" y="55"/>
                  </a:lnTo>
                  <a:cubicBezTo>
                    <a:pt x="293" y="36"/>
                    <a:pt x="292" y="19"/>
                    <a:pt x="291"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3944050" y="4583275"/>
              <a:ext cx="3775" cy="7275"/>
            </a:xfrm>
            <a:custGeom>
              <a:rect b="b" l="l" r="r" t="t"/>
              <a:pathLst>
                <a:path extrusionOk="0" h="291" w="151">
                  <a:moveTo>
                    <a:pt x="99" y="0"/>
                  </a:moveTo>
                  <a:lnTo>
                    <a:pt x="0" y="271"/>
                  </a:lnTo>
                  <a:lnTo>
                    <a:pt x="52" y="290"/>
                  </a:lnTo>
                  <a:lnTo>
                    <a:pt x="151" y="18"/>
                  </a:lnTo>
                  <a:cubicBezTo>
                    <a:pt x="134" y="12"/>
                    <a:pt x="117" y="7"/>
                    <a:pt x="99"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3961775" y="4588725"/>
              <a:ext cx="3225" cy="7375"/>
            </a:xfrm>
            <a:custGeom>
              <a:rect b="b" l="l" r="r" t="t"/>
              <a:pathLst>
                <a:path extrusionOk="0" h="295" w="129">
                  <a:moveTo>
                    <a:pt x="75" y="0"/>
                  </a:moveTo>
                  <a:lnTo>
                    <a:pt x="0" y="280"/>
                  </a:lnTo>
                  <a:lnTo>
                    <a:pt x="54" y="294"/>
                  </a:lnTo>
                  <a:lnTo>
                    <a:pt x="128" y="15"/>
                  </a:lnTo>
                  <a:cubicBezTo>
                    <a:pt x="111" y="9"/>
                    <a:pt x="94" y="5"/>
                    <a:pt x="75"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3880175" y="4547325"/>
              <a:ext cx="5750" cy="6475"/>
            </a:xfrm>
            <a:custGeom>
              <a:rect b="b" l="l" r="r" t="t"/>
              <a:pathLst>
                <a:path extrusionOk="0" h="259" w="230">
                  <a:moveTo>
                    <a:pt x="187" y="0"/>
                  </a:moveTo>
                  <a:lnTo>
                    <a:pt x="1" y="223"/>
                  </a:lnTo>
                  <a:lnTo>
                    <a:pt x="43" y="258"/>
                  </a:lnTo>
                  <a:lnTo>
                    <a:pt x="230" y="35"/>
                  </a:lnTo>
                  <a:lnTo>
                    <a:pt x="187"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3998300" y="4595000"/>
              <a:ext cx="2000" cy="7400"/>
            </a:xfrm>
            <a:custGeom>
              <a:rect b="b" l="l" r="r" t="t"/>
              <a:pathLst>
                <a:path extrusionOk="0" h="296" w="80">
                  <a:moveTo>
                    <a:pt x="26" y="1"/>
                  </a:moveTo>
                  <a:lnTo>
                    <a:pt x="0" y="291"/>
                  </a:lnTo>
                  <a:lnTo>
                    <a:pt x="54" y="296"/>
                  </a:lnTo>
                  <a:lnTo>
                    <a:pt x="80" y="6"/>
                  </a:lnTo>
                  <a:cubicBezTo>
                    <a:pt x="62" y="4"/>
                    <a:pt x="43" y="3"/>
                    <a:pt x="26"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3894875" y="4558300"/>
              <a:ext cx="5325" cy="6725"/>
            </a:xfrm>
            <a:custGeom>
              <a:rect b="b" l="l" r="r" t="t"/>
              <a:pathLst>
                <a:path extrusionOk="0" h="269" w="213">
                  <a:moveTo>
                    <a:pt x="167" y="1"/>
                  </a:moveTo>
                  <a:lnTo>
                    <a:pt x="1" y="238"/>
                  </a:lnTo>
                  <a:lnTo>
                    <a:pt x="46" y="269"/>
                  </a:lnTo>
                  <a:lnTo>
                    <a:pt x="212" y="32"/>
                  </a:lnTo>
                  <a:cubicBezTo>
                    <a:pt x="197" y="21"/>
                    <a:pt x="182" y="11"/>
                    <a:pt x="167"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3926925" y="4576325"/>
              <a:ext cx="4350" cy="7150"/>
            </a:xfrm>
            <a:custGeom>
              <a:rect b="b" l="l" r="r" t="t"/>
              <a:pathLst>
                <a:path extrusionOk="0" h="286" w="174">
                  <a:moveTo>
                    <a:pt x="123" y="1"/>
                  </a:moveTo>
                  <a:lnTo>
                    <a:pt x="0" y="263"/>
                  </a:lnTo>
                  <a:lnTo>
                    <a:pt x="51" y="286"/>
                  </a:lnTo>
                  <a:lnTo>
                    <a:pt x="174" y="24"/>
                  </a:lnTo>
                  <a:lnTo>
                    <a:pt x="123"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3998575" y="4371450"/>
              <a:ext cx="37800" cy="37825"/>
            </a:xfrm>
            <a:custGeom>
              <a:rect b="b" l="l" r="r" t="t"/>
              <a:pathLst>
                <a:path extrusionOk="0" h="1513" w="1512">
                  <a:moveTo>
                    <a:pt x="756" y="1"/>
                  </a:moveTo>
                  <a:cubicBezTo>
                    <a:pt x="741" y="1"/>
                    <a:pt x="729" y="3"/>
                    <a:pt x="715" y="4"/>
                  </a:cubicBezTo>
                  <a:cubicBezTo>
                    <a:pt x="703" y="5"/>
                    <a:pt x="689" y="5"/>
                    <a:pt x="676" y="6"/>
                  </a:cubicBezTo>
                  <a:cubicBezTo>
                    <a:pt x="652" y="9"/>
                    <a:pt x="628" y="13"/>
                    <a:pt x="605" y="16"/>
                  </a:cubicBezTo>
                  <a:cubicBezTo>
                    <a:pt x="508" y="36"/>
                    <a:pt x="419" y="75"/>
                    <a:pt x="339" y="126"/>
                  </a:cubicBezTo>
                  <a:cubicBezTo>
                    <a:pt x="320" y="139"/>
                    <a:pt x="301" y="153"/>
                    <a:pt x="281" y="169"/>
                  </a:cubicBezTo>
                  <a:cubicBezTo>
                    <a:pt x="271" y="178"/>
                    <a:pt x="260" y="186"/>
                    <a:pt x="251" y="196"/>
                  </a:cubicBezTo>
                  <a:cubicBezTo>
                    <a:pt x="241" y="205"/>
                    <a:pt x="231" y="214"/>
                    <a:pt x="222" y="222"/>
                  </a:cubicBezTo>
                  <a:cubicBezTo>
                    <a:pt x="213" y="232"/>
                    <a:pt x="204" y="242"/>
                    <a:pt x="194" y="252"/>
                  </a:cubicBezTo>
                  <a:cubicBezTo>
                    <a:pt x="186" y="263"/>
                    <a:pt x="177" y="272"/>
                    <a:pt x="168" y="282"/>
                  </a:cubicBezTo>
                  <a:cubicBezTo>
                    <a:pt x="152" y="300"/>
                    <a:pt x="140" y="319"/>
                    <a:pt x="125" y="340"/>
                  </a:cubicBezTo>
                  <a:cubicBezTo>
                    <a:pt x="73" y="418"/>
                    <a:pt x="34" y="509"/>
                    <a:pt x="16" y="606"/>
                  </a:cubicBezTo>
                  <a:cubicBezTo>
                    <a:pt x="11" y="629"/>
                    <a:pt x="8" y="653"/>
                    <a:pt x="6" y="676"/>
                  </a:cubicBezTo>
                  <a:cubicBezTo>
                    <a:pt x="4" y="690"/>
                    <a:pt x="4" y="704"/>
                    <a:pt x="2" y="717"/>
                  </a:cubicBezTo>
                  <a:cubicBezTo>
                    <a:pt x="1" y="730"/>
                    <a:pt x="0" y="743"/>
                    <a:pt x="0" y="757"/>
                  </a:cubicBezTo>
                  <a:cubicBezTo>
                    <a:pt x="0" y="769"/>
                    <a:pt x="1" y="784"/>
                    <a:pt x="2" y="797"/>
                  </a:cubicBezTo>
                  <a:cubicBezTo>
                    <a:pt x="4" y="809"/>
                    <a:pt x="4" y="824"/>
                    <a:pt x="6" y="836"/>
                  </a:cubicBezTo>
                  <a:cubicBezTo>
                    <a:pt x="8" y="860"/>
                    <a:pt x="12" y="885"/>
                    <a:pt x="16" y="907"/>
                  </a:cubicBezTo>
                  <a:cubicBezTo>
                    <a:pt x="34" y="1004"/>
                    <a:pt x="74" y="1093"/>
                    <a:pt x="125" y="1174"/>
                  </a:cubicBezTo>
                  <a:cubicBezTo>
                    <a:pt x="138" y="1192"/>
                    <a:pt x="152" y="1212"/>
                    <a:pt x="168" y="1231"/>
                  </a:cubicBezTo>
                  <a:cubicBezTo>
                    <a:pt x="177" y="1242"/>
                    <a:pt x="186" y="1252"/>
                    <a:pt x="194" y="1261"/>
                  </a:cubicBezTo>
                  <a:cubicBezTo>
                    <a:pt x="204" y="1272"/>
                    <a:pt x="213" y="1282"/>
                    <a:pt x="222" y="1290"/>
                  </a:cubicBezTo>
                  <a:cubicBezTo>
                    <a:pt x="231" y="1300"/>
                    <a:pt x="241" y="1309"/>
                    <a:pt x="251" y="1318"/>
                  </a:cubicBezTo>
                  <a:cubicBezTo>
                    <a:pt x="261" y="1326"/>
                    <a:pt x="271" y="1336"/>
                    <a:pt x="281" y="1345"/>
                  </a:cubicBezTo>
                  <a:cubicBezTo>
                    <a:pt x="300" y="1360"/>
                    <a:pt x="318" y="1373"/>
                    <a:pt x="339" y="1387"/>
                  </a:cubicBezTo>
                  <a:cubicBezTo>
                    <a:pt x="418" y="1440"/>
                    <a:pt x="508" y="1478"/>
                    <a:pt x="605" y="1497"/>
                  </a:cubicBezTo>
                  <a:cubicBezTo>
                    <a:pt x="628" y="1502"/>
                    <a:pt x="651" y="1505"/>
                    <a:pt x="676" y="1507"/>
                  </a:cubicBezTo>
                  <a:cubicBezTo>
                    <a:pt x="689" y="1509"/>
                    <a:pt x="703" y="1509"/>
                    <a:pt x="715" y="1510"/>
                  </a:cubicBezTo>
                  <a:cubicBezTo>
                    <a:pt x="729" y="1511"/>
                    <a:pt x="743" y="1512"/>
                    <a:pt x="756" y="1512"/>
                  </a:cubicBezTo>
                  <a:cubicBezTo>
                    <a:pt x="770" y="1512"/>
                    <a:pt x="783" y="1511"/>
                    <a:pt x="796" y="1510"/>
                  </a:cubicBezTo>
                  <a:cubicBezTo>
                    <a:pt x="808" y="1509"/>
                    <a:pt x="823" y="1509"/>
                    <a:pt x="836" y="1507"/>
                  </a:cubicBezTo>
                  <a:cubicBezTo>
                    <a:pt x="859" y="1505"/>
                    <a:pt x="884" y="1501"/>
                    <a:pt x="906" y="1497"/>
                  </a:cubicBezTo>
                  <a:cubicBezTo>
                    <a:pt x="1003" y="1478"/>
                    <a:pt x="1092" y="1439"/>
                    <a:pt x="1173" y="1387"/>
                  </a:cubicBezTo>
                  <a:cubicBezTo>
                    <a:pt x="1192" y="1375"/>
                    <a:pt x="1211" y="1360"/>
                    <a:pt x="1230" y="1345"/>
                  </a:cubicBezTo>
                  <a:cubicBezTo>
                    <a:pt x="1241" y="1336"/>
                    <a:pt x="1251" y="1326"/>
                    <a:pt x="1260" y="1318"/>
                  </a:cubicBezTo>
                  <a:cubicBezTo>
                    <a:pt x="1271" y="1309"/>
                    <a:pt x="1281" y="1300"/>
                    <a:pt x="1290" y="1290"/>
                  </a:cubicBezTo>
                  <a:cubicBezTo>
                    <a:pt x="1298" y="1281"/>
                    <a:pt x="1308" y="1272"/>
                    <a:pt x="1317" y="1261"/>
                  </a:cubicBezTo>
                  <a:cubicBezTo>
                    <a:pt x="1326" y="1251"/>
                    <a:pt x="1334" y="1242"/>
                    <a:pt x="1344" y="1231"/>
                  </a:cubicBezTo>
                  <a:cubicBezTo>
                    <a:pt x="1359" y="1213"/>
                    <a:pt x="1373" y="1194"/>
                    <a:pt x="1387" y="1174"/>
                  </a:cubicBezTo>
                  <a:cubicBezTo>
                    <a:pt x="1440" y="1094"/>
                    <a:pt x="1477" y="1004"/>
                    <a:pt x="1496" y="907"/>
                  </a:cubicBezTo>
                  <a:cubicBezTo>
                    <a:pt x="1501" y="883"/>
                    <a:pt x="1504" y="860"/>
                    <a:pt x="1507" y="836"/>
                  </a:cubicBezTo>
                  <a:cubicBezTo>
                    <a:pt x="1508" y="824"/>
                    <a:pt x="1508" y="809"/>
                    <a:pt x="1509" y="797"/>
                  </a:cubicBezTo>
                  <a:cubicBezTo>
                    <a:pt x="1511" y="784"/>
                    <a:pt x="1512" y="769"/>
                    <a:pt x="1512" y="757"/>
                  </a:cubicBezTo>
                  <a:cubicBezTo>
                    <a:pt x="1512" y="743"/>
                    <a:pt x="1510" y="730"/>
                    <a:pt x="1509" y="717"/>
                  </a:cubicBezTo>
                  <a:cubicBezTo>
                    <a:pt x="1508" y="704"/>
                    <a:pt x="1508" y="690"/>
                    <a:pt x="1507" y="676"/>
                  </a:cubicBezTo>
                  <a:cubicBezTo>
                    <a:pt x="1504" y="654"/>
                    <a:pt x="1501" y="629"/>
                    <a:pt x="1496" y="606"/>
                  </a:cubicBezTo>
                  <a:cubicBezTo>
                    <a:pt x="1477" y="509"/>
                    <a:pt x="1439" y="421"/>
                    <a:pt x="1387" y="340"/>
                  </a:cubicBezTo>
                  <a:cubicBezTo>
                    <a:pt x="1374" y="320"/>
                    <a:pt x="1359" y="301"/>
                    <a:pt x="1344" y="282"/>
                  </a:cubicBezTo>
                  <a:cubicBezTo>
                    <a:pt x="1336" y="272"/>
                    <a:pt x="1326" y="262"/>
                    <a:pt x="1317" y="252"/>
                  </a:cubicBezTo>
                  <a:cubicBezTo>
                    <a:pt x="1308" y="242"/>
                    <a:pt x="1299" y="232"/>
                    <a:pt x="1290" y="222"/>
                  </a:cubicBezTo>
                  <a:cubicBezTo>
                    <a:pt x="1281" y="214"/>
                    <a:pt x="1271" y="205"/>
                    <a:pt x="1260" y="196"/>
                  </a:cubicBezTo>
                  <a:cubicBezTo>
                    <a:pt x="1250" y="186"/>
                    <a:pt x="1241" y="178"/>
                    <a:pt x="1230" y="169"/>
                  </a:cubicBezTo>
                  <a:cubicBezTo>
                    <a:pt x="1213" y="153"/>
                    <a:pt x="1193" y="140"/>
                    <a:pt x="1173" y="126"/>
                  </a:cubicBezTo>
                  <a:cubicBezTo>
                    <a:pt x="1094" y="73"/>
                    <a:pt x="1003" y="36"/>
                    <a:pt x="906" y="16"/>
                  </a:cubicBezTo>
                  <a:cubicBezTo>
                    <a:pt x="884" y="11"/>
                    <a:pt x="860" y="9"/>
                    <a:pt x="836" y="6"/>
                  </a:cubicBezTo>
                  <a:cubicBezTo>
                    <a:pt x="823" y="5"/>
                    <a:pt x="808" y="5"/>
                    <a:pt x="796" y="4"/>
                  </a:cubicBezTo>
                  <a:cubicBezTo>
                    <a:pt x="783" y="3"/>
                    <a:pt x="769" y="1"/>
                    <a:pt x="756"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4000800" y="4013525"/>
              <a:ext cx="33425" cy="31500"/>
            </a:xfrm>
            <a:custGeom>
              <a:rect b="b" l="l" r="r" t="t"/>
              <a:pathLst>
                <a:path extrusionOk="0" h="1260" w="1337">
                  <a:moveTo>
                    <a:pt x="0" y="1"/>
                  </a:moveTo>
                  <a:lnTo>
                    <a:pt x="0" y="100"/>
                  </a:lnTo>
                  <a:lnTo>
                    <a:pt x="161" y="100"/>
                  </a:lnTo>
                  <a:lnTo>
                    <a:pt x="161" y="1139"/>
                  </a:lnTo>
                  <a:lnTo>
                    <a:pt x="0" y="1139"/>
                  </a:lnTo>
                  <a:lnTo>
                    <a:pt x="0" y="1238"/>
                  </a:lnTo>
                  <a:lnTo>
                    <a:pt x="435" y="1238"/>
                  </a:lnTo>
                  <a:lnTo>
                    <a:pt x="435" y="1139"/>
                  </a:lnTo>
                  <a:lnTo>
                    <a:pt x="275" y="1139"/>
                  </a:lnTo>
                  <a:lnTo>
                    <a:pt x="275" y="291"/>
                  </a:lnTo>
                  <a:lnTo>
                    <a:pt x="257" y="154"/>
                  </a:lnTo>
                  <a:lnTo>
                    <a:pt x="263" y="154"/>
                  </a:lnTo>
                  <a:lnTo>
                    <a:pt x="342" y="290"/>
                  </a:lnTo>
                  <a:lnTo>
                    <a:pt x="1061" y="1260"/>
                  </a:lnTo>
                  <a:lnTo>
                    <a:pt x="1175" y="1260"/>
                  </a:lnTo>
                  <a:lnTo>
                    <a:pt x="1175" y="100"/>
                  </a:lnTo>
                  <a:lnTo>
                    <a:pt x="1336" y="100"/>
                  </a:lnTo>
                  <a:lnTo>
                    <a:pt x="1336" y="1"/>
                  </a:lnTo>
                  <a:lnTo>
                    <a:pt x="902" y="1"/>
                  </a:lnTo>
                  <a:lnTo>
                    <a:pt x="902" y="100"/>
                  </a:lnTo>
                  <a:lnTo>
                    <a:pt x="1062" y="100"/>
                  </a:lnTo>
                  <a:lnTo>
                    <a:pt x="1062" y="833"/>
                  </a:lnTo>
                  <a:lnTo>
                    <a:pt x="1073" y="985"/>
                  </a:lnTo>
                  <a:lnTo>
                    <a:pt x="1064" y="985"/>
                  </a:lnTo>
                  <a:lnTo>
                    <a:pt x="971" y="833"/>
                  </a:lnTo>
                  <a:lnTo>
                    <a:pt x="354"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4007050" y="4736825"/>
              <a:ext cx="21200" cy="31950"/>
            </a:xfrm>
            <a:custGeom>
              <a:rect b="b" l="l" r="r" t="t"/>
              <a:pathLst>
                <a:path extrusionOk="0" h="1278" w="848">
                  <a:moveTo>
                    <a:pt x="422" y="0"/>
                  </a:moveTo>
                  <a:cubicBezTo>
                    <a:pt x="293" y="0"/>
                    <a:pt x="190" y="29"/>
                    <a:pt x="114" y="85"/>
                  </a:cubicBezTo>
                  <a:cubicBezTo>
                    <a:pt x="38" y="140"/>
                    <a:pt x="1" y="219"/>
                    <a:pt x="1" y="318"/>
                  </a:cubicBezTo>
                  <a:cubicBezTo>
                    <a:pt x="1" y="386"/>
                    <a:pt x="17" y="443"/>
                    <a:pt x="49" y="487"/>
                  </a:cubicBezTo>
                  <a:cubicBezTo>
                    <a:pt x="81" y="532"/>
                    <a:pt x="122" y="570"/>
                    <a:pt x="171" y="602"/>
                  </a:cubicBezTo>
                  <a:cubicBezTo>
                    <a:pt x="219" y="634"/>
                    <a:pt x="271" y="661"/>
                    <a:pt x="328" y="684"/>
                  </a:cubicBezTo>
                  <a:cubicBezTo>
                    <a:pt x="385" y="707"/>
                    <a:pt x="436" y="732"/>
                    <a:pt x="485" y="757"/>
                  </a:cubicBezTo>
                  <a:cubicBezTo>
                    <a:pt x="533" y="781"/>
                    <a:pt x="575" y="809"/>
                    <a:pt x="607" y="841"/>
                  </a:cubicBezTo>
                  <a:cubicBezTo>
                    <a:pt x="639" y="874"/>
                    <a:pt x="655" y="914"/>
                    <a:pt x="655" y="962"/>
                  </a:cubicBezTo>
                  <a:cubicBezTo>
                    <a:pt x="655" y="999"/>
                    <a:pt x="648" y="1031"/>
                    <a:pt x="632" y="1058"/>
                  </a:cubicBezTo>
                  <a:cubicBezTo>
                    <a:pt x="617" y="1086"/>
                    <a:pt x="596" y="1108"/>
                    <a:pt x="569" y="1125"/>
                  </a:cubicBezTo>
                  <a:cubicBezTo>
                    <a:pt x="542" y="1144"/>
                    <a:pt x="511" y="1156"/>
                    <a:pt x="474" y="1165"/>
                  </a:cubicBezTo>
                  <a:cubicBezTo>
                    <a:pt x="438" y="1175"/>
                    <a:pt x="400" y="1179"/>
                    <a:pt x="358" y="1179"/>
                  </a:cubicBezTo>
                  <a:cubicBezTo>
                    <a:pt x="312" y="1179"/>
                    <a:pt x="272" y="1174"/>
                    <a:pt x="235" y="1163"/>
                  </a:cubicBezTo>
                  <a:cubicBezTo>
                    <a:pt x="198" y="1153"/>
                    <a:pt x="169" y="1139"/>
                    <a:pt x="147" y="1125"/>
                  </a:cubicBezTo>
                  <a:lnTo>
                    <a:pt x="115" y="1083"/>
                  </a:lnTo>
                  <a:lnTo>
                    <a:pt x="115" y="872"/>
                  </a:lnTo>
                  <a:lnTo>
                    <a:pt x="2" y="872"/>
                  </a:lnTo>
                  <a:lnTo>
                    <a:pt x="2" y="1194"/>
                  </a:lnTo>
                  <a:cubicBezTo>
                    <a:pt x="30" y="1215"/>
                    <a:pt x="75" y="1232"/>
                    <a:pt x="136" y="1251"/>
                  </a:cubicBezTo>
                  <a:cubicBezTo>
                    <a:pt x="196" y="1268"/>
                    <a:pt x="270" y="1278"/>
                    <a:pt x="353" y="1278"/>
                  </a:cubicBezTo>
                  <a:cubicBezTo>
                    <a:pt x="505" y="1278"/>
                    <a:pt x="626" y="1248"/>
                    <a:pt x="715" y="1186"/>
                  </a:cubicBezTo>
                  <a:cubicBezTo>
                    <a:pt x="803" y="1125"/>
                    <a:pt x="848" y="1037"/>
                    <a:pt x="848" y="924"/>
                  </a:cubicBezTo>
                  <a:cubicBezTo>
                    <a:pt x="848" y="860"/>
                    <a:pt x="830" y="805"/>
                    <a:pt x="798" y="762"/>
                  </a:cubicBezTo>
                  <a:cubicBezTo>
                    <a:pt x="766" y="722"/>
                    <a:pt x="726" y="684"/>
                    <a:pt x="678" y="654"/>
                  </a:cubicBezTo>
                  <a:cubicBezTo>
                    <a:pt x="630" y="623"/>
                    <a:pt x="577" y="594"/>
                    <a:pt x="520" y="571"/>
                  </a:cubicBezTo>
                  <a:cubicBezTo>
                    <a:pt x="463" y="546"/>
                    <a:pt x="412" y="521"/>
                    <a:pt x="363" y="496"/>
                  </a:cubicBezTo>
                  <a:cubicBezTo>
                    <a:pt x="313" y="470"/>
                    <a:pt x="274" y="441"/>
                    <a:pt x="241" y="408"/>
                  </a:cubicBezTo>
                  <a:cubicBezTo>
                    <a:pt x="209" y="376"/>
                    <a:pt x="193" y="336"/>
                    <a:pt x="193" y="287"/>
                  </a:cubicBezTo>
                  <a:cubicBezTo>
                    <a:pt x="193" y="227"/>
                    <a:pt x="213" y="183"/>
                    <a:pt x="252" y="150"/>
                  </a:cubicBezTo>
                  <a:cubicBezTo>
                    <a:pt x="292" y="118"/>
                    <a:pt x="348" y="102"/>
                    <a:pt x="419" y="102"/>
                  </a:cubicBezTo>
                  <a:cubicBezTo>
                    <a:pt x="460" y="102"/>
                    <a:pt x="501" y="104"/>
                    <a:pt x="544" y="108"/>
                  </a:cubicBezTo>
                  <a:cubicBezTo>
                    <a:pt x="586" y="113"/>
                    <a:pt x="618" y="119"/>
                    <a:pt x="641" y="128"/>
                  </a:cubicBezTo>
                  <a:lnTo>
                    <a:pt x="668" y="173"/>
                  </a:lnTo>
                  <a:lnTo>
                    <a:pt x="668" y="364"/>
                  </a:lnTo>
                  <a:lnTo>
                    <a:pt x="782" y="364"/>
                  </a:lnTo>
                  <a:lnTo>
                    <a:pt x="782" y="59"/>
                  </a:lnTo>
                  <a:cubicBezTo>
                    <a:pt x="741" y="41"/>
                    <a:pt x="690" y="26"/>
                    <a:pt x="632" y="16"/>
                  </a:cubicBezTo>
                  <a:cubicBezTo>
                    <a:pt x="574" y="6"/>
                    <a:pt x="503" y="0"/>
                    <a:pt x="422"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3636950" y="4372175"/>
              <a:ext cx="46700" cy="30950"/>
            </a:xfrm>
            <a:custGeom>
              <a:rect b="b" l="l" r="r" t="t"/>
              <a:pathLst>
                <a:path extrusionOk="0" h="1238" w="1868">
                  <a:moveTo>
                    <a:pt x="0" y="0"/>
                  </a:moveTo>
                  <a:lnTo>
                    <a:pt x="0" y="100"/>
                  </a:lnTo>
                  <a:lnTo>
                    <a:pt x="152" y="100"/>
                  </a:lnTo>
                  <a:lnTo>
                    <a:pt x="461" y="1238"/>
                  </a:lnTo>
                  <a:lnTo>
                    <a:pt x="667" y="1238"/>
                  </a:lnTo>
                  <a:lnTo>
                    <a:pt x="944" y="258"/>
                  </a:lnTo>
                  <a:lnTo>
                    <a:pt x="1220" y="1238"/>
                  </a:lnTo>
                  <a:lnTo>
                    <a:pt x="1425" y="1238"/>
                  </a:lnTo>
                  <a:lnTo>
                    <a:pt x="1720" y="100"/>
                  </a:lnTo>
                  <a:lnTo>
                    <a:pt x="1868" y="100"/>
                  </a:lnTo>
                  <a:lnTo>
                    <a:pt x="1868" y="0"/>
                  </a:lnTo>
                  <a:lnTo>
                    <a:pt x="1432" y="0"/>
                  </a:lnTo>
                  <a:lnTo>
                    <a:pt x="1432" y="98"/>
                  </a:lnTo>
                  <a:lnTo>
                    <a:pt x="1583" y="98"/>
                  </a:lnTo>
                  <a:lnTo>
                    <a:pt x="1410" y="848"/>
                  </a:lnTo>
                  <a:lnTo>
                    <a:pt x="1357" y="1086"/>
                  </a:lnTo>
                  <a:lnTo>
                    <a:pt x="1348" y="1086"/>
                  </a:lnTo>
                  <a:lnTo>
                    <a:pt x="1294" y="852"/>
                  </a:lnTo>
                  <a:lnTo>
                    <a:pt x="1042" y="0"/>
                  </a:lnTo>
                  <a:lnTo>
                    <a:pt x="912" y="0"/>
                  </a:lnTo>
                  <a:cubicBezTo>
                    <a:pt x="867" y="156"/>
                    <a:pt x="827" y="296"/>
                    <a:pt x="792" y="420"/>
                  </a:cubicBezTo>
                  <a:cubicBezTo>
                    <a:pt x="776" y="474"/>
                    <a:pt x="763" y="526"/>
                    <a:pt x="748" y="577"/>
                  </a:cubicBezTo>
                  <a:cubicBezTo>
                    <a:pt x="734" y="629"/>
                    <a:pt x="721" y="673"/>
                    <a:pt x="709" y="713"/>
                  </a:cubicBezTo>
                  <a:cubicBezTo>
                    <a:pt x="698" y="754"/>
                    <a:pt x="688" y="786"/>
                    <a:pt x="681" y="811"/>
                  </a:cubicBezTo>
                  <a:cubicBezTo>
                    <a:pt x="675" y="837"/>
                    <a:pt x="671" y="851"/>
                    <a:pt x="671" y="852"/>
                  </a:cubicBezTo>
                  <a:lnTo>
                    <a:pt x="603" y="1090"/>
                  </a:lnTo>
                  <a:lnTo>
                    <a:pt x="596" y="1090"/>
                  </a:lnTo>
                  <a:lnTo>
                    <a:pt x="549" y="856"/>
                  </a:lnTo>
                  <a:lnTo>
                    <a:pt x="360" y="100"/>
                  </a:lnTo>
                  <a:lnTo>
                    <a:pt x="527" y="100"/>
                  </a:lnTo>
                  <a:lnTo>
                    <a:pt x="527"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4359475" y="4372175"/>
              <a:ext cx="24275" cy="30900"/>
            </a:xfrm>
            <a:custGeom>
              <a:rect b="b" l="l" r="r" t="t"/>
              <a:pathLst>
                <a:path extrusionOk="0" h="1236" w="971">
                  <a:moveTo>
                    <a:pt x="1" y="0"/>
                  </a:moveTo>
                  <a:lnTo>
                    <a:pt x="1" y="98"/>
                  </a:lnTo>
                  <a:lnTo>
                    <a:pt x="161" y="98"/>
                  </a:lnTo>
                  <a:lnTo>
                    <a:pt x="161" y="1137"/>
                  </a:lnTo>
                  <a:lnTo>
                    <a:pt x="1" y="1137"/>
                  </a:lnTo>
                  <a:lnTo>
                    <a:pt x="1" y="1235"/>
                  </a:lnTo>
                  <a:lnTo>
                    <a:pt x="971" y="1235"/>
                  </a:lnTo>
                  <a:lnTo>
                    <a:pt x="971" y="929"/>
                  </a:lnTo>
                  <a:lnTo>
                    <a:pt x="857" y="929"/>
                  </a:lnTo>
                  <a:lnTo>
                    <a:pt x="857" y="1101"/>
                  </a:lnTo>
                  <a:lnTo>
                    <a:pt x="821" y="1137"/>
                  </a:lnTo>
                  <a:lnTo>
                    <a:pt x="360" y="1137"/>
                  </a:lnTo>
                  <a:lnTo>
                    <a:pt x="360" y="656"/>
                  </a:lnTo>
                  <a:lnTo>
                    <a:pt x="658" y="656"/>
                  </a:lnTo>
                  <a:lnTo>
                    <a:pt x="685" y="683"/>
                  </a:lnTo>
                  <a:lnTo>
                    <a:pt x="685" y="758"/>
                  </a:lnTo>
                  <a:lnTo>
                    <a:pt x="797" y="758"/>
                  </a:lnTo>
                  <a:lnTo>
                    <a:pt x="797" y="455"/>
                  </a:lnTo>
                  <a:lnTo>
                    <a:pt x="685" y="455"/>
                  </a:lnTo>
                  <a:lnTo>
                    <a:pt x="685" y="531"/>
                  </a:lnTo>
                  <a:lnTo>
                    <a:pt x="658" y="557"/>
                  </a:lnTo>
                  <a:lnTo>
                    <a:pt x="360" y="557"/>
                  </a:lnTo>
                  <a:lnTo>
                    <a:pt x="360" y="98"/>
                  </a:lnTo>
                  <a:lnTo>
                    <a:pt x="792" y="98"/>
                  </a:lnTo>
                  <a:lnTo>
                    <a:pt x="828" y="139"/>
                  </a:lnTo>
                  <a:lnTo>
                    <a:pt x="828" y="289"/>
                  </a:lnTo>
                  <a:lnTo>
                    <a:pt x="940" y="289"/>
                  </a:lnTo>
                  <a:lnTo>
                    <a:pt x="940"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3816750" y="4202225"/>
              <a:ext cx="19600" cy="20675"/>
            </a:xfrm>
            <a:custGeom>
              <a:rect b="b" l="l" r="r" t="t"/>
              <a:pathLst>
                <a:path extrusionOk="0" h="827" w="784">
                  <a:moveTo>
                    <a:pt x="430" y="0"/>
                  </a:moveTo>
                  <a:lnTo>
                    <a:pt x="290" y="141"/>
                  </a:lnTo>
                  <a:lnTo>
                    <a:pt x="324" y="171"/>
                  </a:lnTo>
                  <a:lnTo>
                    <a:pt x="375" y="120"/>
                  </a:lnTo>
                  <a:lnTo>
                    <a:pt x="609" y="356"/>
                  </a:lnTo>
                  <a:lnTo>
                    <a:pt x="662" y="402"/>
                  </a:lnTo>
                  <a:lnTo>
                    <a:pt x="660" y="404"/>
                  </a:lnTo>
                  <a:lnTo>
                    <a:pt x="581" y="385"/>
                  </a:lnTo>
                  <a:lnTo>
                    <a:pt x="114" y="316"/>
                  </a:lnTo>
                  <a:lnTo>
                    <a:pt x="1" y="429"/>
                  </a:lnTo>
                  <a:lnTo>
                    <a:pt x="33" y="462"/>
                  </a:lnTo>
                  <a:lnTo>
                    <a:pt x="84" y="411"/>
                  </a:lnTo>
                  <a:lnTo>
                    <a:pt x="418" y="744"/>
                  </a:lnTo>
                  <a:lnTo>
                    <a:pt x="367" y="796"/>
                  </a:lnTo>
                  <a:lnTo>
                    <a:pt x="399" y="827"/>
                  </a:lnTo>
                  <a:lnTo>
                    <a:pt x="538" y="687"/>
                  </a:lnTo>
                  <a:lnTo>
                    <a:pt x="506" y="655"/>
                  </a:lnTo>
                  <a:lnTo>
                    <a:pt x="455" y="707"/>
                  </a:lnTo>
                  <a:lnTo>
                    <a:pt x="182" y="435"/>
                  </a:lnTo>
                  <a:lnTo>
                    <a:pt x="133" y="396"/>
                  </a:lnTo>
                  <a:lnTo>
                    <a:pt x="135" y="393"/>
                  </a:lnTo>
                  <a:lnTo>
                    <a:pt x="203" y="413"/>
                  </a:lnTo>
                  <a:lnTo>
                    <a:pt x="747" y="493"/>
                  </a:lnTo>
                  <a:lnTo>
                    <a:pt x="784" y="457"/>
                  </a:lnTo>
                  <a:lnTo>
                    <a:pt x="411" y="84"/>
                  </a:lnTo>
                  <a:lnTo>
                    <a:pt x="463" y="32"/>
                  </a:lnTo>
                  <a:lnTo>
                    <a:pt x="430"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3827850" y="4186775"/>
              <a:ext cx="21500" cy="21250"/>
            </a:xfrm>
            <a:custGeom>
              <a:rect b="b" l="l" r="r" t="t"/>
              <a:pathLst>
                <a:path extrusionOk="0" h="850" w="860">
                  <a:moveTo>
                    <a:pt x="603" y="0"/>
                  </a:moveTo>
                  <a:lnTo>
                    <a:pt x="463" y="139"/>
                  </a:lnTo>
                  <a:lnTo>
                    <a:pt x="495" y="173"/>
                  </a:lnTo>
                  <a:lnTo>
                    <a:pt x="545" y="123"/>
                  </a:lnTo>
                  <a:lnTo>
                    <a:pt x="729" y="420"/>
                  </a:lnTo>
                  <a:lnTo>
                    <a:pt x="788" y="514"/>
                  </a:lnTo>
                  <a:lnTo>
                    <a:pt x="785" y="516"/>
                  </a:lnTo>
                  <a:lnTo>
                    <a:pt x="693" y="458"/>
                  </a:lnTo>
                  <a:lnTo>
                    <a:pt x="339" y="265"/>
                  </a:lnTo>
                  <a:lnTo>
                    <a:pt x="295" y="308"/>
                  </a:lnTo>
                  <a:cubicBezTo>
                    <a:pt x="331" y="372"/>
                    <a:pt x="364" y="430"/>
                    <a:pt x="392" y="482"/>
                  </a:cubicBezTo>
                  <a:cubicBezTo>
                    <a:pt x="404" y="504"/>
                    <a:pt x="417" y="525"/>
                    <a:pt x="428" y="546"/>
                  </a:cubicBezTo>
                  <a:cubicBezTo>
                    <a:pt x="440" y="567"/>
                    <a:pt x="450" y="586"/>
                    <a:pt x="459" y="603"/>
                  </a:cubicBezTo>
                  <a:cubicBezTo>
                    <a:pt x="469" y="619"/>
                    <a:pt x="476" y="633"/>
                    <a:pt x="481" y="643"/>
                  </a:cubicBezTo>
                  <a:cubicBezTo>
                    <a:pt x="488" y="653"/>
                    <a:pt x="490" y="658"/>
                    <a:pt x="490" y="659"/>
                  </a:cubicBezTo>
                  <a:lnTo>
                    <a:pt x="545" y="759"/>
                  </a:lnTo>
                  <a:lnTo>
                    <a:pt x="542" y="762"/>
                  </a:lnTo>
                  <a:lnTo>
                    <a:pt x="452" y="701"/>
                  </a:lnTo>
                  <a:lnTo>
                    <a:pt x="149" y="519"/>
                  </a:lnTo>
                  <a:lnTo>
                    <a:pt x="202" y="464"/>
                  </a:lnTo>
                  <a:lnTo>
                    <a:pt x="170" y="433"/>
                  </a:lnTo>
                  <a:lnTo>
                    <a:pt x="0" y="603"/>
                  </a:lnTo>
                  <a:lnTo>
                    <a:pt x="32" y="635"/>
                  </a:lnTo>
                  <a:lnTo>
                    <a:pt x="86" y="583"/>
                  </a:lnTo>
                  <a:lnTo>
                    <a:pt x="550" y="849"/>
                  </a:lnTo>
                  <a:lnTo>
                    <a:pt x="615" y="783"/>
                  </a:lnTo>
                  <a:lnTo>
                    <a:pt x="390" y="380"/>
                  </a:lnTo>
                  <a:lnTo>
                    <a:pt x="794" y="606"/>
                  </a:lnTo>
                  <a:lnTo>
                    <a:pt x="860" y="540"/>
                  </a:lnTo>
                  <a:lnTo>
                    <a:pt x="588" y="80"/>
                  </a:lnTo>
                  <a:lnTo>
                    <a:pt x="635" y="33"/>
                  </a:lnTo>
                  <a:lnTo>
                    <a:pt x="603"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4187800" y="4192500"/>
              <a:ext cx="20675" cy="19550"/>
            </a:xfrm>
            <a:custGeom>
              <a:rect b="b" l="l" r="r" t="t"/>
              <a:pathLst>
                <a:path extrusionOk="0" h="782" w="827">
                  <a:moveTo>
                    <a:pt x="399" y="0"/>
                  </a:moveTo>
                  <a:lnTo>
                    <a:pt x="367" y="32"/>
                  </a:lnTo>
                  <a:lnTo>
                    <a:pt x="418" y="84"/>
                  </a:lnTo>
                  <a:lnTo>
                    <a:pt x="84" y="418"/>
                  </a:lnTo>
                  <a:lnTo>
                    <a:pt x="32" y="367"/>
                  </a:lnTo>
                  <a:lnTo>
                    <a:pt x="0" y="397"/>
                  </a:lnTo>
                  <a:lnTo>
                    <a:pt x="141" y="538"/>
                  </a:lnTo>
                  <a:lnTo>
                    <a:pt x="172" y="506"/>
                  </a:lnTo>
                  <a:lnTo>
                    <a:pt x="120" y="454"/>
                  </a:lnTo>
                  <a:lnTo>
                    <a:pt x="393" y="182"/>
                  </a:lnTo>
                  <a:lnTo>
                    <a:pt x="432" y="131"/>
                  </a:lnTo>
                  <a:lnTo>
                    <a:pt x="434" y="134"/>
                  </a:lnTo>
                  <a:lnTo>
                    <a:pt x="416" y="202"/>
                  </a:lnTo>
                  <a:lnTo>
                    <a:pt x="335" y="745"/>
                  </a:lnTo>
                  <a:lnTo>
                    <a:pt x="372" y="781"/>
                  </a:lnTo>
                  <a:lnTo>
                    <a:pt x="744" y="409"/>
                  </a:lnTo>
                  <a:lnTo>
                    <a:pt x="796" y="461"/>
                  </a:lnTo>
                  <a:lnTo>
                    <a:pt x="827" y="429"/>
                  </a:lnTo>
                  <a:lnTo>
                    <a:pt x="688" y="290"/>
                  </a:lnTo>
                  <a:lnTo>
                    <a:pt x="656" y="321"/>
                  </a:lnTo>
                  <a:lnTo>
                    <a:pt x="707" y="373"/>
                  </a:lnTo>
                  <a:lnTo>
                    <a:pt x="473" y="609"/>
                  </a:lnTo>
                  <a:lnTo>
                    <a:pt x="428" y="661"/>
                  </a:lnTo>
                  <a:lnTo>
                    <a:pt x="423" y="657"/>
                  </a:lnTo>
                  <a:lnTo>
                    <a:pt x="443" y="580"/>
                  </a:lnTo>
                  <a:lnTo>
                    <a:pt x="512" y="114"/>
                  </a:lnTo>
                  <a:lnTo>
                    <a:pt x="399"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4199425" y="4204125"/>
              <a:ext cx="17550" cy="17750"/>
            </a:xfrm>
            <a:custGeom>
              <a:rect b="b" l="l" r="r" t="t"/>
              <a:pathLst>
                <a:path extrusionOk="0" h="710" w="702">
                  <a:moveTo>
                    <a:pt x="399" y="1"/>
                  </a:moveTo>
                  <a:lnTo>
                    <a:pt x="367" y="33"/>
                  </a:lnTo>
                  <a:lnTo>
                    <a:pt x="419" y="84"/>
                  </a:lnTo>
                  <a:lnTo>
                    <a:pt x="85" y="418"/>
                  </a:lnTo>
                  <a:lnTo>
                    <a:pt x="34" y="366"/>
                  </a:lnTo>
                  <a:lnTo>
                    <a:pt x="1" y="398"/>
                  </a:lnTo>
                  <a:lnTo>
                    <a:pt x="313" y="709"/>
                  </a:lnTo>
                  <a:lnTo>
                    <a:pt x="412" y="610"/>
                  </a:lnTo>
                  <a:lnTo>
                    <a:pt x="375" y="574"/>
                  </a:lnTo>
                  <a:lnTo>
                    <a:pt x="320" y="630"/>
                  </a:lnTo>
                  <a:lnTo>
                    <a:pt x="298" y="630"/>
                  </a:lnTo>
                  <a:lnTo>
                    <a:pt x="148" y="481"/>
                  </a:lnTo>
                  <a:lnTo>
                    <a:pt x="304" y="327"/>
                  </a:lnTo>
                  <a:lnTo>
                    <a:pt x="399" y="423"/>
                  </a:lnTo>
                  <a:lnTo>
                    <a:pt x="399" y="440"/>
                  </a:lnTo>
                  <a:lnTo>
                    <a:pt x="375" y="464"/>
                  </a:lnTo>
                  <a:lnTo>
                    <a:pt x="411" y="500"/>
                  </a:lnTo>
                  <a:lnTo>
                    <a:pt x="508" y="403"/>
                  </a:lnTo>
                  <a:lnTo>
                    <a:pt x="472" y="367"/>
                  </a:lnTo>
                  <a:lnTo>
                    <a:pt x="449" y="390"/>
                  </a:lnTo>
                  <a:lnTo>
                    <a:pt x="432" y="390"/>
                  </a:lnTo>
                  <a:lnTo>
                    <a:pt x="335" y="295"/>
                  </a:lnTo>
                  <a:lnTo>
                    <a:pt x="483" y="147"/>
                  </a:lnTo>
                  <a:lnTo>
                    <a:pt x="622" y="286"/>
                  </a:lnTo>
                  <a:lnTo>
                    <a:pt x="620" y="310"/>
                  </a:lnTo>
                  <a:lnTo>
                    <a:pt x="571" y="359"/>
                  </a:lnTo>
                  <a:lnTo>
                    <a:pt x="607" y="395"/>
                  </a:lnTo>
                  <a:lnTo>
                    <a:pt x="701" y="302"/>
                  </a:lnTo>
                  <a:lnTo>
                    <a:pt x="399"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4199550" y="4561550"/>
              <a:ext cx="14150" cy="15400"/>
            </a:xfrm>
            <a:custGeom>
              <a:rect b="b" l="l" r="r" t="t"/>
              <a:pathLst>
                <a:path extrusionOk="0" h="616" w="566">
                  <a:moveTo>
                    <a:pt x="238" y="1"/>
                  </a:moveTo>
                  <a:cubicBezTo>
                    <a:pt x="223" y="4"/>
                    <a:pt x="202" y="13"/>
                    <a:pt x="176" y="25"/>
                  </a:cubicBezTo>
                  <a:cubicBezTo>
                    <a:pt x="150" y="40"/>
                    <a:pt x="125" y="60"/>
                    <a:pt x="98" y="87"/>
                  </a:cubicBezTo>
                  <a:cubicBezTo>
                    <a:pt x="49" y="137"/>
                    <a:pt x="19" y="185"/>
                    <a:pt x="10" y="233"/>
                  </a:cubicBezTo>
                  <a:cubicBezTo>
                    <a:pt x="1" y="281"/>
                    <a:pt x="15" y="324"/>
                    <a:pt x="51" y="360"/>
                  </a:cubicBezTo>
                  <a:cubicBezTo>
                    <a:pt x="72" y="380"/>
                    <a:pt x="96" y="393"/>
                    <a:pt x="120" y="396"/>
                  </a:cubicBezTo>
                  <a:cubicBezTo>
                    <a:pt x="129" y="397"/>
                    <a:pt x="138" y="398"/>
                    <a:pt x="147" y="398"/>
                  </a:cubicBezTo>
                  <a:cubicBezTo>
                    <a:pt x="163" y="398"/>
                    <a:pt x="179" y="396"/>
                    <a:pt x="195" y="393"/>
                  </a:cubicBezTo>
                  <a:cubicBezTo>
                    <a:pt x="221" y="388"/>
                    <a:pt x="246" y="380"/>
                    <a:pt x="272" y="368"/>
                  </a:cubicBezTo>
                  <a:cubicBezTo>
                    <a:pt x="298" y="358"/>
                    <a:pt x="322" y="349"/>
                    <a:pt x="347" y="342"/>
                  </a:cubicBezTo>
                  <a:cubicBezTo>
                    <a:pt x="370" y="335"/>
                    <a:pt x="393" y="332"/>
                    <a:pt x="414" y="332"/>
                  </a:cubicBezTo>
                  <a:cubicBezTo>
                    <a:pt x="434" y="332"/>
                    <a:pt x="453" y="340"/>
                    <a:pt x="468" y="356"/>
                  </a:cubicBezTo>
                  <a:cubicBezTo>
                    <a:pt x="488" y="375"/>
                    <a:pt x="495" y="396"/>
                    <a:pt x="493" y="419"/>
                  </a:cubicBezTo>
                  <a:cubicBezTo>
                    <a:pt x="490" y="442"/>
                    <a:pt x="477" y="465"/>
                    <a:pt x="455" y="487"/>
                  </a:cubicBezTo>
                  <a:cubicBezTo>
                    <a:pt x="442" y="500"/>
                    <a:pt x="428" y="512"/>
                    <a:pt x="413" y="525"/>
                  </a:cubicBezTo>
                  <a:cubicBezTo>
                    <a:pt x="397" y="536"/>
                    <a:pt x="385" y="545"/>
                    <a:pt x="375" y="549"/>
                  </a:cubicBezTo>
                  <a:lnTo>
                    <a:pt x="352" y="543"/>
                  </a:lnTo>
                  <a:lnTo>
                    <a:pt x="290" y="481"/>
                  </a:lnTo>
                  <a:lnTo>
                    <a:pt x="254" y="518"/>
                  </a:lnTo>
                  <a:lnTo>
                    <a:pt x="352" y="616"/>
                  </a:lnTo>
                  <a:cubicBezTo>
                    <a:pt x="371" y="608"/>
                    <a:pt x="392" y="597"/>
                    <a:pt x="414" y="582"/>
                  </a:cubicBezTo>
                  <a:cubicBezTo>
                    <a:pt x="436" y="566"/>
                    <a:pt x="460" y="545"/>
                    <a:pt x="486" y="520"/>
                  </a:cubicBezTo>
                  <a:cubicBezTo>
                    <a:pt x="527" y="478"/>
                    <a:pt x="552" y="435"/>
                    <a:pt x="558" y="393"/>
                  </a:cubicBezTo>
                  <a:cubicBezTo>
                    <a:pt x="565" y="350"/>
                    <a:pt x="552" y="313"/>
                    <a:pt x="520" y="280"/>
                  </a:cubicBezTo>
                  <a:cubicBezTo>
                    <a:pt x="497" y="262"/>
                    <a:pt x="474" y="248"/>
                    <a:pt x="450" y="245"/>
                  </a:cubicBezTo>
                  <a:cubicBezTo>
                    <a:pt x="439" y="243"/>
                    <a:pt x="428" y="242"/>
                    <a:pt x="417" y="242"/>
                  </a:cubicBezTo>
                  <a:cubicBezTo>
                    <a:pt x="403" y="242"/>
                    <a:pt x="389" y="244"/>
                    <a:pt x="374" y="247"/>
                  </a:cubicBezTo>
                  <a:cubicBezTo>
                    <a:pt x="349" y="252"/>
                    <a:pt x="323" y="261"/>
                    <a:pt x="297" y="271"/>
                  </a:cubicBezTo>
                  <a:cubicBezTo>
                    <a:pt x="271" y="280"/>
                    <a:pt x="246" y="290"/>
                    <a:pt x="223" y="298"/>
                  </a:cubicBezTo>
                  <a:cubicBezTo>
                    <a:pt x="200" y="305"/>
                    <a:pt x="178" y="309"/>
                    <a:pt x="158" y="309"/>
                  </a:cubicBezTo>
                  <a:cubicBezTo>
                    <a:pt x="136" y="309"/>
                    <a:pt x="118" y="302"/>
                    <a:pt x="103" y="286"/>
                  </a:cubicBezTo>
                  <a:cubicBezTo>
                    <a:pt x="92" y="274"/>
                    <a:pt x="83" y="262"/>
                    <a:pt x="80" y="247"/>
                  </a:cubicBezTo>
                  <a:cubicBezTo>
                    <a:pt x="76" y="233"/>
                    <a:pt x="76" y="219"/>
                    <a:pt x="78" y="205"/>
                  </a:cubicBezTo>
                  <a:cubicBezTo>
                    <a:pt x="81" y="190"/>
                    <a:pt x="88" y="176"/>
                    <a:pt x="97" y="163"/>
                  </a:cubicBezTo>
                  <a:cubicBezTo>
                    <a:pt x="106" y="148"/>
                    <a:pt x="115" y="134"/>
                    <a:pt x="130" y="119"/>
                  </a:cubicBezTo>
                  <a:cubicBezTo>
                    <a:pt x="144" y="106"/>
                    <a:pt x="160" y="93"/>
                    <a:pt x="174" y="85"/>
                  </a:cubicBezTo>
                  <a:cubicBezTo>
                    <a:pt x="190" y="76"/>
                    <a:pt x="202" y="71"/>
                    <a:pt x="213" y="70"/>
                  </a:cubicBezTo>
                  <a:lnTo>
                    <a:pt x="238" y="73"/>
                  </a:lnTo>
                  <a:lnTo>
                    <a:pt x="305" y="140"/>
                  </a:lnTo>
                  <a:lnTo>
                    <a:pt x="341" y="104"/>
                  </a:lnTo>
                  <a:lnTo>
                    <a:pt x="238"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4189175" y="4569100"/>
              <a:ext cx="17725" cy="17550"/>
            </a:xfrm>
            <a:custGeom>
              <a:rect b="b" l="l" r="r" t="t"/>
              <a:pathLst>
                <a:path extrusionOk="0" h="702" w="709">
                  <a:moveTo>
                    <a:pt x="312" y="1"/>
                  </a:moveTo>
                  <a:lnTo>
                    <a:pt x="0" y="313"/>
                  </a:lnTo>
                  <a:lnTo>
                    <a:pt x="99" y="413"/>
                  </a:lnTo>
                  <a:lnTo>
                    <a:pt x="135" y="374"/>
                  </a:lnTo>
                  <a:lnTo>
                    <a:pt x="80" y="320"/>
                  </a:lnTo>
                  <a:lnTo>
                    <a:pt x="80" y="297"/>
                  </a:lnTo>
                  <a:lnTo>
                    <a:pt x="228" y="147"/>
                  </a:lnTo>
                  <a:lnTo>
                    <a:pt x="383" y="304"/>
                  </a:lnTo>
                  <a:lnTo>
                    <a:pt x="287" y="399"/>
                  </a:lnTo>
                  <a:lnTo>
                    <a:pt x="269" y="399"/>
                  </a:lnTo>
                  <a:lnTo>
                    <a:pt x="246" y="374"/>
                  </a:lnTo>
                  <a:lnTo>
                    <a:pt x="208" y="411"/>
                  </a:lnTo>
                  <a:lnTo>
                    <a:pt x="307" y="509"/>
                  </a:lnTo>
                  <a:lnTo>
                    <a:pt x="343" y="471"/>
                  </a:lnTo>
                  <a:lnTo>
                    <a:pt x="318" y="449"/>
                  </a:lnTo>
                  <a:lnTo>
                    <a:pt x="318" y="431"/>
                  </a:lnTo>
                  <a:lnTo>
                    <a:pt x="415" y="335"/>
                  </a:lnTo>
                  <a:lnTo>
                    <a:pt x="562" y="482"/>
                  </a:lnTo>
                  <a:lnTo>
                    <a:pt x="422" y="621"/>
                  </a:lnTo>
                  <a:lnTo>
                    <a:pt x="398" y="620"/>
                  </a:lnTo>
                  <a:lnTo>
                    <a:pt x="351" y="570"/>
                  </a:lnTo>
                  <a:lnTo>
                    <a:pt x="313" y="607"/>
                  </a:lnTo>
                  <a:lnTo>
                    <a:pt x="408" y="702"/>
                  </a:lnTo>
                  <a:lnTo>
                    <a:pt x="709" y="399"/>
                  </a:lnTo>
                  <a:lnTo>
                    <a:pt x="677" y="367"/>
                  </a:lnTo>
                  <a:lnTo>
                    <a:pt x="625" y="419"/>
                  </a:lnTo>
                  <a:lnTo>
                    <a:pt x="291" y="85"/>
                  </a:lnTo>
                  <a:lnTo>
                    <a:pt x="343" y="33"/>
                  </a:lnTo>
                  <a:lnTo>
                    <a:pt x="312" y="1"/>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3830825" y="4572575"/>
              <a:ext cx="15475" cy="13850"/>
            </a:xfrm>
            <a:custGeom>
              <a:rect b="b" l="l" r="r" t="t"/>
              <a:pathLst>
                <a:path extrusionOk="0" h="554" w="619">
                  <a:moveTo>
                    <a:pt x="359" y="1"/>
                  </a:moveTo>
                  <a:cubicBezTo>
                    <a:pt x="322" y="1"/>
                    <a:pt x="288" y="15"/>
                    <a:pt x="259" y="45"/>
                  </a:cubicBezTo>
                  <a:cubicBezTo>
                    <a:pt x="238" y="65"/>
                    <a:pt x="226" y="89"/>
                    <a:pt x="223" y="114"/>
                  </a:cubicBezTo>
                  <a:cubicBezTo>
                    <a:pt x="220" y="137"/>
                    <a:pt x="221" y="162"/>
                    <a:pt x="226" y="188"/>
                  </a:cubicBezTo>
                  <a:cubicBezTo>
                    <a:pt x="231" y="214"/>
                    <a:pt x="238" y="240"/>
                    <a:pt x="250" y="265"/>
                  </a:cubicBezTo>
                  <a:cubicBezTo>
                    <a:pt x="260" y="291"/>
                    <a:pt x="269" y="316"/>
                    <a:pt x="275" y="341"/>
                  </a:cubicBezTo>
                  <a:cubicBezTo>
                    <a:pt x="284" y="363"/>
                    <a:pt x="286" y="387"/>
                    <a:pt x="286" y="408"/>
                  </a:cubicBezTo>
                  <a:cubicBezTo>
                    <a:pt x="286" y="428"/>
                    <a:pt x="278" y="446"/>
                    <a:pt x="263" y="461"/>
                  </a:cubicBezTo>
                  <a:cubicBezTo>
                    <a:pt x="246" y="479"/>
                    <a:pt x="227" y="486"/>
                    <a:pt x="207" y="486"/>
                  </a:cubicBezTo>
                  <a:cubicBezTo>
                    <a:pt x="205" y="486"/>
                    <a:pt x="203" y="486"/>
                    <a:pt x="200" y="486"/>
                  </a:cubicBezTo>
                  <a:cubicBezTo>
                    <a:pt x="176" y="483"/>
                    <a:pt x="154" y="471"/>
                    <a:pt x="131" y="449"/>
                  </a:cubicBezTo>
                  <a:cubicBezTo>
                    <a:pt x="119" y="436"/>
                    <a:pt x="105" y="421"/>
                    <a:pt x="93" y="406"/>
                  </a:cubicBezTo>
                  <a:cubicBezTo>
                    <a:pt x="81" y="390"/>
                    <a:pt x="72" y="378"/>
                    <a:pt x="68" y="369"/>
                  </a:cubicBezTo>
                  <a:lnTo>
                    <a:pt x="73" y="346"/>
                  </a:lnTo>
                  <a:lnTo>
                    <a:pt x="135" y="284"/>
                  </a:lnTo>
                  <a:lnTo>
                    <a:pt x="99" y="248"/>
                  </a:lnTo>
                  <a:lnTo>
                    <a:pt x="1" y="346"/>
                  </a:lnTo>
                  <a:cubicBezTo>
                    <a:pt x="9" y="364"/>
                    <a:pt x="21" y="385"/>
                    <a:pt x="36" y="408"/>
                  </a:cubicBezTo>
                  <a:cubicBezTo>
                    <a:pt x="51" y="429"/>
                    <a:pt x="72" y="454"/>
                    <a:pt x="98" y="480"/>
                  </a:cubicBezTo>
                  <a:cubicBezTo>
                    <a:pt x="139" y="521"/>
                    <a:pt x="181" y="545"/>
                    <a:pt x="224" y="552"/>
                  </a:cubicBezTo>
                  <a:cubicBezTo>
                    <a:pt x="231" y="553"/>
                    <a:pt x="237" y="554"/>
                    <a:pt x="244" y="554"/>
                  </a:cubicBezTo>
                  <a:cubicBezTo>
                    <a:pt x="279" y="554"/>
                    <a:pt x="309" y="540"/>
                    <a:pt x="336" y="513"/>
                  </a:cubicBezTo>
                  <a:cubicBezTo>
                    <a:pt x="358" y="491"/>
                    <a:pt x="371" y="468"/>
                    <a:pt x="375" y="444"/>
                  </a:cubicBezTo>
                  <a:cubicBezTo>
                    <a:pt x="379" y="419"/>
                    <a:pt x="379" y="393"/>
                    <a:pt x="372" y="368"/>
                  </a:cubicBezTo>
                  <a:cubicBezTo>
                    <a:pt x="367" y="342"/>
                    <a:pt x="360" y="316"/>
                    <a:pt x="350" y="290"/>
                  </a:cubicBezTo>
                  <a:cubicBezTo>
                    <a:pt x="339" y="264"/>
                    <a:pt x="330" y="240"/>
                    <a:pt x="322" y="217"/>
                  </a:cubicBezTo>
                  <a:cubicBezTo>
                    <a:pt x="315" y="193"/>
                    <a:pt x="310" y="171"/>
                    <a:pt x="310" y="151"/>
                  </a:cubicBezTo>
                  <a:cubicBezTo>
                    <a:pt x="310" y="130"/>
                    <a:pt x="319" y="112"/>
                    <a:pt x="334" y="96"/>
                  </a:cubicBezTo>
                  <a:cubicBezTo>
                    <a:pt x="346" y="85"/>
                    <a:pt x="358" y="78"/>
                    <a:pt x="372" y="73"/>
                  </a:cubicBezTo>
                  <a:cubicBezTo>
                    <a:pt x="380" y="71"/>
                    <a:pt x="388" y="70"/>
                    <a:pt x="395" y="70"/>
                  </a:cubicBezTo>
                  <a:cubicBezTo>
                    <a:pt x="401" y="70"/>
                    <a:pt x="408" y="71"/>
                    <a:pt x="415" y="72"/>
                  </a:cubicBezTo>
                  <a:cubicBezTo>
                    <a:pt x="429" y="74"/>
                    <a:pt x="444" y="81"/>
                    <a:pt x="458" y="90"/>
                  </a:cubicBezTo>
                  <a:cubicBezTo>
                    <a:pt x="472" y="99"/>
                    <a:pt x="486" y="110"/>
                    <a:pt x="500" y="124"/>
                  </a:cubicBezTo>
                  <a:cubicBezTo>
                    <a:pt x="515" y="137"/>
                    <a:pt x="526" y="153"/>
                    <a:pt x="535" y="167"/>
                  </a:cubicBezTo>
                  <a:cubicBezTo>
                    <a:pt x="544" y="183"/>
                    <a:pt x="550" y="196"/>
                    <a:pt x="551" y="208"/>
                  </a:cubicBezTo>
                  <a:lnTo>
                    <a:pt x="547" y="232"/>
                  </a:lnTo>
                  <a:lnTo>
                    <a:pt x="480" y="299"/>
                  </a:lnTo>
                  <a:lnTo>
                    <a:pt x="516" y="336"/>
                  </a:lnTo>
                  <a:lnTo>
                    <a:pt x="619" y="232"/>
                  </a:lnTo>
                  <a:cubicBezTo>
                    <a:pt x="617" y="217"/>
                    <a:pt x="609" y="196"/>
                    <a:pt x="594" y="170"/>
                  </a:cubicBezTo>
                  <a:cubicBezTo>
                    <a:pt x="578" y="145"/>
                    <a:pt x="558" y="119"/>
                    <a:pt x="531" y="91"/>
                  </a:cubicBezTo>
                  <a:cubicBezTo>
                    <a:pt x="483" y="43"/>
                    <a:pt x="433" y="13"/>
                    <a:pt x="386" y="3"/>
                  </a:cubicBezTo>
                  <a:cubicBezTo>
                    <a:pt x="377" y="2"/>
                    <a:pt x="368" y="1"/>
                    <a:pt x="359"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3814200" y="4558825"/>
              <a:ext cx="21275" cy="21450"/>
            </a:xfrm>
            <a:custGeom>
              <a:rect b="b" l="l" r="r" t="t"/>
              <a:pathLst>
                <a:path extrusionOk="0" h="858" w="851">
                  <a:moveTo>
                    <a:pt x="541" y="0"/>
                  </a:moveTo>
                  <a:lnTo>
                    <a:pt x="81" y="272"/>
                  </a:lnTo>
                  <a:lnTo>
                    <a:pt x="33" y="223"/>
                  </a:lnTo>
                  <a:lnTo>
                    <a:pt x="0" y="256"/>
                  </a:lnTo>
                  <a:lnTo>
                    <a:pt x="140" y="394"/>
                  </a:lnTo>
                  <a:lnTo>
                    <a:pt x="173" y="362"/>
                  </a:lnTo>
                  <a:lnTo>
                    <a:pt x="123" y="314"/>
                  </a:lnTo>
                  <a:lnTo>
                    <a:pt x="420" y="129"/>
                  </a:lnTo>
                  <a:lnTo>
                    <a:pt x="514" y="70"/>
                  </a:lnTo>
                  <a:lnTo>
                    <a:pt x="516" y="72"/>
                  </a:lnTo>
                  <a:lnTo>
                    <a:pt x="459" y="165"/>
                  </a:lnTo>
                  <a:lnTo>
                    <a:pt x="266" y="520"/>
                  </a:lnTo>
                  <a:lnTo>
                    <a:pt x="308" y="563"/>
                  </a:lnTo>
                  <a:cubicBezTo>
                    <a:pt x="372" y="526"/>
                    <a:pt x="431" y="494"/>
                    <a:pt x="482" y="466"/>
                  </a:cubicBezTo>
                  <a:cubicBezTo>
                    <a:pt x="504" y="454"/>
                    <a:pt x="526" y="442"/>
                    <a:pt x="546" y="429"/>
                  </a:cubicBezTo>
                  <a:cubicBezTo>
                    <a:pt x="567" y="418"/>
                    <a:pt x="586" y="408"/>
                    <a:pt x="603" y="399"/>
                  </a:cubicBezTo>
                  <a:cubicBezTo>
                    <a:pt x="619" y="390"/>
                    <a:pt x="633" y="382"/>
                    <a:pt x="643" y="377"/>
                  </a:cubicBezTo>
                  <a:cubicBezTo>
                    <a:pt x="654" y="371"/>
                    <a:pt x="659" y="368"/>
                    <a:pt x="660" y="368"/>
                  </a:cubicBezTo>
                  <a:lnTo>
                    <a:pt x="759" y="314"/>
                  </a:lnTo>
                  <a:lnTo>
                    <a:pt x="762" y="316"/>
                  </a:lnTo>
                  <a:lnTo>
                    <a:pt x="701" y="407"/>
                  </a:lnTo>
                  <a:lnTo>
                    <a:pt x="519" y="710"/>
                  </a:lnTo>
                  <a:lnTo>
                    <a:pt x="465" y="655"/>
                  </a:lnTo>
                  <a:lnTo>
                    <a:pt x="433" y="687"/>
                  </a:lnTo>
                  <a:lnTo>
                    <a:pt x="603" y="858"/>
                  </a:lnTo>
                  <a:lnTo>
                    <a:pt x="635" y="826"/>
                  </a:lnTo>
                  <a:lnTo>
                    <a:pt x="586" y="777"/>
                  </a:lnTo>
                  <a:lnTo>
                    <a:pt x="851" y="310"/>
                  </a:lnTo>
                  <a:lnTo>
                    <a:pt x="785" y="244"/>
                  </a:lnTo>
                  <a:lnTo>
                    <a:pt x="381" y="470"/>
                  </a:lnTo>
                  <a:lnTo>
                    <a:pt x="381" y="470"/>
                  </a:lnTo>
                  <a:lnTo>
                    <a:pt x="607" y="66"/>
                  </a:lnTo>
                  <a:lnTo>
                    <a:pt x="541" y="0"/>
                  </a:ln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3904800" y="4153225"/>
              <a:ext cx="4575" cy="4025"/>
            </a:xfrm>
            <a:custGeom>
              <a:rect b="b" l="l" r="r" t="t"/>
              <a:pathLst>
                <a:path extrusionOk="0" h="161" w="183">
                  <a:moveTo>
                    <a:pt x="91" y="0"/>
                  </a:moveTo>
                  <a:cubicBezTo>
                    <a:pt x="81" y="0"/>
                    <a:pt x="70" y="2"/>
                    <a:pt x="61" y="6"/>
                  </a:cubicBezTo>
                  <a:cubicBezTo>
                    <a:pt x="21" y="24"/>
                    <a:pt x="1" y="71"/>
                    <a:pt x="18" y="111"/>
                  </a:cubicBezTo>
                  <a:cubicBezTo>
                    <a:pt x="30" y="142"/>
                    <a:pt x="61" y="161"/>
                    <a:pt x="92" y="161"/>
                  </a:cubicBezTo>
                  <a:cubicBezTo>
                    <a:pt x="102" y="161"/>
                    <a:pt x="112" y="159"/>
                    <a:pt x="122" y="155"/>
                  </a:cubicBezTo>
                  <a:cubicBezTo>
                    <a:pt x="163" y="138"/>
                    <a:pt x="183" y="91"/>
                    <a:pt x="166" y="50"/>
                  </a:cubicBezTo>
                  <a:cubicBezTo>
                    <a:pt x="154" y="19"/>
                    <a:pt x="123" y="0"/>
                    <a:pt x="91"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3915625" y="4147800"/>
              <a:ext cx="4550" cy="4025"/>
            </a:xfrm>
            <a:custGeom>
              <a:rect b="b" l="l" r="r" t="t"/>
              <a:pathLst>
                <a:path extrusionOk="0" h="161" w="182">
                  <a:moveTo>
                    <a:pt x="90" y="1"/>
                  </a:moveTo>
                  <a:cubicBezTo>
                    <a:pt x="80" y="1"/>
                    <a:pt x="70" y="2"/>
                    <a:pt x="60" y="6"/>
                  </a:cubicBezTo>
                  <a:cubicBezTo>
                    <a:pt x="19" y="24"/>
                    <a:pt x="0" y="71"/>
                    <a:pt x="17" y="112"/>
                  </a:cubicBezTo>
                  <a:cubicBezTo>
                    <a:pt x="29" y="143"/>
                    <a:pt x="59" y="161"/>
                    <a:pt x="90" y="161"/>
                  </a:cubicBezTo>
                  <a:cubicBezTo>
                    <a:pt x="100" y="161"/>
                    <a:pt x="111" y="159"/>
                    <a:pt x="121" y="155"/>
                  </a:cubicBezTo>
                  <a:cubicBezTo>
                    <a:pt x="162" y="138"/>
                    <a:pt x="182" y="91"/>
                    <a:pt x="165" y="51"/>
                  </a:cubicBezTo>
                  <a:cubicBezTo>
                    <a:pt x="152" y="19"/>
                    <a:pt x="121" y="1"/>
                    <a:pt x="90"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3927050" y="4144000"/>
              <a:ext cx="4575" cy="4050"/>
            </a:xfrm>
            <a:custGeom>
              <a:rect b="b" l="l" r="r" t="t"/>
              <a:pathLst>
                <a:path extrusionOk="0" h="162" w="183">
                  <a:moveTo>
                    <a:pt x="92" y="0"/>
                  </a:moveTo>
                  <a:cubicBezTo>
                    <a:pt x="82" y="0"/>
                    <a:pt x="71" y="2"/>
                    <a:pt x="61" y="7"/>
                  </a:cubicBezTo>
                  <a:cubicBezTo>
                    <a:pt x="20" y="23"/>
                    <a:pt x="0" y="71"/>
                    <a:pt x="18" y="111"/>
                  </a:cubicBezTo>
                  <a:cubicBezTo>
                    <a:pt x="31" y="142"/>
                    <a:pt x="61" y="161"/>
                    <a:pt x="93" y="161"/>
                  </a:cubicBezTo>
                  <a:cubicBezTo>
                    <a:pt x="102" y="161"/>
                    <a:pt x="112" y="159"/>
                    <a:pt x="122" y="155"/>
                  </a:cubicBezTo>
                  <a:cubicBezTo>
                    <a:pt x="163" y="138"/>
                    <a:pt x="183" y="90"/>
                    <a:pt x="165" y="50"/>
                  </a:cubicBezTo>
                  <a:cubicBezTo>
                    <a:pt x="153" y="19"/>
                    <a:pt x="123" y="0"/>
                    <a:pt x="92"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3770900" y="4300150"/>
              <a:ext cx="4575" cy="4025"/>
            </a:xfrm>
            <a:custGeom>
              <a:rect b="b" l="l" r="r" t="t"/>
              <a:pathLst>
                <a:path extrusionOk="0" h="161" w="183">
                  <a:moveTo>
                    <a:pt x="91" y="1"/>
                  </a:moveTo>
                  <a:cubicBezTo>
                    <a:pt x="59" y="1"/>
                    <a:pt x="30" y="19"/>
                    <a:pt x="18" y="50"/>
                  </a:cubicBezTo>
                  <a:cubicBezTo>
                    <a:pt x="0" y="92"/>
                    <a:pt x="20" y="138"/>
                    <a:pt x="61" y="155"/>
                  </a:cubicBezTo>
                  <a:cubicBezTo>
                    <a:pt x="71" y="159"/>
                    <a:pt x="82" y="161"/>
                    <a:pt x="92" y="161"/>
                  </a:cubicBezTo>
                  <a:cubicBezTo>
                    <a:pt x="124" y="161"/>
                    <a:pt x="153" y="142"/>
                    <a:pt x="166" y="111"/>
                  </a:cubicBezTo>
                  <a:cubicBezTo>
                    <a:pt x="183" y="70"/>
                    <a:pt x="163" y="24"/>
                    <a:pt x="122" y="7"/>
                  </a:cubicBezTo>
                  <a:cubicBezTo>
                    <a:pt x="112" y="3"/>
                    <a:pt x="101" y="1"/>
                    <a:pt x="9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3774700" y="4288700"/>
              <a:ext cx="4575" cy="4050"/>
            </a:xfrm>
            <a:custGeom>
              <a:rect b="b" l="l" r="r" t="t"/>
              <a:pathLst>
                <a:path extrusionOk="0" h="162" w="183">
                  <a:moveTo>
                    <a:pt x="92" y="1"/>
                  </a:moveTo>
                  <a:cubicBezTo>
                    <a:pt x="60" y="1"/>
                    <a:pt x="31" y="19"/>
                    <a:pt x="17" y="50"/>
                  </a:cubicBezTo>
                  <a:cubicBezTo>
                    <a:pt x="1" y="92"/>
                    <a:pt x="20" y="138"/>
                    <a:pt x="62" y="155"/>
                  </a:cubicBezTo>
                  <a:cubicBezTo>
                    <a:pt x="72" y="159"/>
                    <a:pt x="82" y="161"/>
                    <a:pt x="92" y="161"/>
                  </a:cubicBezTo>
                  <a:cubicBezTo>
                    <a:pt x="124" y="161"/>
                    <a:pt x="153" y="142"/>
                    <a:pt x="166" y="111"/>
                  </a:cubicBezTo>
                  <a:cubicBezTo>
                    <a:pt x="182" y="70"/>
                    <a:pt x="164" y="23"/>
                    <a:pt x="123" y="7"/>
                  </a:cubicBezTo>
                  <a:cubicBezTo>
                    <a:pt x="112" y="3"/>
                    <a:pt x="102" y="1"/>
                    <a:pt x="92"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3780100" y="4277925"/>
              <a:ext cx="4575" cy="4050"/>
            </a:xfrm>
            <a:custGeom>
              <a:rect b="b" l="l" r="r" t="t"/>
              <a:pathLst>
                <a:path extrusionOk="0" h="162" w="183">
                  <a:moveTo>
                    <a:pt x="91" y="1"/>
                  </a:moveTo>
                  <a:cubicBezTo>
                    <a:pt x="59" y="1"/>
                    <a:pt x="30" y="20"/>
                    <a:pt x="17" y="51"/>
                  </a:cubicBezTo>
                  <a:cubicBezTo>
                    <a:pt x="0" y="91"/>
                    <a:pt x="20" y="138"/>
                    <a:pt x="61" y="155"/>
                  </a:cubicBezTo>
                  <a:cubicBezTo>
                    <a:pt x="71" y="159"/>
                    <a:pt x="82" y="161"/>
                    <a:pt x="92" y="161"/>
                  </a:cubicBezTo>
                  <a:cubicBezTo>
                    <a:pt x="124" y="161"/>
                    <a:pt x="153" y="143"/>
                    <a:pt x="166" y="112"/>
                  </a:cubicBezTo>
                  <a:cubicBezTo>
                    <a:pt x="182" y="71"/>
                    <a:pt x="162" y="24"/>
                    <a:pt x="121" y="7"/>
                  </a:cubicBezTo>
                  <a:cubicBezTo>
                    <a:pt x="111" y="3"/>
                    <a:pt x="101" y="1"/>
                    <a:pt x="9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3780100" y="4498725"/>
              <a:ext cx="4600" cy="4050"/>
            </a:xfrm>
            <a:custGeom>
              <a:rect b="b" l="l" r="r" t="t"/>
              <a:pathLst>
                <a:path extrusionOk="0" h="162" w="184">
                  <a:moveTo>
                    <a:pt x="91" y="1"/>
                  </a:moveTo>
                  <a:cubicBezTo>
                    <a:pt x="81" y="1"/>
                    <a:pt x="71" y="3"/>
                    <a:pt x="61" y="6"/>
                  </a:cubicBezTo>
                  <a:cubicBezTo>
                    <a:pt x="20" y="24"/>
                    <a:pt x="0" y="71"/>
                    <a:pt x="17" y="112"/>
                  </a:cubicBezTo>
                  <a:cubicBezTo>
                    <a:pt x="29" y="143"/>
                    <a:pt x="60" y="161"/>
                    <a:pt x="91" y="161"/>
                  </a:cubicBezTo>
                  <a:cubicBezTo>
                    <a:pt x="101" y="161"/>
                    <a:pt x="112" y="159"/>
                    <a:pt x="121" y="155"/>
                  </a:cubicBezTo>
                  <a:cubicBezTo>
                    <a:pt x="162" y="139"/>
                    <a:pt x="183" y="91"/>
                    <a:pt x="166" y="51"/>
                  </a:cubicBezTo>
                  <a:cubicBezTo>
                    <a:pt x="153" y="19"/>
                    <a:pt x="122" y="1"/>
                    <a:pt x="9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3774675" y="4487975"/>
              <a:ext cx="4575" cy="4025"/>
            </a:xfrm>
            <a:custGeom>
              <a:rect b="b" l="l" r="r" t="t"/>
              <a:pathLst>
                <a:path extrusionOk="0" h="161" w="183">
                  <a:moveTo>
                    <a:pt x="93" y="0"/>
                  </a:moveTo>
                  <a:cubicBezTo>
                    <a:pt x="82" y="0"/>
                    <a:pt x="72" y="2"/>
                    <a:pt x="62" y="6"/>
                  </a:cubicBezTo>
                  <a:cubicBezTo>
                    <a:pt x="20" y="23"/>
                    <a:pt x="1" y="70"/>
                    <a:pt x="17" y="110"/>
                  </a:cubicBezTo>
                  <a:cubicBezTo>
                    <a:pt x="30" y="142"/>
                    <a:pt x="61" y="161"/>
                    <a:pt x="92" y="161"/>
                  </a:cubicBezTo>
                  <a:cubicBezTo>
                    <a:pt x="102" y="161"/>
                    <a:pt x="112" y="159"/>
                    <a:pt x="121" y="155"/>
                  </a:cubicBezTo>
                  <a:cubicBezTo>
                    <a:pt x="163" y="137"/>
                    <a:pt x="182" y="90"/>
                    <a:pt x="166" y="50"/>
                  </a:cubicBezTo>
                  <a:cubicBezTo>
                    <a:pt x="153" y="18"/>
                    <a:pt x="124" y="0"/>
                    <a:pt x="93"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3770650" y="4476450"/>
              <a:ext cx="4475" cy="4025"/>
            </a:xfrm>
            <a:custGeom>
              <a:rect b="b" l="l" r="r" t="t"/>
              <a:pathLst>
                <a:path extrusionOk="0" h="161" w="179">
                  <a:moveTo>
                    <a:pt x="89" y="0"/>
                  </a:moveTo>
                  <a:cubicBezTo>
                    <a:pt x="70" y="0"/>
                    <a:pt x="50" y="7"/>
                    <a:pt x="35" y="22"/>
                  </a:cubicBezTo>
                  <a:cubicBezTo>
                    <a:pt x="3" y="51"/>
                    <a:pt x="1" y="102"/>
                    <a:pt x="30" y="135"/>
                  </a:cubicBezTo>
                  <a:cubicBezTo>
                    <a:pt x="46" y="152"/>
                    <a:pt x="67" y="160"/>
                    <a:pt x="89" y="160"/>
                  </a:cubicBezTo>
                  <a:cubicBezTo>
                    <a:pt x="108" y="160"/>
                    <a:pt x="128" y="154"/>
                    <a:pt x="143" y="140"/>
                  </a:cubicBezTo>
                  <a:cubicBezTo>
                    <a:pt x="176" y="110"/>
                    <a:pt x="178" y="60"/>
                    <a:pt x="148" y="27"/>
                  </a:cubicBezTo>
                  <a:cubicBezTo>
                    <a:pt x="133" y="9"/>
                    <a:pt x="111" y="0"/>
                    <a:pt x="89"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3927050" y="4632625"/>
              <a:ext cx="4575" cy="4025"/>
            </a:xfrm>
            <a:custGeom>
              <a:rect b="b" l="l" r="r" t="t"/>
              <a:pathLst>
                <a:path extrusionOk="0" h="161" w="183">
                  <a:moveTo>
                    <a:pt x="91" y="1"/>
                  </a:moveTo>
                  <a:cubicBezTo>
                    <a:pt x="60" y="1"/>
                    <a:pt x="30" y="20"/>
                    <a:pt x="18" y="51"/>
                  </a:cubicBezTo>
                  <a:cubicBezTo>
                    <a:pt x="0" y="92"/>
                    <a:pt x="20" y="138"/>
                    <a:pt x="61" y="155"/>
                  </a:cubicBezTo>
                  <a:cubicBezTo>
                    <a:pt x="71" y="159"/>
                    <a:pt x="82" y="161"/>
                    <a:pt x="92" y="161"/>
                  </a:cubicBezTo>
                  <a:cubicBezTo>
                    <a:pt x="124" y="161"/>
                    <a:pt x="153" y="143"/>
                    <a:pt x="165" y="112"/>
                  </a:cubicBezTo>
                  <a:cubicBezTo>
                    <a:pt x="183" y="71"/>
                    <a:pt x="163" y="25"/>
                    <a:pt x="122" y="7"/>
                  </a:cubicBezTo>
                  <a:cubicBezTo>
                    <a:pt x="112" y="3"/>
                    <a:pt x="101" y="1"/>
                    <a:pt x="9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3915625" y="4628850"/>
              <a:ext cx="4550" cy="4050"/>
            </a:xfrm>
            <a:custGeom>
              <a:rect b="b" l="l" r="r" t="t"/>
              <a:pathLst>
                <a:path extrusionOk="0" h="162" w="182">
                  <a:moveTo>
                    <a:pt x="91" y="1"/>
                  </a:moveTo>
                  <a:cubicBezTo>
                    <a:pt x="59" y="1"/>
                    <a:pt x="29" y="20"/>
                    <a:pt x="17" y="51"/>
                  </a:cubicBezTo>
                  <a:cubicBezTo>
                    <a:pt x="0" y="92"/>
                    <a:pt x="19" y="139"/>
                    <a:pt x="60" y="155"/>
                  </a:cubicBezTo>
                  <a:cubicBezTo>
                    <a:pt x="70" y="159"/>
                    <a:pt x="81" y="161"/>
                    <a:pt x="91" y="161"/>
                  </a:cubicBezTo>
                  <a:cubicBezTo>
                    <a:pt x="123" y="161"/>
                    <a:pt x="152" y="143"/>
                    <a:pt x="165" y="112"/>
                  </a:cubicBezTo>
                  <a:cubicBezTo>
                    <a:pt x="182" y="71"/>
                    <a:pt x="161" y="24"/>
                    <a:pt x="121" y="7"/>
                  </a:cubicBezTo>
                  <a:cubicBezTo>
                    <a:pt x="111" y="3"/>
                    <a:pt x="101" y="1"/>
                    <a:pt x="9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3904800" y="4623450"/>
              <a:ext cx="4575" cy="4025"/>
            </a:xfrm>
            <a:custGeom>
              <a:rect b="b" l="l" r="r" t="t"/>
              <a:pathLst>
                <a:path extrusionOk="0" h="161" w="183">
                  <a:moveTo>
                    <a:pt x="92" y="0"/>
                  </a:moveTo>
                  <a:cubicBezTo>
                    <a:pt x="60" y="0"/>
                    <a:pt x="30" y="19"/>
                    <a:pt x="18" y="50"/>
                  </a:cubicBezTo>
                  <a:cubicBezTo>
                    <a:pt x="1" y="92"/>
                    <a:pt x="21" y="138"/>
                    <a:pt x="61" y="155"/>
                  </a:cubicBezTo>
                  <a:cubicBezTo>
                    <a:pt x="71" y="159"/>
                    <a:pt x="81" y="160"/>
                    <a:pt x="91" y="160"/>
                  </a:cubicBezTo>
                  <a:cubicBezTo>
                    <a:pt x="123" y="160"/>
                    <a:pt x="154" y="142"/>
                    <a:pt x="166" y="111"/>
                  </a:cubicBezTo>
                  <a:cubicBezTo>
                    <a:pt x="183" y="70"/>
                    <a:pt x="163" y="24"/>
                    <a:pt x="122" y="6"/>
                  </a:cubicBezTo>
                  <a:cubicBezTo>
                    <a:pt x="112" y="2"/>
                    <a:pt x="102" y="0"/>
                    <a:pt x="92"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4125600" y="4623450"/>
              <a:ext cx="4575" cy="4025"/>
            </a:xfrm>
            <a:custGeom>
              <a:rect b="b" l="l" r="r" t="t"/>
              <a:pathLst>
                <a:path extrusionOk="0" h="161" w="183">
                  <a:moveTo>
                    <a:pt x="92" y="0"/>
                  </a:moveTo>
                  <a:cubicBezTo>
                    <a:pt x="82" y="0"/>
                    <a:pt x="72" y="2"/>
                    <a:pt x="62" y="6"/>
                  </a:cubicBezTo>
                  <a:cubicBezTo>
                    <a:pt x="20" y="23"/>
                    <a:pt x="1" y="71"/>
                    <a:pt x="17" y="111"/>
                  </a:cubicBezTo>
                  <a:cubicBezTo>
                    <a:pt x="30" y="142"/>
                    <a:pt x="60" y="161"/>
                    <a:pt x="92" y="161"/>
                  </a:cubicBezTo>
                  <a:cubicBezTo>
                    <a:pt x="102" y="161"/>
                    <a:pt x="112" y="159"/>
                    <a:pt x="122" y="155"/>
                  </a:cubicBezTo>
                  <a:cubicBezTo>
                    <a:pt x="163" y="138"/>
                    <a:pt x="182" y="91"/>
                    <a:pt x="166" y="50"/>
                  </a:cubicBezTo>
                  <a:cubicBezTo>
                    <a:pt x="154" y="19"/>
                    <a:pt x="124" y="0"/>
                    <a:pt x="92"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4114825" y="4628850"/>
              <a:ext cx="4600" cy="4050"/>
            </a:xfrm>
            <a:custGeom>
              <a:rect b="b" l="l" r="r" t="t"/>
              <a:pathLst>
                <a:path extrusionOk="0" h="162" w="184">
                  <a:moveTo>
                    <a:pt x="92" y="1"/>
                  </a:moveTo>
                  <a:cubicBezTo>
                    <a:pt x="82" y="1"/>
                    <a:pt x="71" y="3"/>
                    <a:pt x="61" y="7"/>
                  </a:cubicBezTo>
                  <a:cubicBezTo>
                    <a:pt x="20" y="24"/>
                    <a:pt x="1" y="72"/>
                    <a:pt x="18" y="112"/>
                  </a:cubicBezTo>
                  <a:cubicBezTo>
                    <a:pt x="31" y="143"/>
                    <a:pt x="61" y="161"/>
                    <a:pt x="92" y="161"/>
                  </a:cubicBezTo>
                  <a:cubicBezTo>
                    <a:pt x="102" y="161"/>
                    <a:pt x="112" y="159"/>
                    <a:pt x="122" y="155"/>
                  </a:cubicBezTo>
                  <a:cubicBezTo>
                    <a:pt x="163" y="139"/>
                    <a:pt x="183" y="91"/>
                    <a:pt x="166" y="51"/>
                  </a:cubicBezTo>
                  <a:cubicBezTo>
                    <a:pt x="153" y="20"/>
                    <a:pt x="123" y="1"/>
                    <a:pt x="92"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4103400" y="4632625"/>
              <a:ext cx="4575" cy="4050"/>
            </a:xfrm>
            <a:custGeom>
              <a:rect b="b" l="l" r="r" t="t"/>
              <a:pathLst>
                <a:path extrusionOk="0" h="162" w="183">
                  <a:moveTo>
                    <a:pt x="92" y="1"/>
                  </a:moveTo>
                  <a:cubicBezTo>
                    <a:pt x="81" y="1"/>
                    <a:pt x="71" y="3"/>
                    <a:pt x="60" y="7"/>
                  </a:cubicBezTo>
                  <a:cubicBezTo>
                    <a:pt x="19" y="24"/>
                    <a:pt x="0" y="71"/>
                    <a:pt x="17" y="112"/>
                  </a:cubicBezTo>
                  <a:cubicBezTo>
                    <a:pt x="29" y="143"/>
                    <a:pt x="59" y="161"/>
                    <a:pt x="90" y="161"/>
                  </a:cubicBezTo>
                  <a:cubicBezTo>
                    <a:pt x="101" y="161"/>
                    <a:pt x="111" y="159"/>
                    <a:pt x="121" y="155"/>
                  </a:cubicBezTo>
                  <a:cubicBezTo>
                    <a:pt x="162" y="138"/>
                    <a:pt x="182" y="91"/>
                    <a:pt x="166" y="51"/>
                  </a:cubicBezTo>
                  <a:cubicBezTo>
                    <a:pt x="152" y="20"/>
                    <a:pt x="123" y="1"/>
                    <a:pt x="92"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4259525" y="4476525"/>
              <a:ext cx="4600" cy="4025"/>
            </a:xfrm>
            <a:custGeom>
              <a:rect b="b" l="l" r="r" t="t"/>
              <a:pathLst>
                <a:path extrusionOk="0" h="161" w="184">
                  <a:moveTo>
                    <a:pt x="92" y="0"/>
                  </a:moveTo>
                  <a:cubicBezTo>
                    <a:pt x="61" y="0"/>
                    <a:pt x="31" y="19"/>
                    <a:pt x="18" y="50"/>
                  </a:cubicBezTo>
                  <a:cubicBezTo>
                    <a:pt x="1" y="90"/>
                    <a:pt x="20" y="138"/>
                    <a:pt x="62" y="155"/>
                  </a:cubicBezTo>
                  <a:cubicBezTo>
                    <a:pt x="71" y="159"/>
                    <a:pt x="82" y="161"/>
                    <a:pt x="92" y="161"/>
                  </a:cubicBezTo>
                  <a:cubicBezTo>
                    <a:pt x="123" y="161"/>
                    <a:pt x="153" y="142"/>
                    <a:pt x="166" y="110"/>
                  </a:cubicBezTo>
                  <a:cubicBezTo>
                    <a:pt x="183" y="69"/>
                    <a:pt x="164" y="23"/>
                    <a:pt x="122" y="6"/>
                  </a:cubicBezTo>
                  <a:cubicBezTo>
                    <a:pt x="113" y="2"/>
                    <a:pt x="102" y="0"/>
                    <a:pt x="92"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4255750" y="4487975"/>
              <a:ext cx="4550" cy="4025"/>
            </a:xfrm>
            <a:custGeom>
              <a:rect b="b" l="l" r="r" t="t"/>
              <a:pathLst>
                <a:path extrusionOk="0" h="161" w="182">
                  <a:moveTo>
                    <a:pt x="90" y="0"/>
                  </a:moveTo>
                  <a:cubicBezTo>
                    <a:pt x="58" y="0"/>
                    <a:pt x="29" y="18"/>
                    <a:pt x="17" y="50"/>
                  </a:cubicBezTo>
                  <a:cubicBezTo>
                    <a:pt x="0" y="90"/>
                    <a:pt x="20" y="137"/>
                    <a:pt x="61" y="155"/>
                  </a:cubicBezTo>
                  <a:cubicBezTo>
                    <a:pt x="71" y="159"/>
                    <a:pt x="81" y="161"/>
                    <a:pt x="91" y="161"/>
                  </a:cubicBezTo>
                  <a:cubicBezTo>
                    <a:pt x="123" y="161"/>
                    <a:pt x="153" y="142"/>
                    <a:pt x="165" y="110"/>
                  </a:cubicBezTo>
                  <a:cubicBezTo>
                    <a:pt x="182" y="69"/>
                    <a:pt x="162" y="23"/>
                    <a:pt x="121" y="6"/>
                  </a:cubicBezTo>
                  <a:cubicBezTo>
                    <a:pt x="111" y="2"/>
                    <a:pt x="100" y="0"/>
                    <a:pt x="90"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4250350" y="4498725"/>
              <a:ext cx="4550" cy="4050"/>
            </a:xfrm>
            <a:custGeom>
              <a:rect b="b" l="l" r="r" t="t"/>
              <a:pathLst>
                <a:path extrusionOk="0" h="162" w="182">
                  <a:moveTo>
                    <a:pt x="92" y="1"/>
                  </a:moveTo>
                  <a:cubicBezTo>
                    <a:pt x="60" y="1"/>
                    <a:pt x="30" y="19"/>
                    <a:pt x="17" y="51"/>
                  </a:cubicBezTo>
                  <a:cubicBezTo>
                    <a:pt x="0" y="92"/>
                    <a:pt x="20" y="139"/>
                    <a:pt x="61" y="155"/>
                  </a:cubicBezTo>
                  <a:cubicBezTo>
                    <a:pt x="71" y="159"/>
                    <a:pt x="82" y="161"/>
                    <a:pt x="92" y="161"/>
                  </a:cubicBezTo>
                  <a:cubicBezTo>
                    <a:pt x="124" y="161"/>
                    <a:pt x="153" y="143"/>
                    <a:pt x="165" y="112"/>
                  </a:cubicBezTo>
                  <a:cubicBezTo>
                    <a:pt x="182" y="71"/>
                    <a:pt x="163" y="24"/>
                    <a:pt x="122" y="6"/>
                  </a:cubicBezTo>
                  <a:cubicBezTo>
                    <a:pt x="112" y="3"/>
                    <a:pt x="102" y="1"/>
                    <a:pt x="92"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4250325" y="4277925"/>
              <a:ext cx="4550" cy="4050"/>
            </a:xfrm>
            <a:custGeom>
              <a:rect b="b" l="l" r="r" t="t"/>
              <a:pathLst>
                <a:path extrusionOk="0" h="162" w="182">
                  <a:moveTo>
                    <a:pt x="91" y="1"/>
                  </a:moveTo>
                  <a:cubicBezTo>
                    <a:pt x="81" y="1"/>
                    <a:pt x="71" y="3"/>
                    <a:pt x="61" y="7"/>
                  </a:cubicBezTo>
                  <a:cubicBezTo>
                    <a:pt x="20" y="24"/>
                    <a:pt x="0" y="71"/>
                    <a:pt x="17" y="112"/>
                  </a:cubicBezTo>
                  <a:cubicBezTo>
                    <a:pt x="29" y="143"/>
                    <a:pt x="60" y="161"/>
                    <a:pt x="91" y="161"/>
                  </a:cubicBezTo>
                  <a:cubicBezTo>
                    <a:pt x="101" y="161"/>
                    <a:pt x="111" y="159"/>
                    <a:pt x="121" y="155"/>
                  </a:cubicBezTo>
                  <a:cubicBezTo>
                    <a:pt x="162" y="139"/>
                    <a:pt x="182" y="91"/>
                    <a:pt x="165" y="51"/>
                  </a:cubicBezTo>
                  <a:cubicBezTo>
                    <a:pt x="153" y="20"/>
                    <a:pt x="122" y="1"/>
                    <a:pt x="9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4255775" y="4288700"/>
              <a:ext cx="4550" cy="4050"/>
            </a:xfrm>
            <a:custGeom>
              <a:rect b="b" l="l" r="r" t="t"/>
              <a:pathLst>
                <a:path extrusionOk="0" h="162" w="182">
                  <a:moveTo>
                    <a:pt x="91" y="1"/>
                  </a:moveTo>
                  <a:cubicBezTo>
                    <a:pt x="81" y="1"/>
                    <a:pt x="71" y="3"/>
                    <a:pt x="61" y="7"/>
                  </a:cubicBezTo>
                  <a:cubicBezTo>
                    <a:pt x="20" y="23"/>
                    <a:pt x="0" y="71"/>
                    <a:pt x="17" y="111"/>
                  </a:cubicBezTo>
                  <a:cubicBezTo>
                    <a:pt x="30" y="142"/>
                    <a:pt x="59" y="161"/>
                    <a:pt x="91" y="161"/>
                  </a:cubicBezTo>
                  <a:cubicBezTo>
                    <a:pt x="101" y="161"/>
                    <a:pt x="112" y="159"/>
                    <a:pt x="122" y="155"/>
                  </a:cubicBezTo>
                  <a:cubicBezTo>
                    <a:pt x="163" y="138"/>
                    <a:pt x="182" y="90"/>
                    <a:pt x="165" y="50"/>
                  </a:cubicBezTo>
                  <a:cubicBezTo>
                    <a:pt x="153" y="19"/>
                    <a:pt x="123" y="1"/>
                    <a:pt x="91"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4259525" y="4300150"/>
              <a:ext cx="4600" cy="4025"/>
            </a:xfrm>
            <a:custGeom>
              <a:rect b="b" l="l" r="r" t="t"/>
              <a:pathLst>
                <a:path extrusionOk="0" h="161" w="184">
                  <a:moveTo>
                    <a:pt x="92" y="1"/>
                  </a:moveTo>
                  <a:cubicBezTo>
                    <a:pt x="82" y="1"/>
                    <a:pt x="72" y="3"/>
                    <a:pt x="62" y="7"/>
                  </a:cubicBezTo>
                  <a:cubicBezTo>
                    <a:pt x="21" y="24"/>
                    <a:pt x="1" y="70"/>
                    <a:pt x="18" y="111"/>
                  </a:cubicBezTo>
                  <a:cubicBezTo>
                    <a:pt x="31" y="142"/>
                    <a:pt x="61" y="161"/>
                    <a:pt x="92" y="161"/>
                  </a:cubicBezTo>
                  <a:cubicBezTo>
                    <a:pt x="102" y="161"/>
                    <a:pt x="112" y="159"/>
                    <a:pt x="122" y="155"/>
                  </a:cubicBezTo>
                  <a:cubicBezTo>
                    <a:pt x="164" y="138"/>
                    <a:pt x="183" y="91"/>
                    <a:pt x="166" y="50"/>
                  </a:cubicBezTo>
                  <a:cubicBezTo>
                    <a:pt x="153" y="19"/>
                    <a:pt x="124" y="1"/>
                    <a:pt x="92"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4103400" y="4144000"/>
              <a:ext cx="4575" cy="4050"/>
            </a:xfrm>
            <a:custGeom>
              <a:rect b="b" l="l" r="r" t="t"/>
              <a:pathLst>
                <a:path extrusionOk="0" h="162" w="183">
                  <a:moveTo>
                    <a:pt x="90" y="0"/>
                  </a:moveTo>
                  <a:cubicBezTo>
                    <a:pt x="59" y="0"/>
                    <a:pt x="29" y="19"/>
                    <a:pt x="17" y="50"/>
                  </a:cubicBezTo>
                  <a:cubicBezTo>
                    <a:pt x="0" y="91"/>
                    <a:pt x="19" y="138"/>
                    <a:pt x="60" y="155"/>
                  </a:cubicBezTo>
                  <a:cubicBezTo>
                    <a:pt x="70" y="159"/>
                    <a:pt x="80" y="161"/>
                    <a:pt x="90" y="161"/>
                  </a:cubicBezTo>
                  <a:cubicBezTo>
                    <a:pt x="122" y="161"/>
                    <a:pt x="152" y="142"/>
                    <a:pt x="166" y="111"/>
                  </a:cubicBezTo>
                  <a:cubicBezTo>
                    <a:pt x="182" y="70"/>
                    <a:pt x="162" y="23"/>
                    <a:pt x="121" y="7"/>
                  </a:cubicBezTo>
                  <a:cubicBezTo>
                    <a:pt x="111" y="2"/>
                    <a:pt x="100" y="0"/>
                    <a:pt x="90"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4114825" y="4147800"/>
              <a:ext cx="4600" cy="4025"/>
            </a:xfrm>
            <a:custGeom>
              <a:rect b="b" l="l" r="r" t="t"/>
              <a:pathLst>
                <a:path extrusionOk="0" h="161" w="184">
                  <a:moveTo>
                    <a:pt x="92" y="1"/>
                  </a:moveTo>
                  <a:cubicBezTo>
                    <a:pt x="60" y="1"/>
                    <a:pt x="31" y="19"/>
                    <a:pt x="18" y="51"/>
                  </a:cubicBezTo>
                  <a:cubicBezTo>
                    <a:pt x="1" y="91"/>
                    <a:pt x="20" y="138"/>
                    <a:pt x="61" y="155"/>
                  </a:cubicBezTo>
                  <a:cubicBezTo>
                    <a:pt x="72" y="159"/>
                    <a:pt x="82" y="161"/>
                    <a:pt x="92" y="161"/>
                  </a:cubicBezTo>
                  <a:cubicBezTo>
                    <a:pt x="124" y="161"/>
                    <a:pt x="153" y="143"/>
                    <a:pt x="166" y="112"/>
                  </a:cubicBezTo>
                  <a:cubicBezTo>
                    <a:pt x="183" y="70"/>
                    <a:pt x="164" y="24"/>
                    <a:pt x="122" y="6"/>
                  </a:cubicBezTo>
                  <a:cubicBezTo>
                    <a:pt x="112" y="2"/>
                    <a:pt x="102" y="1"/>
                    <a:pt x="92" y="1"/>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4125600" y="4153225"/>
              <a:ext cx="4575" cy="4025"/>
            </a:xfrm>
            <a:custGeom>
              <a:rect b="b" l="l" r="r" t="t"/>
              <a:pathLst>
                <a:path extrusionOk="0" h="161" w="183">
                  <a:moveTo>
                    <a:pt x="91" y="0"/>
                  </a:moveTo>
                  <a:cubicBezTo>
                    <a:pt x="60" y="0"/>
                    <a:pt x="30" y="19"/>
                    <a:pt x="17" y="50"/>
                  </a:cubicBezTo>
                  <a:cubicBezTo>
                    <a:pt x="1" y="91"/>
                    <a:pt x="21" y="138"/>
                    <a:pt x="62" y="155"/>
                  </a:cubicBezTo>
                  <a:cubicBezTo>
                    <a:pt x="72" y="159"/>
                    <a:pt x="82" y="161"/>
                    <a:pt x="93" y="161"/>
                  </a:cubicBezTo>
                  <a:cubicBezTo>
                    <a:pt x="124" y="161"/>
                    <a:pt x="153" y="142"/>
                    <a:pt x="166" y="111"/>
                  </a:cubicBezTo>
                  <a:cubicBezTo>
                    <a:pt x="182" y="70"/>
                    <a:pt x="163" y="24"/>
                    <a:pt x="122" y="6"/>
                  </a:cubicBezTo>
                  <a:cubicBezTo>
                    <a:pt x="112" y="2"/>
                    <a:pt x="101" y="0"/>
                    <a:pt x="91" y="0"/>
                  </a:cubicBezTo>
                  <a:close/>
                </a:path>
              </a:pathLst>
            </a:custGeom>
            <a:solidFill>
              <a:srgbClr val="502719">
                <a:alpha val="6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7" name="Google Shape;3597;p54"/>
          <p:cNvSpPr/>
          <p:nvPr/>
        </p:nvSpPr>
        <p:spPr>
          <a:xfrm>
            <a:off x="6937925" y="-231275"/>
            <a:ext cx="2481650" cy="1316425"/>
          </a:xfrm>
          <a:custGeom>
            <a:rect b="b" l="l" r="r" t="t"/>
            <a:pathLst>
              <a:path extrusionOk="0" h="52657" w="99266">
                <a:moveTo>
                  <a:pt x="0" y="0"/>
                </a:moveTo>
                <a:cubicBezTo>
                  <a:pt x="7400" y="0"/>
                  <a:pt x="14275" y="4402"/>
                  <a:pt x="20636" y="8184"/>
                </a:cubicBezTo>
                <a:cubicBezTo>
                  <a:pt x="30199" y="13870"/>
                  <a:pt x="40285" y="19436"/>
                  <a:pt x="47676" y="27752"/>
                </a:cubicBezTo>
                <a:cubicBezTo>
                  <a:pt x="51812" y="32406"/>
                  <a:pt x="54991" y="37997"/>
                  <a:pt x="59773" y="41984"/>
                </a:cubicBezTo>
                <a:cubicBezTo>
                  <a:pt x="70247" y="50716"/>
                  <a:pt x="85629" y="52657"/>
                  <a:pt x="99266" y="52657"/>
                </a:cubicBezTo>
              </a:path>
            </a:pathLst>
          </a:custGeom>
          <a:noFill/>
          <a:ln cap="flat" cmpd="sng" w="19050">
            <a:solidFill>
              <a:schemeClr val="lt1"/>
            </a:solidFill>
            <a:prstDash val="dash"/>
            <a:round/>
            <a:headEnd len="med" w="med" type="none"/>
            <a:tailEnd len="med" w="med" type="none"/>
          </a:ln>
        </p:spPr>
      </p:sp>
      <p:sp>
        <p:nvSpPr>
          <p:cNvPr id="3598" name="Google Shape;3598;p54"/>
          <p:cNvSpPr/>
          <p:nvPr/>
        </p:nvSpPr>
        <p:spPr>
          <a:xfrm>
            <a:off x="-284625" y="3566800"/>
            <a:ext cx="1965725" cy="1752275"/>
          </a:xfrm>
          <a:custGeom>
            <a:rect b="b" l="l" r="r" t="t"/>
            <a:pathLst>
              <a:path extrusionOk="0" h="70091" w="78629">
                <a:moveTo>
                  <a:pt x="0" y="0"/>
                </a:moveTo>
                <a:cubicBezTo>
                  <a:pt x="9921" y="4962"/>
                  <a:pt x="22246" y="7348"/>
                  <a:pt x="29175" y="16011"/>
                </a:cubicBezTo>
                <a:cubicBezTo>
                  <a:pt x="36276" y="24888"/>
                  <a:pt x="34657" y="39282"/>
                  <a:pt x="42695" y="47320"/>
                </a:cubicBezTo>
                <a:cubicBezTo>
                  <a:pt x="52722" y="57347"/>
                  <a:pt x="65949" y="63742"/>
                  <a:pt x="78629" y="70091"/>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2" name="Shape 3602"/>
        <p:cNvGrpSpPr/>
        <p:nvPr/>
      </p:nvGrpSpPr>
      <p:grpSpPr>
        <a:xfrm>
          <a:off x="0" y="0"/>
          <a:ext cx="0" cy="0"/>
          <a:chOff x="0" y="0"/>
          <a:chExt cx="0" cy="0"/>
        </a:xfrm>
      </p:grpSpPr>
      <p:sp>
        <p:nvSpPr>
          <p:cNvPr id="3603" name="Google Shape;3603;p55"/>
          <p:cNvSpPr/>
          <p:nvPr/>
        </p:nvSpPr>
        <p:spPr>
          <a:xfrm>
            <a:off x="6743097" y="3706646"/>
            <a:ext cx="4329942" cy="348739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Rückblick</a:t>
            </a:r>
            <a:r>
              <a:rPr lang="en"/>
              <a:t> auf Vergangene </a:t>
            </a:r>
            <a:r>
              <a:rPr lang="en"/>
              <a:t>Veranstaltungen</a:t>
            </a:r>
            <a:endParaRPr/>
          </a:p>
        </p:txBody>
      </p:sp>
      <p:graphicFrame>
        <p:nvGraphicFramePr>
          <p:cNvPr id="3605" name="Google Shape;3605;p55"/>
          <p:cNvGraphicFramePr/>
          <p:nvPr/>
        </p:nvGraphicFramePr>
        <p:xfrm>
          <a:off x="836250" y="1926500"/>
          <a:ext cx="3000000" cy="3000000"/>
        </p:xfrm>
        <a:graphic>
          <a:graphicData uri="http://schemas.openxmlformats.org/drawingml/2006/table">
            <a:tbl>
              <a:tblPr>
                <a:noFill/>
                <a:tableStyleId>{5FD1044C-748C-4667-A2F9-789F35D1457B}</a:tableStyleId>
              </a:tblPr>
              <a:tblGrid>
                <a:gridCol w="2477925"/>
                <a:gridCol w="2503075"/>
                <a:gridCol w="2490500"/>
              </a:tblGrid>
              <a:tr h="506375">
                <a:tc>
                  <a:txBody>
                    <a:bodyPr/>
                    <a:lstStyle/>
                    <a:p>
                      <a:pPr indent="0" lvl="0" marL="0" rtl="0" algn="ctr">
                        <a:spcBef>
                          <a:spcPts val="0"/>
                        </a:spcBef>
                        <a:spcAft>
                          <a:spcPts val="0"/>
                        </a:spcAft>
                        <a:buNone/>
                      </a:pPr>
                      <a:r>
                        <a:rPr b="1" lang="en" sz="2300">
                          <a:latin typeface="Cormorant Garamond"/>
                          <a:ea typeface="Cormorant Garamond"/>
                          <a:cs typeface="Cormorant Garamond"/>
                          <a:sym typeface="Cormorant Garamond"/>
                        </a:rPr>
                        <a:t>Merkur</a:t>
                      </a:r>
                      <a:endParaRPr b="1" sz="2300">
                        <a:latin typeface="Cormorant Garamond"/>
                        <a:ea typeface="Cormorant Garamond"/>
                        <a:cs typeface="Cormorant Garamond"/>
                        <a:sym typeface="Cormorant Garamond"/>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c>
                  <a:txBody>
                    <a:bodyPr/>
                    <a:lstStyle/>
                    <a:p>
                      <a:pPr indent="0" lvl="0" marL="0" rtl="0" algn="ctr">
                        <a:spcBef>
                          <a:spcPts val="0"/>
                        </a:spcBef>
                        <a:spcAft>
                          <a:spcPts val="0"/>
                        </a:spcAft>
                        <a:buNone/>
                      </a:pPr>
                      <a:r>
                        <a:rPr b="1" lang="en" sz="2300">
                          <a:latin typeface="Cormorant Garamond"/>
                          <a:ea typeface="Cormorant Garamond"/>
                          <a:cs typeface="Cormorant Garamond"/>
                          <a:sym typeface="Cormorant Garamond"/>
                        </a:rPr>
                        <a:t>Venus</a:t>
                      </a:r>
                      <a:endParaRPr b="1" sz="2300">
                        <a:latin typeface="Cormorant Garamond"/>
                        <a:ea typeface="Cormorant Garamond"/>
                        <a:cs typeface="Cormorant Garamond"/>
                        <a:sym typeface="Cormorant Garamond"/>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c>
                  <a:txBody>
                    <a:bodyPr/>
                    <a:lstStyle/>
                    <a:p>
                      <a:pPr indent="0" lvl="0" marL="0" rtl="0" algn="ctr">
                        <a:spcBef>
                          <a:spcPts val="0"/>
                        </a:spcBef>
                        <a:spcAft>
                          <a:spcPts val="0"/>
                        </a:spcAft>
                        <a:buNone/>
                      </a:pPr>
                      <a:r>
                        <a:rPr b="1" lang="en" sz="2300">
                          <a:latin typeface="Cormorant Garamond"/>
                          <a:ea typeface="Cormorant Garamond"/>
                          <a:cs typeface="Cormorant Garamond"/>
                          <a:sym typeface="Cormorant Garamond"/>
                        </a:rPr>
                        <a:t>Die Erde</a:t>
                      </a:r>
                      <a:endParaRPr b="1" sz="2300">
                        <a:latin typeface="Cormorant Garamond"/>
                        <a:ea typeface="Cormorant Garamond"/>
                        <a:cs typeface="Cormorant Garamond"/>
                        <a:sym typeface="Cormorant Garamond"/>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r>
              <a:tr h="506375">
                <a:tc>
                  <a:txBody>
                    <a:bodyPr/>
                    <a:lstStyle/>
                    <a:p>
                      <a:pPr indent="0" lvl="0" marL="0" rtl="0" algn="ctr">
                        <a:lnSpc>
                          <a:spcPct val="115000"/>
                        </a:lnSpc>
                        <a:spcBef>
                          <a:spcPts val="0"/>
                        </a:spcBef>
                        <a:spcAft>
                          <a:spcPts val="0"/>
                        </a:spcAft>
                        <a:buNone/>
                      </a:pPr>
                      <a:r>
                        <a:rPr lang="en">
                          <a:solidFill>
                            <a:schemeClr val="dk1"/>
                          </a:solidFill>
                          <a:latin typeface="Open Sans"/>
                          <a:ea typeface="Open Sans"/>
                          <a:cs typeface="Open Sans"/>
                          <a:sym typeface="Open Sans"/>
                        </a:rPr>
                        <a:t>Saturn</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c>
                  <a:txBody>
                    <a:bodyPr/>
                    <a:lstStyle/>
                    <a:p>
                      <a:pPr indent="0" lvl="0" marL="0" rtl="0" algn="ctr">
                        <a:lnSpc>
                          <a:spcPct val="115000"/>
                        </a:lnSpc>
                        <a:spcBef>
                          <a:spcPts val="0"/>
                        </a:spcBef>
                        <a:spcAft>
                          <a:spcPts val="1600"/>
                        </a:spcAft>
                        <a:buNone/>
                      </a:pPr>
                      <a:r>
                        <a:rPr lang="en">
                          <a:solidFill>
                            <a:schemeClr val="dk1"/>
                          </a:solidFill>
                          <a:latin typeface="Open Sans"/>
                          <a:ea typeface="Open Sans"/>
                          <a:cs typeface="Open Sans"/>
                          <a:sym typeface="Open Sans"/>
                        </a:rPr>
                        <a:t>Jupiter</a:t>
                      </a:r>
                      <a:endParaRPr sz="1600">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Open Sans"/>
                          <a:ea typeface="Open Sans"/>
                          <a:cs typeface="Open Sans"/>
                          <a:sym typeface="Open Sans"/>
                        </a:rPr>
                        <a:t>Neptun</a:t>
                      </a:r>
                      <a:endParaRPr sz="1600">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r>
              <a:tr h="506375">
                <a:tc>
                  <a:txBody>
                    <a:bodyPr/>
                    <a:lstStyle/>
                    <a:p>
                      <a:pPr indent="0" lvl="0" marL="0" rtl="0" algn="ctr">
                        <a:lnSpc>
                          <a:spcPct val="115000"/>
                        </a:lnSpc>
                        <a:spcBef>
                          <a:spcPts val="0"/>
                        </a:spcBef>
                        <a:spcAft>
                          <a:spcPts val="0"/>
                        </a:spcAft>
                        <a:buNone/>
                      </a:pPr>
                      <a:r>
                        <a:rPr lang="en">
                          <a:solidFill>
                            <a:schemeClr val="dk1"/>
                          </a:solidFill>
                          <a:latin typeface="Open Sans"/>
                          <a:ea typeface="Open Sans"/>
                          <a:cs typeface="Open Sans"/>
                          <a:sym typeface="Open Sans"/>
                        </a:rPr>
                        <a:t>Sonnensystem</a:t>
                      </a:r>
                      <a:endParaRPr sz="1600">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c>
                  <a:txBody>
                    <a:bodyPr/>
                    <a:lstStyle/>
                    <a:p>
                      <a:pPr indent="0" lvl="0" marL="0" rtl="0" algn="ctr">
                        <a:lnSpc>
                          <a:spcPct val="115000"/>
                        </a:lnSpc>
                        <a:spcBef>
                          <a:spcPts val="0"/>
                        </a:spcBef>
                        <a:spcAft>
                          <a:spcPts val="1600"/>
                        </a:spcAft>
                        <a:buNone/>
                      </a:pPr>
                      <a:r>
                        <a:rPr lang="en">
                          <a:solidFill>
                            <a:schemeClr val="dk1"/>
                          </a:solidFill>
                          <a:latin typeface="Open Sans"/>
                          <a:ea typeface="Open Sans"/>
                          <a:cs typeface="Open Sans"/>
                          <a:sym typeface="Open Sans"/>
                        </a:rPr>
                        <a:t>Pluto</a:t>
                      </a:r>
                      <a:endParaRPr sz="1600">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chemeClr val="dk1"/>
                          </a:solidFill>
                          <a:latin typeface="Open Sans"/>
                          <a:ea typeface="Open Sans"/>
                          <a:cs typeface="Open Sans"/>
                          <a:sym typeface="Open Sans"/>
                        </a:rPr>
                        <a:t>Mond</a:t>
                      </a:r>
                      <a:endParaRPr sz="1600">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r>
              <a:tr h="506375">
                <a:tc>
                  <a:txBody>
                    <a:bodyPr/>
                    <a:lstStyle/>
                    <a:p>
                      <a:pPr indent="0" lvl="0" marL="0" rtl="0" algn="ctr">
                        <a:lnSpc>
                          <a:spcPct val="115000"/>
                        </a:lnSpc>
                        <a:spcBef>
                          <a:spcPts val="0"/>
                        </a:spcBef>
                        <a:spcAft>
                          <a:spcPts val="0"/>
                        </a:spcAft>
                        <a:buNone/>
                      </a:pPr>
                      <a:r>
                        <a:rPr lang="en">
                          <a:solidFill>
                            <a:schemeClr val="dk1"/>
                          </a:solidFill>
                          <a:latin typeface="Open Sans"/>
                          <a:ea typeface="Open Sans"/>
                          <a:cs typeface="Open Sans"/>
                          <a:sym typeface="Open Sans"/>
                        </a:rPr>
                        <a:t>Uranus</a:t>
                      </a:r>
                      <a:endParaRPr sz="1600">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c>
                  <a:txBody>
                    <a:bodyPr/>
                    <a:lstStyle/>
                    <a:p>
                      <a:pPr indent="0" lvl="0" marL="0" rtl="0" algn="ctr">
                        <a:lnSpc>
                          <a:spcPct val="115000"/>
                        </a:lnSpc>
                        <a:spcBef>
                          <a:spcPts val="0"/>
                        </a:spcBef>
                        <a:spcAft>
                          <a:spcPts val="1600"/>
                        </a:spcAft>
                        <a:buNone/>
                      </a:pPr>
                      <a:r>
                        <a:rPr lang="en">
                          <a:solidFill>
                            <a:schemeClr val="dk1"/>
                          </a:solidFill>
                          <a:latin typeface="Open Sans"/>
                          <a:ea typeface="Open Sans"/>
                          <a:cs typeface="Open Sans"/>
                          <a:sym typeface="Open Sans"/>
                        </a:rPr>
                        <a:t>Ceres</a:t>
                      </a:r>
                      <a:endParaRPr sz="1600">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c>
                  <a:txBody>
                    <a:bodyPr/>
                    <a:lstStyle/>
                    <a:p>
                      <a:pPr indent="0" lvl="0" marL="0" rtl="0" algn="ctr">
                        <a:lnSpc>
                          <a:spcPct val="115000"/>
                        </a:lnSpc>
                        <a:spcBef>
                          <a:spcPts val="0"/>
                        </a:spcBef>
                        <a:spcAft>
                          <a:spcPts val="0"/>
                        </a:spcAft>
                        <a:buNone/>
                      </a:pPr>
                      <a:r>
                        <a:rPr lang="en" sz="1600">
                          <a:solidFill>
                            <a:schemeClr val="dk1"/>
                          </a:solidFill>
                          <a:latin typeface="Open Sans"/>
                          <a:ea typeface="Open Sans"/>
                          <a:cs typeface="Open Sans"/>
                          <a:sym typeface="Open Sans"/>
                        </a:rPr>
                        <a:t>Merkur</a:t>
                      </a:r>
                      <a:endParaRPr sz="1600">
                        <a:solidFill>
                          <a:schemeClr val="dk1"/>
                        </a:solidFill>
                        <a:latin typeface="Open Sans"/>
                        <a:ea typeface="Open Sans"/>
                        <a:cs typeface="Open Sans"/>
                        <a:sym typeface="Open Sans"/>
                      </a:endParaRPr>
                    </a:p>
                  </a:txBody>
                  <a:tcPr marT="91425" marB="91425" marR="91425" marL="91425" anchor="ctr">
                    <a:lnL cap="flat" cmpd="sng" w="19050">
                      <a:solidFill>
                        <a:schemeClr val="accent5"/>
                      </a:solidFill>
                      <a:prstDash val="dash"/>
                      <a:round/>
                      <a:headEnd len="sm" w="sm" type="none"/>
                      <a:tailEnd len="sm" w="sm" type="none"/>
                    </a:lnL>
                    <a:lnR cap="flat" cmpd="sng" w="19050">
                      <a:solidFill>
                        <a:schemeClr val="accent5"/>
                      </a:solidFill>
                      <a:prstDash val="dash"/>
                      <a:round/>
                      <a:headEnd len="sm" w="sm" type="none"/>
                      <a:tailEnd len="sm" w="sm" type="none"/>
                    </a:lnR>
                    <a:lnT cap="flat" cmpd="sng" w="19050">
                      <a:solidFill>
                        <a:schemeClr val="accent5"/>
                      </a:solidFill>
                      <a:prstDash val="dash"/>
                      <a:round/>
                      <a:headEnd len="sm" w="sm" type="none"/>
                      <a:tailEnd len="sm" w="sm" type="none"/>
                    </a:lnT>
                    <a:lnB cap="flat" cmpd="sng" w="19050">
                      <a:solidFill>
                        <a:schemeClr val="accent5"/>
                      </a:solidFill>
                      <a:prstDash val="dash"/>
                      <a:round/>
                      <a:headEnd len="sm" w="sm" type="none"/>
                      <a:tailEnd len="sm" w="sm" type="none"/>
                    </a:lnB>
                  </a:tcPr>
                </a:tc>
              </a:tr>
            </a:tbl>
          </a:graphicData>
        </a:graphic>
      </p:graphicFrame>
      <p:sp>
        <p:nvSpPr>
          <p:cNvPr id="3606" name="Google Shape;3606;p55"/>
          <p:cNvSpPr/>
          <p:nvPr/>
        </p:nvSpPr>
        <p:spPr>
          <a:xfrm>
            <a:off x="-2309078" y="-1208704"/>
            <a:ext cx="4329942" cy="348739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0" name="Shape 3610"/>
        <p:cNvGrpSpPr/>
        <p:nvPr/>
      </p:nvGrpSpPr>
      <p:grpSpPr>
        <a:xfrm>
          <a:off x="0" y="0"/>
          <a:ext cx="0" cy="0"/>
          <a:chOff x="0" y="0"/>
          <a:chExt cx="0" cy="0"/>
        </a:xfrm>
      </p:grpSpPr>
      <p:sp>
        <p:nvSpPr>
          <p:cNvPr id="3611" name="Google Shape;3611;p56"/>
          <p:cNvSpPr txBox="1"/>
          <p:nvPr>
            <p:ph type="title"/>
          </p:nvPr>
        </p:nvSpPr>
        <p:spPr>
          <a:xfrm>
            <a:off x="1846950" y="2801100"/>
            <a:ext cx="54501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Veranstaltungen</a:t>
            </a:r>
            <a:endParaRPr/>
          </a:p>
        </p:txBody>
      </p:sp>
      <p:sp>
        <p:nvSpPr>
          <p:cNvPr id="3612" name="Google Shape;3612;p56"/>
          <p:cNvSpPr txBox="1"/>
          <p:nvPr>
            <p:ph idx="2" type="title"/>
          </p:nvPr>
        </p:nvSpPr>
        <p:spPr>
          <a:xfrm>
            <a:off x="3796950" y="1380625"/>
            <a:ext cx="1550100" cy="11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613" name="Google Shape;3613;p56"/>
          <p:cNvSpPr txBox="1"/>
          <p:nvPr>
            <p:ph idx="1" type="subTitle"/>
          </p:nvPr>
        </p:nvSpPr>
        <p:spPr>
          <a:xfrm rot="385">
            <a:off x="3231000" y="3871650"/>
            <a:ext cx="2682000" cy="57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Gib hier einen Untertitel ein, wenn du es brauchst</a:t>
            </a:r>
            <a:endParaRPr/>
          </a:p>
        </p:txBody>
      </p:sp>
      <p:sp>
        <p:nvSpPr>
          <p:cNvPr id="3614" name="Google Shape;3614;p56"/>
          <p:cNvSpPr/>
          <p:nvPr/>
        </p:nvSpPr>
        <p:spPr>
          <a:xfrm rot="-719040">
            <a:off x="3352042" y="1360614"/>
            <a:ext cx="2439916" cy="1591605"/>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15" name="Google Shape;3615;p56"/>
          <p:cNvCxnSpPr/>
          <p:nvPr/>
        </p:nvCxnSpPr>
        <p:spPr>
          <a:xfrm>
            <a:off x="5119525" y="-509600"/>
            <a:ext cx="4944900" cy="38610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3616" name="Google Shape;3616;p56"/>
          <p:cNvCxnSpPr/>
          <p:nvPr/>
        </p:nvCxnSpPr>
        <p:spPr>
          <a:xfrm flipH="1" rot="-5400000">
            <a:off x="-1477550" y="1712700"/>
            <a:ext cx="5378400" cy="1718100"/>
          </a:xfrm>
          <a:prstGeom prst="curvedConnector3">
            <a:avLst>
              <a:gd fmla="val 50000" name="adj1"/>
            </a:avLst>
          </a:prstGeom>
          <a:noFill/>
          <a:ln cap="flat" cmpd="sng" w="19050">
            <a:solidFill>
              <a:schemeClr val="lt1"/>
            </a:solidFill>
            <a:prstDash val="dash"/>
            <a:round/>
            <a:headEnd len="med" w="med" type="none"/>
            <a:tailEnd len="med" w="med" type="none"/>
          </a:ln>
        </p:spPr>
      </p:cxnSp>
      <p:grpSp>
        <p:nvGrpSpPr>
          <p:cNvPr id="3617" name="Google Shape;3617;p56"/>
          <p:cNvGrpSpPr/>
          <p:nvPr/>
        </p:nvGrpSpPr>
        <p:grpSpPr>
          <a:xfrm>
            <a:off x="30034" y="3762356"/>
            <a:ext cx="2363233" cy="1225153"/>
            <a:chOff x="3167021" y="4509456"/>
            <a:chExt cx="2363233" cy="1225153"/>
          </a:xfrm>
        </p:grpSpPr>
        <p:grpSp>
          <p:nvGrpSpPr>
            <p:cNvPr id="3618" name="Google Shape;3618;p56"/>
            <p:cNvGrpSpPr/>
            <p:nvPr/>
          </p:nvGrpSpPr>
          <p:grpSpPr>
            <a:xfrm>
              <a:off x="3167021" y="4509456"/>
              <a:ext cx="1878017" cy="1225153"/>
              <a:chOff x="1705450" y="1644825"/>
              <a:chExt cx="1313850" cy="857050"/>
            </a:xfrm>
          </p:grpSpPr>
          <p:sp>
            <p:nvSpPr>
              <p:cNvPr id="3619" name="Google Shape;3619;p56"/>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9" name="Google Shape;3669;p56"/>
            <p:cNvGrpSpPr/>
            <p:nvPr/>
          </p:nvGrpSpPr>
          <p:grpSpPr>
            <a:xfrm>
              <a:off x="4252789" y="4689847"/>
              <a:ext cx="1277466" cy="546912"/>
              <a:chOff x="2011750" y="3107325"/>
              <a:chExt cx="1510900" cy="646850"/>
            </a:xfrm>
          </p:grpSpPr>
          <p:sp>
            <p:nvSpPr>
              <p:cNvPr id="3670" name="Google Shape;3670;p56"/>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9" name="Shape 3679"/>
        <p:cNvGrpSpPr/>
        <p:nvPr/>
      </p:nvGrpSpPr>
      <p:grpSpPr>
        <a:xfrm>
          <a:off x="0" y="0"/>
          <a:ext cx="0" cy="0"/>
          <a:chOff x="0" y="0"/>
          <a:chExt cx="0" cy="0"/>
        </a:xfrm>
      </p:grpSpPr>
      <p:sp>
        <p:nvSpPr>
          <p:cNvPr id="3680" name="Google Shape;3680;p57"/>
          <p:cNvSpPr txBox="1"/>
          <p:nvPr>
            <p:ph idx="1" type="subTitle"/>
          </p:nvPr>
        </p:nvSpPr>
        <p:spPr>
          <a:xfrm rot="398">
            <a:off x="720000" y="2778212"/>
            <a:ext cx="2589000" cy="103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Bilder zeigen große Datenmengen, also denke daran: verwende ein Bild statt eines langen Textes</a:t>
            </a:r>
            <a:endParaRPr/>
          </a:p>
        </p:txBody>
      </p:sp>
      <p:sp>
        <p:nvSpPr>
          <p:cNvPr id="3681" name="Google Shape;3681;p57"/>
          <p:cNvSpPr txBox="1"/>
          <p:nvPr>
            <p:ph type="title"/>
          </p:nvPr>
        </p:nvSpPr>
        <p:spPr>
          <a:xfrm>
            <a:off x="741725" y="1016762"/>
            <a:ext cx="2567400" cy="160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Bilder sind leichter zu verstehen</a:t>
            </a:r>
            <a:endParaRPr/>
          </a:p>
          <a:p>
            <a:pPr indent="0" lvl="0" marL="0" rtl="0" algn="l">
              <a:spcBef>
                <a:spcPts val="0"/>
              </a:spcBef>
              <a:spcAft>
                <a:spcPts val="0"/>
              </a:spcAft>
              <a:buNone/>
            </a:pPr>
            <a:r>
              <a:t/>
            </a:r>
            <a:endParaRPr/>
          </a:p>
        </p:txBody>
      </p:sp>
      <p:pic>
        <p:nvPicPr>
          <p:cNvPr id="3682" name="Google Shape;3682;p57"/>
          <p:cNvPicPr preferRelativeResize="0"/>
          <p:nvPr/>
        </p:nvPicPr>
        <p:blipFill>
          <a:blip r:embed="rId3">
            <a:alphaModFix amt="85000"/>
          </a:blip>
          <a:stretch>
            <a:fillRect/>
          </a:stretch>
        </p:blipFill>
        <p:spPr>
          <a:xfrm>
            <a:off x="3751754" y="1005689"/>
            <a:ext cx="4672246" cy="3114050"/>
          </a:xfrm>
          <a:prstGeom prst="rect">
            <a:avLst/>
          </a:prstGeom>
          <a:noFill/>
          <a:ln>
            <a:noFill/>
          </a:ln>
        </p:spPr>
      </p:pic>
      <p:grpSp>
        <p:nvGrpSpPr>
          <p:cNvPr id="3683" name="Google Shape;3683;p57"/>
          <p:cNvGrpSpPr/>
          <p:nvPr/>
        </p:nvGrpSpPr>
        <p:grpSpPr>
          <a:xfrm>
            <a:off x="6992026" y="2450584"/>
            <a:ext cx="3517241" cy="3148175"/>
            <a:chOff x="3732700" y="316125"/>
            <a:chExt cx="2435425" cy="2179875"/>
          </a:xfrm>
        </p:grpSpPr>
        <p:sp>
          <p:nvSpPr>
            <p:cNvPr id="3684" name="Google Shape;3684;p57"/>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8" name="Google Shape;3698;p57"/>
          <p:cNvGrpSpPr/>
          <p:nvPr/>
        </p:nvGrpSpPr>
        <p:grpSpPr>
          <a:xfrm rot="-286">
            <a:off x="3105026" y="632116"/>
            <a:ext cx="1581350" cy="1031545"/>
            <a:chOff x="1705450" y="1644825"/>
            <a:chExt cx="1313850" cy="857050"/>
          </a:xfrm>
        </p:grpSpPr>
        <p:sp>
          <p:nvSpPr>
            <p:cNvPr id="3699" name="Google Shape;3699;p57"/>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9" name="Google Shape;3749;p57"/>
          <p:cNvGrpSpPr/>
          <p:nvPr/>
        </p:nvGrpSpPr>
        <p:grpSpPr>
          <a:xfrm flipH="1" rot="-1374877">
            <a:off x="-752732" y="3212332"/>
            <a:ext cx="2839940" cy="3005971"/>
            <a:chOff x="4373775" y="321250"/>
            <a:chExt cx="1456475" cy="1541625"/>
          </a:xfrm>
        </p:grpSpPr>
        <p:sp>
          <p:nvSpPr>
            <p:cNvPr id="3750" name="Google Shape;3750;p57"/>
            <p:cNvSpPr/>
            <p:nvPr/>
          </p:nvSpPr>
          <p:spPr>
            <a:xfrm>
              <a:off x="4373775" y="321250"/>
              <a:ext cx="1456475" cy="1541625"/>
            </a:xfrm>
            <a:custGeom>
              <a:rect b="b" l="l" r="r" t="t"/>
              <a:pathLst>
                <a:path extrusionOk="0" h="61665" w="58259">
                  <a:moveTo>
                    <a:pt x="38993" y="0"/>
                  </a:moveTo>
                  <a:cubicBezTo>
                    <a:pt x="38990" y="0"/>
                    <a:pt x="38987" y="0"/>
                    <a:pt x="38985" y="0"/>
                  </a:cubicBezTo>
                  <a:cubicBezTo>
                    <a:pt x="38784" y="1"/>
                    <a:pt x="38582" y="12"/>
                    <a:pt x="38385" y="28"/>
                  </a:cubicBezTo>
                  <a:cubicBezTo>
                    <a:pt x="38304" y="35"/>
                    <a:pt x="38245" y="107"/>
                    <a:pt x="38251" y="188"/>
                  </a:cubicBezTo>
                  <a:cubicBezTo>
                    <a:pt x="38257" y="266"/>
                    <a:pt x="38322" y="323"/>
                    <a:pt x="38397" y="323"/>
                  </a:cubicBezTo>
                  <a:lnTo>
                    <a:pt x="38411" y="323"/>
                  </a:lnTo>
                  <a:cubicBezTo>
                    <a:pt x="38601" y="307"/>
                    <a:pt x="38795" y="298"/>
                    <a:pt x="38989" y="295"/>
                  </a:cubicBezTo>
                  <a:cubicBezTo>
                    <a:pt x="39070" y="294"/>
                    <a:pt x="39135" y="227"/>
                    <a:pt x="39134" y="146"/>
                  </a:cubicBezTo>
                  <a:cubicBezTo>
                    <a:pt x="39133" y="67"/>
                    <a:pt x="39068" y="0"/>
                    <a:pt x="38993" y="0"/>
                  </a:cubicBezTo>
                  <a:close/>
                  <a:moveTo>
                    <a:pt x="39874" y="37"/>
                  </a:moveTo>
                  <a:cubicBezTo>
                    <a:pt x="39797" y="37"/>
                    <a:pt x="39732" y="93"/>
                    <a:pt x="39725" y="171"/>
                  </a:cubicBezTo>
                  <a:cubicBezTo>
                    <a:pt x="39717" y="251"/>
                    <a:pt x="39777" y="323"/>
                    <a:pt x="39857" y="332"/>
                  </a:cubicBezTo>
                  <a:cubicBezTo>
                    <a:pt x="40048" y="351"/>
                    <a:pt x="40242" y="375"/>
                    <a:pt x="40432" y="408"/>
                  </a:cubicBezTo>
                  <a:cubicBezTo>
                    <a:pt x="40439" y="409"/>
                    <a:pt x="40449" y="410"/>
                    <a:pt x="40456" y="410"/>
                  </a:cubicBezTo>
                  <a:cubicBezTo>
                    <a:pt x="40527" y="410"/>
                    <a:pt x="40589" y="358"/>
                    <a:pt x="40603" y="286"/>
                  </a:cubicBezTo>
                  <a:cubicBezTo>
                    <a:pt x="40616" y="205"/>
                    <a:pt x="40562" y="129"/>
                    <a:pt x="40482" y="116"/>
                  </a:cubicBezTo>
                  <a:cubicBezTo>
                    <a:pt x="40285" y="83"/>
                    <a:pt x="40084" y="57"/>
                    <a:pt x="39886" y="37"/>
                  </a:cubicBezTo>
                  <a:cubicBezTo>
                    <a:pt x="39882" y="37"/>
                    <a:pt x="39878" y="37"/>
                    <a:pt x="39874" y="37"/>
                  </a:cubicBezTo>
                  <a:close/>
                  <a:moveTo>
                    <a:pt x="37525" y="157"/>
                  </a:moveTo>
                  <a:cubicBezTo>
                    <a:pt x="37514" y="157"/>
                    <a:pt x="37504" y="158"/>
                    <a:pt x="37494" y="160"/>
                  </a:cubicBezTo>
                  <a:cubicBezTo>
                    <a:pt x="37453" y="168"/>
                    <a:pt x="37414" y="177"/>
                    <a:pt x="37374" y="186"/>
                  </a:cubicBezTo>
                  <a:cubicBezTo>
                    <a:pt x="37220" y="220"/>
                    <a:pt x="37063" y="269"/>
                    <a:pt x="36906" y="327"/>
                  </a:cubicBezTo>
                  <a:cubicBezTo>
                    <a:pt x="36828" y="356"/>
                    <a:pt x="36791" y="441"/>
                    <a:pt x="36819" y="517"/>
                  </a:cubicBezTo>
                  <a:cubicBezTo>
                    <a:pt x="36842" y="576"/>
                    <a:pt x="36898" y="612"/>
                    <a:pt x="36957" y="612"/>
                  </a:cubicBezTo>
                  <a:cubicBezTo>
                    <a:pt x="36974" y="612"/>
                    <a:pt x="36992" y="609"/>
                    <a:pt x="37009" y="604"/>
                  </a:cubicBezTo>
                  <a:cubicBezTo>
                    <a:pt x="37153" y="549"/>
                    <a:pt x="37298" y="506"/>
                    <a:pt x="37438" y="473"/>
                  </a:cubicBezTo>
                  <a:cubicBezTo>
                    <a:pt x="37475" y="466"/>
                    <a:pt x="37514" y="456"/>
                    <a:pt x="37552" y="449"/>
                  </a:cubicBezTo>
                  <a:cubicBezTo>
                    <a:pt x="37633" y="432"/>
                    <a:pt x="37685" y="354"/>
                    <a:pt x="37668" y="275"/>
                  </a:cubicBezTo>
                  <a:cubicBezTo>
                    <a:pt x="37653" y="205"/>
                    <a:pt x="37592" y="157"/>
                    <a:pt x="37525" y="157"/>
                  </a:cubicBezTo>
                  <a:close/>
                  <a:moveTo>
                    <a:pt x="41318" y="309"/>
                  </a:moveTo>
                  <a:cubicBezTo>
                    <a:pt x="41254" y="309"/>
                    <a:pt x="41195" y="351"/>
                    <a:pt x="41177" y="416"/>
                  </a:cubicBezTo>
                  <a:cubicBezTo>
                    <a:pt x="41155" y="496"/>
                    <a:pt x="41201" y="576"/>
                    <a:pt x="41279" y="599"/>
                  </a:cubicBezTo>
                  <a:cubicBezTo>
                    <a:pt x="41466" y="650"/>
                    <a:pt x="41651" y="710"/>
                    <a:pt x="41830" y="776"/>
                  </a:cubicBezTo>
                  <a:cubicBezTo>
                    <a:pt x="41847" y="782"/>
                    <a:pt x="41863" y="786"/>
                    <a:pt x="41880" y="786"/>
                  </a:cubicBezTo>
                  <a:cubicBezTo>
                    <a:pt x="41941" y="786"/>
                    <a:pt x="41996" y="748"/>
                    <a:pt x="42018" y="690"/>
                  </a:cubicBezTo>
                  <a:cubicBezTo>
                    <a:pt x="42047" y="612"/>
                    <a:pt x="42007" y="529"/>
                    <a:pt x="41930" y="500"/>
                  </a:cubicBezTo>
                  <a:cubicBezTo>
                    <a:pt x="41744" y="432"/>
                    <a:pt x="41553" y="369"/>
                    <a:pt x="41359" y="315"/>
                  </a:cubicBezTo>
                  <a:cubicBezTo>
                    <a:pt x="41345" y="311"/>
                    <a:pt x="41331" y="309"/>
                    <a:pt x="41318" y="309"/>
                  </a:cubicBezTo>
                  <a:close/>
                  <a:moveTo>
                    <a:pt x="36169" y="716"/>
                  </a:moveTo>
                  <a:cubicBezTo>
                    <a:pt x="36142" y="716"/>
                    <a:pt x="36115" y="723"/>
                    <a:pt x="36090" y="739"/>
                  </a:cubicBezTo>
                  <a:cubicBezTo>
                    <a:pt x="35924" y="843"/>
                    <a:pt x="35758" y="962"/>
                    <a:pt x="35596" y="1090"/>
                  </a:cubicBezTo>
                  <a:cubicBezTo>
                    <a:pt x="35532" y="1141"/>
                    <a:pt x="35522" y="1234"/>
                    <a:pt x="35573" y="1297"/>
                  </a:cubicBezTo>
                  <a:cubicBezTo>
                    <a:pt x="35601" y="1333"/>
                    <a:pt x="35645" y="1353"/>
                    <a:pt x="35688" y="1353"/>
                  </a:cubicBezTo>
                  <a:cubicBezTo>
                    <a:pt x="35720" y="1353"/>
                    <a:pt x="35753" y="1343"/>
                    <a:pt x="35780" y="1322"/>
                  </a:cubicBezTo>
                  <a:cubicBezTo>
                    <a:pt x="35935" y="1200"/>
                    <a:pt x="36091" y="1089"/>
                    <a:pt x="36247" y="989"/>
                  </a:cubicBezTo>
                  <a:cubicBezTo>
                    <a:pt x="36317" y="945"/>
                    <a:pt x="36338" y="854"/>
                    <a:pt x="36294" y="786"/>
                  </a:cubicBezTo>
                  <a:cubicBezTo>
                    <a:pt x="36266" y="740"/>
                    <a:pt x="36218" y="716"/>
                    <a:pt x="36169" y="716"/>
                  </a:cubicBezTo>
                  <a:close/>
                  <a:moveTo>
                    <a:pt x="42688" y="845"/>
                  </a:moveTo>
                  <a:cubicBezTo>
                    <a:pt x="42635" y="845"/>
                    <a:pt x="42583" y="874"/>
                    <a:pt x="42556" y="925"/>
                  </a:cubicBezTo>
                  <a:cubicBezTo>
                    <a:pt x="42519" y="997"/>
                    <a:pt x="42548" y="1086"/>
                    <a:pt x="42620" y="1123"/>
                  </a:cubicBezTo>
                  <a:cubicBezTo>
                    <a:pt x="42793" y="1213"/>
                    <a:pt x="42961" y="1309"/>
                    <a:pt x="43119" y="1411"/>
                  </a:cubicBezTo>
                  <a:cubicBezTo>
                    <a:pt x="43145" y="1426"/>
                    <a:pt x="43172" y="1434"/>
                    <a:pt x="43199" y="1434"/>
                  </a:cubicBezTo>
                  <a:cubicBezTo>
                    <a:pt x="43249" y="1434"/>
                    <a:pt x="43296" y="1411"/>
                    <a:pt x="43323" y="1365"/>
                  </a:cubicBezTo>
                  <a:cubicBezTo>
                    <a:pt x="43366" y="1297"/>
                    <a:pt x="43346" y="1205"/>
                    <a:pt x="43278" y="1162"/>
                  </a:cubicBezTo>
                  <a:cubicBezTo>
                    <a:pt x="43112" y="1056"/>
                    <a:pt x="42936" y="955"/>
                    <a:pt x="42756" y="862"/>
                  </a:cubicBezTo>
                  <a:cubicBezTo>
                    <a:pt x="42734" y="850"/>
                    <a:pt x="42711" y="845"/>
                    <a:pt x="42688" y="845"/>
                  </a:cubicBezTo>
                  <a:close/>
                  <a:moveTo>
                    <a:pt x="43906" y="1670"/>
                  </a:moveTo>
                  <a:cubicBezTo>
                    <a:pt x="43865" y="1670"/>
                    <a:pt x="43825" y="1687"/>
                    <a:pt x="43796" y="1720"/>
                  </a:cubicBezTo>
                  <a:cubicBezTo>
                    <a:pt x="43741" y="1781"/>
                    <a:pt x="43747" y="1874"/>
                    <a:pt x="43808" y="1928"/>
                  </a:cubicBezTo>
                  <a:cubicBezTo>
                    <a:pt x="43952" y="2055"/>
                    <a:pt x="44091" y="2190"/>
                    <a:pt x="44217" y="2329"/>
                  </a:cubicBezTo>
                  <a:cubicBezTo>
                    <a:pt x="44246" y="2361"/>
                    <a:pt x="44287" y="2379"/>
                    <a:pt x="44327" y="2379"/>
                  </a:cubicBezTo>
                  <a:cubicBezTo>
                    <a:pt x="44361" y="2379"/>
                    <a:pt x="44397" y="2365"/>
                    <a:pt x="44425" y="2340"/>
                  </a:cubicBezTo>
                  <a:cubicBezTo>
                    <a:pt x="44485" y="2285"/>
                    <a:pt x="44489" y="2192"/>
                    <a:pt x="44435" y="2132"/>
                  </a:cubicBezTo>
                  <a:cubicBezTo>
                    <a:pt x="44301" y="1984"/>
                    <a:pt x="44155" y="1841"/>
                    <a:pt x="44003" y="1707"/>
                  </a:cubicBezTo>
                  <a:cubicBezTo>
                    <a:pt x="43975" y="1682"/>
                    <a:pt x="43941" y="1670"/>
                    <a:pt x="43906" y="1670"/>
                  </a:cubicBezTo>
                  <a:close/>
                  <a:moveTo>
                    <a:pt x="35035" y="1654"/>
                  </a:moveTo>
                  <a:cubicBezTo>
                    <a:pt x="34996" y="1654"/>
                    <a:pt x="34958" y="1669"/>
                    <a:pt x="34929" y="1700"/>
                  </a:cubicBezTo>
                  <a:cubicBezTo>
                    <a:pt x="34791" y="1844"/>
                    <a:pt x="34657" y="1997"/>
                    <a:pt x="34531" y="2153"/>
                  </a:cubicBezTo>
                  <a:cubicBezTo>
                    <a:pt x="34480" y="2216"/>
                    <a:pt x="34490" y="2308"/>
                    <a:pt x="34553" y="2360"/>
                  </a:cubicBezTo>
                  <a:cubicBezTo>
                    <a:pt x="34580" y="2382"/>
                    <a:pt x="34614" y="2392"/>
                    <a:pt x="34646" y="2392"/>
                  </a:cubicBezTo>
                  <a:cubicBezTo>
                    <a:pt x="34688" y="2392"/>
                    <a:pt x="34732" y="2373"/>
                    <a:pt x="34761" y="2337"/>
                  </a:cubicBezTo>
                  <a:cubicBezTo>
                    <a:pt x="34882" y="2188"/>
                    <a:pt x="35011" y="2041"/>
                    <a:pt x="35142" y="1904"/>
                  </a:cubicBezTo>
                  <a:cubicBezTo>
                    <a:pt x="35198" y="1844"/>
                    <a:pt x="35197" y="1751"/>
                    <a:pt x="35137" y="1695"/>
                  </a:cubicBezTo>
                  <a:cubicBezTo>
                    <a:pt x="35108" y="1667"/>
                    <a:pt x="35072" y="1654"/>
                    <a:pt x="35035" y="1654"/>
                  </a:cubicBezTo>
                  <a:close/>
                  <a:moveTo>
                    <a:pt x="44859" y="2788"/>
                  </a:moveTo>
                  <a:cubicBezTo>
                    <a:pt x="44833" y="2788"/>
                    <a:pt x="44806" y="2795"/>
                    <a:pt x="44782" y="2810"/>
                  </a:cubicBezTo>
                  <a:cubicBezTo>
                    <a:pt x="44712" y="2853"/>
                    <a:pt x="44691" y="2943"/>
                    <a:pt x="44735" y="3013"/>
                  </a:cubicBezTo>
                  <a:cubicBezTo>
                    <a:pt x="44835" y="3174"/>
                    <a:pt x="44925" y="3344"/>
                    <a:pt x="45004" y="3516"/>
                  </a:cubicBezTo>
                  <a:cubicBezTo>
                    <a:pt x="45029" y="3570"/>
                    <a:pt x="45082" y="3602"/>
                    <a:pt x="45138" y="3602"/>
                  </a:cubicBezTo>
                  <a:cubicBezTo>
                    <a:pt x="45158" y="3602"/>
                    <a:pt x="45179" y="3598"/>
                    <a:pt x="45200" y="3589"/>
                  </a:cubicBezTo>
                  <a:cubicBezTo>
                    <a:pt x="45273" y="3555"/>
                    <a:pt x="45305" y="3467"/>
                    <a:pt x="45272" y="3393"/>
                  </a:cubicBezTo>
                  <a:cubicBezTo>
                    <a:pt x="45188" y="3210"/>
                    <a:pt x="45091" y="3031"/>
                    <a:pt x="44984" y="2858"/>
                  </a:cubicBezTo>
                  <a:cubicBezTo>
                    <a:pt x="44957" y="2813"/>
                    <a:pt x="44909" y="2788"/>
                    <a:pt x="44859" y="2788"/>
                  </a:cubicBezTo>
                  <a:close/>
                  <a:moveTo>
                    <a:pt x="34133" y="2818"/>
                  </a:moveTo>
                  <a:cubicBezTo>
                    <a:pt x="34083" y="2818"/>
                    <a:pt x="34035" y="2842"/>
                    <a:pt x="34007" y="2887"/>
                  </a:cubicBezTo>
                  <a:cubicBezTo>
                    <a:pt x="33901" y="3060"/>
                    <a:pt x="33801" y="3236"/>
                    <a:pt x="33711" y="3412"/>
                  </a:cubicBezTo>
                  <a:cubicBezTo>
                    <a:pt x="33674" y="3485"/>
                    <a:pt x="33703" y="3573"/>
                    <a:pt x="33775" y="3610"/>
                  </a:cubicBezTo>
                  <a:cubicBezTo>
                    <a:pt x="33798" y="3622"/>
                    <a:pt x="33821" y="3627"/>
                    <a:pt x="33842" y="3627"/>
                  </a:cubicBezTo>
                  <a:cubicBezTo>
                    <a:pt x="33896" y="3627"/>
                    <a:pt x="33949" y="3597"/>
                    <a:pt x="33975" y="3545"/>
                  </a:cubicBezTo>
                  <a:cubicBezTo>
                    <a:pt x="34062" y="3375"/>
                    <a:pt x="34157" y="3206"/>
                    <a:pt x="34259" y="3042"/>
                  </a:cubicBezTo>
                  <a:cubicBezTo>
                    <a:pt x="34301" y="2974"/>
                    <a:pt x="34281" y="2882"/>
                    <a:pt x="34212" y="2840"/>
                  </a:cubicBezTo>
                  <a:cubicBezTo>
                    <a:pt x="34187" y="2825"/>
                    <a:pt x="34160" y="2818"/>
                    <a:pt x="34133" y="2818"/>
                  </a:cubicBezTo>
                  <a:close/>
                  <a:moveTo>
                    <a:pt x="33498" y="4146"/>
                  </a:moveTo>
                  <a:cubicBezTo>
                    <a:pt x="33436" y="4146"/>
                    <a:pt x="33378" y="4184"/>
                    <a:pt x="33357" y="4246"/>
                  </a:cubicBezTo>
                  <a:cubicBezTo>
                    <a:pt x="33290" y="4442"/>
                    <a:pt x="33237" y="4638"/>
                    <a:pt x="33195" y="4830"/>
                  </a:cubicBezTo>
                  <a:cubicBezTo>
                    <a:pt x="33179" y="4909"/>
                    <a:pt x="33228" y="4989"/>
                    <a:pt x="33309" y="5005"/>
                  </a:cubicBezTo>
                  <a:cubicBezTo>
                    <a:pt x="33319" y="5007"/>
                    <a:pt x="33329" y="5010"/>
                    <a:pt x="33340" y="5010"/>
                  </a:cubicBezTo>
                  <a:cubicBezTo>
                    <a:pt x="33408" y="5010"/>
                    <a:pt x="33469" y="4961"/>
                    <a:pt x="33484" y="4892"/>
                  </a:cubicBezTo>
                  <a:cubicBezTo>
                    <a:pt x="33522" y="4711"/>
                    <a:pt x="33574" y="4526"/>
                    <a:pt x="33638" y="4340"/>
                  </a:cubicBezTo>
                  <a:cubicBezTo>
                    <a:pt x="33664" y="4263"/>
                    <a:pt x="33622" y="4179"/>
                    <a:pt x="33545" y="4153"/>
                  </a:cubicBezTo>
                  <a:cubicBezTo>
                    <a:pt x="33530" y="4148"/>
                    <a:pt x="33514" y="4146"/>
                    <a:pt x="33498" y="4146"/>
                  </a:cubicBezTo>
                  <a:close/>
                  <a:moveTo>
                    <a:pt x="45428" y="4141"/>
                  </a:moveTo>
                  <a:cubicBezTo>
                    <a:pt x="45416" y="4141"/>
                    <a:pt x="45404" y="4142"/>
                    <a:pt x="45392" y="4145"/>
                  </a:cubicBezTo>
                  <a:cubicBezTo>
                    <a:pt x="45312" y="4165"/>
                    <a:pt x="45264" y="4244"/>
                    <a:pt x="45283" y="4323"/>
                  </a:cubicBezTo>
                  <a:cubicBezTo>
                    <a:pt x="45329" y="4504"/>
                    <a:pt x="45364" y="4693"/>
                    <a:pt x="45390" y="4887"/>
                  </a:cubicBezTo>
                  <a:cubicBezTo>
                    <a:pt x="45398" y="4961"/>
                    <a:pt x="45462" y="5016"/>
                    <a:pt x="45535" y="5016"/>
                  </a:cubicBezTo>
                  <a:cubicBezTo>
                    <a:pt x="45541" y="5016"/>
                    <a:pt x="45548" y="5016"/>
                    <a:pt x="45553" y="5015"/>
                  </a:cubicBezTo>
                  <a:cubicBezTo>
                    <a:pt x="45634" y="5004"/>
                    <a:pt x="45691" y="4930"/>
                    <a:pt x="45681" y="4850"/>
                  </a:cubicBezTo>
                  <a:cubicBezTo>
                    <a:pt x="45655" y="4644"/>
                    <a:pt x="45618" y="4444"/>
                    <a:pt x="45569" y="4253"/>
                  </a:cubicBezTo>
                  <a:cubicBezTo>
                    <a:pt x="45553" y="4186"/>
                    <a:pt x="45494" y="4141"/>
                    <a:pt x="45428" y="4141"/>
                  </a:cubicBezTo>
                  <a:close/>
                  <a:moveTo>
                    <a:pt x="33243" y="5590"/>
                  </a:moveTo>
                  <a:cubicBezTo>
                    <a:pt x="33161" y="5590"/>
                    <a:pt x="33096" y="5657"/>
                    <a:pt x="33096" y="5739"/>
                  </a:cubicBezTo>
                  <a:cubicBezTo>
                    <a:pt x="33096" y="5951"/>
                    <a:pt x="33115" y="6157"/>
                    <a:pt x="33151" y="6353"/>
                  </a:cubicBezTo>
                  <a:cubicBezTo>
                    <a:pt x="33164" y="6424"/>
                    <a:pt x="33226" y="6473"/>
                    <a:pt x="33295" y="6473"/>
                  </a:cubicBezTo>
                  <a:cubicBezTo>
                    <a:pt x="33305" y="6473"/>
                    <a:pt x="33314" y="6472"/>
                    <a:pt x="33324" y="6469"/>
                  </a:cubicBezTo>
                  <a:cubicBezTo>
                    <a:pt x="33404" y="6455"/>
                    <a:pt x="33457" y="6378"/>
                    <a:pt x="33442" y="6297"/>
                  </a:cubicBezTo>
                  <a:cubicBezTo>
                    <a:pt x="33408" y="6120"/>
                    <a:pt x="33390" y="5931"/>
                    <a:pt x="33390" y="5738"/>
                  </a:cubicBezTo>
                  <a:cubicBezTo>
                    <a:pt x="33390" y="5656"/>
                    <a:pt x="33324" y="5590"/>
                    <a:pt x="33243" y="5590"/>
                  </a:cubicBezTo>
                  <a:close/>
                  <a:moveTo>
                    <a:pt x="45588" y="5603"/>
                  </a:moveTo>
                  <a:cubicBezTo>
                    <a:pt x="45506" y="5603"/>
                    <a:pt x="45441" y="5668"/>
                    <a:pt x="45441" y="5749"/>
                  </a:cubicBezTo>
                  <a:cubicBezTo>
                    <a:pt x="45439" y="5934"/>
                    <a:pt x="45433" y="6128"/>
                    <a:pt x="45419" y="6329"/>
                  </a:cubicBezTo>
                  <a:cubicBezTo>
                    <a:pt x="45412" y="6411"/>
                    <a:pt x="45474" y="6482"/>
                    <a:pt x="45556" y="6487"/>
                  </a:cubicBezTo>
                  <a:lnTo>
                    <a:pt x="45566" y="6487"/>
                  </a:lnTo>
                  <a:cubicBezTo>
                    <a:pt x="45643" y="6487"/>
                    <a:pt x="45707" y="6428"/>
                    <a:pt x="45715" y="6349"/>
                  </a:cubicBezTo>
                  <a:cubicBezTo>
                    <a:pt x="45728" y="6141"/>
                    <a:pt x="45735" y="5940"/>
                    <a:pt x="45736" y="5750"/>
                  </a:cubicBezTo>
                  <a:cubicBezTo>
                    <a:pt x="45736" y="5670"/>
                    <a:pt x="45670" y="5603"/>
                    <a:pt x="45589" y="5603"/>
                  </a:cubicBezTo>
                  <a:close/>
                  <a:moveTo>
                    <a:pt x="33384" y="6524"/>
                  </a:moveTo>
                  <a:cubicBezTo>
                    <a:pt x="33369" y="6524"/>
                    <a:pt x="33354" y="6527"/>
                    <a:pt x="33339" y="6531"/>
                  </a:cubicBezTo>
                  <a:cubicBezTo>
                    <a:pt x="33261" y="6557"/>
                    <a:pt x="33218" y="6640"/>
                    <a:pt x="33243" y="6717"/>
                  </a:cubicBezTo>
                  <a:cubicBezTo>
                    <a:pt x="33305" y="6910"/>
                    <a:pt x="33386" y="7101"/>
                    <a:pt x="33483" y="7283"/>
                  </a:cubicBezTo>
                  <a:cubicBezTo>
                    <a:pt x="33510" y="7333"/>
                    <a:pt x="33561" y="7362"/>
                    <a:pt x="33613" y="7362"/>
                  </a:cubicBezTo>
                  <a:cubicBezTo>
                    <a:pt x="33636" y="7362"/>
                    <a:pt x="33660" y="7355"/>
                    <a:pt x="33682" y="7343"/>
                  </a:cubicBezTo>
                  <a:cubicBezTo>
                    <a:pt x="33755" y="7305"/>
                    <a:pt x="33781" y="7215"/>
                    <a:pt x="33743" y="7143"/>
                  </a:cubicBezTo>
                  <a:cubicBezTo>
                    <a:pt x="33654" y="6977"/>
                    <a:pt x="33580" y="6803"/>
                    <a:pt x="33523" y="6626"/>
                  </a:cubicBezTo>
                  <a:cubicBezTo>
                    <a:pt x="33503" y="6564"/>
                    <a:pt x="33446" y="6524"/>
                    <a:pt x="33384" y="6524"/>
                  </a:cubicBezTo>
                  <a:close/>
                  <a:moveTo>
                    <a:pt x="45474" y="7073"/>
                  </a:moveTo>
                  <a:cubicBezTo>
                    <a:pt x="45401" y="7073"/>
                    <a:pt x="45339" y="7127"/>
                    <a:pt x="45330" y="7202"/>
                  </a:cubicBezTo>
                  <a:cubicBezTo>
                    <a:pt x="45304" y="7395"/>
                    <a:pt x="45277" y="7589"/>
                    <a:pt x="45248" y="7783"/>
                  </a:cubicBezTo>
                  <a:cubicBezTo>
                    <a:pt x="45236" y="7864"/>
                    <a:pt x="45293" y="7940"/>
                    <a:pt x="45372" y="7951"/>
                  </a:cubicBezTo>
                  <a:cubicBezTo>
                    <a:pt x="45380" y="7952"/>
                    <a:pt x="45388" y="7952"/>
                    <a:pt x="45395" y="7952"/>
                  </a:cubicBezTo>
                  <a:cubicBezTo>
                    <a:pt x="45467" y="7952"/>
                    <a:pt x="45530" y="7899"/>
                    <a:pt x="45541" y="7825"/>
                  </a:cubicBezTo>
                  <a:cubicBezTo>
                    <a:pt x="45569" y="7629"/>
                    <a:pt x="45597" y="7434"/>
                    <a:pt x="45623" y="7239"/>
                  </a:cubicBezTo>
                  <a:cubicBezTo>
                    <a:pt x="45633" y="7158"/>
                    <a:pt x="45576" y="7084"/>
                    <a:pt x="45495" y="7074"/>
                  </a:cubicBezTo>
                  <a:cubicBezTo>
                    <a:pt x="45488" y="7073"/>
                    <a:pt x="45481" y="7073"/>
                    <a:pt x="45474" y="7073"/>
                  </a:cubicBezTo>
                  <a:close/>
                  <a:moveTo>
                    <a:pt x="34119" y="7789"/>
                  </a:moveTo>
                  <a:cubicBezTo>
                    <a:pt x="34084" y="7789"/>
                    <a:pt x="34050" y="7801"/>
                    <a:pt x="34022" y="7826"/>
                  </a:cubicBezTo>
                  <a:cubicBezTo>
                    <a:pt x="33960" y="7879"/>
                    <a:pt x="33954" y="7972"/>
                    <a:pt x="34007" y="8034"/>
                  </a:cubicBezTo>
                  <a:cubicBezTo>
                    <a:pt x="34134" y="8179"/>
                    <a:pt x="34274" y="8319"/>
                    <a:pt x="34432" y="8466"/>
                  </a:cubicBezTo>
                  <a:cubicBezTo>
                    <a:pt x="34460" y="8492"/>
                    <a:pt x="34495" y="8504"/>
                    <a:pt x="34531" y="8504"/>
                  </a:cubicBezTo>
                  <a:cubicBezTo>
                    <a:pt x="34572" y="8504"/>
                    <a:pt x="34610" y="8488"/>
                    <a:pt x="34641" y="8458"/>
                  </a:cubicBezTo>
                  <a:cubicBezTo>
                    <a:pt x="34697" y="8397"/>
                    <a:pt x="34692" y="8304"/>
                    <a:pt x="34632" y="8249"/>
                  </a:cubicBezTo>
                  <a:cubicBezTo>
                    <a:pt x="34481" y="8111"/>
                    <a:pt x="34350" y="7977"/>
                    <a:pt x="34229" y="7840"/>
                  </a:cubicBezTo>
                  <a:cubicBezTo>
                    <a:pt x="34200" y="7806"/>
                    <a:pt x="34159" y="7789"/>
                    <a:pt x="34119" y="7789"/>
                  </a:cubicBezTo>
                  <a:close/>
                  <a:moveTo>
                    <a:pt x="35215" y="8770"/>
                  </a:moveTo>
                  <a:cubicBezTo>
                    <a:pt x="35170" y="8770"/>
                    <a:pt x="35127" y="8790"/>
                    <a:pt x="35098" y="8829"/>
                  </a:cubicBezTo>
                  <a:cubicBezTo>
                    <a:pt x="35048" y="8895"/>
                    <a:pt x="35062" y="8987"/>
                    <a:pt x="35127" y="9035"/>
                  </a:cubicBezTo>
                  <a:cubicBezTo>
                    <a:pt x="35286" y="9153"/>
                    <a:pt x="35447" y="9268"/>
                    <a:pt x="35611" y="9381"/>
                  </a:cubicBezTo>
                  <a:cubicBezTo>
                    <a:pt x="35636" y="9398"/>
                    <a:pt x="35665" y="9407"/>
                    <a:pt x="35694" y="9407"/>
                  </a:cubicBezTo>
                  <a:cubicBezTo>
                    <a:pt x="35741" y="9407"/>
                    <a:pt x="35787" y="9385"/>
                    <a:pt x="35817" y="9345"/>
                  </a:cubicBezTo>
                  <a:cubicBezTo>
                    <a:pt x="35863" y="9278"/>
                    <a:pt x="35847" y="9186"/>
                    <a:pt x="35780" y="9140"/>
                  </a:cubicBezTo>
                  <a:cubicBezTo>
                    <a:pt x="35619" y="9028"/>
                    <a:pt x="35459" y="8916"/>
                    <a:pt x="35304" y="8799"/>
                  </a:cubicBezTo>
                  <a:cubicBezTo>
                    <a:pt x="35277" y="8779"/>
                    <a:pt x="35246" y="8770"/>
                    <a:pt x="35215" y="8770"/>
                  </a:cubicBezTo>
                  <a:close/>
                  <a:moveTo>
                    <a:pt x="45264" y="8532"/>
                  </a:moveTo>
                  <a:cubicBezTo>
                    <a:pt x="45192" y="8532"/>
                    <a:pt x="45129" y="8586"/>
                    <a:pt x="45118" y="8659"/>
                  </a:cubicBezTo>
                  <a:cubicBezTo>
                    <a:pt x="45090" y="8855"/>
                    <a:pt x="45063" y="9051"/>
                    <a:pt x="45040" y="9247"/>
                  </a:cubicBezTo>
                  <a:cubicBezTo>
                    <a:pt x="45031" y="9328"/>
                    <a:pt x="45087" y="9401"/>
                    <a:pt x="45169" y="9411"/>
                  </a:cubicBezTo>
                  <a:cubicBezTo>
                    <a:pt x="45175" y="9412"/>
                    <a:pt x="45180" y="9412"/>
                    <a:pt x="45186" y="9412"/>
                  </a:cubicBezTo>
                  <a:cubicBezTo>
                    <a:pt x="45261" y="9412"/>
                    <a:pt x="45324" y="9356"/>
                    <a:pt x="45334" y="9282"/>
                  </a:cubicBezTo>
                  <a:cubicBezTo>
                    <a:pt x="45357" y="9088"/>
                    <a:pt x="45382" y="8893"/>
                    <a:pt x="45411" y="8700"/>
                  </a:cubicBezTo>
                  <a:cubicBezTo>
                    <a:pt x="45423" y="8621"/>
                    <a:pt x="45367" y="8545"/>
                    <a:pt x="45287" y="8534"/>
                  </a:cubicBezTo>
                  <a:cubicBezTo>
                    <a:pt x="45279" y="8533"/>
                    <a:pt x="45272" y="8532"/>
                    <a:pt x="45264" y="8532"/>
                  </a:cubicBezTo>
                  <a:close/>
                  <a:moveTo>
                    <a:pt x="36423" y="9614"/>
                  </a:moveTo>
                  <a:cubicBezTo>
                    <a:pt x="36377" y="9614"/>
                    <a:pt x="36331" y="9636"/>
                    <a:pt x="36302" y="9678"/>
                  </a:cubicBezTo>
                  <a:cubicBezTo>
                    <a:pt x="36256" y="9744"/>
                    <a:pt x="36272" y="9836"/>
                    <a:pt x="36339" y="9883"/>
                  </a:cubicBezTo>
                  <a:cubicBezTo>
                    <a:pt x="36501" y="9994"/>
                    <a:pt x="36661" y="10107"/>
                    <a:pt x="36818" y="10222"/>
                  </a:cubicBezTo>
                  <a:cubicBezTo>
                    <a:pt x="36845" y="10242"/>
                    <a:pt x="36876" y="10250"/>
                    <a:pt x="36906" y="10250"/>
                  </a:cubicBezTo>
                  <a:cubicBezTo>
                    <a:pt x="36951" y="10250"/>
                    <a:pt x="36996" y="10230"/>
                    <a:pt x="37023" y="10191"/>
                  </a:cubicBezTo>
                  <a:cubicBezTo>
                    <a:pt x="37072" y="10125"/>
                    <a:pt x="37058" y="10032"/>
                    <a:pt x="36992" y="9985"/>
                  </a:cubicBezTo>
                  <a:cubicBezTo>
                    <a:pt x="36833" y="9867"/>
                    <a:pt x="36671" y="9754"/>
                    <a:pt x="36507" y="9640"/>
                  </a:cubicBezTo>
                  <a:cubicBezTo>
                    <a:pt x="36482" y="9622"/>
                    <a:pt x="36452" y="9614"/>
                    <a:pt x="36423" y="9614"/>
                  </a:cubicBezTo>
                  <a:close/>
                  <a:moveTo>
                    <a:pt x="45107" y="9999"/>
                  </a:moveTo>
                  <a:cubicBezTo>
                    <a:pt x="45031" y="9999"/>
                    <a:pt x="44963" y="10059"/>
                    <a:pt x="44959" y="10138"/>
                  </a:cubicBezTo>
                  <a:cubicBezTo>
                    <a:pt x="44949" y="10311"/>
                    <a:pt x="44946" y="10473"/>
                    <a:pt x="44946" y="10631"/>
                  </a:cubicBezTo>
                  <a:lnTo>
                    <a:pt x="44947" y="10737"/>
                  </a:lnTo>
                  <a:cubicBezTo>
                    <a:pt x="44947" y="10817"/>
                    <a:pt x="45013" y="10882"/>
                    <a:pt x="45094" y="10882"/>
                  </a:cubicBezTo>
                  <a:lnTo>
                    <a:pt x="45097" y="10882"/>
                  </a:lnTo>
                  <a:cubicBezTo>
                    <a:pt x="45178" y="10881"/>
                    <a:pt x="45243" y="10814"/>
                    <a:pt x="45242" y="10733"/>
                  </a:cubicBezTo>
                  <a:lnTo>
                    <a:pt x="45241" y="10631"/>
                  </a:lnTo>
                  <a:cubicBezTo>
                    <a:pt x="45241" y="10479"/>
                    <a:pt x="45245" y="10322"/>
                    <a:pt x="45253" y="10154"/>
                  </a:cubicBezTo>
                  <a:cubicBezTo>
                    <a:pt x="45259" y="10072"/>
                    <a:pt x="45196" y="10002"/>
                    <a:pt x="45114" y="9999"/>
                  </a:cubicBezTo>
                  <a:cubicBezTo>
                    <a:pt x="45112" y="9999"/>
                    <a:pt x="45109" y="9999"/>
                    <a:pt x="45107" y="9999"/>
                  </a:cubicBezTo>
                  <a:close/>
                  <a:moveTo>
                    <a:pt x="37596" y="10507"/>
                  </a:moveTo>
                  <a:cubicBezTo>
                    <a:pt x="37556" y="10507"/>
                    <a:pt x="37515" y="10524"/>
                    <a:pt x="37486" y="10557"/>
                  </a:cubicBezTo>
                  <a:cubicBezTo>
                    <a:pt x="37432" y="10618"/>
                    <a:pt x="37438" y="10711"/>
                    <a:pt x="37499" y="10765"/>
                  </a:cubicBezTo>
                  <a:cubicBezTo>
                    <a:pt x="37546" y="10806"/>
                    <a:pt x="37593" y="10849"/>
                    <a:pt x="37638" y="10892"/>
                  </a:cubicBezTo>
                  <a:cubicBezTo>
                    <a:pt x="37732" y="10979"/>
                    <a:pt x="37825" y="11071"/>
                    <a:pt x="37915" y="11165"/>
                  </a:cubicBezTo>
                  <a:cubicBezTo>
                    <a:pt x="37942" y="11196"/>
                    <a:pt x="37983" y="11211"/>
                    <a:pt x="38021" y="11211"/>
                  </a:cubicBezTo>
                  <a:cubicBezTo>
                    <a:pt x="38057" y="11211"/>
                    <a:pt x="38093" y="11197"/>
                    <a:pt x="38122" y="11171"/>
                  </a:cubicBezTo>
                  <a:cubicBezTo>
                    <a:pt x="38181" y="11114"/>
                    <a:pt x="38184" y="11022"/>
                    <a:pt x="38128" y="10963"/>
                  </a:cubicBezTo>
                  <a:cubicBezTo>
                    <a:pt x="38035" y="10865"/>
                    <a:pt x="37937" y="10768"/>
                    <a:pt x="37839" y="10676"/>
                  </a:cubicBezTo>
                  <a:cubicBezTo>
                    <a:pt x="37792" y="10633"/>
                    <a:pt x="37742" y="10588"/>
                    <a:pt x="37694" y="10545"/>
                  </a:cubicBezTo>
                  <a:cubicBezTo>
                    <a:pt x="37666" y="10520"/>
                    <a:pt x="37631" y="10507"/>
                    <a:pt x="37596" y="10507"/>
                  </a:cubicBezTo>
                  <a:close/>
                  <a:moveTo>
                    <a:pt x="45163" y="11469"/>
                  </a:moveTo>
                  <a:cubicBezTo>
                    <a:pt x="45155" y="11469"/>
                    <a:pt x="45148" y="11469"/>
                    <a:pt x="45140" y="11470"/>
                  </a:cubicBezTo>
                  <a:cubicBezTo>
                    <a:pt x="45061" y="11482"/>
                    <a:pt x="45005" y="11558"/>
                    <a:pt x="45016" y="11639"/>
                  </a:cubicBezTo>
                  <a:cubicBezTo>
                    <a:pt x="45025" y="11700"/>
                    <a:pt x="45036" y="11762"/>
                    <a:pt x="45047" y="11824"/>
                  </a:cubicBezTo>
                  <a:cubicBezTo>
                    <a:pt x="45072" y="11958"/>
                    <a:pt x="45102" y="12095"/>
                    <a:pt x="45137" y="12230"/>
                  </a:cubicBezTo>
                  <a:cubicBezTo>
                    <a:pt x="45154" y="12297"/>
                    <a:pt x="45214" y="12341"/>
                    <a:pt x="45279" y="12341"/>
                  </a:cubicBezTo>
                  <a:cubicBezTo>
                    <a:pt x="45293" y="12341"/>
                    <a:pt x="45304" y="12339"/>
                    <a:pt x="45317" y="12336"/>
                  </a:cubicBezTo>
                  <a:cubicBezTo>
                    <a:pt x="45396" y="12315"/>
                    <a:pt x="45443" y="12235"/>
                    <a:pt x="45423" y="12157"/>
                  </a:cubicBezTo>
                  <a:cubicBezTo>
                    <a:pt x="45390" y="12029"/>
                    <a:pt x="45361" y="11899"/>
                    <a:pt x="45338" y="11771"/>
                  </a:cubicBezTo>
                  <a:cubicBezTo>
                    <a:pt x="45326" y="11712"/>
                    <a:pt x="45317" y="11653"/>
                    <a:pt x="45308" y="11594"/>
                  </a:cubicBezTo>
                  <a:cubicBezTo>
                    <a:pt x="45298" y="11522"/>
                    <a:pt x="45236" y="11469"/>
                    <a:pt x="45163" y="11469"/>
                  </a:cubicBezTo>
                  <a:close/>
                  <a:moveTo>
                    <a:pt x="38582" y="11599"/>
                  </a:moveTo>
                  <a:cubicBezTo>
                    <a:pt x="38553" y="11599"/>
                    <a:pt x="38523" y="11608"/>
                    <a:pt x="38498" y="11626"/>
                  </a:cubicBezTo>
                  <a:cubicBezTo>
                    <a:pt x="38432" y="11675"/>
                    <a:pt x="38416" y="11768"/>
                    <a:pt x="38463" y="11833"/>
                  </a:cubicBezTo>
                  <a:cubicBezTo>
                    <a:pt x="38575" y="11986"/>
                    <a:pt x="38680" y="12149"/>
                    <a:pt x="38779" y="12315"/>
                  </a:cubicBezTo>
                  <a:cubicBezTo>
                    <a:pt x="38807" y="12362"/>
                    <a:pt x="38856" y="12388"/>
                    <a:pt x="38906" y="12388"/>
                  </a:cubicBezTo>
                  <a:cubicBezTo>
                    <a:pt x="38932" y="12388"/>
                    <a:pt x="38958" y="12379"/>
                    <a:pt x="38979" y="12367"/>
                  </a:cubicBezTo>
                  <a:cubicBezTo>
                    <a:pt x="39051" y="12324"/>
                    <a:pt x="39072" y="12234"/>
                    <a:pt x="39031" y="12164"/>
                  </a:cubicBezTo>
                  <a:cubicBezTo>
                    <a:pt x="38928" y="11990"/>
                    <a:pt x="38817" y="11821"/>
                    <a:pt x="38702" y="11660"/>
                  </a:cubicBezTo>
                  <a:cubicBezTo>
                    <a:pt x="38674" y="11620"/>
                    <a:pt x="38628" y="11599"/>
                    <a:pt x="38582" y="11599"/>
                  </a:cubicBezTo>
                  <a:close/>
                  <a:moveTo>
                    <a:pt x="45560" y="12883"/>
                  </a:moveTo>
                  <a:cubicBezTo>
                    <a:pt x="45541" y="12883"/>
                    <a:pt x="45522" y="12887"/>
                    <a:pt x="45504" y="12894"/>
                  </a:cubicBezTo>
                  <a:cubicBezTo>
                    <a:pt x="45429" y="12925"/>
                    <a:pt x="45393" y="13012"/>
                    <a:pt x="45424" y="13086"/>
                  </a:cubicBezTo>
                  <a:cubicBezTo>
                    <a:pt x="45497" y="13266"/>
                    <a:pt x="45582" y="13450"/>
                    <a:pt x="45672" y="13633"/>
                  </a:cubicBezTo>
                  <a:cubicBezTo>
                    <a:pt x="45698" y="13685"/>
                    <a:pt x="45750" y="13714"/>
                    <a:pt x="45804" y="13714"/>
                  </a:cubicBezTo>
                  <a:cubicBezTo>
                    <a:pt x="45826" y="13714"/>
                    <a:pt x="45850" y="13710"/>
                    <a:pt x="45870" y="13698"/>
                  </a:cubicBezTo>
                  <a:cubicBezTo>
                    <a:pt x="45943" y="13662"/>
                    <a:pt x="45973" y="13572"/>
                    <a:pt x="45937" y="13500"/>
                  </a:cubicBezTo>
                  <a:cubicBezTo>
                    <a:pt x="45849" y="13323"/>
                    <a:pt x="45767" y="13147"/>
                    <a:pt x="45696" y="12975"/>
                  </a:cubicBezTo>
                  <a:cubicBezTo>
                    <a:pt x="45673" y="12918"/>
                    <a:pt x="45617" y="12883"/>
                    <a:pt x="45560" y="12883"/>
                  </a:cubicBezTo>
                  <a:close/>
                  <a:moveTo>
                    <a:pt x="39312" y="12876"/>
                  </a:moveTo>
                  <a:cubicBezTo>
                    <a:pt x="39292" y="12876"/>
                    <a:pt x="39271" y="12880"/>
                    <a:pt x="39252" y="12889"/>
                  </a:cubicBezTo>
                  <a:cubicBezTo>
                    <a:pt x="39179" y="12923"/>
                    <a:pt x="39144" y="13009"/>
                    <a:pt x="39179" y="13084"/>
                  </a:cubicBezTo>
                  <a:cubicBezTo>
                    <a:pt x="39256" y="13256"/>
                    <a:pt x="39329" y="13437"/>
                    <a:pt x="39397" y="13621"/>
                  </a:cubicBezTo>
                  <a:cubicBezTo>
                    <a:pt x="39419" y="13679"/>
                    <a:pt x="39476" y="13718"/>
                    <a:pt x="39535" y="13718"/>
                  </a:cubicBezTo>
                  <a:cubicBezTo>
                    <a:pt x="39553" y="13718"/>
                    <a:pt x="39571" y="13713"/>
                    <a:pt x="39587" y="13707"/>
                  </a:cubicBezTo>
                  <a:cubicBezTo>
                    <a:pt x="39663" y="13678"/>
                    <a:pt x="39702" y="13594"/>
                    <a:pt x="39674" y="13517"/>
                  </a:cubicBezTo>
                  <a:cubicBezTo>
                    <a:pt x="39604" y="13328"/>
                    <a:pt x="39526" y="13142"/>
                    <a:pt x="39447" y="12962"/>
                  </a:cubicBezTo>
                  <a:cubicBezTo>
                    <a:pt x="39422" y="12908"/>
                    <a:pt x="39368" y="12876"/>
                    <a:pt x="39312" y="12876"/>
                  </a:cubicBezTo>
                  <a:close/>
                  <a:moveTo>
                    <a:pt x="46235" y="14193"/>
                  </a:moveTo>
                  <a:cubicBezTo>
                    <a:pt x="46208" y="14193"/>
                    <a:pt x="46182" y="14200"/>
                    <a:pt x="46158" y="14215"/>
                  </a:cubicBezTo>
                  <a:cubicBezTo>
                    <a:pt x="46088" y="14257"/>
                    <a:pt x="46067" y="14348"/>
                    <a:pt x="46109" y="14417"/>
                  </a:cubicBezTo>
                  <a:cubicBezTo>
                    <a:pt x="46206" y="14577"/>
                    <a:pt x="46310" y="14742"/>
                    <a:pt x="46428" y="14921"/>
                  </a:cubicBezTo>
                  <a:cubicBezTo>
                    <a:pt x="46455" y="14963"/>
                    <a:pt x="46504" y="14987"/>
                    <a:pt x="46551" y="14987"/>
                  </a:cubicBezTo>
                  <a:cubicBezTo>
                    <a:pt x="46578" y="14987"/>
                    <a:pt x="46607" y="14978"/>
                    <a:pt x="46632" y="14962"/>
                  </a:cubicBezTo>
                  <a:cubicBezTo>
                    <a:pt x="46700" y="14918"/>
                    <a:pt x="46719" y="14827"/>
                    <a:pt x="46674" y="14758"/>
                  </a:cubicBezTo>
                  <a:cubicBezTo>
                    <a:pt x="46558" y="14582"/>
                    <a:pt x="46455" y="14421"/>
                    <a:pt x="46361" y="14264"/>
                  </a:cubicBezTo>
                  <a:cubicBezTo>
                    <a:pt x="46332" y="14218"/>
                    <a:pt x="46284" y="14193"/>
                    <a:pt x="46235" y="14193"/>
                  </a:cubicBezTo>
                  <a:close/>
                  <a:moveTo>
                    <a:pt x="39804" y="14265"/>
                  </a:moveTo>
                  <a:cubicBezTo>
                    <a:pt x="39791" y="14265"/>
                    <a:pt x="39778" y="14267"/>
                    <a:pt x="39765" y="14271"/>
                  </a:cubicBezTo>
                  <a:cubicBezTo>
                    <a:pt x="39686" y="14291"/>
                    <a:pt x="39640" y="14373"/>
                    <a:pt x="39661" y="14451"/>
                  </a:cubicBezTo>
                  <a:cubicBezTo>
                    <a:pt x="39711" y="14632"/>
                    <a:pt x="39757" y="14823"/>
                    <a:pt x="39800" y="15016"/>
                  </a:cubicBezTo>
                  <a:cubicBezTo>
                    <a:pt x="39815" y="15085"/>
                    <a:pt x="39876" y="15132"/>
                    <a:pt x="39944" y="15132"/>
                  </a:cubicBezTo>
                  <a:cubicBezTo>
                    <a:pt x="39954" y="15132"/>
                    <a:pt x="39965" y="15131"/>
                    <a:pt x="39974" y="15129"/>
                  </a:cubicBezTo>
                  <a:cubicBezTo>
                    <a:pt x="40053" y="15113"/>
                    <a:pt x="40104" y="15034"/>
                    <a:pt x="40087" y="14954"/>
                  </a:cubicBezTo>
                  <a:cubicBezTo>
                    <a:pt x="40043" y="14756"/>
                    <a:pt x="39996" y="14561"/>
                    <a:pt x="39945" y="14374"/>
                  </a:cubicBezTo>
                  <a:cubicBezTo>
                    <a:pt x="39928" y="14308"/>
                    <a:pt x="39868" y="14265"/>
                    <a:pt x="39804" y="14265"/>
                  </a:cubicBezTo>
                  <a:close/>
                  <a:moveTo>
                    <a:pt x="47053" y="15422"/>
                  </a:moveTo>
                  <a:cubicBezTo>
                    <a:pt x="47024" y="15422"/>
                    <a:pt x="46994" y="15431"/>
                    <a:pt x="46968" y="15449"/>
                  </a:cubicBezTo>
                  <a:cubicBezTo>
                    <a:pt x="46901" y="15495"/>
                    <a:pt x="46886" y="15587"/>
                    <a:pt x="46932" y="15654"/>
                  </a:cubicBezTo>
                  <a:cubicBezTo>
                    <a:pt x="47031" y="15795"/>
                    <a:pt x="47130" y="15934"/>
                    <a:pt x="47231" y="16075"/>
                  </a:cubicBezTo>
                  <a:lnTo>
                    <a:pt x="47274" y="16135"/>
                  </a:lnTo>
                  <a:cubicBezTo>
                    <a:pt x="47302" y="16175"/>
                    <a:pt x="47347" y="16197"/>
                    <a:pt x="47393" y="16197"/>
                  </a:cubicBezTo>
                  <a:cubicBezTo>
                    <a:pt x="47423" y="16197"/>
                    <a:pt x="47453" y="16189"/>
                    <a:pt x="47478" y="16171"/>
                  </a:cubicBezTo>
                  <a:cubicBezTo>
                    <a:pt x="47546" y="16125"/>
                    <a:pt x="47562" y="16032"/>
                    <a:pt x="47513" y="15967"/>
                  </a:cubicBezTo>
                  <a:lnTo>
                    <a:pt x="47471" y="15906"/>
                  </a:lnTo>
                  <a:cubicBezTo>
                    <a:pt x="47372" y="15766"/>
                    <a:pt x="47273" y="15626"/>
                    <a:pt x="47173" y="15485"/>
                  </a:cubicBezTo>
                  <a:cubicBezTo>
                    <a:pt x="47144" y="15444"/>
                    <a:pt x="47099" y="15422"/>
                    <a:pt x="47053" y="15422"/>
                  </a:cubicBezTo>
                  <a:close/>
                  <a:moveTo>
                    <a:pt x="40102" y="15707"/>
                  </a:moveTo>
                  <a:cubicBezTo>
                    <a:pt x="40094" y="15707"/>
                    <a:pt x="40086" y="15708"/>
                    <a:pt x="40078" y="15709"/>
                  </a:cubicBezTo>
                  <a:cubicBezTo>
                    <a:pt x="39998" y="15720"/>
                    <a:pt x="39943" y="15797"/>
                    <a:pt x="39954" y="15876"/>
                  </a:cubicBezTo>
                  <a:cubicBezTo>
                    <a:pt x="39983" y="16066"/>
                    <a:pt x="40007" y="16261"/>
                    <a:pt x="40028" y="16455"/>
                  </a:cubicBezTo>
                  <a:cubicBezTo>
                    <a:pt x="40037" y="16530"/>
                    <a:pt x="40100" y="16587"/>
                    <a:pt x="40175" y="16587"/>
                  </a:cubicBezTo>
                  <a:cubicBezTo>
                    <a:pt x="40180" y="16587"/>
                    <a:pt x="40185" y="16587"/>
                    <a:pt x="40191" y="16585"/>
                  </a:cubicBezTo>
                  <a:cubicBezTo>
                    <a:pt x="40270" y="16577"/>
                    <a:pt x="40330" y="16504"/>
                    <a:pt x="40321" y="16423"/>
                  </a:cubicBezTo>
                  <a:cubicBezTo>
                    <a:pt x="40300" y="16225"/>
                    <a:pt x="40274" y="16026"/>
                    <a:pt x="40246" y="15833"/>
                  </a:cubicBezTo>
                  <a:cubicBezTo>
                    <a:pt x="40235" y="15760"/>
                    <a:pt x="40175" y="15707"/>
                    <a:pt x="40102" y="15707"/>
                  </a:cubicBezTo>
                  <a:close/>
                  <a:moveTo>
                    <a:pt x="47902" y="16626"/>
                  </a:moveTo>
                  <a:cubicBezTo>
                    <a:pt x="47874" y="16626"/>
                    <a:pt x="47845" y="16635"/>
                    <a:pt x="47819" y="16652"/>
                  </a:cubicBezTo>
                  <a:cubicBezTo>
                    <a:pt x="47752" y="16699"/>
                    <a:pt x="47735" y="16790"/>
                    <a:pt x="47781" y="16857"/>
                  </a:cubicBezTo>
                  <a:cubicBezTo>
                    <a:pt x="47893" y="17019"/>
                    <a:pt x="48002" y="17180"/>
                    <a:pt x="48108" y="17344"/>
                  </a:cubicBezTo>
                  <a:cubicBezTo>
                    <a:pt x="48136" y="17388"/>
                    <a:pt x="48184" y="17411"/>
                    <a:pt x="48232" y="17411"/>
                  </a:cubicBezTo>
                  <a:cubicBezTo>
                    <a:pt x="48259" y="17411"/>
                    <a:pt x="48287" y="17403"/>
                    <a:pt x="48312" y="17387"/>
                  </a:cubicBezTo>
                  <a:cubicBezTo>
                    <a:pt x="48380" y="17342"/>
                    <a:pt x="48399" y="17251"/>
                    <a:pt x="48356" y="17182"/>
                  </a:cubicBezTo>
                  <a:cubicBezTo>
                    <a:pt x="48248" y="17017"/>
                    <a:pt x="48136" y="16854"/>
                    <a:pt x="48024" y="16690"/>
                  </a:cubicBezTo>
                  <a:cubicBezTo>
                    <a:pt x="47995" y="16648"/>
                    <a:pt x="47949" y="16626"/>
                    <a:pt x="47902" y="16626"/>
                  </a:cubicBezTo>
                  <a:close/>
                  <a:moveTo>
                    <a:pt x="40249" y="17174"/>
                  </a:moveTo>
                  <a:cubicBezTo>
                    <a:pt x="40246" y="17174"/>
                    <a:pt x="40242" y="17174"/>
                    <a:pt x="40239" y="17174"/>
                  </a:cubicBezTo>
                  <a:cubicBezTo>
                    <a:pt x="40159" y="17179"/>
                    <a:pt x="40095" y="17248"/>
                    <a:pt x="40100" y="17330"/>
                  </a:cubicBezTo>
                  <a:cubicBezTo>
                    <a:pt x="40112" y="17526"/>
                    <a:pt x="40119" y="17721"/>
                    <a:pt x="40125" y="17915"/>
                  </a:cubicBezTo>
                  <a:cubicBezTo>
                    <a:pt x="40126" y="17995"/>
                    <a:pt x="40192" y="18058"/>
                    <a:pt x="40272" y="18058"/>
                  </a:cubicBezTo>
                  <a:cubicBezTo>
                    <a:pt x="40273" y="18058"/>
                    <a:pt x="40274" y="18058"/>
                    <a:pt x="40277" y="18057"/>
                  </a:cubicBezTo>
                  <a:cubicBezTo>
                    <a:pt x="40358" y="18056"/>
                    <a:pt x="40423" y="17987"/>
                    <a:pt x="40420" y="17907"/>
                  </a:cubicBezTo>
                  <a:cubicBezTo>
                    <a:pt x="40415" y="17708"/>
                    <a:pt x="40407" y="17511"/>
                    <a:pt x="40396" y="17313"/>
                  </a:cubicBezTo>
                  <a:cubicBezTo>
                    <a:pt x="40391" y="17235"/>
                    <a:pt x="40329" y="17174"/>
                    <a:pt x="40249" y="17174"/>
                  </a:cubicBezTo>
                  <a:close/>
                  <a:moveTo>
                    <a:pt x="48690" y="17871"/>
                  </a:moveTo>
                  <a:cubicBezTo>
                    <a:pt x="48666" y="17871"/>
                    <a:pt x="48641" y="17877"/>
                    <a:pt x="48619" y="17889"/>
                  </a:cubicBezTo>
                  <a:cubicBezTo>
                    <a:pt x="48548" y="17929"/>
                    <a:pt x="48522" y="18020"/>
                    <a:pt x="48562" y="18090"/>
                  </a:cubicBezTo>
                  <a:cubicBezTo>
                    <a:pt x="48660" y="18266"/>
                    <a:pt x="48751" y="18439"/>
                    <a:pt x="48832" y="18605"/>
                  </a:cubicBezTo>
                  <a:cubicBezTo>
                    <a:pt x="48857" y="18658"/>
                    <a:pt x="48909" y="18689"/>
                    <a:pt x="48965" y="18689"/>
                  </a:cubicBezTo>
                  <a:cubicBezTo>
                    <a:pt x="48986" y="18689"/>
                    <a:pt x="49008" y="18683"/>
                    <a:pt x="49029" y="18673"/>
                  </a:cubicBezTo>
                  <a:cubicBezTo>
                    <a:pt x="49102" y="18637"/>
                    <a:pt x="49132" y="18549"/>
                    <a:pt x="49097" y="18476"/>
                  </a:cubicBezTo>
                  <a:cubicBezTo>
                    <a:pt x="49014" y="18305"/>
                    <a:pt x="48920" y="18126"/>
                    <a:pt x="48820" y="17946"/>
                  </a:cubicBezTo>
                  <a:cubicBezTo>
                    <a:pt x="48793" y="17898"/>
                    <a:pt x="48742" y="17871"/>
                    <a:pt x="48690" y="17871"/>
                  </a:cubicBezTo>
                  <a:close/>
                  <a:moveTo>
                    <a:pt x="40277" y="18649"/>
                  </a:moveTo>
                  <a:cubicBezTo>
                    <a:pt x="40197" y="18649"/>
                    <a:pt x="40131" y="18713"/>
                    <a:pt x="40130" y="18795"/>
                  </a:cubicBezTo>
                  <a:cubicBezTo>
                    <a:pt x="40129" y="18956"/>
                    <a:pt x="40126" y="19116"/>
                    <a:pt x="40120" y="19277"/>
                  </a:cubicBezTo>
                  <a:lnTo>
                    <a:pt x="40118" y="19380"/>
                  </a:lnTo>
                  <a:cubicBezTo>
                    <a:pt x="40115" y="19461"/>
                    <a:pt x="40180" y="19529"/>
                    <a:pt x="40262" y="19533"/>
                  </a:cubicBezTo>
                  <a:lnTo>
                    <a:pt x="40267" y="19533"/>
                  </a:lnTo>
                  <a:cubicBezTo>
                    <a:pt x="40345" y="19533"/>
                    <a:pt x="40411" y="19471"/>
                    <a:pt x="40411" y="19390"/>
                  </a:cubicBezTo>
                  <a:lnTo>
                    <a:pt x="40415" y="19285"/>
                  </a:lnTo>
                  <a:cubicBezTo>
                    <a:pt x="40419" y="19124"/>
                    <a:pt x="40423" y="18961"/>
                    <a:pt x="40424" y="18799"/>
                  </a:cubicBezTo>
                  <a:cubicBezTo>
                    <a:pt x="40425" y="18716"/>
                    <a:pt x="40360" y="18650"/>
                    <a:pt x="40278" y="18649"/>
                  </a:cubicBezTo>
                  <a:close/>
                  <a:moveTo>
                    <a:pt x="49305" y="19210"/>
                  </a:moveTo>
                  <a:cubicBezTo>
                    <a:pt x="49289" y="19210"/>
                    <a:pt x="49273" y="19213"/>
                    <a:pt x="49257" y="19218"/>
                  </a:cubicBezTo>
                  <a:cubicBezTo>
                    <a:pt x="49179" y="19244"/>
                    <a:pt x="49138" y="19327"/>
                    <a:pt x="49166" y="19405"/>
                  </a:cubicBezTo>
                  <a:cubicBezTo>
                    <a:pt x="49206" y="19528"/>
                    <a:pt x="49246" y="19652"/>
                    <a:pt x="49280" y="19775"/>
                  </a:cubicBezTo>
                  <a:cubicBezTo>
                    <a:pt x="49297" y="19836"/>
                    <a:pt x="49312" y="19898"/>
                    <a:pt x="49328" y="19958"/>
                  </a:cubicBezTo>
                  <a:cubicBezTo>
                    <a:pt x="49344" y="20025"/>
                    <a:pt x="49405" y="20070"/>
                    <a:pt x="49471" y="20070"/>
                  </a:cubicBezTo>
                  <a:cubicBezTo>
                    <a:pt x="49483" y="20070"/>
                    <a:pt x="49494" y="20068"/>
                    <a:pt x="49507" y="20065"/>
                  </a:cubicBezTo>
                  <a:cubicBezTo>
                    <a:pt x="49587" y="20045"/>
                    <a:pt x="49635" y="19966"/>
                    <a:pt x="49616" y="19886"/>
                  </a:cubicBezTo>
                  <a:cubicBezTo>
                    <a:pt x="49600" y="19824"/>
                    <a:pt x="49584" y="19761"/>
                    <a:pt x="49565" y="19696"/>
                  </a:cubicBezTo>
                  <a:cubicBezTo>
                    <a:pt x="49529" y="19569"/>
                    <a:pt x="49488" y="19438"/>
                    <a:pt x="49444" y="19309"/>
                  </a:cubicBezTo>
                  <a:cubicBezTo>
                    <a:pt x="49424" y="19247"/>
                    <a:pt x="49367" y="19210"/>
                    <a:pt x="49305" y="19210"/>
                  </a:cubicBezTo>
                  <a:close/>
                  <a:moveTo>
                    <a:pt x="40229" y="20122"/>
                  </a:moveTo>
                  <a:cubicBezTo>
                    <a:pt x="40152" y="20122"/>
                    <a:pt x="40086" y="20182"/>
                    <a:pt x="40081" y="20261"/>
                  </a:cubicBezTo>
                  <a:cubicBezTo>
                    <a:pt x="40069" y="20456"/>
                    <a:pt x="40057" y="20652"/>
                    <a:pt x="40041" y="20847"/>
                  </a:cubicBezTo>
                  <a:cubicBezTo>
                    <a:pt x="40035" y="20927"/>
                    <a:pt x="40095" y="20999"/>
                    <a:pt x="40176" y="21005"/>
                  </a:cubicBezTo>
                  <a:lnTo>
                    <a:pt x="40188" y="21005"/>
                  </a:lnTo>
                  <a:cubicBezTo>
                    <a:pt x="40264" y="21005"/>
                    <a:pt x="40329" y="20946"/>
                    <a:pt x="40336" y="20870"/>
                  </a:cubicBezTo>
                  <a:cubicBezTo>
                    <a:pt x="40352" y="20673"/>
                    <a:pt x="40365" y="20476"/>
                    <a:pt x="40376" y="20277"/>
                  </a:cubicBezTo>
                  <a:cubicBezTo>
                    <a:pt x="40380" y="20197"/>
                    <a:pt x="40319" y="20127"/>
                    <a:pt x="40237" y="20122"/>
                  </a:cubicBezTo>
                  <a:cubicBezTo>
                    <a:pt x="40235" y="20122"/>
                    <a:pt x="40232" y="20122"/>
                    <a:pt x="40229" y="20122"/>
                  </a:cubicBezTo>
                  <a:close/>
                  <a:moveTo>
                    <a:pt x="49625" y="20646"/>
                  </a:moveTo>
                  <a:cubicBezTo>
                    <a:pt x="49619" y="20646"/>
                    <a:pt x="49613" y="20646"/>
                    <a:pt x="49607" y="20647"/>
                  </a:cubicBezTo>
                  <a:cubicBezTo>
                    <a:pt x="49527" y="20656"/>
                    <a:pt x="49468" y="20728"/>
                    <a:pt x="49477" y="20809"/>
                  </a:cubicBezTo>
                  <a:cubicBezTo>
                    <a:pt x="49498" y="20995"/>
                    <a:pt x="49512" y="21190"/>
                    <a:pt x="49518" y="21386"/>
                  </a:cubicBezTo>
                  <a:cubicBezTo>
                    <a:pt x="49520" y="21465"/>
                    <a:pt x="49586" y="21529"/>
                    <a:pt x="49664" y="21529"/>
                  </a:cubicBezTo>
                  <a:lnTo>
                    <a:pt x="49668" y="21529"/>
                  </a:lnTo>
                  <a:cubicBezTo>
                    <a:pt x="49750" y="21526"/>
                    <a:pt x="49814" y="21458"/>
                    <a:pt x="49812" y="21376"/>
                  </a:cubicBezTo>
                  <a:cubicBezTo>
                    <a:pt x="49806" y="21173"/>
                    <a:pt x="49791" y="20971"/>
                    <a:pt x="49771" y="20777"/>
                  </a:cubicBezTo>
                  <a:cubicBezTo>
                    <a:pt x="49762" y="20701"/>
                    <a:pt x="49699" y="20646"/>
                    <a:pt x="49625" y="20646"/>
                  </a:cubicBezTo>
                  <a:close/>
                  <a:moveTo>
                    <a:pt x="40101" y="21591"/>
                  </a:moveTo>
                  <a:cubicBezTo>
                    <a:pt x="40027" y="21591"/>
                    <a:pt x="39964" y="21646"/>
                    <a:pt x="39955" y="21721"/>
                  </a:cubicBezTo>
                  <a:cubicBezTo>
                    <a:pt x="39933" y="21915"/>
                    <a:pt x="39908" y="22108"/>
                    <a:pt x="39879" y="22302"/>
                  </a:cubicBezTo>
                  <a:cubicBezTo>
                    <a:pt x="39868" y="22382"/>
                    <a:pt x="39923" y="22458"/>
                    <a:pt x="40005" y="22469"/>
                  </a:cubicBezTo>
                  <a:cubicBezTo>
                    <a:pt x="40012" y="22470"/>
                    <a:pt x="40020" y="22470"/>
                    <a:pt x="40027" y="22470"/>
                  </a:cubicBezTo>
                  <a:cubicBezTo>
                    <a:pt x="40099" y="22470"/>
                    <a:pt x="40161" y="22417"/>
                    <a:pt x="40172" y="22345"/>
                  </a:cubicBezTo>
                  <a:cubicBezTo>
                    <a:pt x="40201" y="22149"/>
                    <a:pt x="40226" y="21953"/>
                    <a:pt x="40248" y="21756"/>
                  </a:cubicBezTo>
                  <a:cubicBezTo>
                    <a:pt x="40259" y="21674"/>
                    <a:pt x="40201" y="21601"/>
                    <a:pt x="40119" y="21592"/>
                  </a:cubicBezTo>
                  <a:cubicBezTo>
                    <a:pt x="40113" y="21591"/>
                    <a:pt x="40107" y="21591"/>
                    <a:pt x="40101" y="21591"/>
                  </a:cubicBezTo>
                  <a:close/>
                  <a:moveTo>
                    <a:pt x="49649" y="22117"/>
                  </a:moveTo>
                  <a:cubicBezTo>
                    <a:pt x="49574" y="22117"/>
                    <a:pt x="49507" y="22177"/>
                    <a:pt x="49502" y="22255"/>
                  </a:cubicBezTo>
                  <a:cubicBezTo>
                    <a:pt x="49491" y="22439"/>
                    <a:pt x="49472" y="22635"/>
                    <a:pt x="49450" y="22835"/>
                  </a:cubicBezTo>
                  <a:cubicBezTo>
                    <a:pt x="49439" y="22917"/>
                    <a:pt x="49497" y="22990"/>
                    <a:pt x="49579" y="22999"/>
                  </a:cubicBezTo>
                  <a:cubicBezTo>
                    <a:pt x="49584" y="23000"/>
                    <a:pt x="49590" y="23000"/>
                    <a:pt x="49595" y="23000"/>
                  </a:cubicBezTo>
                  <a:cubicBezTo>
                    <a:pt x="49668" y="23000"/>
                    <a:pt x="49731" y="22945"/>
                    <a:pt x="49742" y="22867"/>
                  </a:cubicBezTo>
                  <a:cubicBezTo>
                    <a:pt x="49765" y="22663"/>
                    <a:pt x="49785" y="22463"/>
                    <a:pt x="49796" y="22273"/>
                  </a:cubicBezTo>
                  <a:cubicBezTo>
                    <a:pt x="49801" y="22193"/>
                    <a:pt x="49740" y="22122"/>
                    <a:pt x="49658" y="22117"/>
                  </a:cubicBezTo>
                  <a:cubicBezTo>
                    <a:pt x="49655" y="22117"/>
                    <a:pt x="49652" y="22117"/>
                    <a:pt x="49649" y="22117"/>
                  </a:cubicBezTo>
                  <a:close/>
                  <a:moveTo>
                    <a:pt x="39880" y="23048"/>
                  </a:moveTo>
                  <a:cubicBezTo>
                    <a:pt x="39810" y="23048"/>
                    <a:pt x="39747" y="23097"/>
                    <a:pt x="39734" y="23167"/>
                  </a:cubicBezTo>
                  <a:cubicBezTo>
                    <a:pt x="39696" y="23362"/>
                    <a:pt x="39655" y="23554"/>
                    <a:pt x="39613" y="23739"/>
                  </a:cubicBezTo>
                  <a:cubicBezTo>
                    <a:pt x="39594" y="23818"/>
                    <a:pt x="39644" y="23898"/>
                    <a:pt x="39723" y="23915"/>
                  </a:cubicBezTo>
                  <a:cubicBezTo>
                    <a:pt x="39736" y="23919"/>
                    <a:pt x="39747" y="23920"/>
                    <a:pt x="39757" y="23920"/>
                  </a:cubicBezTo>
                  <a:cubicBezTo>
                    <a:pt x="39824" y="23920"/>
                    <a:pt x="39885" y="23873"/>
                    <a:pt x="39899" y="23805"/>
                  </a:cubicBezTo>
                  <a:cubicBezTo>
                    <a:pt x="39943" y="23618"/>
                    <a:pt x="39984" y="23422"/>
                    <a:pt x="40022" y="23223"/>
                  </a:cubicBezTo>
                  <a:cubicBezTo>
                    <a:pt x="40039" y="23144"/>
                    <a:pt x="39986" y="23066"/>
                    <a:pt x="39907" y="23051"/>
                  </a:cubicBezTo>
                  <a:cubicBezTo>
                    <a:pt x="39898" y="23049"/>
                    <a:pt x="39889" y="23048"/>
                    <a:pt x="39880" y="23048"/>
                  </a:cubicBezTo>
                  <a:close/>
                  <a:moveTo>
                    <a:pt x="49466" y="23581"/>
                  </a:moveTo>
                  <a:cubicBezTo>
                    <a:pt x="49396" y="23581"/>
                    <a:pt x="49334" y="23632"/>
                    <a:pt x="49322" y="23703"/>
                  </a:cubicBezTo>
                  <a:cubicBezTo>
                    <a:pt x="49288" y="23896"/>
                    <a:pt x="49252" y="24088"/>
                    <a:pt x="49213" y="24280"/>
                  </a:cubicBezTo>
                  <a:cubicBezTo>
                    <a:pt x="49198" y="24358"/>
                    <a:pt x="49249" y="24438"/>
                    <a:pt x="49329" y="24453"/>
                  </a:cubicBezTo>
                  <a:cubicBezTo>
                    <a:pt x="49338" y="24454"/>
                    <a:pt x="49349" y="24455"/>
                    <a:pt x="49358" y="24455"/>
                  </a:cubicBezTo>
                  <a:cubicBezTo>
                    <a:pt x="49426" y="24455"/>
                    <a:pt x="49488" y="24408"/>
                    <a:pt x="49502" y="24336"/>
                  </a:cubicBezTo>
                  <a:cubicBezTo>
                    <a:pt x="49540" y="24142"/>
                    <a:pt x="49578" y="23948"/>
                    <a:pt x="49612" y="23753"/>
                  </a:cubicBezTo>
                  <a:cubicBezTo>
                    <a:pt x="49626" y="23674"/>
                    <a:pt x="49571" y="23598"/>
                    <a:pt x="49492" y="23583"/>
                  </a:cubicBezTo>
                  <a:cubicBezTo>
                    <a:pt x="49483" y="23582"/>
                    <a:pt x="49475" y="23581"/>
                    <a:pt x="49466" y="23581"/>
                  </a:cubicBezTo>
                  <a:close/>
                  <a:moveTo>
                    <a:pt x="39532" y="24481"/>
                  </a:moveTo>
                  <a:cubicBezTo>
                    <a:pt x="39468" y="24481"/>
                    <a:pt x="39410" y="24522"/>
                    <a:pt x="39391" y="24587"/>
                  </a:cubicBezTo>
                  <a:cubicBezTo>
                    <a:pt x="39335" y="24776"/>
                    <a:pt x="39275" y="24964"/>
                    <a:pt x="39215" y="25142"/>
                  </a:cubicBezTo>
                  <a:cubicBezTo>
                    <a:pt x="39189" y="25219"/>
                    <a:pt x="39228" y="25302"/>
                    <a:pt x="39305" y="25330"/>
                  </a:cubicBezTo>
                  <a:cubicBezTo>
                    <a:pt x="39321" y="25335"/>
                    <a:pt x="39338" y="25337"/>
                    <a:pt x="39354" y="25337"/>
                  </a:cubicBezTo>
                  <a:cubicBezTo>
                    <a:pt x="39414" y="25337"/>
                    <a:pt x="39473" y="25300"/>
                    <a:pt x="39491" y="25238"/>
                  </a:cubicBezTo>
                  <a:cubicBezTo>
                    <a:pt x="39555" y="25055"/>
                    <a:pt x="39617" y="24864"/>
                    <a:pt x="39674" y="24671"/>
                  </a:cubicBezTo>
                  <a:cubicBezTo>
                    <a:pt x="39696" y="24592"/>
                    <a:pt x="39653" y="24511"/>
                    <a:pt x="39574" y="24487"/>
                  </a:cubicBezTo>
                  <a:cubicBezTo>
                    <a:pt x="39560" y="24483"/>
                    <a:pt x="39545" y="24481"/>
                    <a:pt x="39532" y="24481"/>
                  </a:cubicBezTo>
                  <a:close/>
                  <a:moveTo>
                    <a:pt x="49172" y="25027"/>
                  </a:moveTo>
                  <a:cubicBezTo>
                    <a:pt x="49106" y="25027"/>
                    <a:pt x="49046" y="25074"/>
                    <a:pt x="49030" y="25142"/>
                  </a:cubicBezTo>
                  <a:lnTo>
                    <a:pt x="48903" y="25718"/>
                  </a:lnTo>
                  <a:cubicBezTo>
                    <a:pt x="48885" y="25796"/>
                    <a:pt x="48935" y="25875"/>
                    <a:pt x="49014" y="25893"/>
                  </a:cubicBezTo>
                  <a:cubicBezTo>
                    <a:pt x="49025" y="25895"/>
                    <a:pt x="49037" y="25897"/>
                    <a:pt x="49047" y="25897"/>
                  </a:cubicBezTo>
                  <a:cubicBezTo>
                    <a:pt x="49114" y="25897"/>
                    <a:pt x="49176" y="25850"/>
                    <a:pt x="49190" y="25782"/>
                  </a:cubicBezTo>
                  <a:lnTo>
                    <a:pt x="49318" y="25206"/>
                  </a:lnTo>
                  <a:cubicBezTo>
                    <a:pt x="49336" y="25127"/>
                    <a:pt x="49286" y="25048"/>
                    <a:pt x="49205" y="25031"/>
                  </a:cubicBezTo>
                  <a:cubicBezTo>
                    <a:pt x="49194" y="25028"/>
                    <a:pt x="49183" y="25027"/>
                    <a:pt x="49172" y="25027"/>
                  </a:cubicBezTo>
                  <a:close/>
                  <a:moveTo>
                    <a:pt x="39037" y="25868"/>
                  </a:moveTo>
                  <a:cubicBezTo>
                    <a:pt x="38979" y="25868"/>
                    <a:pt x="38925" y="25902"/>
                    <a:pt x="38901" y="25957"/>
                  </a:cubicBezTo>
                  <a:cubicBezTo>
                    <a:pt x="38825" y="26136"/>
                    <a:pt x="38743" y="26313"/>
                    <a:pt x="38658" y="26487"/>
                  </a:cubicBezTo>
                  <a:cubicBezTo>
                    <a:pt x="38622" y="26560"/>
                    <a:pt x="38652" y="26648"/>
                    <a:pt x="38726" y="26684"/>
                  </a:cubicBezTo>
                  <a:cubicBezTo>
                    <a:pt x="38746" y="26694"/>
                    <a:pt x="38768" y="26699"/>
                    <a:pt x="38790" y="26699"/>
                  </a:cubicBezTo>
                  <a:cubicBezTo>
                    <a:pt x="38844" y="26699"/>
                    <a:pt x="38897" y="26668"/>
                    <a:pt x="38923" y="26617"/>
                  </a:cubicBezTo>
                  <a:cubicBezTo>
                    <a:pt x="39010" y="26439"/>
                    <a:pt x="39093" y="26257"/>
                    <a:pt x="39171" y="26074"/>
                  </a:cubicBezTo>
                  <a:cubicBezTo>
                    <a:pt x="39203" y="25999"/>
                    <a:pt x="39169" y="25913"/>
                    <a:pt x="39094" y="25880"/>
                  </a:cubicBezTo>
                  <a:cubicBezTo>
                    <a:pt x="39075" y="25872"/>
                    <a:pt x="39056" y="25868"/>
                    <a:pt x="39037" y="25868"/>
                  </a:cubicBezTo>
                  <a:close/>
                  <a:moveTo>
                    <a:pt x="48860" y="26465"/>
                  </a:moveTo>
                  <a:cubicBezTo>
                    <a:pt x="48791" y="26465"/>
                    <a:pt x="48730" y="26513"/>
                    <a:pt x="48715" y="26584"/>
                  </a:cubicBezTo>
                  <a:cubicBezTo>
                    <a:pt x="48674" y="26777"/>
                    <a:pt x="48636" y="26972"/>
                    <a:pt x="48599" y="27164"/>
                  </a:cubicBezTo>
                  <a:cubicBezTo>
                    <a:pt x="48584" y="27246"/>
                    <a:pt x="48637" y="27322"/>
                    <a:pt x="48717" y="27338"/>
                  </a:cubicBezTo>
                  <a:cubicBezTo>
                    <a:pt x="48725" y="27339"/>
                    <a:pt x="48735" y="27340"/>
                    <a:pt x="48744" y="27340"/>
                  </a:cubicBezTo>
                  <a:cubicBezTo>
                    <a:pt x="48813" y="27340"/>
                    <a:pt x="48875" y="27291"/>
                    <a:pt x="48888" y="27217"/>
                  </a:cubicBezTo>
                  <a:cubicBezTo>
                    <a:pt x="48924" y="27025"/>
                    <a:pt x="48963" y="26834"/>
                    <a:pt x="49003" y="26642"/>
                  </a:cubicBezTo>
                  <a:cubicBezTo>
                    <a:pt x="49019" y="26564"/>
                    <a:pt x="48970" y="26486"/>
                    <a:pt x="48889" y="26468"/>
                  </a:cubicBezTo>
                  <a:cubicBezTo>
                    <a:pt x="48879" y="26466"/>
                    <a:pt x="48869" y="26465"/>
                    <a:pt x="48860" y="26465"/>
                  </a:cubicBezTo>
                  <a:close/>
                  <a:moveTo>
                    <a:pt x="20940" y="27049"/>
                  </a:moveTo>
                  <a:cubicBezTo>
                    <a:pt x="20861" y="27049"/>
                    <a:pt x="20793" y="27113"/>
                    <a:pt x="20791" y="27194"/>
                  </a:cubicBezTo>
                  <a:cubicBezTo>
                    <a:pt x="20789" y="27276"/>
                    <a:pt x="20856" y="27343"/>
                    <a:pt x="20937" y="27344"/>
                  </a:cubicBezTo>
                  <a:cubicBezTo>
                    <a:pt x="21129" y="27346"/>
                    <a:pt x="21325" y="27355"/>
                    <a:pt x="21516" y="27371"/>
                  </a:cubicBezTo>
                  <a:lnTo>
                    <a:pt x="21527" y="27371"/>
                  </a:lnTo>
                  <a:cubicBezTo>
                    <a:pt x="21604" y="27371"/>
                    <a:pt x="21668" y="27313"/>
                    <a:pt x="21675" y="27236"/>
                  </a:cubicBezTo>
                  <a:cubicBezTo>
                    <a:pt x="21681" y="27154"/>
                    <a:pt x="21620" y="27083"/>
                    <a:pt x="21539" y="27077"/>
                  </a:cubicBezTo>
                  <a:cubicBezTo>
                    <a:pt x="21341" y="27060"/>
                    <a:pt x="21140" y="27051"/>
                    <a:pt x="20940" y="27049"/>
                  </a:cubicBezTo>
                  <a:close/>
                  <a:moveTo>
                    <a:pt x="20053" y="27080"/>
                  </a:moveTo>
                  <a:cubicBezTo>
                    <a:pt x="20049" y="27080"/>
                    <a:pt x="20045" y="27081"/>
                    <a:pt x="20041" y="27081"/>
                  </a:cubicBezTo>
                  <a:cubicBezTo>
                    <a:pt x="19844" y="27097"/>
                    <a:pt x="19644" y="27121"/>
                    <a:pt x="19447" y="27151"/>
                  </a:cubicBezTo>
                  <a:cubicBezTo>
                    <a:pt x="19367" y="27162"/>
                    <a:pt x="19312" y="27239"/>
                    <a:pt x="19323" y="27318"/>
                  </a:cubicBezTo>
                  <a:cubicBezTo>
                    <a:pt x="19335" y="27390"/>
                    <a:pt x="19397" y="27443"/>
                    <a:pt x="19469" y="27443"/>
                  </a:cubicBezTo>
                  <a:cubicBezTo>
                    <a:pt x="19475" y="27443"/>
                    <a:pt x="19483" y="27442"/>
                    <a:pt x="19489" y="27442"/>
                  </a:cubicBezTo>
                  <a:cubicBezTo>
                    <a:pt x="19680" y="27414"/>
                    <a:pt x="19874" y="27391"/>
                    <a:pt x="20066" y="27375"/>
                  </a:cubicBezTo>
                  <a:cubicBezTo>
                    <a:pt x="20148" y="27368"/>
                    <a:pt x="20207" y="27297"/>
                    <a:pt x="20200" y="27215"/>
                  </a:cubicBezTo>
                  <a:cubicBezTo>
                    <a:pt x="20194" y="27137"/>
                    <a:pt x="20130" y="27080"/>
                    <a:pt x="20053" y="27080"/>
                  </a:cubicBezTo>
                  <a:close/>
                  <a:moveTo>
                    <a:pt x="22402" y="27191"/>
                  </a:moveTo>
                  <a:cubicBezTo>
                    <a:pt x="22332" y="27191"/>
                    <a:pt x="22271" y="27240"/>
                    <a:pt x="22258" y="27312"/>
                  </a:cubicBezTo>
                  <a:cubicBezTo>
                    <a:pt x="22243" y="27391"/>
                    <a:pt x="22296" y="27469"/>
                    <a:pt x="22376" y="27483"/>
                  </a:cubicBezTo>
                  <a:cubicBezTo>
                    <a:pt x="22565" y="27518"/>
                    <a:pt x="22756" y="27561"/>
                    <a:pt x="22942" y="27608"/>
                  </a:cubicBezTo>
                  <a:cubicBezTo>
                    <a:pt x="22955" y="27612"/>
                    <a:pt x="22968" y="27613"/>
                    <a:pt x="22980" y="27613"/>
                  </a:cubicBezTo>
                  <a:cubicBezTo>
                    <a:pt x="23045" y="27613"/>
                    <a:pt x="23105" y="27569"/>
                    <a:pt x="23120" y="27502"/>
                  </a:cubicBezTo>
                  <a:cubicBezTo>
                    <a:pt x="23141" y="27422"/>
                    <a:pt x="23093" y="27343"/>
                    <a:pt x="23014" y="27322"/>
                  </a:cubicBezTo>
                  <a:cubicBezTo>
                    <a:pt x="22822" y="27273"/>
                    <a:pt x="22625" y="27229"/>
                    <a:pt x="22429" y="27193"/>
                  </a:cubicBezTo>
                  <a:cubicBezTo>
                    <a:pt x="22420" y="27192"/>
                    <a:pt x="22411" y="27191"/>
                    <a:pt x="22402" y="27191"/>
                  </a:cubicBezTo>
                  <a:close/>
                  <a:moveTo>
                    <a:pt x="18600" y="27321"/>
                  </a:moveTo>
                  <a:cubicBezTo>
                    <a:pt x="18589" y="27321"/>
                    <a:pt x="18578" y="27323"/>
                    <a:pt x="18566" y="27325"/>
                  </a:cubicBezTo>
                  <a:cubicBezTo>
                    <a:pt x="18373" y="27375"/>
                    <a:pt x="18179" y="27431"/>
                    <a:pt x="17989" y="27491"/>
                  </a:cubicBezTo>
                  <a:cubicBezTo>
                    <a:pt x="17912" y="27515"/>
                    <a:pt x="17870" y="27599"/>
                    <a:pt x="17894" y="27676"/>
                  </a:cubicBezTo>
                  <a:cubicBezTo>
                    <a:pt x="17915" y="27739"/>
                    <a:pt x="17973" y="27778"/>
                    <a:pt x="18035" y="27778"/>
                  </a:cubicBezTo>
                  <a:cubicBezTo>
                    <a:pt x="18049" y="27778"/>
                    <a:pt x="18065" y="27776"/>
                    <a:pt x="18081" y="27772"/>
                  </a:cubicBezTo>
                  <a:cubicBezTo>
                    <a:pt x="18265" y="27713"/>
                    <a:pt x="18452" y="27659"/>
                    <a:pt x="18638" y="27612"/>
                  </a:cubicBezTo>
                  <a:cubicBezTo>
                    <a:pt x="18717" y="27592"/>
                    <a:pt x="18765" y="27511"/>
                    <a:pt x="18746" y="27433"/>
                  </a:cubicBezTo>
                  <a:cubicBezTo>
                    <a:pt x="18728" y="27366"/>
                    <a:pt x="18667" y="27321"/>
                    <a:pt x="18600" y="27321"/>
                  </a:cubicBezTo>
                  <a:close/>
                  <a:moveTo>
                    <a:pt x="38369" y="27180"/>
                  </a:moveTo>
                  <a:cubicBezTo>
                    <a:pt x="38318" y="27180"/>
                    <a:pt x="38269" y="27205"/>
                    <a:pt x="38242" y="27251"/>
                  </a:cubicBezTo>
                  <a:cubicBezTo>
                    <a:pt x="38143" y="27416"/>
                    <a:pt x="38036" y="27578"/>
                    <a:pt x="37926" y="27737"/>
                  </a:cubicBezTo>
                  <a:cubicBezTo>
                    <a:pt x="37880" y="27804"/>
                    <a:pt x="37895" y="27896"/>
                    <a:pt x="37962" y="27942"/>
                  </a:cubicBezTo>
                  <a:cubicBezTo>
                    <a:pt x="37988" y="27961"/>
                    <a:pt x="38016" y="27969"/>
                    <a:pt x="38046" y="27969"/>
                  </a:cubicBezTo>
                  <a:cubicBezTo>
                    <a:pt x="38092" y="27969"/>
                    <a:pt x="38138" y="27948"/>
                    <a:pt x="38168" y="27906"/>
                  </a:cubicBezTo>
                  <a:cubicBezTo>
                    <a:pt x="38282" y="27742"/>
                    <a:pt x="38392" y="27573"/>
                    <a:pt x="38494" y="27404"/>
                  </a:cubicBezTo>
                  <a:cubicBezTo>
                    <a:pt x="38537" y="27334"/>
                    <a:pt x="38514" y="27244"/>
                    <a:pt x="38444" y="27201"/>
                  </a:cubicBezTo>
                  <a:cubicBezTo>
                    <a:pt x="38421" y="27186"/>
                    <a:pt x="38395" y="27180"/>
                    <a:pt x="38369" y="27180"/>
                  </a:cubicBezTo>
                  <a:close/>
                  <a:moveTo>
                    <a:pt x="23823" y="27584"/>
                  </a:moveTo>
                  <a:cubicBezTo>
                    <a:pt x="23763" y="27584"/>
                    <a:pt x="23707" y="27620"/>
                    <a:pt x="23685" y="27679"/>
                  </a:cubicBezTo>
                  <a:cubicBezTo>
                    <a:pt x="23657" y="27756"/>
                    <a:pt x="23695" y="27840"/>
                    <a:pt x="23771" y="27869"/>
                  </a:cubicBezTo>
                  <a:cubicBezTo>
                    <a:pt x="23946" y="27933"/>
                    <a:pt x="24126" y="28008"/>
                    <a:pt x="24309" y="28088"/>
                  </a:cubicBezTo>
                  <a:cubicBezTo>
                    <a:pt x="24328" y="28097"/>
                    <a:pt x="24349" y="28101"/>
                    <a:pt x="24369" y="28101"/>
                  </a:cubicBezTo>
                  <a:cubicBezTo>
                    <a:pt x="24425" y="28101"/>
                    <a:pt x="24479" y="28068"/>
                    <a:pt x="24505" y="28014"/>
                  </a:cubicBezTo>
                  <a:cubicBezTo>
                    <a:pt x="24538" y="27938"/>
                    <a:pt x="24504" y="27851"/>
                    <a:pt x="24430" y="27819"/>
                  </a:cubicBezTo>
                  <a:cubicBezTo>
                    <a:pt x="24241" y="27736"/>
                    <a:pt x="24054" y="27660"/>
                    <a:pt x="23874" y="27593"/>
                  </a:cubicBezTo>
                  <a:cubicBezTo>
                    <a:pt x="23858" y="27586"/>
                    <a:pt x="23840" y="27584"/>
                    <a:pt x="23823" y="27584"/>
                  </a:cubicBezTo>
                  <a:close/>
                  <a:moveTo>
                    <a:pt x="17208" y="27796"/>
                  </a:moveTo>
                  <a:cubicBezTo>
                    <a:pt x="17188" y="27796"/>
                    <a:pt x="17168" y="27800"/>
                    <a:pt x="17148" y="27808"/>
                  </a:cubicBezTo>
                  <a:cubicBezTo>
                    <a:pt x="16966" y="27888"/>
                    <a:pt x="16784" y="27974"/>
                    <a:pt x="16607" y="28066"/>
                  </a:cubicBezTo>
                  <a:cubicBezTo>
                    <a:pt x="16535" y="28103"/>
                    <a:pt x="16507" y="28193"/>
                    <a:pt x="16544" y="28265"/>
                  </a:cubicBezTo>
                  <a:cubicBezTo>
                    <a:pt x="16571" y="28317"/>
                    <a:pt x="16622" y="28345"/>
                    <a:pt x="16676" y="28345"/>
                  </a:cubicBezTo>
                  <a:cubicBezTo>
                    <a:pt x="16698" y="28345"/>
                    <a:pt x="16720" y="28340"/>
                    <a:pt x="16744" y="28328"/>
                  </a:cubicBezTo>
                  <a:cubicBezTo>
                    <a:pt x="16915" y="28241"/>
                    <a:pt x="17091" y="28157"/>
                    <a:pt x="17267" y="28080"/>
                  </a:cubicBezTo>
                  <a:cubicBezTo>
                    <a:pt x="17342" y="28046"/>
                    <a:pt x="17375" y="27959"/>
                    <a:pt x="17343" y="27885"/>
                  </a:cubicBezTo>
                  <a:cubicBezTo>
                    <a:pt x="17319" y="27829"/>
                    <a:pt x="17265" y="27796"/>
                    <a:pt x="17208" y="27796"/>
                  </a:cubicBezTo>
                  <a:close/>
                  <a:moveTo>
                    <a:pt x="25167" y="28190"/>
                  </a:moveTo>
                  <a:cubicBezTo>
                    <a:pt x="25114" y="28190"/>
                    <a:pt x="25061" y="28220"/>
                    <a:pt x="25035" y="28271"/>
                  </a:cubicBezTo>
                  <a:cubicBezTo>
                    <a:pt x="24998" y="28343"/>
                    <a:pt x="25026" y="28431"/>
                    <a:pt x="25098" y="28469"/>
                  </a:cubicBezTo>
                  <a:cubicBezTo>
                    <a:pt x="25271" y="28559"/>
                    <a:pt x="25443" y="28652"/>
                    <a:pt x="25613" y="28747"/>
                  </a:cubicBezTo>
                  <a:cubicBezTo>
                    <a:pt x="25637" y="28761"/>
                    <a:pt x="25660" y="28767"/>
                    <a:pt x="25685" y="28767"/>
                  </a:cubicBezTo>
                  <a:cubicBezTo>
                    <a:pt x="25737" y="28767"/>
                    <a:pt x="25787" y="28739"/>
                    <a:pt x="25813" y="28690"/>
                  </a:cubicBezTo>
                  <a:cubicBezTo>
                    <a:pt x="25853" y="28618"/>
                    <a:pt x="25828" y="28529"/>
                    <a:pt x="25756" y="28489"/>
                  </a:cubicBezTo>
                  <a:cubicBezTo>
                    <a:pt x="25583" y="28392"/>
                    <a:pt x="25410" y="28298"/>
                    <a:pt x="25234" y="28207"/>
                  </a:cubicBezTo>
                  <a:cubicBezTo>
                    <a:pt x="25213" y="28196"/>
                    <a:pt x="25190" y="28190"/>
                    <a:pt x="25167" y="28190"/>
                  </a:cubicBezTo>
                  <a:close/>
                  <a:moveTo>
                    <a:pt x="48596" y="27918"/>
                  </a:moveTo>
                  <a:cubicBezTo>
                    <a:pt x="48525" y="27918"/>
                    <a:pt x="48464" y="27971"/>
                    <a:pt x="48454" y="28045"/>
                  </a:cubicBezTo>
                  <a:cubicBezTo>
                    <a:pt x="48425" y="28247"/>
                    <a:pt x="48400" y="28446"/>
                    <a:pt x="48383" y="28637"/>
                  </a:cubicBezTo>
                  <a:cubicBezTo>
                    <a:pt x="48375" y="28717"/>
                    <a:pt x="48434" y="28789"/>
                    <a:pt x="48516" y="28798"/>
                  </a:cubicBezTo>
                  <a:cubicBezTo>
                    <a:pt x="48521" y="28799"/>
                    <a:pt x="48524" y="28799"/>
                    <a:pt x="48529" y="28799"/>
                  </a:cubicBezTo>
                  <a:cubicBezTo>
                    <a:pt x="48605" y="28799"/>
                    <a:pt x="48669" y="28742"/>
                    <a:pt x="48677" y="28665"/>
                  </a:cubicBezTo>
                  <a:cubicBezTo>
                    <a:pt x="48694" y="28478"/>
                    <a:pt x="48718" y="28283"/>
                    <a:pt x="48745" y="28086"/>
                  </a:cubicBezTo>
                  <a:cubicBezTo>
                    <a:pt x="48756" y="28005"/>
                    <a:pt x="48702" y="27931"/>
                    <a:pt x="48620" y="27920"/>
                  </a:cubicBezTo>
                  <a:cubicBezTo>
                    <a:pt x="48612" y="27918"/>
                    <a:pt x="48604" y="27918"/>
                    <a:pt x="48596" y="27918"/>
                  </a:cubicBezTo>
                  <a:close/>
                  <a:moveTo>
                    <a:pt x="37503" y="28374"/>
                  </a:moveTo>
                  <a:cubicBezTo>
                    <a:pt x="37461" y="28374"/>
                    <a:pt x="37420" y="28391"/>
                    <a:pt x="37391" y="28425"/>
                  </a:cubicBezTo>
                  <a:cubicBezTo>
                    <a:pt x="37267" y="28571"/>
                    <a:pt x="37135" y="28714"/>
                    <a:pt x="36999" y="28851"/>
                  </a:cubicBezTo>
                  <a:cubicBezTo>
                    <a:pt x="36943" y="28910"/>
                    <a:pt x="36945" y="29004"/>
                    <a:pt x="37003" y="29061"/>
                  </a:cubicBezTo>
                  <a:cubicBezTo>
                    <a:pt x="37030" y="29089"/>
                    <a:pt x="37069" y="29103"/>
                    <a:pt x="37106" y="29103"/>
                  </a:cubicBezTo>
                  <a:cubicBezTo>
                    <a:pt x="37144" y="29103"/>
                    <a:pt x="37183" y="29089"/>
                    <a:pt x="37210" y="29060"/>
                  </a:cubicBezTo>
                  <a:cubicBezTo>
                    <a:pt x="37349" y="28916"/>
                    <a:pt x="37486" y="28768"/>
                    <a:pt x="37615" y="28617"/>
                  </a:cubicBezTo>
                  <a:cubicBezTo>
                    <a:pt x="37668" y="28555"/>
                    <a:pt x="37661" y="28462"/>
                    <a:pt x="37599" y="28410"/>
                  </a:cubicBezTo>
                  <a:cubicBezTo>
                    <a:pt x="37571" y="28386"/>
                    <a:pt x="37537" y="28374"/>
                    <a:pt x="37503" y="28374"/>
                  </a:cubicBezTo>
                  <a:close/>
                  <a:moveTo>
                    <a:pt x="15912" y="28499"/>
                  </a:moveTo>
                  <a:cubicBezTo>
                    <a:pt x="15884" y="28499"/>
                    <a:pt x="15856" y="28507"/>
                    <a:pt x="15831" y="28523"/>
                  </a:cubicBezTo>
                  <a:cubicBezTo>
                    <a:pt x="15677" y="28624"/>
                    <a:pt x="15524" y="28733"/>
                    <a:pt x="15378" y="28844"/>
                  </a:cubicBezTo>
                  <a:lnTo>
                    <a:pt x="15342" y="28871"/>
                  </a:lnTo>
                  <a:cubicBezTo>
                    <a:pt x="15278" y="28921"/>
                    <a:pt x="15265" y="29013"/>
                    <a:pt x="15315" y="29077"/>
                  </a:cubicBezTo>
                  <a:cubicBezTo>
                    <a:pt x="15345" y="29117"/>
                    <a:pt x="15388" y="29135"/>
                    <a:pt x="15433" y="29135"/>
                  </a:cubicBezTo>
                  <a:cubicBezTo>
                    <a:pt x="15464" y="29135"/>
                    <a:pt x="15496" y="29125"/>
                    <a:pt x="15521" y="29104"/>
                  </a:cubicBezTo>
                  <a:lnTo>
                    <a:pt x="15555" y="29077"/>
                  </a:lnTo>
                  <a:cubicBezTo>
                    <a:pt x="15698" y="28970"/>
                    <a:pt x="15844" y="28866"/>
                    <a:pt x="15993" y="28768"/>
                  </a:cubicBezTo>
                  <a:cubicBezTo>
                    <a:pt x="16060" y="28724"/>
                    <a:pt x="16080" y="28633"/>
                    <a:pt x="16034" y="28565"/>
                  </a:cubicBezTo>
                  <a:cubicBezTo>
                    <a:pt x="16007" y="28522"/>
                    <a:pt x="15960" y="28499"/>
                    <a:pt x="15912" y="28499"/>
                  </a:cubicBezTo>
                  <a:close/>
                  <a:moveTo>
                    <a:pt x="26454" y="28913"/>
                  </a:moveTo>
                  <a:cubicBezTo>
                    <a:pt x="26403" y="28913"/>
                    <a:pt x="26353" y="28938"/>
                    <a:pt x="26326" y="28984"/>
                  </a:cubicBezTo>
                  <a:cubicBezTo>
                    <a:pt x="26285" y="29056"/>
                    <a:pt x="26308" y="29145"/>
                    <a:pt x="26377" y="29187"/>
                  </a:cubicBezTo>
                  <a:lnTo>
                    <a:pt x="26885" y="29488"/>
                  </a:lnTo>
                  <a:cubicBezTo>
                    <a:pt x="26908" y="29501"/>
                    <a:pt x="26934" y="29509"/>
                    <a:pt x="26959" y="29509"/>
                  </a:cubicBezTo>
                  <a:cubicBezTo>
                    <a:pt x="27010" y="29509"/>
                    <a:pt x="27058" y="29483"/>
                    <a:pt x="27088" y="29436"/>
                  </a:cubicBezTo>
                  <a:cubicBezTo>
                    <a:pt x="27130" y="29365"/>
                    <a:pt x="27107" y="29274"/>
                    <a:pt x="27037" y="29233"/>
                  </a:cubicBezTo>
                  <a:lnTo>
                    <a:pt x="26529" y="28933"/>
                  </a:lnTo>
                  <a:cubicBezTo>
                    <a:pt x="26505" y="28919"/>
                    <a:pt x="26479" y="28913"/>
                    <a:pt x="26454" y="28913"/>
                  </a:cubicBezTo>
                  <a:close/>
                  <a:moveTo>
                    <a:pt x="36457" y="29407"/>
                  </a:moveTo>
                  <a:cubicBezTo>
                    <a:pt x="36424" y="29407"/>
                    <a:pt x="36390" y="29419"/>
                    <a:pt x="36362" y="29442"/>
                  </a:cubicBezTo>
                  <a:cubicBezTo>
                    <a:pt x="36213" y="29564"/>
                    <a:pt x="36058" y="29684"/>
                    <a:pt x="35903" y="29795"/>
                  </a:cubicBezTo>
                  <a:cubicBezTo>
                    <a:pt x="35837" y="29843"/>
                    <a:pt x="35821" y="29937"/>
                    <a:pt x="35869" y="30002"/>
                  </a:cubicBezTo>
                  <a:cubicBezTo>
                    <a:pt x="35898" y="30042"/>
                    <a:pt x="35942" y="30064"/>
                    <a:pt x="35988" y="30064"/>
                  </a:cubicBezTo>
                  <a:cubicBezTo>
                    <a:pt x="36018" y="30064"/>
                    <a:pt x="36048" y="30054"/>
                    <a:pt x="36075" y="30036"/>
                  </a:cubicBezTo>
                  <a:cubicBezTo>
                    <a:pt x="36236" y="29919"/>
                    <a:pt x="36396" y="29795"/>
                    <a:pt x="36550" y="29668"/>
                  </a:cubicBezTo>
                  <a:cubicBezTo>
                    <a:pt x="36613" y="29616"/>
                    <a:pt x="36621" y="29524"/>
                    <a:pt x="36569" y="29460"/>
                  </a:cubicBezTo>
                  <a:cubicBezTo>
                    <a:pt x="36540" y="29425"/>
                    <a:pt x="36499" y="29407"/>
                    <a:pt x="36457" y="29407"/>
                  </a:cubicBezTo>
                  <a:close/>
                  <a:moveTo>
                    <a:pt x="14757" y="29411"/>
                  </a:moveTo>
                  <a:cubicBezTo>
                    <a:pt x="14722" y="29411"/>
                    <a:pt x="14686" y="29424"/>
                    <a:pt x="14657" y="29450"/>
                  </a:cubicBezTo>
                  <a:cubicBezTo>
                    <a:pt x="14517" y="29579"/>
                    <a:pt x="14373" y="29718"/>
                    <a:pt x="14229" y="29865"/>
                  </a:cubicBezTo>
                  <a:cubicBezTo>
                    <a:pt x="14172" y="29922"/>
                    <a:pt x="14172" y="30016"/>
                    <a:pt x="14231" y="30073"/>
                  </a:cubicBezTo>
                  <a:cubicBezTo>
                    <a:pt x="14258" y="30102"/>
                    <a:pt x="14296" y="30115"/>
                    <a:pt x="14334" y="30115"/>
                  </a:cubicBezTo>
                  <a:cubicBezTo>
                    <a:pt x="14371" y="30115"/>
                    <a:pt x="14408" y="30102"/>
                    <a:pt x="14438" y="30073"/>
                  </a:cubicBezTo>
                  <a:cubicBezTo>
                    <a:pt x="14578" y="29932"/>
                    <a:pt x="14721" y="29794"/>
                    <a:pt x="14857" y="29668"/>
                  </a:cubicBezTo>
                  <a:cubicBezTo>
                    <a:pt x="14918" y="29613"/>
                    <a:pt x="14922" y="29519"/>
                    <a:pt x="14866" y="29459"/>
                  </a:cubicBezTo>
                  <a:cubicBezTo>
                    <a:pt x="14837" y="29427"/>
                    <a:pt x="14797" y="29411"/>
                    <a:pt x="14757" y="29411"/>
                  </a:cubicBezTo>
                  <a:close/>
                  <a:moveTo>
                    <a:pt x="27722" y="29659"/>
                  </a:moveTo>
                  <a:cubicBezTo>
                    <a:pt x="27671" y="29659"/>
                    <a:pt x="27621" y="29685"/>
                    <a:pt x="27594" y="29734"/>
                  </a:cubicBezTo>
                  <a:cubicBezTo>
                    <a:pt x="27554" y="29805"/>
                    <a:pt x="27578" y="29895"/>
                    <a:pt x="27650" y="29935"/>
                  </a:cubicBezTo>
                  <a:cubicBezTo>
                    <a:pt x="27821" y="30035"/>
                    <a:pt x="27994" y="30130"/>
                    <a:pt x="28168" y="30224"/>
                  </a:cubicBezTo>
                  <a:cubicBezTo>
                    <a:pt x="28190" y="30237"/>
                    <a:pt x="28214" y="30242"/>
                    <a:pt x="28238" y="30242"/>
                  </a:cubicBezTo>
                  <a:cubicBezTo>
                    <a:pt x="28290" y="30242"/>
                    <a:pt x="28341" y="30213"/>
                    <a:pt x="28367" y="30163"/>
                  </a:cubicBezTo>
                  <a:cubicBezTo>
                    <a:pt x="28405" y="30091"/>
                    <a:pt x="28379" y="30002"/>
                    <a:pt x="28307" y="29964"/>
                  </a:cubicBezTo>
                  <a:cubicBezTo>
                    <a:pt x="28136" y="29871"/>
                    <a:pt x="27965" y="29775"/>
                    <a:pt x="27795" y="29678"/>
                  </a:cubicBezTo>
                  <a:cubicBezTo>
                    <a:pt x="27772" y="29665"/>
                    <a:pt x="27747" y="29659"/>
                    <a:pt x="27722" y="29659"/>
                  </a:cubicBezTo>
                  <a:close/>
                  <a:moveTo>
                    <a:pt x="48480" y="29384"/>
                  </a:moveTo>
                  <a:cubicBezTo>
                    <a:pt x="48399" y="29384"/>
                    <a:pt x="48333" y="29449"/>
                    <a:pt x="48332" y="29530"/>
                  </a:cubicBezTo>
                  <a:cubicBezTo>
                    <a:pt x="48331" y="29572"/>
                    <a:pt x="48331" y="29613"/>
                    <a:pt x="48331" y="29654"/>
                  </a:cubicBezTo>
                  <a:cubicBezTo>
                    <a:pt x="48331" y="29796"/>
                    <a:pt x="48335" y="29939"/>
                    <a:pt x="48342" y="30078"/>
                  </a:cubicBezTo>
                  <a:lnTo>
                    <a:pt x="48344" y="30130"/>
                  </a:lnTo>
                  <a:cubicBezTo>
                    <a:pt x="48348" y="30210"/>
                    <a:pt x="48413" y="30270"/>
                    <a:pt x="48491" y="30270"/>
                  </a:cubicBezTo>
                  <a:cubicBezTo>
                    <a:pt x="48493" y="30270"/>
                    <a:pt x="48496" y="30270"/>
                    <a:pt x="48498" y="30269"/>
                  </a:cubicBezTo>
                  <a:cubicBezTo>
                    <a:pt x="48580" y="30265"/>
                    <a:pt x="48642" y="30196"/>
                    <a:pt x="48638" y="30114"/>
                  </a:cubicBezTo>
                  <a:lnTo>
                    <a:pt x="48636" y="30063"/>
                  </a:lnTo>
                  <a:cubicBezTo>
                    <a:pt x="48630" y="29930"/>
                    <a:pt x="48626" y="29791"/>
                    <a:pt x="48626" y="29654"/>
                  </a:cubicBezTo>
                  <a:cubicBezTo>
                    <a:pt x="48626" y="29614"/>
                    <a:pt x="48627" y="29574"/>
                    <a:pt x="48627" y="29533"/>
                  </a:cubicBezTo>
                  <a:cubicBezTo>
                    <a:pt x="48629" y="29453"/>
                    <a:pt x="48563" y="29386"/>
                    <a:pt x="48482" y="29384"/>
                  </a:cubicBezTo>
                  <a:close/>
                  <a:moveTo>
                    <a:pt x="35242" y="30243"/>
                  </a:moveTo>
                  <a:cubicBezTo>
                    <a:pt x="35217" y="30243"/>
                    <a:pt x="35193" y="30249"/>
                    <a:pt x="35170" y="30262"/>
                  </a:cubicBezTo>
                  <a:cubicBezTo>
                    <a:pt x="35001" y="30356"/>
                    <a:pt x="34828" y="30444"/>
                    <a:pt x="34655" y="30523"/>
                  </a:cubicBezTo>
                  <a:cubicBezTo>
                    <a:pt x="34582" y="30558"/>
                    <a:pt x="34549" y="30646"/>
                    <a:pt x="34583" y="30719"/>
                  </a:cubicBezTo>
                  <a:cubicBezTo>
                    <a:pt x="34608" y="30774"/>
                    <a:pt x="34661" y="30806"/>
                    <a:pt x="34717" y="30806"/>
                  </a:cubicBezTo>
                  <a:cubicBezTo>
                    <a:pt x="34738" y="30806"/>
                    <a:pt x="34758" y="30801"/>
                    <a:pt x="34778" y="30793"/>
                  </a:cubicBezTo>
                  <a:cubicBezTo>
                    <a:pt x="34959" y="30711"/>
                    <a:pt x="35137" y="30618"/>
                    <a:pt x="35315" y="30520"/>
                  </a:cubicBezTo>
                  <a:cubicBezTo>
                    <a:pt x="35385" y="30480"/>
                    <a:pt x="35411" y="30389"/>
                    <a:pt x="35371" y="30319"/>
                  </a:cubicBezTo>
                  <a:cubicBezTo>
                    <a:pt x="35344" y="30270"/>
                    <a:pt x="35293" y="30243"/>
                    <a:pt x="35242" y="30243"/>
                  </a:cubicBezTo>
                  <a:close/>
                  <a:moveTo>
                    <a:pt x="29028" y="30347"/>
                  </a:moveTo>
                  <a:cubicBezTo>
                    <a:pt x="28973" y="30347"/>
                    <a:pt x="28920" y="30378"/>
                    <a:pt x="28895" y="30432"/>
                  </a:cubicBezTo>
                  <a:cubicBezTo>
                    <a:pt x="28860" y="30505"/>
                    <a:pt x="28893" y="30593"/>
                    <a:pt x="28966" y="30628"/>
                  </a:cubicBezTo>
                  <a:cubicBezTo>
                    <a:pt x="29153" y="30714"/>
                    <a:pt x="29338" y="30794"/>
                    <a:pt x="29514" y="30865"/>
                  </a:cubicBezTo>
                  <a:cubicBezTo>
                    <a:pt x="29532" y="30872"/>
                    <a:pt x="29550" y="30876"/>
                    <a:pt x="29569" y="30876"/>
                  </a:cubicBezTo>
                  <a:cubicBezTo>
                    <a:pt x="29626" y="30876"/>
                    <a:pt x="29682" y="30840"/>
                    <a:pt x="29708" y="30784"/>
                  </a:cubicBezTo>
                  <a:cubicBezTo>
                    <a:pt x="29738" y="30708"/>
                    <a:pt x="29702" y="30621"/>
                    <a:pt x="29625" y="30592"/>
                  </a:cubicBezTo>
                  <a:cubicBezTo>
                    <a:pt x="29452" y="30523"/>
                    <a:pt x="29274" y="30445"/>
                    <a:pt x="29091" y="30361"/>
                  </a:cubicBezTo>
                  <a:cubicBezTo>
                    <a:pt x="29071" y="30351"/>
                    <a:pt x="29049" y="30347"/>
                    <a:pt x="29028" y="30347"/>
                  </a:cubicBezTo>
                  <a:close/>
                  <a:moveTo>
                    <a:pt x="13729" y="30467"/>
                  </a:moveTo>
                  <a:cubicBezTo>
                    <a:pt x="13688" y="30467"/>
                    <a:pt x="13648" y="30484"/>
                    <a:pt x="13619" y="30517"/>
                  </a:cubicBezTo>
                  <a:cubicBezTo>
                    <a:pt x="13488" y="30665"/>
                    <a:pt x="13359" y="30814"/>
                    <a:pt x="13230" y="30964"/>
                  </a:cubicBezTo>
                  <a:cubicBezTo>
                    <a:pt x="13176" y="31026"/>
                    <a:pt x="13184" y="31119"/>
                    <a:pt x="13246" y="31172"/>
                  </a:cubicBezTo>
                  <a:cubicBezTo>
                    <a:pt x="13273" y="31196"/>
                    <a:pt x="13308" y="31207"/>
                    <a:pt x="13341" y="31207"/>
                  </a:cubicBezTo>
                  <a:cubicBezTo>
                    <a:pt x="13383" y="31207"/>
                    <a:pt x="13424" y="31188"/>
                    <a:pt x="13453" y="31155"/>
                  </a:cubicBezTo>
                  <a:cubicBezTo>
                    <a:pt x="13581" y="31006"/>
                    <a:pt x="13708" y="30858"/>
                    <a:pt x="13839" y="30713"/>
                  </a:cubicBezTo>
                  <a:cubicBezTo>
                    <a:pt x="13892" y="30652"/>
                    <a:pt x="13887" y="30559"/>
                    <a:pt x="13826" y="30505"/>
                  </a:cubicBezTo>
                  <a:cubicBezTo>
                    <a:pt x="13798" y="30480"/>
                    <a:pt x="13763" y="30467"/>
                    <a:pt x="13729" y="30467"/>
                  </a:cubicBezTo>
                  <a:close/>
                  <a:moveTo>
                    <a:pt x="33891" y="30827"/>
                  </a:moveTo>
                  <a:cubicBezTo>
                    <a:pt x="33876" y="30827"/>
                    <a:pt x="33861" y="30830"/>
                    <a:pt x="33846" y="30834"/>
                  </a:cubicBezTo>
                  <a:cubicBezTo>
                    <a:pt x="33662" y="30892"/>
                    <a:pt x="33475" y="30941"/>
                    <a:pt x="33289" y="30980"/>
                  </a:cubicBezTo>
                  <a:cubicBezTo>
                    <a:pt x="33210" y="30997"/>
                    <a:pt x="33159" y="31075"/>
                    <a:pt x="33176" y="31155"/>
                  </a:cubicBezTo>
                  <a:cubicBezTo>
                    <a:pt x="33191" y="31224"/>
                    <a:pt x="33252" y="31273"/>
                    <a:pt x="33320" y="31273"/>
                  </a:cubicBezTo>
                  <a:cubicBezTo>
                    <a:pt x="33331" y="31273"/>
                    <a:pt x="33341" y="31271"/>
                    <a:pt x="33350" y="31268"/>
                  </a:cubicBezTo>
                  <a:cubicBezTo>
                    <a:pt x="33544" y="31227"/>
                    <a:pt x="33740" y="31176"/>
                    <a:pt x="33934" y="31115"/>
                  </a:cubicBezTo>
                  <a:cubicBezTo>
                    <a:pt x="34011" y="31090"/>
                    <a:pt x="34055" y="31008"/>
                    <a:pt x="34031" y="30930"/>
                  </a:cubicBezTo>
                  <a:cubicBezTo>
                    <a:pt x="34011" y="30868"/>
                    <a:pt x="33954" y="30827"/>
                    <a:pt x="33891" y="30827"/>
                  </a:cubicBezTo>
                  <a:close/>
                  <a:moveTo>
                    <a:pt x="30406" y="30866"/>
                  </a:moveTo>
                  <a:cubicBezTo>
                    <a:pt x="30341" y="30866"/>
                    <a:pt x="30282" y="30908"/>
                    <a:pt x="30264" y="30974"/>
                  </a:cubicBezTo>
                  <a:cubicBezTo>
                    <a:pt x="30241" y="31052"/>
                    <a:pt x="30287" y="31134"/>
                    <a:pt x="30365" y="31155"/>
                  </a:cubicBezTo>
                  <a:cubicBezTo>
                    <a:pt x="30561" y="31211"/>
                    <a:pt x="30759" y="31257"/>
                    <a:pt x="30951" y="31294"/>
                  </a:cubicBezTo>
                  <a:cubicBezTo>
                    <a:pt x="30961" y="31295"/>
                    <a:pt x="30969" y="31296"/>
                    <a:pt x="30978" y="31296"/>
                  </a:cubicBezTo>
                  <a:cubicBezTo>
                    <a:pt x="31048" y="31296"/>
                    <a:pt x="31110" y="31247"/>
                    <a:pt x="31124" y="31177"/>
                  </a:cubicBezTo>
                  <a:cubicBezTo>
                    <a:pt x="31139" y="31098"/>
                    <a:pt x="31086" y="31020"/>
                    <a:pt x="31007" y="31005"/>
                  </a:cubicBezTo>
                  <a:cubicBezTo>
                    <a:pt x="30822" y="30969"/>
                    <a:pt x="30633" y="30924"/>
                    <a:pt x="30446" y="30872"/>
                  </a:cubicBezTo>
                  <a:cubicBezTo>
                    <a:pt x="30432" y="30868"/>
                    <a:pt x="30419" y="30866"/>
                    <a:pt x="30406" y="30866"/>
                  </a:cubicBezTo>
                  <a:close/>
                  <a:moveTo>
                    <a:pt x="32445" y="31096"/>
                  </a:moveTo>
                  <a:cubicBezTo>
                    <a:pt x="32442" y="31096"/>
                    <a:pt x="32439" y="31096"/>
                    <a:pt x="32436" y="31097"/>
                  </a:cubicBezTo>
                  <a:cubicBezTo>
                    <a:pt x="32317" y="31104"/>
                    <a:pt x="32198" y="31108"/>
                    <a:pt x="32079" y="31108"/>
                  </a:cubicBezTo>
                  <a:cubicBezTo>
                    <a:pt x="32007" y="31108"/>
                    <a:pt x="31934" y="31106"/>
                    <a:pt x="31861" y="31104"/>
                  </a:cubicBezTo>
                  <a:cubicBezTo>
                    <a:pt x="31859" y="31104"/>
                    <a:pt x="31858" y="31104"/>
                    <a:pt x="31856" y="31104"/>
                  </a:cubicBezTo>
                  <a:cubicBezTo>
                    <a:pt x="31783" y="31104"/>
                    <a:pt x="31712" y="31164"/>
                    <a:pt x="31709" y="31244"/>
                  </a:cubicBezTo>
                  <a:cubicBezTo>
                    <a:pt x="31705" y="31326"/>
                    <a:pt x="31768" y="31394"/>
                    <a:pt x="31850" y="31398"/>
                  </a:cubicBezTo>
                  <a:cubicBezTo>
                    <a:pt x="31930" y="31402"/>
                    <a:pt x="32010" y="31403"/>
                    <a:pt x="32090" y="31403"/>
                  </a:cubicBezTo>
                  <a:cubicBezTo>
                    <a:pt x="32210" y="31403"/>
                    <a:pt x="32333" y="31399"/>
                    <a:pt x="32454" y="31391"/>
                  </a:cubicBezTo>
                  <a:cubicBezTo>
                    <a:pt x="32535" y="31385"/>
                    <a:pt x="32597" y="31316"/>
                    <a:pt x="32592" y="31235"/>
                  </a:cubicBezTo>
                  <a:cubicBezTo>
                    <a:pt x="32587" y="31156"/>
                    <a:pt x="32523" y="31096"/>
                    <a:pt x="32445" y="31096"/>
                  </a:cubicBezTo>
                  <a:close/>
                  <a:moveTo>
                    <a:pt x="48585" y="30854"/>
                  </a:moveTo>
                  <a:cubicBezTo>
                    <a:pt x="48577" y="30854"/>
                    <a:pt x="48569" y="30855"/>
                    <a:pt x="48561" y="30856"/>
                  </a:cubicBezTo>
                  <a:cubicBezTo>
                    <a:pt x="48482" y="30868"/>
                    <a:pt x="48426" y="30945"/>
                    <a:pt x="48440" y="31025"/>
                  </a:cubicBezTo>
                  <a:cubicBezTo>
                    <a:pt x="48471" y="31219"/>
                    <a:pt x="48508" y="31417"/>
                    <a:pt x="48552" y="31613"/>
                  </a:cubicBezTo>
                  <a:cubicBezTo>
                    <a:pt x="48567" y="31682"/>
                    <a:pt x="48627" y="31728"/>
                    <a:pt x="48694" y="31728"/>
                  </a:cubicBezTo>
                  <a:cubicBezTo>
                    <a:pt x="48705" y="31728"/>
                    <a:pt x="48717" y="31728"/>
                    <a:pt x="48726" y="31724"/>
                  </a:cubicBezTo>
                  <a:cubicBezTo>
                    <a:pt x="48807" y="31706"/>
                    <a:pt x="48857" y="31627"/>
                    <a:pt x="48839" y="31547"/>
                  </a:cubicBezTo>
                  <a:cubicBezTo>
                    <a:pt x="48797" y="31359"/>
                    <a:pt x="48760" y="31167"/>
                    <a:pt x="48731" y="30979"/>
                  </a:cubicBezTo>
                  <a:cubicBezTo>
                    <a:pt x="48719" y="30906"/>
                    <a:pt x="48656" y="30854"/>
                    <a:pt x="48585" y="30854"/>
                  </a:cubicBezTo>
                  <a:close/>
                  <a:moveTo>
                    <a:pt x="12771" y="31590"/>
                  </a:moveTo>
                  <a:cubicBezTo>
                    <a:pt x="12729" y="31590"/>
                    <a:pt x="12688" y="31607"/>
                    <a:pt x="12659" y="31642"/>
                  </a:cubicBezTo>
                  <a:lnTo>
                    <a:pt x="12283" y="32095"/>
                  </a:lnTo>
                  <a:cubicBezTo>
                    <a:pt x="12231" y="32157"/>
                    <a:pt x="12240" y="32251"/>
                    <a:pt x="12302" y="32303"/>
                  </a:cubicBezTo>
                  <a:cubicBezTo>
                    <a:pt x="12329" y="32326"/>
                    <a:pt x="12363" y="32338"/>
                    <a:pt x="12396" y="32338"/>
                  </a:cubicBezTo>
                  <a:cubicBezTo>
                    <a:pt x="12437" y="32338"/>
                    <a:pt x="12480" y="32320"/>
                    <a:pt x="12509" y="32285"/>
                  </a:cubicBezTo>
                  <a:lnTo>
                    <a:pt x="12886" y="31831"/>
                  </a:lnTo>
                  <a:cubicBezTo>
                    <a:pt x="12938" y="31768"/>
                    <a:pt x="12931" y="31675"/>
                    <a:pt x="12867" y="31624"/>
                  </a:cubicBezTo>
                  <a:cubicBezTo>
                    <a:pt x="12839" y="31601"/>
                    <a:pt x="12805" y="31590"/>
                    <a:pt x="12771" y="31590"/>
                  </a:cubicBezTo>
                  <a:close/>
                  <a:moveTo>
                    <a:pt x="48927" y="32286"/>
                  </a:moveTo>
                  <a:cubicBezTo>
                    <a:pt x="48912" y="32286"/>
                    <a:pt x="48898" y="32288"/>
                    <a:pt x="48883" y="32292"/>
                  </a:cubicBezTo>
                  <a:cubicBezTo>
                    <a:pt x="48806" y="32317"/>
                    <a:pt x="48764" y="32401"/>
                    <a:pt x="48787" y="32478"/>
                  </a:cubicBezTo>
                  <a:cubicBezTo>
                    <a:pt x="48847" y="32664"/>
                    <a:pt x="48914" y="32854"/>
                    <a:pt x="48986" y="33042"/>
                  </a:cubicBezTo>
                  <a:cubicBezTo>
                    <a:pt x="49009" y="33100"/>
                    <a:pt x="49065" y="33136"/>
                    <a:pt x="49125" y="33136"/>
                  </a:cubicBezTo>
                  <a:cubicBezTo>
                    <a:pt x="49142" y="33136"/>
                    <a:pt x="49161" y="33133"/>
                    <a:pt x="49177" y="33127"/>
                  </a:cubicBezTo>
                  <a:cubicBezTo>
                    <a:pt x="49254" y="33097"/>
                    <a:pt x="49292" y="33012"/>
                    <a:pt x="49262" y="32936"/>
                  </a:cubicBezTo>
                  <a:cubicBezTo>
                    <a:pt x="49193" y="32754"/>
                    <a:pt x="49127" y="32569"/>
                    <a:pt x="49069" y="32388"/>
                  </a:cubicBezTo>
                  <a:cubicBezTo>
                    <a:pt x="49048" y="32325"/>
                    <a:pt x="48990" y="32286"/>
                    <a:pt x="48927" y="32286"/>
                  </a:cubicBezTo>
                  <a:close/>
                  <a:moveTo>
                    <a:pt x="11823" y="32717"/>
                  </a:moveTo>
                  <a:cubicBezTo>
                    <a:pt x="11782" y="32717"/>
                    <a:pt x="11741" y="32734"/>
                    <a:pt x="11711" y="32767"/>
                  </a:cubicBezTo>
                  <a:cubicBezTo>
                    <a:pt x="11584" y="32914"/>
                    <a:pt x="11453" y="33060"/>
                    <a:pt x="11321" y="33203"/>
                  </a:cubicBezTo>
                  <a:cubicBezTo>
                    <a:pt x="11265" y="33264"/>
                    <a:pt x="11269" y="33357"/>
                    <a:pt x="11328" y="33412"/>
                  </a:cubicBezTo>
                  <a:cubicBezTo>
                    <a:pt x="11357" y="33438"/>
                    <a:pt x="11393" y="33451"/>
                    <a:pt x="11429" y="33451"/>
                  </a:cubicBezTo>
                  <a:cubicBezTo>
                    <a:pt x="11468" y="33451"/>
                    <a:pt x="11508" y="33435"/>
                    <a:pt x="11536" y="33404"/>
                  </a:cubicBezTo>
                  <a:cubicBezTo>
                    <a:pt x="11672" y="33257"/>
                    <a:pt x="11803" y="33110"/>
                    <a:pt x="11933" y="32961"/>
                  </a:cubicBezTo>
                  <a:cubicBezTo>
                    <a:pt x="11987" y="32900"/>
                    <a:pt x="11981" y="32807"/>
                    <a:pt x="11919" y="32754"/>
                  </a:cubicBezTo>
                  <a:cubicBezTo>
                    <a:pt x="11892" y="32729"/>
                    <a:pt x="11858" y="32717"/>
                    <a:pt x="11823" y="32717"/>
                  </a:cubicBezTo>
                  <a:close/>
                  <a:moveTo>
                    <a:pt x="49474" y="33655"/>
                  </a:moveTo>
                  <a:cubicBezTo>
                    <a:pt x="49453" y="33655"/>
                    <a:pt x="49432" y="33659"/>
                    <a:pt x="49411" y="33669"/>
                  </a:cubicBezTo>
                  <a:cubicBezTo>
                    <a:pt x="49338" y="33704"/>
                    <a:pt x="49306" y="33791"/>
                    <a:pt x="49341" y="33865"/>
                  </a:cubicBezTo>
                  <a:cubicBezTo>
                    <a:pt x="49424" y="34040"/>
                    <a:pt x="49513" y="34220"/>
                    <a:pt x="49606" y="34399"/>
                  </a:cubicBezTo>
                  <a:cubicBezTo>
                    <a:pt x="49632" y="34449"/>
                    <a:pt x="49684" y="34478"/>
                    <a:pt x="49736" y="34478"/>
                  </a:cubicBezTo>
                  <a:cubicBezTo>
                    <a:pt x="49759" y="34478"/>
                    <a:pt x="49783" y="34472"/>
                    <a:pt x="49807" y="34461"/>
                  </a:cubicBezTo>
                  <a:cubicBezTo>
                    <a:pt x="49879" y="34423"/>
                    <a:pt x="49906" y="34334"/>
                    <a:pt x="49869" y="34262"/>
                  </a:cubicBezTo>
                  <a:cubicBezTo>
                    <a:pt x="49777" y="34087"/>
                    <a:pt x="49689" y="33911"/>
                    <a:pt x="49607" y="33740"/>
                  </a:cubicBezTo>
                  <a:cubicBezTo>
                    <a:pt x="49583" y="33687"/>
                    <a:pt x="49530" y="33655"/>
                    <a:pt x="49474" y="33655"/>
                  </a:cubicBezTo>
                  <a:close/>
                  <a:moveTo>
                    <a:pt x="10809" y="33789"/>
                  </a:moveTo>
                  <a:cubicBezTo>
                    <a:pt x="10773" y="33789"/>
                    <a:pt x="10736" y="33802"/>
                    <a:pt x="10708" y="33830"/>
                  </a:cubicBezTo>
                  <a:cubicBezTo>
                    <a:pt x="10571" y="33962"/>
                    <a:pt x="10427" y="34095"/>
                    <a:pt x="10279" y="34225"/>
                  </a:cubicBezTo>
                  <a:cubicBezTo>
                    <a:pt x="10218" y="34277"/>
                    <a:pt x="10211" y="34371"/>
                    <a:pt x="10266" y="34432"/>
                  </a:cubicBezTo>
                  <a:cubicBezTo>
                    <a:pt x="10296" y="34466"/>
                    <a:pt x="10335" y="34483"/>
                    <a:pt x="10377" y="34483"/>
                  </a:cubicBezTo>
                  <a:cubicBezTo>
                    <a:pt x="10410" y="34483"/>
                    <a:pt x="10445" y="34471"/>
                    <a:pt x="10475" y="34447"/>
                  </a:cubicBezTo>
                  <a:cubicBezTo>
                    <a:pt x="10626" y="34312"/>
                    <a:pt x="10774" y="34177"/>
                    <a:pt x="10914" y="34043"/>
                  </a:cubicBezTo>
                  <a:cubicBezTo>
                    <a:pt x="10971" y="33986"/>
                    <a:pt x="10973" y="33894"/>
                    <a:pt x="10917" y="33834"/>
                  </a:cubicBezTo>
                  <a:cubicBezTo>
                    <a:pt x="10887" y="33804"/>
                    <a:pt x="10848" y="33789"/>
                    <a:pt x="10809" y="33789"/>
                  </a:cubicBezTo>
                  <a:close/>
                  <a:moveTo>
                    <a:pt x="9695" y="34753"/>
                  </a:moveTo>
                  <a:cubicBezTo>
                    <a:pt x="9663" y="34753"/>
                    <a:pt x="9631" y="34763"/>
                    <a:pt x="9604" y="34784"/>
                  </a:cubicBezTo>
                  <a:cubicBezTo>
                    <a:pt x="9450" y="34905"/>
                    <a:pt x="9296" y="35023"/>
                    <a:pt x="9139" y="35139"/>
                  </a:cubicBezTo>
                  <a:cubicBezTo>
                    <a:pt x="9073" y="35188"/>
                    <a:pt x="9058" y="35279"/>
                    <a:pt x="9108" y="35345"/>
                  </a:cubicBezTo>
                  <a:cubicBezTo>
                    <a:pt x="9136" y="35384"/>
                    <a:pt x="9181" y="35405"/>
                    <a:pt x="9227" y="35405"/>
                  </a:cubicBezTo>
                  <a:cubicBezTo>
                    <a:pt x="9258" y="35405"/>
                    <a:pt x="9289" y="35396"/>
                    <a:pt x="9314" y="35375"/>
                  </a:cubicBezTo>
                  <a:cubicBezTo>
                    <a:pt x="9472" y="35258"/>
                    <a:pt x="9630" y="35138"/>
                    <a:pt x="9786" y="35015"/>
                  </a:cubicBezTo>
                  <a:cubicBezTo>
                    <a:pt x="9849" y="34965"/>
                    <a:pt x="9861" y="34874"/>
                    <a:pt x="9811" y="34809"/>
                  </a:cubicBezTo>
                  <a:cubicBezTo>
                    <a:pt x="9782" y="34772"/>
                    <a:pt x="9739" y="34753"/>
                    <a:pt x="9695" y="34753"/>
                  </a:cubicBezTo>
                  <a:close/>
                  <a:moveTo>
                    <a:pt x="50169" y="34954"/>
                  </a:moveTo>
                  <a:cubicBezTo>
                    <a:pt x="50144" y="34954"/>
                    <a:pt x="50118" y="34961"/>
                    <a:pt x="50094" y="34975"/>
                  </a:cubicBezTo>
                  <a:cubicBezTo>
                    <a:pt x="50024" y="35018"/>
                    <a:pt x="50003" y="35108"/>
                    <a:pt x="50044" y="35178"/>
                  </a:cubicBezTo>
                  <a:cubicBezTo>
                    <a:pt x="50146" y="35348"/>
                    <a:pt x="50250" y="35516"/>
                    <a:pt x="50358" y="35684"/>
                  </a:cubicBezTo>
                  <a:cubicBezTo>
                    <a:pt x="50385" y="35727"/>
                    <a:pt x="50432" y="35752"/>
                    <a:pt x="50481" y="35752"/>
                  </a:cubicBezTo>
                  <a:cubicBezTo>
                    <a:pt x="50508" y="35752"/>
                    <a:pt x="50536" y="35744"/>
                    <a:pt x="50560" y="35727"/>
                  </a:cubicBezTo>
                  <a:cubicBezTo>
                    <a:pt x="50629" y="35684"/>
                    <a:pt x="50649" y="35592"/>
                    <a:pt x="50605" y="35524"/>
                  </a:cubicBezTo>
                  <a:cubicBezTo>
                    <a:pt x="50499" y="35359"/>
                    <a:pt x="50396" y="35192"/>
                    <a:pt x="50297" y="35025"/>
                  </a:cubicBezTo>
                  <a:cubicBezTo>
                    <a:pt x="50269" y="34980"/>
                    <a:pt x="50219" y="34954"/>
                    <a:pt x="50169" y="34954"/>
                  </a:cubicBezTo>
                  <a:close/>
                  <a:moveTo>
                    <a:pt x="8507" y="35623"/>
                  </a:moveTo>
                  <a:cubicBezTo>
                    <a:pt x="8478" y="35623"/>
                    <a:pt x="8449" y="35632"/>
                    <a:pt x="8423" y="35650"/>
                  </a:cubicBezTo>
                  <a:cubicBezTo>
                    <a:pt x="8262" y="35761"/>
                    <a:pt x="8100" y="35870"/>
                    <a:pt x="7937" y="35979"/>
                  </a:cubicBezTo>
                  <a:cubicBezTo>
                    <a:pt x="7868" y="36024"/>
                    <a:pt x="7850" y="36114"/>
                    <a:pt x="7896" y="36182"/>
                  </a:cubicBezTo>
                  <a:cubicBezTo>
                    <a:pt x="7923" y="36225"/>
                    <a:pt x="7970" y="36248"/>
                    <a:pt x="8017" y="36248"/>
                  </a:cubicBezTo>
                  <a:cubicBezTo>
                    <a:pt x="8046" y="36248"/>
                    <a:pt x="8074" y="36241"/>
                    <a:pt x="8100" y="36223"/>
                  </a:cubicBezTo>
                  <a:cubicBezTo>
                    <a:pt x="8264" y="36114"/>
                    <a:pt x="8428" y="36005"/>
                    <a:pt x="8590" y="35892"/>
                  </a:cubicBezTo>
                  <a:cubicBezTo>
                    <a:pt x="8657" y="35846"/>
                    <a:pt x="8675" y="35754"/>
                    <a:pt x="8628" y="35687"/>
                  </a:cubicBezTo>
                  <a:cubicBezTo>
                    <a:pt x="8600" y="35645"/>
                    <a:pt x="8554" y="35623"/>
                    <a:pt x="8507" y="35623"/>
                  </a:cubicBezTo>
                  <a:close/>
                  <a:moveTo>
                    <a:pt x="50974" y="36191"/>
                  </a:moveTo>
                  <a:cubicBezTo>
                    <a:pt x="50945" y="36191"/>
                    <a:pt x="50916" y="36199"/>
                    <a:pt x="50890" y="36217"/>
                  </a:cubicBezTo>
                  <a:cubicBezTo>
                    <a:pt x="50823" y="36264"/>
                    <a:pt x="50807" y="36355"/>
                    <a:pt x="50854" y="36422"/>
                  </a:cubicBezTo>
                  <a:cubicBezTo>
                    <a:pt x="50967" y="36583"/>
                    <a:pt x="51082" y="36744"/>
                    <a:pt x="51199" y="36904"/>
                  </a:cubicBezTo>
                  <a:cubicBezTo>
                    <a:pt x="51227" y="36945"/>
                    <a:pt x="51273" y="36965"/>
                    <a:pt x="51318" y="36965"/>
                  </a:cubicBezTo>
                  <a:cubicBezTo>
                    <a:pt x="51349" y="36965"/>
                    <a:pt x="51379" y="36956"/>
                    <a:pt x="51404" y="36937"/>
                  </a:cubicBezTo>
                  <a:cubicBezTo>
                    <a:pt x="51470" y="36888"/>
                    <a:pt x="51484" y="36796"/>
                    <a:pt x="51437" y="36731"/>
                  </a:cubicBezTo>
                  <a:cubicBezTo>
                    <a:pt x="51320" y="36572"/>
                    <a:pt x="51207" y="36413"/>
                    <a:pt x="51094" y="36253"/>
                  </a:cubicBezTo>
                  <a:cubicBezTo>
                    <a:pt x="51066" y="36213"/>
                    <a:pt x="51020" y="36191"/>
                    <a:pt x="50974" y="36191"/>
                  </a:cubicBezTo>
                  <a:close/>
                  <a:moveTo>
                    <a:pt x="7276" y="36439"/>
                  </a:moveTo>
                  <a:cubicBezTo>
                    <a:pt x="7249" y="36439"/>
                    <a:pt x="7221" y="36447"/>
                    <a:pt x="7196" y="36463"/>
                  </a:cubicBezTo>
                  <a:lnTo>
                    <a:pt x="6701" y="36780"/>
                  </a:lnTo>
                  <a:cubicBezTo>
                    <a:pt x="6633" y="36825"/>
                    <a:pt x="6613" y="36917"/>
                    <a:pt x="6658" y="36985"/>
                  </a:cubicBezTo>
                  <a:cubicBezTo>
                    <a:pt x="6685" y="37028"/>
                    <a:pt x="6732" y="37052"/>
                    <a:pt x="6781" y="37052"/>
                  </a:cubicBezTo>
                  <a:cubicBezTo>
                    <a:pt x="6808" y="37052"/>
                    <a:pt x="6836" y="37046"/>
                    <a:pt x="6860" y="37030"/>
                  </a:cubicBezTo>
                  <a:lnTo>
                    <a:pt x="7356" y="36710"/>
                  </a:lnTo>
                  <a:cubicBezTo>
                    <a:pt x="7424" y="36666"/>
                    <a:pt x="7444" y="36574"/>
                    <a:pt x="7399" y="36506"/>
                  </a:cubicBezTo>
                  <a:cubicBezTo>
                    <a:pt x="7372" y="36463"/>
                    <a:pt x="7324" y="36439"/>
                    <a:pt x="7276" y="36439"/>
                  </a:cubicBezTo>
                  <a:close/>
                  <a:moveTo>
                    <a:pt x="6039" y="37237"/>
                  </a:moveTo>
                  <a:cubicBezTo>
                    <a:pt x="6011" y="37237"/>
                    <a:pt x="5983" y="37244"/>
                    <a:pt x="5958" y="37260"/>
                  </a:cubicBezTo>
                  <a:cubicBezTo>
                    <a:pt x="5793" y="37369"/>
                    <a:pt x="5628" y="37477"/>
                    <a:pt x="5464" y="37587"/>
                  </a:cubicBezTo>
                  <a:cubicBezTo>
                    <a:pt x="5397" y="37634"/>
                    <a:pt x="5379" y="37725"/>
                    <a:pt x="5424" y="37792"/>
                  </a:cubicBezTo>
                  <a:cubicBezTo>
                    <a:pt x="5452" y="37834"/>
                    <a:pt x="5499" y="37858"/>
                    <a:pt x="5546" y="37858"/>
                  </a:cubicBezTo>
                  <a:cubicBezTo>
                    <a:pt x="5574" y="37858"/>
                    <a:pt x="5602" y="37848"/>
                    <a:pt x="5628" y="37831"/>
                  </a:cubicBezTo>
                  <a:cubicBezTo>
                    <a:pt x="5792" y="37722"/>
                    <a:pt x="5955" y="37614"/>
                    <a:pt x="6119" y="37507"/>
                  </a:cubicBezTo>
                  <a:cubicBezTo>
                    <a:pt x="6187" y="37463"/>
                    <a:pt x="6207" y="37372"/>
                    <a:pt x="6161" y="37304"/>
                  </a:cubicBezTo>
                  <a:cubicBezTo>
                    <a:pt x="6134" y="37260"/>
                    <a:pt x="6087" y="37237"/>
                    <a:pt x="6039" y="37237"/>
                  </a:cubicBezTo>
                  <a:close/>
                  <a:moveTo>
                    <a:pt x="51851" y="37378"/>
                  </a:moveTo>
                  <a:cubicBezTo>
                    <a:pt x="51820" y="37378"/>
                    <a:pt x="51788" y="37388"/>
                    <a:pt x="51762" y="37409"/>
                  </a:cubicBezTo>
                  <a:cubicBezTo>
                    <a:pt x="51697" y="37458"/>
                    <a:pt x="51684" y="37551"/>
                    <a:pt x="51735" y="37615"/>
                  </a:cubicBezTo>
                  <a:cubicBezTo>
                    <a:pt x="51855" y="37771"/>
                    <a:pt x="51977" y="37926"/>
                    <a:pt x="52099" y="38080"/>
                  </a:cubicBezTo>
                  <a:cubicBezTo>
                    <a:pt x="52129" y="38117"/>
                    <a:pt x="52171" y="38136"/>
                    <a:pt x="52216" y="38136"/>
                  </a:cubicBezTo>
                  <a:cubicBezTo>
                    <a:pt x="52247" y="38136"/>
                    <a:pt x="52279" y="38126"/>
                    <a:pt x="52308" y="38106"/>
                  </a:cubicBezTo>
                  <a:cubicBezTo>
                    <a:pt x="52371" y="38055"/>
                    <a:pt x="52381" y="37962"/>
                    <a:pt x="52330" y="37899"/>
                  </a:cubicBezTo>
                  <a:cubicBezTo>
                    <a:pt x="52210" y="37745"/>
                    <a:pt x="52088" y="37590"/>
                    <a:pt x="51968" y="37436"/>
                  </a:cubicBezTo>
                  <a:cubicBezTo>
                    <a:pt x="51939" y="37398"/>
                    <a:pt x="51895" y="37378"/>
                    <a:pt x="51851" y="37378"/>
                  </a:cubicBezTo>
                  <a:close/>
                  <a:moveTo>
                    <a:pt x="4815" y="38063"/>
                  </a:moveTo>
                  <a:cubicBezTo>
                    <a:pt x="4786" y="38063"/>
                    <a:pt x="4756" y="38071"/>
                    <a:pt x="4730" y="38090"/>
                  </a:cubicBezTo>
                  <a:cubicBezTo>
                    <a:pt x="4569" y="38204"/>
                    <a:pt x="4409" y="38321"/>
                    <a:pt x="4250" y="38440"/>
                  </a:cubicBezTo>
                  <a:cubicBezTo>
                    <a:pt x="4185" y="38488"/>
                    <a:pt x="4172" y="38580"/>
                    <a:pt x="4221" y="38646"/>
                  </a:cubicBezTo>
                  <a:cubicBezTo>
                    <a:pt x="4250" y="38684"/>
                    <a:pt x="4295" y="38705"/>
                    <a:pt x="4339" y="38705"/>
                  </a:cubicBezTo>
                  <a:cubicBezTo>
                    <a:pt x="4370" y="38705"/>
                    <a:pt x="4401" y="38696"/>
                    <a:pt x="4427" y="38674"/>
                  </a:cubicBezTo>
                  <a:cubicBezTo>
                    <a:pt x="4583" y="38558"/>
                    <a:pt x="4741" y="38444"/>
                    <a:pt x="4900" y="38330"/>
                  </a:cubicBezTo>
                  <a:cubicBezTo>
                    <a:pt x="4966" y="38284"/>
                    <a:pt x="4983" y="38192"/>
                    <a:pt x="4936" y="38125"/>
                  </a:cubicBezTo>
                  <a:cubicBezTo>
                    <a:pt x="4907" y="38084"/>
                    <a:pt x="4862" y="38063"/>
                    <a:pt x="4815" y="38063"/>
                  </a:cubicBezTo>
                  <a:close/>
                  <a:moveTo>
                    <a:pt x="52770" y="38530"/>
                  </a:moveTo>
                  <a:cubicBezTo>
                    <a:pt x="52738" y="38530"/>
                    <a:pt x="52705" y="38541"/>
                    <a:pt x="52677" y="38563"/>
                  </a:cubicBezTo>
                  <a:cubicBezTo>
                    <a:pt x="52615" y="38615"/>
                    <a:pt x="52605" y="38708"/>
                    <a:pt x="52656" y="38771"/>
                  </a:cubicBezTo>
                  <a:cubicBezTo>
                    <a:pt x="52780" y="38923"/>
                    <a:pt x="52906" y="39075"/>
                    <a:pt x="53031" y="39228"/>
                  </a:cubicBezTo>
                  <a:cubicBezTo>
                    <a:pt x="53059" y="39264"/>
                    <a:pt x="53102" y="39281"/>
                    <a:pt x="53144" y="39281"/>
                  </a:cubicBezTo>
                  <a:cubicBezTo>
                    <a:pt x="53177" y="39281"/>
                    <a:pt x="53210" y="39271"/>
                    <a:pt x="53237" y="39246"/>
                  </a:cubicBezTo>
                  <a:cubicBezTo>
                    <a:pt x="53300" y="39195"/>
                    <a:pt x="53309" y="39102"/>
                    <a:pt x="53258" y="39039"/>
                  </a:cubicBezTo>
                  <a:cubicBezTo>
                    <a:pt x="53134" y="38888"/>
                    <a:pt x="53009" y="38736"/>
                    <a:pt x="52885" y="38584"/>
                  </a:cubicBezTo>
                  <a:cubicBezTo>
                    <a:pt x="52856" y="38549"/>
                    <a:pt x="52814" y="38530"/>
                    <a:pt x="52770" y="38530"/>
                  </a:cubicBezTo>
                  <a:close/>
                  <a:moveTo>
                    <a:pt x="3643" y="38957"/>
                  </a:moveTo>
                  <a:cubicBezTo>
                    <a:pt x="3610" y="38957"/>
                    <a:pt x="3577" y="38968"/>
                    <a:pt x="3549" y="38990"/>
                  </a:cubicBezTo>
                  <a:lnTo>
                    <a:pt x="3439" y="39081"/>
                  </a:lnTo>
                  <a:cubicBezTo>
                    <a:pt x="3325" y="39178"/>
                    <a:pt x="3209" y="39277"/>
                    <a:pt x="3098" y="39380"/>
                  </a:cubicBezTo>
                  <a:cubicBezTo>
                    <a:pt x="3038" y="39436"/>
                    <a:pt x="3033" y="39529"/>
                    <a:pt x="3089" y="39590"/>
                  </a:cubicBezTo>
                  <a:cubicBezTo>
                    <a:pt x="3119" y="39621"/>
                    <a:pt x="3158" y="39637"/>
                    <a:pt x="3198" y="39637"/>
                  </a:cubicBezTo>
                  <a:cubicBezTo>
                    <a:pt x="3233" y="39637"/>
                    <a:pt x="3269" y="39625"/>
                    <a:pt x="3295" y="39599"/>
                  </a:cubicBezTo>
                  <a:cubicBezTo>
                    <a:pt x="3404" y="39498"/>
                    <a:pt x="3516" y="39401"/>
                    <a:pt x="3627" y="39307"/>
                  </a:cubicBezTo>
                  <a:lnTo>
                    <a:pt x="3736" y="39217"/>
                  </a:lnTo>
                  <a:cubicBezTo>
                    <a:pt x="3800" y="39166"/>
                    <a:pt x="3808" y="39073"/>
                    <a:pt x="3756" y="39009"/>
                  </a:cubicBezTo>
                  <a:cubicBezTo>
                    <a:pt x="3727" y="38974"/>
                    <a:pt x="3686" y="38957"/>
                    <a:pt x="3643" y="38957"/>
                  </a:cubicBezTo>
                  <a:close/>
                  <a:moveTo>
                    <a:pt x="53706" y="39670"/>
                  </a:moveTo>
                  <a:cubicBezTo>
                    <a:pt x="53673" y="39670"/>
                    <a:pt x="53640" y="39681"/>
                    <a:pt x="53613" y="39703"/>
                  </a:cubicBezTo>
                  <a:cubicBezTo>
                    <a:pt x="53551" y="39755"/>
                    <a:pt x="53542" y="39848"/>
                    <a:pt x="53593" y="39911"/>
                  </a:cubicBezTo>
                  <a:lnTo>
                    <a:pt x="53966" y="40365"/>
                  </a:lnTo>
                  <a:cubicBezTo>
                    <a:pt x="53996" y="40401"/>
                    <a:pt x="54038" y="40419"/>
                    <a:pt x="54080" y="40419"/>
                  </a:cubicBezTo>
                  <a:cubicBezTo>
                    <a:pt x="54114" y="40419"/>
                    <a:pt x="54146" y="40409"/>
                    <a:pt x="54172" y="40385"/>
                  </a:cubicBezTo>
                  <a:cubicBezTo>
                    <a:pt x="54235" y="40334"/>
                    <a:pt x="54245" y="40241"/>
                    <a:pt x="54194" y="40178"/>
                  </a:cubicBezTo>
                  <a:lnTo>
                    <a:pt x="53820" y="39723"/>
                  </a:lnTo>
                  <a:cubicBezTo>
                    <a:pt x="53791" y="39688"/>
                    <a:pt x="53749" y="39670"/>
                    <a:pt x="53706" y="39670"/>
                  </a:cubicBezTo>
                  <a:close/>
                  <a:moveTo>
                    <a:pt x="2567" y="39964"/>
                  </a:moveTo>
                  <a:cubicBezTo>
                    <a:pt x="2527" y="39964"/>
                    <a:pt x="2488" y="39979"/>
                    <a:pt x="2459" y="40010"/>
                  </a:cubicBezTo>
                  <a:cubicBezTo>
                    <a:pt x="2322" y="40156"/>
                    <a:pt x="2188" y="40306"/>
                    <a:pt x="2062" y="40457"/>
                  </a:cubicBezTo>
                  <a:cubicBezTo>
                    <a:pt x="2010" y="40519"/>
                    <a:pt x="2018" y="40611"/>
                    <a:pt x="2080" y="40664"/>
                  </a:cubicBezTo>
                  <a:cubicBezTo>
                    <a:pt x="2109" y="40688"/>
                    <a:pt x="2142" y="40699"/>
                    <a:pt x="2176" y="40699"/>
                  </a:cubicBezTo>
                  <a:cubicBezTo>
                    <a:pt x="2217" y="40699"/>
                    <a:pt x="2259" y="40681"/>
                    <a:pt x="2288" y="40647"/>
                  </a:cubicBezTo>
                  <a:cubicBezTo>
                    <a:pt x="2412" y="40500"/>
                    <a:pt x="2542" y="40354"/>
                    <a:pt x="2675" y="40213"/>
                  </a:cubicBezTo>
                  <a:cubicBezTo>
                    <a:pt x="2730" y="40153"/>
                    <a:pt x="2728" y="40059"/>
                    <a:pt x="2668" y="40004"/>
                  </a:cubicBezTo>
                  <a:cubicBezTo>
                    <a:pt x="2640" y="39977"/>
                    <a:pt x="2603" y="39964"/>
                    <a:pt x="2567" y="39964"/>
                  </a:cubicBezTo>
                  <a:close/>
                  <a:moveTo>
                    <a:pt x="54631" y="40818"/>
                  </a:moveTo>
                  <a:cubicBezTo>
                    <a:pt x="54599" y="40818"/>
                    <a:pt x="54568" y="40828"/>
                    <a:pt x="54541" y="40849"/>
                  </a:cubicBezTo>
                  <a:cubicBezTo>
                    <a:pt x="54476" y="40897"/>
                    <a:pt x="54464" y="40990"/>
                    <a:pt x="54514" y="41055"/>
                  </a:cubicBezTo>
                  <a:cubicBezTo>
                    <a:pt x="54634" y="41210"/>
                    <a:pt x="54752" y="41366"/>
                    <a:pt x="54869" y="41523"/>
                  </a:cubicBezTo>
                  <a:cubicBezTo>
                    <a:pt x="54899" y="41562"/>
                    <a:pt x="54944" y="41582"/>
                    <a:pt x="54988" y="41582"/>
                  </a:cubicBezTo>
                  <a:cubicBezTo>
                    <a:pt x="55019" y="41582"/>
                    <a:pt x="55050" y="41573"/>
                    <a:pt x="55076" y="41552"/>
                  </a:cubicBezTo>
                  <a:cubicBezTo>
                    <a:pt x="55141" y="41504"/>
                    <a:pt x="55154" y="41412"/>
                    <a:pt x="55106" y="41346"/>
                  </a:cubicBezTo>
                  <a:cubicBezTo>
                    <a:pt x="54987" y="41188"/>
                    <a:pt x="54867" y="41030"/>
                    <a:pt x="54748" y="40874"/>
                  </a:cubicBezTo>
                  <a:cubicBezTo>
                    <a:pt x="54719" y="40838"/>
                    <a:pt x="54675" y="40818"/>
                    <a:pt x="54631" y="40818"/>
                  </a:cubicBezTo>
                  <a:close/>
                  <a:moveTo>
                    <a:pt x="1634" y="41103"/>
                  </a:moveTo>
                  <a:cubicBezTo>
                    <a:pt x="1588" y="41103"/>
                    <a:pt x="1543" y="41125"/>
                    <a:pt x="1514" y="41165"/>
                  </a:cubicBezTo>
                  <a:cubicBezTo>
                    <a:pt x="1398" y="41329"/>
                    <a:pt x="1287" y="41498"/>
                    <a:pt x="1182" y="41665"/>
                  </a:cubicBezTo>
                  <a:cubicBezTo>
                    <a:pt x="1140" y="41733"/>
                    <a:pt x="1160" y="41825"/>
                    <a:pt x="1230" y="41867"/>
                  </a:cubicBezTo>
                  <a:cubicBezTo>
                    <a:pt x="1254" y="41881"/>
                    <a:pt x="1280" y="41890"/>
                    <a:pt x="1308" y="41890"/>
                  </a:cubicBezTo>
                  <a:cubicBezTo>
                    <a:pt x="1356" y="41890"/>
                    <a:pt x="1404" y="41865"/>
                    <a:pt x="1432" y="41820"/>
                  </a:cubicBezTo>
                  <a:cubicBezTo>
                    <a:pt x="1533" y="41658"/>
                    <a:pt x="1641" y="41495"/>
                    <a:pt x="1754" y="41336"/>
                  </a:cubicBezTo>
                  <a:cubicBezTo>
                    <a:pt x="1801" y="41271"/>
                    <a:pt x="1786" y="41179"/>
                    <a:pt x="1719" y="41131"/>
                  </a:cubicBezTo>
                  <a:cubicBezTo>
                    <a:pt x="1693" y="41112"/>
                    <a:pt x="1663" y="41103"/>
                    <a:pt x="1634" y="41103"/>
                  </a:cubicBezTo>
                  <a:close/>
                  <a:moveTo>
                    <a:pt x="55504" y="42006"/>
                  </a:moveTo>
                  <a:cubicBezTo>
                    <a:pt x="55475" y="42006"/>
                    <a:pt x="55446" y="42014"/>
                    <a:pt x="55420" y="42032"/>
                  </a:cubicBezTo>
                  <a:cubicBezTo>
                    <a:pt x="55354" y="42079"/>
                    <a:pt x="55338" y="42170"/>
                    <a:pt x="55384" y="42237"/>
                  </a:cubicBezTo>
                  <a:cubicBezTo>
                    <a:pt x="55497" y="42397"/>
                    <a:pt x="55606" y="42560"/>
                    <a:pt x="55713" y="42722"/>
                  </a:cubicBezTo>
                  <a:cubicBezTo>
                    <a:pt x="55741" y="42765"/>
                    <a:pt x="55790" y="42788"/>
                    <a:pt x="55837" y="42788"/>
                  </a:cubicBezTo>
                  <a:cubicBezTo>
                    <a:pt x="55865" y="42788"/>
                    <a:pt x="55894" y="42780"/>
                    <a:pt x="55916" y="42764"/>
                  </a:cubicBezTo>
                  <a:cubicBezTo>
                    <a:pt x="55984" y="42720"/>
                    <a:pt x="56003" y="42628"/>
                    <a:pt x="55958" y="42560"/>
                  </a:cubicBezTo>
                  <a:cubicBezTo>
                    <a:pt x="55850" y="42395"/>
                    <a:pt x="55739" y="42231"/>
                    <a:pt x="55626" y="42068"/>
                  </a:cubicBezTo>
                  <a:cubicBezTo>
                    <a:pt x="55597" y="42028"/>
                    <a:pt x="55551" y="42006"/>
                    <a:pt x="55504" y="42006"/>
                  </a:cubicBezTo>
                  <a:close/>
                  <a:moveTo>
                    <a:pt x="877" y="42368"/>
                  </a:moveTo>
                  <a:cubicBezTo>
                    <a:pt x="823" y="42368"/>
                    <a:pt x="771" y="42398"/>
                    <a:pt x="746" y="42450"/>
                  </a:cubicBezTo>
                  <a:cubicBezTo>
                    <a:pt x="655" y="42632"/>
                    <a:pt x="572" y="42816"/>
                    <a:pt x="499" y="42999"/>
                  </a:cubicBezTo>
                  <a:cubicBezTo>
                    <a:pt x="468" y="43074"/>
                    <a:pt x="504" y="43160"/>
                    <a:pt x="580" y="43191"/>
                  </a:cubicBezTo>
                  <a:cubicBezTo>
                    <a:pt x="598" y="43197"/>
                    <a:pt x="618" y="43201"/>
                    <a:pt x="635" y="43201"/>
                  </a:cubicBezTo>
                  <a:cubicBezTo>
                    <a:pt x="694" y="43201"/>
                    <a:pt x="749" y="43166"/>
                    <a:pt x="772" y="43109"/>
                  </a:cubicBezTo>
                  <a:cubicBezTo>
                    <a:pt x="844" y="42934"/>
                    <a:pt x="923" y="42756"/>
                    <a:pt x="1010" y="42581"/>
                  </a:cubicBezTo>
                  <a:cubicBezTo>
                    <a:pt x="1046" y="42507"/>
                    <a:pt x="1016" y="42419"/>
                    <a:pt x="943" y="42383"/>
                  </a:cubicBezTo>
                  <a:cubicBezTo>
                    <a:pt x="922" y="42373"/>
                    <a:pt x="899" y="42368"/>
                    <a:pt x="877" y="42368"/>
                  </a:cubicBezTo>
                  <a:close/>
                  <a:moveTo>
                    <a:pt x="43291" y="43477"/>
                  </a:moveTo>
                  <a:cubicBezTo>
                    <a:pt x="43233" y="43477"/>
                    <a:pt x="43174" y="43477"/>
                    <a:pt x="43117" y="43479"/>
                  </a:cubicBezTo>
                  <a:cubicBezTo>
                    <a:pt x="43035" y="43481"/>
                    <a:pt x="42971" y="43548"/>
                    <a:pt x="42972" y="43629"/>
                  </a:cubicBezTo>
                  <a:cubicBezTo>
                    <a:pt x="42975" y="43710"/>
                    <a:pt x="43043" y="43774"/>
                    <a:pt x="43119" y="43774"/>
                  </a:cubicBezTo>
                  <a:cubicBezTo>
                    <a:pt x="43121" y="43774"/>
                    <a:pt x="43122" y="43774"/>
                    <a:pt x="43123" y="43774"/>
                  </a:cubicBezTo>
                  <a:cubicBezTo>
                    <a:pt x="43173" y="43774"/>
                    <a:pt x="43224" y="43773"/>
                    <a:pt x="43276" y="43773"/>
                  </a:cubicBezTo>
                  <a:cubicBezTo>
                    <a:pt x="43426" y="43774"/>
                    <a:pt x="43564" y="43776"/>
                    <a:pt x="43699" y="43785"/>
                  </a:cubicBezTo>
                  <a:lnTo>
                    <a:pt x="43709" y="43785"/>
                  </a:lnTo>
                  <a:cubicBezTo>
                    <a:pt x="43785" y="43785"/>
                    <a:pt x="43850" y="43726"/>
                    <a:pt x="43855" y="43649"/>
                  </a:cubicBezTo>
                  <a:cubicBezTo>
                    <a:pt x="43863" y="43567"/>
                    <a:pt x="43801" y="43496"/>
                    <a:pt x="43719" y="43491"/>
                  </a:cubicBezTo>
                  <a:cubicBezTo>
                    <a:pt x="43584" y="43482"/>
                    <a:pt x="43443" y="43477"/>
                    <a:pt x="43291" y="43477"/>
                  </a:cubicBezTo>
                  <a:close/>
                  <a:moveTo>
                    <a:pt x="42237" y="43528"/>
                  </a:moveTo>
                  <a:cubicBezTo>
                    <a:pt x="42233" y="43528"/>
                    <a:pt x="42229" y="43528"/>
                    <a:pt x="42225" y="43528"/>
                  </a:cubicBezTo>
                  <a:lnTo>
                    <a:pt x="41637" y="43571"/>
                  </a:lnTo>
                  <a:cubicBezTo>
                    <a:pt x="41557" y="43577"/>
                    <a:pt x="41495" y="43647"/>
                    <a:pt x="41501" y="43728"/>
                  </a:cubicBezTo>
                  <a:cubicBezTo>
                    <a:pt x="41506" y="43806"/>
                    <a:pt x="41572" y="43866"/>
                    <a:pt x="41647" y="43866"/>
                  </a:cubicBezTo>
                  <a:lnTo>
                    <a:pt x="41658" y="43866"/>
                  </a:lnTo>
                  <a:lnTo>
                    <a:pt x="42246" y="43822"/>
                  </a:lnTo>
                  <a:cubicBezTo>
                    <a:pt x="42327" y="43817"/>
                    <a:pt x="42389" y="43747"/>
                    <a:pt x="42383" y="43665"/>
                  </a:cubicBezTo>
                  <a:cubicBezTo>
                    <a:pt x="42378" y="43588"/>
                    <a:pt x="42313" y="43528"/>
                    <a:pt x="42237" y="43528"/>
                  </a:cubicBezTo>
                  <a:close/>
                  <a:moveTo>
                    <a:pt x="40765" y="43635"/>
                  </a:moveTo>
                  <a:cubicBezTo>
                    <a:pt x="40762" y="43635"/>
                    <a:pt x="40758" y="43635"/>
                    <a:pt x="40754" y="43635"/>
                  </a:cubicBezTo>
                  <a:lnTo>
                    <a:pt x="40166" y="43678"/>
                  </a:lnTo>
                  <a:cubicBezTo>
                    <a:pt x="40084" y="43683"/>
                    <a:pt x="40022" y="43754"/>
                    <a:pt x="40030" y="43836"/>
                  </a:cubicBezTo>
                  <a:cubicBezTo>
                    <a:pt x="40035" y="43913"/>
                    <a:pt x="40100" y="43972"/>
                    <a:pt x="40176" y="43972"/>
                  </a:cubicBezTo>
                  <a:lnTo>
                    <a:pt x="40187" y="43972"/>
                  </a:lnTo>
                  <a:lnTo>
                    <a:pt x="40775" y="43930"/>
                  </a:lnTo>
                  <a:cubicBezTo>
                    <a:pt x="40856" y="43924"/>
                    <a:pt x="40918" y="43853"/>
                    <a:pt x="40912" y="43773"/>
                  </a:cubicBezTo>
                  <a:cubicBezTo>
                    <a:pt x="40907" y="43695"/>
                    <a:pt x="40842" y="43635"/>
                    <a:pt x="40765" y="43635"/>
                  </a:cubicBezTo>
                  <a:close/>
                  <a:moveTo>
                    <a:pt x="56309" y="43242"/>
                  </a:moveTo>
                  <a:cubicBezTo>
                    <a:pt x="56283" y="43242"/>
                    <a:pt x="56257" y="43249"/>
                    <a:pt x="56233" y="43263"/>
                  </a:cubicBezTo>
                  <a:cubicBezTo>
                    <a:pt x="56163" y="43305"/>
                    <a:pt x="56142" y="43395"/>
                    <a:pt x="56183" y="43465"/>
                  </a:cubicBezTo>
                  <a:cubicBezTo>
                    <a:pt x="56283" y="43632"/>
                    <a:pt x="56381" y="43802"/>
                    <a:pt x="56476" y="43972"/>
                  </a:cubicBezTo>
                  <a:cubicBezTo>
                    <a:pt x="56503" y="44021"/>
                    <a:pt x="56553" y="44048"/>
                    <a:pt x="56605" y="44048"/>
                  </a:cubicBezTo>
                  <a:cubicBezTo>
                    <a:pt x="56629" y="44048"/>
                    <a:pt x="56653" y="44042"/>
                    <a:pt x="56677" y="44028"/>
                  </a:cubicBezTo>
                  <a:cubicBezTo>
                    <a:pt x="56747" y="43989"/>
                    <a:pt x="56773" y="43899"/>
                    <a:pt x="56734" y="43827"/>
                  </a:cubicBezTo>
                  <a:cubicBezTo>
                    <a:pt x="56637" y="43655"/>
                    <a:pt x="56538" y="43483"/>
                    <a:pt x="56436" y="43314"/>
                  </a:cubicBezTo>
                  <a:cubicBezTo>
                    <a:pt x="56408" y="43267"/>
                    <a:pt x="56359" y="43242"/>
                    <a:pt x="56309" y="43242"/>
                  </a:cubicBezTo>
                  <a:close/>
                  <a:moveTo>
                    <a:pt x="39295" y="43742"/>
                  </a:moveTo>
                  <a:cubicBezTo>
                    <a:pt x="39291" y="43742"/>
                    <a:pt x="39288" y="43742"/>
                    <a:pt x="39284" y="43743"/>
                  </a:cubicBezTo>
                  <a:lnTo>
                    <a:pt x="38696" y="43785"/>
                  </a:lnTo>
                  <a:cubicBezTo>
                    <a:pt x="38614" y="43790"/>
                    <a:pt x="38552" y="43861"/>
                    <a:pt x="38559" y="43943"/>
                  </a:cubicBezTo>
                  <a:cubicBezTo>
                    <a:pt x="38565" y="44020"/>
                    <a:pt x="38630" y="44079"/>
                    <a:pt x="38706" y="44079"/>
                  </a:cubicBezTo>
                  <a:lnTo>
                    <a:pt x="38716" y="44079"/>
                  </a:lnTo>
                  <a:lnTo>
                    <a:pt x="39304" y="44037"/>
                  </a:lnTo>
                  <a:cubicBezTo>
                    <a:pt x="39386" y="44032"/>
                    <a:pt x="39448" y="43960"/>
                    <a:pt x="39442" y="43879"/>
                  </a:cubicBezTo>
                  <a:cubicBezTo>
                    <a:pt x="39437" y="43802"/>
                    <a:pt x="39372" y="43742"/>
                    <a:pt x="39295" y="43742"/>
                  </a:cubicBezTo>
                  <a:close/>
                  <a:moveTo>
                    <a:pt x="44578" y="43639"/>
                  </a:moveTo>
                  <a:cubicBezTo>
                    <a:pt x="44515" y="43639"/>
                    <a:pt x="44456" y="43681"/>
                    <a:pt x="44437" y="43744"/>
                  </a:cubicBezTo>
                  <a:cubicBezTo>
                    <a:pt x="44413" y="43822"/>
                    <a:pt x="44458" y="43905"/>
                    <a:pt x="44535" y="43928"/>
                  </a:cubicBezTo>
                  <a:cubicBezTo>
                    <a:pt x="44609" y="43950"/>
                    <a:pt x="44683" y="43976"/>
                    <a:pt x="44755" y="44005"/>
                  </a:cubicBezTo>
                  <a:cubicBezTo>
                    <a:pt x="44856" y="44044"/>
                    <a:pt x="44957" y="44090"/>
                    <a:pt x="45052" y="44142"/>
                  </a:cubicBezTo>
                  <a:cubicBezTo>
                    <a:pt x="45075" y="44155"/>
                    <a:pt x="45099" y="44161"/>
                    <a:pt x="45122" y="44161"/>
                  </a:cubicBezTo>
                  <a:cubicBezTo>
                    <a:pt x="45175" y="44161"/>
                    <a:pt x="45226" y="44132"/>
                    <a:pt x="45253" y="44082"/>
                  </a:cubicBezTo>
                  <a:cubicBezTo>
                    <a:pt x="45293" y="44010"/>
                    <a:pt x="45266" y="43920"/>
                    <a:pt x="45194" y="43882"/>
                  </a:cubicBezTo>
                  <a:cubicBezTo>
                    <a:pt x="45086" y="43825"/>
                    <a:pt x="44975" y="43774"/>
                    <a:pt x="44863" y="43729"/>
                  </a:cubicBezTo>
                  <a:cubicBezTo>
                    <a:pt x="44786" y="43698"/>
                    <a:pt x="44705" y="43672"/>
                    <a:pt x="44622" y="43646"/>
                  </a:cubicBezTo>
                  <a:cubicBezTo>
                    <a:pt x="44607" y="43641"/>
                    <a:pt x="44593" y="43639"/>
                    <a:pt x="44578" y="43639"/>
                  </a:cubicBezTo>
                  <a:close/>
                  <a:moveTo>
                    <a:pt x="37823" y="43850"/>
                  </a:moveTo>
                  <a:cubicBezTo>
                    <a:pt x="37820" y="43850"/>
                    <a:pt x="37817" y="43850"/>
                    <a:pt x="37813" y="43850"/>
                  </a:cubicBezTo>
                  <a:lnTo>
                    <a:pt x="37225" y="43892"/>
                  </a:lnTo>
                  <a:cubicBezTo>
                    <a:pt x="37144" y="43898"/>
                    <a:pt x="37082" y="43969"/>
                    <a:pt x="37089" y="44049"/>
                  </a:cubicBezTo>
                  <a:cubicBezTo>
                    <a:pt x="37094" y="44127"/>
                    <a:pt x="37159" y="44186"/>
                    <a:pt x="37236" y="44186"/>
                  </a:cubicBezTo>
                  <a:lnTo>
                    <a:pt x="37246" y="44186"/>
                  </a:lnTo>
                  <a:lnTo>
                    <a:pt x="37834" y="44144"/>
                  </a:lnTo>
                  <a:cubicBezTo>
                    <a:pt x="37916" y="44139"/>
                    <a:pt x="37978" y="44068"/>
                    <a:pt x="37971" y="43986"/>
                  </a:cubicBezTo>
                  <a:cubicBezTo>
                    <a:pt x="37966" y="43908"/>
                    <a:pt x="37900" y="43850"/>
                    <a:pt x="37823" y="43850"/>
                  </a:cubicBezTo>
                  <a:close/>
                  <a:moveTo>
                    <a:pt x="36353" y="43956"/>
                  </a:moveTo>
                  <a:cubicBezTo>
                    <a:pt x="36350" y="43956"/>
                    <a:pt x="36346" y="43956"/>
                    <a:pt x="36342" y="43956"/>
                  </a:cubicBezTo>
                  <a:lnTo>
                    <a:pt x="35754" y="44000"/>
                  </a:lnTo>
                  <a:cubicBezTo>
                    <a:pt x="35673" y="44005"/>
                    <a:pt x="35611" y="44075"/>
                    <a:pt x="35617" y="44156"/>
                  </a:cubicBezTo>
                  <a:cubicBezTo>
                    <a:pt x="35622" y="44234"/>
                    <a:pt x="35688" y="44294"/>
                    <a:pt x="35764" y="44294"/>
                  </a:cubicBezTo>
                  <a:cubicBezTo>
                    <a:pt x="35767" y="44294"/>
                    <a:pt x="35769" y="44293"/>
                    <a:pt x="35772" y="44293"/>
                  </a:cubicBezTo>
                  <a:cubicBezTo>
                    <a:pt x="35773" y="44293"/>
                    <a:pt x="35774" y="44293"/>
                    <a:pt x="35775" y="44294"/>
                  </a:cubicBezTo>
                  <a:lnTo>
                    <a:pt x="36363" y="44250"/>
                  </a:lnTo>
                  <a:cubicBezTo>
                    <a:pt x="36444" y="44245"/>
                    <a:pt x="36506" y="44175"/>
                    <a:pt x="36499" y="44094"/>
                  </a:cubicBezTo>
                  <a:cubicBezTo>
                    <a:pt x="36494" y="44016"/>
                    <a:pt x="36428" y="43956"/>
                    <a:pt x="36353" y="43956"/>
                  </a:cubicBezTo>
                  <a:close/>
                  <a:moveTo>
                    <a:pt x="34883" y="44062"/>
                  </a:moveTo>
                  <a:cubicBezTo>
                    <a:pt x="34879" y="44062"/>
                    <a:pt x="34876" y="44062"/>
                    <a:pt x="34872" y="44063"/>
                  </a:cubicBezTo>
                  <a:lnTo>
                    <a:pt x="34284" y="44105"/>
                  </a:lnTo>
                  <a:cubicBezTo>
                    <a:pt x="34202" y="44110"/>
                    <a:pt x="34140" y="44181"/>
                    <a:pt x="34147" y="44263"/>
                  </a:cubicBezTo>
                  <a:cubicBezTo>
                    <a:pt x="34152" y="44340"/>
                    <a:pt x="34218" y="44399"/>
                    <a:pt x="34294" y="44399"/>
                  </a:cubicBezTo>
                  <a:lnTo>
                    <a:pt x="34304" y="44399"/>
                  </a:lnTo>
                  <a:lnTo>
                    <a:pt x="34893" y="44357"/>
                  </a:lnTo>
                  <a:cubicBezTo>
                    <a:pt x="34974" y="44351"/>
                    <a:pt x="35036" y="44280"/>
                    <a:pt x="35029" y="44199"/>
                  </a:cubicBezTo>
                  <a:cubicBezTo>
                    <a:pt x="35024" y="44122"/>
                    <a:pt x="34960" y="44062"/>
                    <a:pt x="34883" y="44062"/>
                  </a:cubicBezTo>
                  <a:close/>
                  <a:moveTo>
                    <a:pt x="33413" y="44167"/>
                  </a:moveTo>
                  <a:cubicBezTo>
                    <a:pt x="33409" y="44167"/>
                    <a:pt x="33406" y="44168"/>
                    <a:pt x="33402" y="44168"/>
                  </a:cubicBezTo>
                  <a:lnTo>
                    <a:pt x="32813" y="44212"/>
                  </a:lnTo>
                  <a:cubicBezTo>
                    <a:pt x="32731" y="44218"/>
                    <a:pt x="32670" y="44290"/>
                    <a:pt x="32676" y="44371"/>
                  </a:cubicBezTo>
                  <a:cubicBezTo>
                    <a:pt x="32684" y="44448"/>
                    <a:pt x="32748" y="44507"/>
                    <a:pt x="32824" y="44507"/>
                  </a:cubicBezTo>
                  <a:cubicBezTo>
                    <a:pt x="32828" y="44507"/>
                    <a:pt x="32831" y="44507"/>
                    <a:pt x="32834" y="44506"/>
                  </a:cubicBezTo>
                  <a:lnTo>
                    <a:pt x="33422" y="44462"/>
                  </a:lnTo>
                  <a:cubicBezTo>
                    <a:pt x="33504" y="44457"/>
                    <a:pt x="33566" y="44387"/>
                    <a:pt x="33559" y="44305"/>
                  </a:cubicBezTo>
                  <a:cubicBezTo>
                    <a:pt x="33554" y="44227"/>
                    <a:pt x="33490" y="44167"/>
                    <a:pt x="33413" y="44167"/>
                  </a:cubicBezTo>
                  <a:close/>
                  <a:moveTo>
                    <a:pt x="354" y="43743"/>
                  </a:moveTo>
                  <a:cubicBezTo>
                    <a:pt x="289" y="43743"/>
                    <a:pt x="228" y="43786"/>
                    <a:pt x="211" y="43852"/>
                  </a:cubicBezTo>
                  <a:cubicBezTo>
                    <a:pt x="160" y="44049"/>
                    <a:pt x="116" y="44247"/>
                    <a:pt x="83" y="44441"/>
                  </a:cubicBezTo>
                  <a:cubicBezTo>
                    <a:pt x="71" y="44523"/>
                    <a:pt x="124" y="44599"/>
                    <a:pt x="205" y="44611"/>
                  </a:cubicBezTo>
                  <a:cubicBezTo>
                    <a:pt x="212" y="44615"/>
                    <a:pt x="221" y="44615"/>
                    <a:pt x="230" y="44615"/>
                  </a:cubicBezTo>
                  <a:cubicBezTo>
                    <a:pt x="299" y="44615"/>
                    <a:pt x="362" y="44564"/>
                    <a:pt x="374" y="44491"/>
                  </a:cubicBezTo>
                  <a:cubicBezTo>
                    <a:pt x="405" y="44306"/>
                    <a:pt x="446" y="44116"/>
                    <a:pt x="496" y="43928"/>
                  </a:cubicBezTo>
                  <a:cubicBezTo>
                    <a:pt x="517" y="43850"/>
                    <a:pt x="470" y="43769"/>
                    <a:pt x="392" y="43748"/>
                  </a:cubicBezTo>
                  <a:cubicBezTo>
                    <a:pt x="379" y="43745"/>
                    <a:pt x="366" y="43743"/>
                    <a:pt x="354" y="43743"/>
                  </a:cubicBezTo>
                  <a:close/>
                  <a:moveTo>
                    <a:pt x="31941" y="44288"/>
                  </a:moveTo>
                  <a:cubicBezTo>
                    <a:pt x="31936" y="44288"/>
                    <a:pt x="31932" y="44288"/>
                    <a:pt x="31927" y="44289"/>
                  </a:cubicBezTo>
                  <a:cubicBezTo>
                    <a:pt x="31731" y="44307"/>
                    <a:pt x="31534" y="44328"/>
                    <a:pt x="31338" y="44351"/>
                  </a:cubicBezTo>
                  <a:cubicBezTo>
                    <a:pt x="31257" y="44361"/>
                    <a:pt x="31200" y="44434"/>
                    <a:pt x="31209" y="44516"/>
                  </a:cubicBezTo>
                  <a:cubicBezTo>
                    <a:pt x="31216" y="44590"/>
                    <a:pt x="31281" y="44646"/>
                    <a:pt x="31355" y="44646"/>
                  </a:cubicBezTo>
                  <a:cubicBezTo>
                    <a:pt x="31359" y="44646"/>
                    <a:pt x="31362" y="44645"/>
                    <a:pt x="31367" y="44645"/>
                  </a:cubicBezTo>
                  <a:cubicBezTo>
                    <a:pt x="31369" y="44645"/>
                    <a:pt x="31371" y="44645"/>
                    <a:pt x="31373" y="44646"/>
                  </a:cubicBezTo>
                  <a:cubicBezTo>
                    <a:pt x="31566" y="44622"/>
                    <a:pt x="31761" y="44601"/>
                    <a:pt x="31956" y="44583"/>
                  </a:cubicBezTo>
                  <a:cubicBezTo>
                    <a:pt x="32037" y="44574"/>
                    <a:pt x="32097" y="44502"/>
                    <a:pt x="32088" y="44421"/>
                  </a:cubicBezTo>
                  <a:cubicBezTo>
                    <a:pt x="32081" y="44345"/>
                    <a:pt x="32018" y="44288"/>
                    <a:pt x="31941" y="44288"/>
                  </a:cubicBezTo>
                  <a:close/>
                  <a:moveTo>
                    <a:pt x="30479" y="44474"/>
                  </a:moveTo>
                  <a:cubicBezTo>
                    <a:pt x="30471" y="44474"/>
                    <a:pt x="30463" y="44475"/>
                    <a:pt x="30454" y="44476"/>
                  </a:cubicBezTo>
                  <a:cubicBezTo>
                    <a:pt x="30251" y="44510"/>
                    <a:pt x="30055" y="44548"/>
                    <a:pt x="29869" y="44586"/>
                  </a:cubicBezTo>
                  <a:cubicBezTo>
                    <a:pt x="29791" y="44603"/>
                    <a:pt x="29739" y="44681"/>
                    <a:pt x="29755" y="44760"/>
                  </a:cubicBezTo>
                  <a:cubicBezTo>
                    <a:pt x="29771" y="44830"/>
                    <a:pt x="29832" y="44878"/>
                    <a:pt x="29900" y="44878"/>
                  </a:cubicBezTo>
                  <a:cubicBezTo>
                    <a:pt x="29910" y="44878"/>
                    <a:pt x="29920" y="44877"/>
                    <a:pt x="29930" y="44877"/>
                  </a:cubicBezTo>
                  <a:cubicBezTo>
                    <a:pt x="30111" y="44837"/>
                    <a:pt x="30303" y="44801"/>
                    <a:pt x="30503" y="44768"/>
                  </a:cubicBezTo>
                  <a:cubicBezTo>
                    <a:pt x="30583" y="44754"/>
                    <a:pt x="30638" y="44678"/>
                    <a:pt x="30625" y="44598"/>
                  </a:cubicBezTo>
                  <a:cubicBezTo>
                    <a:pt x="30612" y="44526"/>
                    <a:pt x="30550" y="44474"/>
                    <a:pt x="30479" y="44474"/>
                  </a:cubicBezTo>
                  <a:close/>
                  <a:moveTo>
                    <a:pt x="45830" y="44391"/>
                  </a:moveTo>
                  <a:cubicBezTo>
                    <a:pt x="45792" y="44391"/>
                    <a:pt x="45754" y="44405"/>
                    <a:pt x="45725" y="44434"/>
                  </a:cubicBezTo>
                  <a:cubicBezTo>
                    <a:pt x="45668" y="44492"/>
                    <a:pt x="45668" y="44586"/>
                    <a:pt x="45726" y="44642"/>
                  </a:cubicBezTo>
                  <a:cubicBezTo>
                    <a:pt x="45856" y="44771"/>
                    <a:pt x="45979" y="44916"/>
                    <a:pt x="46092" y="45073"/>
                  </a:cubicBezTo>
                  <a:cubicBezTo>
                    <a:pt x="46122" y="45112"/>
                    <a:pt x="46166" y="45133"/>
                    <a:pt x="46212" y="45133"/>
                  </a:cubicBezTo>
                  <a:cubicBezTo>
                    <a:pt x="46243" y="45133"/>
                    <a:pt x="46273" y="45124"/>
                    <a:pt x="46299" y="45106"/>
                  </a:cubicBezTo>
                  <a:cubicBezTo>
                    <a:pt x="46365" y="45058"/>
                    <a:pt x="46380" y="44965"/>
                    <a:pt x="46332" y="44899"/>
                  </a:cubicBezTo>
                  <a:cubicBezTo>
                    <a:pt x="46210" y="44729"/>
                    <a:pt x="46076" y="44573"/>
                    <a:pt x="45933" y="44433"/>
                  </a:cubicBezTo>
                  <a:cubicBezTo>
                    <a:pt x="45905" y="44405"/>
                    <a:pt x="45867" y="44391"/>
                    <a:pt x="45830" y="44391"/>
                  </a:cubicBezTo>
                  <a:close/>
                  <a:moveTo>
                    <a:pt x="29041" y="44797"/>
                  </a:moveTo>
                  <a:cubicBezTo>
                    <a:pt x="29028" y="44797"/>
                    <a:pt x="29014" y="44798"/>
                    <a:pt x="29000" y="44802"/>
                  </a:cubicBezTo>
                  <a:cubicBezTo>
                    <a:pt x="28805" y="44859"/>
                    <a:pt x="28614" y="44923"/>
                    <a:pt x="28431" y="44990"/>
                  </a:cubicBezTo>
                  <a:cubicBezTo>
                    <a:pt x="28355" y="45018"/>
                    <a:pt x="28315" y="45104"/>
                    <a:pt x="28343" y="45179"/>
                  </a:cubicBezTo>
                  <a:cubicBezTo>
                    <a:pt x="28366" y="45239"/>
                    <a:pt x="28420" y="45276"/>
                    <a:pt x="28481" y="45276"/>
                  </a:cubicBezTo>
                  <a:cubicBezTo>
                    <a:pt x="28498" y="45276"/>
                    <a:pt x="28516" y="45274"/>
                    <a:pt x="28532" y="45267"/>
                  </a:cubicBezTo>
                  <a:cubicBezTo>
                    <a:pt x="28708" y="45203"/>
                    <a:pt x="28894" y="45142"/>
                    <a:pt x="29083" y="45086"/>
                  </a:cubicBezTo>
                  <a:cubicBezTo>
                    <a:pt x="29161" y="45063"/>
                    <a:pt x="29207" y="44982"/>
                    <a:pt x="29183" y="44903"/>
                  </a:cubicBezTo>
                  <a:cubicBezTo>
                    <a:pt x="29164" y="44839"/>
                    <a:pt x="29105" y="44797"/>
                    <a:pt x="29041" y="44797"/>
                  </a:cubicBezTo>
                  <a:close/>
                  <a:moveTo>
                    <a:pt x="57011" y="44537"/>
                  </a:moveTo>
                  <a:cubicBezTo>
                    <a:pt x="56990" y="44537"/>
                    <a:pt x="56968" y="44542"/>
                    <a:pt x="56947" y="44552"/>
                  </a:cubicBezTo>
                  <a:cubicBezTo>
                    <a:pt x="56874" y="44588"/>
                    <a:pt x="56844" y="44675"/>
                    <a:pt x="56879" y="44749"/>
                  </a:cubicBezTo>
                  <a:cubicBezTo>
                    <a:pt x="56966" y="44925"/>
                    <a:pt x="57046" y="45105"/>
                    <a:pt x="57123" y="45279"/>
                  </a:cubicBezTo>
                  <a:cubicBezTo>
                    <a:pt x="57148" y="45334"/>
                    <a:pt x="57201" y="45368"/>
                    <a:pt x="57258" y="45368"/>
                  </a:cubicBezTo>
                  <a:cubicBezTo>
                    <a:pt x="57278" y="45368"/>
                    <a:pt x="57297" y="45364"/>
                    <a:pt x="57316" y="45354"/>
                  </a:cubicBezTo>
                  <a:cubicBezTo>
                    <a:pt x="57391" y="45322"/>
                    <a:pt x="57426" y="45236"/>
                    <a:pt x="57393" y="45161"/>
                  </a:cubicBezTo>
                  <a:cubicBezTo>
                    <a:pt x="57316" y="44983"/>
                    <a:pt x="57232" y="44800"/>
                    <a:pt x="57144" y="44620"/>
                  </a:cubicBezTo>
                  <a:cubicBezTo>
                    <a:pt x="57118" y="44568"/>
                    <a:pt x="57066" y="44537"/>
                    <a:pt x="57011" y="44537"/>
                  </a:cubicBezTo>
                  <a:close/>
                  <a:moveTo>
                    <a:pt x="27669" y="45331"/>
                  </a:moveTo>
                  <a:cubicBezTo>
                    <a:pt x="27647" y="45331"/>
                    <a:pt x="27625" y="45336"/>
                    <a:pt x="27603" y="45346"/>
                  </a:cubicBezTo>
                  <a:cubicBezTo>
                    <a:pt x="27423" y="45436"/>
                    <a:pt x="27244" y="45535"/>
                    <a:pt x="27077" y="45638"/>
                  </a:cubicBezTo>
                  <a:cubicBezTo>
                    <a:pt x="27009" y="45681"/>
                    <a:pt x="26986" y="45771"/>
                    <a:pt x="27030" y="45841"/>
                  </a:cubicBezTo>
                  <a:cubicBezTo>
                    <a:pt x="27056" y="45886"/>
                    <a:pt x="27105" y="45910"/>
                    <a:pt x="27154" y="45910"/>
                  </a:cubicBezTo>
                  <a:cubicBezTo>
                    <a:pt x="27181" y="45910"/>
                    <a:pt x="27207" y="45904"/>
                    <a:pt x="27232" y="45890"/>
                  </a:cubicBezTo>
                  <a:cubicBezTo>
                    <a:pt x="27393" y="45791"/>
                    <a:pt x="27562" y="45697"/>
                    <a:pt x="27736" y="45610"/>
                  </a:cubicBezTo>
                  <a:cubicBezTo>
                    <a:pt x="27809" y="45573"/>
                    <a:pt x="27837" y="45483"/>
                    <a:pt x="27801" y="45411"/>
                  </a:cubicBezTo>
                  <a:cubicBezTo>
                    <a:pt x="27775" y="45360"/>
                    <a:pt x="27723" y="45331"/>
                    <a:pt x="27669" y="45331"/>
                  </a:cubicBezTo>
                  <a:close/>
                  <a:moveTo>
                    <a:pt x="148" y="45202"/>
                  </a:moveTo>
                  <a:cubicBezTo>
                    <a:pt x="68" y="45202"/>
                    <a:pt x="1" y="45266"/>
                    <a:pt x="1" y="45347"/>
                  </a:cubicBezTo>
                  <a:lnTo>
                    <a:pt x="1" y="45401"/>
                  </a:lnTo>
                  <a:cubicBezTo>
                    <a:pt x="1" y="45587"/>
                    <a:pt x="10" y="45772"/>
                    <a:pt x="30" y="45953"/>
                  </a:cubicBezTo>
                  <a:cubicBezTo>
                    <a:pt x="38" y="46028"/>
                    <a:pt x="102" y="46085"/>
                    <a:pt x="176" y="46085"/>
                  </a:cubicBezTo>
                  <a:cubicBezTo>
                    <a:pt x="179" y="46085"/>
                    <a:pt x="183" y="46084"/>
                    <a:pt x="186" y="46084"/>
                  </a:cubicBezTo>
                  <a:cubicBezTo>
                    <a:pt x="188" y="46084"/>
                    <a:pt x="189" y="46085"/>
                    <a:pt x="190" y="46085"/>
                  </a:cubicBezTo>
                  <a:cubicBezTo>
                    <a:pt x="272" y="46076"/>
                    <a:pt x="331" y="46003"/>
                    <a:pt x="322" y="45922"/>
                  </a:cubicBezTo>
                  <a:cubicBezTo>
                    <a:pt x="304" y="45751"/>
                    <a:pt x="295" y="45576"/>
                    <a:pt x="295" y="45401"/>
                  </a:cubicBezTo>
                  <a:lnTo>
                    <a:pt x="295" y="45349"/>
                  </a:lnTo>
                  <a:cubicBezTo>
                    <a:pt x="296" y="45269"/>
                    <a:pt x="231" y="45203"/>
                    <a:pt x="149" y="45202"/>
                  </a:cubicBezTo>
                  <a:close/>
                  <a:moveTo>
                    <a:pt x="46650" y="45605"/>
                  </a:moveTo>
                  <a:cubicBezTo>
                    <a:pt x="46630" y="45605"/>
                    <a:pt x="46609" y="45609"/>
                    <a:pt x="46590" y="45617"/>
                  </a:cubicBezTo>
                  <a:cubicBezTo>
                    <a:pt x="46516" y="45652"/>
                    <a:pt x="46483" y="45738"/>
                    <a:pt x="46516" y="45812"/>
                  </a:cubicBezTo>
                  <a:cubicBezTo>
                    <a:pt x="46593" y="45982"/>
                    <a:pt x="46661" y="46162"/>
                    <a:pt x="46721" y="46348"/>
                  </a:cubicBezTo>
                  <a:cubicBezTo>
                    <a:pt x="46741" y="46411"/>
                    <a:pt x="46799" y="46451"/>
                    <a:pt x="46861" y="46451"/>
                  </a:cubicBezTo>
                  <a:cubicBezTo>
                    <a:pt x="46875" y="46451"/>
                    <a:pt x="46891" y="46448"/>
                    <a:pt x="46904" y="46445"/>
                  </a:cubicBezTo>
                  <a:cubicBezTo>
                    <a:pt x="46982" y="46419"/>
                    <a:pt x="47025" y="46337"/>
                    <a:pt x="47000" y="46259"/>
                  </a:cubicBezTo>
                  <a:cubicBezTo>
                    <a:pt x="46938" y="46063"/>
                    <a:pt x="46865" y="45872"/>
                    <a:pt x="46785" y="45693"/>
                  </a:cubicBezTo>
                  <a:cubicBezTo>
                    <a:pt x="46760" y="45637"/>
                    <a:pt x="46707" y="45605"/>
                    <a:pt x="46650" y="45605"/>
                  </a:cubicBezTo>
                  <a:close/>
                  <a:moveTo>
                    <a:pt x="57579" y="45896"/>
                  </a:moveTo>
                  <a:cubicBezTo>
                    <a:pt x="57563" y="45896"/>
                    <a:pt x="57546" y="45899"/>
                    <a:pt x="57530" y="45904"/>
                  </a:cubicBezTo>
                  <a:cubicBezTo>
                    <a:pt x="57454" y="45931"/>
                    <a:pt x="57413" y="46015"/>
                    <a:pt x="57441" y="46092"/>
                  </a:cubicBezTo>
                  <a:cubicBezTo>
                    <a:pt x="57505" y="46276"/>
                    <a:pt x="57564" y="46462"/>
                    <a:pt x="57617" y="46646"/>
                  </a:cubicBezTo>
                  <a:cubicBezTo>
                    <a:pt x="57637" y="46710"/>
                    <a:pt x="57694" y="46752"/>
                    <a:pt x="57758" y="46752"/>
                  </a:cubicBezTo>
                  <a:cubicBezTo>
                    <a:pt x="57773" y="46752"/>
                    <a:pt x="57786" y="46751"/>
                    <a:pt x="57800" y="46746"/>
                  </a:cubicBezTo>
                  <a:cubicBezTo>
                    <a:pt x="57877" y="46725"/>
                    <a:pt x="57922" y="46643"/>
                    <a:pt x="57901" y="46565"/>
                  </a:cubicBezTo>
                  <a:cubicBezTo>
                    <a:pt x="57846" y="46375"/>
                    <a:pt x="57784" y="46184"/>
                    <a:pt x="57719" y="45994"/>
                  </a:cubicBezTo>
                  <a:cubicBezTo>
                    <a:pt x="57697" y="45934"/>
                    <a:pt x="57640" y="45896"/>
                    <a:pt x="57579" y="45896"/>
                  </a:cubicBezTo>
                  <a:close/>
                  <a:moveTo>
                    <a:pt x="26436" y="46132"/>
                  </a:moveTo>
                  <a:cubicBezTo>
                    <a:pt x="26402" y="46132"/>
                    <a:pt x="26369" y="46143"/>
                    <a:pt x="26341" y="46166"/>
                  </a:cubicBezTo>
                  <a:cubicBezTo>
                    <a:pt x="26189" y="46292"/>
                    <a:pt x="26040" y="46429"/>
                    <a:pt x="25897" y="46572"/>
                  </a:cubicBezTo>
                  <a:cubicBezTo>
                    <a:pt x="25839" y="46631"/>
                    <a:pt x="25839" y="46724"/>
                    <a:pt x="25897" y="46781"/>
                  </a:cubicBezTo>
                  <a:cubicBezTo>
                    <a:pt x="25927" y="46809"/>
                    <a:pt x="25964" y="46824"/>
                    <a:pt x="26001" y="46824"/>
                  </a:cubicBezTo>
                  <a:cubicBezTo>
                    <a:pt x="26040" y="46824"/>
                    <a:pt x="26077" y="46809"/>
                    <a:pt x="26106" y="46781"/>
                  </a:cubicBezTo>
                  <a:cubicBezTo>
                    <a:pt x="26242" y="46644"/>
                    <a:pt x="26385" y="46514"/>
                    <a:pt x="26530" y="46393"/>
                  </a:cubicBezTo>
                  <a:cubicBezTo>
                    <a:pt x="26593" y="46342"/>
                    <a:pt x="26601" y="46247"/>
                    <a:pt x="26550" y="46185"/>
                  </a:cubicBezTo>
                  <a:cubicBezTo>
                    <a:pt x="26520" y="46150"/>
                    <a:pt x="26478" y="46132"/>
                    <a:pt x="26436" y="46132"/>
                  </a:cubicBezTo>
                  <a:close/>
                  <a:moveTo>
                    <a:pt x="349" y="46656"/>
                  </a:moveTo>
                  <a:cubicBezTo>
                    <a:pt x="335" y="46656"/>
                    <a:pt x="321" y="46658"/>
                    <a:pt x="307" y="46663"/>
                  </a:cubicBezTo>
                  <a:cubicBezTo>
                    <a:pt x="228" y="46685"/>
                    <a:pt x="183" y="46767"/>
                    <a:pt x="206" y="46845"/>
                  </a:cubicBezTo>
                  <a:cubicBezTo>
                    <a:pt x="235" y="46945"/>
                    <a:pt x="267" y="47044"/>
                    <a:pt x="303" y="47143"/>
                  </a:cubicBezTo>
                  <a:cubicBezTo>
                    <a:pt x="336" y="47235"/>
                    <a:pt x="372" y="47327"/>
                    <a:pt x="410" y="47416"/>
                  </a:cubicBezTo>
                  <a:cubicBezTo>
                    <a:pt x="433" y="47473"/>
                    <a:pt x="488" y="47506"/>
                    <a:pt x="545" y="47506"/>
                  </a:cubicBezTo>
                  <a:cubicBezTo>
                    <a:pt x="563" y="47506"/>
                    <a:pt x="584" y="47502"/>
                    <a:pt x="603" y="47495"/>
                  </a:cubicBezTo>
                  <a:cubicBezTo>
                    <a:pt x="678" y="47463"/>
                    <a:pt x="715" y="47377"/>
                    <a:pt x="682" y="47302"/>
                  </a:cubicBezTo>
                  <a:cubicBezTo>
                    <a:pt x="645" y="47217"/>
                    <a:pt x="612" y="47132"/>
                    <a:pt x="582" y="47044"/>
                  </a:cubicBezTo>
                  <a:cubicBezTo>
                    <a:pt x="547" y="46950"/>
                    <a:pt x="517" y="46858"/>
                    <a:pt x="490" y="46763"/>
                  </a:cubicBezTo>
                  <a:cubicBezTo>
                    <a:pt x="471" y="46698"/>
                    <a:pt x="412" y="46656"/>
                    <a:pt x="349" y="46656"/>
                  </a:cubicBezTo>
                  <a:close/>
                  <a:moveTo>
                    <a:pt x="47066" y="47017"/>
                  </a:moveTo>
                  <a:cubicBezTo>
                    <a:pt x="47058" y="47017"/>
                    <a:pt x="47050" y="47017"/>
                    <a:pt x="47042" y="47019"/>
                  </a:cubicBezTo>
                  <a:cubicBezTo>
                    <a:pt x="46960" y="47031"/>
                    <a:pt x="46906" y="47107"/>
                    <a:pt x="46919" y="47188"/>
                  </a:cubicBezTo>
                  <a:cubicBezTo>
                    <a:pt x="46950" y="47375"/>
                    <a:pt x="46971" y="47567"/>
                    <a:pt x="46985" y="47760"/>
                  </a:cubicBezTo>
                  <a:cubicBezTo>
                    <a:pt x="46990" y="47838"/>
                    <a:pt x="47054" y="47897"/>
                    <a:pt x="47131" y="47897"/>
                  </a:cubicBezTo>
                  <a:cubicBezTo>
                    <a:pt x="47134" y="47897"/>
                    <a:pt x="47139" y="47897"/>
                    <a:pt x="47142" y="47898"/>
                  </a:cubicBezTo>
                  <a:cubicBezTo>
                    <a:pt x="47223" y="47892"/>
                    <a:pt x="47284" y="47822"/>
                    <a:pt x="47279" y="47741"/>
                  </a:cubicBezTo>
                  <a:cubicBezTo>
                    <a:pt x="47265" y="47539"/>
                    <a:pt x="47243" y="47337"/>
                    <a:pt x="47211" y="47141"/>
                  </a:cubicBezTo>
                  <a:cubicBezTo>
                    <a:pt x="47199" y="47068"/>
                    <a:pt x="47137" y="47017"/>
                    <a:pt x="47066" y="47017"/>
                  </a:cubicBezTo>
                  <a:close/>
                  <a:moveTo>
                    <a:pt x="25419" y="47194"/>
                  </a:moveTo>
                  <a:cubicBezTo>
                    <a:pt x="25375" y="47194"/>
                    <a:pt x="25332" y="47214"/>
                    <a:pt x="25302" y="47252"/>
                  </a:cubicBezTo>
                  <a:cubicBezTo>
                    <a:pt x="25183" y="47407"/>
                    <a:pt x="25066" y="47571"/>
                    <a:pt x="24954" y="47741"/>
                  </a:cubicBezTo>
                  <a:cubicBezTo>
                    <a:pt x="24910" y="47808"/>
                    <a:pt x="24928" y="47900"/>
                    <a:pt x="24997" y="47944"/>
                  </a:cubicBezTo>
                  <a:cubicBezTo>
                    <a:pt x="25023" y="47962"/>
                    <a:pt x="25050" y="47969"/>
                    <a:pt x="25077" y="47969"/>
                  </a:cubicBezTo>
                  <a:cubicBezTo>
                    <a:pt x="25126" y="47969"/>
                    <a:pt x="25172" y="47946"/>
                    <a:pt x="25200" y="47903"/>
                  </a:cubicBezTo>
                  <a:cubicBezTo>
                    <a:pt x="25308" y="47739"/>
                    <a:pt x="25421" y="47581"/>
                    <a:pt x="25536" y="47431"/>
                  </a:cubicBezTo>
                  <a:cubicBezTo>
                    <a:pt x="25585" y="47366"/>
                    <a:pt x="25573" y="47274"/>
                    <a:pt x="25509" y="47225"/>
                  </a:cubicBezTo>
                  <a:cubicBezTo>
                    <a:pt x="25482" y="47204"/>
                    <a:pt x="25450" y="47194"/>
                    <a:pt x="25419" y="47194"/>
                  </a:cubicBezTo>
                  <a:close/>
                  <a:moveTo>
                    <a:pt x="57966" y="47316"/>
                  </a:moveTo>
                  <a:cubicBezTo>
                    <a:pt x="57957" y="47316"/>
                    <a:pt x="57947" y="47317"/>
                    <a:pt x="57938" y="47319"/>
                  </a:cubicBezTo>
                  <a:cubicBezTo>
                    <a:pt x="57858" y="47334"/>
                    <a:pt x="57805" y="47412"/>
                    <a:pt x="57820" y="47492"/>
                  </a:cubicBezTo>
                  <a:cubicBezTo>
                    <a:pt x="57856" y="47683"/>
                    <a:pt x="57886" y="47875"/>
                    <a:pt x="57910" y="48065"/>
                  </a:cubicBezTo>
                  <a:cubicBezTo>
                    <a:pt x="57918" y="48139"/>
                    <a:pt x="57982" y="48195"/>
                    <a:pt x="58056" y="48195"/>
                  </a:cubicBezTo>
                  <a:cubicBezTo>
                    <a:pt x="58061" y="48195"/>
                    <a:pt x="58067" y="48195"/>
                    <a:pt x="58073" y="48192"/>
                  </a:cubicBezTo>
                  <a:cubicBezTo>
                    <a:pt x="58155" y="48183"/>
                    <a:pt x="58211" y="48109"/>
                    <a:pt x="58202" y="48029"/>
                  </a:cubicBezTo>
                  <a:cubicBezTo>
                    <a:pt x="58179" y="47832"/>
                    <a:pt x="58148" y="47634"/>
                    <a:pt x="58111" y="47436"/>
                  </a:cubicBezTo>
                  <a:cubicBezTo>
                    <a:pt x="58098" y="47365"/>
                    <a:pt x="58037" y="47316"/>
                    <a:pt x="57966" y="47316"/>
                  </a:cubicBezTo>
                  <a:close/>
                  <a:moveTo>
                    <a:pt x="955" y="47992"/>
                  </a:moveTo>
                  <a:cubicBezTo>
                    <a:pt x="928" y="47992"/>
                    <a:pt x="901" y="47999"/>
                    <a:pt x="877" y="48015"/>
                  </a:cubicBezTo>
                  <a:cubicBezTo>
                    <a:pt x="808" y="48060"/>
                    <a:pt x="788" y="48150"/>
                    <a:pt x="831" y="48220"/>
                  </a:cubicBezTo>
                  <a:cubicBezTo>
                    <a:pt x="938" y="48386"/>
                    <a:pt x="1057" y="48552"/>
                    <a:pt x="1184" y="48711"/>
                  </a:cubicBezTo>
                  <a:cubicBezTo>
                    <a:pt x="1212" y="48747"/>
                    <a:pt x="1254" y="48766"/>
                    <a:pt x="1299" y="48766"/>
                  </a:cubicBezTo>
                  <a:cubicBezTo>
                    <a:pt x="1331" y="48766"/>
                    <a:pt x="1365" y="48756"/>
                    <a:pt x="1391" y="48734"/>
                  </a:cubicBezTo>
                  <a:cubicBezTo>
                    <a:pt x="1454" y="48683"/>
                    <a:pt x="1465" y="48590"/>
                    <a:pt x="1414" y="48527"/>
                  </a:cubicBezTo>
                  <a:cubicBezTo>
                    <a:pt x="1293" y="48375"/>
                    <a:pt x="1181" y="48220"/>
                    <a:pt x="1081" y="48061"/>
                  </a:cubicBezTo>
                  <a:cubicBezTo>
                    <a:pt x="1052" y="48016"/>
                    <a:pt x="1004" y="47992"/>
                    <a:pt x="955" y="47992"/>
                  </a:cubicBezTo>
                  <a:close/>
                  <a:moveTo>
                    <a:pt x="24628" y="48436"/>
                  </a:moveTo>
                  <a:cubicBezTo>
                    <a:pt x="24575" y="48436"/>
                    <a:pt x="24524" y="48464"/>
                    <a:pt x="24498" y="48515"/>
                  </a:cubicBezTo>
                  <a:cubicBezTo>
                    <a:pt x="24406" y="48687"/>
                    <a:pt x="24317" y="48867"/>
                    <a:pt x="24234" y="49051"/>
                  </a:cubicBezTo>
                  <a:cubicBezTo>
                    <a:pt x="24198" y="49125"/>
                    <a:pt x="24231" y="49213"/>
                    <a:pt x="24306" y="49247"/>
                  </a:cubicBezTo>
                  <a:cubicBezTo>
                    <a:pt x="24326" y="49256"/>
                    <a:pt x="24347" y="49260"/>
                    <a:pt x="24368" y="49260"/>
                  </a:cubicBezTo>
                  <a:cubicBezTo>
                    <a:pt x="24424" y="49260"/>
                    <a:pt x="24477" y="49229"/>
                    <a:pt x="24502" y="49175"/>
                  </a:cubicBezTo>
                  <a:cubicBezTo>
                    <a:pt x="24584" y="48995"/>
                    <a:pt x="24670" y="48820"/>
                    <a:pt x="24760" y="48653"/>
                  </a:cubicBezTo>
                  <a:cubicBezTo>
                    <a:pt x="24797" y="48581"/>
                    <a:pt x="24770" y="48490"/>
                    <a:pt x="24698" y="48453"/>
                  </a:cubicBezTo>
                  <a:cubicBezTo>
                    <a:pt x="24675" y="48441"/>
                    <a:pt x="24651" y="48436"/>
                    <a:pt x="24628" y="48436"/>
                  </a:cubicBezTo>
                  <a:close/>
                  <a:moveTo>
                    <a:pt x="47137" y="48485"/>
                  </a:moveTo>
                  <a:cubicBezTo>
                    <a:pt x="47064" y="48485"/>
                    <a:pt x="46992" y="48547"/>
                    <a:pt x="46989" y="48625"/>
                  </a:cubicBezTo>
                  <a:cubicBezTo>
                    <a:pt x="46980" y="48813"/>
                    <a:pt x="46965" y="49002"/>
                    <a:pt x="46945" y="49207"/>
                  </a:cubicBezTo>
                  <a:cubicBezTo>
                    <a:pt x="46937" y="49288"/>
                    <a:pt x="46996" y="49361"/>
                    <a:pt x="47078" y="49368"/>
                  </a:cubicBezTo>
                  <a:cubicBezTo>
                    <a:pt x="47083" y="49370"/>
                    <a:pt x="47087" y="49370"/>
                    <a:pt x="47092" y="49370"/>
                  </a:cubicBezTo>
                  <a:cubicBezTo>
                    <a:pt x="47166" y="49370"/>
                    <a:pt x="47231" y="49313"/>
                    <a:pt x="47240" y="49236"/>
                  </a:cubicBezTo>
                  <a:cubicBezTo>
                    <a:pt x="47260" y="49025"/>
                    <a:pt x="47275" y="48830"/>
                    <a:pt x="47284" y="48639"/>
                  </a:cubicBezTo>
                  <a:cubicBezTo>
                    <a:pt x="47288" y="48558"/>
                    <a:pt x="47224" y="48489"/>
                    <a:pt x="47144" y="48485"/>
                  </a:cubicBezTo>
                  <a:cubicBezTo>
                    <a:pt x="47141" y="48485"/>
                    <a:pt x="47139" y="48485"/>
                    <a:pt x="47137" y="48485"/>
                  </a:cubicBezTo>
                  <a:close/>
                  <a:moveTo>
                    <a:pt x="58111" y="48783"/>
                  </a:moveTo>
                  <a:cubicBezTo>
                    <a:pt x="58030" y="48783"/>
                    <a:pt x="57965" y="48850"/>
                    <a:pt x="57965" y="48931"/>
                  </a:cubicBezTo>
                  <a:lnTo>
                    <a:pt x="57965" y="48985"/>
                  </a:lnTo>
                  <a:cubicBezTo>
                    <a:pt x="57965" y="49159"/>
                    <a:pt x="57959" y="49335"/>
                    <a:pt x="57946" y="49509"/>
                  </a:cubicBezTo>
                  <a:cubicBezTo>
                    <a:pt x="57941" y="49590"/>
                    <a:pt x="58001" y="49660"/>
                    <a:pt x="58082" y="49666"/>
                  </a:cubicBezTo>
                  <a:lnTo>
                    <a:pt x="58093" y="49666"/>
                  </a:lnTo>
                  <a:cubicBezTo>
                    <a:pt x="58170" y="49666"/>
                    <a:pt x="58235" y="49607"/>
                    <a:pt x="58240" y="49530"/>
                  </a:cubicBezTo>
                  <a:cubicBezTo>
                    <a:pt x="58253" y="49349"/>
                    <a:pt x="58259" y="49165"/>
                    <a:pt x="58259" y="48984"/>
                  </a:cubicBezTo>
                  <a:lnTo>
                    <a:pt x="58259" y="48928"/>
                  </a:lnTo>
                  <a:cubicBezTo>
                    <a:pt x="58259" y="48849"/>
                    <a:pt x="58194" y="48783"/>
                    <a:pt x="58112" y="48783"/>
                  </a:cubicBezTo>
                  <a:close/>
                  <a:moveTo>
                    <a:pt x="1895" y="49123"/>
                  </a:moveTo>
                  <a:cubicBezTo>
                    <a:pt x="1857" y="49123"/>
                    <a:pt x="1819" y="49138"/>
                    <a:pt x="1790" y="49168"/>
                  </a:cubicBezTo>
                  <a:cubicBezTo>
                    <a:pt x="1733" y="49228"/>
                    <a:pt x="1734" y="49320"/>
                    <a:pt x="1794" y="49377"/>
                  </a:cubicBezTo>
                  <a:cubicBezTo>
                    <a:pt x="1933" y="49510"/>
                    <a:pt x="2083" y="49644"/>
                    <a:pt x="2242" y="49775"/>
                  </a:cubicBezTo>
                  <a:cubicBezTo>
                    <a:pt x="2268" y="49798"/>
                    <a:pt x="2301" y="49809"/>
                    <a:pt x="2335" y="49809"/>
                  </a:cubicBezTo>
                  <a:cubicBezTo>
                    <a:pt x="2378" y="49809"/>
                    <a:pt x="2420" y="49791"/>
                    <a:pt x="2450" y="49758"/>
                  </a:cubicBezTo>
                  <a:cubicBezTo>
                    <a:pt x="2502" y="49696"/>
                    <a:pt x="2494" y="49601"/>
                    <a:pt x="2430" y="49549"/>
                  </a:cubicBezTo>
                  <a:cubicBezTo>
                    <a:pt x="2279" y="49423"/>
                    <a:pt x="2133" y="49294"/>
                    <a:pt x="1999" y="49165"/>
                  </a:cubicBezTo>
                  <a:cubicBezTo>
                    <a:pt x="1970" y="49137"/>
                    <a:pt x="1932" y="49123"/>
                    <a:pt x="1895" y="49123"/>
                  </a:cubicBezTo>
                  <a:close/>
                  <a:moveTo>
                    <a:pt x="24025" y="49781"/>
                  </a:moveTo>
                  <a:cubicBezTo>
                    <a:pt x="23966" y="49781"/>
                    <a:pt x="23909" y="49817"/>
                    <a:pt x="23888" y="49877"/>
                  </a:cubicBezTo>
                  <a:cubicBezTo>
                    <a:pt x="23819" y="50055"/>
                    <a:pt x="23752" y="50245"/>
                    <a:pt x="23687" y="50437"/>
                  </a:cubicBezTo>
                  <a:cubicBezTo>
                    <a:pt x="23661" y="50514"/>
                    <a:pt x="23702" y="50599"/>
                    <a:pt x="23780" y="50625"/>
                  </a:cubicBezTo>
                  <a:cubicBezTo>
                    <a:pt x="23796" y="50630"/>
                    <a:pt x="23812" y="50632"/>
                    <a:pt x="23827" y="50632"/>
                  </a:cubicBezTo>
                  <a:cubicBezTo>
                    <a:pt x="23889" y="50632"/>
                    <a:pt x="23946" y="50594"/>
                    <a:pt x="23965" y="50532"/>
                  </a:cubicBezTo>
                  <a:cubicBezTo>
                    <a:pt x="24029" y="50342"/>
                    <a:pt x="24095" y="50156"/>
                    <a:pt x="24162" y="49981"/>
                  </a:cubicBezTo>
                  <a:cubicBezTo>
                    <a:pt x="24192" y="49904"/>
                    <a:pt x="24153" y="49820"/>
                    <a:pt x="24077" y="49791"/>
                  </a:cubicBezTo>
                  <a:cubicBezTo>
                    <a:pt x="24060" y="49784"/>
                    <a:pt x="24042" y="49781"/>
                    <a:pt x="24025" y="49781"/>
                  </a:cubicBezTo>
                  <a:close/>
                  <a:moveTo>
                    <a:pt x="3039" y="50050"/>
                  </a:moveTo>
                  <a:cubicBezTo>
                    <a:pt x="2993" y="50050"/>
                    <a:pt x="2947" y="50072"/>
                    <a:pt x="2918" y="50113"/>
                  </a:cubicBezTo>
                  <a:cubicBezTo>
                    <a:pt x="2872" y="50178"/>
                    <a:pt x="2887" y="50271"/>
                    <a:pt x="2955" y="50317"/>
                  </a:cubicBezTo>
                  <a:cubicBezTo>
                    <a:pt x="3109" y="50425"/>
                    <a:pt x="3275" y="50537"/>
                    <a:pt x="3450" y="50649"/>
                  </a:cubicBezTo>
                  <a:cubicBezTo>
                    <a:pt x="3475" y="50665"/>
                    <a:pt x="3502" y="50672"/>
                    <a:pt x="3529" y="50672"/>
                  </a:cubicBezTo>
                  <a:cubicBezTo>
                    <a:pt x="3579" y="50672"/>
                    <a:pt x="3626" y="50647"/>
                    <a:pt x="3652" y="50605"/>
                  </a:cubicBezTo>
                  <a:cubicBezTo>
                    <a:pt x="3695" y="50537"/>
                    <a:pt x="3677" y="50445"/>
                    <a:pt x="3609" y="50402"/>
                  </a:cubicBezTo>
                  <a:cubicBezTo>
                    <a:pt x="3437" y="50291"/>
                    <a:pt x="3274" y="50182"/>
                    <a:pt x="3124" y="50077"/>
                  </a:cubicBezTo>
                  <a:cubicBezTo>
                    <a:pt x="3098" y="50059"/>
                    <a:pt x="3069" y="50050"/>
                    <a:pt x="3039" y="50050"/>
                  </a:cubicBezTo>
                  <a:close/>
                  <a:moveTo>
                    <a:pt x="46985" y="49954"/>
                  </a:moveTo>
                  <a:cubicBezTo>
                    <a:pt x="46912" y="49954"/>
                    <a:pt x="46849" y="50005"/>
                    <a:pt x="46837" y="50080"/>
                  </a:cubicBezTo>
                  <a:cubicBezTo>
                    <a:pt x="46809" y="50274"/>
                    <a:pt x="46779" y="50469"/>
                    <a:pt x="46750" y="50662"/>
                  </a:cubicBezTo>
                  <a:cubicBezTo>
                    <a:pt x="46738" y="50742"/>
                    <a:pt x="46794" y="50816"/>
                    <a:pt x="46873" y="50830"/>
                  </a:cubicBezTo>
                  <a:cubicBezTo>
                    <a:pt x="46882" y="50831"/>
                    <a:pt x="46889" y="50831"/>
                    <a:pt x="46897" y="50831"/>
                  </a:cubicBezTo>
                  <a:cubicBezTo>
                    <a:pt x="46968" y="50831"/>
                    <a:pt x="47031" y="50778"/>
                    <a:pt x="47042" y="50707"/>
                  </a:cubicBezTo>
                  <a:cubicBezTo>
                    <a:pt x="47071" y="50511"/>
                    <a:pt x="47100" y="50316"/>
                    <a:pt x="47129" y="50121"/>
                  </a:cubicBezTo>
                  <a:cubicBezTo>
                    <a:pt x="47141" y="50042"/>
                    <a:pt x="47085" y="49966"/>
                    <a:pt x="47004" y="49955"/>
                  </a:cubicBezTo>
                  <a:cubicBezTo>
                    <a:pt x="46998" y="49954"/>
                    <a:pt x="46991" y="49954"/>
                    <a:pt x="46985" y="49954"/>
                  </a:cubicBezTo>
                  <a:close/>
                  <a:moveTo>
                    <a:pt x="57971" y="50249"/>
                  </a:moveTo>
                  <a:cubicBezTo>
                    <a:pt x="57904" y="50249"/>
                    <a:pt x="57843" y="50298"/>
                    <a:pt x="57830" y="50368"/>
                  </a:cubicBezTo>
                  <a:cubicBezTo>
                    <a:pt x="57818" y="50426"/>
                    <a:pt x="57805" y="50487"/>
                    <a:pt x="57792" y="50547"/>
                  </a:cubicBezTo>
                  <a:cubicBezTo>
                    <a:pt x="57764" y="50675"/>
                    <a:pt x="57732" y="50804"/>
                    <a:pt x="57695" y="50929"/>
                  </a:cubicBezTo>
                  <a:cubicBezTo>
                    <a:pt x="57674" y="51006"/>
                    <a:pt x="57718" y="51089"/>
                    <a:pt x="57798" y="51111"/>
                  </a:cubicBezTo>
                  <a:cubicBezTo>
                    <a:pt x="57810" y="51115"/>
                    <a:pt x="57824" y="51116"/>
                    <a:pt x="57838" y="51116"/>
                  </a:cubicBezTo>
                  <a:cubicBezTo>
                    <a:pt x="57902" y="51116"/>
                    <a:pt x="57960" y="51073"/>
                    <a:pt x="57976" y="51010"/>
                  </a:cubicBezTo>
                  <a:cubicBezTo>
                    <a:pt x="58014" y="50879"/>
                    <a:pt x="58049" y="50745"/>
                    <a:pt x="58078" y="50613"/>
                  </a:cubicBezTo>
                  <a:cubicBezTo>
                    <a:pt x="58093" y="50549"/>
                    <a:pt x="58107" y="50487"/>
                    <a:pt x="58118" y="50424"/>
                  </a:cubicBezTo>
                  <a:cubicBezTo>
                    <a:pt x="58134" y="50344"/>
                    <a:pt x="58082" y="50267"/>
                    <a:pt x="58002" y="50252"/>
                  </a:cubicBezTo>
                  <a:cubicBezTo>
                    <a:pt x="57992" y="50250"/>
                    <a:pt x="57981" y="50249"/>
                    <a:pt x="57971" y="50249"/>
                  </a:cubicBezTo>
                  <a:close/>
                  <a:moveTo>
                    <a:pt x="4286" y="50838"/>
                  </a:moveTo>
                  <a:cubicBezTo>
                    <a:pt x="4235" y="50838"/>
                    <a:pt x="4185" y="50864"/>
                    <a:pt x="4158" y="50910"/>
                  </a:cubicBezTo>
                  <a:cubicBezTo>
                    <a:pt x="4116" y="50982"/>
                    <a:pt x="4141" y="51072"/>
                    <a:pt x="4210" y="51114"/>
                  </a:cubicBezTo>
                  <a:cubicBezTo>
                    <a:pt x="4380" y="51214"/>
                    <a:pt x="4553" y="51312"/>
                    <a:pt x="4724" y="51410"/>
                  </a:cubicBezTo>
                  <a:cubicBezTo>
                    <a:pt x="4746" y="51423"/>
                    <a:pt x="4771" y="51429"/>
                    <a:pt x="4796" y="51429"/>
                  </a:cubicBezTo>
                  <a:cubicBezTo>
                    <a:pt x="4847" y="51429"/>
                    <a:pt x="4896" y="51401"/>
                    <a:pt x="4925" y="51353"/>
                  </a:cubicBezTo>
                  <a:cubicBezTo>
                    <a:pt x="4965" y="51282"/>
                    <a:pt x="4941" y="51192"/>
                    <a:pt x="4869" y="51152"/>
                  </a:cubicBezTo>
                  <a:cubicBezTo>
                    <a:pt x="4698" y="51055"/>
                    <a:pt x="4528" y="50957"/>
                    <a:pt x="4360" y="50858"/>
                  </a:cubicBezTo>
                  <a:cubicBezTo>
                    <a:pt x="4337" y="50844"/>
                    <a:pt x="4311" y="50838"/>
                    <a:pt x="4286" y="50838"/>
                  </a:cubicBezTo>
                  <a:close/>
                  <a:moveTo>
                    <a:pt x="23564" y="51181"/>
                  </a:moveTo>
                  <a:cubicBezTo>
                    <a:pt x="23500" y="51181"/>
                    <a:pt x="23441" y="51222"/>
                    <a:pt x="23422" y="51287"/>
                  </a:cubicBezTo>
                  <a:cubicBezTo>
                    <a:pt x="23368" y="51477"/>
                    <a:pt x="23315" y="51668"/>
                    <a:pt x="23265" y="51859"/>
                  </a:cubicBezTo>
                  <a:cubicBezTo>
                    <a:pt x="23244" y="51937"/>
                    <a:pt x="23290" y="52018"/>
                    <a:pt x="23369" y="52039"/>
                  </a:cubicBezTo>
                  <a:cubicBezTo>
                    <a:pt x="23380" y="52043"/>
                    <a:pt x="23394" y="52044"/>
                    <a:pt x="23406" y="52044"/>
                  </a:cubicBezTo>
                  <a:cubicBezTo>
                    <a:pt x="23472" y="52044"/>
                    <a:pt x="23532" y="52001"/>
                    <a:pt x="23549" y="51935"/>
                  </a:cubicBezTo>
                  <a:cubicBezTo>
                    <a:pt x="23599" y="51746"/>
                    <a:pt x="23652" y="51558"/>
                    <a:pt x="23705" y="51370"/>
                  </a:cubicBezTo>
                  <a:cubicBezTo>
                    <a:pt x="23729" y="51291"/>
                    <a:pt x="23684" y="51210"/>
                    <a:pt x="23605" y="51187"/>
                  </a:cubicBezTo>
                  <a:cubicBezTo>
                    <a:pt x="23592" y="51183"/>
                    <a:pt x="23578" y="51181"/>
                    <a:pt x="23564" y="51181"/>
                  </a:cubicBezTo>
                  <a:close/>
                  <a:moveTo>
                    <a:pt x="5566" y="51567"/>
                  </a:moveTo>
                  <a:cubicBezTo>
                    <a:pt x="5514" y="51567"/>
                    <a:pt x="5464" y="51595"/>
                    <a:pt x="5437" y="51643"/>
                  </a:cubicBezTo>
                  <a:cubicBezTo>
                    <a:pt x="5397" y="51714"/>
                    <a:pt x="5423" y="51804"/>
                    <a:pt x="5494" y="51844"/>
                  </a:cubicBezTo>
                  <a:cubicBezTo>
                    <a:pt x="5665" y="51941"/>
                    <a:pt x="5836" y="52036"/>
                    <a:pt x="6008" y="52135"/>
                  </a:cubicBezTo>
                  <a:cubicBezTo>
                    <a:pt x="6030" y="52147"/>
                    <a:pt x="6056" y="52154"/>
                    <a:pt x="6081" y="52154"/>
                  </a:cubicBezTo>
                  <a:cubicBezTo>
                    <a:pt x="6131" y="52154"/>
                    <a:pt x="6181" y="52128"/>
                    <a:pt x="6209" y="52079"/>
                  </a:cubicBezTo>
                  <a:cubicBezTo>
                    <a:pt x="6248" y="52008"/>
                    <a:pt x="6224" y="51918"/>
                    <a:pt x="6153" y="51878"/>
                  </a:cubicBezTo>
                  <a:cubicBezTo>
                    <a:pt x="5982" y="51780"/>
                    <a:pt x="5809" y="51683"/>
                    <a:pt x="5638" y="51586"/>
                  </a:cubicBezTo>
                  <a:cubicBezTo>
                    <a:pt x="5615" y="51573"/>
                    <a:pt x="5590" y="51567"/>
                    <a:pt x="5566" y="51567"/>
                  </a:cubicBezTo>
                  <a:close/>
                  <a:moveTo>
                    <a:pt x="46762" y="51411"/>
                  </a:moveTo>
                  <a:cubicBezTo>
                    <a:pt x="46692" y="51411"/>
                    <a:pt x="46629" y="51464"/>
                    <a:pt x="46618" y="51538"/>
                  </a:cubicBezTo>
                  <a:cubicBezTo>
                    <a:pt x="46590" y="51734"/>
                    <a:pt x="46564" y="51931"/>
                    <a:pt x="46542" y="52127"/>
                  </a:cubicBezTo>
                  <a:cubicBezTo>
                    <a:pt x="46533" y="52207"/>
                    <a:pt x="46592" y="52281"/>
                    <a:pt x="46672" y="52290"/>
                  </a:cubicBezTo>
                  <a:cubicBezTo>
                    <a:pt x="46677" y="52291"/>
                    <a:pt x="46685" y="52291"/>
                    <a:pt x="46690" y="52291"/>
                  </a:cubicBezTo>
                  <a:cubicBezTo>
                    <a:pt x="46763" y="52291"/>
                    <a:pt x="46827" y="52235"/>
                    <a:pt x="46835" y="52161"/>
                  </a:cubicBezTo>
                  <a:cubicBezTo>
                    <a:pt x="46857" y="51966"/>
                    <a:pt x="46883" y="51772"/>
                    <a:pt x="46909" y="51579"/>
                  </a:cubicBezTo>
                  <a:cubicBezTo>
                    <a:pt x="46922" y="51498"/>
                    <a:pt x="46866" y="51424"/>
                    <a:pt x="46785" y="51413"/>
                  </a:cubicBezTo>
                  <a:cubicBezTo>
                    <a:pt x="46777" y="51412"/>
                    <a:pt x="46770" y="51411"/>
                    <a:pt x="46762" y="51411"/>
                  </a:cubicBezTo>
                  <a:close/>
                  <a:moveTo>
                    <a:pt x="57543" y="51654"/>
                  </a:moveTo>
                  <a:cubicBezTo>
                    <a:pt x="57485" y="51654"/>
                    <a:pt x="57431" y="51688"/>
                    <a:pt x="57407" y="51744"/>
                  </a:cubicBezTo>
                  <a:cubicBezTo>
                    <a:pt x="57334" y="51919"/>
                    <a:pt x="57252" y="52095"/>
                    <a:pt x="57163" y="52269"/>
                  </a:cubicBezTo>
                  <a:cubicBezTo>
                    <a:pt x="57127" y="52341"/>
                    <a:pt x="57155" y="52430"/>
                    <a:pt x="57227" y="52467"/>
                  </a:cubicBezTo>
                  <a:cubicBezTo>
                    <a:pt x="57250" y="52478"/>
                    <a:pt x="57271" y="52483"/>
                    <a:pt x="57294" y="52483"/>
                  </a:cubicBezTo>
                  <a:cubicBezTo>
                    <a:pt x="57348" y="52483"/>
                    <a:pt x="57399" y="52455"/>
                    <a:pt x="57425" y="52403"/>
                  </a:cubicBezTo>
                  <a:cubicBezTo>
                    <a:pt x="57518" y="52223"/>
                    <a:pt x="57603" y="52039"/>
                    <a:pt x="57679" y="51859"/>
                  </a:cubicBezTo>
                  <a:cubicBezTo>
                    <a:pt x="57711" y="51784"/>
                    <a:pt x="57675" y="51697"/>
                    <a:pt x="57601" y="51666"/>
                  </a:cubicBezTo>
                  <a:cubicBezTo>
                    <a:pt x="57582" y="51658"/>
                    <a:pt x="57562" y="51654"/>
                    <a:pt x="57543" y="51654"/>
                  </a:cubicBezTo>
                  <a:close/>
                  <a:moveTo>
                    <a:pt x="6845" y="52309"/>
                  </a:moveTo>
                  <a:cubicBezTo>
                    <a:pt x="6796" y="52309"/>
                    <a:pt x="6747" y="52334"/>
                    <a:pt x="6719" y="52380"/>
                  </a:cubicBezTo>
                  <a:cubicBezTo>
                    <a:pt x="6676" y="52449"/>
                    <a:pt x="6699" y="52540"/>
                    <a:pt x="6768" y="52582"/>
                  </a:cubicBezTo>
                  <a:cubicBezTo>
                    <a:pt x="6936" y="52684"/>
                    <a:pt x="7100" y="52787"/>
                    <a:pt x="7264" y="52893"/>
                  </a:cubicBezTo>
                  <a:cubicBezTo>
                    <a:pt x="7289" y="52909"/>
                    <a:pt x="7318" y="52916"/>
                    <a:pt x="7345" y="52916"/>
                  </a:cubicBezTo>
                  <a:cubicBezTo>
                    <a:pt x="7392" y="52916"/>
                    <a:pt x="7440" y="52891"/>
                    <a:pt x="7470" y="52850"/>
                  </a:cubicBezTo>
                  <a:cubicBezTo>
                    <a:pt x="7514" y="52782"/>
                    <a:pt x="7494" y="52690"/>
                    <a:pt x="7426" y="52647"/>
                  </a:cubicBezTo>
                  <a:cubicBezTo>
                    <a:pt x="7259" y="52538"/>
                    <a:pt x="7092" y="52433"/>
                    <a:pt x="6922" y="52330"/>
                  </a:cubicBezTo>
                  <a:cubicBezTo>
                    <a:pt x="6898" y="52316"/>
                    <a:pt x="6871" y="52309"/>
                    <a:pt x="6845" y="52309"/>
                  </a:cubicBezTo>
                  <a:close/>
                  <a:moveTo>
                    <a:pt x="23190" y="52607"/>
                  </a:moveTo>
                  <a:cubicBezTo>
                    <a:pt x="23124" y="52607"/>
                    <a:pt x="23063" y="52653"/>
                    <a:pt x="23047" y="52720"/>
                  </a:cubicBezTo>
                  <a:cubicBezTo>
                    <a:pt x="23001" y="52911"/>
                    <a:pt x="22954" y="53103"/>
                    <a:pt x="22908" y="53294"/>
                  </a:cubicBezTo>
                  <a:cubicBezTo>
                    <a:pt x="22888" y="53373"/>
                    <a:pt x="22937" y="53453"/>
                    <a:pt x="23016" y="53472"/>
                  </a:cubicBezTo>
                  <a:cubicBezTo>
                    <a:pt x="23027" y="53474"/>
                    <a:pt x="23039" y="53476"/>
                    <a:pt x="23050" y="53476"/>
                  </a:cubicBezTo>
                  <a:cubicBezTo>
                    <a:pt x="23117" y="53476"/>
                    <a:pt x="23178" y="53431"/>
                    <a:pt x="23193" y="53362"/>
                  </a:cubicBezTo>
                  <a:lnTo>
                    <a:pt x="23333" y="52790"/>
                  </a:lnTo>
                  <a:cubicBezTo>
                    <a:pt x="23352" y="52711"/>
                    <a:pt x="23303" y="52631"/>
                    <a:pt x="23224" y="52612"/>
                  </a:cubicBezTo>
                  <a:cubicBezTo>
                    <a:pt x="23213" y="52609"/>
                    <a:pt x="23201" y="52607"/>
                    <a:pt x="23190" y="52607"/>
                  </a:cubicBezTo>
                  <a:close/>
                  <a:moveTo>
                    <a:pt x="56851" y="52953"/>
                  </a:moveTo>
                  <a:cubicBezTo>
                    <a:pt x="56802" y="52953"/>
                    <a:pt x="56755" y="52977"/>
                    <a:pt x="56727" y="53020"/>
                  </a:cubicBezTo>
                  <a:cubicBezTo>
                    <a:pt x="56623" y="53180"/>
                    <a:pt x="56513" y="53342"/>
                    <a:pt x="56396" y="53499"/>
                  </a:cubicBezTo>
                  <a:cubicBezTo>
                    <a:pt x="56348" y="53565"/>
                    <a:pt x="56362" y="53658"/>
                    <a:pt x="56427" y="53705"/>
                  </a:cubicBezTo>
                  <a:cubicBezTo>
                    <a:pt x="56454" y="53725"/>
                    <a:pt x="56486" y="53734"/>
                    <a:pt x="56515" y="53734"/>
                  </a:cubicBezTo>
                  <a:cubicBezTo>
                    <a:pt x="56562" y="53734"/>
                    <a:pt x="56606" y="53714"/>
                    <a:pt x="56634" y="53673"/>
                  </a:cubicBezTo>
                  <a:cubicBezTo>
                    <a:pt x="56754" y="53510"/>
                    <a:pt x="56869" y="53344"/>
                    <a:pt x="56974" y="53180"/>
                  </a:cubicBezTo>
                  <a:cubicBezTo>
                    <a:pt x="57019" y="53112"/>
                    <a:pt x="56999" y="53020"/>
                    <a:pt x="56931" y="52977"/>
                  </a:cubicBezTo>
                  <a:cubicBezTo>
                    <a:pt x="56906" y="52961"/>
                    <a:pt x="56878" y="52953"/>
                    <a:pt x="56851" y="52953"/>
                  </a:cubicBezTo>
                  <a:close/>
                  <a:moveTo>
                    <a:pt x="46614" y="52878"/>
                  </a:moveTo>
                  <a:cubicBezTo>
                    <a:pt x="46542" y="52878"/>
                    <a:pt x="46474" y="52940"/>
                    <a:pt x="46470" y="53018"/>
                  </a:cubicBezTo>
                  <a:cubicBezTo>
                    <a:pt x="46464" y="53158"/>
                    <a:pt x="46461" y="53297"/>
                    <a:pt x="46461" y="53436"/>
                  </a:cubicBezTo>
                  <a:lnTo>
                    <a:pt x="46463" y="53618"/>
                  </a:lnTo>
                  <a:cubicBezTo>
                    <a:pt x="46464" y="53699"/>
                    <a:pt x="46530" y="53762"/>
                    <a:pt x="46609" y="53762"/>
                  </a:cubicBezTo>
                  <a:lnTo>
                    <a:pt x="46612" y="53762"/>
                  </a:lnTo>
                  <a:cubicBezTo>
                    <a:pt x="46693" y="53760"/>
                    <a:pt x="46758" y="53693"/>
                    <a:pt x="46757" y="53612"/>
                  </a:cubicBezTo>
                  <a:lnTo>
                    <a:pt x="46755" y="53436"/>
                  </a:lnTo>
                  <a:cubicBezTo>
                    <a:pt x="46755" y="53300"/>
                    <a:pt x="46758" y="53165"/>
                    <a:pt x="46764" y="53031"/>
                  </a:cubicBezTo>
                  <a:cubicBezTo>
                    <a:pt x="46768" y="52950"/>
                    <a:pt x="46705" y="52881"/>
                    <a:pt x="46624" y="52878"/>
                  </a:cubicBezTo>
                  <a:cubicBezTo>
                    <a:pt x="46620" y="52878"/>
                    <a:pt x="46617" y="52878"/>
                    <a:pt x="46614" y="52878"/>
                  </a:cubicBezTo>
                  <a:close/>
                  <a:moveTo>
                    <a:pt x="8073" y="53123"/>
                  </a:moveTo>
                  <a:cubicBezTo>
                    <a:pt x="8027" y="53123"/>
                    <a:pt x="7983" y="53144"/>
                    <a:pt x="7954" y="53183"/>
                  </a:cubicBezTo>
                  <a:cubicBezTo>
                    <a:pt x="7905" y="53249"/>
                    <a:pt x="7919" y="53340"/>
                    <a:pt x="7985" y="53390"/>
                  </a:cubicBezTo>
                  <a:cubicBezTo>
                    <a:pt x="8146" y="53508"/>
                    <a:pt x="8301" y="53628"/>
                    <a:pt x="8445" y="53747"/>
                  </a:cubicBezTo>
                  <a:cubicBezTo>
                    <a:pt x="8473" y="53768"/>
                    <a:pt x="8505" y="53781"/>
                    <a:pt x="8538" y="53781"/>
                  </a:cubicBezTo>
                  <a:cubicBezTo>
                    <a:pt x="8582" y="53781"/>
                    <a:pt x="8624" y="53762"/>
                    <a:pt x="8652" y="53727"/>
                  </a:cubicBezTo>
                  <a:cubicBezTo>
                    <a:pt x="8706" y="53664"/>
                    <a:pt x="8696" y="53571"/>
                    <a:pt x="8633" y="53520"/>
                  </a:cubicBezTo>
                  <a:cubicBezTo>
                    <a:pt x="8485" y="53399"/>
                    <a:pt x="8326" y="53275"/>
                    <a:pt x="8161" y="53152"/>
                  </a:cubicBezTo>
                  <a:cubicBezTo>
                    <a:pt x="8134" y="53132"/>
                    <a:pt x="8103" y="53123"/>
                    <a:pt x="8073" y="53123"/>
                  </a:cubicBezTo>
                  <a:close/>
                  <a:moveTo>
                    <a:pt x="9193" y="54081"/>
                  </a:moveTo>
                  <a:cubicBezTo>
                    <a:pt x="9156" y="54081"/>
                    <a:pt x="9118" y="54095"/>
                    <a:pt x="9089" y="54123"/>
                  </a:cubicBezTo>
                  <a:cubicBezTo>
                    <a:pt x="9032" y="54181"/>
                    <a:pt x="9032" y="54274"/>
                    <a:pt x="9088" y="54332"/>
                  </a:cubicBezTo>
                  <a:cubicBezTo>
                    <a:pt x="9148" y="54393"/>
                    <a:pt x="9209" y="54457"/>
                    <a:pt x="9268" y="54519"/>
                  </a:cubicBezTo>
                  <a:cubicBezTo>
                    <a:pt x="9340" y="54598"/>
                    <a:pt x="9409" y="54677"/>
                    <a:pt x="9479" y="54759"/>
                  </a:cubicBezTo>
                  <a:cubicBezTo>
                    <a:pt x="9507" y="54793"/>
                    <a:pt x="9550" y="54810"/>
                    <a:pt x="9591" y="54810"/>
                  </a:cubicBezTo>
                  <a:cubicBezTo>
                    <a:pt x="9625" y="54810"/>
                    <a:pt x="9660" y="54799"/>
                    <a:pt x="9687" y="54776"/>
                  </a:cubicBezTo>
                  <a:cubicBezTo>
                    <a:pt x="9749" y="54723"/>
                    <a:pt x="9756" y="54630"/>
                    <a:pt x="9703" y="54568"/>
                  </a:cubicBezTo>
                  <a:cubicBezTo>
                    <a:pt x="9632" y="54483"/>
                    <a:pt x="9559" y="54401"/>
                    <a:pt x="9485" y="54319"/>
                  </a:cubicBezTo>
                  <a:cubicBezTo>
                    <a:pt x="9424" y="54253"/>
                    <a:pt x="9362" y="54187"/>
                    <a:pt x="9299" y="54124"/>
                  </a:cubicBezTo>
                  <a:cubicBezTo>
                    <a:pt x="9269" y="54095"/>
                    <a:pt x="9231" y="54081"/>
                    <a:pt x="9193" y="54081"/>
                  </a:cubicBezTo>
                  <a:close/>
                  <a:moveTo>
                    <a:pt x="55961" y="54128"/>
                  </a:moveTo>
                  <a:cubicBezTo>
                    <a:pt x="55920" y="54128"/>
                    <a:pt x="55879" y="54145"/>
                    <a:pt x="55850" y="54179"/>
                  </a:cubicBezTo>
                  <a:cubicBezTo>
                    <a:pt x="55726" y="54322"/>
                    <a:pt x="55594" y="54468"/>
                    <a:pt x="55458" y="54609"/>
                  </a:cubicBezTo>
                  <a:cubicBezTo>
                    <a:pt x="55403" y="54669"/>
                    <a:pt x="55404" y="54762"/>
                    <a:pt x="55463" y="54819"/>
                  </a:cubicBezTo>
                  <a:cubicBezTo>
                    <a:pt x="55492" y="54847"/>
                    <a:pt x="55529" y="54860"/>
                    <a:pt x="55565" y="54860"/>
                  </a:cubicBezTo>
                  <a:cubicBezTo>
                    <a:pt x="55605" y="54860"/>
                    <a:pt x="55643" y="54846"/>
                    <a:pt x="55669" y="54814"/>
                  </a:cubicBezTo>
                  <a:cubicBezTo>
                    <a:pt x="55808" y="54668"/>
                    <a:pt x="55945" y="54519"/>
                    <a:pt x="56071" y="54372"/>
                  </a:cubicBezTo>
                  <a:cubicBezTo>
                    <a:pt x="56126" y="54312"/>
                    <a:pt x="56120" y="54217"/>
                    <a:pt x="56058" y="54165"/>
                  </a:cubicBezTo>
                  <a:cubicBezTo>
                    <a:pt x="56030" y="54140"/>
                    <a:pt x="55996" y="54128"/>
                    <a:pt x="55961" y="54128"/>
                  </a:cubicBezTo>
                  <a:close/>
                  <a:moveTo>
                    <a:pt x="22840" y="54040"/>
                  </a:moveTo>
                  <a:cubicBezTo>
                    <a:pt x="22773" y="54040"/>
                    <a:pt x="22713" y="54085"/>
                    <a:pt x="22697" y="54152"/>
                  </a:cubicBezTo>
                  <a:cubicBezTo>
                    <a:pt x="22650" y="54341"/>
                    <a:pt x="22600" y="54531"/>
                    <a:pt x="22550" y="54721"/>
                  </a:cubicBezTo>
                  <a:cubicBezTo>
                    <a:pt x="22529" y="54799"/>
                    <a:pt x="22575" y="54881"/>
                    <a:pt x="22655" y="54901"/>
                  </a:cubicBezTo>
                  <a:cubicBezTo>
                    <a:pt x="22667" y="54905"/>
                    <a:pt x="22681" y="54906"/>
                    <a:pt x="22693" y="54906"/>
                  </a:cubicBezTo>
                  <a:cubicBezTo>
                    <a:pt x="22758" y="54906"/>
                    <a:pt x="22818" y="54862"/>
                    <a:pt x="22834" y="54796"/>
                  </a:cubicBezTo>
                  <a:cubicBezTo>
                    <a:pt x="22886" y="54607"/>
                    <a:pt x="22936" y="54415"/>
                    <a:pt x="22983" y="54224"/>
                  </a:cubicBezTo>
                  <a:cubicBezTo>
                    <a:pt x="23003" y="54144"/>
                    <a:pt x="22955" y="54064"/>
                    <a:pt x="22876" y="54045"/>
                  </a:cubicBezTo>
                  <a:cubicBezTo>
                    <a:pt x="22864" y="54042"/>
                    <a:pt x="22852" y="54040"/>
                    <a:pt x="22840" y="54040"/>
                  </a:cubicBezTo>
                  <a:close/>
                  <a:moveTo>
                    <a:pt x="46696" y="54346"/>
                  </a:moveTo>
                  <a:cubicBezTo>
                    <a:pt x="46687" y="54346"/>
                    <a:pt x="46679" y="54347"/>
                    <a:pt x="46670" y="54348"/>
                  </a:cubicBezTo>
                  <a:cubicBezTo>
                    <a:pt x="46590" y="54362"/>
                    <a:pt x="46536" y="54438"/>
                    <a:pt x="46549" y="54518"/>
                  </a:cubicBezTo>
                  <a:cubicBezTo>
                    <a:pt x="46584" y="54720"/>
                    <a:pt x="46629" y="54918"/>
                    <a:pt x="46681" y="55109"/>
                  </a:cubicBezTo>
                  <a:cubicBezTo>
                    <a:pt x="46700" y="55175"/>
                    <a:pt x="46759" y="55217"/>
                    <a:pt x="46824" y="55217"/>
                  </a:cubicBezTo>
                  <a:cubicBezTo>
                    <a:pt x="46836" y="55217"/>
                    <a:pt x="46851" y="55216"/>
                    <a:pt x="46862" y="55211"/>
                  </a:cubicBezTo>
                  <a:cubicBezTo>
                    <a:pt x="46940" y="55189"/>
                    <a:pt x="46987" y="55108"/>
                    <a:pt x="46965" y="55029"/>
                  </a:cubicBezTo>
                  <a:cubicBezTo>
                    <a:pt x="46915" y="54847"/>
                    <a:pt x="46872" y="54659"/>
                    <a:pt x="46840" y="54468"/>
                  </a:cubicBezTo>
                  <a:cubicBezTo>
                    <a:pt x="46827" y="54396"/>
                    <a:pt x="46766" y="54346"/>
                    <a:pt x="46696" y="54346"/>
                  </a:cubicBezTo>
                  <a:close/>
                  <a:moveTo>
                    <a:pt x="54933" y="55185"/>
                  </a:moveTo>
                  <a:cubicBezTo>
                    <a:pt x="54898" y="55185"/>
                    <a:pt x="54862" y="55198"/>
                    <a:pt x="54833" y="55224"/>
                  </a:cubicBezTo>
                  <a:cubicBezTo>
                    <a:pt x="54693" y="55353"/>
                    <a:pt x="54545" y="55484"/>
                    <a:pt x="54396" y="55611"/>
                  </a:cubicBezTo>
                  <a:cubicBezTo>
                    <a:pt x="54335" y="55665"/>
                    <a:pt x="54327" y="55758"/>
                    <a:pt x="54379" y="55819"/>
                  </a:cubicBezTo>
                  <a:cubicBezTo>
                    <a:pt x="54409" y="55853"/>
                    <a:pt x="54451" y="55871"/>
                    <a:pt x="54492" y="55871"/>
                  </a:cubicBezTo>
                  <a:cubicBezTo>
                    <a:pt x="54527" y="55871"/>
                    <a:pt x="54560" y="55860"/>
                    <a:pt x="54587" y="55836"/>
                  </a:cubicBezTo>
                  <a:cubicBezTo>
                    <a:pt x="54739" y="55706"/>
                    <a:pt x="54889" y="55573"/>
                    <a:pt x="55032" y="55441"/>
                  </a:cubicBezTo>
                  <a:cubicBezTo>
                    <a:pt x="55092" y="55387"/>
                    <a:pt x="55096" y="55293"/>
                    <a:pt x="55041" y="55233"/>
                  </a:cubicBezTo>
                  <a:cubicBezTo>
                    <a:pt x="55012" y="55201"/>
                    <a:pt x="54973" y="55185"/>
                    <a:pt x="54933" y="55185"/>
                  </a:cubicBezTo>
                  <a:close/>
                  <a:moveTo>
                    <a:pt x="10132" y="55216"/>
                  </a:moveTo>
                  <a:cubicBezTo>
                    <a:pt x="10102" y="55216"/>
                    <a:pt x="10073" y="55224"/>
                    <a:pt x="10047" y="55243"/>
                  </a:cubicBezTo>
                  <a:cubicBezTo>
                    <a:pt x="9980" y="55289"/>
                    <a:pt x="9964" y="55382"/>
                    <a:pt x="10012" y="55448"/>
                  </a:cubicBezTo>
                  <a:cubicBezTo>
                    <a:pt x="10120" y="55599"/>
                    <a:pt x="10227" y="55758"/>
                    <a:pt x="10341" y="55930"/>
                  </a:cubicBezTo>
                  <a:cubicBezTo>
                    <a:pt x="10369" y="55974"/>
                    <a:pt x="10416" y="55997"/>
                    <a:pt x="10465" y="55997"/>
                  </a:cubicBezTo>
                  <a:cubicBezTo>
                    <a:pt x="10493" y="55997"/>
                    <a:pt x="10519" y="55990"/>
                    <a:pt x="10544" y="55974"/>
                  </a:cubicBezTo>
                  <a:cubicBezTo>
                    <a:pt x="10612" y="55930"/>
                    <a:pt x="10632" y="55839"/>
                    <a:pt x="10586" y="55770"/>
                  </a:cubicBezTo>
                  <a:cubicBezTo>
                    <a:pt x="10472" y="55594"/>
                    <a:pt x="10363" y="55433"/>
                    <a:pt x="10251" y="55278"/>
                  </a:cubicBezTo>
                  <a:cubicBezTo>
                    <a:pt x="10223" y="55237"/>
                    <a:pt x="10178" y="55216"/>
                    <a:pt x="10132" y="55216"/>
                  </a:cubicBezTo>
                  <a:close/>
                  <a:moveTo>
                    <a:pt x="22450" y="55462"/>
                  </a:moveTo>
                  <a:cubicBezTo>
                    <a:pt x="22387" y="55462"/>
                    <a:pt x="22329" y="55504"/>
                    <a:pt x="22310" y="55567"/>
                  </a:cubicBezTo>
                  <a:cubicBezTo>
                    <a:pt x="22254" y="55753"/>
                    <a:pt x="22194" y="55939"/>
                    <a:pt x="22131" y="56124"/>
                  </a:cubicBezTo>
                  <a:cubicBezTo>
                    <a:pt x="22105" y="56201"/>
                    <a:pt x="22146" y="56285"/>
                    <a:pt x="22224" y="56311"/>
                  </a:cubicBezTo>
                  <a:cubicBezTo>
                    <a:pt x="22239" y="56316"/>
                    <a:pt x="22256" y="56319"/>
                    <a:pt x="22271" y="56319"/>
                  </a:cubicBezTo>
                  <a:cubicBezTo>
                    <a:pt x="22333" y="56319"/>
                    <a:pt x="22390" y="56280"/>
                    <a:pt x="22410" y="56219"/>
                  </a:cubicBezTo>
                  <a:cubicBezTo>
                    <a:pt x="22473" y="56032"/>
                    <a:pt x="22534" y="55842"/>
                    <a:pt x="22592" y="55653"/>
                  </a:cubicBezTo>
                  <a:cubicBezTo>
                    <a:pt x="22617" y="55574"/>
                    <a:pt x="22571" y="55491"/>
                    <a:pt x="22494" y="55469"/>
                  </a:cubicBezTo>
                  <a:cubicBezTo>
                    <a:pt x="22479" y="55464"/>
                    <a:pt x="22465" y="55462"/>
                    <a:pt x="22450" y="55462"/>
                  </a:cubicBezTo>
                  <a:close/>
                  <a:moveTo>
                    <a:pt x="47127" y="55754"/>
                  </a:moveTo>
                  <a:cubicBezTo>
                    <a:pt x="47105" y="55754"/>
                    <a:pt x="47084" y="55758"/>
                    <a:pt x="47063" y="55768"/>
                  </a:cubicBezTo>
                  <a:cubicBezTo>
                    <a:pt x="46990" y="55803"/>
                    <a:pt x="46958" y="55891"/>
                    <a:pt x="46992" y="55964"/>
                  </a:cubicBezTo>
                  <a:cubicBezTo>
                    <a:pt x="47080" y="56152"/>
                    <a:pt x="47178" y="56331"/>
                    <a:pt x="47284" y="56497"/>
                  </a:cubicBezTo>
                  <a:cubicBezTo>
                    <a:pt x="47312" y="56542"/>
                    <a:pt x="47360" y="56566"/>
                    <a:pt x="47409" y="56566"/>
                  </a:cubicBezTo>
                  <a:cubicBezTo>
                    <a:pt x="47436" y="56566"/>
                    <a:pt x="47464" y="56558"/>
                    <a:pt x="47486" y="56543"/>
                  </a:cubicBezTo>
                  <a:cubicBezTo>
                    <a:pt x="47554" y="56499"/>
                    <a:pt x="47575" y="56408"/>
                    <a:pt x="47532" y="56339"/>
                  </a:cubicBezTo>
                  <a:cubicBezTo>
                    <a:pt x="47434" y="56185"/>
                    <a:pt x="47342" y="56016"/>
                    <a:pt x="47259" y="55839"/>
                  </a:cubicBezTo>
                  <a:cubicBezTo>
                    <a:pt x="47234" y="55785"/>
                    <a:pt x="47182" y="55754"/>
                    <a:pt x="47127" y="55754"/>
                  </a:cubicBezTo>
                  <a:close/>
                  <a:moveTo>
                    <a:pt x="53806" y="56133"/>
                  </a:moveTo>
                  <a:cubicBezTo>
                    <a:pt x="53774" y="56133"/>
                    <a:pt x="53743" y="56143"/>
                    <a:pt x="53716" y="56164"/>
                  </a:cubicBezTo>
                  <a:cubicBezTo>
                    <a:pt x="53618" y="56238"/>
                    <a:pt x="53520" y="56312"/>
                    <a:pt x="53420" y="56386"/>
                  </a:cubicBezTo>
                  <a:cubicBezTo>
                    <a:pt x="53362" y="56428"/>
                    <a:pt x="53304" y="56471"/>
                    <a:pt x="53247" y="56512"/>
                  </a:cubicBezTo>
                  <a:cubicBezTo>
                    <a:pt x="53179" y="56558"/>
                    <a:pt x="53164" y="56651"/>
                    <a:pt x="53211" y="56717"/>
                  </a:cubicBezTo>
                  <a:cubicBezTo>
                    <a:pt x="53239" y="56757"/>
                    <a:pt x="53285" y="56779"/>
                    <a:pt x="53331" y="56779"/>
                  </a:cubicBezTo>
                  <a:cubicBezTo>
                    <a:pt x="53361" y="56779"/>
                    <a:pt x="53391" y="56770"/>
                    <a:pt x="53417" y="56752"/>
                  </a:cubicBezTo>
                  <a:cubicBezTo>
                    <a:pt x="53477" y="56709"/>
                    <a:pt x="53536" y="56666"/>
                    <a:pt x="53594" y="56623"/>
                  </a:cubicBezTo>
                  <a:cubicBezTo>
                    <a:pt x="53695" y="56549"/>
                    <a:pt x="53795" y="56474"/>
                    <a:pt x="53894" y="56397"/>
                  </a:cubicBezTo>
                  <a:cubicBezTo>
                    <a:pt x="53959" y="56348"/>
                    <a:pt x="53972" y="56255"/>
                    <a:pt x="53922" y="56191"/>
                  </a:cubicBezTo>
                  <a:cubicBezTo>
                    <a:pt x="53893" y="56153"/>
                    <a:pt x="53850" y="56133"/>
                    <a:pt x="53806" y="56133"/>
                  </a:cubicBezTo>
                  <a:close/>
                  <a:moveTo>
                    <a:pt x="10932" y="56453"/>
                  </a:moveTo>
                  <a:cubicBezTo>
                    <a:pt x="10907" y="56453"/>
                    <a:pt x="10880" y="56460"/>
                    <a:pt x="10857" y="56475"/>
                  </a:cubicBezTo>
                  <a:cubicBezTo>
                    <a:pt x="10787" y="56517"/>
                    <a:pt x="10764" y="56608"/>
                    <a:pt x="10806" y="56677"/>
                  </a:cubicBezTo>
                  <a:cubicBezTo>
                    <a:pt x="10908" y="56844"/>
                    <a:pt x="11008" y="57013"/>
                    <a:pt x="11107" y="57182"/>
                  </a:cubicBezTo>
                  <a:cubicBezTo>
                    <a:pt x="11136" y="57229"/>
                    <a:pt x="11185" y="57255"/>
                    <a:pt x="11235" y="57255"/>
                  </a:cubicBezTo>
                  <a:cubicBezTo>
                    <a:pt x="11261" y="57255"/>
                    <a:pt x="11287" y="57248"/>
                    <a:pt x="11311" y="57235"/>
                  </a:cubicBezTo>
                  <a:cubicBezTo>
                    <a:pt x="11380" y="57193"/>
                    <a:pt x="11404" y="57102"/>
                    <a:pt x="11362" y="57033"/>
                  </a:cubicBezTo>
                  <a:cubicBezTo>
                    <a:pt x="11261" y="56863"/>
                    <a:pt x="11161" y="56693"/>
                    <a:pt x="11059" y="56524"/>
                  </a:cubicBezTo>
                  <a:cubicBezTo>
                    <a:pt x="11031" y="56479"/>
                    <a:pt x="10982" y="56453"/>
                    <a:pt x="10932" y="56453"/>
                  </a:cubicBezTo>
                  <a:close/>
                  <a:moveTo>
                    <a:pt x="52590" y="56971"/>
                  </a:moveTo>
                  <a:cubicBezTo>
                    <a:pt x="52564" y="56971"/>
                    <a:pt x="52538" y="56978"/>
                    <a:pt x="52515" y="56992"/>
                  </a:cubicBezTo>
                  <a:cubicBezTo>
                    <a:pt x="52344" y="57092"/>
                    <a:pt x="52173" y="57187"/>
                    <a:pt x="52006" y="57269"/>
                  </a:cubicBezTo>
                  <a:cubicBezTo>
                    <a:pt x="51934" y="57305"/>
                    <a:pt x="51905" y="57394"/>
                    <a:pt x="51941" y="57466"/>
                  </a:cubicBezTo>
                  <a:cubicBezTo>
                    <a:pt x="51968" y="57518"/>
                    <a:pt x="52020" y="57548"/>
                    <a:pt x="52073" y="57548"/>
                  </a:cubicBezTo>
                  <a:cubicBezTo>
                    <a:pt x="52096" y="57548"/>
                    <a:pt x="52119" y="57543"/>
                    <a:pt x="52138" y="57533"/>
                  </a:cubicBezTo>
                  <a:cubicBezTo>
                    <a:pt x="52311" y="57448"/>
                    <a:pt x="52489" y="57352"/>
                    <a:pt x="52666" y="57245"/>
                  </a:cubicBezTo>
                  <a:cubicBezTo>
                    <a:pt x="52736" y="57203"/>
                    <a:pt x="52758" y="57112"/>
                    <a:pt x="52717" y="57043"/>
                  </a:cubicBezTo>
                  <a:cubicBezTo>
                    <a:pt x="52689" y="56997"/>
                    <a:pt x="52640" y="56971"/>
                    <a:pt x="52590" y="56971"/>
                  </a:cubicBezTo>
                  <a:close/>
                  <a:moveTo>
                    <a:pt x="47965" y="56956"/>
                  </a:moveTo>
                  <a:cubicBezTo>
                    <a:pt x="47926" y="56956"/>
                    <a:pt x="47887" y="56971"/>
                    <a:pt x="47858" y="57001"/>
                  </a:cubicBezTo>
                  <a:cubicBezTo>
                    <a:pt x="47801" y="57060"/>
                    <a:pt x="47804" y="57153"/>
                    <a:pt x="47862" y="57209"/>
                  </a:cubicBezTo>
                  <a:cubicBezTo>
                    <a:pt x="48012" y="57356"/>
                    <a:pt x="48173" y="57485"/>
                    <a:pt x="48343" y="57595"/>
                  </a:cubicBezTo>
                  <a:cubicBezTo>
                    <a:pt x="48367" y="57612"/>
                    <a:pt x="48395" y="57620"/>
                    <a:pt x="48423" y="57620"/>
                  </a:cubicBezTo>
                  <a:cubicBezTo>
                    <a:pt x="48472" y="57620"/>
                    <a:pt x="48518" y="57596"/>
                    <a:pt x="48548" y="57552"/>
                  </a:cubicBezTo>
                  <a:cubicBezTo>
                    <a:pt x="48593" y="57483"/>
                    <a:pt x="48574" y="57393"/>
                    <a:pt x="48506" y="57348"/>
                  </a:cubicBezTo>
                  <a:cubicBezTo>
                    <a:pt x="48352" y="57247"/>
                    <a:pt x="48203" y="57130"/>
                    <a:pt x="48067" y="56997"/>
                  </a:cubicBezTo>
                  <a:cubicBezTo>
                    <a:pt x="48038" y="56969"/>
                    <a:pt x="48001" y="56956"/>
                    <a:pt x="47965" y="56956"/>
                  </a:cubicBezTo>
                  <a:close/>
                  <a:moveTo>
                    <a:pt x="21962" y="56852"/>
                  </a:moveTo>
                  <a:cubicBezTo>
                    <a:pt x="21905" y="56852"/>
                    <a:pt x="21849" y="56886"/>
                    <a:pt x="21825" y="56944"/>
                  </a:cubicBezTo>
                  <a:cubicBezTo>
                    <a:pt x="21750" y="57126"/>
                    <a:pt x="21672" y="57305"/>
                    <a:pt x="21590" y="57476"/>
                  </a:cubicBezTo>
                  <a:cubicBezTo>
                    <a:pt x="21556" y="57550"/>
                    <a:pt x="21588" y="57637"/>
                    <a:pt x="21661" y="57673"/>
                  </a:cubicBezTo>
                  <a:cubicBezTo>
                    <a:pt x="21682" y="57683"/>
                    <a:pt x="21704" y="57687"/>
                    <a:pt x="21724" y="57687"/>
                  </a:cubicBezTo>
                  <a:cubicBezTo>
                    <a:pt x="21780" y="57687"/>
                    <a:pt x="21833" y="57656"/>
                    <a:pt x="21858" y="57601"/>
                  </a:cubicBezTo>
                  <a:cubicBezTo>
                    <a:pt x="21941" y="57426"/>
                    <a:pt x="22021" y="57241"/>
                    <a:pt x="22099" y="57054"/>
                  </a:cubicBezTo>
                  <a:cubicBezTo>
                    <a:pt x="22129" y="56980"/>
                    <a:pt x="22094" y="56894"/>
                    <a:pt x="22017" y="56863"/>
                  </a:cubicBezTo>
                  <a:cubicBezTo>
                    <a:pt x="21999" y="56855"/>
                    <a:pt x="21981" y="56852"/>
                    <a:pt x="21962" y="56852"/>
                  </a:cubicBezTo>
                  <a:close/>
                  <a:moveTo>
                    <a:pt x="51258" y="57591"/>
                  </a:moveTo>
                  <a:cubicBezTo>
                    <a:pt x="51243" y="57591"/>
                    <a:pt x="51227" y="57593"/>
                    <a:pt x="51212" y="57598"/>
                  </a:cubicBezTo>
                  <a:cubicBezTo>
                    <a:pt x="51025" y="57658"/>
                    <a:pt x="50839" y="57707"/>
                    <a:pt x="50660" y="57739"/>
                  </a:cubicBezTo>
                  <a:cubicBezTo>
                    <a:pt x="50580" y="57753"/>
                    <a:pt x="50527" y="57830"/>
                    <a:pt x="50541" y="57910"/>
                  </a:cubicBezTo>
                  <a:cubicBezTo>
                    <a:pt x="50555" y="57981"/>
                    <a:pt x="50617" y="58031"/>
                    <a:pt x="50686" y="58031"/>
                  </a:cubicBezTo>
                  <a:cubicBezTo>
                    <a:pt x="50695" y="58031"/>
                    <a:pt x="50704" y="58030"/>
                    <a:pt x="50715" y="58028"/>
                  </a:cubicBezTo>
                  <a:cubicBezTo>
                    <a:pt x="50906" y="57992"/>
                    <a:pt x="51104" y="57942"/>
                    <a:pt x="51304" y="57878"/>
                  </a:cubicBezTo>
                  <a:cubicBezTo>
                    <a:pt x="51381" y="57853"/>
                    <a:pt x="51423" y="57770"/>
                    <a:pt x="51398" y="57692"/>
                  </a:cubicBezTo>
                  <a:cubicBezTo>
                    <a:pt x="51378" y="57631"/>
                    <a:pt x="51320" y="57591"/>
                    <a:pt x="51258" y="57591"/>
                  </a:cubicBezTo>
                  <a:close/>
                  <a:moveTo>
                    <a:pt x="49226" y="57687"/>
                  </a:moveTo>
                  <a:cubicBezTo>
                    <a:pt x="49161" y="57687"/>
                    <a:pt x="49101" y="57729"/>
                    <a:pt x="49083" y="57795"/>
                  </a:cubicBezTo>
                  <a:cubicBezTo>
                    <a:pt x="49063" y="57874"/>
                    <a:pt x="49107" y="57955"/>
                    <a:pt x="49187" y="57977"/>
                  </a:cubicBezTo>
                  <a:cubicBezTo>
                    <a:pt x="49383" y="58033"/>
                    <a:pt x="49587" y="58068"/>
                    <a:pt x="49795" y="58082"/>
                  </a:cubicBezTo>
                  <a:lnTo>
                    <a:pt x="49806" y="58082"/>
                  </a:lnTo>
                  <a:cubicBezTo>
                    <a:pt x="49883" y="58082"/>
                    <a:pt x="49947" y="58024"/>
                    <a:pt x="49953" y="57945"/>
                  </a:cubicBezTo>
                  <a:cubicBezTo>
                    <a:pt x="49958" y="57863"/>
                    <a:pt x="49898" y="57793"/>
                    <a:pt x="49817" y="57787"/>
                  </a:cubicBezTo>
                  <a:cubicBezTo>
                    <a:pt x="49628" y="57773"/>
                    <a:pt x="49442" y="57741"/>
                    <a:pt x="49265" y="57692"/>
                  </a:cubicBezTo>
                  <a:cubicBezTo>
                    <a:pt x="49252" y="57689"/>
                    <a:pt x="49239" y="57687"/>
                    <a:pt x="49226" y="57687"/>
                  </a:cubicBezTo>
                  <a:close/>
                  <a:moveTo>
                    <a:pt x="11688" y="57721"/>
                  </a:moveTo>
                  <a:cubicBezTo>
                    <a:pt x="11662" y="57721"/>
                    <a:pt x="11636" y="57728"/>
                    <a:pt x="11612" y="57743"/>
                  </a:cubicBezTo>
                  <a:cubicBezTo>
                    <a:pt x="11543" y="57785"/>
                    <a:pt x="11519" y="57875"/>
                    <a:pt x="11561" y="57945"/>
                  </a:cubicBezTo>
                  <a:cubicBezTo>
                    <a:pt x="11664" y="58115"/>
                    <a:pt x="11768" y="58284"/>
                    <a:pt x="11873" y="58450"/>
                  </a:cubicBezTo>
                  <a:cubicBezTo>
                    <a:pt x="11901" y="58494"/>
                    <a:pt x="11948" y="58519"/>
                    <a:pt x="11998" y="58519"/>
                  </a:cubicBezTo>
                  <a:cubicBezTo>
                    <a:pt x="12025" y="58519"/>
                    <a:pt x="12052" y="58511"/>
                    <a:pt x="12076" y="58497"/>
                  </a:cubicBezTo>
                  <a:cubicBezTo>
                    <a:pt x="12145" y="58453"/>
                    <a:pt x="12166" y="58362"/>
                    <a:pt x="12123" y="58293"/>
                  </a:cubicBezTo>
                  <a:cubicBezTo>
                    <a:pt x="12019" y="58128"/>
                    <a:pt x="11916" y="57961"/>
                    <a:pt x="11814" y="57792"/>
                  </a:cubicBezTo>
                  <a:cubicBezTo>
                    <a:pt x="11786" y="57747"/>
                    <a:pt x="11738" y="57721"/>
                    <a:pt x="11688" y="57721"/>
                  </a:cubicBezTo>
                  <a:close/>
                  <a:moveTo>
                    <a:pt x="21312" y="58177"/>
                  </a:moveTo>
                  <a:cubicBezTo>
                    <a:pt x="21262" y="58177"/>
                    <a:pt x="21213" y="58203"/>
                    <a:pt x="21186" y="58250"/>
                  </a:cubicBezTo>
                  <a:cubicBezTo>
                    <a:pt x="21140" y="58327"/>
                    <a:pt x="21095" y="58401"/>
                    <a:pt x="21047" y="58477"/>
                  </a:cubicBezTo>
                  <a:cubicBezTo>
                    <a:pt x="20994" y="58565"/>
                    <a:pt x="20935" y="58652"/>
                    <a:pt x="20876" y="58738"/>
                  </a:cubicBezTo>
                  <a:cubicBezTo>
                    <a:pt x="20830" y="58805"/>
                    <a:pt x="20846" y="58896"/>
                    <a:pt x="20913" y="58943"/>
                  </a:cubicBezTo>
                  <a:cubicBezTo>
                    <a:pt x="20939" y="58960"/>
                    <a:pt x="20968" y="58968"/>
                    <a:pt x="20997" y="58968"/>
                  </a:cubicBezTo>
                  <a:cubicBezTo>
                    <a:pt x="21045" y="58968"/>
                    <a:pt x="21090" y="58946"/>
                    <a:pt x="21118" y="58905"/>
                  </a:cubicBezTo>
                  <a:cubicBezTo>
                    <a:pt x="21181" y="58817"/>
                    <a:pt x="21239" y="58725"/>
                    <a:pt x="21298" y="58633"/>
                  </a:cubicBezTo>
                  <a:cubicBezTo>
                    <a:pt x="21346" y="58556"/>
                    <a:pt x="21393" y="58477"/>
                    <a:pt x="21440" y="58399"/>
                  </a:cubicBezTo>
                  <a:cubicBezTo>
                    <a:pt x="21481" y="58329"/>
                    <a:pt x="21456" y="58239"/>
                    <a:pt x="21387" y="58198"/>
                  </a:cubicBezTo>
                  <a:cubicBezTo>
                    <a:pt x="21363" y="58184"/>
                    <a:pt x="21337" y="58177"/>
                    <a:pt x="21312" y="58177"/>
                  </a:cubicBezTo>
                  <a:close/>
                  <a:moveTo>
                    <a:pt x="12490" y="58959"/>
                  </a:moveTo>
                  <a:cubicBezTo>
                    <a:pt x="12460" y="58959"/>
                    <a:pt x="12430" y="58968"/>
                    <a:pt x="12404" y="58987"/>
                  </a:cubicBezTo>
                  <a:cubicBezTo>
                    <a:pt x="12338" y="59033"/>
                    <a:pt x="12323" y="59126"/>
                    <a:pt x="12370" y="59192"/>
                  </a:cubicBezTo>
                  <a:cubicBezTo>
                    <a:pt x="12493" y="59365"/>
                    <a:pt x="12612" y="59520"/>
                    <a:pt x="12731" y="59669"/>
                  </a:cubicBezTo>
                  <a:cubicBezTo>
                    <a:pt x="12761" y="59704"/>
                    <a:pt x="12804" y="59724"/>
                    <a:pt x="12846" y="59724"/>
                  </a:cubicBezTo>
                  <a:cubicBezTo>
                    <a:pt x="12879" y="59724"/>
                    <a:pt x="12911" y="59713"/>
                    <a:pt x="12938" y="59691"/>
                  </a:cubicBezTo>
                  <a:cubicBezTo>
                    <a:pt x="13001" y="59639"/>
                    <a:pt x="13011" y="59546"/>
                    <a:pt x="12959" y="59483"/>
                  </a:cubicBezTo>
                  <a:cubicBezTo>
                    <a:pt x="12844" y="59339"/>
                    <a:pt x="12729" y="59188"/>
                    <a:pt x="12609" y="59020"/>
                  </a:cubicBezTo>
                  <a:cubicBezTo>
                    <a:pt x="12581" y="58981"/>
                    <a:pt x="12535" y="58959"/>
                    <a:pt x="12490" y="58959"/>
                  </a:cubicBezTo>
                  <a:close/>
                  <a:moveTo>
                    <a:pt x="20447" y="59366"/>
                  </a:moveTo>
                  <a:cubicBezTo>
                    <a:pt x="20407" y="59366"/>
                    <a:pt x="20367" y="59383"/>
                    <a:pt x="20339" y="59415"/>
                  </a:cubicBezTo>
                  <a:cubicBezTo>
                    <a:pt x="20208" y="59558"/>
                    <a:pt x="20072" y="59696"/>
                    <a:pt x="19933" y="59826"/>
                  </a:cubicBezTo>
                  <a:cubicBezTo>
                    <a:pt x="19874" y="59883"/>
                    <a:pt x="19871" y="59975"/>
                    <a:pt x="19927" y="60035"/>
                  </a:cubicBezTo>
                  <a:cubicBezTo>
                    <a:pt x="19957" y="60066"/>
                    <a:pt x="19996" y="60082"/>
                    <a:pt x="20035" y="60082"/>
                  </a:cubicBezTo>
                  <a:cubicBezTo>
                    <a:pt x="20071" y="60082"/>
                    <a:pt x="20108" y="60068"/>
                    <a:pt x="20134" y="60041"/>
                  </a:cubicBezTo>
                  <a:cubicBezTo>
                    <a:pt x="20279" y="59906"/>
                    <a:pt x="20421" y="59762"/>
                    <a:pt x="20556" y="59612"/>
                  </a:cubicBezTo>
                  <a:cubicBezTo>
                    <a:pt x="20612" y="59552"/>
                    <a:pt x="20607" y="59458"/>
                    <a:pt x="20546" y="59405"/>
                  </a:cubicBezTo>
                  <a:cubicBezTo>
                    <a:pt x="20518" y="59379"/>
                    <a:pt x="20482" y="59366"/>
                    <a:pt x="20447" y="59366"/>
                  </a:cubicBezTo>
                  <a:close/>
                  <a:moveTo>
                    <a:pt x="13442" y="60082"/>
                  </a:moveTo>
                  <a:cubicBezTo>
                    <a:pt x="13403" y="60082"/>
                    <a:pt x="13364" y="60097"/>
                    <a:pt x="13335" y="60127"/>
                  </a:cubicBezTo>
                  <a:cubicBezTo>
                    <a:pt x="13278" y="60186"/>
                    <a:pt x="13281" y="60279"/>
                    <a:pt x="13339" y="60335"/>
                  </a:cubicBezTo>
                  <a:cubicBezTo>
                    <a:pt x="13488" y="60479"/>
                    <a:pt x="13640" y="60612"/>
                    <a:pt x="13795" y="60732"/>
                  </a:cubicBezTo>
                  <a:cubicBezTo>
                    <a:pt x="13823" y="60752"/>
                    <a:pt x="13855" y="60763"/>
                    <a:pt x="13886" y="60763"/>
                  </a:cubicBezTo>
                  <a:cubicBezTo>
                    <a:pt x="13929" y="60763"/>
                    <a:pt x="13974" y="60743"/>
                    <a:pt x="14004" y="60705"/>
                  </a:cubicBezTo>
                  <a:cubicBezTo>
                    <a:pt x="14053" y="60640"/>
                    <a:pt x="14042" y="60549"/>
                    <a:pt x="13978" y="60499"/>
                  </a:cubicBezTo>
                  <a:cubicBezTo>
                    <a:pt x="13831" y="60385"/>
                    <a:pt x="13686" y="60260"/>
                    <a:pt x="13545" y="60123"/>
                  </a:cubicBezTo>
                  <a:cubicBezTo>
                    <a:pt x="13516" y="60095"/>
                    <a:pt x="13479" y="60082"/>
                    <a:pt x="13442" y="60082"/>
                  </a:cubicBezTo>
                  <a:close/>
                  <a:moveTo>
                    <a:pt x="19351" y="60348"/>
                  </a:moveTo>
                  <a:cubicBezTo>
                    <a:pt x="19321" y="60348"/>
                    <a:pt x="19291" y="60357"/>
                    <a:pt x="19266" y="60376"/>
                  </a:cubicBezTo>
                  <a:cubicBezTo>
                    <a:pt x="19108" y="60488"/>
                    <a:pt x="18946" y="60592"/>
                    <a:pt x="18782" y="60687"/>
                  </a:cubicBezTo>
                  <a:cubicBezTo>
                    <a:pt x="18712" y="60730"/>
                    <a:pt x="18688" y="60818"/>
                    <a:pt x="18729" y="60890"/>
                  </a:cubicBezTo>
                  <a:cubicBezTo>
                    <a:pt x="18756" y="60937"/>
                    <a:pt x="18806" y="60963"/>
                    <a:pt x="18856" y="60963"/>
                  </a:cubicBezTo>
                  <a:cubicBezTo>
                    <a:pt x="18881" y="60963"/>
                    <a:pt x="18907" y="60957"/>
                    <a:pt x="18931" y="60943"/>
                  </a:cubicBezTo>
                  <a:cubicBezTo>
                    <a:pt x="19103" y="60844"/>
                    <a:pt x="19273" y="60733"/>
                    <a:pt x="19438" y="60616"/>
                  </a:cubicBezTo>
                  <a:cubicBezTo>
                    <a:pt x="19504" y="60568"/>
                    <a:pt x="19519" y="60475"/>
                    <a:pt x="19472" y="60410"/>
                  </a:cubicBezTo>
                  <a:cubicBezTo>
                    <a:pt x="19442" y="60370"/>
                    <a:pt x="19397" y="60348"/>
                    <a:pt x="19351" y="60348"/>
                  </a:cubicBezTo>
                  <a:close/>
                  <a:moveTo>
                    <a:pt x="14632" y="60939"/>
                  </a:moveTo>
                  <a:cubicBezTo>
                    <a:pt x="14578" y="60939"/>
                    <a:pt x="14526" y="60969"/>
                    <a:pt x="14500" y="61021"/>
                  </a:cubicBezTo>
                  <a:cubicBezTo>
                    <a:pt x="14464" y="61093"/>
                    <a:pt x="14493" y="61182"/>
                    <a:pt x="14565" y="61218"/>
                  </a:cubicBezTo>
                  <a:cubicBezTo>
                    <a:pt x="14745" y="61308"/>
                    <a:pt x="14935" y="61387"/>
                    <a:pt x="15128" y="61451"/>
                  </a:cubicBezTo>
                  <a:cubicBezTo>
                    <a:pt x="15144" y="61457"/>
                    <a:pt x="15158" y="61459"/>
                    <a:pt x="15175" y="61459"/>
                  </a:cubicBezTo>
                  <a:cubicBezTo>
                    <a:pt x="15237" y="61459"/>
                    <a:pt x="15294" y="61421"/>
                    <a:pt x="15315" y="61358"/>
                  </a:cubicBezTo>
                  <a:cubicBezTo>
                    <a:pt x="15341" y="61281"/>
                    <a:pt x="15300" y="61197"/>
                    <a:pt x="15222" y="61171"/>
                  </a:cubicBezTo>
                  <a:cubicBezTo>
                    <a:pt x="15043" y="61112"/>
                    <a:pt x="14866" y="61038"/>
                    <a:pt x="14697" y="60955"/>
                  </a:cubicBezTo>
                  <a:cubicBezTo>
                    <a:pt x="14676" y="60944"/>
                    <a:pt x="14654" y="60939"/>
                    <a:pt x="14632" y="60939"/>
                  </a:cubicBezTo>
                  <a:close/>
                  <a:moveTo>
                    <a:pt x="18062" y="61052"/>
                  </a:moveTo>
                  <a:cubicBezTo>
                    <a:pt x="18044" y="61052"/>
                    <a:pt x="18026" y="61055"/>
                    <a:pt x="18008" y="61062"/>
                  </a:cubicBezTo>
                  <a:cubicBezTo>
                    <a:pt x="17827" y="61131"/>
                    <a:pt x="17644" y="61190"/>
                    <a:pt x="17463" y="61236"/>
                  </a:cubicBezTo>
                  <a:cubicBezTo>
                    <a:pt x="17384" y="61257"/>
                    <a:pt x="17336" y="61336"/>
                    <a:pt x="17357" y="61415"/>
                  </a:cubicBezTo>
                  <a:cubicBezTo>
                    <a:pt x="17374" y="61483"/>
                    <a:pt x="17434" y="61526"/>
                    <a:pt x="17499" y="61526"/>
                  </a:cubicBezTo>
                  <a:cubicBezTo>
                    <a:pt x="17512" y="61526"/>
                    <a:pt x="17524" y="61525"/>
                    <a:pt x="17537" y="61522"/>
                  </a:cubicBezTo>
                  <a:cubicBezTo>
                    <a:pt x="17729" y="61474"/>
                    <a:pt x="17924" y="61410"/>
                    <a:pt x="18115" y="61336"/>
                  </a:cubicBezTo>
                  <a:cubicBezTo>
                    <a:pt x="18189" y="61306"/>
                    <a:pt x="18228" y="61222"/>
                    <a:pt x="18199" y="61145"/>
                  </a:cubicBezTo>
                  <a:cubicBezTo>
                    <a:pt x="18176" y="61088"/>
                    <a:pt x="18121" y="61052"/>
                    <a:pt x="18062" y="61052"/>
                  </a:cubicBezTo>
                  <a:close/>
                  <a:moveTo>
                    <a:pt x="16038" y="61350"/>
                  </a:moveTo>
                  <a:cubicBezTo>
                    <a:pt x="15963" y="61350"/>
                    <a:pt x="15897" y="61406"/>
                    <a:pt x="15890" y="61483"/>
                  </a:cubicBezTo>
                  <a:cubicBezTo>
                    <a:pt x="15882" y="61563"/>
                    <a:pt x="15941" y="61636"/>
                    <a:pt x="16023" y="61644"/>
                  </a:cubicBezTo>
                  <a:cubicBezTo>
                    <a:pt x="16157" y="61658"/>
                    <a:pt x="16292" y="61664"/>
                    <a:pt x="16428" y="61664"/>
                  </a:cubicBezTo>
                  <a:cubicBezTo>
                    <a:pt x="16497" y="61664"/>
                    <a:pt x="16565" y="61663"/>
                    <a:pt x="16633" y="61660"/>
                  </a:cubicBezTo>
                  <a:cubicBezTo>
                    <a:pt x="16715" y="61656"/>
                    <a:pt x="16777" y="61587"/>
                    <a:pt x="16774" y="61506"/>
                  </a:cubicBezTo>
                  <a:cubicBezTo>
                    <a:pt x="16770" y="61426"/>
                    <a:pt x="16703" y="61365"/>
                    <a:pt x="16628" y="61365"/>
                  </a:cubicBezTo>
                  <a:cubicBezTo>
                    <a:pt x="16625" y="61365"/>
                    <a:pt x="16622" y="61365"/>
                    <a:pt x="16619" y="61365"/>
                  </a:cubicBezTo>
                  <a:cubicBezTo>
                    <a:pt x="16555" y="61368"/>
                    <a:pt x="16491" y="61370"/>
                    <a:pt x="16427" y="61370"/>
                  </a:cubicBezTo>
                  <a:cubicBezTo>
                    <a:pt x="16301" y="61370"/>
                    <a:pt x="16175" y="61364"/>
                    <a:pt x="16052" y="61351"/>
                  </a:cubicBezTo>
                  <a:cubicBezTo>
                    <a:pt x="16047" y="61350"/>
                    <a:pt x="16043" y="61350"/>
                    <a:pt x="16038" y="613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a:off x="4446900" y="375200"/>
              <a:ext cx="1332325" cy="1409700"/>
            </a:xfrm>
            <a:custGeom>
              <a:rect b="b" l="l" r="r" t="t"/>
              <a:pathLst>
                <a:path extrusionOk="0" h="56388" w="53293">
                  <a:moveTo>
                    <a:pt x="36741" y="250"/>
                  </a:moveTo>
                  <a:cubicBezTo>
                    <a:pt x="36875" y="250"/>
                    <a:pt x="37007" y="255"/>
                    <a:pt x="37136" y="265"/>
                  </a:cubicBezTo>
                  <a:cubicBezTo>
                    <a:pt x="38731" y="388"/>
                    <a:pt x="39849" y="2058"/>
                    <a:pt x="40093" y="3567"/>
                  </a:cubicBezTo>
                  <a:cubicBezTo>
                    <a:pt x="40232" y="4431"/>
                    <a:pt x="40206" y="5331"/>
                    <a:pt x="40180" y="6202"/>
                  </a:cubicBezTo>
                  <a:cubicBezTo>
                    <a:pt x="40150" y="7213"/>
                    <a:pt x="40121" y="8260"/>
                    <a:pt x="40346" y="9267"/>
                  </a:cubicBezTo>
                  <a:cubicBezTo>
                    <a:pt x="40665" y="10686"/>
                    <a:pt x="41466" y="11928"/>
                    <a:pt x="42240" y="13130"/>
                  </a:cubicBezTo>
                  <a:cubicBezTo>
                    <a:pt x="42879" y="14121"/>
                    <a:pt x="43540" y="15148"/>
                    <a:pt x="43923" y="16264"/>
                  </a:cubicBezTo>
                  <a:cubicBezTo>
                    <a:pt x="44699" y="18532"/>
                    <a:pt x="44291" y="20992"/>
                    <a:pt x="43896" y="23371"/>
                  </a:cubicBezTo>
                  <a:cubicBezTo>
                    <a:pt x="43551" y="25443"/>
                    <a:pt x="43195" y="27585"/>
                    <a:pt x="43592" y="29648"/>
                  </a:cubicBezTo>
                  <a:cubicBezTo>
                    <a:pt x="44167" y="32624"/>
                    <a:pt x="46192" y="35024"/>
                    <a:pt x="48152" y="37345"/>
                  </a:cubicBezTo>
                  <a:cubicBezTo>
                    <a:pt x="48389" y="37627"/>
                    <a:pt x="48625" y="37908"/>
                    <a:pt x="48858" y="38187"/>
                  </a:cubicBezTo>
                  <a:cubicBezTo>
                    <a:pt x="50829" y="40558"/>
                    <a:pt x="53035" y="43716"/>
                    <a:pt x="52583" y="47137"/>
                  </a:cubicBezTo>
                  <a:cubicBezTo>
                    <a:pt x="52372" y="48736"/>
                    <a:pt x="51571" y="50346"/>
                    <a:pt x="50200" y="51925"/>
                  </a:cubicBezTo>
                  <a:cubicBezTo>
                    <a:pt x="49622" y="52591"/>
                    <a:pt x="48774" y="53333"/>
                    <a:pt x="47866" y="53333"/>
                  </a:cubicBezTo>
                  <a:cubicBezTo>
                    <a:pt x="47750" y="53333"/>
                    <a:pt x="47633" y="53321"/>
                    <a:pt x="47516" y="53295"/>
                  </a:cubicBezTo>
                  <a:cubicBezTo>
                    <a:pt x="46676" y="53111"/>
                    <a:pt x="46134" y="52259"/>
                    <a:pt x="45969" y="51499"/>
                  </a:cubicBezTo>
                  <a:cubicBezTo>
                    <a:pt x="45802" y="50736"/>
                    <a:pt x="45896" y="49931"/>
                    <a:pt x="45986" y="49152"/>
                  </a:cubicBezTo>
                  <a:lnTo>
                    <a:pt x="46015" y="48904"/>
                  </a:lnTo>
                  <a:cubicBezTo>
                    <a:pt x="46287" y="46479"/>
                    <a:pt x="46296" y="42110"/>
                    <a:pt x="43296" y="40078"/>
                  </a:cubicBezTo>
                  <a:cubicBezTo>
                    <a:pt x="41843" y="39095"/>
                    <a:pt x="40021" y="38914"/>
                    <a:pt x="38226" y="38914"/>
                  </a:cubicBezTo>
                  <a:cubicBezTo>
                    <a:pt x="38065" y="38914"/>
                    <a:pt x="37905" y="38915"/>
                    <a:pt x="37745" y="38918"/>
                  </a:cubicBezTo>
                  <a:cubicBezTo>
                    <a:pt x="34477" y="38968"/>
                    <a:pt x="31195" y="39315"/>
                    <a:pt x="27987" y="39950"/>
                  </a:cubicBezTo>
                  <a:cubicBezTo>
                    <a:pt x="23055" y="40929"/>
                    <a:pt x="20024" y="42748"/>
                    <a:pt x="18719" y="45515"/>
                  </a:cubicBezTo>
                  <a:cubicBezTo>
                    <a:pt x="18118" y="46786"/>
                    <a:pt x="17932" y="48206"/>
                    <a:pt x="17750" y="49578"/>
                  </a:cubicBezTo>
                  <a:cubicBezTo>
                    <a:pt x="17728" y="49746"/>
                    <a:pt x="17706" y="49913"/>
                    <a:pt x="17683" y="50081"/>
                  </a:cubicBezTo>
                  <a:cubicBezTo>
                    <a:pt x="17487" y="51507"/>
                    <a:pt x="17202" y="53137"/>
                    <a:pt x="16289" y="54420"/>
                  </a:cubicBezTo>
                  <a:cubicBezTo>
                    <a:pt x="15620" y="55358"/>
                    <a:pt x="14439" y="56137"/>
                    <a:pt x="13230" y="56137"/>
                  </a:cubicBezTo>
                  <a:cubicBezTo>
                    <a:pt x="12950" y="56137"/>
                    <a:pt x="12669" y="56096"/>
                    <a:pt x="12392" y="56005"/>
                  </a:cubicBezTo>
                  <a:cubicBezTo>
                    <a:pt x="11058" y="55564"/>
                    <a:pt x="10394" y="54292"/>
                    <a:pt x="9689" y="52944"/>
                  </a:cubicBezTo>
                  <a:cubicBezTo>
                    <a:pt x="9299" y="52193"/>
                    <a:pt x="8893" y="51419"/>
                    <a:pt x="8360" y="50787"/>
                  </a:cubicBezTo>
                  <a:cubicBezTo>
                    <a:pt x="7452" y="49711"/>
                    <a:pt x="6147" y="49034"/>
                    <a:pt x="4884" y="48380"/>
                  </a:cubicBezTo>
                  <a:cubicBezTo>
                    <a:pt x="3286" y="47550"/>
                    <a:pt x="1775" y="46769"/>
                    <a:pt x="1038" y="45250"/>
                  </a:cubicBezTo>
                  <a:cubicBezTo>
                    <a:pt x="268" y="43664"/>
                    <a:pt x="625" y="41542"/>
                    <a:pt x="1949" y="39847"/>
                  </a:cubicBezTo>
                  <a:cubicBezTo>
                    <a:pt x="3151" y="38309"/>
                    <a:pt x="4907" y="37277"/>
                    <a:pt x="6604" y="36354"/>
                  </a:cubicBezTo>
                  <a:lnTo>
                    <a:pt x="6993" y="36143"/>
                  </a:lnTo>
                  <a:cubicBezTo>
                    <a:pt x="8592" y="35277"/>
                    <a:pt x="10245" y="34380"/>
                    <a:pt x="11536" y="33065"/>
                  </a:cubicBezTo>
                  <a:cubicBezTo>
                    <a:pt x="12116" y="32474"/>
                    <a:pt x="12632" y="31792"/>
                    <a:pt x="13132" y="31132"/>
                  </a:cubicBezTo>
                  <a:cubicBezTo>
                    <a:pt x="14175" y="29753"/>
                    <a:pt x="15160" y="28450"/>
                    <a:pt x="16684" y="27870"/>
                  </a:cubicBezTo>
                  <a:cubicBezTo>
                    <a:pt x="17204" y="27673"/>
                    <a:pt x="17768" y="27573"/>
                    <a:pt x="18371" y="27573"/>
                  </a:cubicBezTo>
                  <a:cubicBezTo>
                    <a:pt x="19642" y="27573"/>
                    <a:pt x="21094" y="28011"/>
                    <a:pt x="22712" y="28880"/>
                  </a:cubicBezTo>
                  <a:cubicBezTo>
                    <a:pt x="23137" y="29110"/>
                    <a:pt x="23566" y="29357"/>
                    <a:pt x="23982" y="29597"/>
                  </a:cubicBezTo>
                  <a:cubicBezTo>
                    <a:pt x="25412" y="30422"/>
                    <a:pt x="26892" y="31276"/>
                    <a:pt x="28542" y="31567"/>
                  </a:cubicBezTo>
                  <a:cubicBezTo>
                    <a:pt x="28940" y="31637"/>
                    <a:pt x="29346" y="31672"/>
                    <a:pt x="29757" y="31672"/>
                  </a:cubicBezTo>
                  <a:cubicBezTo>
                    <a:pt x="31833" y="31672"/>
                    <a:pt x="34014" y="30796"/>
                    <a:pt x="35676" y="29245"/>
                  </a:cubicBezTo>
                  <a:cubicBezTo>
                    <a:pt x="37884" y="27183"/>
                    <a:pt x="38841" y="24451"/>
                    <a:pt x="39257" y="22522"/>
                  </a:cubicBezTo>
                  <a:cubicBezTo>
                    <a:pt x="40305" y="17645"/>
                    <a:pt x="39117" y="12376"/>
                    <a:pt x="36074" y="8423"/>
                  </a:cubicBezTo>
                  <a:cubicBezTo>
                    <a:pt x="35846" y="8127"/>
                    <a:pt x="35606" y="7835"/>
                    <a:pt x="35372" y="7551"/>
                  </a:cubicBezTo>
                  <a:cubicBezTo>
                    <a:pt x="34822" y="6883"/>
                    <a:pt x="34254" y="6191"/>
                    <a:pt x="33834" y="5428"/>
                  </a:cubicBezTo>
                  <a:cubicBezTo>
                    <a:pt x="33154" y="4194"/>
                    <a:pt x="33001" y="2917"/>
                    <a:pt x="33416" y="1925"/>
                  </a:cubicBezTo>
                  <a:cubicBezTo>
                    <a:pt x="33908" y="748"/>
                    <a:pt x="35412" y="250"/>
                    <a:pt x="36741" y="250"/>
                  </a:cubicBezTo>
                  <a:close/>
                  <a:moveTo>
                    <a:pt x="36719" y="1"/>
                  </a:moveTo>
                  <a:cubicBezTo>
                    <a:pt x="35278" y="1"/>
                    <a:pt x="33720" y="544"/>
                    <a:pt x="33182" y="1831"/>
                  </a:cubicBezTo>
                  <a:cubicBezTo>
                    <a:pt x="32738" y="2894"/>
                    <a:pt x="32894" y="4250"/>
                    <a:pt x="33612" y="5552"/>
                  </a:cubicBezTo>
                  <a:cubicBezTo>
                    <a:pt x="34043" y="6336"/>
                    <a:pt x="34619" y="7036"/>
                    <a:pt x="35176" y="7713"/>
                  </a:cubicBezTo>
                  <a:cubicBezTo>
                    <a:pt x="35408" y="7995"/>
                    <a:pt x="35648" y="8286"/>
                    <a:pt x="35873" y="8579"/>
                  </a:cubicBezTo>
                  <a:cubicBezTo>
                    <a:pt x="38870" y="12474"/>
                    <a:pt x="40042" y="17668"/>
                    <a:pt x="39009" y="22471"/>
                  </a:cubicBezTo>
                  <a:cubicBezTo>
                    <a:pt x="38602" y="24366"/>
                    <a:pt x="37663" y="27047"/>
                    <a:pt x="35502" y="29064"/>
                  </a:cubicBezTo>
                  <a:cubicBezTo>
                    <a:pt x="33887" y="30572"/>
                    <a:pt x="31772" y="31424"/>
                    <a:pt x="29758" y="31424"/>
                  </a:cubicBezTo>
                  <a:cubicBezTo>
                    <a:pt x="29361" y="31424"/>
                    <a:pt x="28969" y="31390"/>
                    <a:pt x="28584" y="31323"/>
                  </a:cubicBezTo>
                  <a:cubicBezTo>
                    <a:pt x="26978" y="31040"/>
                    <a:pt x="25518" y="30196"/>
                    <a:pt x="24106" y="29381"/>
                  </a:cubicBezTo>
                  <a:cubicBezTo>
                    <a:pt x="23689" y="29141"/>
                    <a:pt x="23256" y="28891"/>
                    <a:pt x="22828" y="28661"/>
                  </a:cubicBezTo>
                  <a:cubicBezTo>
                    <a:pt x="21175" y="27770"/>
                    <a:pt x="19682" y="27324"/>
                    <a:pt x="18369" y="27324"/>
                  </a:cubicBezTo>
                  <a:cubicBezTo>
                    <a:pt x="17735" y="27324"/>
                    <a:pt x="17143" y="27428"/>
                    <a:pt x="16594" y="27636"/>
                  </a:cubicBezTo>
                  <a:cubicBezTo>
                    <a:pt x="15002" y="28243"/>
                    <a:pt x="13949" y="29634"/>
                    <a:pt x="12931" y="30980"/>
                  </a:cubicBezTo>
                  <a:cubicBezTo>
                    <a:pt x="12435" y="31634"/>
                    <a:pt x="11925" y="32311"/>
                    <a:pt x="11357" y="32889"/>
                  </a:cubicBezTo>
                  <a:cubicBezTo>
                    <a:pt x="10091" y="34178"/>
                    <a:pt x="8455" y="35065"/>
                    <a:pt x="6872" y="35922"/>
                  </a:cubicBezTo>
                  <a:lnTo>
                    <a:pt x="6484" y="36134"/>
                  </a:lnTo>
                  <a:cubicBezTo>
                    <a:pt x="4764" y="37071"/>
                    <a:pt x="2981" y="38118"/>
                    <a:pt x="1751" y="39694"/>
                  </a:cubicBezTo>
                  <a:cubicBezTo>
                    <a:pt x="370" y="41465"/>
                    <a:pt x="1" y="43690"/>
                    <a:pt x="814" y="45361"/>
                  </a:cubicBezTo>
                  <a:cubicBezTo>
                    <a:pt x="1589" y="46955"/>
                    <a:pt x="3205" y="47793"/>
                    <a:pt x="4770" y="48603"/>
                  </a:cubicBezTo>
                  <a:cubicBezTo>
                    <a:pt x="6011" y="49246"/>
                    <a:pt x="7294" y="49911"/>
                    <a:pt x="8170" y="50949"/>
                  </a:cubicBezTo>
                  <a:cubicBezTo>
                    <a:pt x="8686" y="51561"/>
                    <a:pt x="9083" y="52322"/>
                    <a:pt x="9469" y="53060"/>
                  </a:cubicBezTo>
                  <a:cubicBezTo>
                    <a:pt x="10166" y="54393"/>
                    <a:pt x="10884" y="55771"/>
                    <a:pt x="12315" y="56243"/>
                  </a:cubicBezTo>
                  <a:cubicBezTo>
                    <a:pt x="12617" y="56343"/>
                    <a:pt x="12922" y="56387"/>
                    <a:pt x="13227" y="56387"/>
                  </a:cubicBezTo>
                  <a:cubicBezTo>
                    <a:pt x="14523" y="56387"/>
                    <a:pt x="15784" y="55561"/>
                    <a:pt x="16490" y="54565"/>
                  </a:cubicBezTo>
                  <a:cubicBezTo>
                    <a:pt x="17436" y="53237"/>
                    <a:pt x="17728" y="51571"/>
                    <a:pt x="17927" y="50114"/>
                  </a:cubicBezTo>
                  <a:cubicBezTo>
                    <a:pt x="17951" y="49947"/>
                    <a:pt x="17973" y="49778"/>
                    <a:pt x="17995" y="49611"/>
                  </a:cubicBezTo>
                  <a:cubicBezTo>
                    <a:pt x="18174" y="48257"/>
                    <a:pt x="18359" y="46857"/>
                    <a:pt x="18942" y="45621"/>
                  </a:cubicBezTo>
                  <a:cubicBezTo>
                    <a:pt x="20211" y="42932"/>
                    <a:pt x="23184" y="41158"/>
                    <a:pt x="28032" y="40197"/>
                  </a:cubicBezTo>
                  <a:cubicBezTo>
                    <a:pt x="31225" y="39565"/>
                    <a:pt x="34492" y="39219"/>
                    <a:pt x="37746" y="39169"/>
                  </a:cubicBezTo>
                  <a:cubicBezTo>
                    <a:pt x="37904" y="39167"/>
                    <a:pt x="38061" y="39166"/>
                    <a:pt x="38219" y="39166"/>
                  </a:cubicBezTo>
                  <a:cubicBezTo>
                    <a:pt x="39977" y="39166"/>
                    <a:pt x="41755" y="39340"/>
                    <a:pt x="43153" y="40287"/>
                  </a:cubicBezTo>
                  <a:cubicBezTo>
                    <a:pt x="46043" y="42245"/>
                    <a:pt x="46029" y="46510"/>
                    <a:pt x="45762" y="48878"/>
                  </a:cubicBezTo>
                  <a:lnTo>
                    <a:pt x="45733" y="49124"/>
                  </a:lnTo>
                  <a:cubicBezTo>
                    <a:pt x="45640" y="49925"/>
                    <a:pt x="45546" y="50752"/>
                    <a:pt x="45720" y="51554"/>
                  </a:cubicBezTo>
                  <a:cubicBezTo>
                    <a:pt x="45888" y="52332"/>
                    <a:pt x="46445" y="53320"/>
                    <a:pt x="47458" y="53542"/>
                  </a:cubicBezTo>
                  <a:cubicBezTo>
                    <a:pt x="47590" y="53571"/>
                    <a:pt x="47724" y="53585"/>
                    <a:pt x="47859" y="53585"/>
                  </a:cubicBezTo>
                  <a:cubicBezTo>
                    <a:pt x="48666" y="53585"/>
                    <a:pt x="49531" y="53075"/>
                    <a:pt x="50385" y="52090"/>
                  </a:cubicBezTo>
                  <a:cubicBezTo>
                    <a:pt x="51789" y="50473"/>
                    <a:pt x="52610" y="48818"/>
                    <a:pt x="52829" y="47171"/>
                  </a:cubicBezTo>
                  <a:cubicBezTo>
                    <a:pt x="53293" y="43654"/>
                    <a:pt x="51052" y="40438"/>
                    <a:pt x="49048" y="38029"/>
                  </a:cubicBezTo>
                  <a:cubicBezTo>
                    <a:pt x="48815" y="37748"/>
                    <a:pt x="48578" y="37468"/>
                    <a:pt x="48341" y="37185"/>
                  </a:cubicBezTo>
                  <a:cubicBezTo>
                    <a:pt x="46402" y="34889"/>
                    <a:pt x="44397" y="32515"/>
                    <a:pt x="43837" y="29602"/>
                  </a:cubicBezTo>
                  <a:cubicBezTo>
                    <a:pt x="43447" y="27584"/>
                    <a:pt x="43799" y="25464"/>
                    <a:pt x="44139" y="23414"/>
                  </a:cubicBezTo>
                  <a:cubicBezTo>
                    <a:pt x="44541" y="21003"/>
                    <a:pt x="44954" y="18512"/>
                    <a:pt x="44157" y="16184"/>
                  </a:cubicBezTo>
                  <a:cubicBezTo>
                    <a:pt x="43765" y="15040"/>
                    <a:pt x="43095" y="14001"/>
                    <a:pt x="42447" y="12996"/>
                  </a:cubicBezTo>
                  <a:cubicBezTo>
                    <a:pt x="41686" y="11813"/>
                    <a:pt x="40895" y="10590"/>
                    <a:pt x="40588" y="9214"/>
                  </a:cubicBezTo>
                  <a:cubicBezTo>
                    <a:pt x="40368" y="8237"/>
                    <a:pt x="40398" y="7208"/>
                    <a:pt x="40428" y="6211"/>
                  </a:cubicBezTo>
                  <a:cubicBezTo>
                    <a:pt x="40454" y="5329"/>
                    <a:pt x="40481" y="4417"/>
                    <a:pt x="40337" y="3529"/>
                  </a:cubicBezTo>
                  <a:cubicBezTo>
                    <a:pt x="40079" y="1925"/>
                    <a:pt x="38875" y="149"/>
                    <a:pt x="37152" y="17"/>
                  </a:cubicBezTo>
                  <a:cubicBezTo>
                    <a:pt x="37010" y="6"/>
                    <a:pt x="36865" y="1"/>
                    <a:pt x="367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4828650" y="1088400"/>
              <a:ext cx="120975" cy="119050"/>
            </a:xfrm>
            <a:custGeom>
              <a:rect b="b" l="l" r="r" t="t"/>
              <a:pathLst>
                <a:path extrusionOk="0" h="4762" w="4839">
                  <a:moveTo>
                    <a:pt x="3201" y="149"/>
                  </a:moveTo>
                  <a:cubicBezTo>
                    <a:pt x="3605" y="149"/>
                    <a:pt x="3944" y="306"/>
                    <a:pt x="4188" y="616"/>
                  </a:cubicBezTo>
                  <a:cubicBezTo>
                    <a:pt x="4683" y="1247"/>
                    <a:pt x="4683" y="2365"/>
                    <a:pt x="4188" y="3163"/>
                  </a:cubicBezTo>
                  <a:cubicBezTo>
                    <a:pt x="3719" y="3917"/>
                    <a:pt x="3046" y="4432"/>
                    <a:pt x="2341" y="4576"/>
                  </a:cubicBezTo>
                  <a:cubicBezTo>
                    <a:pt x="2211" y="4602"/>
                    <a:pt x="2081" y="4615"/>
                    <a:pt x="1952" y="4615"/>
                  </a:cubicBezTo>
                  <a:cubicBezTo>
                    <a:pt x="1263" y="4615"/>
                    <a:pt x="615" y="4252"/>
                    <a:pt x="351" y="3681"/>
                  </a:cubicBezTo>
                  <a:cubicBezTo>
                    <a:pt x="150" y="3245"/>
                    <a:pt x="163" y="2761"/>
                    <a:pt x="388" y="2244"/>
                  </a:cubicBezTo>
                  <a:cubicBezTo>
                    <a:pt x="804" y="1285"/>
                    <a:pt x="1835" y="504"/>
                    <a:pt x="2592" y="255"/>
                  </a:cubicBezTo>
                  <a:cubicBezTo>
                    <a:pt x="2806" y="184"/>
                    <a:pt x="3011" y="149"/>
                    <a:pt x="3201" y="149"/>
                  </a:cubicBezTo>
                  <a:close/>
                  <a:moveTo>
                    <a:pt x="3205" y="0"/>
                  </a:moveTo>
                  <a:cubicBezTo>
                    <a:pt x="2999" y="0"/>
                    <a:pt x="2778" y="38"/>
                    <a:pt x="2546" y="114"/>
                  </a:cubicBezTo>
                  <a:cubicBezTo>
                    <a:pt x="1758" y="373"/>
                    <a:pt x="687" y="1187"/>
                    <a:pt x="252" y="2184"/>
                  </a:cubicBezTo>
                  <a:cubicBezTo>
                    <a:pt x="13" y="2734"/>
                    <a:pt x="1" y="3273"/>
                    <a:pt x="217" y="3742"/>
                  </a:cubicBezTo>
                  <a:cubicBezTo>
                    <a:pt x="504" y="4365"/>
                    <a:pt x="1208" y="4761"/>
                    <a:pt x="1955" y="4761"/>
                  </a:cubicBezTo>
                  <a:cubicBezTo>
                    <a:pt x="2092" y="4761"/>
                    <a:pt x="2231" y="4747"/>
                    <a:pt x="2372" y="4720"/>
                  </a:cubicBezTo>
                  <a:cubicBezTo>
                    <a:pt x="3116" y="4570"/>
                    <a:pt x="3823" y="4030"/>
                    <a:pt x="4313" y="3241"/>
                  </a:cubicBezTo>
                  <a:cubicBezTo>
                    <a:pt x="4839" y="2394"/>
                    <a:pt x="4834" y="1201"/>
                    <a:pt x="4303" y="525"/>
                  </a:cubicBezTo>
                  <a:cubicBezTo>
                    <a:pt x="4031" y="178"/>
                    <a:pt x="3652" y="0"/>
                    <a:pt x="3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4527675" y="1067650"/>
              <a:ext cx="1071950" cy="607750"/>
            </a:xfrm>
            <a:custGeom>
              <a:rect b="b" l="l" r="r" t="t"/>
              <a:pathLst>
                <a:path extrusionOk="0" h="24310" w="42878">
                  <a:moveTo>
                    <a:pt x="36523" y="144"/>
                  </a:moveTo>
                  <a:cubicBezTo>
                    <a:pt x="36648" y="144"/>
                    <a:pt x="36775" y="163"/>
                    <a:pt x="36899" y="207"/>
                  </a:cubicBezTo>
                  <a:cubicBezTo>
                    <a:pt x="37791" y="519"/>
                    <a:pt x="37909" y="1672"/>
                    <a:pt x="38012" y="2691"/>
                  </a:cubicBezTo>
                  <a:lnTo>
                    <a:pt x="38028" y="2839"/>
                  </a:lnTo>
                  <a:cubicBezTo>
                    <a:pt x="38274" y="5207"/>
                    <a:pt x="39586" y="7434"/>
                    <a:pt x="41537" y="8797"/>
                  </a:cubicBezTo>
                  <a:cubicBezTo>
                    <a:pt x="41584" y="8831"/>
                    <a:pt x="41633" y="8864"/>
                    <a:pt x="41680" y="8897"/>
                  </a:cubicBezTo>
                  <a:cubicBezTo>
                    <a:pt x="41952" y="9083"/>
                    <a:pt x="42233" y="9275"/>
                    <a:pt x="42424" y="9539"/>
                  </a:cubicBezTo>
                  <a:cubicBezTo>
                    <a:pt x="42630" y="9826"/>
                    <a:pt x="42721" y="10265"/>
                    <a:pt x="42492" y="10554"/>
                  </a:cubicBezTo>
                  <a:cubicBezTo>
                    <a:pt x="42356" y="10726"/>
                    <a:pt x="42170" y="10794"/>
                    <a:pt x="41959" y="10794"/>
                  </a:cubicBezTo>
                  <a:cubicBezTo>
                    <a:pt x="41568" y="10794"/>
                    <a:pt x="41094" y="10560"/>
                    <a:pt x="40704" y="10314"/>
                  </a:cubicBezTo>
                  <a:cubicBezTo>
                    <a:pt x="38731" y="9072"/>
                    <a:pt x="36191" y="8422"/>
                    <a:pt x="33333" y="8422"/>
                  </a:cubicBezTo>
                  <a:cubicBezTo>
                    <a:pt x="33174" y="8422"/>
                    <a:pt x="33015" y="8424"/>
                    <a:pt x="32854" y="8428"/>
                  </a:cubicBezTo>
                  <a:cubicBezTo>
                    <a:pt x="30121" y="8496"/>
                    <a:pt x="27418" y="9100"/>
                    <a:pt x="24805" y="9684"/>
                  </a:cubicBezTo>
                  <a:cubicBezTo>
                    <a:pt x="22268" y="10252"/>
                    <a:pt x="19647" y="10838"/>
                    <a:pt x="17337" y="12157"/>
                  </a:cubicBezTo>
                  <a:cubicBezTo>
                    <a:pt x="14745" y="13638"/>
                    <a:pt x="13044" y="15858"/>
                    <a:pt x="12668" y="18251"/>
                  </a:cubicBezTo>
                  <a:cubicBezTo>
                    <a:pt x="12584" y="18782"/>
                    <a:pt x="12566" y="19326"/>
                    <a:pt x="12548" y="19854"/>
                  </a:cubicBezTo>
                  <a:cubicBezTo>
                    <a:pt x="12534" y="20284"/>
                    <a:pt x="12518" y="20727"/>
                    <a:pt x="12468" y="21159"/>
                  </a:cubicBezTo>
                  <a:cubicBezTo>
                    <a:pt x="12375" y="21956"/>
                    <a:pt x="12100" y="23041"/>
                    <a:pt x="11309" y="23695"/>
                  </a:cubicBezTo>
                  <a:cubicBezTo>
                    <a:pt x="10956" y="23986"/>
                    <a:pt x="10466" y="24155"/>
                    <a:pt x="9990" y="24155"/>
                  </a:cubicBezTo>
                  <a:cubicBezTo>
                    <a:pt x="9531" y="24155"/>
                    <a:pt x="9085" y="23997"/>
                    <a:pt x="8790" y="23641"/>
                  </a:cubicBezTo>
                  <a:cubicBezTo>
                    <a:pt x="8439" y="23216"/>
                    <a:pt x="8374" y="22663"/>
                    <a:pt x="8305" y="22076"/>
                  </a:cubicBezTo>
                  <a:cubicBezTo>
                    <a:pt x="8278" y="21841"/>
                    <a:pt x="8248" y="21596"/>
                    <a:pt x="8199" y="21363"/>
                  </a:cubicBezTo>
                  <a:cubicBezTo>
                    <a:pt x="7948" y="20168"/>
                    <a:pt x="7048" y="19119"/>
                    <a:pt x="5906" y="18686"/>
                  </a:cubicBezTo>
                  <a:cubicBezTo>
                    <a:pt x="5276" y="18448"/>
                    <a:pt x="4575" y="18379"/>
                    <a:pt x="3896" y="18310"/>
                  </a:cubicBezTo>
                  <a:cubicBezTo>
                    <a:pt x="2823" y="18204"/>
                    <a:pt x="1810" y="18103"/>
                    <a:pt x="1096" y="17390"/>
                  </a:cubicBezTo>
                  <a:cubicBezTo>
                    <a:pt x="199" y="16497"/>
                    <a:pt x="277" y="14979"/>
                    <a:pt x="815" y="13940"/>
                  </a:cubicBezTo>
                  <a:cubicBezTo>
                    <a:pt x="1412" y="12793"/>
                    <a:pt x="2516" y="11936"/>
                    <a:pt x="3402" y="11246"/>
                  </a:cubicBezTo>
                  <a:cubicBezTo>
                    <a:pt x="5470" y="9640"/>
                    <a:pt x="7594" y="8041"/>
                    <a:pt x="9712" y="6493"/>
                  </a:cubicBezTo>
                  <a:cubicBezTo>
                    <a:pt x="9981" y="6297"/>
                    <a:pt x="10169" y="6202"/>
                    <a:pt x="10295" y="6202"/>
                  </a:cubicBezTo>
                  <a:cubicBezTo>
                    <a:pt x="10311" y="6202"/>
                    <a:pt x="10327" y="6204"/>
                    <a:pt x="10348" y="6206"/>
                  </a:cubicBezTo>
                  <a:cubicBezTo>
                    <a:pt x="10459" y="6231"/>
                    <a:pt x="10529" y="6357"/>
                    <a:pt x="10626" y="6534"/>
                  </a:cubicBezTo>
                  <a:cubicBezTo>
                    <a:pt x="10687" y="6643"/>
                    <a:pt x="10755" y="6767"/>
                    <a:pt x="10848" y="6891"/>
                  </a:cubicBezTo>
                  <a:cubicBezTo>
                    <a:pt x="10898" y="6957"/>
                    <a:pt x="10943" y="7019"/>
                    <a:pt x="10985" y="7078"/>
                  </a:cubicBezTo>
                  <a:cubicBezTo>
                    <a:pt x="11272" y="7476"/>
                    <a:pt x="11462" y="7740"/>
                    <a:pt x="12114" y="7953"/>
                  </a:cubicBezTo>
                  <a:cubicBezTo>
                    <a:pt x="12482" y="8073"/>
                    <a:pt x="12863" y="8131"/>
                    <a:pt x="13239" y="8131"/>
                  </a:cubicBezTo>
                  <a:cubicBezTo>
                    <a:pt x="14166" y="8131"/>
                    <a:pt x="15068" y="7780"/>
                    <a:pt x="15679" y="7139"/>
                  </a:cubicBezTo>
                  <a:cubicBezTo>
                    <a:pt x="16092" y="6705"/>
                    <a:pt x="16405" y="6150"/>
                    <a:pt x="16707" y="5614"/>
                  </a:cubicBezTo>
                  <a:cubicBezTo>
                    <a:pt x="17223" y="4699"/>
                    <a:pt x="17711" y="3833"/>
                    <a:pt x="18649" y="3573"/>
                  </a:cubicBezTo>
                  <a:cubicBezTo>
                    <a:pt x="18827" y="3524"/>
                    <a:pt x="19002" y="3501"/>
                    <a:pt x="19175" y="3501"/>
                  </a:cubicBezTo>
                  <a:cubicBezTo>
                    <a:pt x="20144" y="3501"/>
                    <a:pt x="21039" y="4214"/>
                    <a:pt x="21908" y="4906"/>
                  </a:cubicBezTo>
                  <a:cubicBezTo>
                    <a:pt x="22119" y="5075"/>
                    <a:pt x="22337" y="5248"/>
                    <a:pt x="22548" y="5405"/>
                  </a:cubicBezTo>
                  <a:cubicBezTo>
                    <a:pt x="23904" y="6406"/>
                    <a:pt x="25577" y="6940"/>
                    <a:pt x="27254" y="6940"/>
                  </a:cubicBezTo>
                  <a:cubicBezTo>
                    <a:pt x="27861" y="6940"/>
                    <a:pt x="28468" y="6870"/>
                    <a:pt x="29061" y="6727"/>
                  </a:cubicBezTo>
                  <a:cubicBezTo>
                    <a:pt x="31292" y="6191"/>
                    <a:pt x="33236" y="4644"/>
                    <a:pt x="34261" y="2590"/>
                  </a:cubicBezTo>
                  <a:cubicBezTo>
                    <a:pt x="34339" y="2431"/>
                    <a:pt x="34413" y="2270"/>
                    <a:pt x="34488" y="2108"/>
                  </a:cubicBezTo>
                  <a:cubicBezTo>
                    <a:pt x="34689" y="1668"/>
                    <a:pt x="34897" y="1213"/>
                    <a:pt x="35207" y="840"/>
                  </a:cubicBezTo>
                  <a:cubicBezTo>
                    <a:pt x="35521" y="462"/>
                    <a:pt x="36017" y="144"/>
                    <a:pt x="36523" y="144"/>
                  </a:cubicBezTo>
                  <a:close/>
                  <a:moveTo>
                    <a:pt x="36520" y="0"/>
                  </a:moveTo>
                  <a:cubicBezTo>
                    <a:pt x="35966" y="0"/>
                    <a:pt x="35429" y="342"/>
                    <a:pt x="35089" y="749"/>
                  </a:cubicBezTo>
                  <a:cubicBezTo>
                    <a:pt x="34767" y="1137"/>
                    <a:pt x="34554" y="1602"/>
                    <a:pt x="34349" y="2051"/>
                  </a:cubicBezTo>
                  <a:cubicBezTo>
                    <a:pt x="34275" y="2212"/>
                    <a:pt x="34202" y="2372"/>
                    <a:pt x="34123" y="2529"/>
                  </a:cubicBezTo>
                  <a:cubicBezTo>
                    <a:pt x="33118" y="4544"/>
                    <a:pt x="31211" y="6062"/>
                    <a:pt x="29021" y="6588"/>
                  </a:cubicBezTo>
                  <a:cubicBezTo>
                    <a:pt x="28440" y="6728"/>
                    <a:pt x="27844" y="6796"/>
                    <a:pt x="27250" y="6796"/>
                  </a:cubicBezTo>
                  <a:cubicBezTo>
                    <a:pt x="25603" y="6796"/>
                    <a:pt x="23962" y="6273"/>
                    <a:pt x="22632" y="5289"/>
                  </a:cubicBezTo>
                  <a:cubicBezTo>
                    <a:pt x="22423" y="5134"/>
                    <a:pt x="22216" y="4969"/>
                    <a:pt x="21996" y="4795"/>
                  </a:cubicBezTo>
                  <a:cubicBezTo>
                    <a:pt x="21106" y="4086"/>
                    <a:pt x="20189" y="3357"/>
                    <a:pt x="19174" y="3357"/>
                  </a:cubicBezTo>
                  <a:cubicBezTo>
                    <a:pt x="18988" y="3357"/>
                    <a:pt x="18799" y="3382"/>
                    <a:pt x="18606" y="3435"/>
                  </a:cubicBezTo>
                  <a:cubicBezTo>
                    <a:pt x="17609" y="3712"/>
                    <a:pt x="17083" y="4644"/>
                    <a:pt x="16574" y="5546"/>
                  </a:cubicBezTo>
                  <a:cubicBezTo>
                    <a:pt x="16276" y="6073"/>
                    <a:pt x="15969" y="6619"/>
                    <a:pt x="15567" y="7041"/>
                  </a:cubicBezTo>
                  <a:cubicBezTo>
                    <a:pt x="14984" y="7653"/>
                    <a:pt x="14124" y="7987"/>
                    <a:pt x="13237" y="7987"/>
                  </a:cubicBezTo>
                  <a:cubicBezTo>
                    <a:pt x="12875" y="7987"/>
                    <a:pt x="12508" y="7931"/>
                    <a:pt x="12154" y="7816"/>
                  </a:cubicBezTo>
                  <a:cubicBezTo>
                    <a:pt x="11549" y="7619"/>
                    <a:pt x="11379" y="7384"/>
                    <a:pt x="11100" y="6996"/>
                  </a:cubicBezTo>
                  <a:cubicBezTo>
                    <a:pt x="11057" y="6935"/>
                    <a:pt x="11012" y="6873"/>
                    <a:pt x="10961" y="6806"/>
                  </a:cubicBezTo>
                  <a:cubicBezTo>
                    <a:pt x="10874" y="6688"/>
                    <a:pt x="10810" y="6570"/>
                    <a:pt x="10752" y="6465"/>
                  </a:cubicBezTo>
                  <a:cubicBezTo>
                    <a:pt x="10645" y="6270"/>
                    <a:pt x="10552" y="6103"/>
                    <a:pt x="10374" y="6064"/>
                  </a:cubicBezTo>
                  <a:cubicBezTo>
                    <a:pt x="10350" y="6059"/>
                    <a:pt x="10324" y="6056"/>
                    <a:pt x="10297" y="6056"/>
                  </a:cubicBezTo>
                  <a:cubicBezTo>
                    <a:pt x="10134" y="6056"/>
                    <a:pt x="9926" y="6155"/>
                    <a:pt x="9625" y="6376"/>
                  </a:cubicBezTo>
                  <a:cubicBezTo>
                    <a:pt x="7505" y="7923"/>
                    <a:pt x="5381" y="9523"/>
                    <a:pt x="3311" y="11132"/>
                  </a:cubicBezTo>
                  <a:cubicBezTo>
                    <a:pt x="2412" y="11828"/>
                    <a:pt x="1295" y="12697"/>
                    <a:pt x="684" y="13873"/>
                  </a:cubicBezTo>
                  <a:cubicBezTo>
                    <a:pt x="137" y="14926"/>
                    <a:pt x="0" y="16508"/>
                    <a:pt x="990" y="17495"/>
                  </a:cubicBezTo>
                  <a:cubicBezTo>
                    <a:pt x="1742" y="18244"/>
                    <a:pt x="2827" y="18353"/>
                    <a:pt x="3878" y="18458"/>
                  </a:cubicBezTo>
                  <a:cubicBezTo>
                    <a:pt x="4548" y="18526"/>
                    <a:pt x="5240" y="18595"/>
                    <a:pt x="5852" y="18826"/>
                  </a:cubicBezTo>
                  <a:cubicBezTo>
                    <a:pt x="6947" y="19240"/>
                    <a:pt x="7812" y="20249"/>
                    <a:pt x="8053" y="21394"/>
                  </a:cubicBezTo>
                  <a:cubicBezTo>
                    <a:pt x="8101" y="21620"/>
                    <a:pt x="8129" y="21860"/>
                    <a:pt x="8156" y="22094"/>
                  </a:cubicBezTo>
                  <a:cubicBezTo>
                    <a:pt x="8225" y="22677"/>
                    <a:pt x="8296" y="23278"/>
                    <a:pt x="8675" y="23736"/>
                  </a:cubicBezTo>
                  <a:cubicBezTo>
                    <a:pt x="9006" y="24136"/>
                    <a:pt x="9490" y="24310"/>
                    <a:pt x="9985" y="24310"/>
                  </a:cubicBezTo>
                  <a:cubicBezTo>
                    <a:pt x="10497" y="24310"/>
                    <a:pt x="11021" y="24124"/>
                    <a:pt x="11405" y="23813"/>
                  </a:cubicBezTo>
                  <a:cubicBezTo>
                    <a:pt x="12060" y="23271"/>
                    <a:pt x="12479" y="22362"/>
                    <a:pt x="12616" y="21181"/>
                  </a:cubicBezTo>
                  <a:cubicBezTo>
                    <a:pt x="12667" y="20744"/>
                    <a:pt x="12682" y="20296"/>
                    <a:pt x="12696" y="19865"/>
                  </a:cubicBezTo>
                  <a:cubicBezTo>
                    <a:pt x="12713" y="19341"/>
                    <a:pt x="12732" y="18800"/>
                    <a:pt x="12813" y="18278"/>
                  </a:cubicBezTo>
                  <a:cubicBezTo>
                    <a:pt x="13181" y="15931"/>
                    <a:pt x="14856" y="13747"/>
                    <a:pt x="17409" y="12290"/>
                  </a:cubicBezTo>
                  <a:cubicBezTo>
                    <a:pt x="19698" y="10982"/>
                    <a:pt x="22310" y="10397"/>
                    <a:pt x="24834" y="9833"/>
                  </a:cubicBezTo>
                  <a:cubicBezTo>
                    <a:pt x="27443" y="9250"/>
                    <a:pt x="30140" y="8646"/>
                    <a:pt x="32856" y="8579"/>
                  </a:cubicBezTo>
                  <a:cubicBezTo>
                    <a:pt x="33015" y="8575"/>
                    <a:pt x="33173" y="8573"/>
                    <a:pt x="33329" y="8573"/>
                  </a:cubicBezTo>
                  <a:cubicBezTo>
                    <a:pt x="36161" y="8573"/>
                    <a:pt x="38674" y="9217"/>
                    <a:pt x="40623" y="10443"/>
                  </a:cubicBezTo>
                  <a:cubicBezTo>
                    <a:pt x="41155" y="10777"/>
                    <a:pt x="41605" y="10945"/>
                    <a:pt x="41961" y="10945"/>
                  </a:cubicBezTo>
                  <a:cubicBezTo>
                    <a:pt x="42233" y="10945"/>
                    <a:pt x="42449" y="10847"/>
                    <a:pt x="42605" y="10649"/>
                  </a:cubicBezTo>
                  <a:cubicBezTo>
                    <a:pt x="42878" y="10303"/>
                    <a:pt x="42779" y="9788"/>
                    <a:pt x="42539" y="9456"/>
                  </a:cubicBezTo>
                  <a:cubicBezTo>
                    <a:pt x="42335" y="9172"/>
                    <a:pt x="42042" y="8971"/>
                    <a:pt x="41759" y="8777"/>
                  </a:cubicBezTo>
                  <a:cubicBezTo>
                    <a:pt x="41712" y="8746"/>
                    <a:pt x="41666" y="8712"/>
                    <a:pt x="41618" y="8681"/>
                  </a:cubicBezTo>
                  <a:cubicBezTo>
                    <a:pt x="39701" y="7340"/>
                    <a:pt x="38412" y="5153"/>
                    <a:pt x="38170" y="2827"/>
                  </a:cubicBezTo>
                  <a:lnTo>
                    <a:pt x="38154" y="2679"/>
                  </a:lnTo>
                  <a:cubicBezTo>
                    <a:pt x="38051" y="1671"/>
                    <a:pt x="37924" y="414"/>
                    <a:pt x="36944" y="72"/>
                  </a:cubicBezTo>
                  <a:cubicBezTo>
                    <a:pt x="36804" y="22"/>
                    <a:pt x="36661" y="0"/>
                    <a:pt x="36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5594200" y="1383800"/>
              <a:ext cx="131725" cy="260175"/>
            </a:xfrm>
            <a:custGeom>
              <a:rect b="b" l="l" r="r" t="t"/>
              <a:pathLst>
                <a:path extrusionOk="0" h="10407" w="5269">
                  <a:moveTo>
                    <a:pt x="1133" y="147"/>
                  </a:moveTo>
                  <a:cubicBezTo>
                    <a:pt x="1250" y="147"/>
                    <a:pt x="1371" y="169"/>
                    <a:pt x="1497" y="210"/>
                  </a:cubicBezTo>
                  <a:cubicBezTo>
                    <a:pt x="2983" y="715"/>
                    <a:pt x="4628" y="3968"/>
                    <a:pt x="4793" y="4849"/>
                  </a:cubicBezTo>
                  <a:cubicBezTo>
                    <a:pt x="5116" y="6562"/>
                    <a:pt x="4682" y="8417"/>
                    <a:pt x="3635" y="9810"/>
                  </a:cubicBezTo>
                  <a:cubicBezTo>
                    <a:pt x="3509" y="9976"/>
                    <a:pt x="3370" y="10138"/>
                    <a:pt x="3188" y="10213"/>
                  </a:cubicBezTo>
                  <a:cubicBezTo>
                    <a:pt x="3113" y="10244"/>
                    <a:pt x="3035" y="10259"/>
                    <a:pt x="2957" y="10259"/>
                  </a:cubicBezTo>
                  <a:cubicBezTo>
                    <a:pt x="2599" y="10259"/>
                    <a:pt x="2236" y="9954"/>
                    <a:pt x="2027" y="9592"/>
                  </a:cubicBezTo>
                  <a:cubicBezTo>
                    <a:pt x="1458" y="8609"/>
                    <a:pt x="1558" y="7399"/>
                    <a:pt x="1656" y="6228"/>
                  </a:cubicBezTo>
                  <a:cubicBezTo>
                    <a:pt x="1759" y="4996"/>
                    <a:pt x="1867" y="3723"/>
                    <a:pt x="1200" y="2697"/>
                  </a:cubicBezTo>
                  <a:cubicBezTo>
                    <a:pt x="1093" y="2533"/>
                    <a:pt x="968" y="2380"/>
                    <a:pt x="847" y="2231"/>
                  </a:cubicBezTo>
                  <a:cubicBezTo>
                    <a:pt x="685" y="2031"/>
                    <a:pt x="517" y="1825"/>
                    <a:pt x="398" y="1596"/>
                  </a:cubicBezTo>
                  <a:cubicBezTo>
                    <a:pt x="204" y="1220"/>
                    <a:pt x="169" y="694"/>
                    <a:pt x="480" y="415"/>
                  </a:cubicBezTo>
                  <a:cubicBezTo>
                    <a:pt x="681" y="236"/>
                    <a:pt x="897" y="147"/>
                    <a:pt x="1133" y="147"/>
                  </a:cubicBezTo>
                  <a:close/>
                  <a:moveTo>
                    <a:pt x="1134" y="1"/>
                  </a:moveTo>
                  <a:cubicBezTo>
                    <a:pt x="861" y="1"/>
                    <a:pt x="610" y="103"/>
                    <a:pt x="383" y="307"/>
                  </a:cubicBezTo>
                  <a:cubicBezTo>
                    <a:pt x="0" y="650"/>
                    <a:pt x="54" y="1252"/>
                    <a:pt x="268" y="1665"/>
                  </a:cubicBezTo>
                  <a:cubicBezTo>
                    <a:pt x="393" y="1907"/>
                    <a:pt x="567" y="2120"/>
                    <a:pt x="734" y="2326"/>
                  </a:cubicBezTo>
                  <a:cubicBezTo>
                    <a:pt x="852" y="2471"/>
                    <a:pt x="975" y="2622"/>
                    <a:pt x="1077" y="2779"/>
                  </a:cubicBezTo>
                  <a:cubicBezTo>
                    <a:pt x="1716" y="3763"/>
                    <a:pt x="1611" y="5011"/>
                    <a:pt x="1511" y="6218"/>
                  </a:cubicBezTo>
                  <a:cubicBezTo>
                    <a:pt x="1410" y="7411"/>
                    <a:pt x="1306" y="8644"/>
                    <a:pt x="1900" y="9666"/>
                  </a:cubicBezTo>
                  <a:cubicBezTo>
                    <a:pt x="2135" y="10070"/>
                    <a:pt x="2544" y="10407"/>
                    <a:pt x="2961" y="10407"/>
                  </a:cubicBezTo>
                  <a:cubicBezTo>
                    <a:pt x="3055" y="10407"/>
                    <a:pt x="3152" y="10389"/>
                    <a:pt x="3248" y="10351"/>
                  </a:cubicBezTo>
                  <a:cubicBezTo>
                    <a:pt x="3462" y="10262"/>
                    <a:pt x="3618" y="10082"/>
                    <a:pt x="3755" y="9899"/>
                  </a:cubicBezTo>
                  <a:cubicBezTo>
                    <a:pt x="4827" y="8474"/>
                    <a:pt x="5268" y="6577"/>
                    <a:pt x="4940" y="4825"/>
                  </a:cubicBezTo>
                  <a:cubicBezTo>
                    <a:pt x="4771" y="3924"/>
                    <a:pt x="3079" y="595"/>
                    <a:pt x="1547" y="74"/>
                  </a:cubicBezTo>
                  <a:cubicBezTo>
                    <a:pt x="1404" y="25"/>
                    <a:pt x="1266" y="1"/>
                    <a:pt x="11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5306675" y="408475"/>
              <a:ext cx="244950" cy="634925"/>
            </a:xfrm>
            <a:custGeom>
              <a:rect b="b" l="l" r="r" t="t"/>
              <a:pathLst>
                <a:path extrusionOk="0" h="25397" w="9798">
                  <a:moveTo>
                    <a:pt x="2092" y="147"/>
                  </a:moveTo>
                  <a:cubicBezTo>
                    <a:pt x="3310" y="177"/>
                    <a:pt x="4228" y="1666"/>
                    <a:pt x="4466" y="2662"/>
                  </a:cubicBezTo>
                  <a:cubicBezTo>
                    <a:pt x="4646" y="3418"/>
                    <a:pt x="4655" y="4215"/>
                    <a:pt x="4665" y="4986"/>
                  </a:cubicBezTo>
                  <a:cubicBezTo>
                    <a:pt x="4671" y="5540"/>
                    <a:pt x="4677" y="6113"/>
                    <a:pt x="4746" y="6671"/>
                  </a:cubicBezTo>
                  <a:cubicBezTo>
                    <a:pt x="4986" y="8616"/>
                    <a:pt x="5965" y="10361"/>
                    <a:pt x="6911" y="12049"/>
                  </a:cubicBezTo>
                  <a:cubicBezTo>
                    <a:pt x="7645" y="13357"/>
                    <a:pt x="8405" y="14709"/>
                    <a:pt x="8820" y="16153"/>
                  </a:cubicBezTo>
                  <a:cubicBezTo>
                    <a:pt x="9642" y="19005"/>
                    <a:pt x="9044" y="22248"/>
                    <a:pt x="7257" y="24619"/>
                  </a:cubicBezTo>
                  <a:cubicBezTo>
                    <a:pt x="6938" y="25042"/>
                    <a:pt x="6640" y="25248"/>
                    <a:pt x="6350" y="25248"/>
                  </a:cubicBezTo>
                  <a:cubicBezTo>
                    <a:pt x="6323" y="25248"/>
                    <a:pt x="6297" y="25246"/>
                    <a:pt x="6270" y="25243"/>
                  </a:cubicBezTo>
                  <a:cubicBezTo>
                    <a:pt x="5923" y="25197"/>
                    <a:pt x="5686" y="24843"/>
                    <a:pt x="5630" y="24515"/>
                  </a:cubicBezTo>
                  <a:cubicBezTo>
                    <a:pt x="5574" y="24176"/>
                    <a:pt x="5655" y="23823"/>
                    <a:pt x="5733" y="23482"/>
                  </a:cubicBezTo>
                  <a:lnTo>
                    <a:pt x="5745" y="23426"/>
                  </a:lnTo>
                  <a:cubicBezTo>
                    <a:pt x="7112" y="17399"/>
                    <a:pt x="5721" y="10846"/>
                    <a:pt x="2020" y="5896"/>
                  </a:cubicBezTo>
                  <a:cubicBezTo>
                    <a:pt x="1932" y="5778"/>
                    <a:pt x="1842" y="5659"/>
                    <a:pt x="1751" y="5540"/>
                  </a:cubicBezTo>
                  <a:cubicBezTo>
                    <a:pt x="1090" y="4672"/>
                    <a:pt x="405" y="3773"/>
                    <a:pt x="249" y="2709"/>
                  </a:cubicBezTo>
                  <a:cubicBezTo>
                    <a:pt x="152" y="2053"/>
                    <a:pt x="399" y="1256"/>
                    <a:pt x="865" y="731"/>
                  </a:cubicBezTo>
                  <a:cubicBezTo>
                    <a:pt x="1101" y="464"/>
                    <a:pt x="1498" y="149"/>
                    <a:pt x="2055" y="149"/>
                  </a:cubicBezTo>
                  <a:cubicBezTo>
                    <a:pt x="2067" y="149"/>
                    <a:pt x="2080" y="149"/>
                    <a:pt x="2092" y="147"/>
                  </a:cubicBezTo>
                  <a:close/>
                  <a:moveTo>
                    <a:pt x="2058" y="0"/>
                  </a:moveTo>
                  <a:cubicBezTo>
                    <a:pt x="1571" y="0"/>
                    <a:pt x="1122" y="217"/>
                    <a:pt x="754" y="631"/>
                  </a:cubicBezTo>
                  <a:cubicBezTo>
                    <a:pt x="261" y="1188"/>
                    <a:pt x="0" y="2032"/>
                    <a:pt x="103" y="2730"/>
                  </a:cubicBezTo>
                  <a:cubicBezTo>
                    <a:pt x="265" y="3831"/>
                    <a:pt x="961" y="4746"/>
                    <a:pt x="1633" y="5629"/>
                  </a:cubicBezTo>
                  <a:cubicBezTo>
                    <a:pt x="1725" y="5749"/>
                    <a:pt x="1814" y="5866"/>
                    <a:pt x="1904" y="5985"/>
                  </a:cubicBezTo>
                  <a:cubicBezTo>
                    <a:pt x="5577" y="10900"/>
                    <a:pt x="6960" y="17408"/>
                    <a:pt x="5603" y="23393"/>
                  </a:cubicBezTo>
                  <a:lnTo>
                    <a:pt x="5589" y="23448"/>
                  </a:lnTo>
                  <a:cubicBezTo>
                    <a:pt x="5508" y="23804"/>
                    <a:pt x="5424" y="24173"/>
                    <a:pt x="5486" y="24540"/>
                  </a:cubicBezTo>
                  <a:cubicBezTo>
                    <a:pt x="5548" y="24908"/>
                    <a:pt x="5815" y="25334"/>
                    <a:pt x="6253" y="25390"/>
                  </a:cubicBezTo>
                  <a:cubicBezTo>
                    <a:pt x="6286" y="25393"/>
                    <a:pt x="6320" y="25396"/>
                    <a:pt x="6353" y="25396"/>
                  </a:cubicBezTo>
                  <a:cubicBezTo>
                    <a:pt x="6692" y="25396"/>
                    <a:pt x="7027" y="25170"/>
                    <a:pt x="7377" y="24708"/>
                  </a:cubicBezTo>
                  <a:cubicBezTo>
                    <a:pt x="9190" y="22303"/>
                    <a:pt x="9798" y="19010"/>
                    <a:pt x="8963" y="16114"/>
                  </a:cubicBezTo>
                  <a:cubicBezTo>
                    <a:pt x="8543" y="14654"/>
                    <a:pt x="7780" y="13294"/>
                    <a:pt x="7042" y="11978"/>
                  </a:cubicBezTo>
                  <a:cubicBezTo>
                    <a:pt x="6101" y="10302"/>
                    <a:pt x="5129" y="8570"/>
                    <a:pt x="4893" y="6655"/>
                  </a:cubicBezTo>
                  <a:cubicBezTo>
                    <a:pt x="4825" y="6105"/>
                    <a:pt x="4818" y="5536"/>
                    <a:pt x="4811" y="4986"/>
                  </a:cubicBezTo>
                  <a:cubicBezTo>
                    <a:pt x="4803" y="4206"/>
                    <a:pt x="4794" y="3400"/>
                    <a:pt x="4609" y="2628"/>
                  </a:cubicBezTo>
                  <a:cubicBezTo>
                    <a:pt x="4361" y="1587"/>
                    <a:pt x="3392" y="33"/>
                    <a:pt x="2096" y="1"/>
                  </a:cubicBezTo>
                  <a:cubicBezTo>
                    <a:pt x="2083" y="0"/>
                    <a:pt x="2071" y="0"/>
                    <a:pt x="20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5342275" y="443325"/>
              <a:ext cx="63750" cy="81900"/>
            </a:xfrm>
            <a:custGeom>
              <a:rect b="b" l="l" r="r" t="t"/>
              <a:pathLst>
                <a:path extrusionOk="0" h="3276" w="2550">
                  <a:moveTo>
                    <a:pt x="1008" y="146"/>
                  </a:moveTo>
                  <a:cubicBezTo>
                    <a:pt x="1138" y="146"/>
                    <a:pt x="1272" y="184"/>
                    <a:pt x="1410" y="258"/>
                  </a:cubicBezTo>
                  <a:cubicBezTo>
                    <a:pt x="1972" y="565"/>
                    <a:pt x="2402" y="1433"/>
                    <a:pt x="2384" y="1946"/>
                  </a:cubicBezTo>
                  <a:cubicBezTo>
                    <a:pt x="2369" y="2369"/>
                    <a:pt x="2159" y="2761"/>
                    <a:pt x="1839" y="2969"/>
                  </a:cubicBezTo>
                  <a:cubicBezTo>
                    <a:pt x="1674" y="3076"/>
                    <a:pt x="1481" y="3129"/>
                    <a:pt x="1293" y="3129"/>
                  </a:cubicBezTo>
                  <a:cubicBezTo>
                    <a:pt x="1088" y="3129"/>
                    <a:pt x="887" y="3066"/>
                    <a:pt x="733" y="2940"/>
                  </a:cubicBezTo>
                  <a:cubicBezTo>
                    <a:pt x="400" y="2673"/>
                    <a:pt x="151" y="1914"/>
                    <a:pt x="175" y="1247"/>
                  </a:cubicBezTo>
                  <a:cubicBezTo>
                    <a:pt x="192" y="797"/>
                    <a:pt x="330" y="459"/>
                    <a:pt x="563" y="297"/>
                  </a:cubicBezTo>
                  <a:cubicBezTo>
                    <a:pt x="707" y="197"/>
                    <a:pt x="856" y="146"/>
                    <a:pt x="1008" y="146"/>
                  </a:cubicBezTo>
                  <a:close/>
                  <a:moveTo>
                    <a:pt x="1006" y="0"/>
                  </a:moveTo>
                  <a:cubicBezTo>
                    <a:pt x="824" y="0"/>
                    <a:pt x="646" y="59"/>
                    <a:pt x="477" y="176"/>
                  </a:cubicBezTo>
                  <a:cubicBezTo>
                    <a:pt x="203" y="366"/>
                    <a:pt x="43" y="746"/>
                    <a:pt x="26" y="1243"/>
                  </a:cubicBezTo>
                  <a:cubicBezTo>
                    <a:pt x="0" y="1963"/>
                    <a:pt x="269" y="2759"/>
                    <a:pt x="638" y="3057"/>
                  </a:cubicBezTo>
                  <a:cubicBezTo>
                    <a:pt x="818" y="3202"/>
                    <a:pt x="1053" y="3275"/>
                    <a:pt x="1292" y="3275"/>
                  </a:cubicBezTo>
                  <a:cubicBezTo>
                    <a:pt x="1508" y="3275"/>
                    <a:pt x="1729" y="3215"/>
                    <a:pt x="1917" y="3095"/>
                  </a:cubicBezTo>
                  <a:cubicBezTo>
                    <a:pt x="2278" y="2862"/>
                    <a:pt x="2513" y="2424"/>
                    <a:pt x="2530" y="1954"/>
                  </a:cubicBezTo>
                  <a:cubicBezTo>
                    <a:pt x="2549" y="1386"/>
                    <a:pt x="2096" y="466"/>
                    <a:pt x="1479" y="130"/>
                  </a:cubicBezTo>
                  <a:cubicBezTo>
                    <a:pt x="1321" y="43"/>
                    <a:pt x="1162" y="0"/>
                    <a:pt x="10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5474900" y="806250"/>
              <a:ext cx="46800" cy="154700"/>
            </a:xfrm>
            <a:custGeom>
              <a:rect b="b" l="l" r="r" t="t"/>
              <a:pathLst>
                <a:path extrusionOk="0" h="6188" w="1872">
                  <a:moveTo>
                    <a:pt x="639" y="149"/>
                  </a:moveTo>
                  <a:cubicBezTo>
                    <a:pt x="721" y="149"/>
                    <a:pt x="815" y="226"/>
                    <a:pt x="882" y="298"/>
                  </a:cubicBezTo>
                  <a:cubicBezTo>
                    <a:pt x="1010" y="430"/>
                    <a:pt x="1069" y="626"/>
                    <a:pt x="1121" y="798"/>
                  </a:cubicBezTo>
                  <a:cubicBezTo>
                    <a:pt x="1367" y="1611"/>
                    <a:pt x="1621" y="2452"/>
                    <a:pt x="1678" y="3313"/>
                  </a:cubicBezTo>
                  <a:cubicBezTo>
                    <a:pt x="1723" y="3983"/>
                    <a:pt x="1657" y="4949"/>
                    <a:pt x="1095" y="5745"/>
                  </a:cubicBezTo>
                  <a:cubicBezTo>
                    <a:pt x="984" y="5902"/>
                    <a:pt x="818" y="6039"/>
                    <a:pt x="670" y="6039"/>
                  </a:cubicBezTo>
                  <a:cubicBezTo>
                    <a:pt x="632" y="6039"/>
                    <a:pt x="595" y="6030"/>
                    <a:pt x="561" y="6009"/>
                  </a:cubicBezTo>
                  <a:cubicBezTo>
                    <a:pt x="444" y="5941"/>
                    <a:pt x="411" y="5776"/>
                    <a:pt x="392" y="5607"/>
                  </a:cubicBezTo>
                  <a:cubicBezTo>
                    <a:pt x="272" y="4476"/>
                    <a:pt x="148" y="3166"/>
                    <a:pt x="231" y="1913"/>
                  </a:cubicBezTo>
                  <a:cubicBezTo>
                    <a:pt x="233" y="1877"/>
                    <a:pt x="237" y="1826"/>
                    <a:pt x="239" y="1763"/>
                  </a:cubicBezTo>
                  <a:cubicBezTo>
                    <a:pt x="256" y="1392"/>
                    <a:pt x="306" y="268"/>
                    <a:pt x="598" y="156"/>
                  </a:cubicBezTo>
                  <a:cubicBezTo>
                    <a:pt x="610" y="152"/>
                    <a:pt x="625" y="149"/>
                    <a:pt x="639" y="149"/>
                  </a:cubicBezTo>
                  <a:close/>
                  <a:moveTo>
                    <a:pt x="641" y="1"/>
                  </a:moveTo>
                  <a:cubicBezTo>
                    <a:pt x="609" y="1"/>
                    <a:pt x="577" y="6"/>
                    <a:pt x="546" y="18"/>
                  </a:cubicBezTo>
                  <a:cubicBezTo>
                    <a:pt x="210" y="145"/>
                    <a:pt x="129" y="928"/>
                    <a:pt x="92" y="1754"/>
                  </a:cubicBezTo>
                  <a:cubicBezTo>
                    <a:pt x="89" y="1816"/>
                    <a:pt x="87" y="1867"/>
                    <a:pt x="84" y="1903"/>
                  </a:cubicBezTo>
                  <a:cubicBezTo>
                    <a:pt x="0" y="3167"/>
                    <a:pt x="123" y="4486"/>
                    <a:pt x="246" y="5622"/>
                  </a:cubicBezTo>
                  <a:cubicBezTo>
                    <a:pt x="268" y="5829"/>
                    <a:pt x="313" y="6034"/>
                    <a:pt x="485" y="6136"/>
                  </a:cubicBezTo>
                  <a:cubicBezTo>
                    <a:pt x="546" y="6172"/>
                    <a:pt x="608" y="6188"/>
                    <a:pt x="671" y="6188"/>
                  </a:cubicBezTo>
                  <a:cubicBezTo>
                    <a:pt x="872" y="6188"/>
                    <a:pt x="1077" y="6028"/>
                    <a:pt x="1217" y="5829"/>
                  </a:cubicBezTo>
                  <a:cubicBezTo>
                    <a:pt x="1804" y="4997"/>
                    <a:pt x="1872" y="3996"/>
                    <a:pt x="1827" y="3302"/>
                  </a:cubicBezTo>
                  <a:cubicBezTo>
                    <a:pt x="1769" y="2425"/>
                    <a:pt x="1512" y="1576"/>
                    <a:pt x="1264" y="754"/>
                  </a:cubicBezTo>
                  <a:cubicBezTo>
                    <a:pt x="1207" y="566"/>
                    <a:pt x="1143" y="353"/>
                    <a:pt x="990" y="194"/>
                  </a:cubicBezTo>
                  <a:cubicBezTo>
                    <a:pt x="866" y="65"/>
                    <a:pt x="749" y="1"/>
                    <a:pt x="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4603925" y="1136950"/>
              <a:ext cx="886950" cy="480850"/>
            </a:xfrm>
            <a:custGeom>
              <a:rect b="b" l="l" r="r" t="t"/>
              <a:pathLst>
                <a:path extrusionOk="0" h="19234" w="35478">
                  <a:moveTo>
                    <a:pt x="33176" y="147"/>
                  </a:moveTo>
                  <a:cubicBezTo>
                    <a:pt x="33271" y="147"/>
                    <a:pt x="33436" y="248"/>
                    <a:pt x="33669" y="731"/>
                  </a:cubicBezTo>
                  <a:cubicBezTo>
                    <a:pt x="34012" y="1439"/>
                    <a:pt x="34331" y="2175"/>
                    <a:pt x="34640" y="2886"/>
                  </a:cubicBezTo>
                  <a:cubicBezTo>
                    <a:pt x="34798" y="3250"/>
                    <a:pt x="34955" y="3613"/>
                    <a:pt x="35117" y="3974"/>
                  </a:cubicBezTo>
                  <a:cubicBezTo>
                    <a:pt x="35250" y="4270"/>
                    <a:pt x="35359" y="4663"/>
                    <a:pt x="35132" y="4853"/>
                  </a:cubicBezTo>
                  <a:cubicBezTo>
                    <a:pt x="35049" y="4922"/>
                    <a:pt x="34944" y="4946"/>
                    <a:pt x="34826" y="4946"/>
                  </a:cubicBezTo>
                  <a:cubicBezTo>
                    <a:pt x="34718" y="4946"/>
                    <a:pt x="34601" y="4927"/>
                    <a:pt x="34480" y="4904"/>
                  </a:cubicBezTo>
                  <a:cubicBezTo>
                    <a:pt x="33681" y="4750"/>
                    <a:pt x="32878" y="4684"/>
                    <a:pt x="32073" y="4684"/>
                  </a:cubicBezTo>
                  <a:cubicBezTo>
                    <a:pt x="29802" y="4684"/>
                    <a:pt x="27517" y="5203"/>
                    <a:pt x="25289" y="5709"/>
                  </a:cubicBezTo>
                  <a:cubicBezTo>
                    <a:pt x="24580" y="5870"/>
                    <a:pt x="23847" y="6036"/>
                    <a:pt x="23130" y="6183"/>
                  </a:cubicBezTo>
                  <a:cubicBezTo>
                    <a:pt x="22351" y="6341"/>
                    <a:pt x="21555" y="6482"/>
                    <a:pt x="20786" y="6617"/>
                  </a:cubicBezTo>
                  <a:cubicBezTo>
                    <a:pt x="19365" y="6867"/>
                    <a:pt x="17899" y="7127"/>
                    <a:pt x="16483" y="7509"/>
                  </a:cubicBezTo>
                  <a:cubicBezTo>
                    <a:pt x="13908" y="8201"/>
                    <a:pt x="11940" y="9199"/>
                    <a:pt x="10469" y="10559"/>
                  </a:cubicBezTo>
                  <a:cubicBezTo>
                    <a:pt x="8658" y="12232"/>
                    <a:pt x="7677" y="14500"/>
                    <a:pt x="7844" y="16625"/>
                  </a:cubicBezTo>
                  <a:cubicBezTo>
                    <a:pt x="7854" y="16745"/>
                    <a:pt x="7867" y="16868"/>
                    <a:pt x="7879" y="16989"/>
                  </a:cubicBezTo>
                  <a:cubicBezTo>
                    <a:pt x="7930" y="17465"/>
                    <a:pt x="7983" y="17957"/>
                    <a:pt x="7817" y="18397"/>
                  </a:cubicBezTo>
                  <a:cubicBezTo>
                    <a:pt x="7700" y="18705"/>
                    <a:pt x="7395" y="18979"/>
                    <a:pt x="7074" y="19060"/>
                  </a:cubicBezTo>
                  <a:cubicBezTo>
                    <a:pt x="7016" y="19075"/>
                    <a:pt x="6950" y="19086"/>
                    <a:pt x="6879" y="19086"/>
                  </a:cubicBezTo>
                  <a:cubicBezTo>
                    <a:pt x="6755" y="19086"/>
                    <a:pt x="6617" y="19052"/>
                    <a:pt x="6493" y="18946"/>
                  </a:cubicBezTo>
                  <a:cubicBezTo>
                    <a:pt x="6268" y="18752"/>
                    <a:pt x="6209" y="18426"/>
                    <a:pt x="6152" y="18111"/>
                  </a:cubicBezTo>
                  <a:lnTo>
                    <a:pt x="6136" y="18018"/>
                  </a:lnTo>
                  <a:cubicBezTo>
                    <a:pt x="5842" y="16430"/>
                    <a:pt x="4823" y="15019"/>
                    <a:pt x="3408" y="14241"/>
                  </a:cubicBezTo>
                  <a:cubicBezTo>
                    <a:pt x="3122" y="14083"/>
                    <a:pt x="2819" y="13950"/>
                    <a:pt x="2525" y="13821"/>
                  </a:cubicBezTo>
                  <a:cubicBezTo>
                    <a:pt x="2179" y="13669"/>
                    <a:pt x="1821" y="13514"/>
                    <a:pt x="1493" y="13317"/>
                  </a:cubicBezTo>
                  <a:cubicBezTo>
                    <a:pt x="796" y="12897"/>
                    <a:pt x="357" y="12319"/>
                    <a:pt x="287" y="11730"/>
                  </a:cubicBezTo>
                  <a:cubicBezTo>
                    <a:pt x="157" y="10629"/>
                    <a:pt x="1203" y="9758"/>
                    <a:pt x="2128" y="9123"/>
                  </a:cubicBezTo>
                  <a:lnTo>
                    <a:pt x="5083" y="7097"/>
                  </a:lnTo>
                  <a:cubicBezTo>
                    <a:pt x="5683" y="6685"/>
                    <a:pt x="6364" y="6219"/>
                    <a:pt x="7138" y="6157"/>
                  </a:cubicBezTo>
                  <a:cubicBezTo>
                    <a:pt x="7199" y="6153"/>
                    <a:pt x="7259" y="6151"/>
                    <a:pt x="7320" y="6151"/>
                  </a:cubicBezTo>
                  <a:cubicBezTo>
                    <a:pt x="7726" y="6151"/>
                    <a:pt x="8133" y="6251"/>
                    <a:pt x="8528" y="6348"/>
                  </a:cubicBezTo>
                  <a:cubicBezTo>
                    <a:pt x="8934" y="6448"/>
                    <a:pt x="9355" y="6551"/>
                    <a:pt x="9780" y="6551"/>
                  </a:cubicBezTo>
                  <a:lnTo>
                    <a:pt x="9804" y="6551"/>
                  </a:lnTo>
                  <a:cubicBezTo>
                    <a:pt x="11047" y="6540"/>
                    <a:pt x="12028" y="5683"/>
                    <a:pt x="12977" y="4853"/>
                  </a:cubicBezTo>
                  <a:cubicBezTo>
                    <a:pt x="13879" y="4065"/>
                    <a:pt x="14812" y="3250"/>
                    <a:pt x="15959" y="3176"/>
                  </a:cubicBezTo>
                  <a:cubicBezTo>
                    <a:pt x="16016" y="3173"/>
                    <a:pt x="16073" y="3171"/>
                    <a:pt x="16130" y="3171"/>
                  </a:cubicBezTo>
                  <a:cubicBezTo>
                    <a:pt x="16988" y="3171"/>
                    <a:pt x="17800" y="3581"/>
                    <a:pt x="18586" y="3980"/>
                  </a:cubicBezTo>
                  <a:cubicBezTo>
                    <a:pt x="18872" y="4125"/>
                    <a:pt x="19164" y="4272"/>
                    <a:pt x="19457" y="4400"/>
                  </a:cubicBezTo>
                  <a:cubicBezTo>
                    <a:pt x="20623" y="4909"/>
                    <a:pt x="21845" y="5110"/>
                    <a:pt x="23059" y="5110"/>
                  </a:cubicBezTo>
                  <a:cubicBezTo>
                    <a:pt x="25571" y="5110"/>
                    <a:pt x="28048" y="4249"/>
                    <a:pt x="29920" y="3477"/>
                  </a:cubicBezTo>
                  <a:cubicBezTo>
                    <a:pt x="30985" y="3038"/>
                    <a:pt x="32025" y="2496"/>
                    <a:pt x="32437" y="1506"/>
                  </a:cubicBezTo>
                  <a:cubicBezTo>
                    <a:pt x="32486" y="1391"/>
                    <a:pt x="32533" y="1264"/>
                    <a:pt x="32582" y="1134"/>
                  </a:cubicBezTo>
                  <a:cubicBezTo>
                    <a:pt x="32745" y="699"/>
                    <a:pt x="32949" y="157"/>
                    <a:pt x="33172" y="147"/>
                  </a:cubicBezTo>
                  <a:cubicBezTo>
                    <a:pt x="33173" y="147"/>
                    <a:pt x="33175" y="147"/>
                    <a:pt x="33176" y="147"/>
                  </a:cubicBezTo>
                  <a:close/>
                  <a:moveTo>
                    <a:pt x="33178" y="0"/>
                  </a:moveTo>
                  <a:cubicBezTo>
                    <a:pt x="33175" y="0"/>
                    <a:pt x="33171" y="1"/>
                    <a:pt x="33167" y="1"/>
                  </a:cubicBezTo>
                  <a:cubicBezTo>
                    <a:pt x="32847" y="15"/>
                    <a:pt x="32643" y="558"/>
                    <a:pt x="32446" y="1083"/>
                  </a:cubicBezTo>
                  <a:cubicBezTo>
                    <a:pt x="32398" y="1212"/>
                    <a:pt x="32351" y="1339"/>
                    <a:pt x="32302" y="1452"/>
                  </a:cubicBezTo>
                  <a:cubicBezTo>
                    <a:pt x="31909" y="2392"/>
                    <a:pt x="30899" y="2917"/>
                    <a:pt x="29865" y="3343"/>
                  </a:cubicBezTo>
                  <a:cubicBezTo>
                    <a:pt x="27230" y="4429"/>
                    <a:pt x="24989" y="4968"/>
                    <a:pt x="23036" y="4968"/>
                  </a:cubicBezTo>
                  <a:cubicBezTo>
                    <a:pt x="21748" y="4968"/>
                    <a:pt x="20585" y="4733"/>
                    <a:pt x="19517" y="4267"/>
                  </a:cubicBezTo>
                  <a:cubicBezTo>
                    <a:pt x="19228" y="4141"/>
                    <a:pt x="18936" y="3994"/>
                    <a:pt x="18654" y="3851"/>
                  </a:cubicBezTo>
                  <a:cubicBezTo>
                    <a:pt x="17852" y="3445"/>
                    <a:pt x="17024" y="3026"/>
                    <a:pt x="16131" y="3026"/>
                  </a:cubicBezTo>
                  <a:cubicBezTo>
                    <a:pt x="16071" y="3026"/>
                    <a:pt x="16011" y="3028"/>
                    <a:pt x="15951" y="3032"/>
                  </a:cubicBezTo>
                  <a:cubicBezTo>
                    <a:pt x="14752" y="3109"/>
                    <a:pt x="13802" y="3940"/>
                    <a:pt x="12881" y="4745"/>
                  </a:cubicBezTo>
                  <a:cubicBezTo>
                    <a:pt x="11910" y="5593"/>
                    <a:pt x="10991" y="6395"/>
                    <a:pt x="9804" y="6406"/>
                  </a:cubicBezTo>
                  <a:cubicBezTo>
                    <a:pt x="9800" y="6406"/>
                    <a:pt x="9796" y="6406"/>
                    <a:pt x="9792" y="6406"/>
                  </a:cubicBezTo>
                  <a:cubicBezTo>
                    <a:pt x="9383" y="6406"/>
                    <a:pt x="8967" y="6304"/>
                    <a:pt x="8566" y="6206"/>
                  </a:cubicBezTo>
                  <a:cubicBezTo>
                    <a:pt x="8161" y="6106"/>
                    <a:pt x="7743" y="6003"/>
                    <a:pt x="7319" y="6003"/>
                  </a:cubicBezTo>
                  <a:cubicBezTo>
                    <a:pt x="7255" y="6003"/>
                    <a:pt x="7191" y="6006"/>
                    <a:pt x="7127" y="6011"/>
                  </a:cubicBezTo>
                  <a:cubicBezTo>
                    <a:pt x="6314" y="6077"/>
                    <a:pt x="5587" y="6576"/>
                    <a:pt x="5001" y="6977"/>
                  </a:cubicBezTo>
                  <a:lnTo>
                    <a:pt x="2046" y="9003"/>
                  </a:lnTo>
                  <a:cubicBezTo>
                    <a:pt x="1085" y="9661"/>
                    <a:pt x="1" y="10569"/>
                    <a:pt x="141" y="11747"/>
                  </a:cubicBezTo>
                  <a:cubicBezTo>
                    <a:pt x="244" y="12617"/>
                    <a:pt x="985" y="13183"/>
                    <a:pt x="1417" y="13443"/>
                  </a:cubicBezTo>
                  <a:cubicBezTo>
                    <a:pt x="1752" y="13647"/>
                    <a:pt x="2115" y="13805"/>
                    <a:pt x="2466" y="13958"/>
                  </a:cubicBezTo>
                  <a:cubicBezTo>
                    <a:pt x="2756" y="14085"/>
                    <a:pt x="3056" y="14216"/>
                    <a:pt x="3338" y="14371"/>
                  </a:cubicBezTo>
                  <a:cubicBezTo>
                    <a:pt x="4713" y="15126"/>
                    <a:pt x="5706" y="16502"/>
                    <a:pt x="5991" y="18045"/>
                  </a:cubicBezTo>
                  <a:lnTo>
                    <a:pt x="6008" y="18137"/>
                  </a:lnTo>
                  <a:cubicBezTo>
                    <a:pt x="6067" y="18462"/>
                    <a:pt x="6132" y="18829"/>
                    <a:pt x="6398" y="19057"/>
                  </a:cubicBezTo>
                  <a:cubicBezTo>
                    <a:pt x="6533" y="19174"/>
                    <a:pt x="6701" y="19234"/>
                    <a:pt x="6883" y="19234"/>
                  </a:cubicBezTo>
                  <a:cubicBezTo>
                    <a:pt x="6956" y="19234"/>
                    <a:pt x="7032" y="19223"/>
                    <a:pt x="7112" y="19206"/>
                  </a:cubicBezTo>
                  <a:cubicBezTo>
                    <a:pt x="7482" y="19112"/>
                    <a:pt x="7822" y="18809"/>
                    <a:pt x="7957" y="18453"/>
                  </a:cubicBezTo>
                  <a:cubicBezTo>
                    <a:pt x="8135" y="17981"/>
                    <a:pt x="8081" y="17470"/>
                    <a:pt x="8028" y="16976"/>
                  </a:cubicBezTo>
                  <a:cubicBezTo>
                    <a:pt x="8015" y="16854"/>
                    <a:pt x="8002" y="16735"/>
                    <a:pt x="7993" y="16616"/>
                  </a:cubicBezTo>
                  <a:cubicBezTo>
                    <a:pt x="7829" y="14535"/>
                    <a:pt x="8793" y="12313"/>
                    <a:pt x="10571" y="10669"/>
                  </a:cubicBezTo>
                  <a:cubicBezTo>
                    <a:pt x="12025" y="9327"/>
                    <a:pt x="13971" y="8340"/>
                    <a:pt x="16524" y="7653"/>
                  </a:cubicBezTo>
                  <a:cubicBezTo>
                    <a:pt x="17933" y="7272"/>
                    <a:pt x="19397" y="7015"/>
                    <a:pt x="20813" y="6764"/>
                  </a:cubicBezTo>
                  <a:cubicBezTo>
                    <a:pt x="21584" y="6628"/>
                    <a:pt x="22381" y="6487"/>
                    <a:pt x="23161" y="6328"/>
                  </a:cubicBezTo>
                  <a:cubicBezTo>
                    <a:pt x="23881" y="6181"/>
                    <a:pt x="24615" y="6015"/>
                    <a:pt x="25324" y="5854"/>
                  </a:cubicBezTo>
                  <a:cubicBezTo>
                    <a:pt x="27545" y="5350"/>
                    <a:pt x="29820" y="4833"/>
                    <a:pt x="32077" y="4833"/>
                  </a:cubicBezTo>
                  <a:cubicBezTo>
                    <a:pt x="32873" y="4833"/>
                    <a:pt x="33667" y="4897"/>
                    <a:pt x="34455" y="5049"/>
                  </a:cubicBezTo>
                  <a:cubicBezTo>
                    <a:pt x="34560" y="5069"/>
                    <a:pt x="34691" y="5094"/>
                    <a:pt x="34823" y="5094"/>
                  </a:cubicBezTo>
                  <a:cubicBezTo>
                    <a:pt x="34966" y="5094"/>
                    <a:pt x="35112" y="5065"/>
                    <a:pt x="35229" y="4968"/>
                  </a:cubicBezTo>
                  <a:cubicBezTo>
                    <a:pt x="35469" y="4767"/>
                    <a:pt x="35478" y="4413"/>
                    <a:pt x="35255" y="3914"/>
                  </a:cubicBezTo>
                  <a:cubicBezTo>
                    <a:pt x="35093" y="3553"/>
                    <a:pt x="34936" y="3191"/>
                    <a:pt x="34778" y="2828"/>
                  </a:cubicBezTo>
                  <a:cubicBezTo>
                    <a:pt x="34468" y="2115"/>
                    <a:pt x="34148" y="1378"/>
                    <a:pt x="33805" y="668"/>
                  </a:cubicBezTo>
                  <a:cubicBezTo>
                    <a:pt x="33584" y="213"/>
                    <a:pt x="33381" y="0"/>
                    <a:pt x="331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4647075" y="1246450"/>
              <a:ext cx="403775" cy="260500"/>
            </a:xfrm>
            <a:custGeom>
              <a:rect b="b" l="l" r="r" t="t"/>
              <a:pathLst>
                <a:path extrusionOk="0" h="10420" w="16151">
                  <a:moveTo>
                    <a:pt x="14857" y="149"/>
                  </a:moveTo>
                  <a:cubicBezTo>
                    <a:pt x="15308" y="149"/>
                    <a:pt x="15746" y="323"/>
                    <a:pt x="15832" y="697"/>
                  </a:cubicBezTo>
                  <a:cubicBezTo>
                    <a:pt x="15980" y="1334"/>
                    <a:pt x="15039" y="1706"/>
                    <a:pt x="14748" y="1805"/>
                  </a:cubicBezTo>
                  <a:cubicBezTo>
                    <a:pt x="14526" y="1881"/>
                    <a:pt x="14303" y="1956"/>
                    <a:pt x="14079" y="2031"/>
                  </a:cubicBezTo>
                  <a:cubicBezTo>
                    <a:pt x="12393" y="2597"/>
                    <a:pt x="10648" y="3184"/>
                    <a:pt x="9106" y="4125"/>
                  </a:cubicBezTo>
                  <a:cubicBezTo>
                    <a:pt x="7115" y="5343"/>
                    <a:pt x="5792" y="7010"/>
                    <a:pt x="5381" y="8820"/>
                  </a:cubicBezTo>
                  <a:cubicBezTo>
                    <a:pt x="5365" y="8887"/>
                    <a:pt x="5352" y="8954"/>
                    <a:pt x="5337" y="9022"/>
                  </a:cubicBezTo>
                  <a:cubicBezTo>
                    <a:pt x="5274" y="9328"/>
                    <a:pt x="5208" y="9645"/>
                    <a:pt x="5035" y="9899"/>
                  </a:cubicBezTo>
                  <a:cubicBezTo>
                    <a:pt x="4890" y="10113"/>
                    <a:pt x="4632" y="10273"/>
                    <a:pt x="4389" y="10273"/>
                  </a:cubicBezTo>
                  <a:cubicBezTo>
                    <a:pt x="4298" y="10273"/>
                    <a:pt x="4209" y="10250"/>
                    <a:pt x="4129" y="10200"/>
                  </a:cubicBezTo>
                  <a:cubicBezTo>
                    <a:pt x="3826" y="10012"/>
                    <a:pt x="3851" y="9640"/>
                    <a:pt x="3877" y="9211"/>
                  </a:cubicBezTo>
                  <a:cubicBezTo>
                    <a:pt x="3900" y="8857"/>
                    <a:pt x="3924" y="8494"/>
                    <a:pt x="3755" y="8199"/>
                  </a:cubicBezTo>
                  <a:cubicBezTo>
                    <a:pt x="3541" y="7824"/>
                    <a:pt x="3119" y="7719"/>
                    <a:pt x="2686" y="7719"/>
                  </a:cubicBezTo>
                  <a:cubicBezTo>
                    <a:pt x="2438" y="7719"/>
                    <a:pt x="2185" y="7752"/>
                    <a:pt x="1964" y="7791"/>
                  </a:cubicBezTo>
                  <a:cubicBezTo>
                    <a:pt x="1854" y="7810"/>
                    <a:pt x="1655" y="7839"/>
                    <a:pt x="1433" y="7839"/>
                  </a:cubicBezTo>
                  <a:cubicBezTo>
                    <a:pt x="1030" y="7839"/>
                    <a:pt x="552" y="7745"/>
                    <a:pt x="405" y="7332"/>
                  </a:cubicBezTo>
                  <a:cubicBezTo>
                    <a:pt x="179" y="6705"/>
                    <a:pt x="934" y="6236"/>
                    <a:pt x="1599" y="5824"/>
                  </a:cubicBezTo>
                  <a:cubicBezTo>
                    <a:pt x="1850" y="5669"/>
                    <a:pt x="2085" y="5523"/>
                    <a:pt x="2242" y="5382"/>
                  </a:cubicBezTo>
                  <a:cubicBezTo>
                    <a:pt x="3212" y="4505"/>
                    <a:pt x="4188" y="3701"/>
                    <a:pt x="5460" y="3520"/>
                  </a:cubicBezTo>
                  <a:cubicBezTo>
                    <a:pt x="5686" y="3487"/>
                    <a:pt x="5916" y="3476"/>
                    <a:pt x="6146" y="3476"/>
                  </a:cubicBezTo>
                  <a:cubicBezTo>
                    <a:pt x="6385" y="3476"/>
                    <a:pt x="6624" y="3488"/>
                    <a:pt x="6859" y="3499"/>
                  </a:cubicBezTo>
                  <a:cubicBezTo>
                    <a:pt x="7096" y="3511"/>
                    <a:pt x="7338" y="3523"/>
                    <a:pt x="7579" y="3523"/>
                  </a:cubicBezTo>
                  <a:cubicBezTo>
                    <a:pt x="7834" y="3523"/>
                    <a:pt x="8089" y="3509"/>
                    <a:pt x="8341" y="3469"/>
                  </a:cubicBezTo>
                  <a:cubicBezTo>
                    <a:pt x="9526" y="3280"/>
                    <a:pt x="10517" y="2531"/>
                    <a:pt x="11473" y="1805"/>
                  </a:cubicBezTo>
                  <a:cubicBezTo>
                    <a:pt x="12444" y="1070"/>
                    <a:pt x="13448" y="309"/>
                    <a:pt x="14637" y="162"/>
                  </a:cubicBezTo>
                  <a:cubicBezTo>
                    <a:pt x="14709" y="153"/>
                    <a:pt x="14783" y="149"/>
                    <a:pt x="14857" y="149"/>
                  </a:cubicBezTo>
                  <a:close/>
                  <a:moveTo>
                    <a:pt x="14851" y="1"/>
                  </a:moveTo>
                  <a:cubicBezTo>
                    <a:pt x="14773" y="1"/>
                    <a:pt x="14695" y="5"/>
                    <a:pt x="14619" y="15"/>
                  </a:cubicBezTo>
                  <a:cubicBezTo>
                    <a:pt x="13390" y="167"/>
                    <a:pt x="12371" y="940"/>
                    <a:pt x="11384" y="1686"/>
                  </a:cubicBezTo>
                  <a:cubicBezTo>
                    <a:pt x="10441" y="2402"/>
                    <a:pt x="9466" y="3141"/>
                    <a:pt x="8318" y="3324"/>
                  </a:cubicBezTo>
                  <a:cubicBezTo>
                    <a:pt x="8075" y="3362"/>
                    <a:pt x="7827" y="3375"/>
                    <a:pt x="7578" y="3375"/>
                  </a:cubicBezTo>
                  <a:cubicBezTo>
                    <a:pt x="7340" y="3375"/>
                    <a:pt x="7101" y="3363"/>
                    <a:pt x="6866" y="3352"/>
                  </a:cubicBezTo>
                  <a:cubicBezTo>
                    <a:pt x="6629" y="3341"/>
                    <a:pt x="6387" y="3329"/>
                    <a:pt x="6143" y="3329"/>
                  </a:cubicBezTo>
                  <a:cubicBezTo>
                    <a:pt x="5909" y="3329"/>
                    <a:pt x="5673" y="3340"/>
                    <a:pt x="5440" y="3373"/>
                  </a:cubicBezTo>
                  <a:cubicBezTo>
                    <a:pt x="4127" y="3561"/>
                    <a:pt x="3131" y="4378"/>
                    <a:pt x="2144" y="5272"/>
                  </a:cubicBezTo>
                  <a:cubicBezTo>
                    <a:pt x="1999" y="5405"/>
                    <a:pt x="1767" y="5548"/>
                    <a:pt x="1524" y="5699"/>
                  </a:cubicBezTo>
                  <a:cubicBezTo>
                    <a:pt x="845" y="6120"/>
                    <a:pt x="0" y="6642"/>
                    <a:pt x="266" y="7382"/>
                  </a:cubicBezTo>
                  <a:cubicBezTo>
                    <a:pt x="444" y="7877"/>
                    <a:pt x="992" y="7986"/>
                    <a:pt x="1440" y="7986"/>
                  </a:cubicBezTo>
                  <a:cubicBezTo>
                    <a:pt x="1671" y="7986"/>
                    <a:pt x="1876" y="7957"/>
                    <a:pt x="1990" y="7937"/>
                  </a:cubicBezTo>
                  <a:cubicBezTo>
                    <a:pt x="2204" y="7899"/>
                    <a:pt x="2448" y="7865"/>
                    <a:pt x="2686" y="7865"/>
                  </a:cubicBezTo>
                  <a:cubicBezTo>
                    <a:pt x="3075" y="7865"/>
                    <a:pt x="3446" y="7957"/>
                    <a:pt x="3627" y="8272"/>
                  </a:cubicBezTo>
                  <a:cubicBezTo>
                    <a:pt x="3774" y="8529"/>
                    <a:pt x="3753" y="8870"/>
                    <a:pt x="3730" y="9202"/>
                  </a:cubicBezTo>
                  <a:cubicBezTo>
                    <a:pt x="3702" y="9637"/>
                    <a:pt x="3672" y="10089"/>
                    <a:pt x="4050" y="10325"/>
                  </a:cubicBezTo>
                  <a:cubicBezTo>
                    <a:pt x="4155" y="10391"/>
                    <a:pt x="4270" y="10419"/>
                    <a:pt x="4385" y="10419"/>
                  </a:cubicBezTo>
                  <a:cubicBezTo>
                    <a:pt x="4681" y="10419"/>
                    <a:pt x="4987" y="10233"/>
                    <a:pt x="5156" y="9981"/>
                  </a:cubicBezTo>
                  <a:cubicBezTo>
                    <a:pt x="5344" y="9702"/>
                    <a:pt x="5414" y="9372"/>
                    <a:pt x="5481" y="9051"/>
                  </a:cubicBezTo>
                  <a:cubicBezTo>
                    <a:pt x="5494" y="8984"/>
                    <a:pt x="5508" y="8917"/>
                    <a:pt x="5523" y="8851"/>
                  </a:cubicBezTo>
                  <a:cubicBezTo>
                    <a:pt x="6065" y="6462"/>
                    <a:pt x="8048" y="4944"/>
                    <a:pt x="9182" y="4250"/>
                  </a:cubicBezTo>
                  <a:cubicBezTo>
                    <a:pt x="10709" y="3319"/>
                    <a:pt x="12446" y="2734"/>
                    <a:pt x="14125" y="2170"/>
                  </a:cubicBezTo>
                  <a:cubicBezTo>
                    <a:pt x="14349" y="2096"/>
                    <a:pt x="14572" y="2021"/>
                    <a:pt x="14794" y="1944"/>
                  </a:cubicBezTo>
                  <a:cubicBezTo>
                    <a:pt x="15115" y="1835"/>
                    <a:pt x="16150" y="1420"/>
                    <a:pt x="15976" y="664"/>
                  </a:cubicBezTo>
                  <a:cubicBezTo>
                    <a:pt x="15872" y="211"/>
                    <a:pt x="15364" y="1"/>
                    <a:pt x="148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0" name="Google Shape;3760;p57"/>
          <p:cNvSpPr/>
          <p:nvPr/>
        </p:nvSpPr>
        <p:spPr>
          <a:xfrm>
            <a:off x="3672575" y="3782763"/>
            <a:ext cx="326700" cy="4257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rot="10800000">
            <a:off x="8180550" y="935038"/>
            <a:ext cx="326700" cy="4257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316875" y="-240750"/>
            <a:ext cx="3786217" cy="1753628"/>
          </a:xfrm>
          <a:custGeom>
            <a:rect b="b" l="l" r="r" t="t"/>
            <a:pathLst>
              <a:path extrusionOk="0" h="84441" w="190095">
                <a:moveTo>
                  <a:pt x="0" y="84441"/>
                </a:moveTo>
                <a:cubicBezTo>
                  <a:pt x="28141" y="69916"/>
                  <a:pt x="52480" y="48474"/>
                  <a:pt x="81178" y="35082"/>
                </a:cubicBezTo>
                <a:cubicBezTo>
                  <a:pt x="97478" y="27476"/>
                  <a:pt x="115272" y="23114"/>
                  <a:pt x="132985" y="19988"/>
                </a:cubicBezTo>
                <a:cubicBezTo>
                  <a:pt x="140276" y="18701"/>
                  <a:pt x="147910" y="19222"/>
                  <a:pt x="155013" y="17133"/>
                </a:cubicBezTo>
                <a:cubicBezTo>
                  <a:pt x="163808" y="14547"/>
                  <a:pt x="172698" y="11793"/>
                  <a:pt x="180712" y="7342"/>
                </a:cubicBezTo>
                <a:cubicBezTo>
                  <a:pt x="184184" y="5414"/>
                  <a:pt x="186543" y="1776"/>
                  <a:pt x="190095" y="0"/>
                </a:cubicBezTo>
              </a:path>
            </a:pathLst>
          </a:custGeom>
          <a:noFill/>
          <a:ln cap="flat" cmpd="sng" w="19050">
            <a:solidFill>
              <a:schemeClr val="lt1"/>
            </a:solidFill>
            <a:prstDash val="dash"/>
            <a:round/>
            <a:headEnd len="med" w="med" type="none"/>
            <a:tailEnd len="med" w="med" type="none"/>
          </a:ln>
        </p:spPr>
      </p:sp>
      <p:sp>
        <p:nvSpPr>
          <p:cNvPr id="3763" name="Google Shape;3763;p57"/>
          <p:cNvSpPr/>
          <p:nvPr/>
        </p:nvSpPr>
        <p:spPr>
          <a:xfrm>
            <a:off x="5430375" y="3917548"/>
            <a:ext cx="3883622" cy="1354947"/>
          </a:xfrm>
          <a:custGeom>
            <a:rect b="b" l="l" r="r" t="t"/>
            <a:pathLst>
              <a:path extrusionOk="0" h="85257" w="163987">
                <a:moveTo>
                  <a:pt x="0" y="85257"/>
                </a:moveTo>
                <a:cubicBezTo>
                  <a:pt x="11291" y="51385"/>
                  <a:pt x="56449" y="36778"/>
                  <a:pt x="91376" y="29371"/>
                </a:cubicBezTo>
                <a:cubicBezTo>
                  <a:pt x="110219" y="25375"/>
                  <a:pt x="130442" y="24933"/>
                  <a:pt x="147670" y="16317"/>
                </a:cubicBezTo>
                <a:cubicBezTo>
                  <a:pt x="154550" y="12877"/>
                  <a:pt x="158548" y="5439"/>
                  <a:pt x="163987" y="0"/>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7" name="Shape 3767"/>
        <p:cNvGrpSpPr/>
        <p:nvPr/>
      </p:nvGrpSpPr>
      <p:grpSpPr>
        <a:xfrm>
          <a:off x="0" y="0"/>
          <a:ext cx="0" cy="0"/>
          <a:chOff x="0" y="0"/>
          <a:chExt cx="0" cy="0"/>
        </a:xfrm>
      </p:grpSpPr>
      <p:sp>
        <p:nvSpPr>
          <p:cNvPr id="3768" name="Google Shape;3768;p58"/>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Wichtigste Veranstaltungen</a:t>
            </a:r>
            <a:endParaRPr/>
          </a:p>
        </p:txBody>
      </p:sp>
      <p:sp>
        <p:nvSpPr>
          <p:cNvPr id="3769" name="Google Shape;3769;p58"/>
          <p:cNvSpPr txBox="1"/>
          <p:nvPr>
            <p:ph idx="4294967295" type="title"/>
          </p:nvPr>
        </p:nvSpPr>
        <p:spPr>
          <a:xfrm rot="1154">
            <a:off x="1227881" y="2589575"/>
            <a:ext cx="893400" cy="4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300"/>
              <a:t>1456</a:t>
            </a:r>
            <a:endParaRPr sz="2300"/>
          </a:p>
        </p:txBody>
      </p:sp>
      <p:sp>
        <p:nvSpPr>
          <p:cNvPr id="3770" name="Google Shape;3770;p58"/>
          <p:cNvSpPr/>
          <p:nvPr/>
        </p:nvSpPr>
        <p:spPr>
          <a:xfrm rot="-719069">
            <a:off x="1140545" y="2461240"/>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300"/>
          </a:p>
        </p:txBody>
      </p:sp>
      <p:sp>
        <p:nvSpPr>
          <p:cNvPr id="3771" name="Google Shape;3771;p58"/>
          <p:cNvSpPr txBox="1"/>
          <p:nvPr>
            <p:ph idx="4294967295" type="title"/>
          </p:nvPr>
        </p:nvSpPr>
        <p:spPr>
          <a:xfrm rot="1153">
            <a:off x="3083761" y="2589550"/>
            <a:ext cx="894300" cy="4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300"/>
              <a:t>1558</a:t>
            </a:r>
            <a:endParaRPr sz="2300"/>
          </a:p>
        </p:txBody>
      </p:sp>
      <p:sp>
        <p:nvSpPr>
          <p:cNvPr id="3772" name="Google Shape;3772;p58"/>
          <p:cNvSpPr/>
          <p:nvPr/>
        </p:nvSpPr>
        <p:spPr>
          <a:xfrm rot="-719069">
            <a:off x="3003022" y="2461240"/>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300"/>
          </a:p>
        </p:txBody>
      </p:sp>
      <p:sp>
        <p:nvSpPr>
          <p:cNvPr id="3773" name="Google Shape;3773;p58"/>
          <p:cNvSpPr txBox="1"/>
          <p:nvPr>
            <p:ph idx="4294967295" type="title"/>
          </p:nvPr>
        </p:nvSpPr>
        <p:spPr>
          <a:xfrm rot="1153">
            <a:off x="4969263" y="2589550"/>
            <a:ext cx="894300" cy="4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300"/>
              <a:t>1789</a:t>
            </a:r>
            <a:endParaRPr sz="2300"/>
          </a:p>
        </p:txBody>
      </p:sp>
      <p:sp>
        <p:nvSpPr>
          <p:cNvPr id="3774" name="Google Shape;3774;p58"/>
          <p:cNvSpPr/>
          <p:nvPr/>
        </p:nvSpPr>
        <p:spPr>
          <a:xfrm rot="-719069">
            <a:off x="4865487" y="2461240"/>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300"/>
          </a:p>
        </p:txBody>
      </p:sp>
      <p:sp>
        <p:nvSpPr>
          <p:cNvPr id="3775" name="Google Shape;3775;p58"/>
          <p:cNvSpPr txBox="1"/>
          <p:nvPr>
            <p:ph idx="4294967295" type="title"/>
          </p:nvPr>
        </p:nvSpPr>
        <p:spPr>
          <a:xfrm rot="1153">
            <a:off x="6819362" y="2589550"/>
            <a:ext cx="894300" cy="4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300"/>
              <a:t>1903</a:t>
            </a:r>
            <a:endParaRPr sz="2300"/>
          </a:p>
        </p:txBody>
      </p:sp>
      <p:sp>
        <p:nvSpPr>
          <p:cNvPr id="3776" name="Google Shape;3776;p58"/>
          <p:cNvSpPr/>
          <p:nvPr/>
        </p:nvSpPr>
        <p:spPr>
          <a:xfrm rot="-719069">
            <a:off x="6753882" y="2461240"/>
            <a:ext cx="1068053" cy="696712"/>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300"/>
          </a:p>
        </p:txBody>
      </p:sp>
      <p:cxnSp>
        <p:nvCxnSpPr>
          <p:cNvPr id="3777" name="Google Shape;3777;p58"/>
          <p:cNvCxnSpPr>
            <a:stCxn id="3769" idx="3"/>
            <a:endCxn id="3771" idx="1"/>
          </p:cNvCxnSpPr>
          <p:nvPr/>
        </p:nvCxnSpPr>
        <p:spPr>
          <a:xfrm flipH="1" rot="10800000">
            <a:off x="2121281" y="2790425"/>
            <a:ext cx="962400" cy="300"/>
          </a:xfrm>
          <a:prstGeom prst="straightConnector1">
            <a:avLst/>
          </a:prstGeom>
          <a:noFill/>
          <a:ln cap="flat" cmpd="sng" w="19050">
            <a:solidFill>
              <a:schemeClr val="accent4"/>
            </a:solidFill>
            <a:prstDash val="dash"/>
            <a:round/>
            <a:headEnd len="med" w="med" type="none"/>
            <a:tailEnd len="med" w="med" type="none"/>
          </a:ln>
        </p:spPr>
      </p:cxnSp>
      <p:cxnSp>
        <p:nvCxnSpPr>
          <p:cNvPr id="3778" name="Google Shape;3778;p58"/>
          <p:cNvCxnSpPr>
            <a:stCxn id="3771" idx="3"/>
            <a:endCxn id="3773" idx="1"/>
          </p:cNvCxnSpPr>
          <p:nvPr/>
        </p:nvCxnSpPr>
        <p:spPr>
          <a:xfrm flipH="1" rot="10800000">
            <a:off x="3978061" y="2790400"/>
            <a:ext cx="991200" cy="300"/>
          </a:xfrm>
          <a:prstGeom prst="straightConnector1">
            <a:avLst/>
          </a:prstGeom>
          <a:noFill/>
          <a:ln cap="flat" cmpd="sng" w="19050">
            <a:solidFill>
              <a:schemeClr val="accent4"/>
            </a:solidFill>
            <a:prstDash val="dash"/>
            <a:round/>
            <a:headEnd len="med" w="med" type="none"/>
            <a:tailEnd len="med" w="med" type="none"/>
          </a:ln>
        </p:spPr>
      </p:cxnSp>
      <p:cxnSp>
        <p:nvCxnSpPr>
          <p:cNvPr id="3779" name="Google Shape;3779;p58"/>
          <p:cNvCxnSpPr>
            <a:stCxn id="3773" idx="3"/>
            <a:endCxn id="3775" idx="1"/>
          </p:cNvCxnSpPr>
          <p:nvPr/>
        </p:nvCxnSpPr>
        <p:spPr>
          <a:xfrm flipH="1" rot="10800000">
            <a:off x="5863563" y="2790400"/>
            <a:ext cx="955800" cy="300"/>
          </a:xfrm>
          <a:prstGeom prst="straightConnector1">
            <a:avLst/>
          </a:prstGeom>
          <a:noFill/>
          <a:ln cap="flat" cmpd="sng" w="19050">
            <a:solidFill>
              <a:schemeClr val="accent4"/>
            </a:solidFill>
            <a:prstDash val="dash"/>
            <a:round/>
            <a:headEnd len="med" w="med" type="none"/>
            <a:tailEnd len="med" w="med" type="none"/>
          </a:ln>
        </p:spPr>
      </p:cxnSp>
      <p:cxnSp>
        <p:nvCxnSpPr>
          <p:cNvPr id="3780" name="Google Shape;3780;p58"/>
          <p:cNvCxnSpPr>
            <a:stCxn id="3775" idx="3"/>
            <a:endCxn id="3781" idx="1"/>
          </p:cNvCxnSpPr>
          <p:nvPr/>
        </p:nvCxnSpPr>
        <p:spPr>
          <a:xfrm flipH="1" rot="10800000">
            <a:off x="7713662" y="2790100"/>
            <a:ext cx="414300" cy="600"/>
          </a:xfrm>
          <a:prstGeom prst="straightConnector1">
            <a:avLst/>
          </a:prstGeom>
          <a:noFill/>
          <a:ln cap="flat" cmpd="sng" w="19050">
            <a:solidFill>
              <a:schemeClr val="accent4"/>
            </a:solidFill>
            <a:prstDash val="dash"/>
            <a:round/>
            <a:headEnd len="med" w="med" type="none"/>
            <a:tailEnd len="med" w="med" type="diamond"/>
          </a:ln>
        </p:spPr>
      </p:cxnSp>
      <p:sp>
        <p:nvSpPr>
          <p:cNvPr id="3782" name="Google Shape;3782;p58"/>
          <p:cNvSpPr txBox="1"/>
          <p:nvPr>
            <p:ph idx="4294967295" type="subTitle"/>
          </p:nvPr>
        </p:nvSpPr>
        <p:spPr>
          <a:xfrm>
            <a:off x="596681" y="3504944"/>
            <a:ext cx="2155800" cy="54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Merkur i</a:t>
            </a:r>
            <a:r>
              <a:rPr lang="en"/>
              <a:t>st der sonnennächste Planet </a:t>
            </a:r>
            <a:endParaRPr/>
          </a:p>
          <a:p>
            <a:pPr indent="0" lvl="0" marL="0" rtl="0" algn="l">
              <a:spcBef>
                <a:spcPts val="0"/>
              </a:spcBef>
              <a:spcAft>
                <a:spcPts val="0"/>
              </a:spcAft>
              <a:buNone/>
            </a:pPr>
            <a:r>
              <a:t/>
            </a:r>
            <a:endParaRPr/>
          </a:p>
        </p:txBody>
      </p:sp>
      <p:sp>
        <p:nvSpPr>
          <p:cNvPr id="3783" name="Google Shape;3783;p58"/>
          <p:cNvSpPr txBox="1"/>
          <p:nvPr>
            <p:ph idx="4294967295" type="subTitle"/>
          </p:nvPr>
        </p:nvSpPr>
        <p:spPr>
          <a:xfrm>
            <a:off x="2453011" y="1843081"/>
            <a:ext cx="2155800" cy="53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hat hohe Temperaturen</a:t>
            </a:r>
            <a:endParaRPr/>
          </a:p>
          <a:p>
            <a:pPr indent="0" lvl="0" marL="0" rtl="0" algn="l">
              <a:spcBef>
                <a:spcPts val="0"/>
              </a:spcBef>
              <a:spcAft>
                <a:spcPts val="0"/>
              </a:spcAft>
              <a:buNone/>
            </a:pPr>
            <a:r>
              <a:t/>
            </a:r>
            <a:endParaRPr/>
          </a:p>
        </p:txBody>
      </p:sp>
      <p:sp>
        <p:nvSpPr>
          <p:cNvPr id="3784" name="Google Shape;3784;p58"/>
          <p:cNvSpPr txBox="1"/>
          <p:nvPr>
            <p:ph idx="4294967295" type="subTitle"/>
          </p:nvPr>
        </p:nvSpPr>
        <p:spPr>
          <a:xfrm>
            <a:off x="6188612" y="1843081"/>
            <a:ext cx="2155800" cy="53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Der Neptun ist der sonnenfernste Planet</a:t>
            </a:r>
            <a:endParaRPr/>
          </a:p>
        </p:txBody>
      </p:sp>
      <p:sp>
        <p:nvSpPr>
          <p:cNvPr id="3785" name="Google Shape;3785;p58"/>
          <p:cNvSpPr txBox="1"/>
          <p:nvPr>
            <p:ph idx="4294967295" type="subTitle"/>
          </p:nvPr>
        </p:nvSpPr>
        <p:spPr>
          <a:xfrm>
            <a:off x="4256163" y="3504944"/>
            <a:ext cx="2320500" cy="54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Der Mars ist eigentlich sehr kalt</a:t>
            </a:r>
            <a:endParaRPr/>
          </a:p>
        </p:txBody>
      </p:sp>
      <p:sp>
        <p:nvSpPr>
          <p:cNvPr id="3786" name="Google Shape;3786;p58"/>
          <p:cNvSpPr txBox="1"/>
          <p:nvPr/>
        </p:nvSpPr>
        <p:spPr>
          <a:xfrm>
            <a:off x="608531" y="3126855"/>
            <a:ext cx="21321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2300">
                <a:solidFill>
                  <a:srgbClr val="191919"/>
                </a:solidFill>
                <a:latin typeface="Cormorant Garamond"/>
                <a:ea typeface="Cormorant Garamond"/>
                <a:cs typeface="Cormorant Garamond"/>
                <a:sym typeface="Cormorant Garamond"/>
              </a:rPr>
              <a:t>Merkur</a:t>
            </a:r>
            <a:endParaRPr b="1" sz="2300">
              <a:solidFill>
                <a:srgbClr val="191919"/>
              </a:solidFill>
              <a:latin typeface="Cormorant Garamond"/>
              <a:ea typeface="Cormorant Garamond"/>
              <a:cs typeface="Cormorant Garamond"/>
              <a:sym typeface="Cormorant Garamond"/>
            </a:endParaRPr>
          </a:p>
        </p:txBody>
      </p:sp>
      <p:sp>
        <p:nvSpPr>
          <p:cNvPr id="3787" name="Google Shape;3787;p58"/>
          <p:cNvSpPr txBox="1"/>
          <p:nvPr/>
        </p:nvSpPr>
        <p:spPr>
          <a:xfrm>
            <a:off x="2464861" y="1454445"/>
            <a:ext cx="21321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2300">
                <a:solidFill>
                  <a:srgbClr val="191919"/>
                </a:solidFill>
                <a:latin typeface="Cormorant Garamond"/>
                <a:ea typeface="Cormorant Garamond"/>
                <a:cs typeface="Cormorant Garamond"/>
                <a:sym typeface="Cormorant Garamond"/>
              </a:rPr>
              <a:t>Venus</a:t>
            </a:r>
            <a:endParaRPr b="1" sz="2300">
              <a:solidFill>
                <a:srgbClr val="191919"/>
              </a:solidFill>
              <a:latin typeface="Cormorant Garamond"/>
              <a:ea typeface="Cormorant Garamond"/>
              <a:cs typeface="Cormorant Garamond"/>
              <a:sym typeface="Cormorant Garamond"/>
            </a:endParaRPr>
          </a:p>
        </p:txBody>
      </p:sp>
      <p:sp>
        <p:nvSpPr>
          <p:cNvPr id="3788" name="Google Shape;3788;p58"/>
          <p:cNvSpPr txBox="1"/>
          <p:nvPr/>
        </p:nvSpPr>
        <p:spPr>
          <a:xfrm>
            <a:off x="6188612" y="1454445"/>
            <a:ext cx="21558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2300">
                <a:solidFill>
                  <a:srgbClr val="191919"/>
                </a:solidFill>
                <a:latin typeface="Cormorant Garamond"/>
                <a:ea typeface="Cormorant Garamond"/>
                <a:cs typeface="Cormorant Garamond"/>
                <a:sym typeface="Cormorant Garamond"/>
              </a:rPr>
              <a:t>Neptun</a:t>
            </a:r>
            <a:endParaRPr b="1" sz="2300">
              <a:solidFill>
                <a:srgbClr val="191919"/>
              </a:solidFill>
              <a:latin typeface="Cormorant Garamond"/>
              <a:ea typeface="Cormorant Garamond"/>
              <a:cs typeface="Cormorant Garamond"/>
              <a:sym typeface="Cormorant Garamond"/>
            </a:endParaRPr>
          </a:p>
        </p:txBody>
      </p:sp>
      <p:sp>
        <p:nvSpPr>
          <p:cNvPr id="3789" name="Google Shape;3789;p58"/>
          <p:cNvSpPr txBox="1"/>
          <p:nvPr/>
        </p:nvSpPr>
        <p:spPr>
          <a:xfrm>
            <a:off x="4256163" y="3126855"/>
            <a:ext cx="2320500" cy="47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2300">
                <a:solidFill>
                  <a:srgbClr val="191919"/>
                </a:solidFill>
                <a:latin typeface="Cormorant Garamond"/>
                <a:ea typeface="Cormorant Garamond"/>
                <a:cs typeface="Cormorant Garamond"/>
                <a:sym typeface="Cormorant Garamond"/>
              </a:rPr>
              <a:t>Mars</a:t>
            </a:r>
            <a:endParaRPr b="1" sz="2300">
              <a:solidFill>
                <a:srgbClr val="191919"/>
              </a:solidFill>
              <a:latin typeface="Cormorant Garamond"/>
              <a:ea typeface="Cormorant Garamond"/>
              <a:cs typeface="Cormorant Garamond"/>
              <a:sym typeface="Cormorant Garamond"/>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793" name="Shape 3793"/>
        <p:cNvGrpSpPr/>
        <p:nvPr/>
      </p:nvGrpSpPr>
      <p:grpSpPr>
        <a:xfrm>
          <a:off x="0" y="0"/>
          <a:ext cx="0" cy="0"/>
          <a:chOff x="0" y="0"/>
          <a:chExt cx="0" cy="0"/>
        </a:xfrm>
      </p:grpSpPr>
      <p:sp>
        <p:nvSpPr>
          <p:cNvPr id="3794" name="Google Shape;3794;p59"/>
          <p:cNvSpPr/>
          <p:nvPr/>
        </p:nvSpPr>
        <p:spPr>
          <a:xfrm flipH="1" rot="10800000">
            <a:off x="4422255" y="3416800"/>
            <a:ext cx="4210500" cy="1178100"/>
          </a:xfrm>
          <a:prstGeom prst="rect">
            <a:avLst/>
          </a:prstGeom>
          <a:solidFill>
            <a:srgbClr val="191919">
              <a:alpha val="31279"/>
            </a:srgbClr>
          </a:solid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5" name="Google Shape;3795;p59"/>
          <p:cNvGrpSpPr/>
          <p:nvPr/>
        </p:nvGrpSpPr>
        <p:grpSpPr>
          <a:xfrm>
            <a:off x="-1820320" y="3226993"/>
            <a:ext cx="3000056" cy="2517867"/>
            <a:chOff x="-1530570" y="3638493"/>
            <a:chExt cx="3000056" cy="2517867"/>
          </a:xfrm>
        </p:grpSpPr>
        <p:grpSp>
          <p:nvGrpSpPr>
            <p:cNvPr id="3796" name="Google Shape;3796;p59"/>
            <p:cNvGrpSpPr/>
            <p:nvPr/>
          </p:nvGrpSpPr>
          <p:grpSpPr>
            <a:xfrm>
              <a:off x="-1530570" y="3638493"/>
              <a:ext cx="3000056" cy="2517867"/>
              <a:chOff x="3167525" y="751950"/>
              <a:chExt cx="1309325" cy="1189300"/>
            </a:xfrm>
          </p:grpSpPr>
          <p:sp>
            <p:nvSpPr>
              <p:cNvPr id="3797" name="Google Shape;3797;p59"/>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9"/>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9"/>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9"/>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9"/>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9"/>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9"/>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9"/>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9"/>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59"/>
            <p:cNvGrpSpPr/>
            <p:nvPr/>
          </p:nvGrpSpPr>
          <p:grpSpPr>
            <a:xfrm>
              <a:off x="253799" y="4368200"/>
              <a:ext cx="310925" cy="581775"/>
              <a:chOff x="5008225" y="1715725"/>
              <a:chExt cx="310925" cy="581775"/>
            </a:xfrm>
          </p:grpSpPr>
          <p:sp>
            <p:nvSpPr>
              <p:cNvPr id="3807" name="Google Shape;3807;p59"/>
              <p:cNvSpPr/>
              <p:nvPr/>
            </p:nvSpPr>
            <p:spPr>
              <a:xfrm>
                <a:off x="5008225" y="1715725"/>
                <a:ext cx="310925" cy="581775"/>
              </a:xfrm>
              <a:custGeom>
                <a:rect b="b" l="l" r="r" t="t"/>
                <a:pathLst>
                  <a:path extrusionOk="0" h="23271" w="12437">
                    <a:moveTo>
                      <a:pt x="10211" y="153"/>
                    </a:moveTo>
                    <a:cubicBezTo>
                      <a:pt x="10473" y="153"/>
                      <a:pt x="10724" y="238"/>
                      <a:pt x="10956" y="443"/>
                    </a:cubicBezTo>
                    <a:cubicBezTo>
                      <a:pt x="11696" y="1093"/>
                      <a:pt x="11625" y="2121"/>
                      <a:pt x="11438" y="3136"/>
                    </a:cubicBezTo>
                    <a:lnTo>
                      <a:pt x="11421" y="3218"/>
                    </a:lnTo>
                    <a:cubicBezTo>
                      <a:pt x="11305" y="3854"/>
                      <a:pt x="11182" y="4510"/>
                      <a:pt x="11327" y="5149"/>
                    </a:cubicBezTo>
                    <a:cubicBezTo>
                      <a:pt x="11415" y="5537"/>
                      <a:pt x="11600" y="5903"/>
                      <a:pt x="11779" y="6257"/>
                    </a:cubicBezTo>
                    <a:cubicBezTo>
                      <a:pt x="12042" y="6774"/>
                      <a:pt x="12289" y="7264"/>
                      <a:pt x="12251" y="7809"/>
                    </a:cubicBezTo>
                    <a:cubicBezTo>
                      <a:pt x="12187" y="8740"/>
                      <a:pt x="11310" y="9383"/>
                      <a:pt x="10536" y="9949"/>
                    </a:cubicBezTo>
                    <a:lnTo>
                      <a:pt x="10375" y="10068"/>
                    </a:lnTo>
                    <a:cubicBezTo>
                      <a:pt x="7884" y="11906"/>
                      <a:pt x="5915" y="14811"/>
                      <a:pt x="4830" y="18250"/>
                    </a:cubicBezTo>
                    <a:cubicBezTo>
                      <a:pt x="4769" y="18444"/>
                      <a:pt x="4709" y="18642"/>
                      <a:pt x="4649" y="18840"/>
                    </a:cubicBezTo>
                    <a:cubicBezTo>
                      <a:pt x="4191" y="20350"/>
                      <a:pt x="3717" y="21910"/>
                      <a:pt x="2456" y="22761"/>
                    </a:cubicBezTo>
                    <a:cubicBezTo>
                      <a:pt x="2141" y="22973"/>
                      <a:pt x="1733" y="23126"/>
                      <a:pt x="1349" y="23126"/>
                    </a:cubicBezTo>
                    <a:cubicBezTo>
                      <a:pt x="1079" y="23126"/>
                      <a:pt x="821" y="23051"/>
                      <a:pt x="615" y="22868"/>
                    </a:cubicBezTo>
                    <a:cubicBezTo>
                      <a:pt x="286" y="22576"/>
                      <a:pt x="152" y="22071"/>
                      <a:pt x="218" y="21362"/>
                    </a:cubicBezTo>
                    <a:cubicBezTo>
                      <a:pt x="302" y="20455"/>
                      <a:pt x="582" y="19563"/>
                      <a:pt x="853" y="18701"/>
                    </a:cubicBezTo>
                    <a:cubicBezTo>
                      <a:pt x="1143" y="17773"/>
                      <a:pt x="1445" y="16814"/>
                      <a:pt x="1507" y="15827"/>
                    </a:cubicBezTo>
                    <a:cubicBezTo>
                      <a:pt x="1555" y="15084"/>
                      <a:pt x="1466" y="14331"/>
                      <a:pt x="1379" y="13604"/>
                    </a:cubicBezTo>
                    <a:cubicBezTo>
                      <a:pt x="1285" y="12816"/>
                      <a:pt x="1188" y="12001"/>
                      <a:pt x="1268" y="11205"/>
                    </a:cubicBezTo>
                    <a:cubicBezTo>
                      <a:pt x="1447" y="9413"/>
                      <a:pt x="2509" y="7804"/>
                      <a:pt x="3522" y="6468"/>
                    </a:cubicBezTo>
                    <a:cubicBezTo>
                      <a:pt x="4665" y="4963"/>
                      <a:pt x="5928" y="3527"/>
                      <a:pt x="7277" y="2201"/>
                    </a:cubicBezTo>
                    <a:cubicBezTo>
                      <a:pt x="7359" y="2121"/>
                      <a:pt x="7451" y="2027"/>
                      <a:pt x="7551" y="1923"/>
                    </a:cubicBezTo>
                    <a:cubicBezTo>
                      <a:pt x="8239" y="1222"/>
                      <a:pt x="9285" y="153"/>
                      <a:pt x="10211" y="153"/>
                    </a:cubicBezTo>
                    <a:close/>
                    <a:moveTo>
                      <a:pt x="10210" y="1"/>
                    </a:moveTo>
                    <a:cubicBezTo>
                      <a:pt x="9225" y="1"/>
                      <a:pt x="8151" y="1098"/>
                      <a:pt x="7445" y="1820"/>
                    </a:cubicBezTo>
                    <a:cubicBezTo>
                      <a:pt x="7345" y="1923"/>
                      <a:pt x="7254" y="2016"/>
                      <a:pt x="7172" y="2096"/>
                    </a:cubicBezTo>
                    <a:cubicBezTo>
                      <a:pt x="5818" y="3427"/>
                      <a:pt x="4551" y="4868"/>
                      <a:pt x="3403" y="6379"/>
                    </a:cubicBezTo>
                    <a:cubicBezTo>
                      <a:pt x="2377" y="7732"/>
                      <a:pt x="1304" y="9362"/>
                      <a:pt x="1121" y="11191"/>
                    </a:cubicBezTo>
                    <a:cubicBezTo>
                      <a:pt x="1040" y="12003"/>
                      <a:pt x="1138" y="12825"/>
                      <a:pt x="1232" y="13620"/>
                    </a:cubicBezTo>
                    <a:cubicBezTo>
                      <a:pt x="1317" y="14342"/>
                      <a:pt x="1406" y="15088"/>
                      <a:pt x="1360" y="15817"/>
                    </a:cubicBezTo>
                    <a:cubicBezTo>
                      <a:pt x="1299" y="16786"/>
                      <a:pt x="1002" y="17736"/>
                      <a:pt x="713" y="18655"/>
                    </a:cubicBezTo>
                    <a:cubicBezTo>
                      <a:pt x="439" y="19525"/>
                      <a:pt x="158" y="20424"/>
                      <a:pt x="71" y="21346"/>
                    </a:cubicBezTo>
                    <a:cubicBezTo>
                      <a:pt x="1" y="22105"/>
                      <a:pt x="150" y="22652"/>
                      <a:pt x="517" y="22976"/>
                    </a:cubicBezTo>
                    <a:cubicBezTo>
                      <a:pt x="751" y="23185"/>
                      <a:pt x="1044" y="23271"/>
                      <a:pt x="1347" y="23271"/>
                    </a:cubicBezTo>
                    <a:cubicBezTo>
                      <a:pt x="1763" y="23271"/>
                      <a:pt x="2200" y="23110"/>
                      <a:pt x="2537" y="22881"/>
                    </a:cubicBezTo>
                    <a:cubicBezTo>
                      <a:pt x="3842" y="22000"/>
                      <a:pt x="4324" y="20415"/>
                      <a:pt x="4789" y="18881"/>
                    </a:cubicBezTo>
                    <a:cubicBezTo>
                      <a:pt x="4848" y="18683"/>
                      <a:pt x="4909" y="18485"/>
                      <a:pt x="4970" y="18292"/>
                    </a:cubicBezTo>
                    <a:cubicBezTo>
                      <a:pt x="6044" y="14884"/>
                      <a:pt x="7995" y="12005"/>
                      <a:pt x="10461" y="10185"/>
                    </a:cubicBezTo>
                    <a:lnTo>
                      <a:pt x="10621" y="10068"/>
                    </a:lnTo>
                    <a:cubicBezTo>
                      <a:pt x="11420" y="9482"/>
                      <a:pt x="12327" y="8818"/>
                      <a:pt x="12397" y="7817"/>
                    </a:cubicBezTo>
                    <a:cubicBezTo>
                      <a:pt x="12437" y="7232"/>
                      <a:pt x="12168" y="6702"/>
                      <a:pt x="11909" y="6188"/>
                    </a:cubicBezTo>
                    <a:cubicBezTo>
                      <a:pt x="11735" y="5842"/>
                      <a:pt x="11553" y="5485"/>
                      <a:pt x="11470" y="5115"/>
                    </a:cubicBezTo>
                    <a:cubicBezTo>
                      <a:pt x="11332" y="4506"/>
                      <a:pt x="11450" y="3864"/>
                      <a:pt x="11565" y="3244"/>
                    </a:cubicBezTo>
                    <a:lnTo>
                      <a:pt x="11580" y="3162"/>
                    </a:lnTo>
                    <a:cubicBezTo>
                      <a:pt x="11775" y="2104"/>
                      <a:pt x="11846" y="1028"/>
                      <a:pt x="11052" y="330"/>
                    </a:cubicBezTo>
                    <a:cubicBezTo>
                      <a:pt x="10787" y="98"/>
                      <a:pt x="10502" y="1"/>
                      <a:pt x="10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9"/>
              <p:cNvSpPr/>
              <p:nvPr/>
            </p:nvSpPr>
            <p:spPr>
              <a:xfrm>
                <a:off x="5070050" y="1813875"/>
                <a:ext cx="201375" cy="360225"/>
              </a:xfrm>
              <a:custGeom>
                <a:rect b="b" l="l" r="r" t="t"/>
                <a:pathLst>
                  <a:path extrusionOk="0" h="14409" w="8055">
                    <a:moveTo>
                      <a:pt x="6042" y="149"/>
                    </a:moveTo>
                    <a:cubicBezTo>
                      <a:pt x="6220" y="149"/>
                      <a:pt x="6393" y="194"/>
                      <a:pt x="6537" y="315"/>
                    </a:cubicBezTo>
                    <a:cubicBezTo>
                      <a:pt x="6861" y="578"/>
                      <a:pt x="6855" y="1019"/>
                      <a:pt x="6848" y="1486"/>
                    </a:cubicBezTo>
                    <a:cubicBezTo>
                      <a:pt x="6842" y="1846"/>
                      <a:pt x="6837" y="2217"/>
                      <a:pt x="6982" y="2537"/>
                    </a:cubicBezTo>
                    <a:cubicBezTo>
                      <a:pt x="7069" y="2730"/>
                      <a:pt x="7208" y="2890"/>
                      <a:pt x="7341" y="3045"/>
                    </a:cubicBezTo>
                    <a:cubicBezTo>
                      <a:pt x="7472" y="3199"/>
                      <a:pt x="7598" y="3344"/>
                      <a:pt x="7676" y="3517"/>
                    </a:cubicBezTo>
                    <a:cubicBezTo>
                      <a:pt x="7894" y="3997"/>
                      <a:pt x="7691" y="4542"/>
                      <a:pt x="7427" y="4894"/>
                    </a:cubicBezTo>
                    <a:cubicBezTo>
                      <a:pt x="7165" y="5241"/>
                      <a:pt x="6803" y="5510"/>
                      <a:pt x="6450" y="5769"/>
                    </a:cubicBezTo>
                    <a:lnTo>
                      <a:pt x="6283" y="5892"/>
                    </a:lnTo>
                    <a:cubicBezTo>
                      <a:pt x="3737" y="7800"/>
                      <a:pt x="1874" y="10541"/>
                      <a:pt x="1036" y="13609"/>
                    </a:cubicBezTo>
                    <a:cubicBezTo>
                      <a:pt x="1004" y="13724"/>
                      <a:pt x="841" y="14262"/>
                      <a:pt x="532" y="14262"/>
                    </a:cubicBezTo>
                    <a:cubicBezTo>
                      <a:pt x="512" y="14262"/>
                      <a:pt x="490" y="14260"/>
                      <a:pt x="468" y="14255"/>
                    </a:cubicBezTo>
                    <a:cubicBezTo>
                      <a:pt x="150" y="14182"/>
                      <a:pt x="191" y="13651"/>
                      <a:pt x="210" y="13490"/>
                    </a:cubicBezTo>
                    <a:cubicBezTo>
                      <a:pt x="309" y="12692"/>
                      <a:pt x="371" y="11859"/>
                      <a:pt x="438" y="10976"/>
                    </a:cubicBezTo>
                    <a:cubicBezTo>
                      <a:pt x="739" y="6986"/>
                      <a:pt x="1079" y="2466"/>
                      <a:pt x="5047" y="482"/>
                    </a:cubicBezTo>
                    <a:lnTo>
                      <a:pt x="5052" y="480"/>
                    </a:lnTo>
                    <a:cubicBezTo>
                      <a:pt x="5297" y="335"/>
                      <a:pt x="5682" y="149"/>
                      <a:pt x="6042" y="149"/>
                    </a:cubicBezTo>
                    <a:close/>
                    <a:moveTo>
                      <a:pt x="6043" y="1"/>
                    </a:moveTo>
                    <a:cubicBezTo>
                      <a:pt x="5650" y="1"/>
                      <a:pt x="5241" y="196"/>
                      <a:pt x="4979" y="351"/>
                    </a:cubicBezTo>
                    <a:cubicBezTo>
                      <a:pt x="939" y="2372"/>
                      <a:pt x="594" y="6937"/>
                      <a:pt x="291" y="10963"/>
                    </a:cubicBezTo>
                    <a:cubicBezTo>
                      <a:pt x="226" y="11844"/>
                      <a:pt x="162" y="12675"/>
                      <a:pt x="64" y="13470"/>
                    </a:cubicBezTo>
                    <a:cubicBezTo>
                      <a:pt x="1" y="13981"/>
                      <a:pt x="140" y="14329"/>
                      <a:pt x="435" y="14397"/>
                    </a:cubicBezTo>
                    <a:cubicBezTo>
                      <a:pt x="470" y="14404"/>
                      <a:pt x="505" y="14409"/>
                      <a:pt x="537" y="14409"/>
                    </a:cubicBezTo>
                    <a:cubicBezTo>
                      <a:pt x="938" y="14409"/>
                      <a:pt x="1127" y="13835"/>
                      <a:pt x="1178" y="13648"/>
                    </a:cubicBezTo>
                    <a:cubicBezTo>
                      <a:pt x="2009" y="10611"/>
                      <a:pt x="3853" y="7898"/>
                      <a:pt x="6373" y="6011"/>
                    </a:cubicBezTo>
                    <a:lnTo>
                      <a:pt x="6540" y="5887"/>
                    </a:lnTo>
                    <a:cubicBezTo>
                      <a:pt x="6899" y="5622"/>
                      <a:pt x="7271" y="5346"/>
                      <a:pt x="7546" y="4981"/>
                    </a:cubicBezTo>
                    <a:cubicBezTo>
                      <a:pt x="7835" y="4596"/>
                      <a:pt x="8055" y="3993"/>
                      <a:pt x="7811" y="3455"/>
                    </a:cubicBezTo>
                    <a:cubicBezTo>
                      <a:pt x="7724" y="3261"/>
                      <a:pt x="7585" y="3102"/>
                      <a:pt x="7453" y="2947"/>
                    </a:cubicBezTo>
                    <a:cubicBezTo>
                      <a:pt x="7321" y="2794"/>
                      <a:pt x="7196" y="2648"/>
                      <a:pt x="7118" y="2475"/>
                    </a:cubicBezTo>
                    <a:cubicBezTo>
                      <a:pt x="6986" y="2185"/>
                      <a:pt x="6991" y="1830"/>
                      <a:pt x="6996" y="1487"/>
                    </a:cubicBezTo>
                    <a:cubicBezTo>
                      <a:pt x="7002" y="1006"/>
                      <a:pt x="7011" y="509"/>
                      <a:pt x="6631" y="199"/>
                    </a:cubicBezTo>
                    <a:cubicBezTo>
                      <a:pt x="6455" y="55"/>
                      <a:pt x="6251" y="1"/>
                      <a:pt x="60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09" name="Google Shape;3809;p59"/>
          <p:cNvSpPr txBox="1"/>
          <p:nvPr>
            <p:ph type="title"/>
          </p:nvPr>
        </p:nvSpPr>
        <p:spPr>
          <a:xfrm>
            <a:off x="4549555" y="3466400"/>
            <a:ext cx="3843900" cy="1069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Ein Bild sagt mehr als tausend Worte</a:t>
            </a:r>
            <a:endParaRPr/>
          </a:p>
        </p:txBody>
      </p:sp>
      <p:grpSp>
        <p:nvGrpSpPr>
          <p:cNvPr id="3810" name="Google Shape;3810;p59"/>
          <p:cNvGrpSpPr/>
          <p:nvPr/>
        </p:nvGrpSpPr>
        <p:grpSpPr>
          <a:xfrm rot="4019530">
            <a:off x="7372913" y="-980718"/>
            <a:ext cx="3000155" cy="2517842"/>
            <a:chOff x="3167525" y="751950"/>
            <a:chExt cx="1309325" cy="1189300"/>
          </a:xfrm>
        </p:grpSpPr>
        <p:sp>
          <p:nvSpPr>
            <p:cNvPr id="3811" name="Google Shape;3811;p59"/>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9"/>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9"/>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9"/>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9"/>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9"/>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9"/>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9"/>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9"/>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3" name="Shape 3823"/>
        <p:cNvGrpSpPr/>
        <p:nvPr/>
      </p:nvGrpSpPr>
      <p:grpSpPr>
        <a:xfrm>
          <a:off x="0" y="0"/>
          <a:ext cx="0" cy="0"/>
          <a:chOff x="0" y="0"/>
          <a:chExt cx="0" cy="0"/>
        </a:xfrm>
      </p:grpSpPr>
      <p:sp>
        <p:nvSpPr>
          <p:cNvPr id="3824" name="Google Shape;3824;p60"/>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Karte</a:t>
            </a:r>
            <a:endParaRPr/>
          </a:p>
        </p:txBody>
      </p:sp>
      <p:grpSp>
        <p:nvGrpSpPr>
          <p:cNvPr id="3825" name="Google Shape;3825;p60"/>
          <p:cNvGrpSpPr/>
          <p:nvPr/>
        </p:nvGrpSpPr>
        <p:grpSpPr>
          <a:xfrm>
            <a:off x="3366514" y="1584972"/>
            <a:ext cx="5057491" cy="2694690"/>
            <a:chOff x="233350" y="949250"/>
            <a:chExt cx="7137300" cy="3802300"/>
          </a:xfrm>
        </p:grpSpPr>
        <p:sp>
          <p:nvSpPr>
            <p:cNvPr id="3826" name="Google Shape;3826;p6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7" name="Google Shape;3877;p60"/>
          <p:cNvSpPr txBox="1"/>
          <p:nvPr>
            <p:ph idx="4294967295" type="title"/>
          </p:nvPr>
        </p:nvSpPr>
        <p:spPr>
          <a:xfrm>
            <a:off x="1162150" y="1295900"/>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Saturn</a:t>
            </a:r>
            <a:endParaRPr sz="2300"/>
          </a:p>
        </p:txBody>
      </p:sp>
      <p:sp>
        <p:nvSpPr>
          <p:cNvPr id="3878" name="Google Shape;3878;p60"/>
          <p:cNvSpPr txBox="1"/>
          <p:nvPr>
            <p:ph idx="4294967295" type="subTitle"/>
          </p:nvPr>
        </p:nvSpPr>
        <p:spPr>
          <a:xfrm>
            <a:off x="1162150" y="1713500"/>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ist ein Gasriese und hat viele Ringe</a:t>
            </a:r>
            <a:endParaRPr/>
          </a:p>
          <a:p>
            <a:pPr indent="0" lvl="0" marL="0" rtl="0" algn="l">
              <a:spcBef>
                <a:spcPts val="0"/>
              </a:spcBef>
              <a:spcAft>
                <a:spcPts val="0"/>
              </a:spcAft>
              <a:buNone/>
            </a:pPr>
            <a:r>
              <a:t/>
            </a:r>
            <a:endParaRPr/>
          </a:p>
        </p:txBody>
      </p:sp>
      <p:sp>
        <p:nvSpPr>
          <p:cNvPr id="3879" name="Google Shape;3879;p60"/>
          <p:cNvSpPr txBox="1"/>
          <p:nvPr>
            <p:ph idx="4294967295" type="title"/>
          </p:nvPr>
        </p:nvSpPr>
        <p:spPr>
          <a:xfrm>
            <a:off x="1162150" y="2335313"/>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Pluto</a:t>
            </a:r>
            <a:endParaRPr sz="2300"/>
          </a:p>
        </p:txBody>
      </p:sp>
      <p:sp>
        <p:nvSpPr>
          <p:cNvPr id="3880" name="Google Shape;3880;p60"/>
          <p:cNvSpPr txBox="1"/>
          <p:nvPr>
            <p:ph idx="4294967295" type="subTitle"/>
          </p:nvPr>
        </p:nvSpPr>
        <p:spPr>
          <a:xfrm>
            <a:off x="1162150" y="2752913"/>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Pluto wird nun als Zwergplanet betrachtet</a:t>
            </a:r>
            <a:endParaRPr/>
          </a:p>
        </p:txBody>
      </p:sp>
      <p:sp>
        <p:nvSpPr>
          <p:cNvPr id="3881" name="Google Shape;3881;p60"/>
          <p:cNvSpPr txBox="1"/>
          <p:nvPr>
            <p:ph idx="4294967295" type="title"/>
          </p:nvPr>
        </p:nvSpPr>
        <p:spPr>
          <a:xfrm>
            <a:off x="1162150" y="3374725"/>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a:t>Ceres</a:t>
            </a:r>
            <a:endParaRPr sz="2300"/>
          </a:p>
        </p:txBody>
      </p:sp>
      <p:sp>
        <p:nvSpPr>
          <p:cNvPr id="3882" name="Google Shape;3882;p60"/>
          <p:cNvSpPr txBox="1"/>
          <p:nvPr>
            <p:ph idx="4294967295" type="subTitle"/>
          </p:nvPr>
        </p:nvSpPr>
        <p:spPr>
          <a:xfrm>
            <a:off x="1162150" y="3792325"/>
            <a:ext cx="2237400" cy="4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Ceres befindet sich im Asteroidengürtel</a:t>
            </a:r>
            <a:endParaRPr/>
          </a:p>
          <a:p>
            <a:pPr indent="0" lvl="0" marL="0" rtl="0" algn="l">
              <a:spcBef>
                <a:spcPts val="0"/>
              </a:spcBef>
              <a:spcAft>
                <a:spcPts val="0"/>
              </a:spcAft>
              <a:buNone/>
            </a:pPr>
            <a:r>
              <a:t/>
            </a:r>
            <a:endParaRPr/>
          </a:p>
        </p:txBody>
      </p:sp>
      <p:grpSp>
        <p:nvGrpSpPr>
          <p:cNvPr id="3883" name="Google Shape;3883;p60"/>
          <p:cNvGrpSpPr/>
          <p:nvPr/>
        </p:nvGrpSpPr>
        <p:grpSpPr>
          <a:xfrm>
            <a:off x="719994" y="1393443"/>
            <a:ext cx="365958" cy="365958"/>
            <a:chOff x="1640700" y="3823575"/>
            <a:chExt cx="682375" cy="682375"/>
          </a:xfrm>
        </p:grpSpPr>
        <p:sp>
          <p:nvSpPr>
            <p:cNvPr id="3884" name="Google Shape;3884;p60"/>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accent3"/>
            </a:solidFill>
            <a:ln cap="flat" cmpd="sng" w="3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0"/>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accent3"/>
            </a:solidFill>
            <a:ln cap="flat" cmpd="sng" w="2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0"/>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accent3"/>
            </a:solidFill>
            <a:ln cap="flat" cmpd="sng" w="1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0"/>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accent3"/>
            </a:solidFill>
            <a:ln cap="flat" cmpd="sng" w="1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0"/>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accent3"/>
            </a:solidFill>
            <a:ln cap="flat" cmpd="sng" w="1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0"/>
            <p:cNvSpPr/>
            <p:nvPr/>
          </p:nvSpPr>
          <p:spPr>
            <a:xfrm>
              <a:off x="1832425" y="4472950"/>
              <a:ext cx="25" cy="25"/>
            </a:xfrm>
            <a:custGeom>
              <a:rect b="b" l="l" r="r" t="t"/>
              <a:pathLst>
                <a:path extrusionOk="0" fill="none" h="1" w="1">
                  <a:moveTo>
                    <a:pt x="1" y="1"/>
                  </a:moveTo>
                  <a:close/>
                </a:path>
              </a:pathLst>
            </a:custGeom>
            <a:noFill/>
            <a:ln cap="flat" cmpd="sng" w="225">
              <a:solidFill>
                <a:srgbClr val="000000"/>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0"/>
            <p:cNvSpPr/>
            <p:nvPr/>
          </p:nvSpPr>
          <p:spPr>
            <a:xfrm>
              <a:off x="2105750" y="3937200"/>
              <a:ext cx="25" cy="25"/>
            </a:xfrm>
            <a:custGeom>
              <a:rect b="b" l="l" r="r" t="t"/>
              <a:pathLst>
                <a:path extrusionOk="0" fill="none" h="1" w="1">
                  <a:moveTo>
                    <a:pt x="0" y="1"/>
                  </a:move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0"/>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0"/>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0"/>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0"/>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0"/>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0"/>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0"/>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0"/>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0"/>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0"/>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0"/>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0"/>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0"/>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0"/>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0"/>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0"/>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0"/>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0"/>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0"/>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0"/>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0"/>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0"/>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0"/>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0"/>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0"/>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0"/>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0"/>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0"/>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0"/>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0"/>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0"/>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0"/>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0"/>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0"/>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0"/>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0"/>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0"/>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0"/>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0"/>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0"/>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0"/>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0"/>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0"/>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0"/>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0"/>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0"/>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0"/>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0"/>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0"/>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0"/>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0"/>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0"/>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0"/>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0"/>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0"/>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0"/>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0"/>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0"/>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0"/>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0"/>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0"/>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0"/>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0"/>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0"/>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0"/>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0"/>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0"/>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0"/>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0"/>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0"/>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0"/>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0"/>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0"/>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0"/>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0"/>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0"/>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0"/>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0"/>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0"/>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0"/>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rgbClr val="000000"/>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0"/>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rgbClr val="000000"/>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0"/>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0"/>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0"/>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0"/>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0"/>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0"/>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0"/>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0"/>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rgbClr val="000000"/>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0"/>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0"/>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0"/>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0"/>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0"/>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0"/>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0"/>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0"/>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0"/>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0"/>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0" name="Google Shape;4000;p60"/>
          <p:cNvGrpSpPr/>
          <p:nvPr/>
        </p:nvGrpSpPr>
        <p:grpSpPr>
          <a:xfrm>
            <a:off x="3893344" y="2057506"/>
            <a:ext cx="365958" cy="365958"/>
            <a:chOff x="1640700" y="3823575"/>
            <a:chExt cx="682375" cy="682375"/>
          </a:xfrm>
        </p:grpSpPr>
        <p:sp>
          <p:nvSpPr>
            <p:cNvPr id="4001" name="Google Shape;4001;p60"/>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accent3"/>
            </a:solidFill>
            <a:ln cap="flat" cmpd="sng" w="3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0"/>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accent3"/>
            </a:solidFill>
            <a:ln cap="flat" cmpd="sng" w="2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0"/>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accent3"/>
            </a:solidFill>
            <a:ln cap="flat" cmpd="sng" w="1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0"/>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accent3"/>
            </a:solidFill>
            <a:ln cap="flat" cmpd="sng" w="15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0"/>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accent3"/>
            </a:solidFill>
            <a:ln cap="flat" cmpd="sng" w="1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0"/>
            <p:cNvSpPr/>
            <p:nvPr/>
          </p:nvSpPr>
          <p:spPr>
            <a:xfrm>
              <a:off x="1832425" y="4472950"/>
              <a:ext cx="25" cy="25"/>
            </a:xfrm>
            <a:custGeom>
              <a:rect b="b" l="l" r="r" t="t"/>
              <a:pathLst>
                <a:path extrusionOk="0" fill="none" h="1" w="1">
                  <a:moveTo>
                    <a:pt x="1" y="1"/>
                  </a:moveTo>
                  <a:close/>
                </a:path>
              </a:pathLst>
            </a:custGeom>
            <a:noFill/>
            <a:ln cap="flat" cmpd="sng" w="225">
              <a:solidFill>
                <a:srgbClr val="000000"/>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0"/>
            <p:cNvSpPr/>
            <p:nvPr/>
          </p:nvSpPr>
          <p:spPr>
            <a:xfrm>
              <a:off x="2105750" y="3937200"/>
              <a:ext cx="25" cy="25"/>
            </a:xfrm>
            <a:custGeom>
              <a:rect b="b" l="l" r="r" t="t"/>
              <a:pathLst>
                <a:path extrusionOk="0" fill="none" h="1" w="1">
                  <a:moveTo>
                    <a:pt x="0" y="1"/>
                  </a:move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0"/>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0"/>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0"/>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0"/>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0"/>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0"/>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0"/>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0"/>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0"/>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0"/>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0"/>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0"/>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0"/>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0"/>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0"/>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0"/>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0"/>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0"/>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0"/>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0"/>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0"/>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0"/>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0"/>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0"/>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0"/>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0"/>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0"/>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0"/>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0"/>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0"/>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0"/>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0"/>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0"/>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0"/>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0"/>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0"/>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0"/>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0"/>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0"/>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0"/>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0"/>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0"/>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0"/>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0"/>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0"/>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0"/>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0"/>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0"/>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0"/>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0"/>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0"/>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0"/>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0"/>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0"/>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0"/>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0"/>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0"/>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0"/>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0"/>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0"/>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0"/>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0"/>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0"/>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0"/>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0"/>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0"/>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0"/>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0"/>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0"/>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0"/>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0"/>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0"/>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0"/>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0"/>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0"/>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0"/>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0"/>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0"/>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0"/>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0"/>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0"/>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0"/>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0"/>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0"/>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0"/>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0"/>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0"/>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0"/>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0"/>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0"/>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0"/>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0"/>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0"/>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0"/>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0"/>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0"/>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0"/>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0"/>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0"/>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0"/>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0"/>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0"/>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0"/>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accent3"/>
            </a:solidFill>
            <a:ln cap="flat" cmpd="sng" w="225">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0"/>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0"/>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0"/>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0"/>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accent3"/>
            </a:solidFill>
            <a:ln cap="flat" cmpd="sng" w="300">
              <a:solidFill>
                <a:schemeClr val="accent3"/>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7" name="Google Shape;4117;p60"/>
          <p:cNvSpPr/>
          <p:nvPr/>
        </p:nvSpPr>
        <p:spPr>
          <a:xfrm>
            <a:off x="6057900" y="-419100"/>
            <a:ext cx="3409950" cy="3181350"/>
          </a:xfrm>
          <a:custGeom>
            <a:rect b="b" l="l" r="r" t="t"/>
            <a:pathLst>
              <a:path extrusionOk="0" h="127254" w="136398">
                <a:moveTo>
                  <a:pt x="0" y="0"/>
                </a:moveTo>
                <a:cubicBezTo>
                  <a:pt x="6207" y="15518"/>
                  <a:pt x="16117" y="30671"/>
                  <a:pt x="29718" y="40386"/>
                </a:cubicBezTo>
                <a:cubicBezTo>
                  <a:pt x="45685" y="51791"/>
                  <a:pt x="68884" y="49949"/>
                  <a:pt x="84582" y="61722"/>
                </a:cubicBezTo>
                <a:cubicBezTo>
                  <a:pt x="97239" y="71215"/>
                  <a:pt x="111784" y="79989"/>
                  <a:pt x="119634" y="93726"/>
                </a:cubicBezTo>
                <a:cubicBezTo>
                  <a:pt x="124536" y="102304"/>
                  <a:pt x="126382" y="112335"/>
                  <a:pt x="128778" y="121920"/>
                </a:cubicBezTo>
                <a:cubicBezTo>
                  <a:pt x="129530" y="124928"/>
                  <a:pt x="134206" y="125062"/>
                  <a:pt x="136398" y="127254"/>
                </a:cubicBezTo>
              </a:path>
            </a:pathLst>
          </a:custGeom>
          <a:noFill/>
          <a:ln cap="flat" cmpd="sng" w="19050">
            <a:solidFill>
              <a:schemeClr val="lt1"/>
            </a:solidFill>
            <a:prstDash val="dash"/>
            <a:round/>
            <a:headEnd len="med" w="med" type="none"/>
            <a:tailEnd len="med" w="med" type="none"/>
          </a:ln>
        </p:spPr>
      </p:sp>
      <p:grpSp>
        <p:nvGrpSpPr>
          <p:cNvPr id="4118" name="Google Shape;4118;p60"/>
          <p:cNvGrpSpPr/>
          <p:nvPr/>
        </p:nvGrpSpPr>
        <p:grpSpPr>
          <a:xfrm>
            <a:off x="719994" y="2429906"/>
            <a:ext cx="365958" cy="365958"/>
            <a:chOff x="1640700" y="3823575"/>
            <a:chExt cx="682375" cy="682375"/>
          </a:xfrm>
        </p:grpSpPr>
        <p:sp>
          <p:nvSpPr>
            <p:cNvPr id="4119" name="Google Shape;4119;p60"/>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lt1"/>
            </a:solidFill>
            <a:ln cap="flat" cmpd="sng" w="35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0"/>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lt1"/>
            </a:solidFill>
            <a:ln cap="flat" cmpd="sng" w="25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0"/>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lt1"/>
            </a:solidFill>
            <a:ln cap="flat" cmpd="sng" w="15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0"/>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lt1"/>
            </a:solidFill>
            <a:ln cap="flat" cmpd="sng" w="15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0"/>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lt1"/>
            </a:solidFill>
            <a:ln cap="flat" cmpd="sng" w="1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0"/>
            <p:cNvSpPr/>
            <p:nvPr/>
          </p:nvSpPr>
          <p:spPr>
            <a:xfrm>
              <a:off x="1832425" y="4472950"/>
              <a:ext cx="25" cy="25"/>
            </a:xfrm>
            <a:custGeom>
              <a:rect b="b" l="l" r="r" t="t"/>
              <a:pathLst>
                <a:path extrusionOk="0" fill="none" h="1" w="1">
                  <a:moveTo>
                    <a:pt x="1" y="1"/>
                  </a:move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0"/>
            <p:cNvSpPr/>
            <p:nvPr/>
          </p:nvSpPr>
          <p:spPr>
            <a:xfrm>
              <a:off x="2105750" y="3937200"/>
              <a:ext cx="25" cy="25"/>
            </a:xfrm>
            <a:custGeom>
              <a:rect b="b" l="l" r="r" t="t"/>
              <a:pathLst>
                <a:path extrusionOk="0" fill="none" h="1" w="1">
                  <a:moveTo>
                    <a:pt x="0" y="1"/>
                  </a:move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0"/>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0"/>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0"/>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0"/>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0"/>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0"/>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0"/>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0"/>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0"/>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0"/>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0"/>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0"/>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0"/>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0"/>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0"/>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0"/>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0"/>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0"/>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0"/>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0"/>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0"/>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0"/>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0"/>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0"/>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0"/>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0"/>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0"/>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0"/>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0"/>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0"/>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0"/>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0"/>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0"/>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0"/>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0"/>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0"/>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0"/>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0"/>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0"/>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0"/>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0"/>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0"/>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0"/>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0"/>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0"/>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0"/>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0"/>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0"/>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0"/>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0"/>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0"/>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0"/>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0"/>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0"/>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0"/>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0"/>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0"/>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0"/>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0"/>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0"/>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0"/>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0"/>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0"/>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0"/>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0"/>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0"/>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0"/>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0"/>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0"/>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0"/>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0"/>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0"/>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0"/>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0"/>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0"/>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0"/>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0"/>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0"/>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0"/>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0"/>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0"/>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0"/>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0"/>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0"/>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0"/>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0"/>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0"/>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0"/>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0"/>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0"/>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0"/>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0"/>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0"/>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0"/>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0"/>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0"/>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0"/>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0"/>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lt1"/>
            </a:solidFill>
            <a:ln cap="flat" cmpd="sng" w="3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0"/>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lt1"/>
            </a:solidFill>
            <a:ln cap="flat" cmpd="sng" w="3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0"/>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lt1"/>
            </a:solidFill>
            <a:ln cap="flat" cmpd="sng" w="3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0"/>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lt1"/>
            </a:solidFill>
            <a:ln cap="flat" cmpd="sng" w="3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60"/>
          <p:cNvGrpSpPr/>
          <p:nvPr/>
        </p:nvGrpSpPr>
        <p:grpSpPr>
          <a:xfrm>
            <a:off x="719994" y="3466342"/>
            <a:ext cx="365958" cy="365958"/>
            <a:chOff x="1640700" y="3823575"/>
            <a:chExt cx="682375" cy="682375"/>
          </a:xfrm>
        </p:grpSpPr>
        <p:sp>
          <p:nvSpPr>
            <p:cNvPr id="4236" name="Google Shape;4236;p60"/>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accent1"/>
            </a:solidFill>
            <a:ln cap="flat" cmpd="sng" w="35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0"/>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accent1"/>
            </a:solidFill>
            <a:ln cap="flat" cmpd="sng" w="25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0"/>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accent1"/>
            </a:solidFill>
            <a:ln cap="flat" cmpd="sng" w="15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0"/>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accent1"/>
            </a:solidFill>
            <a:ln cap="flat" cmpd="sng" w="15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0"/>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accent1"/>
            </a:solidFill>
            <a:ln cap="flat" cmpd="sng" w="1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0"/>
            <p:cNvSpPr/>
            <p:nvPr/>
          </p:nvSpPr>
          <p:spPr>
            <a:xfrm>
              <a:off x="1832425" y="4472950"/>
              <a:ext cx="25" cy="25"/>
            </a:xfrm>
            <a:custGeom>
              <a:rect b="b" l="l" r="r" t="t"/>
              <a:pathLst>
                <a:path extrusionOk="0" fill="none" h="1" w="1">
                  <a:moveTo>
                    <a:pt x="1" y="1"/>
                  </a:move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0"/>
            <p:cNvSpPr/>
            <p:nvPr/>
          </p:nvSpPr>
          <p:spPr>
            <a:xfrm>
              <a:off x="2105750" y="3937200"/>
              <a:ext cx="25" cy="25"/>
            </a:xfrm>
            <a:custGeom>
              <a:rect b="b" l="l" r="r" t="t"/>
              <a:pathLst>
                <a:path extrusionOk="0" fill="none" h="1" w="1">
                  <a:moveTo>
                    <a:pt x="0" y="1"/>
                  </a:move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0"/>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0"/>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0"/>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0"/>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0"/>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0"/>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0"/>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0"/>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0"/>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0"/>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0"/>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0"/>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0"/>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0"/>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0"/>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0"/>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0"/>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0"/>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0"/>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0"/>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0"/>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0"/>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0"/>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0"/>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0"/>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0"/>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0"/>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0"/>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0"/>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0"/>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0"/>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0"/>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0"/>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0"/>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0"/>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0"/>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0"/>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0"/>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0"/>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0"/>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0"/>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0"/>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0"/>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0"/>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0"/>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0"/>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0"/>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0"/>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0"/>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0"/>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0"/>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0"/>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0"/>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0"/>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0"/>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0"/>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0"/>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0"/>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0"/>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0"/>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0"/>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0"/>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0"/>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0"/>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0"/>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0"/>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0"/>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0"/>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0"/>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0"/>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0"/>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0"/>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0"/>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0"/>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0"/>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0"/>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0"/>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0"/>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0"/>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0"/>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0"/>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0"/>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0"/>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0"/>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0"/>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0"/>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0"/>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0"/>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0"/>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0"/>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0"/>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0"/>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0"/>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0"/>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0"/>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0"/>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0"/>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0"/>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0"/>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0"/>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0"/>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0"/>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0"/>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0"/>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accent1"/>
            </a:solidFill>
            <a:ln cap="flat" cmpd="sng" w="3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0"/>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accent1"/>
            </a:solidFill>
            <a:ln cap="flat" cmpd="sng" w="3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0"/>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accent1"/>
            </a:solidFill>
            <a:ln cap="flat" cmpd="sng" w="3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0"/>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accent1"/>
            </a:solidFill>
            <a:ln cap="flat" cmpd="sng" w="3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60"/>
          <p:cNvGrpSpPr/>
          <p:nvPr/>
        </p:nvGrpSpPr>
        <p:grpSpPr>
          <a:xfrm>
            <a:off x="6605244" y="2057506"/>
            <a:ext cx="365958" cy="365958"/>
            <a:chOff x="1640700" y="3823575"/>
            <a:chExt cx="682375" cy="682375"/>
          </a:xfrm>
        </p:grpSpPr>
        <p:sp>
          <p:nvSpPr>
            <p:cNvPr id="4353" name="Google Shape;4353;p60"/>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lt1"/>
            </a:solidFill>
            <a:ln cap="flat" cmpd="sng" w="35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0"/>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lt1"/>
            </a:solidFill>
            <a:ln cap="flat" cmpd="sng" w="25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0"/>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lt1"/>
            </a:solidFill>
            <a:ln cap="flat" cmpd="sng" w="15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0"/>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lt1"/>
            </a:solidFill>
            <a:ln cap="flat" cmpd="sng" w="15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0"/>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lt1"/>
            </a:solidFill>
            <a:ln cap="flat" cmpd="sng" w="1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0"/>
            <p:cNvSpPr/>
            <p:nvPr/>
          </p:nvSpPr>
          <p:spPr>
            <a:xfrm>
              <a:off x="1832425" y="4472950"/>
              <a:ext cx="25" cy="25"/>
            </a:xfrm>
            <a:custGeom>
              <a:rect b="b" l="l" r="r" t="t"/>
              <a:pathLst>
                <a:path extrusionOk="0" fill="none" h="1" w="1">
                  <a:moveTo>
                    <a:pt x="1" y="1"/>
                  </a:move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0"/>
            <p:cNvSpPr/>
            <p:nvPr/>
          </p:nvSpPr>
          <p:spPr>
            <a:xfrm>
              <a:off x="2105750" y="3937200"/>
              <a:ext cx="25" cy="25"/>
            </a:xfrm>
            <a:custGeom>
              <a:rect b="b" l="l" r="r" t="t"/>
              <a:pathLst>
                <a:path extrusionOk="0" fill="none" h="1" w="1">
                  <a:moveTo>
                    <a:pt x="0" y="1"/>
                  </a:move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0"/>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0"/>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0"/>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0"/>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0"/>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0"/>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0"/>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0"/>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0"/>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0"/>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0"/>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0"/>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0"/>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0"/>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0"/>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0"/>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0"/>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0"/>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0"/>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0"/>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0"/>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0"/>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0"/>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0"/>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0"/>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0"/>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0"/>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0"/>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0"/>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0"/>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0"/>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0"/>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0"/>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0"/>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0"/>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0"/>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0"/>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0"/>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0"/>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0"/>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0"/>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0"/>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0"/>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0"/>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0"/>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0"/>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0"/>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0"/>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0"/>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0"/>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0"/>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0"/>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0"/>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0"/>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0"/>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0"/>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0"/>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0"/>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0"/>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0"/>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0"/>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0"/>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0"/>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0"/>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0"/>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0"/>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0"/>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0"/>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0"/>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0"/>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0"/>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0"/>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0"/>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0"/>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0"/>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0"/>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0"/>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0"/>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0"/>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0"/>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0"/>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0"/>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0"/>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0"/>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0"/>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0"/>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0"/>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0"/>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0"/>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0"/>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0"/>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0"/>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0"/>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0"/>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0"/>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0"/>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0"/>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0"/>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0"/>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0"/>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0"/>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0"/>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0"/>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lt1"/>
            </a:solidFill>
            <a:ln cap="flat" cmpd="sng" w="225">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0"/>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lt1"/>
            </a:solidFill>
            <a:ln cap="flat" cmpd="sng" w="3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0"/>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lt1"/>
            </a:solidFill>
            <a:ln cap="flat" cmpd="sng" w="3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0"/>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lt1"/>
            </a:solidFill>
            <a:ln cap="flat" cmpd="sng" w="3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0"/>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lt1"/>
            </a:solidFill>
            <a:ln cap="flat" cmpd="sng" w="300">
              <a:solidFill>
                <a:schemeClr val="l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60"/>
          <p:cNvGrpSpPr/>
          <p:nvPr/>
        </p:nvGrpSpPr>
        <p:grpSpPr>
          <a:xfrm>
            <a:off x="7644669" y="3505642"/>
            <a:ext cx="365958" cy="365958"/>
            <a:chOff x="1640700" y="3823575"/>
            <a:chExt cx="682375" cy="682375"/>
          </a:xfrm>
        </p:grpSpPr>
        <p:sp>
          <p:nvSpPr>
            <p:cNvPr id="4470" name="Google Shape;4470;p60"/>
            <p:cNvSpPr/>
            <p:nvPr/>
          </p:nvSpPr>
          <p:spPr>
            <a:xfrm>
              <a:off x="1640700" y="3823575"/>
              <a:ext cx="682375" cy="682375"/>
            </a:xfrm>
            <a:custGeom>
              <a:rect b="b" l="l" r="r" t="t"/>
              <a:pathLst>
                <a:path extrusionOk="0" fill="none" h="27295" w="27295">
                  <a:moveTo>
                    <a:pt x="27190" y="13457"/>
                  </a:moveTo>
                  <a:cubicBezTo>
                    <a:pt x="27295" y="20935"/>
                    <a:pt x="21317" y="27085"/>
                    <a:pt x="13838" y="27190"/>
                  </a:cubicBezTo>
                  <a:cubicBezTo>
                    <a:pt x="6359" y="27294"/>
                    <a:pt x="211" y="21316"/>
                    <a:pt x="106" y="13837"/>
                  </a:cubicBezTo>
                  <a:cubicBezTo>
                    <a:pt x="0" y="6359"/>
                    <a:pt x="5978" y="209"/>
                    <a:pt x="13458" y="104"/>
                  </a:cubicBezTo>
                  <a:cubicBezTo>
                    <a:pt x="20938" y="0"/>
                    <a:pt x="27086" y="5978"/>
                    <a:pt x="27190" y="13457"/>
                  </a:cubicBezTo>
                  <a:close/>
                </a:path>
              </a:pathLst>
            </a:custGeom>
            <a:solidFill>
              <a:schemeClr val="accent1"/>
            </a:solidFill>
            <a:ln cap="flat" cmpd="sng" w="35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0"/>
            <p:cNvSpPr/>
            <p:nvPr/>
          </p:nvSpPr>
          <p:spPr>
            <a:xfrm>
              <a:off x="1668025" y="3850900"/>
              <a:ext cx="627750" cy="627725"/>
            </a:xfrm>
            <a:custGeom>
              <a:rect b="b" l="l" r="r" t="t"/>
              <a:pathLst>
                <a:path extrusionOk="0" fill="none" h="25109" w="25110">
                  <a:moveTo>
                    <a:pt x="25013" y="12380"/>
                  </a:moveTo>
                  <a:cubicBezTo>
                    <a:pt x="25110" y="19259"/>
                    <a:pt x="19610" y="24916"/>
                    <a:pt x="12730" y="25012"/>
                  </a:cubicBezTo>
                  <a:cubicBezTo>
                    <a:pt x="5849" y="25109"/>
                    <a:pt x="194" y="19609"/>
                    <a:pt x="97" y="12728"/>
                  </a:cubicBezTo>
                  <a:cubicBezTo>
                    <a:pt x="0" y="5849"/>
                    <a:pt x="5499" y="193"/>
                    <a:pt x="12380" y="97"/>
                  </a:cubicBezTo>
                  <a:cubicBezTo>
                    <a:pt x="19261" y="1"/>
                    <a:pt x="24916" y="5500"/>
                    <a:pt x="25013" y="12380"/>
                  </a:cubicBezTo>
                  <a:close/>
                </a:path>
              </a:pathLst>
            </a:custGeom>
            <a:solidFill>
              <a:schemeClr val="accent1"/>
            </a:solidFill>
            <a:ln cap="flat" cmpd="sng" w="25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0"/>
            <p:cNvSpPr/>
            <p:nvPr/>
          </p:nvSpPr>
          <p:spPr>
            <a:xfrm>
              <a:off x="1793250" y="3976100"/>
              <a:ext cx="377300" cy="377300"/>
            </a:xfrm>
            <a:custGeom>
              <a:rect b="b" l="l" r="r" t="t"/>
              <a:pathLst>
                <a:path extrusionOk="0" fill="none" h="15092" w="15092">
                  <a:moveTo>
                    <a:pt x="15033" y="7441"/>
                  </a:moveTo>
                  <a:cubicBezTo>
                    <a:pt x="15092" y="11576"/>
                    <a:pt x="11786" y="14976"/>
                    <a:pt x="7651" y="15034"/>
                  </a:cubicBezTo>
                  <a:cubicBezTo>
                    <a:pt x="3517" y="15091"/>
                    <a:pt x="117" y="11786"/>
                    <a:pt x="59" y="7651"/>
                  </a:cubicBezTo>
                  <a:cubicBezTo>
                    <a:pt x="0" y="3516"/>
                    <a:pt x="3306" y="116"/>
                    <a:pt x="7441" y="59"/>
                  </a:cubicBezTo>
                  <a:cubicBezTo>
                    <a:pt x="11577" y="1"/>
                    <a:pt x="14975" y="3307"/>
                    <a:pt x="15033" y="7441"/>
                  </a:cubicBezTo>
                  <a:close/>
                </a:path>
              </a:pathLst>
            </a:custGeom>
            <a:solidFill>
              <a:schemeClr val="accent1"/>
            </a:solidFill>
            <a:ln cap="flat" cmpd="sng" w="15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0"/>
            <p:cNvSpPr/>
            <p:nvPr/>
          </p:nvSpPr>
          <p:spPr>
            <a:xfrm>
              <a:off x="1808575" y="3991425"/>
              <a:ext cx="346650" cy="346650"/>
            </a:xfrm>
            <a:custGeom>
              <a:rect b="b" l="l" r="r" t="t"/>
              <a:pathLst>
                <a:path extrusionOk="0" fill="none" h="13866" w="13866">
                  <a:moveTo>
                    <a:pt x="13813" y="6837"/>
                  </a:moveTo>
                  <a:cubicBezTo>
                    <a:pt x="13866" y="10636"/>
                    <a:pt x="10829" y="13760"/>
                    <a:pt x="7030" y="13813"/>
                  </a:cubicBezTo>
                  <a:cubicBezTo>
                    <a:pt x="3230" y="13865"/>
                    <a:pt x="106" y="10829"/>
                    <a:pt x="53" y="7029"/>
                  </a:cubicBezTo>
                  <a:cubicBezTo>
                    <a:pt x="0" y="3230"/>
                    <a:pt x="3038" y="106"/>
                    <a:pt x="6837" y="53"/>
                  </a:cubicBezTo>
                  <a:cubicBezTo>
                    <a:pt x="10637" y="1"/>
                    <a:pt x="13760" y="3037"/>
                    <a:pt x="13813" y="6837"/>
                  </a:cubicBezTo>
                  <a:close/>
                </a:path>
              </a:pathLst>
            </a:custGeom>
            <a:solidFill>
              <a:schemeClr val="accent1"/>
            </a:solidFill>
            <a:ln cap="flat" cmpd="sng" w="15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0"/>
            <p:cNvSpPr/>
            <p:nvPr/>
          </p:nvSpPr>
          <p:spPr>
            <a:xfrm>
              <a:off x="1843550" y="4026400"/>
              <a:ext cx="276700" cy="276700"/>
            </a:xfrm>
            <a:custGeom>
              <a:rect b="b" l="l" r="r" t="t"/>
              <a:pathLst>
                <a:path extrusionOk="0" fill="none" h="11068" w="11068">
                  <a:moveTo>
                    <a:pt x="11025" y="5458"/>
                  </a:moveTo>
                  <a:cubicBezTo>
                    <a:pt x="11068" y="8489"/>
                    <a:pt x="8644" y="10983"/>
                    <a:pt x="5611" y="11025"/>
                  </a:cubicBezTo>
                  <a:cubicBezTo>
                    <a:pt x="2579" y="11067"/>
                    <a:pt x="86" y="8644"/>
                    <a:pt x="44" y="5610"/>
                  </a:cubicBezTo>
                  <a:cubicBezTo>
                    <a:pt x="0" y="2579"/>
                    <a:pt x="2424" y="85"/>
                    <a:pt x="5457" y="43"/>
                  </a:cubicBezTo>
                  <a:cubicBezTo>
                    <a:pt x="8490" y="1"/>
                    <a:pt x="10982" y="2425"/>
                    <a:pt x="11025" y="5458"/>
                  </a:cubicBezTo>
                  <a:close/>
                </a:path>
              </a:pathLst>
            </a:custGeom>
            <a:solidFill>
              <a:schemeClr val="accent1"/>
            </a:solidFill>
            <a:ln cap="flat" cmpd="sng" w="1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0"/>
            <p:cNvSpPr/>
            <p:nvPr/>
          </p:nvSpPr>
          <p:spPr>
            <a:xfrm>
              <a:off x="1832425" y="4472950"/>
              <a:ext cx="25" cy="25"/>
            </a:xfrm>
            <a:custGeom>
              <a:rect b="b" l="l" r="r" t="t"/>
              <a:pathLst>
                <a:path extrusionOk="0" fill="none" h="1" w="1">
                  <a:moveTo>
                    <a:pt x="1" y="1"/>
                  </a:move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0"/>
            <p:cNvSpPr/>
            <p:nvPr/>
          </p:nvSpPr>
          <p:spPr>
            <a:xfrm>
              <a:off x="2105750" y="3937200"/>
              <a:ext cx="25" cy="25"/>
            </a:xfrm>
            <a:custGeom>
              <a:rect b="b" l="l" r="r" t="t"/>
              <a:pathLst>
                <a:path extrusionOk="0" fill="none" h="1" w="1">
                  <a:moveTo>
                    <a:pt x="0" y="1"/>
                  </a:move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0"/>
            <p:cNvSpPr/>
            <p:nvPr/>
          </p:nvSpPr>
          <p:spPr>
            <a:xfrm>
              <a:off x="2111275" y="3902575"/>
              <a:ext cx="12550" cy="24000"/>
            </a:xfrm>
            <a:custGeom>
              <a:rect b="b" l="l" r="r" t="t"/>
              <a:pathLst>
                <a:path extrusionOk="0" fill="none" h="960" w="502">
                  <a:moveTo>
                    <a:pt x="501" y="0"/>
                  </a:moveTo>
                  <a:cubicBezTo>
                    <a:pt x="334" y="320"/>
                    <a:pt x="168" y="640"/>
                    <a:pt x="1" y="96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0"/>
            <p:cNvSpPr/>
            <p:nvPr/>
          </p:nvSpPr>
          <p:spPr>
            <a:xfrm>
              <a:off x="1834975" y="4399175"/>
              <a:ext cx="12550" cy="24025"/>
            </a:xfrm>
            <a:custGeom>
              <a:rect b="b" l="l" r="r" t="t"/>
              <a:pathLst>
                <a:path extrusionOk="0" fill="none" h="961" w="502">
                  <a:moveTo>
                    <a:pt x="501" y="1"/>
                  </a:moveTo>
                  <a:cubicBezTo>
                    <a:pt x="333" y="321"/>
                    <a:pt x="167" y="640"/>
                    <a:pt x="1" y="96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0"/>
            <p:cNvSpPr/>
            <p:nvPr/>
          </p:nvSpPr>
          <p:spPr>
            <a:xfrm>
              <a:off x="2215700" y="4294800"/>
              <a:ext cx="24000" cy="12525"/>
            </a:xfrm>
            <a:custGeom>
              <a:rect b="b" l="l" r="r" t="t"/>
              <a:pathLst>
                <a:path extrusionOk="0" fill="none" h="501" w="960">
                  <a:moveTo>
                    <a:pt x="960" y="501"/>
                  </a:moveTo>
                  <a:cubicBezTo>
                    <a:pt x="640" y="332"/>
                    <a:pt x="320" y="166"/>
                    <a:pt x="0"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0"/>
            <p:cNvSpPr/>
            <p:nvPr/>
          </p:nvSpPr>
          <p:spPr>
            <a:xfrm>
              <a:off x="1719075" y="4018450"/>
              <a:ext cx="24025" cy="12550"/>
            </a:xfrm>
            <a:custGeom>
              <a:rect b="b" l="l" r="r" t="t"/>
              <a:pathLst>
                <a:path extrusionOk="0" fill="none" h="502" w="961">
                  <a:moveTo>
                    <a:pt x="961" y="501"/>
                  </a:moveTo>
                  <a:cubicBezTo>
                    <a:pt x="641" y="334"/>
                    <a:pt x="321" y="168"/>
                    <a:pt x="1"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0"/>
            <p:cNvSpPr/>
            <p:nvPr/>
          </p:nvSpPr>
          <p:spPr>
            <a:xfrm>
              <a:off x="1815400" y="4388350"/>
              <a:ext cx="14350" cy="22975"/>
            </a:xfrm>
            <a:custGeom>
              <a:rect b="b" l="l" r="r" t="t"/>
              <a:pathLst>
                <a:path extrusionOk="0" fill="none" h="919" w="574">
                  <a:moveTo>
                    <a:pt x="1" y="919"/>
                  </a:moveTo>
                  <a:cubicBezTo>
                    <a:pt x="191" y="613"/>
                    <a:pt x="383" y="308"/>
                    <a:pt x="573"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0"/>
            <p:cNvSpPr/>
            <p:nvPr/>
          </p:nvSpPr>
          <p:spPr>
            <a:xfrm>
              <a:off x="2129050" y="3914425"/>
              <a:ext cx="14350" cy="23000"/>
            </a:xfrm>
            <a:custGeom>
              <a:rect b="b" l="l" r="r" t="t"/>
              <a:pathLst>
                <a:path extrusionOk="0" fill="none" h="920" w="574">
                  <a:moveTo>
                    <a:pt x="1" y="919"/>
                  </a:moveTo>
                  <a:cubicBezTo>
                    <a:pt x="192" y="613"/>
                    <a:pt x="384" y="307"/>
                    <a:pt x="573"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0"/>
            <p:cNvSpPr/>
            <p:nvPr/>
          </p:nvSpPr>
          <p:spPr>
            <a:xfrm>
              <a:off x="1730950" y="3998900"/>
              <a:ext cx="22975" cy="14350"/>
            </a:xfrm>
            <a:custGeom>
              <a:rect b="b" l="l" r="r" t="t"/>
              <a:pathLst>
                <a:path extrusionOk="0" fill="none" h="574" w="919">
                  <a:moveTo>
                    <a:pt x="1" y="1"/>
                  </a:moveTo>
                  <a:cubicBezTo>
                    <a:pt x="307" y="191"/>
                    <a:pt x="612" y="384"/>
                    <a:pt x="919" y="57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0"/>
            <p:cNvSpPr/>
            <p:nvPr/>
          </p:nvSpPr>
          <p:spPr>
            <a:xfrm>
              <a:off x="2204900" y="4312525"/>
              <a:ext cx="22975" cy="14325"/>
            </a:xfrm>
            <a:custGeom>
              <a:rect b="b" l="l" r="r" t="t"/>
              <a:pathLst>
                <a:path extrusionOk="0" fill="none" h="573" w="919">
                  <a:moveTo>
                    <a:pt x="0" y="0"/>
                  </a:moveTo>
                  <a:cubicBezTo>
                    <a:pt x="305" y="191"/>
                    <a:pt x="612" y="384"/>
                    <a:pt x="918" y="57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0"/>
            <p:cNvSpPr/>
            <p:nvPr/>
          </p:nvSpPr>
          <p:spPr>
            <a:xfrm>
              <a:off x="1797575" y="4376750"/>
              <a:ext cx="16000" cy="21850"/>
            </a:xfrm>
            <a:custGeom>
              <a:rect b="b" l="l" r="r" t="t"/>
              <a:pathLst>
                <a:path extrusionOk="0" fill="none" h="874" w="640">
                  <a:moveTo>
                    <a:pt x="1" y="874"/>
                  </a:moveTo>
                  <a:cubicBezTo>
                    <a:pt x="214" y="583"/>
                    <a:pt x="428" y="292"/>
                    <a:pt x="639"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0"/>
            <p:cNvSpPr/>
            <p:nvPr/>
          </p:nvSpPr>
          <p:spPr>
            <a:xfrm>
              <a:off x="2145250" y="3927200"/>
              <a:ext cx="16025" cy="21850"/>
            </a:xfrm>
            <a:custGeom>
              <a:rect b="b" l="l" r="r" t="t"/>
              <a:pathLst>
                <a:path extrusionOk="0" fill="none" h="874" w="641">
                  <a:moveTo>
                    <a:pt x="1" y="873"/>
                  </a:moveTo>
                  <a:cubicBezTo>
                    <a:pt x="213" y="584"/>
                    <a:pt x="427" y="292"/>
                    <a:pt x="640"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0"/>
            <p:cNvSpPr/>
            <p:nvPr/>
          </p:nvSpPr>
          <p:spPr>
            <a:xfrm>
              <a:off x="1743700" y="3981025"/>
              <a:ext cx="21850" cy="16000"/>
            </a:xfrm>
            <a:custGeom>
              <a:rect b="b" l="l" r="r" t="t"/>
              <a:pathLst>
                <a:path extrusionOk="0" fill="none" h="640" w="874">
                  <a:moveTo>
                    <a:pt x="0" y="1"/>
                  </a:moveTo>
                  <a:cubicBezTo>
                    <a:pt x="290" y="213"/>
                    <a:pt x="582" y="428"/>
                    <a:pt x="873" y="64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0"/>
            <p:cNvSpPr/>
            <p:nvPr/>
          </p:nvSpPr>
          <p:spPr>
            <a:xfrm>
              <a:off x="2193250" y="4328725"/>
              <a:ext cx="21850" cy="16000"/>
            </a:xfrm>
            <a:custGeom>
              <a:rect b="b" l="l" r="r" t="t"/>
              <a:pathLst>
                <a:path extrusionOk="0" fill="none" h="640" w="874">
                  <a:moveTo>
                    <a:pt x="1" y="1"/>
                  </a:moveTo>
                  <a:cubicBezTo>
                    <a:pt x="291" y="214"/>
                    <a:pt x="583" y="428"/>
                    <a:pt x="874" y="64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0"/>
            <p:cNvSpPr/>
            <p:nvPr/>
          </p:nvSpPr>
          <p:spPr>
            <a:xfrm>
              <a:off x="1780850" y="4364075"/>
              <a:ext cx="17550" cy="20625"/>
            </a:xfrm>
            <a:custGeom>
              <a:rect b="b" l="l" r="r" t="t"/>
              <a:pathLst>
                <a:path extrusionOk="0" fill="none" h="825" w="702">
                  <a:moveTo>
                    <a:pt x="0" y="825"/>
                  </a:moveTo>
                  <a:cubicBezTo>
                    <a:pt x="233" y="550"/>
                    <a:pt x="468" y="275"/>
                    <a:pt x="702"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0"/>
            <p:cNvSpPr/>
            <p:nvPr/>
          </p:nvSpPr>
          <p:spPr>
            <a:xfrm>
              <a:off x="2160425" y="3941075"/>
              <a:ext cx="17550" cy="20650"/>
            </a:xfrm>
            <a:custGeom>
              <a:rect b="b" l="l" r="r" t="t"/>
              <a:pathLst>
                <a:path extrusionOk="0" fill="none" h="826" w="702">
                  <a:moveTo>
                    <a:pt x="0" y="825"/>
                  </a:moveTo>
                  <a:cubicBezTo>
                    <a:pt x="235" y="551"/>
                    <a:pt x="469" y="276"/>
                    <a:pt x="702"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0"/>
            <p:cNvSpPr/>
            <p:nvPr/>
          </p:nvSpPr>
          <p:spPr>
            <a:xfrm>
              <a:off x="1757600" y="3964350"/>
              <a:ext cx="20625" cy="17550"/>
            </a:xfrm>
            <a:custGeom>
              <a:rect b="b" l="l" r="r" t="t"/>
              <a:pathLst>
                <a:path extrusionOk="0" fill="none" h="702" w="825">
                  <a:moveTo>
                    <a:pt x="0" y="0"/>
                  </a:moveTo>
                  <a:cubicBezTo>
                    <a:pt x="275" y="234"/>
                    <a:pt x="549" y="468"/>
                    <a:pt x="825" y="70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0"/>
            <p:cNvSpPr/>
            <p:nvPr/>
          </p:nvSpPr>
          <p:spPr>
            <a:xfrm>
              <a:off x="2180600" y="4343900"/>
              <a:ext cx="20600" cy="17575"/>
            </a:xfrm>
            <a:custGeom>
              <a:rect b="b" l="l" r="r" t="t"/>
              <a:pathLst>
                <a:path extrusionOk="0" fill="none" h="703" w="824">
                  <a:moveTo>
                    <a:pt x="0" y="1"/>
                  </a:moveTo>
                  <a:cubicBezTo>
                    <a:pt x="275" y="234"/>
                    <a:pt x="549" y="468"/>
                    <a:pt x="824" y="70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0"/>
            <p:cNvSpPr/>
            <p:nvPr/>
          </p:nvSpPr>
          <p:spPr>
            <a:xfrm>
              <a:off x="1748750" y="4333450"/>
              <a:ext cx="20525" cy="17650"/>
            </a:xfrm>
            <a:custGeom>
              <a:rect b="b" l="l" r="r" t="t"/>
              <a:pathLst>
                <a:path extrusionOk="0" fill="none" h="706" w="821">
                  <a:moveTo>
                    <a:pt x="1" y="705"/>
                  </a:moveTo>
                  <a:cubicBezTo>
                    <a:pt x="274" y="471"/>
                    <a:pt x="547" y="236"/>
                    <a:pt x="821"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0"/>
            <p:cNvSpPr/>
            <p:nvPr/>
          </p:nvSpPr>
          <p:spPr>
            <a:xfrm>
              <a:off x="2189525" y="3974650"/>
              <a:ext cx="20525" cy="17650"/>
            </a:xfrm>
            <a:custGeom>
              <a:rect b="b" l="l" r="r" t="t"/>
              <a:pathLst>
                <a:path extrusionOk="0" fill="none" h="706" w="821">
                  <a:moveTo>
                    <a:pt x="0" y="706"/>
                  </a:moveTo>
                  <a:cubicBezTo>
                    <a:pt x="274" y="472"/>
                    <a:pt x="547" y="236"/>
                    <a:pt x="820"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0"/>
            <p:cNvSpPr/>
            <p:nvPr/>
          </p:nvSpPr>
          <p:spPr>
            <a:xfrm>
              <a:off x="1791175" y="3932250"/>
              <a:ext cx="17675" cy="20550"/>
            </a:xfrm>
            <a:custGeom>
              <a:rect b="b" l="l" r="r" t="t"/>
              <a:pathLst>
                <a:path extrusionOk="0" fill="none" h="822" w="707">
                  <a:moveTo>
                    <a:pt x="1" y="1"/>
                  </a:moveTo>
                  <a:cubicBezTo>
                    <a:pt x="236" y="274"/>
                    <a:pt x="470" y="549"/>
                    <a:pt x="706" y="82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0"/>
            <p:cNvSpPr/>
            <p:nvPr/>
          </p:nvSpPr>
          <p:spPr>
            <a:xfrm>
              <a:off x="2149975" y="4373000"/>
              <a:ext cx="17675" cy="20525"/>
            </a:xfrm>
            <a:custGeom>
              <a:rect b="b" l="l" r="r" t="t"/>
              <a:pathLst>
                <a:path extrusionOk="0" fill="none" h="821" w="707">
                  <a:moveTo>
                    <a:pt x="0" y="0"/>
                  </a:moveTo>
                  <a:cubicBezTo>
                    <a:pt x="236" y="274"/>
                    <a:pt x="470" y="547"/>
                    <a:pt x="706" y="82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0"/>
            <p:cNvSpPr/>
            <p:nvPr/>
          </p:nvSpPr>
          <p:spPr>
            <a:xfrm>
              <a:off x="1735850" y="4317925"/>
              <a:ext cx="21775" cy="16150"/>
            </a:xfrm>
            <a:custGeom>
              <a:rect b="b" l="l" r="r" t="t"/>
              <a:pathLst>
                <a:path extrusionOk="0" fill="none" h="646" w="871">
                  <a:moveTo>
                    <a:pt x="1" y="646"/>
                  </a:moveTo>
                  <a:cubicBezTo>
                    <a:pt x="292" y="432"/>
                    <a:pt x="580" y="216"/>
                    <a:pt x="870"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0"/>
            <p:cNvSpPr/>
            <p:nvPr/>
          </p:nvSpPr>
          <p:spPr>
            <a:xfrm>
              <a:off x="2201225" y="3991700"/>
              <a:ext cx="21750" cy="16125"/>
            </a:xfrm>
            <a:custGeom>
              <a:rect b="b" l="l" r="r" t="t"/>
              <a:pathLst>
                <a:path extrusionOk="0" fill="none" h="645" w="870">
                  <a:moveTo>
                    <a:pt x="1" y="645"/>
                  </a:moveTo>
                  <a:cubicBezTo>
                    <a:pt x="291" y="430"/>
                    <a:pt x="579" y="215"/>
                    <a:pt x="869"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0"/>
            <p:cNvSpPr/>
            <p:nvPr/>
          </p:nvSpPr>
          <p:spPr>
            <a:xfrm>
              <a:off x="1808200" y="3919325"/>
              <a:ext cx="16150" cy="21750"/>
            </a:xfrm>
            <a:custGeom>
              <a:rect b="b" l="l" r="r" t="t"/>
              <a:pathLst>
                <a:path extrusionOk="0" fill="none" h="870" w="646">
                  <a:moveTo>
                    <a:pt x="1" y="1"/>
                  </a:moveTo>
                  <a:cubicBezTo>
                    <a:pt x="215" y="291"/>
                    <a:pt x="431" y="581"/>
                    <a:pt x="646" y="87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0"/>
            <p:cNvSpPr/>
            <p:nvPr/>
          </p:nvSpPr>
          <p:spPr>
            <a:xfrm>
              <a:off x="2134450" y="4384675"/>
              <a:ext cx="16150" cy="21750"/>
            </a:xfrm>
            <a:custGeom>
              <a:rect b="b" l="l" r="r" t="t"/>
              <a:pathLst>
                <a:path extrusionOk="0" fill="none" h="870" w="646">
                  <a:moveTo>
                    <a:pt x="0" y="1"/>
                  </a:moveTo>
                  <a:cubicBezTo>
                    <a:pt x="214" y="291"/>
                    <a:pt x="430" y="581"/>
                    <a:pt x="645" y="87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0"/>
            <p:cNvSpPr/>
            <p:nvPr/>
          </p:nvSpPr>
          <p:spPr>
            <a:xfrm>
              <a:off x="1763625" y="4348825"/>
              <a:ext cx="19150" cy="19150"/>
            </a:xfrm>
            <a:custGeom>
              <a:rect b="b" l="l" r="r" t="t"/>
              <a:pathLst>
                <a:path extrusionOk="0" fill="none" h="766" w="766">
                  <a:moveTo>
                    <a:pt x="1" y="765"/>
                  </a:moveTo>
                  <a:cubicBezTo>
                    <a:pt x="256" y="511"/>
                    <a:pt x="512" y="256"/>
                    <a:pt x="765"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0"/>
            <p:cNvSpPr/>
            <p:nvPr/>
          </p:nvSpPr>
          <p:spPr>
            <a:xfrm>
              <a:off x="2176025" y="3957825"/>
              <a:ext cx="19175" cy="19125"/>
            </a:xfrm>
            <a:custGeom>
              <a:rect b="b" l="l" r="r" t="t"/>
              <a:pathLst>
                <a:path extrusionOk="0" fill="none" h="765" w="767">
                  <a:moveTo>
                    <a:pt x="1" y="765"/>
                  </a:moveTo>
                  <a:cubicBezTo>
                    <a:pt x="256" y="511"/>
                    <a:pt x="511" y="256"/>
                    <a:pt x="766"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0"/>
            <p:cNvSpPr/>
            <p:nvPr/>
          </p:nvSpPr>
          <p:spPr>
            <a:xfrm>
              <a:off x="1774350" y="3947100"/>
              <a:ext cx="19125" cy="19125"/>
            </a:xfrm>
            <a:custGeom>
              <a:rect b="b" l="l" r="r" t="t"/>
              <a:pathLst>
                <a:path extrusionOk="0" fill="none" h="765" w="765">
                  <a:moveTo>
                    <a:pt x="0" y="0"/>
                  </a:moveTo>
                  <a:cubicBezTo>
                    <a:pt x="255" y="255"/>
                    <a:pt x="509" y="511"/>
                    <a:pt x="765" y="76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0"/>
            <p:cNvSpPr/>
            <p:nvPr/>
          </p:nvSpPr>
          <p:spPr>
            <a:xfrm>
              <a:off x="2165325" y="4359525"/>
              <a:ext cx="19150" cy="19150"/>
            </a:xfrm>
            <a:custGeom>
              <a:rect b="b" l="l" r="r" t="t"/>
              <a:pathLst>
                <a:path extrusionOk="0" fill="none" h="766" w="766">
                  <a:moveTo>
                    <a:pt x="0" y="1"/>
                  </a:moveTo>
                  <a:cubicBezTo>
                    <a:pt x="256" y="256"/>
                    <a:pt x="510" y="512"/>
                    <a:pt x="766" y="76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0"/>
            <p:cNvSpPr/>
            <p:nvPr/>
          </p:nvSpPr>
          <p:spPr>
            <a:xfrm>
              <a:off x="1724050" y="4301375"/>
              <a:ext cx="22875" cy="14500"/>
            </a:xfrm>
            <a:custGeom>
              <a:rect b="b" l="l" r="r" t="t"/>
              <a:pathLst>
                <a:path extrusionOk="0" fill="none" h="580" w="915">
                  <a:moveTo>
                    <a:pt x="0" y="579"/>
                  </a:moveTo>
                  <a:cubicBezTo>
                    <a:pt x="304" y="387"/>
                    <a:pt x="610" y="193"/>
                    <a:pt x="914"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0"/>
            <p:cNvSpPr/>
            <p:nvPr/>
          </p:nvSpPr>
          <p:spPr>
            <a:xfrm>
              <a:off x="2211925" y="4009925"/>
              <a:ext cx="22875" cy="14500"/>
            </a:xfrm>
            <a:custGeom>
              <a:rect b="b" l="l" r="r" t="t"/>
              <a:pathLst>
                <a:path extrusionOk="0" fill="none" h="580" w="915">
                  <a:moveTo>
                    <a:pt x="1" y="579"/>
                  </a:moveTo>
                  <a:cubicBezTo>
                    <a:pt x="306" y="387"/>
                    <a:pt x="611" y="194"/>
                    <a:pt x="915"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0"/>
            <p:cNvSpPr/>
            <p:nvPr/>
          </p:nvSpPr>
          <p:spPr>
            <a:xfrm>
              <a:off x="1826450" y="3907500"/>
              <a:ext cx="14475" cy="22875"/>
            </a:xfrm>
            <a:custGeom>
              <a:rect b="b" l="l" r="r" t="t"/>
              <a:pathLst>
                <a:path extrusionOk="0" fill="none" h="915" w="579">
                  <a:moveTo>
                    <a:pt x="0" y="0"/>
                  </a:moveTo>
                  <a:cubicBezTo>
                    <a:pt x="192" y="305"/>
                    <a:pt x="385" y="610"/>
                    <a:pt x="579" y="91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0"/>
            <p:cNvSpPr/>
            <p:nvPr/>
          </p:nvSpPr>
          <p:spPr>
            <a:xfrm>
              <a:off x="2117850" y="4395425"/>
              <a:ext cx="14525" cy="22850"/>
            </a:xfrm>
            <a:custGeom>
              <a:rect b="b" l="l" r="r" t="t"/>
              <a:pathLst>
                <a:path extrusionOk="0" fill="none" h="914" w="581">
                  <a:moveTo>
                    <a:pt x="1" y="0"/>
                  </a:moveTo>
                  <a:cubicBezTo>
                    <a:pt x="194" y="304"/>
                    <a:pt x="387" y="609"/>
                    <a:pt x="581" y="91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0"/>
            <p:cNvSpPr/>
            <p:nvPr/>
          </p:nvSpPr>
          <p:spPr>
            <a:xfrm>
              <a:off x="1712725" y="4282475"/>
              <a:ext cx="23925" cy="12650"/>
            </a:xfrm>
            <a:custGeom>
              <a:rect b="b" l="l" r="r" t="t"/>
              <a:pathLst>
                <a:path extrusionOk="0" fill="none" h="506" w="957">
                  <a:moveTo>
                    <a:pt x="0" y="506"/>
                  </a:moveTo>
                  <a:cubicBezTo>
                    <a:pt x="320" y="338"/>
                    <a:pt x="638" y="169"/>
                    <a:pt x="957"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0"/>
            <p:cNvSpPr/>
            <p:nvPr/>
          </p:nvSpPr>
          <p:spPr>
            <a:xfrm>
              <a:off x="2222150" y="4030625"/>
              <a:ext cx="23925" cy="12675"/>
            </a:xfrm>
            <a:custGeom>
              <a:rect b="b" l="l" r="r" t="t"/>
              <a:pathLst>
                <a:path extrusionOk="0" fill="none" h="507" w="957">
                  <a:moveTo>
                    <a:pt x="0" y="507"/>
                  </a:moveTo>
                  <a:cubicBezTo>
                    <a:pt x="320" y="338"/>
                    <a:pt x="639" y="169"/>
                    <a:pt x="957"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0"/>
            <p:cNvSpPr/>
            <p:nvPr/>
          </p:nvSpPr>
          <p:spPr>
            <a:xfrm>
              <a:off x="1847125" y="3896175"/>
              <a:ext cx="12675" cy="23950"/>
            </a:xfrm>
            <a:custGeom>
              <a:rect b="b" l="l" r="r" t="t"/>
              <a:pathLst>
                <a:path extrusionOk="0" fill="none" h="958" w="507">
                  <a:moveTo>
                    <a:pt x="1" y="0"/>
                  </a:moveTo>
                  <a:cubicBezTo>
                    <a:pt x="169" y="320"/>
                    <a:pt x="337" y="639"/>
                    <a:pt x="506" y="958"/>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0"/>
            <p:cNvSpPr/>
            <p:nvPr/>
          </p:nvSpPr>
          <p:spPr>
            <a:xfrm>
              <a:off x="2099000" y="4405625"/>
              <a:ext cx="12675" cy="23975"/>
            </a:xfrm>
            <a:custGeom>
              <a:rect b="b" l="l" r="r" t="t"/>
              <a:pathLst>
                <a:path extrusionOk="0" fill="none" h="959" w="507">
                  <a:moveTo>
                    <a:pt x="1" y="1"/>
                  </a:moveTo>
                  <a:cubicBezTo>
                    <a:pt x="169" y="319"/>
                    <a:pt x="337" y="639"/>
                    <a:pt x="506" y="958"/>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0"/>
            <p:cNvSpPr/>
            <p:nvPr/>
          </p:nvSpPr>
          <p:spPr>
            <a:xfrm>
              <a:off x="1704050" y="4265125"/>
              <a:ext cx="24750" cy="10925"/>
            </a:xfrm>
            <a:custGeom>
              <a:rect b="b" l="l" r="r" t="t"/>
              <a:pathLst>
                <a:path extrusionOk="0" fill="none" h="437" w="990">
                  <a:moveTo>
                    <a:pt x="0" y="436"/>
                  </a:moveTo>
                  <a:cubicBezTo>
                    <a:pt x="331" y="292"/>
                    <a:pt x="661" y="146"/>
                    <a:pt x="990"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0"/>
            <p:cNvSpPr/>
            <p:nvPr/>
          </p:nvSpPr>
          <p:spPr>
            <a:xfrm>
              <a:off x="2229975" y="4049750"/>
              <a:ext cx="24800" cy="10900"/>
            </a:xfrm>
            <a:custGeom>
              <a:rect b="b" l="l" r="r" t="t"/>
              <a:pathLst>
                <a:path extrusionOk="0" fill="none" h="436" w="992">
                  <a:moveTo>
                    <a:pt x="1" y="436"/>
                  </a:moveTo>
                  <a:cubicBezTo>
                    <a:pt x="330" y="291"/>
                    <a:pt x="660" y="146"/>
                    <a:pt x="991"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0"/>
            <p:cNvSpPr/>
            <p:nvPr/>
          </p:nvSpPr>
          <p:spPr>
            <a:xfrm>
              <a:off x="1866250" y="3887525"/>
              <a:ext cx="10925" cy="24800"/>
            </a:xfrm>
            <a:custGeom>
              <a:rect b="b" l="l" r="r" t="t"/>
              <a:pathLst>
                <a:path extrusionOk="0" fill="none" h="992" w="437">
                  <a:moveTo>
                    <a:pt x="0" y="1"/>
                  </a:moveTo>
                  <a:cubicBezTo>
                    <a:pt x="145" y="331"/>
                    <a:pt x="291" y="661"/>
                    <a:pt x="437" y="99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0"/>
            <p:cNvSpPr/>
            <p:nvPr/>
          </p:nvSpPr>
          <p:spPr>
            <a:xfrm>
              <a:off x="2081625" y="4413475"/>
              <a:ext cx="10925" cy="24775"/>
            </a:xfrm>
            <a:custGeom>
              <a:rect b="b" l="l" r="r" t="t"/>
              <a:pathLst>
                <a:path extrusionOk="0" fill="none" h="991" w="437">
                  <a:moveTo>
                    <a:pt x="0" y="0"/>
                  </a:moveTo>
                  <a:cubicBezTo>
                    <a:pt x="145" y="330"/>
                    <a:pt x="291" y="661"/>
                    <a:pt x="437" y="99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0"/>
            <p:cNvSpPr/>
            <p:nvPr/>
          </p:nvSpPr>
          <p:spPr>
            <a:xfrm>
              <a:off x="1696050" y="4245200"/>
              <a:ext cx="25575" cy="8975"/>
            </a:xfrm>
            <a:custGeom>
              <a:rect b="b" l="l" r="r" t="t"/>
              <a:pathLst>
                <a:path extrusionOk="0" fill="none" h="359" w="1023">
                  <a:moveTo>
                    <a:pt x="1" y="358"/>
                  </a:moveTo>
                  <a:cubicBezTo>
                    <a:pt x="341" y="239"/>
                    <a:pt x="682" y="119"/>
                    <a:pt x="1022"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0"/>
            <p:cNvSpPr/>
            <p:nvPr/>
          </p:nvSpPr>
          <p:spPr>
            <a:xfrm>
              <a:off x="2237200" y="4071650"/>
              <a:ext cx="25550" cy="8950"/>
            </a:xfrm>
            <a:custGeom>
              <a:rect b="b" l="l" r="r" t="t"/>
              <a:pathLst>
                <a:path extrusionOk="0" fill="none" h="358" w="1022">
                  <a:moveTo>
                    <a:pt x="1" y="357"/>
                  </a:moveTo>
                  <a:cubicBezTo>
                    <a:pt x="341" y="239"/>
                    <a:pt x="682" y="120"/>
                    <a:pt x="1021"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0"/>
            <p:cNvSpPr/>
            <p:nvPr/>
          </p:nvSpPr>
          <p:spPr>
            <a:xfrm>
              <a:off x="1888150" y="3879525"/>
              <a:ext cx="8950" cy="25575"/>
            </a:xfrm>
            <a:custGeom>
              <a:rect b="b" l="l" r="r" t="t"/>
              <a:pathLst>
                <a:path extrusionOk="0" fill="none" h="1023" w="358">
                  <a:moveTo>
                    <a:pt x="0" y="1"/>
                  </a:moveTo>
                  <a:cubicBezTo>
                    <a:pt x="119" y="341"/>
                    <a:pt x="238" y="682"/>
                    <a:pt x="357" y="102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0"/>
            <p:cNvSpPr/>
            <p:nvPr/>
          </p:nvSpPr>
          <p:spPr>
            <a:xfrm>
              <a:off x="2061700" y="4420700"/>
              <a:ext cx="8950" cy="25550"/>
            </a:xfrm>
            <a:custGeom>
              <a:rect b="b" l="l" r="r" t="t"/>
              <a:pathLst>
                <a:path extrusionOk="0" fill="none" h="1022" w="358">
                  <a:moveTo>
                    <a:pt x="1" y="0"/>
                  </a:moveTo>
                  <a:cubicBezTo>
                    <a:pt x="119" y="341"/>
                    <a:pt x="238" y="681"/>
                    <a:pt x="358" y="102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0"/>
            <p:cNvSpPr/>
            <p:nvPr/>
          </p:nvSpPr>
          <p:spPr>
            <a:xfrm>
              <a:off x="1689950" y="4225475"/>
              <a:ext cx="26175" cy="7050"/>
            </a:xfrm>
            <a:custGeom>
              <a:rect b="b" l="l" r="r" t="t"/>
              <a:pathLst>
                <a:path extrusionOk="0" fill="none" h="282" w="1047">
                  <a:moveTo>
                    <a:pt x="0" y="282"/>
                  </a:moveTo>
                  <a:cubicBezTo>
                    <a:pt x="349" y="189"/>
                    <a:pt x="697" y="96"/>
                    <a:pt x="1046"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0"/>
            <p:cNvSpPr/>
            <p:nvPr/>
          </p:nvSpPr>
          <p:spPr>
            <a:xfrm>
              <a:off x="2242675" y="4093275"/>
              <a:ext cx="26175" cy="7025"/>
            </a:xfrm>
            <a:custGeom>
              <a:rect b="b" l="l" r="r" t="t"/>
              <a:pathLst>
                <a:path extrusionOk="0" fill="none" h="281" w="1047">
                  <a:moveTo>
                    <a:pt x="1" y="281"/>
                  </a:moveTo>
                  <a:cubicBezTo>
                    <a:pt x="349" y="188"/>
                    <a:pt x="697" y="95"/>
                    <a:pt x="1047"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0"/>
            <p:cNvSpPr/>
            <p:nvPr/>
          </p:nvSpPr>
          <p:spPr>
            <a:xfrm>
              <a:off x="1685400" y="4204775"/>
              <a:ext cx="26625" cy="4950"/>
            </a:xfrm>
            <a:custGeom>
              <a:rect b="b" l="l" r="r" t="t"/>
              <a:pathLst>
                <a:path extrusionOk="0" fill="none" h="198" w="1065">
                  <a:moveTo>
                    <a:pt x="1" y="197"/>
                  </a:moveTo>
                  <a:cubicBezTo>
                    <a:pt x="355" y="131"/>
                    <a:pt x="710" y="67"/>
                    <a:pt x="1064"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2246775" y="4116075"/>
              <a:ext cx="26625" cy="4950"/>
            </a:xfrm>
            <a:custGeom>
              <a:rect b="b" l="l" r="r" t="t"/>
              <a:pathLst>
                <a:path extrusionOk="0" fill="none" h="198" w="1065">
                  <a:moveTo>
                    <a:pt x="1" y="197"/>
                  </a:moveTo>
                  <a:cubicBezTo>
                    <a:pt x="355" y="132"/>
                    <a:pt x="709" y="67"/>
                    <a:pt x="1064"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1682800" y="4185150"/>
              <a:ext cx="26900" cy="2975"/>
            </a:xfrm>
            <a:custGeom>
              <a:rect b="b" l="l" r="r" t="t"/>
              <a:pathLst>
                <a:path extrusionOk="0" fill="none" h="119" w="1076">
                  <a:moveTo>
                    <a:pt x="0" y="119"/>
                  </a:moveTo>
                  <a:cubicBezTo>
                    <a:pt x="358" y="80"/>
                    <a:pt x="717" y="39"/>
                    <a:pt x="1075"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0"/>
            <p:cNvSpPr/>
            <p:nvPr/>
          </p:nvSpPr>
          <p:spPr>
            <a:xfrm>
              <a:off x="2249125" y="4137675"/>
              <a:ext cx="26925" cy="3000"/>
            </a:xfrm>
            <a:custGeom>
              <a:rect b="b" l="l" r="r" t="t"/>
              <a:pathLst>
                <a:path extrusionOk="0" fill="none" h="120" w="1077">
                  <a:moveTo>
                    <a:pt x="1" y="119"/>
                  </a:moveTo>
                  <a:cubicBezTo>
                    <a:pt x="360" y="80"/>
                    <a:pt x="718" y="40"/>
                    <a:pt x="1077"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0"/>
            <p:cNvSpPr/>
            <p:nvPr/>
          </p:nvSpPr>
          <p:spPr>
            <a:xfrm>
              <a:off x="1681725" y="4164650"/>
              <a:ext cx="27050" cy="975"/>
            </a:xfrm>
            <a:custGeom>
              <a:rect b="b" l="l" r="r" t="t"/>
              <a:pathLst>
                <a:path extrusionOk="0" fill="none" h="39" w="1082">
                  <a:moveTo>
                    <a:pt x="1" y="38"/>
                  </a:moveTo>
                  <a:cubicBezTo>
                    <a:pt x="362" y="27"/>
                    <a:pt x="721" y="13"/>
                    <a:pt x="1081" y="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2250025" y="4160150"/>
              <a:ext cx="27075" cy="950"/>
            </a:xfrm>
            <a:custGeom>
              <a:rect b="b" l="l" r="r" t="t"/>
              <a:pathLst>
                <a:path extrusionOk="0" fill="none" h="38" w="1083">
                  <a:moveTo>
                    <a:pt x="1" y="38"/>
                  </a:moveTo>
                  <a:cubicBezTo>
                    <a:pt x="362" y="26"/>
                    <a:pt x="722" y="13"/>
                    <a:pt x="1083" y="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1682325" y="4143625"/>
              <a:ext cx="27075" cy="1075"/>
            </a:xfrm>
            <a:custGeom>
              <a:rect b="b" l="l" r="r" t="t"/>
              <a:pathLst>
                <a:path extrusionOk="0" fill="none" h="43" w="1083">
                  <a:moveTo>
                    <a:pt x="1" y="0"/>
                  </a:moveTo>
                  <a:cubicBezTo>
                    <a:pt x="361" y="13"/>
                    <a:pt x="722" y="28"/>
                    <a:pt x="1082" y="4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2249400" y="4181075"/>
              <a:ext cx="27075" cy="1075"/>
            </a:xfrm>
            <a:custGeom>
              <a:rect b="b" l="l" r="r" t="t"/>
              <a:pathLst>
                <a:path extrusionOk="0" fill="none" h="43" w="1083">
                  <a:moveTo>
                    <a:pt x="1" y="0"/>
                  </a:moveTo>
                  <a:cubicBezTo>
                    <a:pt x="362" y="15"/>
                    <a:pt x="722" y="29"/>
                    <a:pt x="1082" y="4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1684875" y="4119550"/>
              <a:ext cx="26875" cy="3275"/>
            </a:xfrm>
            <a:custGeom>
              <a:rect b="b" l="l" r="r" t="t"/>
              <a:pathLst>
                <a:path extrusionOk="0" fill="none" h="131" w="1075">
                  <a:moveTo>
                    <a:pt x="1" y="0"/>
                  </a:moveTo>
                  <a:cubicBezTo>
                    <a:pt x="360" y="45"/>
                    <a:pt x="717" y="88"/>
                    <a:pt x="1075" y="13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2247075" y="4202950"/>
              <a:ext cx="26875" cy="3275"/>
            </a:xfrm>
            <a:custGeom>
              <a:rect b="b" l="l" r="r" t="t"/>
              <a:pathLst>
                <a:path extrusionOk="0" fill="none" h="131" w="1075">
                  <a:moveTo>
                    <a:pt x="0" y="0"/>
                  </a:moveTo>
                  <a:cubicBezTo>
                    <a:pt x="359" y="43"/>
                    <a:pt x="716" y="88"/>
                    <a:pt x="1074" y="13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0"/>
            <p:cNvSpPr/>
            <p:nvPr/>
          </p:nvSpPr>
          <p:spPr>
            <a:xfrm>
              <a:off x="1688750" y="4098525"/>
              <a:ext cx="26575" cy="5175"/>
            </a:xfrm>
            <a:custGeom>
              <a:rect b="b" l="l" r="r" t="t"/>
              <a:pathLst>
                <a:path extrusionOk="0" fill="none" h="207" w="1063">
                  <a:moveTo>
                    <a:pt x="1" y="1"/>
                  </a:moveTo>
                  <a:cubicBezTo>
                    <a:pt x="355" y="71"/>
                    <a:pt x="708" y="139"/>
                    <a:pt x="1062" y="207"/>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2243475" y="4222050"/>
              <a:ext cx="26575" cy="5225"/>
            </a:xfrm>
            <a:custGeom>
              <a:rect b="b" l="l" r="r" t="t"/>
              <a:pathLst>
                <a:path extrusionOk="0" fill="none" h="209" w="1063">
                  <a:moveTo>
                    <a:pt x="1" y="1"/>
                  </a:moveTo>
                  <a:cubicBezTo>
                    <a:pt x="354" y="70"/>
                    <a:pt x="709" y="139"/>
                    <a:pt x="1062" y="208"/>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1694275" y="4077350"/>
              <a:ext cx="26100" cy="7150"/>
            </a:xfrm>
            <a:custGeom>
              <a:rect b="b" l="l" r="r" t="t"/>
              <a:pathLst>
                <a:path extrusionOk="0" fill="none" h="286" w="1044">
                  <a:moveTo>
                    <a:pt x="0" y="0"/>
                  </a:moveTo>
                  <a:cubicBezTo>
                    <a:pt x="348" y="95"/>
                    <a:pt x="696" y="191"/>
                    <a:pt x="1044" y="28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2238425" y="4241300"/>
              <a:ext cx="26100" cy="7150"/>
            </a:xfrm>
            <a:custGeom>
              <a:rect b="b" l="l" r="r" t="t"/>
              <a:pathLst>
                <a:path extrusionOk="0" fill="none" h="286" w="1044">
                  <a:moveTo>
                    <a:pt x="0" y="0"/>
                  </a:moveTo>
                  <a:cubicBezTo>
                    <a:pt x="349" y="96"/>
                    <a:pt x="696" y="190"/>
                    <a:pt x="1043" y="28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1701375" y="4056500"/>
              <a:ext cx="25525" cy="9050"/>
            </a:xfrm>
            <a:custGeom>
              <a:rect b="b" l="l" r="r" t="t"/>
              <a:pathLst>
                <a:path extrusionOk="0" fill="none" h="362" w="1021">
                  <a:moveTo>
                    <a:pt x="0" y="1"/>
                  </a:moveTo>
                  <a:cubicBezTo>
                    <a:pt x="341" y="123"/>
                    <a:pt x="680" y="242"/>
                    <a:pt x="1021" y="36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2231925" y="4260225"/>
              <a:ext cx="25500" cy="9050"/>
            </a:xfrm>
            <a:custGeom>
              <a:rect b="b" l="l" r="r" t="t"/>
              <a:pathLst>
                <a:path extrusionOk="0" fill="none" h="362" w="1020">
                  <a:moveTo>
                    <a:pt x="0" y="1"/>
                  </a:moveTo>
                  <a:cubicBezTo>
                    <a:pt x="341" y="121"/>
                    <a:pt x="679" y="242"/>
                    <a:pt x="1020" y="36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1709750" y="4036775"/>
              <a:ext cx="24800" cy="10850"/>
            </a:xfrm>
            <a:custGeom>
              <a:rect b="b" l="l" r="r" t="t"/>
              <a:pathLst>
                <a:path extrusionOk="0" fill="none" h="434" w="992">
                  <a:moveTo>
                    <a:pt x="0" y="1"/>
                  </a:moveTo>
                  <a:cubicBezTo>
                    <a:pt x="331" y="145"/>
                    <a:pt x="661" y="289"/>
                    <a:pt x="992" y="43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2224250" y="4278150"/>
              <a:ext cx="24850" cy="10875"/>
            </a:xfrm>
            <a:custGeom>
              <a:rect b="b" l="l" r="r" t="t"/>
              <a:pathLst>
                <a:path extrusionOk="0" fill="none" h="435" w="994">
                  <a:moveTo>
                    <a:pt x="1" y="1"/>
                  </a:moveTo>
                  <a:cubicBezTo>
                    <a:pt x="331" y="145"/>
                    <a:pt x="661" y="290"/>
                    <a:pt x="993" y="43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1908625" y="3873725"/>
              <a:ext cx="7125" cy="26150"/>
            </a:xfrm>
            <a:custGeom>
              <a:rect b="b" l="l" r="r" t="t"/>
              <a:pathLst>
                <a:path extrusionOk="0" fill="none" h="1046" w="285">
                  <a:moveTo>
                    <a:pt x="0" y="1"/>
                  </a:moveTo>
                  <a:cubicBezTo>
                    <a:pt x="94" y="350"/>
                    <a:pt x="188" y="697"/>
                    <a:pt x="284" y="104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2043050" y="4425925"/>
              <a:ext cx="7125" cy="26125"/>
            </a:xfrm>
            <a:custGeom>
              <a:rect b="b" l="l" r="r" t="t"/>
              <a:pathLst>
                <a:path extrusionOk="0" fill="none" h="1045" w="285">
                  <a:moveTo>
                    <a:pt x="1" y="1"/>
                  </a:moveTo>
                  <a:cubicBezTo>
                    <a:pt x="96" y="348"/>
                    <a:pt x="190" y="697"/>
                    <a:pt x="285" y="104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0"/>
            <p:cNvSpPr/>
            <p:nvPr/>
          </p:nvSpPr>
          <p:spPr>
            <a:xfrm>
              <a:off x="1929125" y="3869475"/>
              <a:ext cx="5300" cy="26575"/>
            </a:xfrm>
            <a:custGeom>
              <a:rect b="b" l="l" r="r" t="t"/>
              <a:pathLst>
                <a:path extrusionOk="0" fill="none" h="1063" w="212">
                  <a:moveTo>
                    <a:pt x="1" y="1"/>
                  </a:moveTo>
                  <a:cubicBezTo>
                    <a:pt x="70" y="354"/>
                    <a:pt x="140" y="708"/>
                    <a:pt x="211" y="106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0"/>
            <p:cNvSpPr/>
            <p:nvPr/>
          </p:nvSpPr>
          <p:spPr>
            <a:xfrm>
              <a:off x="2024425" y="4429750"/>
              <a:ext cx="5300" cy="26575"/>
            </a:xfrm>
            <a:custGeom>
              <a:rect b="b" l="l" r="r" t="t"/>
              <a:pathLst>
                <a:path extrusionOk="0" fill="none" h="1063" w="212">
                  <a:moveTo>
                    <a:pt x="1" y="0"/>
                  </a:moveTo>
                  <a:cubicBezTo>
                    <a:pt x="70" y="354"/>
                    <a:pt x="140" y="709"/>
                    <a:pt x="211" y="1062"/>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0"/>
            <p:cNvSpPr/>
            <p:nvPr/>
          </p:nvSpPr>
          <p:spPr>
            <a:xfrm>
              <a:off x="1949175" y="3866750"/>
              <a:ext cx="3450" cy="26850"/>
            </a:xfrm>
            <a:custGeom>
              <a:rect b="b" l="l" r="r" t="t"/>
              <a:pathLst>
                <a:path extrusionOk="0" fill="none" h="1074" w="138">
                  <a:moveTo>
                    <a:pt x="0" y="0"/>
                  </a:moveTo>
                  <a:cubicBezTo>
                    <a:pt x="46" y="357"/>
                    <a:pt x="92" y="716"/>
                    <a:pt x="137" y="107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0"/>
            <p:cNvSpPr/>
            <p:nvPr/>
          </p:nvSpPr>
          <p:spPr>
            <a:xfrm>
              <a:off x="2006175" y="4432175"/>
              <a:ext cx="3450" cy="26850"/>
            </a:xfrm>
            <a:custGeom>
              <a:rect b="b" l="l" r="r" t="t"/>
              <a:pathLst>
                <a:path extrusionOk="0" fill="none" h="1074" w="138">
                  <a:moveTo>
                    <a:pt x="0" y="0"/>
                  </a:moveTo>
                  <a:cubicBezTo>
                    <a:pt x="46" y="357"/>
                    <a:pt x="92" y="716"/>
                    <a:pt x="138" y="107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0"/>
            <p:cNvSpPr/>
            <p:nvPr/>
          </p:nvSpPr>
          <p:spPr>
            <a:xfrm>
              <a:off x="1969875" y="3865350"/>
              <a:ext cx="1575" cy="27000"/>
            </a:xfrm>
            <a:custGeom>
              <a:rect b="b" l="l" r="r" t="t"/>
              <a:pathLst>
                <a:path extrusionOk="0" fill="none" h="1080" w="63">
                  <a:moveTo>
                    <a:pt x="1" y="0"/>
                  </a:moveTo>
                  <a:cubicBezTo>
                    <a:pt x="20" y="361"/>
                    <a:pt x="42" y="721"/>
                    <a:pt x="63" y="108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0"/>
            <p:cNvSpPr/>
            <p:nvPr/>
          </p:nvSpPr>
          <p:spPr>
            <a:xfrm>
              <a:off x="1987350" y="4433400"/>
              <a:ext cx="1575" cy="27050"/>
            </a:xfrm>
            <a:custGeom>
              <a:rect b="b" l="l" r="r" t="t"/>
              <a:pathLst>
                <a:path extrusionOk="0" fill="none" h="1082" w="63">
                  <a:moveTo>
                    <a:pt x="0" y="1"/>
                  </a:moveTo>
                  <a:cubicBezTo>
                    <a:pt x="21" y="360"/>
                    <a:pt x="42" y="720"/>
                    <a:pt x="62" y="1081"/>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0"/>
            <p:cNvSpPr/>
            <p:nvPr/>
          </p:nvSpPr>
          <p:spPr>
            <a:xfrm>
              <a:off x="1995050" y="3865625"/>
              <a:ext cx="825" cy="27100"/>
            </a:xfrm>
            <a:custGeom>
              <a:rect b="b" l="l" r="r" t="t"/>
              <a:pathLst>
                <a:path extrusionOk="0" fill="none" h="1084" w="33">
                  <a:moveTo>
                    <a:pt x="33" y="1"/>
                  </a:moveTo>
                  <a:cubicBezTo>
                    <a:pt x="21" y="361"/>
                    <a:pt x="11" y="722"/>
                    <a:pt x="1" y="108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0"/>
            <p:cNvSpPr/>
            <p:nvPr/>
          </p:nvSpPr>
          <p:spPr>
            <a:xfrm>
              <a:off x="1962950" y="4433050"/>
              <a:ext cx="825" cy="27075"/>
            </a:xfrm>
            <a:custGeom>
              <a:rect b="b" l="l" r="r" t="t"/>
              <a:pathLst>
                <a:path extrusionOk="0" fill="none" h="1083" w="33">
                  <a:moveTo>
                    <a:pt x="32" y="0"/>
                  </a:moveTo>
                  <a:cubicBezTo>
                    <a:pt x="21" y="362"/>
                    <a:pt x="11" y="722"/>
                    <a:pt x="0" y="1083"/>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0"/>
            <p:cNvSpPr/>
            <p:nvPr/>
          </p:nvSpPr>
          <p:spPr>
            <a:xfrm>
              <a:off x="2016625" y="3867925"/>
              <a:ext cx="2975" cy="26925"/>
            </a:xfrm>
            <a:custGeom>
              <a:rect b="b" l="l" r="r" t="t"/>
              <a:pathLst>
                <a:path extrusionOk="0" fill="none" h="1077" w="119">
                  <a:moveTo>
                    <a:pt x="119" y="1"/>
                  </a:moveTo>
                  <a:cubicBezTo>
                    <a:pt x="80" y="360"/>
                    <a:pt x="40" y="718"/>
                    <a:pt x="0" y="1077"/>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0"/>
            <p:cNvSpPr/>
            <p:nvPr/>
          </p:nvSpPr>
          <p:spPr>
            <a:xfrm>
              <a:off x="1939175" y="4430950"/>
              <a:ext cx="3000" cy="26900"/>
            </a:xfrm>
            <a:custGeom>
              <a:rect b="b" l="l" r="r" t="t"/>
              <a:pathLst>
                <a:path extrusionOk="0" fill="none" h="1076" w="120">
                  <a:moveTo>
                    <a:pt x="120" y="1"/>
                  </a:moveTo>
                  <a:cubicBezTo>
                    <a:pt x="79" y="359"/>
                    <a:pt x="39" y="718"/>
                    <a:pt x="1" y="107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0"/>
            <p:cNvSpPr/>
            <p:nvPr/>
          </p:nvSpPr>
          <p:spPr>
            <a:xfrm>
              <a:off x="2035700" y="3871575"/>
              <a:ext cx="4925" cy="26625"/>
            </a:xfrm>
            <a:custGeom>
              <a:rect b="b" l="l" r="r" t="t"/>
              <a:pathLst>
                <a:path extrusionOk="0" fill="none" h="1065" w="197">
                  <a:moveTo>
                    <a:pt x="197" y="0"/>
                  </a:moveTo>
                  <a:cubicBezTo>
                    <a:pt x="132" y="355"/>
                    <a:pt x="67" y="710"/>
                    <a:pt x="1" y="1065"/>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a:off x="1918175" y="4427600"/>
              <a:ext cx="4925" cy="26625"/>
            </a:xfrm>
            <a:custGeom>
              <a:rect b="b" l="l" r="r" t="t"/>
              <a:pathLst>
                <a:path extrusionOk="0" fill="none" h="1065" w="197">
                  <a:moveTo>
                    <a:pt x="196" y="1"/>
                  </a:moveTo>
                  <a:cubicBezTo>
                    <a:pt x="130" y="355"/>
                    <a:pt x="66" y="710"/>
                    <a:pt x="0" y="1064"/>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0"/>
            <p:cNvSpPr/>
            <p:nvPr/>
          </p:nvSpPr>
          <p:spPr>
            <a:xfrm>
              <a:off x="2057100" y="3877500"/>
              <a:ext cx="7050" cy="26150"/>
            </a:xfrm>
            <a:custGeom>
              <a:rect b="b" l="l" r="r" t="t"/>
              <a:pathLst>
                <a:path extrusionOk="0" fill="none" h="1046" w="282">
                  <a:moveTo>
                    <a:pt x="282" y="0"/>
                  </a:moveTo>
                  <a:cubicBezTo>
                    <a:pt x="187" y="349"/>
                    <a:pt x="93" y="697"/>
                    <a:pt x="0" y="104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0"/>
            <p:cNvSpPr/>
            <p:nvPr/>
          </p:nvSpPr>
          <p:spPr>
            <a:xfrm>
              <a:off x="1894700" y="4422100"/>
              <a:ext cx="7025" cy="26175"/>
            </a:xfrm>
            <a:custGeom>
              <a:rect b="b" l="l" r="r" t="t"/>
              <a:pathLst>
                <a:path extrusionOk="0" fill="none" h="1047" w="281">
                  <a:moveTo>
                    <a:pt x="281" y="1"/>
                  </a:moveTo>
                  <a:cubicBezTo>
                    <a:pt x="187" y="350"/>
                    <a:pt x="93" y="697"/>
                    <a:pt x="0" y="104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a:off x="2076600" y="3884775"/>
              <a:ext cx="9025" cy="25500"/>
            </a:xfrm>
            <a:custGeom>
              <a:rect b="b" l="l" r="r" t="t"/>
              <a:pathLst>
                <a:path extrusionOk="0" fill="none" h="1020" w="361">
                  <a:moveTo>
                    <a:pt x="360" y="0"/>
                  </a:moveTo>
                  <a:cubicBezTo>
                    <a:pt x="239" y="341"/>
                    <a:pt x="119" y="679"/>
                    <a:pt x="0" y="102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0"/>
            <p:cNvSpPr/>
            <p:nvPr/>
          </p:nvSpPr>
          <p:spPr>
            <a:xfrm>
              <a:off x="1873200" y="4415475"/>
              <a:ext cx="9025" cy="25525"/>
            </a:xfrm>
            <a:custGeom>
              <a:rect b="b" l="l" r="r" t="t"/>
              <a:pathLst>
                <a:path extrusionOk="0" fill="none" h="1021" w="361">
                  <a:moveTo>
                    <a:pt x="361" y="1"/>
                  </a:moveTo>
                  <a:cubicBezTo>
                    <a:pt x="241" y="341"/>
                    <a:pt x="119" y="680"/>
                    <a:pt x="1" y="1020"/>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0"/>
            <p:cNvSpPr/>
            <p:nvPr/>
          </p:nvSpPr>
          <p:spPr>
            <a:xfrm>
              <a:off x="2092475" y="3892125"/>
              <a:ext cx="10650" cy="24925"/>
            </a:xfrm>
            <a:custGeom>
              <a:rect b="b" l="l" r="r" t="t"/>
              <a:pathLst>
                <a:path extrusionOk="0" fill="none" h="997" w="426">
                  <a:moveTo>
                    <a:pt x="426" y="0"/>
                  </a:moveTo>
                  <a:cubicBezTo>
                    <a:pt x="283" y="332"/>
                    <a:pt x="142" y="663"/>
                    <a:pt x="1" y="99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0"/>
            <p:cNvSpPr/>
            <p:nvPr/>
          </p:nvSpPr>
          <p:spPr>
            <a:xfrm>
              <a:off x="1855725" y="4408775"/>
              <a:ext cx="10625" cy="24925"/>
            </a:xfrm>
            <a:custGeom>
              <a:rect b="b" l="l" r="r" t="t"/>
              <a:pathLst>
                <a:path extrusionOk="0" fill="none" h="997" w="425">
                  <a:moveTo>
                    <a:pt x="424" y="1"/>
                  </a:moveTo>
                  <a:cubicBezTo>
                    <a:pt x="282" y="332"/>
                    <a:pt x="141" y="663"/>
                    <a:pt x="0" y="996"/>
                  </a:cubicBezTo>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0"/>
            <p:cNvSpPr/>
            <p:nvPr/>
          </p:nvSpPr>
          <p:spPr>
            <a:xfrm>
              <a:off x="1726575" y="3921525"/>
              <a:ext cx="23800" cy="21575"/>
            </a:xfrm>
            <a:custGeom>
              <a:rect b="b" l="l" r="r" t="t"/>
              <a:pathLst>
                <a:path extrusionOk="0" h="863" w="952">
                  <a:moveTo>
                    <a:pt x="795" y="1"/>
                  </a:moveTo>
                  <a:lnTo>
                    <a:pt x="0" y="811"/>
                  </a:lnTo>
                  <a:lnTo>
                    <a:pt x="951" y="862"/>
                  </a:lnTo>
                  <a:lnTo>
                    <a:pt x="795"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0"/>
            <p:cNvSpPr/>
            <p:nvPr/>
          </p:nvSpPr>
          <p:spPr>
            <a:xfrm>
              <a:off x="2222975" y="4376150"/>
              <a:ext cx="23800" cy="21550"/>
            </a:xfrm>
            <a:custGeom>
              <a:rect b="b" l="l" r="r" t="t"/>
              <a:pathLst>
                <a:path extrusionOk="0" h="862" w="952">
                  <a:moveTo>
                    <a:pt x="0" y="0"/>
                  </a:moveTo>
                  <a:lnTo>
                    <a:pt x="157" y="862"/>
                  </a:lnTo>
                  <a:lnTo>
                    <a:pt x="952" y="52"/>
                  </a:lnTo>
                  <a:lnTo>
                    <a:pt x="0"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0"/>
            <p:cNvSpPr/>
            <p:nvPr/>
          </p:nvSpPr>
          <p:spPr>
            <a:xfrm>
              <a:off x="2186975" y="3894650"/>
              <a:ext cx="21300" cy="23850"/>
            </a:xfrm>
            <a:custGeom>
              <a:rect b="b" l="l" r="r" t="t"/>
              <a:pathLst>
                <a:path extrusionOk="0" h="954" w="852">
                  <a:moveTo>
                    <a:pt x="0" y="1"/>
                  </a:moveTo>
                  <a:lnTo>
                    <a:pt x="0" y="954"/>
                  </a:lnTo>
                  <a:lnTo>
                    <a:pt x="851" y="751"/>
                  </a:lnTo>
                  <a:lnTo>
                    <a:pt x="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1755450" y="4410600"/>
              <a:ext cx="21300" cy="23825"/>
            </a:xfrm>
            <a:custGeom>
              <a:rect b="b" l="l" r="r" t="t"/>
              <a:pathLst>
                <a:path extrusionOk="0" h="953" w="852">
                  <a:moveTo>
                    <a:pt x="852" y="1"/>
                  </a:moveTo>
                  <a:lnTo>
                    <a:pt x="1" y="204"/>
                  </a:lnTo>
                  <a:lnTo>
                    <a:pt x="852" y="952"/>
                  </a:lnTo>
                  <a:lnTo>
                    <a:pt x="852"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0"/>
            <p:cNvSpPr/>
            <p:nvPr/>
          </p:nvSpPr>
          <p:spPr>
            <a:xfrm>
              <a:off x="1962500" y="3826000"/>
              <a:ext cx="28350" cy="18000"/>
            </a:xfrm>
            <a:custGeom>
              <a:rect b="b" l="l" r="r" t="t"/>
              <a:pathLst>
                <a:path extrusionOk="0" h="720" w="1134">
                  <a:moveTo>
                    <a:pt x="1134" y="0"/>
                  </a:moveTo>
                  <a:lnTo>
                    <a:pt x="1" y="11"/>
                  </a:lnTo>
                  <a:lnTo>
                    <a:pt x="636" y="719"/>
                  </a:lnTo>
                  <a:lnTo>
                    <a:pt x="1134"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0"/>
            <p:cNvSpPr/>
            <p:nvPr/>
          </p:nvSpPr>
          <p:spPr>
            <a:xfrm>
              <a:off x="1988450" y="4484500"/>
              <a:ext cx="28375" cy="18000"/>
            </a:xfrm>
            <a:custGeom>
              <a:rect b="b" l="l" r="r" t="t"/>
              <a:pathLst>
                <a:path extrusionOk="0" h="720" w="1135">
                  <a:moveTo>
                    <a:pt x="498" y="1"/>
                  </a:moveTo>
                  <a:lnTo>
                    <a:pt x="1" y="720"/>
                  </a:lnTo>
                  <a:lnTo>
                    <a:pt x="1" y="720"/>
                  </a:lnTo>
                  <a:lnTo>
                    <a:pt x="1135" y="709"/>
                  </a:lnTo>
                  <a:lnTo>
                    <a:pt x="498"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0"/>
            <p:cNvSpPr/>
            <p:nvPr/>
          </p:nvSpPr>
          <p:spPr>
            <a:xfrm>
              <a:off x="2302250" y="4115275"/>
              <a:ext cx="18675" cy="28300"/>
            </a:xfrm>
            <a:custGeom>
              <a:rect b="b" l="l" r="r" t="t"/>
              <a:pathLst>
                <a:path extrusionOk="0" h="1132" w="747">
                  <a:moveTo>
                    <a:pt x="675" y="0"/>
                  </a:moveTo>
                  <a:lnTo>
                    <a:pt x="1" y="673"/>
                  </a:lnTo>
                  <a:lnTo>
                    <a:pt x="747" y="1132"/>
                  </a:lnTo>
                  <a:lnTo>
                    <a:pt x="675"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0"/>
            <p:cNvSpPr/>
            <p:nvPr/>
          </p:nvSpPr>
          <p:spPr>
            <a:xfrm>
              <a:off x="1645575" y="4178600"/>
              <a:ext cx="18675" cy="28275"/>
            </a:xfrm>
            <a:custGeom>
              <a:rect b="b" l="l" r="r" t="t"/>
              <a:pathLst>
                <a:path extrusionOk="0" h="1131" w="747">
                  <a:moveTo>
                    <a:pt x="0" y="0"/>
                  </a:moveTo>
                  <a:lnTo>
                    <a:pt x="73" y="1131"/>
                  </a:lnTo>
                  <a:lnTo>
                    <a:pt x="746" y="458"/>
                  </a:lnTo>
                  <a:lnTo>
                    <a:pt x="0"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1828375" y="3850625"/>
              <a:ext cx="25975" cy="21425"/>
            </a:xfrm>
            <a:custGeom>
              <a:rect b="b" l="l" r="r" t="t"/>
              <a:pathLst>
                <a:path extrusionOk="0" h="857" w="1039">
                  <a:moveTo>
                    <a:pt x="1038" y="0"/>
                  </a:moveTo>
                  <a:lnTo>
                    <a:pt x="1" y="454"/>
                  </a:lnTo>
                  <a:lnTo>
                    <a:pt x="863" y="857"/>
                  </a:lnTo>
                  <a:lnTo>
                    <a:pt x="1038"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2122075" y="4450350"/>
              <a:ext cx="25975" cy="21475"/>
            </a:xfrm>
            <a:custGeom>
              <a:rect b="b" l="l" r="r" t="t"/>
              <a:pathLst>
                <a:path extrusionOk="0" h="859" w="1039">
                  <a:moveTo>
                    <a:pt x="176" y="1"/>
                  </a:moveTo>
                  <a:lnTo>
                    <a:pt x="0" y="858"/>
                  </a:lnTo>
                  <a:lnTo>
                    <a:pt x="0" y="858"/>
                  </a:lnTo>
                  <a:lnTo>
                    <a:pt x="1038" y="404"/>
                  </a:lnTo>
                  <a:lnTo>
                    <a:pt x="176"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2264075" y="3990325"/>
              <a:ext cx="21650" cy="25325"/>
            </a:xfrm>
            <a:custGeom>
              <a:rect b="b" l="l" r="r" t="t"/>
              <a:pathLst>
                <a:path extrusionOk="0" h="1013" w="866">
                  <a:moveTo>
                    <a:pt x="356" y="0"/>
                  </a:moveTo>
                  <a:lnTo>
                    <a:pt x="1" y="884"/>
                  </a:lnTo>
                  <a:lnTo>
                    <a:pt x="866" y="1012"/>
                  </a:lnTo>
                  <a:lnTo>
                    <a:pt x="356"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0"/>
            <p:cNvSpPr/>
            <p:nvPr/>
          </p:nvSpPr>
          <p:spPr>
            <a:xfrm>
              <a:off x="1678050" y="4312350"/>
              <a:ext cx="21675" cy="25325"/>
            </a:xfrm>
            <a:custGeom>
              <a:rect b="b" l="l" r="r" t="t"/>
              <a:pathLst>
                <a:path extrusionOk="0" h="1013" w="867">
                  <a:moveTo>
                    <a:pt x="0" y="1"/>
                  </a:moveTo>
                  <a:lnTo>
                    <a:pt x="510" y="1013"/>
                  </a:lnTo>
                  <a:lnTo>
                    <a:pt x="866" y="130"/>
                  </a:lnTo>
                  <a:lnTo>
                    <a:pt x="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0"/>
            <p:cNvSpPr/>
            <p:nvPr/>
          </p:nvSpPr>
          <p:spPr>
            <a:xfrm>
              <a:off x="2090350" y="3842975"/>
              <a:ext cx="26375" cy="22400"/>
            </a:xfrm>
            <a:custGeom>
              <a:rect b="b" l="l" r="r" t="t"/>
              <a:pathLst>
                <a:path extrusionOk="0" h="896" w="1055">
                  <a:moveTo>
                    <a:pt x="0" y="1"/>
                  </a:moveTo>
                  <a:lnTo>
                    <a:pt x="325" y="895"/>
                  </a:lnTo>
                  <a:lnTo>
                    <a:pt x="1055" y="415"/>
                  </a:lnTo>
                  <a:lnTo>
                    <a:pt x="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0"/>
            <p:cNvSpPr/>
            <p:nvPr/>
          </p:nvSpPr>
          <p:spPr>
            <a:xfrm>
              <a:off x="1861700" y="4467900"/>
              <a:ext cx="26450" cy="22350"/>
            </a:xfrm>
            <a:custGeom>
              <a:rect b="b" l="l" r="r" t="t"/>
              <a:pathLst>
                <a:path extrusionOk="0" h="894" w="1058">
                  <a:moveTo>
                    <a:pt x="732" y="0"/>
                  </a:moveTo>
                  <a:lnTo>
                    <a:pt x="1" y="481"/>
                  </a:lnTo>
                  <a:lnTo>
                    <a:pt x="1057" y="894"/>
                  </a:lnTo>
                  <a:lnTo>
                    <a:pt x="732"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0"/>
            <p:cNvSpPr/>
            <p:nvPr/>
          </p:nvSpPr>
          <p:spPr>
            <a:xfrm>
              <a:off x="2291200" y="4244350"/>
              <a:ext cx="21925" cy="26900"/>
            </a:xfrm>
            <a:custGeom>
              <a:rect b="b" l="l" r="r" t="t"/>
              <a:pathLst>
                <a:path extrusionOk="0" h="1076" w="877">
                  <a:moveTo>
                    <a:pt x="876" y="0"/>
                  </a:moveTo>
                  <a:lnTo>
                    <a:pt x="0" y="373"/>
                  </a:lnTo>
                  <a:lnTo>
                    <a:pt x="520" y="1075"/>
                  </a:lnTo>
                  <a:lnTo>
                    <a:pt x="876"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1655825" y="4051350"/>
              <a:ext cx="21950" cy="26925"/>
            </a:xfrm>
            <a:custGeom>
              <a:rect b="b" l="l" r="r" t="t"/>
              <a:pathLst>
                <a:path extrusionOk="0" h="1077" w="878">
                  <a:moveTo>
                    <a:pt x="356" y="0"/>
                  </a:moveTo>
                  <a:lnTo>
                    <a:pt x="0" y="1077"/>
                  </a:lnTo>
                  <a:lnTo>
                    <a:pt x="877" y="704"/>
                  </a:lnTo>
                  <a:lnTo>
                    <a:pt x="356"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0"/>
            <p:cNvSpPr/>
            <p:nvPr/>
          </p:nvSpPr>
          <p:spPr>
            <a:xfrm>
              <a:off x="1978500" y="3992900"/>
              <a:ext cx="166200" cy="167550"/>
            </a:xfrm>
            <a:custGeom>
              <a:rect b="b" l="l" r="r" t="t"/>
              <a:pathLst>
                <a:path extrusionOk="0" h="6702" w="6648">
                  <a:moveTo>
                    <a:pt x="6648" y="1"/>
                  </a:moveTo>
                  <a:lnTo>
                    <a:pt x="0" y="5169"/>
                  </a:lnTo>
                  <a:lnTo>
                    <a:pt x="109" y="6648"/>
                  </a:lnTo>
                  <a:lnTo>
                    <a:pt x="1534" y="6702"/>
                  </a:lnTo>
                  <a:lnTo>
                    <a:pt x="6648" y="1"/>
                  </a:ln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0"/>
            <p:cNvSpPr/>
            <p:nvPr/>
          </p:nvSpPr>
          <p:spPr>
            <a:xfrm>
              <a:off x="1814975" y="4160125"/>
              <a:ext cx="166175" cy="167550"/>
            </a:xfrm>
            <a:custGeom>
              <a:rect b="b" l="l" r="r" t="t"/>
              <a:pathLst>
                <a:path extrusionOk="0" h="6702" w="6647">
                  <a:moveTo>
                    <a:pt x="5113" y="0"/>
                  </a:moveTo>
                  <a:lnTo>
                    <a:pt x="0" y="6702"/>
                  </a:lnTo>
                  <a:lnTo>
                    <a:pt x="6647" y="1534"/>
                  </a:lnTo>
                  <a:lnTo>
                    <a:pt x="6539" y="54"/>
                  </a:lnTo>
                  <a:lnTo>
                    <a:pt x="5113" y="0"/>
                  </a:ln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0"/>
            <p:cNvSpPr/>
            <p:nvPr/>
          </p:nvSpPr>
          <p:spPr>
            <a:xfrm>
              <a:off x="1979675" y="4158950"/>
              <a:ext cx="167550" cy="166200"/>
            </a:xfrm>
            <a:custGeom>
              <a:rect b="b" l="l" r="r" t="t"/>
              <a:pathLst>
                <a:path extrusionOk="0" h="6648" w="6702">
                  <a:moveTo>
                    <a:pt x="1533" y="1"/>
                  </a:moveTo>
                  <a:lnTo>
                    <a:pt x="53" y="107"/>
                  </a:lnTo>
                  <a:lnTo>
                    <a:pt x="1" y="1534"/>
                  </a:lnTo>
                  <a:lnTo>
                    <a:pt x="6701" y="6648"/>
                  </a:lnTo>
                  <a:lnTo>
                    <a:pt x="6701" y="6648"/>
                  </a:lnTo>
                  <a:lnTo>
                    <a:pt x="1533" y="1"/>
                  </a:ln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0"/>
            <p:cNvSpPr/>
            <p:nvPr/>
          </p:nvSpPr>
          <p:spPr>
            <a:xfrm>
              <a:off x="1812425" y="3995375"/>
              <a:ext cx="167575" cy="166250"/>
            </a:xfrm>
            <a:custGeom>
              <a:rect b="b" l="l" r="r" t="t"/>
              <a:pathLst>
                <a:path extrusionOk="0" h="6650" w="6703">
                  <a:moveTo>
                    <a:pt x="1" y="1"/>
                  </a:moveTo>
                  <a:lnTo>
                    <a:pt x="5169" y="6649"/>
                  </a:lnTo>
                  <a:lnTo>
                    <a:pt x="6649" y="6541"/>
                  </a:lnTo>
                  <a:lnTo>
                    <a:pt x="6702" y="5116"/>
                  </a:lnTo>
                  <a:lnTo>
                    <a:pt x="1" y="1"/>
                  </a:lnTo>
                  <a:close/>
                </a:path>
              </a:pathLst>
            </a:custGeom>
            <a:solidFill>
              <a:schemeClr val="accent1"/>
            </a:solidFill>
            <a:ln cap="flat" cmpd="sng" w="225">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0"/>
            <p:cNvSpPr/>
            <p:nvPr/>
          </p:nvSpPr>
          <p:spPr>
            <a:xfrm>
              <a:off x="1942925" y="3849825"/>
              <a:ext cx="71625" cy="308075"/>
            </a:xfrm>
            <a:custGeom>
              <a:rect b="b" l="l" r="r" t="t"/>
              <a:pathLst>
                <a:path extrusionOk="0" h="12323" w="2865">
                  <a:moveTo>
                    <a:pt x="1383" y="0"/>
                  </a:moveTo>
                  <a:lnTo>
                    <a:pt x="1" y="11040"/>
                  </a:lnTo>
                  <a:lnTo>
                    <a:pt x="1482" y="12323"/>
                  </a:lnTo>
                  <a:lnTo>
                    <a:pt x="2865" y="11040"/>
                  </a:lnTo>
                  <a:lnTo>
                    <a:pt x="1383" y="0"/>
                  </a:lnTo>
                  <a:close/>
                </a:path>
              </a:pathLst>
            </a:custGeom>
            <a:solidFill>
              <a:schemeClr val="accent1"/>
            </a:solidFill>
            <a:ln cap="flat" cmpd="sng" w="3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1945100" y="4162650"/>
              <a:ext cx="71650" cy="308075"/>
            </a:xfrm>
            <a:custGeom>
              <a:rect b="b" l="l" r="r" t="t"/>
              <a:pathLst>
                <a:path extrusionOk="0" h="12323" w="2866">
                  <a:moveTo>
                    <a:pt x="1383" y="1"/>
                  </a:moveTo>
                  <a:lnTo>
                    <a:pt x="0" y="1283"/>
                  </a:lnTo>
                  <a:lnTo>
                    <a:pt x="1483" y="12323"/>
                  </a:lnTo>
                  <a:lnTo>
                    <a:pt x="2865" y="1283"/>
                  </a:lnTo>
                  <a:lnTo>
                    <a:pt x="1383" y="1"/>
                  </a:lnTo>
                  <a:close/>
                </a:path>
              </a:pathLst>
            </a:custGeom>
            <a:solidFill>
              <a:schemeClr val="accent1"/>
            </a:solidFill>
            <a:ln cap="flat" cmpd="sng" w="3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0"/>
            <p:cNvSpPr/>
            <p:nvPr/>
          </p:nvSpPr>
          <p:spPr>
            <a:xfrm>
              <a:off x="1982175" y="4123375"/>
              <a:ext cx="308125" cy="71650"/>
            </a:xfrm>
            <a:custGeom>
              <a:rect b="b" l="l" r="r" t="t"/>
              <a:pathLst>
                <a:path extrusionOk="0" h="2866" w="12325">
                  <a:moveTo>
                    <a:pt x="1284" y="0"/>
                  </a:moveTo>
                  <a:lnTo>
                    <a:pt x="1" y="1483"/>
                  </a:lnTo>
                  <a:lnTo>
                    <a:pt x="1284" y="2865"/>
                  </a:lnTo>
                  <a:lnTo>
                    <a:pt x="12324" y="1383"/>
                  </a:lnTo>
                  <a:lnTo>
                    <a:pt x="1284" y="0"/>
                  </a:lnTo>
                  <a:close/>
                </a:path>
              </a:pathLst>
            </a:custGeom>
            <a:solidFill>
              <a:schemeClr val="accent1"/>
            </a:solidFill>
            <a:ln cap="flat" cmpd="sng" w="3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0"/>
            <p:cNvSpPr/>
            <p:nvPr/>
          </p:nvSpPr>
          <p:spPr>
            <a:xfrm>
              <a:off x="1669375" y="4125550"/>
              <a:ext cx="308075" cy="71625"/>
            </a:xfrm>
            <a:custGeom>
              <a:rect b="b" l="l" r="r" t="t"/>
              <a:pathLst>
                <a:path extrusionOk="0" h="2865" w="12323">
                  <a:moveTo>
                    <a:pt x="11041" y="1"/>
                  </a:moveTo>
                  <a:lnTo>
                    <a:pt x="1" y="1482"/>
                  </a:lnTo>
                  <a:lnTo>
                    <a:pt x="11041" y="2865"/>
                  </a:lnTo>
                  <a:lnTo>
                    <a:pt x="12322" y="1383"/>
                  </a:lnTo>
                  <a:lnTo>
                    <a:pt x="11041" y="1"/>
                  </a:lnTo>
                  <a:close/>
                </a:path>
              </a:pathLst>
            </a:custGeom>
            <a:solidFill>
              <a:schemeClr val="accent1"/>
            </a:solidFill>
            <a:ln cap="flat" cmpd="sng" w="300">
              <a:solidFill>
                <a:schemeClr val="accent1"/>
              </a:solidFill>
              <a:prstDash val="solid"/>
              <a:miter lim="10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89" name="Shape 4589"/>
        <p:cNvGrpSpPr/>
        <p:nvPr/>
      </p:nvGrpSpPr>
      <p:grpSpPr>
        <a:xfrm>
          <a:off x="0" y="0"/>
          <a:ext cx="0" cy="0"/>
          <a:chOff x="0" y="0"/>
          <a:chExt cx="0" cy="0"/>
        </a:xfrm>
      </p:grpSpPr>
      <p:cxnSp>
        <p:nvCxnSpPr>
          <p:cNvPr id="4590" name="Google Shape;4590;p61"/>
          <p:cNvCxnSpPr/>
          <p:nvPr/>
        </p:nvCxnSpPr>
        <p:spPr>
          <a:xfrm flipH="1" rot="-5400000">
            <a:off x="4776100" y="872075"/>
            <a:ext cx="5364600" cy="3371400"/>
          </a:xfrm>
          <a:prstGeom prst="curvedConnector3">
            <a:avLst>
              <a:gd fmla="val 50000" name="adj1"/>
            </a:avLst>
          </a:prstGeom>
          <a:noFill/>
          <a:ln cap="flat" cmpd="sng" w="19050">
            <a:solidFill>
              <a:schemeClr val="lt1"/>
            </a:solidFill>
            <a:prstDash val="dash"/>
            <a:round/>
            <a:headEnd len="med" w="med" type="none"/>
            <a:tailEnd len="med" w="med" type="none"/>
          </a:ln>
        </p:spPr>
      </p:cxnSp>
      <p:sp>
        <p:nvSpPr>
          <p:cNvPr id="4591" name="Google Shape;4591;p61"/>
          <p:cNvSpPr txBox="1"/>
          <p:nvPr>
            <p:ph type="title"/>
          </p:nvPr>
        </p:nvSpPr>
        <p:spPr>
          <a:xfrm rot="387">
            <a:off x="1906050" y="1259850"/>
            <a:ext cx="5331900" cy="218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147 800</a:t>
            </a:r>
            <a:endParaRPr/>
          </a:p>
        </p:txBody>
      </p:sp>
      <p:sp>
        <p:nvSpPr>
          <p:cNvPr id="4592" name="Google Shape;4592;p61"/>
          <p:cNvSpPr txBox="1"/>
          <p:nvPr>
            <p:ph idx="1" type="subTitle"/>
          </p:nvPr>
        </p:nvSpPr>
        <p:spPr>
          <a:xfrm>
            <a:off x="2268250" y="3299950"/>
            <a:ext cx="4607400" cy="65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Große Zahlen erregen die Aufmerksamkeit deines Publikums</a:t>
            </a:r>
            <a:endParaRPr/>
          </a:p>
          <a:p>
            <a:pPr indent="0" lvl="0" marL="0" rtl="0" algn="ctr">
              <a:spcBef>
                <a:spcPts val="1600"/>
              </a:spcBef>
              <a:spcAft>
                <a:spcPts val="1600"/>
              </a:spcAft>
              <a:buNone/>
            </a:pPr>
            <a:r>
              <a:t/>
            </a:r>
            <a:endParaRPr/>
          </a:p>
        </p:txBody>
      </p:sp>
      <p:grpSp>
        <p:nvGrpSpPr>
          <p:cNvPr id="4593" name="Google Shape;4593;p61"/>
          <p:cNvGrpSpPr/>
          <p:nvPr/>
        </p:nvGrpSpPr>
        <p:grpSpPr>
          <a:xfrm>
            <a:off x="7446040" y="-726540"/>
            <a:ext cx="2788731" cy="2533090"/>
            <a:chOff x="3167525" y="751950"/>
            <a:chExt cx="1309325" cy="1189300"/>
          </a:xfrm>
        </p:grpSpPr>
        <p:sp>
          <p:nvSpPr>
            <p:cNvPr id="4594" name="Google Shape;4594;p61"/>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1"/>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1"/>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1"/>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1"/>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1"/>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1"/>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1"/>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1"/>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61"/>
          <p:cNvGrpSpPr/>
          <p:nvPr/>
        </p:nvGrpSpPr>
        <p:grpSpPr>
          <a:xfrm>
            <a:off x="-531946" y="4110998"/>
            <a:ext cx="1497615" cy="1497615"/>
            <a:chOff x="7174954" y="1502414"/>
            <a:chExt cx="1169098" cy="1169098"/>
          </a:xfrm>
        </p:grpSpPr>
        <p:grpSp>
          <p:nvGrpSpPr>
            <p:cNvPr id="4604" name="Google Shape;4604;p61"/>
            <p:cNvGrpSpPr/>
            <p:nvPr/>
          </p:nvGrpSpPr>
          <p:grpSpPr>
            <a:xfrm>
              <a:off x="7174954" y="1502414"/>
              <a:ext cx="1169098" cy="1169098"/>
              <a:chOff x="4082250" y="2509500"/>
              <a:chExt cx="1390625" cy="1390625"/>
            </a:xfrm>
          </p:grpSpPr>
          <p:sp>
            <p:nvSpPr>
              <p:cNvPr id="4605" name="Google Shape;4605;p61"/>
              <p:cNvSpPr/>
              <p:nvPr/>
            </p:nvSpPr>
            <p:spPr>
              <a:xfrm>
                <a:off x="4478100" y="2910975"/>
                <a:ext cx="287300" cy="289575"/>
              </a:xfrm>
              <a:custGeom>
                <a:rect b="b" l="l" r="r" t="t"/>
                <a:pathLst>
                  <a:path extrusionOk="0" h="11583" w="11492">
                    <a:moveTo>
                      <a:pt x="723" y="710"/>
                    </a:moveTo>
                    <a:lnTo>
                      <a:pt x="11101" y="7728"/>
                    </a:lnTo>
                    <a:lnTo>
                      <a:pt x="7695" y="11189"/>
                    </a:lnTo>
                    <a:lnTo>
                      <a:pt x="723" y="710"/>
                    </a:lnTo>
                    <a:close/>
                    <a:moveTo>
                      <a:pt x="171" y="1"/>
                    </a:moveTo>
                    <a:cubicBezTo>
                      <a:pt x="131" y="1"/>
                      <a:pt x="91" y="15"/>
                      <a:pt x="61" y="43"/>
                    </a:cubicBezTo>
                    <a:cubicBezTo>
                      <a:pt x="8" y="94"/>
                      <a:pt x="0" y="174"/>
                      <a:pt x="41" y="235"/>
                    </a:cubicBezTo>
                    <a:lnTo>
                      <a:pt x="7545" y="11513"/>
                    </a:lnTo>
                    <a:cubicBezTo>
                      <a:pt x="7569" y="11551"/>
                      <a:pt x="7610" y="11577"/>
                      <a:pt x="7657" y="11580"/>
                    </a:cubicBezTo>
                    <a:cubicBezTo>
                      <a:pt x="7661" y="11582"/>
                      <a:pt x="7667" y="11582"/>
                      <a:pt x="7671" y="11582"/>
                    </a:cubicBezTo>
                    <a:cubicBezTo>
                      <a:pt x="7712" y="11582"/>
                      <a:pt x="7752" y="11567"/>
                      <a:pt x="7778" y="11537"/>
                    </a:cubicBezTo>
                    <a:lnTo>
                      <a:pt x="11445" y="7811"/>
                    </a:lnTo>
                    <a:cubicBezTo>
                      <a:pt x="11476" y="7779"/>
                      <a:pt x="11492" y="7734"/>
                      <a:pt x="11488" y="7688"/>
                    </a:cubicBezTo>
                    <a:cubicBezTo>
                      <a:pt x="11484" y="7643"/>
                      <a:pt x="11459" y="7604"/>
                      <a:pt x="11422" y="7578"/>
                    </a:cubicBezTo>
                    <a:lnTo>
                      <a:pt x="253" y="25"/>
                    </a:lnTo>
                    <a:cubicBezTo>
                      <a:pt x="228" y="8"/>
                      <a:pt x="200" y="1"/>
                      <a:pt x="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1"/>
              <p:cNvSpPr/>
              <p:nvPr/>
            </p:nvSpPr>
            <p:spPr>
              <a:xfrm>
                <a:off x="4480525" y="2912950"/>
                <a:ext cx="239625" cy="238600"/>
              </a:xfrm>
              <a:custGeom>
                <a:rect b="b" l="l" r="r" t="t"/>
                <a:pathLst>
                  <a:path extrusionOk="0" h="9544" w="9585">
                    <a:moveTo>
                      <a:pt x="143" y="0"/>
                    </a:moveTo>
                    <a:lnTo>
                      <a:pt x="0" y="144"/>
                    </a:lnTo>
                    <a:lnTo>
                      <a:pt x="9440" y="9543"/>
                    </a:lnTo>
                    <a:lnTo>
                      <a:pt x="9584" y="9399"/>
                    </a:lnTo>
                    <a:lnTo>
                      <a:pt x="1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1"/>
              <p:cNvSpPr/>
              <p:nvPr/>
            </p:nvSpPr>
            <p:spPr>
              <a:xfrm>
                <a:off x="4647825" y="3091125"/>
                <a:ext cx="7875" cy="78350"/>
              </a:xfrm>
              <a:custGeom>
                <a:rect b="b" l="l" r="r" t="t"/>
                <a:pathLst>
                  <a:path extrusionOk="0" h="3134" w="315">
                    <a:moveTo>
                      <a:pt x="315" y="1"/>
                    </a:moveTo>
                    <a:lnTo>
                      <a:pt x="0" y="3118"/>
                    </a:lnTo>
                    <a:lnTo>
                      <a:pt x="304" y="3133"/>
                    </a:lnTo>
                    <a:lnTo>
                      <a:pt x="3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1"/>
              <p:cNvSpPr/>
              <p:nvPr/>
            </p:nvSpPr>
            <p:spPr>
              <a:xfrm>
                <a:off x="4659950" y="3103075"/>
                <a:ext cx="7900" cy="78300"/>
              </a:xfrm>
              <a:custGeom>
                <a:rect b="b" l="l" r="r" t="t"/>
                <a:pathLst>
                  <a:path extrusionOk="0" h="3132" w="316">
                    <a:moveTo>
                      <a:pt x="316" y="0"/>
                    </a:moveTo>
                    <a:lnTo>
                      <a:pt x="1" y="3116"/>
                    </a:lnTo>
                    <a:lnTo>
                      <a:pt x="305" y="3132"/>
                    </a:lnTo>
                    <a:lnTo>
                      <a:pt x="3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1"/>
              <p:cNvSpPr/>
              <p:nvPr/>
            </p:nvSpPr>
            <p:spPr>
              <a:xfrm>
                <a:off x="4670850" y="3113775"/>
                <a:ext cx="7925" cy="78325"/>
              </a:xfrm>
              <a:custGeom>
                <a:rect b="b" l="l" r="r" t="t"/>
                <a:pathLst>
                  <a:path extrusionOk="0" h="3133" w="317">
                    <a:moveTo>
                      <a:pt x="316" y="1"/>
                    </a:moveTo>
                    <a:lnTo>
                      <a:pt x="0" y="3116"/>
                    </a:lnTo>
                    <a:lnTo>
                      <a:pt x="306" y="3133"/>
                    </a:lnTo>
                    <a:lnTo>
                      <a:pt x="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1"/>
              <p:cNvSpPr/>
              <p:nvPr/>
            </p:nvSpPr>
            <p:spPr>
              <a:xfrm>
                <a:off x="4683825" y="3124875"/>
                <a:ext cx="7625" cy="54000"/>
              </a:xfrm>
              <a:custGeom>
                <a:rect b="b" l="l" r="r" t="t"/>
                <a:pathLst>
                  <a:path extrusionOk="0" h="2160" w="305">
                    <a:moveTo>
                      <a:pt x="248" y="0"/>
                    </a:moveTo>
                    <a:lnTo>
                      <a:pt x="0" y="2146"/>
                    </a:lnTo>
                    <a:lnTo>
                      <a:pt x="305" y="2160"/>
                    </a:lnTo>
                    <a:lnTo>
                      <a:pt x="2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1"/>
              <p:cNvSpPr/>
              <p:nvPr/>
            </p:nvSpPr>
            <p:spPr>
              <a:xfrm>
                <a:off x="4697325" y="3137225"/>
                <a:ext cx="7650" cy="27600"/>
              </a:xfrm>
              <a:custGeom>
                <a:rect b="b" l="l" r="r" t="t"/>
                <a:pathLst>
                  <a:path extrusionOk="0" h="1104" w="306">
                    <a:moveTo>
                      <a:pt x="210" y="0"/>
                    </a:moveTo>
                    <a:lnTo>
                      <a:pt x="1" y="1088"/>
                    </a:lnTo>
                    <a:lnTo>
                      <a:pt x="305" y="1103"/>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1"/>
              <p:cNvSpPr/>
              <p:nvPr/>
            </p:nvSpPr>
            <p:spPr>
              <a:xfrm>
                <a:off x="4591200" y="3033925"/>
                <a:ext cx="7625" cy="48900"/>
              </a:xfrm>
              <a:custGeom>
                <a:rect b="b" l="l" r="r" t="t"/>
                <a:pathLst>
                  <a:path extrusionOk="0" h="1956" w="305">
                    <a:moveTo>
                      <a:pt x="253" y="0"/>
                    </a:moveTo>
                    <a:lnTo>
                      <a:pt x="0" y="1939"/>
                    </a:lnTo>
                    <a:lnTo>
                      <a:pt x="305" y="1955"/>
                    </a:lnTo>
                    <a:lnTo>
                      <a:pt x="2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1"/>
              <p:cNvSpPr/>
              <p:nvPr/>
            </p:nvSpPr>
            <p:spPr>
              <a:xfrm>
                <a:off x="4602925" y="3045875"/>
                <a:ext cx="7650" cy="56150"/>
              </a:xfrm>
              <a:custGeom>
                <a:rect b="b" l="l" r="r" t="t"/>
                <a:pathLst>
                  <a:path extrusionOk="0" h="2246" w="306">
                    <a:moveTo>
                      <a:pt x="270" y="1"/>
                    </a:moveTo>
                    <a:lnTo>
                      <a:pt x="1" y="2230"/>
                    </a:lnTo>
                    <a:lnTo>
                      <a:pt x="305" y="2245"/>
                    </a:lnTo>
                    <a:lnTo>
                      <a:pt x="305" y="2245"/>
                    </a:lnTo>
                    <a:lnTo>
                      <a:pt x="2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1"/>
              <p:cNvSpPr/>
              <p:nvPr/>
            </p:nvSpPr>
            <p:spPr>
              <a:xfrm>
                <a:off x="4613475" y="3056600"/>
                <a:ext cx="7650" cy="63100"/>
              </a:xfrm>
              <a:custGeom>
                <a:rect b="b" l="l" r="r" t="t"/>
                <a:pathLst>
                  <a:path extrusionOk="0" h="2524" w="306">
                    <a:moveTo>
                      <a:pt x="284" y="0"/>
                    </a:moveTo>
                    <a:lnTo>
                      <a:pt x="1" y="2508"/>
                    </a:lnTo>
                    <a:lnTo>
                      <a:pt x="305" y="252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1"/>
              <p:cNvSpPr/>
              <p:nvPr/>
            </p:nvSpPr>
            <p:spPr>
              <a:xfrm>
                <a:off x="4624575" y="3067675"/>
                <a:ext cx="7625" cy="66875"/>
              </a:xfrm>
              <a:custGeom>
                <a:rect b="b" l="l" r="r" t="t"/>
                <a:pathLst>
                  <a:path extrusionOk="0" h="2675" w="305">
                    <a:moveTo>
                      <a:pt x="291" y="1"/>
                    </a:moveTo>
                    <a:lnTo>
                      <a:pt x="0" y="2658"/>
                    </a:lnTo>
                    <a:lnTo>
                      <a:pt x="305" y="2674"/>
                    </a:lnTo>
                    <a:lnTo>
                      <a:pt x="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1"/>
              <p:cNvSpPr/>
              <p:nvPr/>
            </p:nvSpPr>
            <p:spPr>
              <a:xfrm>
                <a:off x="4636825" y="3080050"/>
                <a:ext cx="7625" cy="72700"/>
              </a:xfrm>
              <a:custGeom>
                <a:rect b="b" l="l" r="r" t="t"/>
                <a:pathLst>
                  <a:path extrusionOk="0" h="2908" w="305">
                    <a:moveTo>
                      <a:pt x="304" y="0"/>
                    </a:moveTo>
                    <a:lnTo>
                      <a:pt x="0" y="2891"/>
                    </a:lnTo>
                    <a:lnTo>
                      <a:pt x="305" y="2908"/>
                    </a:lnTo>
                    <a:lnTo>
                      <a:pt x="3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1"/>
              <p:cNvSpPr/>
              <p:nvPr/>
            </p:nvSpPr>
            <p:spPr>
              <a:xfrm>
                <a:off x="4522800" y="2960775"/>
                <a:ext cx="7625" cy="20700"/>
              </a:xfrm>
              <a:custGeom>
                <a:rect b="b" l="l" r="r" t="t"/>
                <a:pathLst>
                  <a:path extrusionOk="0" h="828" w="305">
                    <a:moveTo>
                      <a:pt x="194" y="0"/>
                    </a:moveTo>
                    <a:lnTo>
                      <a:pt x="0" y="811"/>
                    </a:lnTo>
                    <a:lnTo>
                      <a:pt x="304" y="828"/>
                    </a:lnTo>
                    <a:lnTo>
                      <a:pt x="304" y="828"/>
                    </a:lnTo>
                    <a:lnTo>
                      <a:pt x="1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1"/>
              <p:cNvSpPr/>
              <p:nvPr/>
            </p:nvSpPr>
            <p:spPr>
              <a:xfrm>
                <a:off x="4511275" y="2949200"/>
                <a:ext cx="7675" cy="15050"/>
              </a:xfrm>
              <a:custGeom>
                <a:rect b="b" l="l" r="r" t="t"/>
                <a:pathLst>
                  <a:path extrusionOk="0" h="602" w="307">
                    <a:moveTo>
                      <a:pt x="185" y="1"/>
                    </a:moveTo>
                    <a:lnTo>
                      <a:pt x="1" y="585"/>
                    </a:lnTo>
                    <a:lnTo>
                      <a:pt x="306" y="601"/>
                    </a:lnTo>
                    <a:lnTo>
                      <a:pt x="1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1"/>
              <p:cNvSpPr/>
              <p:nvPr/>
            </p:nvSpPr>
            <p:spPr>
              <a:xfrm>
                <a:off x="4502950" y="2937600"/>
                <a:ext cx="7650" cy="15075"/>
              </a:xfrm>
              <a:custGeom>
                <a:rect b="b" l="l" r="r" t="t"/>
                <a:pathLst>
                  <a:path extrusionOk="0" h="603" w="306">
                    <a:moveTo>
                      <a:pt x="183" y="1"/>
                    </a:moveTo>
                    <a:lnTo>
                      <a:pt x="1" y="587"/>
                    </a:lnTo>
                    <a:lnTo>
                      <a:pt x="305" y="602"/>
                    </a:lnTo>
                    <a:lnTo>
                      <a:pt x="1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1"/>
              <p:cNvSpPr/>
              <p:nvPr/>
            </p:nvSpPr>
            <p:spPr>
              <a:xfrm>
                <a:off x="4534600" y="2972725"/>
                <a:ext cx="7625" cy="26550"/>
              </a:xfrm>
              <a:custGeom>
                <a:rect b="b" l="l" r="r" t="t"/>
                <a:pathLst>
                  <a:path extrusionOk="0" h="1062" w="305">
                    <a:moveTo>
                      <a:pt x="207" y="1"/>
                    </a:moveTo>
                    <a:lnTo>
                      <a:pt x="1" y="1045"/>
                    </a:lnTo>
                    <a:lnTo>
                      <a:pt x="305" y="1062"/>
                    </a:lnTo>
                    <a:lnTo>
                      <a:pt x="305" y="1062"/>
                    </a:lnTo>
                    <a:lnTo>
                      <a:pt x="2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1"/>
              <p:cNvSpPr/>
              <p:nvPr/>
            </p:nvSpPr>
            <p:spPr>
              <a:xfrm>
                <a:off x="4545225" y="2983450"/>
                <a:ext cx="7650" cy="31800"/>
              </a:xfrm>
              <a:custGeom>
                <a:rect b="b" l="l" r="r" t="t"/>
                <a:pathLst>
                  <a:path extrusionOk="0" h="1272" w="306">
                    <a:moveTo>
                      <a:pt x="218" y="0"/>
                    </a:moveTo>
                    <a:lnTo>
                      <a:pt x="1" y="1255"/>
                    </a:lnTo>
                    <a:lnTo>
                      <a:pt x="305" y="1271"/>
                    </a:lnTo>
                    <a:lnTo>
                      <a:pt x="305" y="1271"/>
                    </a:lnTo>
                    <a:lnTo>
                      <a:pt x="2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1"/>
              <p:cNvSpPr/>
              <p:nvPr/>
            </p:nvSpPr>
            <p:spPr>
              <a:xfrm>
                <a:off x="4556225" y="2994525"/>
                <a:ext cx="7625" cy="37250"/>
              </a:xfrm>
              <a:custGeom>
                <a:rect b="b" l="l" r="r" t="t"/>
                <a:pathLst>
                  <a:path extrusionOk="0" h="1490" w="305">
                    <a:moveTo>
                      <a:pt x="229" y="1"/>
                    </a:moveTo>
                    <a:lnTo>
                      <a:pt x="0" y="1474"/>
                    </a:lnTo>
                    <a:lnTo>
                      <a:pt x="305" y="1490"/>
                    </a:lnTo>
                    <a:lnTo>
                      <a:pt x="305" y="1490"/>
                    </a:lnTo>
                    <a:lnTo>
                      <a:pt x="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1"/>
              <p:cNvSpPr/>
              <p:nvPr/>
            </p:nvSpPr>
            <p:spPr>
              <a:xfrm>
                <a:off x="4568450" y="3006850"/>
                <a:ext cx="7650" cy="43500"/>
              </a:xfrm>
              <a:custGeom>
                <a:rect b="b" l="l" r="r" t="t"/>
                <a:pathLst>
                  <a:path extrusionOk="0" h="1740" w="306">
                    <a:moveTo>
                      <a:pt x="244" y="1"/>
                    </a:moveTo>
                    <a:lnTo>
                      <a:pt x="0" y="1724"/>
                    </a:lnTo>
                    <a:lnTo>
                      <a:pt x="306" y="1739"/>
                    </a:lnTo>
                    <a:lnTo>
                      <a:pt x="2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1"/>
              <p:cNvSpPr/>
              <p:nvPr/>
            </p:nvSpPr>
            <p:spPr>
              <a:xfrm>
                <a:off x="4579450" y="3017950"/>
                <a:ext cx="7650" cy="48750"/>
              </a:xfrm>
              <a:custGeom>
                <a:rect b="b" l="l" r="r" t="t"/>
                <a:pathLst>
                  <a:path extrusionOk="0" h="1950" w="306">
                    <a:moveTo>
                      <a:pt x="255" y="1"/>
                    </a:moveTo>
                    <a:lnTo>
                      <a:pt x="1" y="1934"/>
                    </a:lnTo>
                    <a:lnTo>
                      <a:pt x="305" y="1950"/>
                    </a:lnTo>
                    <a:lnTo>
                      <a:pt x="2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1"/>
              <p:cNvSpPr/>
              <p:nvPr/>
            </p:nvSpPr>
            <p:spPr>
              <a:xfrm>
                <a:off x="4783650" y="3215275"/>
                <a:ext cx="287275" cy="289750"/>
              </a:xfrm>
              <a:custGeom>
                <a:rect b="b" l="l" r="r" t="t"/>
                <a:pathLst>
                  <a:path extrusionOk="0" h="11590" w="11491">
                    <a:moveTo>
                      <a:pt x="3796" y="398"/>
                    </a:moveTo>
                    <a:lnTo>
                      <a:pt x="10767" y="10877"/>
                    </a:lnTo>
                    <a:lnTo>
                      <a:pt x="392" y="3861"/>
                    </a:lnTo>
                    <a:lnTo>
                      <a:pt x="3796" y="398"/>
                    </a:lnTo>
                    <a:close/>
                    <a:moveTo>
                      <a:pt x="3804" y="0"/>
                    </a:moveTo>
                    <a:cubicBezTo>
                      <a:pt x="3768" y="0"/>
                      <a:pt x="3735" y="26"/>
                      <a:pt x="3711" y="51"/>
                    </a:cubicBezTo>
                    <a:lnTo>
                      <a:pt x="47" y="3777"/>
                    </a:lnTo>
                    <a:cubicBezTo>
                      <a:pt x="16" y="3810"/>
                      <a:pt x="0" y="3854"/>
                      <a:pt x="4" y="3900"/>
                    </a:cubicBezTo>
                    <a:cubicBezTo>
                      <a:pt x="9" y="3945"/>
                      <a:pt x="33" y="3985"/>
                      <a:pt x="70" y="4011"/>
                    </a:cubicBezTo>
                    <a:lnTo>
                      <a:pt x="11238" y="11563"/>
                    </a:lnTo>
                    <a:cubicBezTo>
                      <a:pt x="11262" y="11580"/>
                      <a:pt x="11293" y="11589"/>
                      <a:pt x="11323" y="11589"/>
                    </a:cubicBezTo>
                    <a:cubicBezTo>
                      <a:pt x="11362" y="11589"/>
                      <a:pt x="11400" y="11574"/>
                      <a:pt x="11430" y="11544"/>
                    </a:cubicBezTo>
                    <a:cubicBezTo>
                      <a:pt x="11483" y="11493"/>
                      <a:pt x="11491" y="11412"/>
                      <a:pt x="11450" y="11352"/>
                    </a:cubicBezTo>
                    <a:lnTo>
                      <a:pt x="3946" y="73"/>
                    </a:lnTo>
                    <a:cubicBezTo>
                      <a:pt x="3921" y="36"/>
                      <a:pt x="3880" y="10"/>
                      <a:pt x="3833" y="6"/>
                    </a:cubicBezTo>
                    <a:cubicBezTo>
                      <a:pt x="3823" y="2"/>
                      <a:pt x="3814" y="0"/>
                      <a:pt x="3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1"/>
              <p:cNvSpPr/>
              <p:nvPr/>
            </p:nvSpPr>
            <p:spPr>
              <a:xfrm>
                <a:off x="4828975" y="3264425"/>
                <a:ext cx="239525" cy="238575"/>
              </a:xfrm>
              <a:custGeom>
                <a:rect b="b" l="l" r="r" t="t"/>
                <a:pathLst>
                  <a:path extrusionOk="0" h="9543" w="9581">
                    <a:moveTo>
                      <a:pt x="142" y="0"/>
                    </a:moveTo>
                    <a:lnTo>
                      <a:pt x="0" y="144"/>
                    </a:lnTo>
                    <a:lnTo>
                      <a:pt x="9438" y="9543"/>
                    </a:lnTo>
                    <a:lnTo>
                      <a:pt x="9581" y="9398"/>
                    </a:lnTo>
                    <a:lnTo>
                      <a:pt x="1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1"/>
              <p:cNvSpPr/>
              <p:nvPr/>
            </p:nvSpPr>
            <p:spPr>
              <a:xfrm>
                <a:off x="4893350" y="3246450"/>
                <a:ext cx="7875" cy="78350"/>
              </a:xfrm>
              <a:custGeom>
                <a:rect b="b" l="l" r="r" t="t"/>
                <a:pathLst>
                  <a:path extrusionOk="0" h="3134" w="315">
                    <a:moveTo>
                      <a:pt x="11" y="1"/>
                    </a:moveTo>
                    <a:lnTo>
                      <a:pt x="0" y="3133"/>
                    </a:lnTo>
                    <a:lnTo>
                      <a:pt x="315" y="17"/>
                    </a:lnTo>
                    <a:lnTo>
                      <a:pt x="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1"/>
              <p:cNvSpPr/>
              <p:nvPr/>
            </p:nvSpPr>
            <p:spPr>
              <a:xfrm>
                <a:off x="4881200" y="3234550"/>
                <a:ext cx="7925" cy="78325"/>
              </a:xfrm>
              <a:custGeom>
                <a:rect b="b" l="l" r="r" t="t"/>
                <a:pathLst>
                  <a:path extrusionOk="0" h="3133" w="317">
                    <a:moveTo>
                      <a:pt x="12" y="0"/>
                    </a:moveTo>
                    <a:lnTo>
                      <a:pt x="0" y="3133"/>
                    </a:lnTo>
                    <a:lnTo>
                      <a:pt x="316" y="17"/>
                    </a:lnTo>
                    <a:lnTo>
                      <a:pt x="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1"/>
              <p:cNvSpPr/>
              <p:nvPr/>
            </p:nvSpPr>
            <p:spPr>
              <a:xfrm>
                <a:off x="4870275" y="3223850"/>
                <a:ext cx="7925" cy="78325"/>
              </a:xfrm>
              <a:custGeom>
                <a:rect b="b" l="l" r="r" t="t"/>
                <a:pathLst>
                  <a:path extrusionOk="0" h="3133" w="317">
                    <a:moveTo>
                      <a:pt x="12" y="0"/>
                    </a:moveTo>
                    <a:lnTo>
                      <a:pt x="1" y="3132"/>
                    </a:lnTo>
                    <a:lnTo>
                      <a:pt x="317" y="16"/>
                    </a:lnTo>
                    <a:lnTo>
                      <a:pt x="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1"/>
              <p:cNvSpPr/>
              <p:nvPr/>
            </p:nvSpPr>
            <p:spPr>
              <a:xfrm>
                <a:off x="4857625" y="3237050"/>
                <a:ext cx="7625" cy="54025"/>
              </a:xfrm>
              <a:custGeom>
                <a:rect b="b" l="l" r="r" t="t"/>
                <a:pathLst>
                  <a:path extrusionOk="0" h="2161" w="305">
                    <a:moveTo>
                      <a:pt x="0" y="0"/>
                    </a:moveTo>
                    <a:lnTo>
                      <a:pt x="56" y="2161"/>
                    </a:lnTo>
                    <a:lnTo>
                      <a:pt x="305" y="1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1"/>
              <p:cNvSpPr/>
              <p:nvPr/>
            </p:nvSpPr>
            <p:spPr>
              <a:xfrm>
                <a:off x="4844075" y="3251100"/>
                <a:ext cx="7650" cy="27625"/>
              </a:xfrm>
              <a:custGeom>
                <a:rect b="b" l="l" r="r" t="t"/>
                <a:pathLst>
                  <a:path extrusionOk="0" h="1105" w="306">
                    <a:moveTo>
                      <a:pt x="1" y="1"/>
                    </a:moveTo>
                    <a:lnTo>
                      <a:pt x="96" y="1105"/>
                    </a:lnTo>
                    <a:lnTo>
                      <a:pt x="305" y="1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1"/>
              <p:cNvSpPr/>
              <p:nvPr/>
            </p:nvSpPr>
            <p:spPr>
              <a:xfrm>
                <a:off x="4950250" y="3333125"/>
                <a:ext cx="7625" cy="48875"/>
              </a:xfrm>
              <a:custGeom>
                <a:rect b="b" l="l" r="r" t="t"/>
                <a:pathLst>
                  <a:path extrusionOk="0" h="1955" w="305">
                    <a:moveTo>
                      <a:pt x="0" y="1"/>
                    </a:moveTo>
                    <a:lnTo>
                      <a:pt x="51" y="1955"/>
                    </a:lnTo>
                    <a:lnTo>
                      <a:pt x="305" y="1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1"/>
              <p:cNvSpPr/>
              <p:nvPr/>
            </p:nvSpPr>
            <p:spPr>
              <a:xfrm>
                <a:off x="4938475" y="3313900"/>
                <a:ext cx="7650" cy="56175"/>
              </a:xfrm>
              <a:custGeom>
                <a:rect b="b" l="l" r="r" t="t"/>
                <a:pathLst>
                  <a:path extrusionOk="0" h="2247" w="306">
                    <a:moveTo>
                      <a:pt x="1" y="1"/>
                    </a:moveTo>
                    <a:lnTo>
                      <a:pt x="36" y="2246"/>
                    </a:lnTo>
                    <a:lnTo>
                      <a:pt x="305" y="1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1"/>
              <p:cNvSpPr/>
              <p:nvPr/>
            </p:nvSpPr>
            <p:spPr>
              <a:xfrm>
                <a:off x="4927925" y="3296250"/>
                <a:ext cx="7650" cy="63100"/>
              </a:xfrm>
              <a:custGeom>
                <a:rect b="b" l="l" r="r" t="t"/>
                <a:pathLst>
                  <a:path extrusionOk="0" h="2524" w="306">
                    <a:moveTo>
                      <a:pt x="1" y="0"/>
                    </a:moveTo>
                    <a:lnTo>
                      <a:pt x="22" y="2524"/>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1"/>
              <p:cNvSpPr/>
              <p:nvPr/>
            </p:nvSpPr>
            <p:spPr>
              <a:xfrm>
                <a:off x="4916850" y="3281400"/>
                <a:ext cx="7625" cy="66850"/>
              </a:xfrm>
              <a:custGeom>
                <a:rect b="b" l="l" r="r" t="t"/>
                <a:pathLst>
                  <a:path extrusionOk="0" h="2674" w="305">
                    <a:moveTo>
                      <a:pt x="0" y="1"/>
                    </a:moveTo>
                    <a:lnTo>
                      <a:pt x="14" y="2673"/>
                    </a:lnTo>
                    <a:lnTo>
                      <a:pt x="305" y="1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1"/>
              <p:cNvSpPr/>
              <p:nvPr/>
            </p:nvSpPr>
            <p:spPr>
              <a:xfrm>
                <a:off x="4904600" y="3263200"/>
                <a:ext cx="7625" cy="72675"/>
              </a:xfrm>
              <a:custGeom>
                <a:rect b="b" l="l" r="r" t="t"/>
                <a:pathLst>
                  <a:path extrusionOk="0" h="2907" w="305">
                    <a:moveTo>
                      <a:pt x="0" y="1"/>
                    </a:moveTo>
                    <a:lnTo>
                      <a:pt x="1" y="2907"/>
                    </a:lnTo>
                    <a:lnTo>
                      <a:pt x="305" y="1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1"/>
              <p:cNvSpPr/>
              <p:nvPr/>
            </p:nvSpPr>
            <p:spPr>
              <a:xfrm>
                <a:off x="5018675" y="3434475"/>
                <a:ext cx="7625" cy="20675"/>
              </a:xfrm>
              <a:custGeom>
                <a:rect b="b" l="l" r="r" t="t"/>
                <a:pathLst>
                  <a:path extrusionOk="0" h="827" w="305">
                    <a:moveTo>
                      <a:pt x="1" y="0"/>
                    </a:moveTo>
                    <a:lnTo>
                      <a:pt x="110" y="827"/>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1"/>
              <p:cNvSpPr/>
              <p:nvPr/>
            </p:nvSpPr>
            <p:spPr>
              <a:xfrm>
                <a:off x="5030100" y="3451675"/>
                <a:ext cx="7650" cy="15075"/>
              </a:xfrm>
              <a:custGeom>
                <a:rect b="b" l="l" r="r" t="t"/>
                <a:pathLst>
                  <a:path extrusionOk="0" h="603" w="306">
                    <a:moveTo>
                      <a:pt x="1" y="1"/>
                    </a:moveTo>
                    <a:lnTo>
                      <a:pt x="122" y="602"/>
                    </a:lnTo>
                    <a:lnTo>
                      <a:pt x="305" y="1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1"/>
              <p:cNvSpPr/>
              <p:nvPr/>
            </p:nvSpPr>
            <p:spPr>
              <a:xfrm>
                <a:off x="5038500" y="3463250"/>
                <a:ext cx="7625" cy="15075"/>
              </a:xfrm>
              <a:custGeom>
                <a:rect b="b" l="l" r="r" t="t"/>
                <a:pathLst>
                  <a:path extrusionOk="0" h="603" w="305">
                    <a:moveTo>
                      <a:pt x="0" y="1"/>
                    </a:moveTo>
                    <a:lnTo>
                      <a:pt x="122" y="602"/>
                    </a:lnTo>
                    <a:lnTo>
                      <a:pt x="304" y="1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1"/>
              <p:cNvSpPr/>
              <p:nvPr/>
            </p:nvSpPr>
            <p:spPr>
              <a:xfrm>
                <a:off x="5006850" y="3416675"/>
                <a:ext cx="7625" cy="26575"/>
              </a:xfrm>
              <a:custGeom>
                <a:rect b="b" l="l" r="r" t="t"/>
                <a:pathLst>
                  <a:path extrusionOk="0" h="1063" w="305">
                    <a:moveTo>
                      <a:pt x="0" y="0"/>
                    </a:moveTo>
                    <a:lnTo>
                      <a:pt x="97" y="1062"/>
                    </a:lnTo>
                    <a:lnTo>
                      <a:pt x="304" y="1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1"/>
              <p:cNvSpPr/>
              <p:nvPr/>
            </p:nvSpPr>
            <p:spPr>
              <a:xfrm>
                <a:off x="4996175" y="3400700"/>
                <a:ext cx="7650" cy="31825"/>
              </a:xfrm>
              <a:custGeom>
                <a:rect b="b" l="l" r="r" t="t"/>
                <a:pathLst>
                  <a:path extrusionOk="0" h="1273" w="306">
                    <a:moveTo>
                      <a:pt x="1" y="1"/>
                    </a:moveTo>
                    <a:lnTo>
                      <a:pt x="88" y="1273"/>
                    </a:lnTo>
                    <a:lnTo>
                      <a:pt x="305" y="1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1"/>
              <p:cNvSpPr/>
              <p:nvPr/>
            </p:nvSpPr>
            <p:spPr>
              <a:xfrm>
                <a:off x="4985200" y="3384175"/>
                <a:ext cx="7625" cy="37225"/>
              </a:xfrm>
              <a:custGeom>
                <a:rect b="b" l="l" r="r" t="t"/>
                <a:pathLst>
                  <a:path extrusionOk="0" h="1489" w="305">
                    <a:moveTo>
                      <a:pt x="0" y="0"/>
                    </a:moveTo>
                    <a:lnTo>
                      <a:pt x="76" y="1488"/>
                    </a:lnTo>
                    <a:lnTo>
                      <a:pt x="305" y="1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1"/>
              <p:cNvSpPr/>
              <p:nvPr/>
            </p:nvSpPr>
            <p:spPr>
              <a:xfrm>
                <a:off x="4972975" y="3365550"/>
                <a:ext cx="7625" cy="43550"/>
              </a:xfrm>
              <a:custGeom>
                <a:rect b="b" l="l" r="r" t="t"/>
                <a:pathLst>
                  <a:path extrusionOk="0" h="1742" w="305">
                    <a:moveTo>
                      <a:pt x="0" y="1"/>
                    </a:moveTo>
                    <a:lnTo>
                      <a:pt x="61" y="1741"/>
                    </a:lnTo>
                    <a:lnTo>
                      <a:pt x="305"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1"/>
              <p:cNvSpPr/>
              <p:nvPr/>
            </p:nvSpPr>
            <p:spPr>
              <a:xfrm>
                <a:off x="4961950" y="3349225"/>
                <a:ext cx="7650" cy="48750"/>
              </a:xfrm>
              <a:custGeom>
                <a:rect b="b" l="l" r="r" t="t"/>
                <a:pathLst>
                  <a:path extrusionOk="0" h="1950" w="306">
                    <a:moveTo>
                      <a:pt x="1" y="0"/>
                    </a:moveTo>
                    <a:lnTo>
                      <a:pt x="51" y="1949"/>
                    </a:lnTo>
                    <a:lnTo>
                      <a:pt x="305" y="1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1"/>
              <p:cNvSpPr/>
              <p:nvPr/>
            </p:nvSpPr>
            <p:spPr>
              <a:xfrm>
                <a:off x="4807850" y="3080475"/>
                <a:ext cx="78300" cy="7900"/>
              </a:xfrm>
              <a:custGeom>
                <a:rect b="b" l="l" r="r" t="t"/>
                <a:pathLst>
                  <a:path extrusionOk="0" h="316" w="3132">
                    <a:moveTo>
                      <a:pt x="16" y="1"/>
                    </a:moveTo>
                    <a:lnTo>
                      <a:pt x="0" y="305"/>
                    </a:lnTo>
                    <a:lnTo>
                      <a:pt x="3131" y="315"/>
                    </a:lnTo>
                    <a:lnTo>
                      <a:pt x="3131" y="315"/>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1"/>
              <p:cNvSpPr/>
              <p:nvPr/>
            </p:nvSpPr>
            <p:spPr>
              <a:xfrm>
                <a:off x="4795875" y="3092600"/>
                <a:ext cx="78325" cy="7925"/>
              </a:xfrm>
              <a:custGeom>
                <a:rect b="b" l="l" r="r" t="t"/>
                <a:pathLst>
                  <a:path extrusionOk="0" h="317" w="3133">
                    <a:moveTo>
                      <a:pt x="17" y="0"/>
                    </a:moveTo>
                    <a:lnTo>
                      <a:pt x="0" y="305"/>
                    </a:lnTo>
                    <a:lnTo>
                      <a:pt x="3133" y="316"/>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1"/>
              <p:cNvSpPr/>
              <p:nvPr/>
            </p:nvSpPr>
            <p:spPr>
              <a:xfrm>
                <a:off x="4785175" y="3103500"/>
                <a:ext cx="78325" cy="7925"/>
              </a:xfrm>
              <a:custGeom>
                <a:rect b="b" l="l" r="r" t="t"/>
                <a:pathLst>
                  <a:path extrusionOk="0" h="317" w="3133">
                    <a:moveTo>
                      <a:pt x="16" y="1"/>
                    </a:moveTo>
                    <a:lnTo>
                      <a:pt x="0" y="305"/>
                    </a:lnTo>
                    <a:lnTo>
                      <a:pt x="3133" y="317"/>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1"/>
              <p:cNvSpPr/>
              <p:nvPr/>
            </p:nvSpPr>
            <p:spPr>
              <a:xfrm>
                <a:off x="4798400" y="3116450"/>
                <a:ext cx="54000" cy="7675"/>
              </a:xfrm>
              <a:custGeom>
                <a:rect b="b" l="l" r="r" t="t"/>
                <a:pathLst>
                  <a:path extrusionOk="0" h="307" w="2160">
                    <a:moveTo>
                      <a:pt x="14" y="1"/>
                    </a:moveTo>
                    <a:lnTo>
                      <a:pt x="0" y="306"/>
                    </a:lnTo>
                    <a:lnTo>
                      <a:pt x="0" y="306"/>
                    </a:lnTo>
                    <a:lnTo>
                      <a:pt x="2160" y="250"/>
                    </a:lnTo>
                    <a:lnTo>
                      <a:pt x="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1"/>
              <p:cNvSpPr/>
              <p:nvPr/>
            </p:nvSpPr>
            <p:spPr>
              <a:xfrm>
                <a:off x="4812475" y="3130000"/>
                <a:ext cx="27600" cy="7625"/>
              </a:xfrm>
              <a:custGeom>
                <a:rect b="b" l="l" r="r" t="t"/>
                <a:pathLst>
                  <a:path extrusionOk="0" h="305" w="1104">
                    <a:moveTo>
                      <a:pt x="16" y="1"/>
                    </a:moveTo>
                    <a:lnTo>
                      <a:pt x="1" y="305"/>
                    </a:lnTo>
                    <a:lnTo>
                      <a:pt x="1104" y="210"/>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1"/>
              <p:cNvSpPr/>
              <p:nvPr/>
            </p:nvSpPr>
            <p:spPr>
              <a:xfrm>
                <a:off x="4894475" y="3023825"/>
                <a:ext cx="48850" cy="7650"/>
              </a:xfrm>
              <a:custGeom>
                <a:rect b="b" l="l" r="r" t="t"/>
                <a:pathLst>
                  <a:path extrusionOk="0" h="306" w="1954">
                    <a:moveTo>
                      <a:pt x="16" y="1"/>
                    </a:moveTo>
                    <a:lnTo>
                      <a:pt x="1" y="305"/>
                    </a:lnTo>
                    <a:lnTo>
                      <a:pt x="1954" y="255"/>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1"/>
              <p:cNvSpPr/>
              <p:nvPr/>
            </p:nvSpPr>
            <p:spPr>
              <a:xfrm>
                <a:off x="4875275" y="3035600"/>
                <a:ext cx="56150" cy="7625"/>
              </a:xfrm>
              <a:custGeom>
                <a:rect b="b" l="l" r="r" t="t"/>
                <a:pathLst>
                  <a:path extrusionOk="0" h="305" w="2246">
                    <a:moveTo>
                      <a:pt x="17" y="0"/>
                    </a:moveTo>
                    <a:lnTo>
                      <a:pt x="0" y="305"/>
                    </a:lnTo>
                    <a:lnTo>
                      <a:pt x="0" y="305"/>
                    </a:lnTo>
                    <a:lnTo>
                      <a:pt x="2245" y="270"/>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1"/>
              <p:cNvSpPr/>
              <p:nvPr/>
            </p:nvSpPr>
            <p:spPr>
              <a:xfrm>
                <a:off x="4857600" y="3046150"/>
                <a:ext cx="63100" cy="7625"/>
              </a:xfrm>
              <a:custGeom>
                <a:rect b="b" l="l" r="r" t="t"/>
                <a:pathLst>
                  <a:path extrusionOk="0" h="305" w="2524">
                    <a:moveTo>
                      <a:pt x="16" y="0"/>
                    </a:moveTo>
                    <a:lnTo>
                      <a:pt x="0" y="305"/>
                    </a:lnTo>
                    <a:lnTo>
                      <a:pt x="2524" y="284"/>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1"/>
              <p:cNvSpPr/>
              <p:nvPr/>
            </p:nvSpPr>
            <p:spPr>
              <a:xfrm>
                <a:off x="4842775" y="3057225"/>
                <a:ext cx="66850" cy="7650"/>
              </a:xfrm>
              <a:custGeom>
                <a:rect b="b" l="l" r="r" t="t"/>
                <a:pathLst>
                  <a:path extrusionOk="0" h="306" w="2674">
                    <a:moveTo>
                      <a:pt x="17" y="1"/>
                    </a:moveTo>
                    <a:lnTo>
                      <a:pt x="0" y="305"/>
                    </a:lnTo>
                    <a:lnTo>
                      <a:pt x="0" y="305"/>
                    </a:lnTo>
                    <a:lnTo>
                      <a:pt x="2673" y="292"/>
                    </a:lnTo>
                    <a:lnTo>
                      <a:pt x="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1"/>
              <p:cNvSpPr/>
              <p:nvPr/>
            </p:nvSpPr>
            <p:spPr>
              <a:xfrm>
                <a:off x="4824525" y="3069500"/>
                <a:ext cx="72750" cy="7625"/>
              </a:xfrm>
              <a:custGeom>
                <a:rect b="b" l="l" r="r" t="t"/>
                <a:pathLst>
                  <a:path extrusionOk="0" h="305" w="2910">
                    <a:moveTo>
                      <a:pt x="16" y="0"/>
                    </a:moveTo>
                    <a:lnTo>
                      <a:pt x="1" y="304"/>
                    </a:lnTo>
                    <a:lnTo>
                      <a:pt x="1" y="304"/>
                    </a:lnTo>
                    <a:lnTo>
                      <a:pt x="2909" y="303"/>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1"/>
              <p:cNvSpPr/>
              <p:nvPr/>
            </p:nvSpPr>
            <p:spPr>
              <a:xfrm>
                <a:off x="4995800" y="2955400"/>
                <a:ext cx="20700" cy="7625"/>
              </a:xfrm>
              <a:custGeom>
                <a:rect b="b" l="l" r="r" t="t"/>
                <a:pathLst>
                  <a:path extrusionOk="0" h="305" w="828">
                    <a:moveTo>
                      <a:pt x="16" y="1"/>
                    </a:moveTo>
                    <a:lnTo>
                      <a:pt x="0" y="305"/>
                    </a:lnTo>
                    <a:lnTo>
                      <a:pt x="828" y="197"/>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1"/>
              <p:cNvSpPr/>
              <p:nvPr/>
            </p:nvSpPr>
            <p:spPr>
              <a:xfrm>
                <a:off x="5013025" y="2943975"/>
                <a:ext cx="15050" cy="7600"/>
              </a:xfrm>
              <a:custGeom>
                <a:rect b="b" l="l" r="r" t="t"/>
                <a:pathLst>
                  <a:path extrusionOk="0" h="304" w="602">
                    <a:moveTo>
                      <a:pt x="16" y="0"/>
                    </a:moveTo>
                    <a:lnTo>
                      <a:pt x="1" y="304"/>
                    </a:lnTo>
                    <a:lnTo>
                      <a:pt x="601" y="183"/>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1"/>
              <p:cNvSpPr/>
              <p:nvPr/>
            </p:nvSpPr>
            <p:spPr>
              <a:xfrm>
                <a:off x="5024600" y="2935600"/>
                <a:ext cx="15050" cy="7600"/>
              </a:xfrm>
              <a:custGeom>
                <a:rect b="b" l="l" r="r" t="t"/>
                <a:pathLst>
                  <a:path extrusionOk="0" h="304" w="602">
                    <a:moveTo>
                      <a:pt x="17" y="0"/>
                    </a:moveTo>
                    <a:lnTo>
                      <a:pt x="1" y="304"/>
                    </a:lnTo>
                    <a:lnTo>
                      <a:pt x="601" y="183"/>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1"/>
              <p:cNvSpPr/>
              <p:nvPr/>
            </p:nvSpPr>
            <p:spPr>
              <a:xfrm>
                <a:off x="4978000" y="2967275"/>
                <a:ext cx="26575" cy="7625"/>
              </a:xfrm>
              <a:custGeom>
                <a:rect b="b" l="l" r="r" t="t"/>
                <a:pathLst>
                  <a:path extrusionOk="0" h="305" w="1063">
                    <a:moveTo>
                      <a:pt x="16" y="0"/>
                    </a:moveTo>
                    <a:lnTo>
                      <a:pt x="1" y="305"/>
                    </a:lnTo>
                    <a:lnTo>
                      <a:pt x="1062" y="207"/>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1"/>
              <p:cNvSpPr/>
              <p:nvPr/>
            </p:nvSpPr>
            <p:spPr>
              <a:xfrm>
                <a:off x="4962050" y="2977900"/>
                <a:ext cx="31825" cy="7625"/>
              </a:xfrm>
              <a:custGeom>
                <a:rect b="b" l="l" r="r" t="t"/>
                <a:pathLst>
                  <a:path extrusionOk="0" h="305" w="1273">
                    <a:moveTo>
                      <a:pt x="16" y="0"/>
                    </a:moveTo>
                    <a:lnTo>
                      <a:pt x="1" y="305"/>
                    </a:lnTo>
                    <a:lnTo>
                      <a:pt x="1" y="305"/>
                    </a:lnTo>
                    <a:lnTo>
                      <a:pt x="1272" y="218"/>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1"/>
              <p:cNvSpPr/>
              <p:nvPr/>
            </p:nvSpPr>
            <p:spPr>
              <a:xfrm>
                <a:off x="4945500" y="2988875"/>
                <a:ext cx="37250" cy="7650"/>
              </a:xfrm>
              <a:custGeom>
                <a:rect b="b" l="l" r="r" t="t"/>
                <a:pathLst>
                  <a:path extrusionOk="0" h="306" w="1490">
                    <a:moveTo>
                      <a:pt x="16" y="1"/>
                    </a:moveTo>
                    <a:lnTo>
                      <a:pt x="1" y="305"/>
                    </a:lnTo>
                    <a:lnTo>
                      <a:pt x="1" y="305"/>
                    </a:lnTo>
                    <a:lnTo>
                      <a:pt x="1489" y="230"/>
                    </a:lnTo>
                    <a:lnTo>
                      <a:pt x="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1"/>
              <p:cNvSpPr/>
              <p:nvPr/>
            </p:nvSpPr>
            <p:spPr>
              <a:xfrm>
                <a:off x="4926900" y="3001125"/>
                <a:ext cx="43525" cy="7650"/>
              </a:xfrm>
              <a:custGeom>
                <a:rect b="b" l="l" r="r" t="t"/>
                <a:pathLst>
                  <a:path extrusionOk="0" h="306" w="1741">
                    <a:moveTo>
                      <a:pt x="17" y="1"/>
                    </a:moveTo>
                    <a:lnTo>
                      <a:pt x="1" y="305"/>
                    </a:lnTo>
                    <a:lnTo>
                      <a:pt x="1740" y="243"/>
                    </a:lnTo>
                    <a:lnTo>
                      <a:pt x="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1"/>
              <p:cNvSpPr/>
              <p:nvPr/>
            </p:nvSpPr>
            <p:spPr>
              <a:xfrm>
                <a:off x="4910550" y="3012125"/>
                <a:ext cx="48750" cy="7625"/>
              </a:xfrm>
              <a:custGeom>
                <a:rect b="b" l="l" r="r" t="t"/>
                <a:pathLst>
                  <a:path extrusionOk="0" h="305" w="1950">
                    <a:moveTo>
                      <a:pt x="18" y="0"/>
                    </a:moveTo>
                    <a:lnTo>
                      <a:pt x="0" y="305"/>
                    </a:lnTo>
                    <a:lnTo>
                      <a:pt x="1949" y="254"/>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1"/>
              <p:cNvSpPr/>
              <p:nvPr/>
            </p:nvSpPr>
            <p:spPr>
              <a:xfrm>
                <a:off x="4478250" y="3209875"/>
                <a:ext cx="290075" cy="286900"/>
              </a:xfrm>
              <a:custGeom>
                <a:rect b="b" l="l" r="r" t="t"/>
                <a:pathLst>
                  <a:path extrusionOk="0" h="11476" w="11603">
                    <a:moveTo>
                      <a:pt x="7744" y="391"/>
                    </a:moveTo>
                    <a:lnTo>
                      <a:pt x="11207" y="3796"/>
                    </a:lnTo>
                    <a:lnTo>
                      <a:pt x="727" y="10766"/>
                    </a:lnTo>
                    <a:lnTo>
                      <a:pt x="7744" y="391"/>
                    </a:lnTo>
                    <a:close/>
                    <a:moveTo>
                      <a:pt x="7723" y="1"/>
                    </a:moveTo>
                    <a:cubicBezTo>
                      <a:pt x="7717" y="1"/>
                      <a:pt x="7711" y="1"/>
                      <a:pt x="7705" y="2"/>
                    </a:cubicBezTo>
                    <a:cubicBezTo>
                      <a:pt x="7660" y="5"/>
                      <a:pt x="7620" y="30"/>
                      <a:pt x="7594" y="67"/>
                    </a:cubicBezTo>
                    <a:lnTo>
                      <a:pt x="40" y="11236"/>
                    </a:lnTo>
                    <a:cubicBezTo>
                      <a:pt x="0" y="11297"/>
                      <a:pt x="9" y="11377"/>
                      <a:pt x="59" y="11430"/>
                    </a:cubicBezTo>
                    <a:cubicBezTo>
                      <a:pt x="87" y="11460"/>
                      <a:pt x="128" y="11475"/>
                      <a:pt x="167" y="11475"/>
                    </a:cubicBezTo>
                    <a:cubicBezTo>
                      <a:pt x="195" y="11475"/>
                      <a:pt x="225" y="11466"/>
                      <a:pt x="251" y="11449"/>
                    </a:cubicBezTo>
                    <a:lnTo>
                      <a:pt x="11530" y="3945"/>
                    </a:lnTo>
                    <a:cubicBezTo>
                      <a:pt x="11569" y="3919"/>
                      <a:pt x="11595" y="3878"/>
                      <a:pt x="11599" y="3833"/>
                    </a:cubicBezTo>
                    <a:cubicBezTo>
                      <a:pt x="11602" y="3786"/>
                      <a:pt x="11587" y="3742"/>
                      <a:pt x="11554" y="3709"/>
                    </a:cubicBezTo>
                    <a:lnTo>
                      <a:pt x="7828" y="44"/>
                    </a:lnTo>
                    <a:cubicBezTo>
                      <a:pt x="7798" y="17"/>
                      <a:pt x="7764" y="1"/>
                      <a:pt x="7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1"/>
              <p:cNvSpPr/>
              <p:nvPr/>
            </p:nvSpPr>
            <p:spPr>
              <a:xfrm>
                <a:off x="4480625" y="3255125"/>
                <a:ext cx="238550" cy="239625"/>
              </a:xfrm>
              <a:custGeom>
                <a:rect b="b" l="l" r="r" t="t"/>
                <a:pathLst>
                  <a:path extrusionOk="0" h="9585" w="9542">
                    <a:moveTo>
                      <a:pt x="9399" y="1"/>
                    </a:moveTo>
                    <a:lnTo>
                      <a:pt x="0" y="9440"/>
                    </a:lnTo>
                    <a:lnTo>
                      <a:pt x="143" y="9585"/>
                    </a:lnTo>
                    <a:lnTo>
                      <a:pt x="9542" y="145"/>
                    </a:lnTo>
                    <a:lnTo>
                      <a:pt x="9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1"/>
              <p:cNvSpPr/>
              <p:nvPr/>
            </p:nvSpPr>
            <p:spPr>
              <a:xfrm>
                <a:off x="4658800" y="3319550"/>
                <a:ext cx="78350" cy="7900"/>
              </a:xfrm>
              <a:custGeom>
                <a:rect b="b" l="l" r="r" t="t"/>
                <a:pathLst>
                  <a:path extrusionOk="0" h="316" w="3134">
                    <a:moveTo>
                      <a:pt x="1" y="1"/>
                    </a:moveTo>
                    <a:lnTo>
                      <a:pt x="3119" y="316"/>
                    </a:lnTo>
                    <a:lnTo>
                      <a:pt x="3134" y="1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1"/>
              <p:cNvSpPr/>
              <p:nvPr/>
            </p:nvSpPr>
            <p:spPr>
              <a:xfrm>
                <a:off x="4670750" y="3307400"/>
                <a:ext cx="78325" cy="7925"/>
              </a:xfrm>
              <a:custGeom>
                <a:rect b="b" l="l" r="r" t="t"/>
                <a:pathLst>
                  <a:path extrusionOk="0" h="317" w="3133">
                    <a:moveTo>
                      <a:pt x="0" y="1"/>
                    </a:moveTo>
                    <a:lnTo>
                      <a:pt x="3117" y="317"/>
                    </a:lnTo>
                    <a:lnTo>
                      <a:pt x="3133" y="1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1"/>
              <p:cNvSpPr/>
              <p:nvPr/>
            </p:nvSpPr>
            <p:spPr>
              <a:xfrm>
                <a:off x="4681450" y="3296500"/>
                <a:ext cx="78325" cy="7925"/>
              </a:xfrm>
              <a:custGeom>
                <a:rect b="b" l="l" r="r" t="t"/>
                <a:pathLst>
                  <a:path extrusionOk="0" h="317" w="3133">
                    <a:moveTo>
                      <a:pt x="0" y="1"/>
                    </a:moveTo>
                    <a:lnTo>
                      <a:pt x="3117" y="316"/>
                    </a:lnTo>
                    <a:lnTo>
                      <a:pt x="3133" y="1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1"/>
              <p:cNvSpPr/>
              <p:nvPr/>
            </p:nvSpPr>
            <p:spPr>
              <a:xfrm>
                <a:off x="4692575" y="3283800"/>
                <a:ext cx="54000" cy="7625"/>
              </a:xfrm>
              <a:custGeom>
                <a:rect b="b" l="l" r="r" t="t"/>
                <a:pathLst>
                  <a:path extrusionOk="0" h="305" w="2160">
                    <a:moveTo>
                      <a:pt x="2160" y="1"/>
                    </a:moveTo>
                    <a:lnTo>
                      <a:pt x="0" y="58"/>
                    </a:lnTo>
                    <a:lnTo>
                      <a:pt x="2146" y="304"/>
                    </a:lnTo>
                    <a:lnTo>
                      <a:pt x="21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1"/>
              <p:cNvSpPr/>
              <p:nvPr/>
            </p:nvSpPr>
            <p:spPr>
              <a:xfrm>
                <a:off x="4704925" y="3270300"/>
                <a:ext cx="27600" cy="7625"/>
              </a:xfrm>
              <a:custGeom>
                <a:rect b="b" l="l" r="r" t="t"/>
                <a:pathLst>
                  <a:path extrusionOk="0" h="305" w="1104">
                    <a:moveTo>
                      <a:pt x="1103" y="0"/>
                    </a:moveTo>
                    <a:lnTo>
                      <a:pt x="0" y="94"/>
                    </a:lnTo>
                    <a:lnTo>
                      <a:pt x="1088" y="305"/>
                    </a:lnTo>
                    <a:lnTo>
                      <a:pt x="11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1"/>
              <p:cNvSpPr/>
              <p:nvPr/>
            </p:nvSpPr>
            <p:spPr>
              <a:xfrm>
                <a:off x="4601625" y="3376425"/>
                <a:ext cx="48900" cy="7675"/>
              </a:xfrm>
              <a:custGeom>
                <a:rect b="b" l="l" r="r" t="t"/>
                <a:pathLst>
                  <a:path extrusionOk="0" h="307" w="1956">
                    <a:moveTo>
                      <a:pt x="1955" y="1"/>
                    </a:moveTo>
                    <a:lnTo>
                      <a:pt x="0" y="51"/>
                    </a:lnTo>
                    <a:lnTo>
                      <a:pt x="1939" y="306"/>
                    </a:lnTo>
                    <a:lnTo>
                      <a:pt x="19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1"/>
              <p:cNvSpPr/>
              <p:nvPr/>
            </p:nvSpPr>
            <p:spPr>
              <a:xfrm>
                <a:off x="4613525" y="3364675"/>
                <a:ext cx="56175" cy="7625"/>
              </a:xfrm>
              <a:custGeom>
                <a:rect b="b" l="l" r="r" t="t"/>
                <a:pathLst>
                  <a:path extrusionOk="0" h="305" w="2247">
                    <a:moveTo>
                      <a:pt x="2247" y="0"/>
                    </a:moveTo>
                    <a:lnTo>
                      <a:pt x="1" y="36"/>
                    </a:lnTo>
                    <a:lnTo>
                      <a:pt x="2231" y="305"/>
                    </a:lnTo>
                    <a:lnTo>
                      <a:pt x="22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1"/>
              <p:cNvSpPr/>
              <p:nvPr/>
            </p:nvSpPr>
            <p:spPr>
              <a:xfrm>
                <a:off x="4624300" y="3354150"/>
                <a:ext cx="63100" cy="7625"/>
              </a:xfrm>
              <a:custGeom>
                <a:rect b="b" l="l" r="r" t="t"/>
                <a:pathLst>
                  <a:path extrusionOk="0" h="305" w="2524">
                    <a:moveTo>
                      <a:pt x="2524" y="1"/>
                    </a:moveTo>
                    <a:lnTo>
                      <a:pt x="0" y="21"/>
                    </a:lnTo>
                    <a:lnTo>
                      <a:pt x="2507" y="305"/>
                    </a:lnTo>
                    <a:lnTo>
                      <a:pt x="25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1"/>
              <p:cNvSpPr/>
              <p:nvPr/>
            </p:nvSpPr>
            <p:spPr>
              <a:xfrm>
                <a:off x="4635375" y="3343050"/>
                <a:ext cx="66825" cy="7650"/>
              </a:xfrm>
              <a:custGeom>
                <a:rect b="b" l="l" r="r" t="t"/>
                <a:pathLst>
                  <a:path extrusionOk="0" h="306" w="2673">
                    <a:moveTo>
                      <a:pt x="2673" y="1"/>
                    </a:moveTo>
                    <a:lnTo>
                      <a:pt x="1" y="14"/>
                    </a:lnTo>
                    <a:lnTo>
                      <a:pt x="2657" y="305"/>
                    </a:lnTo>
                    <a:lnTo>
                      <a:pt x="26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1"/>
              <p:cNvSpPr/>
              <p:nvPr/>
            </p:nvSpPr>
            <p:spPr>
              <a:xfrm>
                <a:off x="4647700" y="3330800"/>
                <a:ext cx="72750" cy="7650"/>
              </a:xfrm>
              <a:custGeom>
                <a:rect b="b" l="l" r="r" t="t"/>
                <a:pathLst>
                  <a:path extrusionOk="0" h="306" w="2910">
                    <a:moveTo>
                      <a:pt x="1" y="1"/>
                    </a:moveTo>
                    <a:lnTo>
                      <a:pt x="2893" y="305"/>
                    </a:lnTo>
                    <a:lnTo>
                      <a:pt x="29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1"/>
              <p:cNvSpPr/>
              <p:nvPr/>
            </p:nvSpPr>
            <p:spPr>
              <a:xfrm>
                <a:off x="4528475" y="3444850"/>
                <a:ext cx="20700" cy="7675"/>
              </a:xfrm>
              <a:custGeom>
                <a:rect b="b" l="l" r="r" t="t"/>
                <a:pathLst>
                  <a:path extrusionOk="0" h="307" w="828">
                    <a:moveTo>
                      <a:pt x="828" y="0"/>
                    </a:moveTo>
                    <a:lnTo>
                      <a:pt x="0" y="111"/>
                    </a:lnTo>
                    <a:lnTo>
                      <a:pt x="811" y="307"/>
                    </a:lnTo>
                    <a:lnTo>
                      <a:pt x="8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1"/>
              <p:cNvSpPr/>
              <p:nvPr/>
            </p:nvSpPr>
            <p:spPr>
              <a:xfrm>
                <a:off x="4516875" y="3456325"/>
                <a:ext cx="15050" cy="7625"/>
              </a:xfrm>
              <a:custGeom>
                <a:rect b="b" l="l" r="r" t="t"/>
                <a:pathLst>
                  <a:path extrusionOk="0" h="305" w="602">
                    <a:moveTo>
                      <a:pt x="601" y="0"/>
                    </a:moveTo>
                    <a:lnTo>
                      <a:pt x="1" y="122"/>
                    </a:lnTo>
                    <a:lnTo>
                      <a:pt x="586" y="305"/>
                    </a:lnTo>
                    <a:lnTo>
                      <a:pt x="6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1"/>
              <p:cNvSpPr/>
              <p:nvPr/>
            </p:nvSpPr>
            <p:spPr>
              <a:xfrm>
                <a:off x="4505300" y="3464675"/>
                <a:ext cx="15050" cy="7625"/>
              </a:xfrm>
              <a:custGeom>
                <a:rect b="b" l="l" r="r" t="t"/>
                <a:pathLst>
                  <a:path extrusionOk="0" h="305" w="602">
                    <a:moveTo>
                      <a:pt x="601" y="1"/>
                    </a:moveTo>
                    <a:lnTo>
                      <a:pt x="1" y="123"/>
                    </a:lnTo>
                    <a:lnTo>
                      <a:pt x="587" y="305"/>
                    </a:lnTo>
                    <a:lnTo>
                      <a:pt x="6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1"/>
              <p:cNvSpPr/>
              <p:nvPr/>
            </p:nvSpPr>
            <p:spPr>
              <a:xfrm>
                <a:off x="4540375" y="3433025"/>
                <a:ext cx="26575" cy="7625"/>
              </a:xfrm>
              <a:custGeom>
                <a:rect b="b" l="l" r="r" t="t"/>
                <a:pathLst>
                  <a:path extrusionOk="0" h="305" w="1063">
                    <a:moveTo>
                      <a:pt x="1062" y="1"/>
                    </a:moveTo>
                    <a:lnTo>
                      <a:pt x="1" y="99"/>
                    </a:lnTo>
                    <a:lnTo>
                      <a:pt x="1047" y="305"/>
                    </a:lnTo>
                    <a:lnTo>
                      <a:pt x="10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1"/>
              <p:cNvSpPr/>
              <p:nvPr/>
            </p:nvSpPr>
            <p:spPr>
              <a:xfrm>
                <a:off x="4551100" y="3422400"/>
                <a:ext cx="31850" cy="7625"/>
              </a:xfrm>
              <a:custGeom>
                <a:rect b="b" l="l" r="r" t="t"/>
                <a:pathLst>
                  <a:path extrusionOk="0" h="305" w="1274">
                    <a:moveTo>
                      <a:pt x="1273" y="1"/>
                    </a:moveTo>
                    <a:lnTo>
                      <a:pt x="1" y="87"/>
                    </a:lnTo>
                    <a:lnTo>
                      <a:pt x="1257" y="305"/>
                    </a:lnTo>
                    <a:lnTo>
                      <a:pt x="12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1"/>
              <p:cNvSpPr/>
              <p:nvPr/>
            </p:nvSpPr>
            <p:spPr>
              <a:xfrm>
                <a:off x="4562200" y="3411375"/>
                <a:ext cx="37275" cy="7650"/>
              </a:xfrm>
              <a:custGeom>
                <a:rect b="b" l="l" r="r" t="t"/>
                <a:pathLst>
                  <a:path extrusionOk="0" h="306" w="1491">
                    <a:moveTo>
                      <a:pt x="1490" y="1"/>
                    </a:moveTo>
                    <a:lnTo>
                      <a:pt x="1" y="76"/>
                    </a:lnTo>
                    <a:lnTo>
                      <a:pt x="1474" y="305"/>
                    </a:lnTo>
                    <a:lnTo>
                      <a:pt x="14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1"/>
              <p:cNvSpPr/>
              <p:nvPr/>
            </p:nvSpPr>
            <p:spPr>
              <a:xfrm>
                <a:off x="4574550" y="3399150"/>
                <a:ext cx="43500" cy="7650"/>
              </a:xfrm>
              <a:custGeom>
                <a:rect b="b" l="l" r="r" t="t"/>
                <a:pathLst>
                  <a:path extrusionOk="0" h="306" w="1740">
                    <a:moveTo>
                      <a:pt x="1739" y="1"/>
                    </a:moveTo>
                    <a:lnTo>
                      <a:pt x="1" y="63"/>
                    </a:lnTo>
                    <a:lnTo>
                      <a:pt x="1724" y="305"/>
                    </a:lnTo>
                    <a:lnTo>
                      <a:pt x="17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1"/>
              <p:cNvSpPr/>
              <p:nvPr/>
            </p:nvSpPr>
            <p:spPr>
              <a:xfrm>
                <a:off x="4585650" y="3388175"/>
                <a:ext cx="48750" cy="7625"/>
              </a:xfrm>
              <a:custGeom>
                <a:rect b="b" l="l" r="r" t="t"/>
                <a:pathLst>
                  <a:path extrusionOk="0" h="305" w="1950">
                    <a:moveTo>
                      <a:pt x="1949" y="0"/>
                    </a:moveTo>
                    <a:lnTo>
                      <a:pt x="0" y="50"/>
                    </a:lnTo>
                    <a:lnTo>
                      <a:pt x="1934" y="305"/>
                    </a:lnTo>
                    <a:lnTo>
                      <a:pt x="19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1"/>
              <p:cNvSpPr/>
              <p:nvPr/>
            </p:nvSpPr>
            <p:spPr>
              <a:xfrm>
                <a:off x="4675400" y="2623400"/>
                <a:ext cx="194150" cy="475900"/>
              </a:xfrm>
              <a:custGeom>
                <a:rect b="b" l="l" r="r" t="t"/>
                <a:pathLst>
                  <a:path extrusionOk="0" h="19036" w="7766">
                    <a:moveTo>
                      <a:pt x="3961" y="1317"/>
                    </a:moveTo>
                    <a:lnTo>
                      <a:pt x="7286" y="18550"/>
                    </a:lnTo>
                    <a:lnTo>
                      <a:pt x="484" y="18606"/>
                    </a:lnTo>
                    <a:lnTo>
                      <a:pt x="3961" y="1317"/>
                    </a:lnTo>
                    <a:close/>
                    <a:moveTo>
                      <a:pt x="3964" y="1"/>
                    </a:moveTo>
                    <a:cubicBezTo>
                      <a:pt x="3863" y="1"/>
                      <a:pt x="3776" y="72"/>
                      <a:pt x="3755" y="172"/>
                    </a:cubicBezTo>
                    <a:lnTo>
                      <a:pt x="12" y="18780"/>
                    </a:lnTo>
                    <a:cubicBezTo>
                      <a:pt x="1" y="18844"/>
                      <a:pt x="16" y="18909"/>
                      <a:pt x="58" y="18958"/>
                    </a:cubicBezTo>
                    <a:cubicBezTo>
                      <a:pt x="99" y="19007"/>
                      <a:pt x="159" y="19036"/>
                      <a:pt x="223" y="19036"/>
                    </a:cubicBezTo>
                    <a:lnTo>
                      <a:pt x="7546" y="18975"/>
                    </a:lnTo>
                    <a:cubicBezTo>
                      <a:pt x="7610" y="18974"/>
                      <a:pt x="7668" y="18945"/>
                      <a:pt x="7709" y="18896"/>
                    </a:cubicBezTo>
                    <a:cubicBezTo>
                      <a:pt x="7751" y="18849"/>
                      <a:pt x="7766" y="18783"/>
                      <a:pt x="7755" y="18721"/>
                    </a:cubicBezTo>
                    <a:lnTo>
                      <a:pt x="4174" y="174"/>
                    </a:lnTo>
                    <a:cubicBezTo>
                      <a:pt x="4155" y="73"/>
                      <a:pt x="4067" y="2"/>
                      <a:pt x="39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1"/>
              <p:cNvSpPr/>
              <p:nvPr/>
            </p:nvSpPr>
            <p:spPr>
              <a:xfrm>
                <a:off x="4770950" y="2628700"/>
                <a:ext cx="8075" cy="466600"/>
              </a:xfrm>
              <a:custGeom>
                <a:rect b="b" l="l" r="r" t="t"/>
                <a:pathLst>
                  <a:path extrusionOk="0" h="18664" w="323">
                    <a:moveTo>
                      <a:pt x="1" y="0"/>
                    </a:moveTo>
                    <a:lnTo>
                      <a:pt x="39" y="18664"/>
                    </a:lnTo>
                    <a:lnTo>
                      <a:pt x="323" y="1866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1"/>
              <p:cNvSpPr/>
              <p:nvPr/>
            </p:nvSpPr>
            <p:spPr>
              <a:xfrm>
                <a:off x="4686500" y="2975225"/>
                <a:ext cx="85025" cy="77375"/>
              </a:xfrm>
              <a:custGeom>
                <a:rect b="b" l="l" r="r" t="t"/>
                <a:pathLst>
                  <a:path extrusionOk="0" h="3095" w="3401">
                    <a:moveTo>
                      <a:pt x="3400" y="1"/>
                    </a:moveTo>
                    <a:lnTo>
                      <a:pt x="1" y="2776"/>
                    </a:lnTo>
                    <a:lnTo>
                      <a:pt x="287" y="3094"/>
                    </a:lnTo>
                    <a:lnTo>
                      <a:pt x="34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1"/>
              <p:cNvSpPr/>
              <p:nvPr/>
            </p:nvSpPr>
            <p:spPr>
              <a:xfrm>
                <a:off x="4686700" y="2999100"/>
                <a:ext cx="85050" cy="77350"/>
              </a:xfrm>
              <a:custGeom>
                <a:rect b="b" l="l" r="r" t="t"/>
                <a:pathLst>
                  <a:path extrusionOk="0" h="3094" w="3402">
                    <a:moveTo>
                      <a:pt x="3402" y="0"/>
                    </a:moveTo>
                    <a:lnTo>
                      <a:pt x="1" y="2776"/>
                    </a:lnTo>
                    <a:lnTo>
                      <a:pt x="287" y="3094"/>
                    </a:lnTo>
                    <a:lnTo>
                      <a:pt x="34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1"/>
              <p:cNvSpPr/>
              <p:nvPr/>
            </p:nvSpPr>
            <p:spPr>
              <a:xfrm>
                <a:off x="4686900" y="3020500"/>
                <a:ext cx="85000" cy="77350"/>
              </a:xfrm>
              <a:custGeom>
                <a:rect b="b" l="l" r="r" t="t"/>
                <a:pathLst>
                  <a:path extrusionOk="0" h="3094" w="3400">
                    <a:moveTo>
                      <a:pt x="3400" y="1"/>
                    </a:moveTo>
                    <a:lnTo>
                      <a:pt x="0" y="2776"/>
                    </a:lnTo>
                    <a:lnTo>
                      <a:pt x="287" y="3094"/>
                    </a:lnTo>
                    <a:lnTo>
                      <a:pt x="34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1"/>
              <p:cNvSpPr/>
              <p:nvPr/>
            </p:nvSpPr>
            <p:spPr>
              <a:xfrm>
                <a:off x="4712800" y="3042700"/>
                <a:ext cx="59325" cy="54900"/>
              </a:xfrm>
              <a:custGeom>
                <a:rect b="b" l="l" r="r" t="t"/>
                <a:pathLst>
                  <a:path extrusionOk="0" h="2196" w="2373">
                    <a:moveTo>
                      <a:pt x="2372" y="0"/>
                    </a:moveTo>
                    <a:lnTo>
                      <a:pt x="0" y="1881"/>
                    </a:lnTo>
                    <a:lnTo>
                      <a:pt x="289" y="2196"/>
                    </a:lnTo>
                    <a:lnTo>
                      <a:pt x="23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1"/>
              <p:cNvSpPr/>
              <p:nvPr/>
            </p:nvSpPr>
            <p:spPr>
              <a:xfrm>
                <a:off x="4740175" y="3067350"/>
                <a:ext cx="32125" cy="29675"/>
              </a:xfrm>
              <a:custGeom>
                <a:rect b="b" l="l" r="r" t="t"/>
                <a:pathLst>
                  <a:path extrusionOk="0" h="1187" w="1285">
                    <a:moveTo>
                      <a:pt x="1284" y="0"/>
                    </a:moveTo>
                    <a:lnTo>
                      <a:pt x="1" y="870"/>
                    </a:lnTo>
                    <a:lnTo>
                      <a:pt x="287" y="1187"/>
                    </a:lnTo>
                    <a:lnTo>
                      <a:pt x="1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1"/>
              <p:cNvSpPr/>
              <p:nvPr/>
            </p:nvSpPr>
            <p:spPr>
              <a:xfrm>
                <a:off x="4716275" y="2860950"/>
                <a:ext cx="54300" cy="49700"/>
              </a:xfrm>
              <a:custGeom>
                <a:rect b="b" l="l" r="r" t="t"/>
                <a:pathLst>
                  <a:path extrusionOk="0" h="1988" w="2172">
                    <a:moveTo>
                      <a:pt x="2171" y="0"/>
                    </a:moveTo>
                    <a:lnTo>
                      <a:pt x="0" y="1671"/>
                    </a:lnTo>
                    <a:lnTo>
                      <a:pt x="285" y="1987"/>
                    </a:lnTo>
                    <a:lnTo>
                      <a:pt x="21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1"/>
              <p:cNvSpPr/>
              <p:nvPr/>
            </p:nvSpPr>
            <p:spPr>
              <a:xfrm>
                <a:off x="4708900" y="2884800"/>
                <a:ext cx="61875" cy="56525"/>
              </a:xfrm>
              <a:custGeom>
                <a:rect b="b" l="l" r="r" t="t"/>
                <a:pathLst>
                  <a:path extrusionOk="0" h="2261" w="2475">
                    <a:moveTo>
                      <a:pt x="2474" y="1"/>
                    </a:moveTo>
                    <a:lnTo>
                      <a:pt x="0" y="1942"/>
                    </a:lnTo>
                    <a:lnTo>
                      <a:pt x="285" y="2260"/>
                    </a:lnTo>
                    <a:lnTo>
                      <a:pt x="24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1"/>
              <p:cNvSpPr/>
              <p:nvPr/>
            </p:nvSpPr>
            <p:spPr>
              <a:xfrm>
                <a:off x="4701800" y="2906200"/>
                <a:ext cx="69150" cy="63075"/>
              </a:xfrm>
              <a:custGeom>
                <a:rect b="b" l="l" r="r" t="t"/>
                <a:pathLst>
                  <a:path extrusionOk="0" h="2523" w="2766">
                    <a:moveTo>
                      <a:pt x="2766" y="1"/>
                    </a:moveTo>
                    <a:lnTo>
                      <a:pt x="0" y="2205"/>
                    </a:lnTo>
                    <a:lnTo>
                      <a:pt x="286" y="2523"/>
                    </a:lnTo>
                    <a:lnTo>
                      <a:pt x="27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1"/>
              <p:cNvSpPr/>
              <p:nvPr/>
            </p:nvSpPr>
            <p:spPr>
              <a:xfrm>
                <a:off x="4698075" y="2928400"/>
                <a:ext cx="73050" cy="66550"/>
              </a:xfrm>
              <a:custGeom>
                <a:rect b="b" l="l" r="r" t="t"/>
                <a:pathLst>
                  <a:path extrusionOk="0" h="2662" w="2922">
                    <a:moveTo>
                      <a:pt x="2922" y="0"/>
                    </a:moveTo>
                    <a:lnTo>
                      <a:pt x="1" y="2343"/>
                    </a:lnTo>
                    <a:lnTo>
                      <a:pt x="287" y="2661"/>
                    </a:lnTo>
                    <a:lnTo>
                      <a:pt x="29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1"/>
              <p:cNvSpPr/>
              <p:nvPr/>
            </p:nvSpPr>
            <p:spPr>
              <a:xfrm>
                <a:off x="4692175" y="2953050"/>
                <a:ext cx="79175" cy="72100"/>
              </a:xfrm>
              <a:custGeom>
                <a:rect b="b" l="l" r="r" t="t"/>
                <a:pathLst>
                  <a:path extrusionOk="0" h="2884" w="3167">
                    <a:moveTo>
                      <a:pt x="3166" y="1"/>
                    </a:moveTo>
                    <a:lnTo>
                      <a:pt x="1" y="2566"/>
                    </a:lnTo>
                    <a:lnTo>
                      <a:pt x="287" y="2883"/>
                    </a:lnTo>
                    <a:lnTo>
                      <a:pt x="31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1"/>
              <p:cNvSpPr/>
              <p:nvPr/>
            </p:nvSpPr>
            <p:spPr>
              <a:xfrm>
                <a:off x="4748875" y="2719225"/>
                <a:ext cx="24950" cy="23250"/>
              </a:xfrm>
              <a:custGeom>
                <a:rect b="b" l="l" r="r" t="t"/>
                <a:pathLst>
                  <a:path extrusionOk="0" h="930" w="998">
                    <a:moveTo>
                      <a:pt x="997" y="1"/>
                    </a:moveTo>
                    <a:lnTo>
                      <a:pt x="0" y="613"/>
                    </a:lnTo>
                    <a:lnTo>
                      <a:pt x="286" y="929"/>
                    </a:lnTo>
                    <a:lnTo>
                      <a:pt x="9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1"/>
              <p:cNvSpPr/>
              <p:nvPr/>
            </p:nvSpPr>
            <p:spPr>
              <a:xfrm>
                <a:off x="4754575" y="2696150"/>
                <a:ext cx="19025" cy="17900"/>
              </a:xfrm>
              <a:custGeom>
                <a:rect b="b" l="l" r="r" t="t"/>
                <a:pathLst>
                  <a:path extrusionOk="0" h="716" w="761">
                    <a:moveTo>
                      <a:pt x="761" y="0"/>
                    </a:moveTo>
                    <a:lnTo>
                      <a:pt x="0" y="398"/>
                    </a:lnTo>
                    <a:lnTo>
                      <a:pt x="286" y="715"/>
                    </a:lnTo>
                    <a:lnTo>
                      <a:pt x="7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1"/>
              <p:cNvSpPr/>
              <p:nvPr/>
            </p:nvSpPr>
            <p:spPr>
              <a:xfrm>
                <a:off x="4757775" y="2676400"/>
                <a:ext cx="19025" cy="17875"/>
              </a:xfrm>
              <a:custGeom>
                <a:rect b="b" l="l" r="r" t="t"/>
                <a:pathLst>
                  <a:path extrusionOk="0" h="715" w="761">
                    <a:moveTo>
                      <a:pt x="761" y="0"/>
                    </a:moveTo>
                    <a:lnTo>
                      <a:pt x="0" y="397"/>
                    </a:lnTo>
                    <a:lnTo>
                      <a:pt x="285" y="714"/>
                    </a:lnTo>
                    <a:lnTo>
                      <a:pt x="7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1"/>
              <p:cNvSpPr/>
              <p:nvPr/>
            </p:nvSpPr>
            <p:spPr>
              <a:xfrm>
                <a:off x="4742975" y="2743100"/>
                <a:ext cx="31025" cy="28725"/>
              </a:xfrm>
              <a:custGeom>
                <a:rect b="b" l="l" r="r" t="t"/>
                <a:pathLst>
                  <a:path extrusionOk="0" h="1149" w="1241">
                    <a:moveTo>
                      <a:pt x="1240" y="0"/>
                    </a:moveTo>
                    <a:lnTo>
                      <a:pt x="0" y="831"/>
                    </a:lnTo>
                    <a:lnTo>
                      <a:pt x="285" y="1149"/>
                    </a:lnTo>
                    <a:lnTo>
                      <a:pt x="12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1"/>
              <p:cNvSpPr/>
              <p:nvPr/>
            </p:nvSpPr>
            <p:spPr>
              <a:xfrm>
                <a:off x="4737675" y="2764500"/>
                <a:ext cx="36525" cy="33650"/>
              </a:xfrm>
              <a:custGeom>
                <a:rect b="b" l="l" r="r" t="t"/>
                <a:pathLst>
                  <a:path extrusionOk="0" h="1346" w="1461">
                    <a:moveTo>
                      <a:pt x="1461" y="1"/>
                    </a:moveTo>
                    <a:lnTo>
                      <a:pt x="1" y="1028"/>
                    </a:lnTo>
                    <a:lnTo>
                      <a:pt x="285" y="1346"/>
                    </a:lnTo>
                    <a:lnTo>
                      <a:pt x="14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1"/>
              <p:cNvSpPr/>
              <p:nvPr/>
            </p:nvSpPr>
            <p:spPr>
              <a:xfrm>
                <a:off x="4732150" y="2786675"/>
                <a:ext cx="42200" cy="38750"/>
              </a:xfrm>
              <a:custGeom>
                <a:rect b="b" l="l" r="r" t="t"/>
                <a:pathLst>
                  <a:path extrusionOk="0" h="1550" w="1688">
                    <a:moveTo>
                      <a:pt x="1688" y="1"/>
                    </a:moveTo>
                    <a:lnTo>
                      <a:pt x="1" y="1233"/>
                    </a:lnTo>
                    <a:lnTo>
                      <a:pt x="288" y="1549"/>
                    </a:lnTo>
                    <a:lnTo>
                      <a:pt x="16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1"/>
              <p:cNvSpPr/>
              <p:nvPr/>
            </p:nvSpPr>
            <p:spPr>
              <a:xfrm>
                <a:off x="4725875" y="2811350"/>
                <a:ext cx="48725" cy="44625"/>
              </a:xfrm>
              <a:custGeom>
                <a:rect b="b" l="l" r="r" t="t"/>
                <a:pathLst>
                  <a:path extrusionOk="0" h="1785" w="1949">
                    <a:moveTo>
                      <a:pt x="1948" y="0"/>
                    </a:moveTo>
                    <a:lnTo>
                      <a:pt x="0" y="1467"/>
                    </a:lnTo>
                    <a:lnTo>
                      <a:pt x="287" y="1784"/>
                    </a:lnTo>
                    <a:lnTo>
                      <a:pt x="19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1"/>
              <p:cNvSpPr/>
              <p:nvPr/>
            </p:nvSpPr>
            <p:spPr>
              <a:xfrm>
                <a:off x="4720575" y="2833525"/>
                <a:ext cx="54200" cy="49550"/>
              </a:xfrm>
              <a:custGeom>
                <a:rect b="b" l="l" r="r" t="t"/>
                <a:pathLst>
                  <a:path extrusionOk="0" h="1982" w="2168">
                    <a:moveTo>
                      <a:pt x="2167" y="1"/>
                    </a:moveTo>
                    <a:lnTo>
                      <a:pt x="1" y="1665"/>
                    </a:lnTo>
                    <a:lnTo>
                      <a:pt x="287" y="1981"/>
                    </a:lnTo>
                    <a:lnTo>
                      <a:pt x="21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1"/>
              <p:cNvSpPr/>
              <p:nvPr/>
            </p:nvSpPr>
            <p:spPr>
              <a:xfrm>
                <a:off x="4681750" y="3307700"/>
                <a:ext cx="194225" cy="475900"/>
              </a:xfrm>
              <a:custGeom>
                <a:rect b="b" l="l" r="r" t="t"/>
                <a:pathLst>
                  <a:path extrusionOk="0" h="19036" w="7769">
                    <a:moveTo>
                      <a:pt x="7284" y="427"/>
                    </a:moveTo>
                    <a:lnTo>
                      <a:pt x="3807" y="17716"/>
                    </a:lnTo>
                    <a:lnTo>
                      <a:pt x="481" y="485"/>
                    </a:lnTo>
                    <a:lnTo>
                      <a:pt x="7284" y="427"/>
                    </a:lnTo>
                    <a:close/>
                    <a:moveTo>
                      <a:pt x="7545" y="0"/>
                    </a:moveTo>
                    <a:lnTo>
                      <a:pt x="222" y="61"/>
                    </a:lnTo>
                    <a:cubicBezTo>
                      <a:pt x="158" y="62"/>
                      <a:pt x="99" y="90"/>
                      <a:pt x="58" y="140"/>
                    </a:cubicBezTo>
                    <a:cubicBezTo>
                      <a:pt x="16" y="187"/>
                      <a:pt x="1" y="253"/>
                      <a:pt x="13" y="315"/>
                    </a:cubicBezTo>
                    <a:lnTo>
                      <a:pt x="3593" y="18862"/>
                    </a:lnTo>
                    <a:cubicBezTo>
                      <a:pt x="3612" y="18963"/>
                      <a:pt x="3700" y="19033"/>
                      <a:pt x="3803" y="19035"/>
                    </a:cubicBezTo>
                    <a:cubicBezTo>
                      <a:pt x="3905" y="19035"/>
                      <a:pt x="3993" y="18963"/>
                      <a:pt x="4016" y="18863"/>
                    </a:cubicBezTo>
                    <a:lnTo>
                      <a:pt x="7758" y="255"/>
                    </a:lnTo>
                    <a:cubicBezTo>
                      <a:pt x="7769" y="192"/>
                      <a:pt x="7753" y="126"/>
                      <a:pt x="7712" y="78"/>
                    </a:cubicBezTo>
                    <a:cubicBezTo>
                      <a:pt x="7671" y="28"/>
                      <a:pt x="7612" y="0"/>
                      <a:pt x="75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1"/>
              <p:cNvSpPr/>
              <p:nvPr/>
            </p:nvSpPr>
            <p:spPr>
              <a:xfrm>
                <a:off x="4772300" y="3311625"/>
                <a:ext cx="8100" cy="466600"/>
              </a:xfrm>
              <a:custGeom>
                <a:rect b="b" l="l" r="r" t="t"/>
                <a:pathLst>
                  <a:path extrusionOk="0" h="18664" w="324">
                    <a:moveTo>
                      <a:pt x="0" y="0"/>
                    </a:moveTo>
                    <a:lnTo>
                      <a:pt x="39" y="18664"/>
                    </a:lnTo>
                    <a:lnTo>
                      <a:pt x="323" y="18664"/>
                    </a:lnTo>
                    <a:lnTo>
                      <a:pt x="2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1"/>
              <p:cNvSpPr/>
              <p:nvPr/>
            </p:nvSpPr>
            <p:spPr>
              <a:xfrm>
                <a:off x="4779850" y="3354350"/>
                <a:ext cx="85025" cy="77325"/>
              </a:xfrm>
              <a:custGeom>
                <a:rect b="b" l="l" r="r" t="t"/>
                <a:pathLst>
                  <a:path extrusionOk="0" h="3093" w="3401">
                    <a:moveTo>
                      <a:pt x="3113" y="1"/>
                    </a:moveTo>
                    <a:lnTo>
                      <a:pt x="1" y="3093"/>
                    </a:lnTo>
                    <a:lnTo>
                      <a:pt x="3400" y="319"/>
                    </a:lnTo>
                    <a:lnTo>
                      <a:pt x="3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1"/>
              <p:cNvSpPr/>
              <p:nvPr/>
            </p:nvSpPr>
            <p:spPr>
              <a:xfrm>
                <a:off x="4779625" y="3330525"/>
                <a:ext cx="85025" cy="77300"/>
              </a:xfrm>
              <a:custGeom>
                <a:rect b="b" l="l" r="r" t="t"/>
                <a:pathLst>
                  <a:path extrusionOk="0" h="3092" w="3401">
                    <a:moveTo>
                      <a:pt x="3115" y="0"/>
                    </a:moveTo>
                    <a:lnTo>
                      <a:pt x="0" y="3092"/>
                    </a:lnTo>
                    <a:lnTo>
                      <a:pt x="3401" y="317"/>
                    </a:lnTo>
                    <a:lnTo>
                      <a:pt x="3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1"/>
              <p:cNvSpPr/>
              <p:nvPr/>
            </p:nvSpPr>
            <p:spPr>
              <a:xfrm>
                <a:off x="4779475" y="3309125"/>
                <a:ext cx="85000" cy="77325"/>
              </a:xfrm>
              <a:custGeom>
                <a:rect b="b" l="l" r="r" t="t"/>
                <a:pathLst>
                  <a:path extrusionOk="0" h="3093" w="3400">
                    <a:moveTo>
                      <a:pt x="3115" y="0"/>
                    </a:moveTo>
                    <a:lnTo>
                      <a:pt x="0" y="3092"/>
                    </a:lnTo>
                    <a:lnTo>
                      <a:pt x="3400" y="317"/>
                    </a:lnTo>
                    <a:lnTo>
                      <a:pt x="3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1"/>
              <p:cNvSpPr/>
              <p:nvPr/>
            </p:nvSpPr>
            <p:spPr>
              <a:xfrm>
                <a:off x="4779250" y="3309350"/>
                <a:ext cx="59325" cy="54900"/>
              </a:xfrm>
              <a:custGeom>
                <a:rect b="b" l="l" r="r" t="t"/>
                <a:pathLst>
                  <a:path extrusionOk="0" h="2196" w="2373">
                    <a:moveTo>
                      <a:pt x="2085" y="0"/>
                    </a:moveTo>
                    <a:lnTo>
                      <a:pt x="1" y="2196"/>
                    </a:lnTo>
                    <a:lnTo>
                      <a:pt x="2373" y="316"/>
                    </a:lnTo>
                    <a:lnTo>
                      <a:pt x="20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1"/>
              <p:cNvSpPr/>
              <p:nvPr/>
            </p:nvSpPr>
            <p:spPr>
              <a:xfrm>
                <a:off x="4779075" y="3309900"/>
                <a:ext cx="32150" cy="29675"/>
              </a:xfrm>
              <a:custGeom>
                <a:rect b="b" l="l" r="r" t="t"/>
                <a:pathLst>
                  <a:path extrusionOk="0" h="1187" w="1286">
                    <a:moveTo>
                      <a:pt x="998" y="0"/>
                    </a:moveTo>
                    <a:lnTo>
                      <a:pt x="1" y="1187"/>
                    </a:lnTo>
                    <a:lnTo>
                      <a:pt x="1285" y="317"/>
                    </a:lnTo>
                    <a:lnTo>
                      <a:pt x="9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1"/>
              <p:cNvSpPr/>
              <p:nvPr/>
            </p:nvSpPr>
            <p:spPr>
              <a:xfrm>
                <a:off x="4780775" y="3496300"/>
                <a:ext cx="54350" cy="49675"/>
              </a:xfrm>
              <a:custGeom>
                <a:rect b="b" l="l" r="r" t="t"/>
                <a:pathLst>
                  <a:path extrusionOk="0" h="1987" w="2174">
                    <a:moveTo>
                      <a:pt x="1888" y="1"/>
                    </a:moveTo>
                    <a:lnTo>
                      <a:pt x="1" y="1987"/>
                    </a:lnTo>
                    <a:lnTo>
                      <a:pt x="2174" y="318"/>
                    </a:lnTo>
                    <a:lnTo>
                      <a:pt x="18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1"/>
              <p:cNvSpPr/>
              <p:nvPr/>
            </p:nvSpPr>
            <p:spPr>
              <a:xfrm>
                <a:off x="4780600" y="3465600"/>
                <a:ext cx="61875" cy="56525"/>
              </a:xfrm>
              <a:custGeom>
                <a:rect b="b" l="l" r="r" t="t"/>
                <a:pathLst>
                  <a:path extrusionOk="0" h="2261" w="2475">
                    <a:moveTo>
                      <a:pt x="2189" y="1"/>
                    </a:moveTo>
                    <a:lnTo>
                      <a:pt x="1" y="2260"/>
                    </a:lnTo>
                    <a:lnTo>
                      <a:pt x="2475" y="319"/>
                    </a:lnTo>
                    <a:lnTo>
                      <a:pt x="21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1"/>
              <p:cNvSpPr/>
              <p:nvPr/>
            </p:nvSpPr>
            <p:spPr>
              <a:xfrm>
                <a:off x="4780425" y="3437675"/>
                <a:ext cx="69150" cy="63025"/>
              </a:xfrm>
              <a:custGeom>
                <a:rect b="b" l="l" r="r" t="t"/>
                <a:pathLst>
                  <a:path extrusionOk="0" h="2521" w="2766">
                    <a:moveTo>
                      <a:pt x="2481" y="0"/>
                    </a:moveTo>
                    <a:lnTo>
                      <a:pt x="0" y="2521"/>
                    </a:lnTo>
                    <a:lnTo>
                      <a:pt x="0" y="2521"/>
                    </a:lnTo>
                    <a:lnTo>
                      <a:pt x="2765" y="317"/>
                    </a:lnTo>
                    <a:lnTo>
                      <a:pt x="24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1"/>
              <p:cNvSpPr/>
              <p:nvPr/>
            </p:nvSpPr>
            <p:spPr>
              <a:xfrm>
                <a:off x="4780250" y="3411975"/>
                <a:ext cx="73025" cy="66550"/>
              </a:xfrm>
              <a:custGeom>
                <a:rect b="b" l="l" r="r" t="t"/>
                <a:pathLst>
                  <a:path extrusionOk="0" h="2662" w="2921">
                    <a:moveTo>
                      <a:pt x="2635" y="1"/>
                    </a:moveTo>
                    <a:lnTo>
                      <a:pt x="0" y="2662"/>
                    </a:lnTo>
                    <a:lnTo>
                      <a:pt x="2921" y="318"/>
                    </a:lnTo>
                    <a:lnTo>
                      <a:pt x="26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1"/>
              <p:cNvSpPr/>
              <p:nvPr/>
            </p:nvSpPr>
            <p:spPr>
              <a:xfrm>
                <a:off x="4780000" y="3381825"/>
                <a:ext cx="79200" cy="72050"/>
              </a:xfrm>
              <a:custGeom>
                <a:rect b="b" l="l" r="r" t="t"/>
                <a:pathLst>
                  <a:path extrusionOk="0" h="2882" w="3168">
                    <a:moveTo>
                      <a:pt x="2882" y="1"/>
                    </a:moveTo>
                    <a:lnTo>
                      <a:pt x="1" y="2881"/>
                    </a:lnTo>
                    <a:lnTo>
                      <a:pt x="3167" y="317"/>
                    </a:lnTo>
                    <a:lnTo>
                      <a:pt x="28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1"/>
              <p:cNvSpPr/>
              <p:nvPr/>
            </p:nvSpPr>
            <p:spPr>
              <a:xfrm>
                <a:off x="4777550" y="3664450"/>
                <a:ext cx="25000" cy="23250"/>
              </a:xfrm>
              <a:custGeom>
                <a:rect b="b" l="l" r="r" t="t"/>
                <a:pathLst>
                  <a:path extrusionOk="0" h="930" w="1000">
                    <a:moveTo>
                      <a:pt x="713" y="1"/>
                    </a:moveTo>
                    <a:lnTo>
                      <a:pt x="1" y="929"/>
                    </a:lnTo>
                    <a:lnTo>
                      <a:pt x="999" y="319"/>
                    </a:lnTo>
                    <a:lnTo>
                      <a:pt x="7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1"/>
              <p:cNvSpPr/>
              <p:nvPr/>
            </p:nvSpPr>
            <p:spPr>
              <a:xfrm>
                <a:off x="4777775" y="3692900"/>
                <a:ext cx="19025" cy="17900"/>
              </a:xfrm>
              <a:custGeom>
                <a:rect b="b" l="l" r="r" t="t"/>
                <a:pathLst>
                  <a:path extrusionOk="0" h="716" w="761">
                    <a:moveTo>
                      <a:pt x="476" y="1"/>
                    </a:moveTo>
                    <a:lnTo>
                      <a:pt x="0" y="716"/>
                    </a:lnTo>
                    <a:lnTo>
                      <a:pt x="0" y="716"/>
                    </a:lnTo>
                    <a:lnTo>
                      <a:pt x="760" y="317"/>
                    </a:lnTo>
                    <a:lnTo>
                      <a:pt x="4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1"/>
              <p:cNvSpPr/>
              <p:nvPr/>
            </p:nvSpPr>
            <p:spPr>
              <a:xfrm>
                <a:off x="4774600" y="3712650"/>
                <a:ext cx="19000" cy="17925"/>
              </a:xfrm>
              <a:custGeom>
                <a:rect b="b" l="l" r="r" t="t"/>
                <a:pathLst>
                  <a:path extrusionOk="0" h="717" w="760">
                    <a:moveTo>
                      <a:pt x="475" y="1"/>
                    </a:moveTo>
                    <a:lnTo>
                      <a:pt x="0" y="717"/>
                    </a:lnTo>
                    <a:lnTo>
                      <a:pt x="0" y="717"/>
                    </a:lnTo>
                    <a:lnTo>
                      <a:pt x="759" y="318"/>
                    </a:lnTo>
                    <a:lnTo>
                      <a:pt x="4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1"/>
              <p:cNvSpPr/>
              <p:nvPr/>
            </p:nvSpPr>
            <p:spPr>
              <a:xfrm>
                <a:off x="4777375" y="3635125"/>
                <a:ext cx="31025" cy="28700"/>
              </a:xfrm>
              <a:custGeom>
                <a:rect b="b" l="l" r="r" t="t"/>
                <a:pathLst>
                  <a:path extrusionOk="0" h="1148" w="1241">
                    <a:moveTo>
                      <a:pt x="955" y="0"/>
                    </a:moveTo>
                    <a:lnTo>
                      <a:pt x="1" y="1148"/>
                    </a:lnTo>
                    <a:lnTo>
                      <a:pt x="1241" y="317"/>
                    </a:lnTo>
                    <a:lnTo>
                      <a:pt x="9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1"/>
              <p:cNvSpPr/>
              <p:nvPr/>
            </p:nvSpPr>
            <p:spPr>
              <a:xfrm>
                <a:off x="4777175" y="3608825"/>
                <a:ext cx="36550" cy="33600"/>
              </a:xfrm>
              <a:custGeom>
                <a:rect b="b" l="l" r="r" t="t"/>
                <a:pathLst>
                  <a:path extrusionOk="0" h="1344" w="1462">
                    <a:moveTo>
                      <a:pt x="1175" y="0"/>
                    </a:moveTo>
                    <a:lnTo>
                      <a:pt x="0" y="1343"/>
                    </a:lnTo>
                    <a:lnTo>
                      <a:pt x="0" y="1343"/>
                    </a:lnTo>
                    <a:lnTo>
                      <a:pt x="1461" y="317"/>
                    </a:lnTo>
                    <a:lnTo>
                      <a:pt x="11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1"/>
              <p:cNvSpPr/>
              <p:nvPr/>
            </p:nvSpPr>
            <p:spPr>
              <a:xfrm>
                <a:off x="4777000" y="3581500"/>
                <a:ext cx="42200" cy="38750"/>
              </a:xfrm>
              <a:custGeom>
                <a:rect b="b" l="l" r="r" t="t"/>
                <a:pathLst>
                  <a:path extrusionOk="0" h="1550" w="1688">
                    <a:moveTo>
                      <a:pt x="1401" y="0"/>
                    </a:moveTo>
                    <a:lnTo>
                      <a:pt x="0" y="1549"/>
                    </a:lnTo>
                    <a:lnTo>
                      <a:pt x="1688" y="317"/>
                    </a:lnTo>
                    <a:lnTo>
                      <a:pt x="14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4776775" y="3550950"/>
                <a:ext cx="48725" cy="44625"/>
              </a:xfrm>
              <a:custGeom>
                <a:rect b="b" l="l" r="r" t="t"/>
                <a:pathLst>
                  <a:path extrusionOk="0" h="1785" w="1949">
                    <a:moveTo>
                      <a:pt x="1662" y="1"/>
                    </a:moveTo>
                    <a:lnTo>
                      <a:pt x="1" y="1785"/>
                    </a:lnTo>
                    <a:lnTo>
                      <a:pt x="1" y="1785"/>
                    </a:lnTo>
                    <a:lnTo>
                      <a:pt x="1949" y="319"/>
                    </a:lnTo>
                    <a:lnTo>
                      <a:pt x="16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4776600" y="3523850"/>
                <a:ext cx="54200" cy="49575"/>
              </a:xfrm>
              <a:custGeom>
                <a:rect b="b" l="l" r="r" t="t"/>
                <a:pathLst>
                  <a:path extrusionOk="0" h="1983" w="2168">
                    <a:moveTo>
                      <a:pt x="1880" y="0"/>
                    </a:moveTo>
                    <a:lnTo>
                      <a:pt x="1" y="1982"/>
                    </a:lnTo>
                    <a:lnTo>
                      <a:pt x="2167" y="317"/>
                    </a:lnTo>
                    <a:lnTo>
                      <a:pt x="18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4878550" y="3104900"/>
                <a:ext cx="475900" cy="193800"/>
              </a:xfrm>
              <a:custGeom>
                <a:rect b="b" l="l" r="r" t="t"/>
                <a:pathLst>
                  <a:path extrusionOk="0" h="7752" w="19036">
                    <a:moveTo>
                      <a:pt x="429" y="476"/>
                    </a:moveTo>
                    <a:lnTo>
                      <a:pt x="17716" y="3951"/>
                    </a:lnTo>
                    <a:lnTo>
                      <a:pt x="486" y="7279"/>
                    </a:lnTo>
                    <a:lnTo>
                      <a:pt x="429" y="476"/>
                    </a:lnTo>
                    <a:close/>
                    <a:moveTo>
                      <a:pt x="219" y="1"/>
                    </a:moveTo>
                    <a:cubicBezTo>
                      <a:pt x="164" y="1"/>
                      <a:pt x="119" y="13"/>
                      <a:pt x="77" y="48"/>
                    </a:cubicBezTo>
                    <a:cubicBezTo>
                      <a:pt x="27" y="90"/>
                      <a:pt x="0" y="151"/>
                      <a:pt x="0" y="215"/>
                    </a:cubicBezTo>
                    <a:lnTo>
                      <a:pt x="61" y="7538"/>
                    </a:lnTo>
                    <a:cubicBezTo>
                      <a:pt x="61" y="7602"/>
                      <a:pt x="89" y="7662"/>
                      <a:pt x="138" y="7702"/>
                    </a:cubicBezTo>
                    <a:cubicBezTo>
                      <a:pt x="177" y="7735"/>
                      <a:pt x="225" y="7751"/>
                      <a:pt x="273" y="7751"/>
                    </a:cubicBezTo>
                    <a:cubicBezTo>
                      <a:pt x="288" y="7751"/>
                      <a:pt x="300" y="7750"/>
                      <a:pt x="315" y="7747"/>
                    </a:cubicBezTo>
                    <a:lnTo>
                      <a:pt x="18863" y="4163"/>
                    </a:lnTo>
                    <a:cubicBezTo>
                      <a:pt x="18963" y="4144"/>
                      <a:pt x="19036" y="4055"/>
                      <a:pt x="19036" y="3954"/>
                    </a:cubicBezTo>
                    <a:cubicBezTo>
                      <a:pt x="19036" y="3852"/>
                      <a:pt x="18964" y="3764"/>
                      <a:pt x="18865" y="3744"/>
                    </a:cubicBezTo>
                    <a:lnTo>
                      <a:pt x="257" y="3"/>
                    </a:lnTo>
                    <a:cubicBezTo>
                      <a:pt x="244" y="2"/>
                      <a:pt x="231"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4882500" y="3200250"/>
                <a:ext cx="466625" cy="8075"/>
              </a:xfrm>
              <a:custGeom>
                <a:rect b="b" l="l" r="r" t="t"/>
                <a:pathLst>
                  <a:path extrusionOk="0" h="323" w="18665">
                    <a:moveTo>
                      <a:pt x="18664" y="0"/>
                    </a:moveTo>
                    <a:lnTo>
                      <a:pt x="1" y="38"/>
                    </a:lnTo>
                    <a:lnTo>
                      <a:pt x="1" y="323"/>
                    </a:lnTo>
                    <a:lnTo>
                      <a:pt x="18664" y="285"/>
                    </a:lnTo>
                    <a:lnTo>
                      <a:pt x="186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4925225" y="3115800"/>
                <a:ext cx="77350" cy="85025"/>
              </a:xfrm>
              <a:custGeom>
                <a:rect b="b" l="l" r="r" t="t"/>
                <a:pathLst>
                  <a:path extrusionOk="0" h="3401" w="3094">
                    <a:moveTo>
                      <a:pt x="318" y="0"/>
                    </a:moveTo>
                    <a:lnTo>
                      <a:pt x="1" y="286"/>
                    </a:lnTo>
                    <a:lnTo>
                      <a:pt x="3094" y="3401"/>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4901375" y="3115975"/>
                <a:ext cx="77350" cy="85050"/>
              </a:xfrm>
              <a:custGeom>
                <a:rect b="b" l="l" r="r" t="t"/>
                <a:pathLst>
                  <a:path extrusionOk="0" h="3402" w="3094">
                    <a:moveTo>
                      <a:pt x="318" y="0"/>
                    </a:moveTo>
                    <a:lnTo>
                      <a:pt x="0" y="287"/>
                    </a:lnTo>
                    <a:lnTo>
                      <a:pt x="3093" y="3402"/>
                    </a:lnTo>
                    <a:lnTo>
                      <a:pt x="3093" y="3402"/>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4879950" y="3116175"/>
                <a:ext cx="77375" cy="85025"/>
              </a:xfrm>
              <a:custGeom>
                <a:rect b="b" l="l" r="r" t="t"/>
                <a:pathLst>
                  <a:path extrusionOk="0" h="3401" w="3095">
                    <a:moveTo>
                      <a:pt x="319" y="1"/>
                    </a:moveTo>
                    <a:lnTo>
                      <a:pt x="1" y="286"/>
                    </a:lnTo>
                    <a:lnTo>
                      <a:pt x="3094" y="3400"/>
                    </a:lnTo>
                    <a:lnTo>
                      <a:pt x="3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4880225" y="3142075"/>
                <a:ext cx="54900" cy="59300"/>
              </a:xfrm>
              <a:custGeom>
                <a:rect b="b" l="l" r="r" t="t"/>
                <a:pathLst>
                  <a:path extrusionOk="0" h="2372" w="2196">
                    <a:moveTo>
                      <a:pt x="315" y="0"/>
                    </a:moveTo>
                    <a:lnTo>
                      <a:pt x="0" y="287"/>
                    </a:lnTo>
                    <a:lnTo>
                      <a:pt x="2196" y="2371"/>
                    </a:lnTo>
                    <a:lnTo>
                      <a:pt x="3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4880750" y="3169475"/>
                <a:ext cx="29700" cy="32125"/>
              </a:xfrm>
              <a:custGeom>
                <a:rect b="b" l="l" r="r" t="t"/>
                <a:pathLst>
                  <a:path extrusionOk="0" h="1285" w="1188">
                    <a:moveTo>
                      <a:pt x="319" y="0"/>
                    </a:moveTo>
                    <a:lnTo>
                      <a:pt x="1" y="285"/>
                    </a:lnTo>
                    <a:lnTo>
                      <a:pt x="1187" y="1285"/>
                    </a:lnTo>
                    <a:lnTo>
                      <a:pt x="3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5067175" y="3145500"/>
                <a:ext cx="49700" cy="54350"/>
              </a:xfrm>
              <a:custGeom>
                <a:rect b="b" l="l" r="r" t="t"/>
                <a:pathLst>
                  <a:path extrusionOk="0" h="2174" w="1988">
                    <a:moveTo>
                      <a:pt x="317" y="1"/>
                    </a:moveTo>
                    <a:lnTo>
                      <a:pt x="0" y="287"/>
                    </a:lnTo>
                    <a:lnTo>
                      <a:pt x="1987" y="2173"/>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5036500" y="3138150"/>
                <a:ext cx="56525" cy="61900"/>
              </a:xfrm>
              <a:custGeom>
                <a:rect b="b" l="l" r="r" t="t"/>
                <a:pathLst>
                  <a:path extrusionOk="0" h="2476" w="2261">
                    <a:moveTo>
                      <a:pt x="317" y="1"/>
                    </a:moveTo>
                    <a:lnTo>
                      <a:pt x="1" y="287"/>
                    </a:lnTo>
                    <a:lnTo>
                      <a:pt x="2260" y="2476"/>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5008550" y="3131050"/>
                <a:ext cx="63050" cy="69150"/>
              </a:xfrm>
              <a:custGeom>
                <a:rect b="b" l="l" r="r" t="t"/>
                <a:pathLst>
                  <a:path extrusionOk="0" h="2766" w="2522">
                    <a:moveTo>
                      <a:pt x="318" y="1"/>
                    </a:moveTo>
                    <a:lnTo>
                      <a:pt x="0" y="288"/>
                    </a:lnTo>
                    <a:lnTo>
                      <a:pt x="2522" y="2766"/>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4982875" y="3127400"/>
                <a:ext cx="66550" cy="73025"/>
              </a:xfrm>
              <a:custGeom>
                <a:rect b="b" l="l" r="r" t="t"/>
                <a:pathLst>
                  <a:path extrusionOk="0" h="2921" w="2662">
                    <a:moveTo>
                      <a:pt x="318" y="0"/>
                    </a:moveTo>
                    <a:lnTo>
                      <a:pt x="1" y="285"/>
                    </a:lnTo>
                    <a:lnTo>
                      <a:pt x="2661" y="2920"/>
                    </a:lnTo>
                    <a:lnTo>
                      <a:pt x="2661" y="2920"/>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1"/>
              <p:cNvSpPr/>
              <p:nvPr/>
            </p:nvSpPr>
            <p:spPr>
              <a:xfrm>
                <a:off x="4952675" y="3121475"/>
                <a:ext cx="72100" cy="79175"/>
              </a:xfrm>
              <a:custGeom>
                <a:rect b="b" l="l" r="r" t="t"/>
                <a:pathLst>
                  <a:path extrusionOk="0" h="3167" w="2884">
                    <a:moveTo>
                      <a:pt x="317" y="0"/>
                    </a:moveTo>
                    <a:lnTo>
                      <a:pt x="0" y="285"/>
                    </a:lnTo>
                    <a:lnTo>
                      <a:pt x="2883" y="3166"/>
                    </a:lnTo>
                    <a:lnTo>
                      <a:pt x="3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1"/>
              <p:cNvSpPr/>
              <p:nvPr/>
            </p:nvSpPr>
            <p:spPr>
              <a:xfrm>
                <a:off x="5235350" y="3178125"/>
                <a:ext cx="23225" cy="24950"/>
              </a:xfrm>
              <a:custGeom>
                <a:rect b="b" l="l" r="r" t="t"/>
                <a:pathLst>
                  <a:path extrusionOk="0" h="998" w="929">
                    <a:moveTo>
                      <a:pt x="317" y="1"/>
                    </a:moveTo>
                    <a:lnTo>
                      <a:pt x="0" y="287"/>
                    </a:lnTo>
                    <a:lnTo>
                      <a:pt x="929" y="997"/>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1"/>
              <p:cNvSpPr/>
              <p:nvPr/>
            </p:nvSpPr>
            <p:spPr>
              <a:xfrm>
                <a:off x="5263775" y="3183850"/>
                <a:ext cx="17900" cy="19050"/>
              </a:xfrm>
              <a:custGeom>
                <a:rect b="b" l="l" r="r" t="t"/>
                <a:pathLst>
                  <a:path extrusionOk="0" h="762" w="716">
                    <a:moveTo>
                      <a:pt x="318" y="1"/>
                    </a:moveTo>
                    <a:lnTo>
                      <a:pt x="0" y="286"/>
                    </a:lnTo>
                    <a:lnTo>
                      <a:pt x="715" y="761"/>
                    </a:lnTo>
                    <a:lnTo>
                      <a:pt x="715" y="761"/>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1"/>
              <p:cNvSpPr/>
              <p:nvPr/>
            </p:nvSpPr>
            <p:spPr>
              <a:xfrm>
                <a:off x="5283525" y="3187025"/>
                <a:ext cx="17900" cy="19075"/>
              </a:xfrm>
              <a:custGeom>
                <a:rect b="b" l="l" r="r" t="t"/>
                <a:pathLst>
                  <a:path extrusionOk="0" h="763" w="716">
                    <a:moveTo>
                      <a:pt x="318" y="1"/>
                    </a:moveTo>
                    <a:lnTo>
                      <a:pt x="1" y="287"/>
                    </a:lnTo>
                    <a:lnTo>
                      <a:pt x="716" y="762"/>
                    </a:lnTo>
                    <a:lnTo>
                      <a:pt x="716" y="762"/>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5206000" y="3172250"/>
                <a:ext cx="28725" cy="31025"/>
              </a:xfrm>
              <a:custGeom>
                <a:rect b="b" l="l" r="r" t="t"/>
                <a:pathLst>
                  <a:path extrusionOk="0" h="1241" w="1149">
                    <a:moveTo>
                      <a:pt x="318" y="1"/>
                    </a:moveTo>
                    <a:lnTo>
                      <a:pt x="0" y="286"/>
                    </a:lnTo>
                    <a:lnTo>
                      <a:pt x="1149" y="1241"/>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5179650" y="3166950"/>
                <a:ext cx="33675" cy="36525"/>
              </a:xfrm>
              <a:custGeom>
                <a:rect b="b" l="l" r="r" t="t"/>
                <a:pathLst>
                  <a:path extrusionOk="0" h="1461" w="1347">
                    <a:moveTo>
                      <a:pt x="318" y="0"/>
                    </a:moveTo>
                    <a:lnTo>
                      <a:pt x="1" y="286"/>
                    </a:lnTo>
                    <a:lnTo>
                      <a:pt x="1346" y="1461"/>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5152375" y="3161475"/>
                <a:ext cx="38750" cy="42200"/>
              </a:xfrm>
              <a:custGeom>
                <a:rect b="b" l="l" r="r" t="t"/>
                <a:pathLst>
                  <a:path extrusionOk="0" h="1688" w="1550">
                    <a:moveTo>
                      <a:pt x="318" y="0"/>
                    </a:moveTo>
                    <a:lnTo>
                      <a:pt x="0" y="285"/>
                    </a:lnTo>
                    <a:lnTo>
                      <a:pt x="1550" y="1687"/>
                    </a:lnTo>
                    <a:lnTo>
                      <a:pt x="3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5121850" y="3155150"/>
                <a:ext cx="44600" cy="48725"/>
              </a:xfrm>
              <a:custGeom>
                <a:rect b="b" l="l" r="r" t="t"/>
                <a:pathLst>
                  <a:path extrusionOk="0" h="1949" w="1784">
                    <a:moveTo>
                      <a:pt x="317" y="0"/>
                    </a:moveTo>
                    <a:lnTo>
                      <a:pt x="1" y="287"/>
                    </a:lnTo>
                    <a:lnTo>
                      <a:pt x="1784" y="1948"/>
                    </a:lnTo>
                    <a:lnTo>
                      <a:pt x="3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5094725" y="3149850"/>
                <a:ext cx="49550" cy="54200"/>
              </a:xfrm>
              <a:custGeom>
                <a:rect b="b" l="l" r="r" t="t"/>
                <a:pathLst>
                  <a:path extrusionOk="0" h="2168" w="1982">
                    <a:moveTo>
                      <a:pt x="318" y="1"/>
                    </a:moveTo>
                    <a:lnTo>
                      <a:pt x="0" y="288"/>
                    </a:lnTo>
                    <a:lnTo>
                      <a:pt x="1981" y="2168"/>
                    </a:lnTo>
                    <a:lnTo>
                      <a:pt x="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1"/>
              <p:cNvSpPr/>
              <p:nvPr/>
            </p:nvSpPr>
            <p:spPr>
              <a:xfrm>
                <a:off x="4196400" y="3106750"/>
                <a:ext cx="475950" cy="193775"/>
              </a:xfrm>
              <a:custGeom>
                <a:rect b="b" l="l" r="r" t="t"/>
                <a:pathLst>
                  <a:path extrusionOk="0" h="7751" w="19038">
                    <a:moveTo>
                      <a:pt x="18552" y="471"/>
                    </a:moveTo>
                    <a:lnTo>
                      <a:pt x="18610" y="7275"/>
                    </a:lnTo>
                    <a:lnTo>
                      <a:pt x="1321" y="3799"/>
                    </a:lnTo>
                    <a:lnTo>
                      <a:pt x="18552" y="471"/>
                    </a:lnTo>
                    <a:close/>
                    <a:moveTo>
                      <a:pt x="18764" y="0"/>
                    </a:moveTo>
                    <a:cubicBezTo>
                      <a:pt x="18750" y="0"/>
                      <a:pt x="18736" y="2"/>
                      <a:pt x="18721" y="5"/>
                    </a:cubicBezTo>
                    <a:lnTo>
                      <a:pt x="173" y="3586"/>
                    </a:lnTo>
                    <a:cubicBezTo>
                      <a:pt x="73" y="3606"/>
                      <a:pt x="0" y="3694"/>
                      <a:pt x="0" y="3795"/>
                    </a:cubicBezTo>
                    <a:cubicBezTo>
                      <a:pt x="0" y="3897"/>
                      <a:pt x="72" y="3985"/>
                      <a:pt x="172" y="4005"/>
                    </a:cubicBezTo>
                    <a:lnTo>
                      <a:pt x="18782" y="7746"/>
                    </a:lnTo>
                    <a:cubicBezTo>
                      <a:pt x="18798" y="7747"/>
                      <a:pt x="18810" y="7750"/>
                      <a:pt x="18825" y="7750"/>
                    </a:cubicBezTo>
                    <a:cubicBezTo>
                      <a:pt x="18873" y="7750"/>
                      <a:pt x="18923" y="7733"/>
                      <a:pt x="18960" y="7704"/>
                    </a:cubicBezTo>
                    <a:cubicBezTo>
                      <a:pt x="19010" y="7662"/>
                      <a:pt x="19037" y="7601"/>
                      <a:pt x="19037" y="7537"/>
                    </a:cubicBezTo>
                    <a:lnTo>
                      <a:pt x="18975" y="213"/>
                    </a:lnTo>
                    <a:cubicBezTo>
                      <a:pt x="18975" y="151"/>
                      <a:pt x="18947" y="90"/>
                      <a:pt x="18898" y="49"/>
                    </a:cubicBezTo>
                    <a:cubicBezTo>
                      <a:pt x="18859" y="18"/>
                      <a:pt x="18812" y="0"/>
                      <a:pt x="187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1"/>
              <p:cNvSpPr/>
              <p:nvPr/>
            </p:nvSpPr>
            <p:spPr>
              <a:xfrm>
                <a:off x="4201725" y="3197075"/>
                <a:ext cx="466625" cy="8150"/>
              </a:xfrm>
              <a:custGeom>
                <a:rect b="b" l="l" r="r" t="t"/>
                <a:pathLst>
                  <a:path extrusionOk="0" h="326" w="18665">
                    <a:moveTo>
                      <a:pt x="18664" y="0"/>
                    </a:moveTo>
                    <a:lnTo>
                      <a:pt x="1" y="40"/>
                    </a:lnTo>
                    <a:lnTo>
                      <a:pt x="1" y="325"/>
                    </a:lnTo>
                    <a:lnTo>
                      <a:pt x="18664" y="287"/>
                    </a:lnTo>
                    <a:lnTo>
                      <a:pt x="186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1"/>
              <p:cNvSpPr/>
              <p:nvPr/>
            </p:nvSpPr>
            <p:spPr>
              <a:xfrm>
                <a:off x="4548325" y="3204625"/>
                <a:ext cx="77325" cy="85025"/>
              </a:xfrm>
              <a:custGeom>
                <a:rect b="b" l="l" r="r" t="t"/>
                <a:pathLst>
                  <a:path extrusionOk="0" h="3401" w="3093">
                    <a:moveTo>
                      <a:pt x="1" y="0"/>
                    </a:moveTo>
                    <a:lnTo>
                      <a:pt x="2774" y="3400"/>
                    </a:lnTo>
                    <a:lnTo>
                      <a:pt x="3093" y="311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1"/>
              <p:cNvSpPr/>
              <p:nvPr/>
            </p:nvSpPr>
            <p:spPr>
              <a:xfrm>
                <a:off x="4572125" y="3204425"/>
                <a:ext cx="77375" cy="85000"/>
              </a:xfrm>
              <a:custGeom>
                <a:rect b="b" l="l" r="r" t="t"/>
                <a:pathLst>
                  <a:path extrusionOk="0" h="3400" w="3095">
                    <a:moveTo>
                      <a:pt x="1" y="0"/>
                    </a:moveTo>
                    <a:lnTo>
                      <a:pt x="2776" y="3400"/>
                    </a:lnTo>
                    <a:lnTo>
                      <a:pt x="3094" y="311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4593550" y="3204225"/>
                <a:ext cx="77350" cy="85050"/>
              </a:xfrm>
              <a:custGeom>
                <a:rect b="b" l="l" r="r" t="t"/>
                <a:pathLst>
                  <a:path extrusionOk="0" h="3402" w="3094">
                    <a:moveTo>
                      <a:pt x="0" y="1"/>
                    </a:moveTo>
                    <a:lnTo>
                      <a:pt x="2776" y="3402"/>
                    </a:lnTo>
                    <a:lnTo>
                      <a:pt x="3093" y="3115"/>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4615725" y="3204025"/>
                <a:ext cx="54950" cy="59350"/>
              </a:xfrm>
              <a:custGeom>
                <a:rect b="b" l="l" r="r" t="t"/>
                <a:pathLst>
                  <a:path extrusionOk="0" h="2374" w="2198">
                    <a:moveTo>
                      <a:pt x="1" y="1"/>
                    </a:moveTo>
                    <a:lnTo>
                      <a:pt x="1881" y="2374"/>
                    </a:lnTo>
                    <a:lnTo>
                      <a:pt x="2197" y="208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4640425" y="3203850"/>
                <a:ext cx="29700" cy="32100"/>
              </a:xfrm>
              <a:custGeom>
                <a:rect b="b" l="l" r="r" t="t"/>
                <a:pathLst>
                  <a:path extrusionOk="0" h="1284" w="1188">
                    <a:moveTo>
                      <a:pt x="1" y="0"/>
                    </a:moveTo>
                    <a:lnTo>
                      <a:pt x="870" y="1284"/>
                    </a:lnTo>
                    <a:lnTo>
                      <a:pt x="1187" y="99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4434000" y="3205575"/>
                <a:ext cx="49675" cy="54325"/>
              </a:xfrm>
              <a:custGeom>
                <a:rect b="b" l="l" r="r" t="t"/>
                <a:pathLst>
                  <a:path extrusionOk="0" h="2173" w="1987">
                    <a:moveTo>
                      <a:pt x="1" y="1"/>
                    </a:moveTo>
                    <a:lnTo>
                      <a:pt x="1670" y="2172"/>
                    </a:lnTo>
                    <a:lnTo>
                      <a:pt x="1987" y="188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4457875" y="3205400"/>
                <a:ext cx="56500" cy="61875"/>
              </a:xfrm>
              <a:custGeom>
                <a:rect b="b" l="l" r="r" t="t"/>
                <a:pathLst>
                  <a:path extrusionOk="0" h="2475" w="2260">
                    <a:moveTo>
                      <a:pt x="0" y="0"/>
                    </a:moveTo>
                    <a:lnTo>
                      <a:pt x="1943" y="2475"/>
                    </a:lnTo>
                    <a:lnTo>
                      <a:pt x="2260" y="218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4479275" y="3205200"/>
                <a:ext cx="63075" cy="69175"/>
              </a:xfrm>
              <a:custGeom>
                <a:rect b="b" l="l" r="r" t="t"/>
                <a:pathLst>
                  <a:path extrusionOk="0" h="2767" w="2523">
                    <a:moveTo>
                      <a:pt x="1" y="0"/>
                    </a:moveTo>
                    <a:lnTo>
                      <a:pt x="2205" y="2766"/>
                    </a:lnTo>
                    <a:lnTo>
                      <a:pt x="2522" y="248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4501450" y="3204975"/>
                <a:ext cx="66550" cy="73075"/>
              </a:xfrm>
              <a:custGeom>
                <a:rect b="b" l="l" r="r" t="t"/>
                <a:pathLst>
                  <a:path extrusionOk="0" h="2923" w="2662">
                    <a:moveTo>
                      <a:pt x="1" y="1"/>
                    </a:moveTo>
                    <a:lnTo>
                      <a:pt x="2345" y="2923"/>
                    </a:lnTo>
                    <a:lnTo>
                      <a:pt x="2662" y="263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4526125" y="3204800"/>
                <a:ext cx="72050" cy="79200"/>
              </a:xfrm>
              <a:custGeom>
                <a:rect b="b" l="l" r="r" t="t"/>
                <a:pathLst>
                  <a:path extrusionOk="0" h="3168" w="2882">
                    <a:moveTo>
                      <a:pt x="0" y="1"/>
                    </a:moveTo>
                    <a:lnTo>
                      <a:pt x="2565" y="3167"/>
                    </a:lnTo>
                    <a:lnTo>
                      <a:pt x="2882" y="2880"/>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4292325" y="3202325"/>
                <a:ext cx="23225" cy="24975"/>
              </a:xfrm>
              <a:custGeom>
                <a:rect b="b" l="l" r="r" t="t"/>
                <a:pathLst>
                  <a:path extrusionOk="0" h="999" w="929">
                    <a:moveTo>
                      <a:pt x="0" y="1"/>
                    </a:moveTo>
                    <a:lnTo>
                      <a:pt x="610" y="998"/>
                    </a:lnTo>
                    <a:lnTo>
                      <a:pt x="929" y="71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1"/>
              <p:cNvSpPr/>
              <p:nvPr/>
            </p:nvSpPr>
            <p:spPr>
              <a:xfrm>
                <a:off x="4269175" y="3202550"/>
                <a:ext cx="17925" cy="19050"/>
              </a:xfrm>
              <a:custGeom>
                <a:rect b="b" l="l" r="r" t="t"/>
                <a:pathLst>
                  <a:path extrusionOk="0" h="762" w="717">
                    <a:moveTo>
                      <a:pt x="1" y="1"/>
                    </a:moveTo>
                    <a:lnTo>
                      <a:pt x="399" y="761"/>
                    </a:lnTo>
                    <a:lnTo>
                      <a:pt x="717" y="47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1"/>
              <p:cNvSpPr/>
              <p:nvPr/>
            </p:nvSpPr>
            <p:spPr>
              <a:xfrm>
                <a:off x="4249425" y="3199350"/>
                <a:ext cx="17925" cy="19050"/>
              </a:xfrm>
              <a:custGeom>
                <a:rect b="b" l="l" r="r" t="t"/>
                <a:pathLst>
                  <a:path extrusionOk="0" h="762" w="717">
                    <a:moveTo>
                      <a:pt x="1" y="1"/>
                    </a:moveTo>
                    <a:lnTo>
                      <a:pt x="399" y="761"/>
                    </a:lnTo>
                    <a:lnTo>
                      <a:pt x="717" y="47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1"/>
              <p:cNvSpPr/>
              <p:nvPr/>
            </p:nvSpPr>
            <p:spPr>
              <a:xfrm>
                <a:off x="4316175" y="3202125"/>
                <a:ext cx="28725" cy="31075"/>
              </a:xfrm>
              <a:custGeom>
                <a:rect b="b" l="l" r="r" t="t"/>
                <a:pathLst>
                  <a:path extrusionOk="0" h="1243" w="1149">
                    <a:moveTo>
                      <a:pt x="1" y="0"/>
                    </a:moveTo>
                    <a:lnTo>
                      <a:pt x="831" y="1243"/>
                    </a:lnTo>
                    <a:lnTo>
                      <a:pt x="1148" y="95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1"/>
              <p:cNvSpPr/>
              <p:nvPr/>
            </p:nvSpPr>
            <p:spPr>
              <a:xfrm>
                <a:off x="4337600" y="3201975"/>
                <a:ext cx="33625" cy="36525"/>
              </a:xfrm>
              <a:custGeom>
                <a:rect b="b" l="l" r="r" t="t"/>
                <a:pathLst>
                  <a:path extrusionOk="0" h="1461" w="1345">
                    <a:moveTo>
                      <a:pt x="0" y="0"/>
                    </a:moveTo>
                    <a:lnTo>
                      <a:pt x="1028" y="1460"/>
                    </a:lnTo>
                    <a:lnTo>
                      <a:pt x="1344" y="117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4359750" y="3201750"/>
                <a:ext cx="38775" cy="42225"/>
              </a:xfrm>
              <a:custGeom>
                <a:rect b="b" l="l" r="r" t="t"/>
                <a:pathLst>
                  <a:path extrusionOk="0" h="1689" w="1551">
                    <a:moveTo>
                      <a:pt x="0" y="1"/>
                    </a:moveTo>
                    <a:lnTo>
                      <a:pt x="1232" y="1689"/>
                    </a:lnTo>
                    <a:lnTo>
                      <a:pt x="1550" y="140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4384425" y="3201550"/>
                <a:ext cx="44625" cy="48700"/>
              </a:xfrm>
              <a:custGeom>
                <a:rect b="b" l="l" r="r" t="t"/>
                <a:pathLst>
                  <a:path extrusionOk="0" h="1948" w="1785">
                    <a:moveTo>
                      <a:pt x="1" y="1"/>
                    </a:moveTo>
                    <a:lnTo>
                      <a:pt x="1467" y="1948"/>
                    </a:lnTo>
                    <a:lnTo>
                      <a:pt x="1785" y="1663"/>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4406600" y="3201400"/>
                <a:ext cx="49575" cy="54200"/>
              </a:xfrm>
              <a:custGeom>
                <a:rect b="b" l="l" r="r" t="t"/>
                <a:pathLst>
                  <a:path extrusionOk="0" h="2168" w="1983">
                    <a:moveTo>
                      <a:pt x="0" y="0"/>
                    </a:moveTo>
                    <a:lnTo>
                      <a:pt x="1664" y="2167"/>
                    </a:lnTo>
                    <a:lnTo>
                      <a:pt x="1982" y="188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4628070" y="3059501"/>
                <a:ext cx="290067" cy="289135"/>
              </a:xfrm>
              <a:custGeom>
                <a:rect b="b" l="l" r="r" t="t"/>
                <a:pathLst>
                  <a:path extrusionOk="0" h="11793" w="11831">
                    <a:moveTo>
                      <a:pt x="5922" y="429"/>
                    </a:moveTo>
                    <a:cubicBezTo>
                      <a:pt x="7365" y="429"/>
                      <a:pt x="8725" y="985"/>
                      <a:pt x="9757" y="1999"/>
                    </a:cubicBezTo>
                    <a:cubicBezTo>
                      <a:pt x="10798" y="3023"/>
                      <a:pt x="11377" y="4392"/>
                      <a:pt x="11389" y="5853"/>
                    </a:cubicBezTo>
                    <a:cubicBezTo>
                      <a:pt x="11402" y="7313"/>
                      <a:pt x="10844" y="8691"/>
                      <a:pt x="9821" y="9732"/>
                    </a:cubicBezTo>
                    <a:cubicBezTo>
                      <a:pt x="8796" y="10774"/>
                      <a:pt x="7429" y="11354"/>
                      <a:pt x="5968" y="11368"/>
                    </a:cubicBezTo>
                    <a:lnTo>
                      <a:pt x="5922" y="11368"/>
                    </a:lnTo>
                    <a:cubicBezTo>
                      <a:pt x="2929" y="11368"/>
                      <a:pt x="480" y="8945"/>
                      <a:pt x="455" y="5946"/>
                    </a:cubicBezTo>
                    <a:cubicBezTo>
                      <a:pt x="428" y="2930"/>
                      <a:pt x="2860" y="455"/>
                      <a:pt x="5876" y="429"/>
                    </a:cubicBezTo>
                    <a:close/>
                    <a:moveTo>
                      <a:pt x="5922" y="1"/>
                    </a:moveTo>
                    <a:cubicBezTo>
                      <a:pt x="5905" y="1"/>
                      <a:pt x="5890" y="1"/>
                      <a:pt x="5871" y="3"/>
                    </a:cubicBezTo>
                    <a:cubicBezTo>
                      <a:pt x="2621" y="31"/>
                      <a:pt x="1" y="2698"/>
                      <a:pt x="28" y="5948"/>
                    </a:cubicBezTo>
                    <a:cubicBezTo>
                      <a:pt x="56" y="9181"/>
                      <a:pt x="2695" y="11793"/>
                      <a:pt x="5922" y="11793"/>
                    </a:cubicBezTo>
                    <a:cubicBezTo>
                      <a:pt x="5938" y="11793"/>
                      <a:pt x="5954" y="11793"/>
                      <a:pt x="5973" y="11792"/>
                    </a:cubicBezTo>
                    <a:cubicBezTo>
                      <a:pt x="7546" y="11778"/>
                      <a:pt x="9021" y="11153"/>
                      <a:pt x="10126" y="10029"/>
                    </a:cubicBezTo>
                    <a:cubicBezTo>
                      <a:pt x="11230" y="8908"/>
                      <a:pt x="11831" y="7422"/>
                      <a:pt x="11817" y="5848"/>
                    </a:cubicBezTo>
                    <a:cubicBezTo>
                      <a:pt x="11803" y="4272"/>
                      <a:pt x="11178" y="2798"/>
                      <a:pt x="10056" y="1693"/>
                    </a:cubicBezTo>
                    <a:cubicBezTo>
                      <a:pt x="8945" y="601"/>
                      <a:pt x="7479" y="1"/>
                      <a:pt x="5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4679375" y="3098425"/>
                <a:ext cx="40250" cy="8975"/>
              </a:xfrm>
              <a:custGeom>
                <a:rect b="b" l="l" r="r" t="t"/>
                <a:pathLst>
                  <a:path extrusionOk="0" h="359" w="1610">
                    <a:moveTo>
                      <a:pt x="1" y="1"/>
                    </a:moveTo>
                    <a:lnTo>
                      <a:pt x="5" y="359"/>
                    </a:lnTo>
                    <a:lnTo>
                      <a:pt x="1609" y="16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4670000" y="3112825"/>
                <a:ext cx="50900" cy="8950"/>
              </a:xfrm>
              <a:custGeom>
                <a:rect b="b" l="l" r="r" t="t"/>
                <a:pathLst>
                  <a:path extrusionOk="0" h="358" w="2036">
                    <a:moveTo>
                      <a:pt x="0" y="0"/>
                    </a:moveTo>
                    <a:lnTo>
                      <a:pt x="4" y="357"/>
                    </a:lnTo>
                    <a:lnTo>
                      <a:pt x="2036" y="16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4658875" y="3128900"/>
                <a:ext cx="50875" cy="8975"/>
              </a:xfrm>
              <a:custGeom>
                <a:rect b="b" l="l" r="r" t="t"/>
                <a:pathLst>
                  <a:path extrusionOk="0" h="359" w="2035">
                    <a:moveTo>
                      <a:pt x="1" y="0"/>
                    </a:moveTo>
                    <a:lnTo>
                      <a:pt x="3" y="358"/>
                    </a:lnTo>
                    <a:lnTo>
                      <a:pt x="2034" y="162"/>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4644875" y="3146775"/>
                <a:ext cx="50900" cy="8950"/>
              </a:xfrm>
              <a:custGeom>
                <a:rect b="b" l="l" r="r" t="t"/>
                <a:pathLst>
                  <a:path extrusionOk="0" h="358" w="2036">
                    <a:moveTo>
                      <a:pt x="0" y="0"/>
                    </a:moveTo>
                    <a:lnTo>
                      <a:pt x="5" y="357"/>
                    </a:lnTo>
                    <a:lnTo>
                      <a:pt x="2035" y="16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4639725" y="3163650"/>
                <a:ext cx="50825" cy="9025"/>
              </a:xfrm>
              <a:custGeom>
                <a:rect b="b" l="l" r="r" t="t"/>
                <a:pathLst>
                  <a:path extrusionOk="0" h="361" w="2033">
                    <a:moveTo>
                      <a:pt x="0" y="1"/>
                    </a:moveTo>
                    <a:lnTo>
                      <a:pt x="3" y="360"/>
                    </a:lnTo>
                    <a:lnTo>
                      <a:pt x="2033" y="16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4633875" y="3178825"/>
                <a:ext cx="50875" cy="8950"/>
              </a:xfrm>
              <a:custGeom>
                <a:rect b="b" l="l" r="r" t="t"/>
                <a:pathLst>
                  <a:path extrusionOk="0" h="358" w="2035">
                    <a:moveTo>
                      <a:pt x="1" y="1"/>
                    </a:moveTo>
                    <a:lnTo>
                      <a:pt x="4" y="358"/>
                    </a:lnTo>
                    <a:lnTo>
                      <a:pt x="2034" y="162"/>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4633975" y="3193925"/>
                <a:ext cx="50900" cy="8950"/>
              </a:xfrm>
              <a:custGeom>
                <a:rect b="b" l="l" r="r" t="t"/>
                <a:pathLst>
                  <a:path extrusionOk="0" h="358" w="2036">
                    <a:moveTo>
                      <a:pt x="1" y="0"/>
                    </a:moveTo>
                    <a:lnTo>
                      <a:pt x="5" y="357"/>
                    </a:lnTo>
                    <a:lnTo>
                      <a:pt x="2036" y="161"/>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4634175" y="3214325"/>
                <a:ext cx="50875" cy="8950"/>
              </a:xfrm>
              <a:custGeom>
                <a:rect b="b" l="l" r="r" t="t"/>
                <a:pathLst>
                  <a:path extrusionOk="0" h="358" w="2035">
                    <a:moveTo>
                      <a:pt x="0" y="0"/>
                    </a:moveTo>
                    <a:lnTo>
                      <a:pt x="3" y="357"/>
                    </a:lnTo>
                    <a:lnTo>
                      <a:pt x="2035" y="162"/>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4640325" y="3236475"/>
                <a:ext cx="50850" cy="8950"/>
              </a:xfrm>
              <a:custGeom>
                <a:rect b="b" l="l" r="r" t="t"/>
                <a:pathLst>
                  <a:path extrusionOk="0" h="358" w="2034">
                    <a:moveTo>
                      <a:pt x="1" y="1"/>
                    </a:moveTo>
                    <a:lnTo>
                      <a:pt x="4" y="358"/>
                    </a:lnTo>
                    <a:lnTo>
                      <a:pt x="2033" y="162"/>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4645825" y="3256850"/>
                <a:ext cx="50875" cy="8950"/>
              </a:xfrm>
              <a:custGeom>
                <a:rect b="b" l="l" r="r" t="t"/>
                <a:pathLst>
                  <a:path extrusionOk="0" h="358" w="2035">
                    <a:moveTo>
                      <a:pt x="1" y="1"/>
                    </a:moveTo>
                    <a:lnTo>
                      <a:pt x="3" y="358"/>
                    </a:lnTo>
                    <a:lnTo>
                      <a:pt x="2034" y="162"/>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4655450" y="3272750"/>
                <a:ext cx="50900" cy="8950"/>
              </a:xfrm>
              <a:custGeom>
                <a:rect b="b" l="l" r="r" t="t"/>
                <a:pathLst>
                  <a:path extrusionOk="0" h="358" w="2036">
                    <a:moveTo>
                      <a:pt x="0" y="0"/>
                    </a:moveTo>
                    <a:lnTo>
                      <a:pt x="4" y="357"/>
                    </a:lnTo>
                    <a:lnTo>
                      <a:pt x="2035" y="161"/>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4666150" y="3290425"/>
                <a:ext cx="50925" cy="8950"/>
              </a:xfrm>
              <a:custGeom>
                <a:rect b="b" l="l" r="r" t="t"/>
                <a:pathLst>
                  <a:path extrusionOk="0" h="358" w="2037">
                    <a:moveTo>
                      <a:pt x="1" y="0"/>
                    </a:moveTo>
                    <a:lnTo>
                      <a:pt x="5" y="357"/>
                    </a:lnTo>
                    <a:lnTo>
                      <a:pt x="2036" y="161"/>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4680200" y="3307150"/>
                <a:ext cx="61525" cy="8950"/>
              </a:xfrm>
              <a:custGeom>
                <a:rect b="b" l="l" r="r" t="t"/>
                <a:pathLst>
                  <a:path extrusionOk="0" h="358" w="2461">
                    <a:moveTo>
                      <a:pt x="1" y="1"/>
                    </a:moveTo>
                    <a:lnTo>
                      <a:pt x="4" y="358"/>
                    </a:lnTo>
                    <a:lnTo>
                      <a:pt x="2461" y="15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4706700" y="3322925"/>
                <a:ext cx="72175" cy="8950"/>
              </a:xfrm>
              <a:custGeom>
                <a:rect b="b" l="l" r="r" t="t"/>
                <a:pathLst>
                  <a:path extrusionOk="0" h="358" w="2887">
                    <a:moveTo>
                      <a:pt x="1" y="0"/>
                    </a:moveTo>
                    <a:lnTo>
                      <a:pt x="3" y="357"/>
                    </a:lnTo>
                    <a:lnTo>
                      <a:pt x="2886" y="15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4738475" y="3338625"/>
                <a:ext cx="72225" cy="8950"/>
              </a:xfrm>
              <a:custGeom>
                <a:rect b="b" l="l" r="r" t="t"/>
                <a:pathLst>
                  <a:path extrusionOk="0" h="358" w="2889">
                    <a:moveTo>
                      <a:pt x="1" y="0"/>
                    </a:moveTo>
                    <a:lnTo>
                      <a:pt x="5" y="357"/>
                    </a:lnTo>
                    <a:lnTo>
                      <a:pt x="2889" y="15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4722575" y="3153675"/>
                <a:ext cx="107075" cy="106550"/>
              </a:xfrm>
              <a:custGeom>
                <a:rect b="b" l="l" r="r" t="t"/>
                <a:pathLst>
                  <a:path extrusionOk="0" h="4262" w="4283">
                    <a:moveTo>
                      <a:pt x="2143" y="1"/>
                    </a:moveTo>
                    <a:cubicBezTo>
                      <a:pt x="2136" y="1"/>
                      <a:pt x="2129" y="1"/>
                      <a:pt x="2122" y="1"/>
                    </a:cubicBezTo>
                    <a:cubicBezTo>
                      <a:pt x="946" y="11"/>
                      <a:pt x="0" y="973"/>
                      <a:pt x="10" y="2149"/>
                    </a:cubicBezTo>
                    <a:cubicBezTo>
                      <a:pt x="21" y="3319"/>
                      <a:pt x="973" y="4262"/>
                      <a:pt x="2141" y="4262"/>
                    </a:cubicBezTo>
                    <a:cubicBezTo>
                      <a:pt x="2147" y="4262"/>
                      <a:pt x="2153" y="4262"/>
                      <a:pt x="2158" y="4262"/>
                    </a:cubicBezTo>
                    <a:cubicBezTo>
                      <a:pt x="3336" y="4250"/>
                      <a:pt x="4283" y="3289"/>
                      <a:pt x="4273" y="2113"/>
                    </a:cubicBezTo>
                    <a:cubicBezTo>
                      <a:pt x="4263" y="943"/>
                      <a:pt x="3313" y="1"/>
                      <a:pt x="2143"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4717225" y="3148350"/>
                <a:ext cx="117650" cy="117225"/>
              </a:xfrm>
              <a:custGeom>
                <a:rect b="b" l="l" r="r" t="t"/>
                <a:pathLst>
                  <a:path extrusionOk="0" h="4689" w="4706">
                    <a:moveTo>
                      <a:pt x="2357" y="426"/>
                    </a:moveTo>
                    <a:cubicBezTo>
                      <a:pt x="2864" y="426"/>
                      <a:pt x="3341" y="622"/>
                      <a:pt x="3698" y="978"/>
                    </a:cubicBezTo>
                    <a:cubicBezTo>
                      <a:pt x="4064" y="1336"/>
                      <a:pt x="4267" y="1816"/>
                      <a:pt x="4271" y="2330"/>
                    </a:cubicBezTo>
                    <a:cubicBezTo>
                      <a:pt x="4275" y="2842"/>
                      <a:pt x="4081" y="3324"/>
                      <a:pt x="3722" y="3691"/>
                    </a:cubicBezTo>
                    <a:cubicBezTo>
                      <a:pt x="3363" y="4055"/>
                      <a:pt x="2883" y="4258"/>
                      <a:pt x="2370" y="4263"/>
                    </a:cubicBezTo>
                    <a:lnTo>
                      <a:pt x="2355" y="4263"/>
                    </a:lnTo>
                    <a:cubicBezTo>
                      <a:pt x="1305" y="4263"/>
                      <a:pt x="447" y="3413"/>
                      <a:pt x="437" y="2361"/>
                    </a:cubicBezTo>
                    <a:cubicBezTo>
                      <a:pt x="428" y="1302"/>
                      <a:pt x="1280" y="436"/>
                      <a:pt x="2339" y="426"/>
                    </a:cubicBezTo>
                    <a:close/>
                    <a:moveTo>
                      <a:pt x="2336" y="0"/>
                    </a:moveTo>
                    <a:cubicBezTo>
                      <a:pt x="1045" y="12"/>
                      <a:pt x="0" y="1071"/>
                      <a:pt x="11" y="2365"/>
                    </a:cubicBezTo>
                    <a:cubicBezTo>
                      <a:pt x="24" y="3650"/>
                      <a:pt x="1074" y="4688"/>
                      <a:pt x="2356" y="4688"/>
                    </a:cubicBezTo>
                    <a:cubicBezTo>
                      <a:pt x="2361" y="4688"/>
                      <a:pt x="2368" y="4688"/>
                      <a:pt x="2377" y="4686"/>
                    </a:cubicBezTo>
                    <a:cubicBezTo>
                      <a:pt x="3002" y="4681"/>
                      <a:pt x="3589" y="4432"/>
                      <a:pt x="4027" y="3986"/>
                    </a:cubicBezTo>
                    <a:cubicBezTo>
                      <a:pt x="4467" y="3541"/>
                      <a:pt x="4705" y="2950"/>
                      <a:pt x="4702" y="2324"/>
                    </a:cubicBezTo>
                    <a:cubicBezTo>
                      <a:pt x="4695" y="1696"/>
                      <a:pt x="4446" y="1109"/>
                      <a:pt x="4001" y="671"/>
                    </a:cubicBezTo>
                    <a:cubicBezTo>
                      <a:pt x="3559" y="239"/>
                      <a:pt x="2976" y="0"/>
                      <a:pt x="2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4746550" y="3159250"/>
                <a:ext cx="46100" cy="6725"/>
              </a:xfrm>
              <a:custGeom>
                <a:rect b="b" l="l" r="r" t="t"/>
                <a:pathLst>
                  <a:path extrusionOk="0" h="269" w="1844">
                    <a:moveTo>
                      <a:pt x="1" y="1"/>
                    </a:moveTo>
                    <a:lnTo>
                      <a:pt x="3" y="269"/>
                    </a:lnTo>
                    <a:lnTo>
                      <a:pt x="1843" y="1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4737200" y="3173750"/>
                <a:ext cx="46050" cy="6700"/>
              </a:xfrm>
              <a:custGeom>
                <a:rect b="b" l="l" r="r" t="t"/>
                <a:pathLst>
                  <a:path extrusionOk="0" h="268" w="1842">
                    <a:moveTo>
                      <a:pt x="0" y="0"/>
                    </a:moveTo>
                    <a:lnTo>
                      <a:pt x="3" y="268"/>
                    </a:lnTo>
                    <a:lnTo>
                      <a:pt x="1842" y="118"/>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4724925" y="3186250"/>
                <a:ext cx="46100" cy="6750"/>
              </a:xfrm>
              <a:custGeom>
                <a:rect b="b" l="l" r="r" t="t"/>
                <a:pathLst>
                  <a:path extrusionOk="0" h="270" w="1844">
                    <a:moveTo>
                      <a:pt x="1" y="1"/>
                    </a:moveTo>
                    <a:lnTo>
                      <a:pt x="4" y="269"/>
                    </a:lnTo>
                    <a:lnTo>
                      <a:pt x="1844" y="1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4725075" y="3198700"/>
                <a:ext cx="46050" cy="6725"/>
              </a:xfrm>
              <a:custGeom>
                <a:rect b="b" l="l" r="r" t="t"/>
                <a:pathLst>
                  <a:path extrusionOk="0" h="269" w="1842">
                    <a:moveTo>
                      <a:pt x="0" y="0"/>
                    </a:moveTo>
                    <a:lnTo>
                      <a:pt x="1" y="268"/>
                    </a:lnTo>
                    <a:lnTo>
                      <a:pt x="1842" y="12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1"/>
              <p:cNvSpPr/>
              <p:nvPr/>
            </p:nvSpPr>
            <p:spPr>
              <a:xfrm>
                <a:off x="4725200" y="3214650"/>
                <a:ext cx="46050" cy="6775"/>
              </a:xfrm>
              <a:custGeom>
                <a:rect b="b" l="l" r="r" t="t"/>
                <a:pathLst>
                  <a:path extrusionOk="0" h="271" w="1842">
                    <a:moveTo>
                      <a:pt x="0" y="1"/>
                    </a:moveTo>
                    <a:lnTo>
                      <a:pt x="3" y="270"/>
                    </a:lnTo>
                    <a:lnTo>
                      <a:pt x="1842" y="120"/>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1"/>
              <p:cNvSpPr/>
              <p:nvPr/>
            </p:nvSpPr>
            <p:spPr>
              <a:xfrm>
                <a:off x="4727625" y="3228850"/>
                <a:ext cx="46050" cy="6750"/>
              </a:xfrm>
              <a:custGeom>
                <a:rect b="b" l="l" r="r" t="t"/>
                <a:pathLst>
                  <a:path extrusionOk="0" h="270" w="1842">
                    <a:moveTo>
                      <a:pt x="0" y="0"/>
                    </a:moveTo>
                    <a:lnTo>
                      <a:pt x="2" y="270"/>
                    </a:lnTo>
                    <a:lnTo>
                      <a:pt x="1842" y="12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4737725" y="3241200"/>
                <a:ext cx="46125" cy="6725"/>
              </a:xfrm>
              <a:custGeom>
                <a:rect b="b" l="l" r="r" t="t"/>
                <a:pathLst>
                  <a:path extrusionOk="0" h="269" w="1845">
                    <a:moveTo>
                      <a:pt x="1" y="0"/>
                    </a:moveTo>
                    <a:lnTo>
                      <a:pt x="4" y="269"/>
                    </a:lnTo>
                    <a:lnTo>
                      <a:pt x="1844" y="11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4750800" y="3249975"/>
                <a:ext cx="46075" cy="6700"/>
              </a:xfrm>
              <a:custGeom>
                <a:rect b="b" l="l" r="r" t="t"/>
                <a:pathLst>
                  <a:path extrusionOk="0" h="268" w="1843">
                    <a:moveTo>
                      <a:pt x="1" y="0"/>
                    </a:moveTo>
                    <a:lnTo>
                      <a:pt x="3" y="267"/>
                    </a:lnTo>
                    <a:lnTo>
                      <a:pt x="1843" y="11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4685300" y="3116475"/>
                <a:ext cx="181650" cy="180925"/>
              </a:xfrm>
              <a:custGeom>
                <a:rect b="b" l="l" r="r" t="t"/>
                <a:pathLst>
                  <a:path extrusionOk="0" h="7237" w="7266">
                    <a:moveTo>
                      <a:pt x="3633" y="215"/>
                    </a:moveTo>
                    <a:cubicBezTo>
                      <a:pt x="5495" y="215"/>
                      <a:pt x="7018" y="1724"/>
                      <a:pt x="7037" y="3591"/>
                    </a:cubicBezTo>
                    <a:cubicBezTo>
                      <a:pt x="7052" y="5468"/>
                      <a:pt x="5537" y="7009"/>
                      <a:pt x="3661" y="7024"/>
                    </a:cubicBezTo>
                    <a:lnTo>
                      <a:pt x="3630" y="7024"/>
                    </a:lnTo>
                    <a:cubicBezTo>
                      <a:pt x="1770" y="7024"/>
                      <a:pt x="246" y="5516"/>
                      <a:pt x="228" y="3648"/>
                    </a:cubicBezTo>
                    <a:cubicBezTo>
                      <a:pt x="213" y="1772"/>
                      <a:pt x="1728" y="231"/>
                      <a:pt x="3603" y="215"/>
                    </a:cubicBezTo>
                    <a:close/>
                    <a:moveTo>
                      <a:pt x="3603" y="1"/>
                    </a:moveTo>
                    <a:cubicBezTo>
                      <a:pt x="1608" y="19"/>
                      <a:pt x="0" y="1656"/>
                      <a:pt x="16" y="3649"/>
                    </a:cubicBezTo>
                    <a:cubicBezTo>
                      <a:pt x="32" y="5633"/>
                      <a:pt x="1652" y="7237"/>
                      <a:pt x="3630" y="7237"/>
                    </a:cubicBezTo>
                    <a:lnTo>
                      <a:pt x="3663" y="7237"/>
                    </a:lnTo>
                    <a:cubicBezTo>
                      <a:pt x="5657" y="7220"/>
                      <a:pt x="7266" y="5583"/>
                      <a:pt x="7250" y="3589"/>
                    </a:cubicBezTo>
                    <a:cubicBezTo>
                      <a:pt x="7233" y="1604"/>
                      <a:pt x="5613" y="1"/>
                      <a:pt x="36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4082250" y="2509500"/>
                <a:ext cx="1390625" cy="1390625"/>
              </a:xfrm>
              <a:custGeom>
                <a:rect b="b" l="l" r="r" t="t"/>
                <a:pathLst>
                  <a:path extrusionOk="0" h="55625" w="55625">
                    <a:moveTo>
                      <a:pt x="27813" y="3186"/>
                    </a:moveTo>
                    <a:cubicBezTo>
                      <a:pt x="41414" y="3186"/>
                      <a:pt x="52440" y="14212"/>
                      <a:pt x="52440" y="27813"/>
                    </a:cubicBezTo>
                    <a:cubicBezTo>
                      <a:pt x="52440" y="41414"/>
                      <a:pt x="41414" y="52440"/>
                      <a:pt x="27813" y="52440"/>
                    </a:cubicBezTo>
                    <a:cubicBezTo>
                      <a:pt x="14212" y="52440"/>
                      <a:pt x="3186" y="41414"/>
                      <a:pt x="3186" y="27813"/>
                    </a:cubicBezTo>
                    <a:cubicBezTo>
                      <a:pt x="3186" y="14212"/>
                      <a:pt x="14212" y="3186"/>
                      <a:pt x="27813" y="3186"/>
                    </a:cubicBezTo>
                    <a:close/>
                    <a:moveTo>
                      <a:pt x="27813" y="1"/>
                    </a:moveTo>
                    <a:cubicBezTo>
                      <a:pt x="12453" y="1"/>
                      <a:pt x="1" y="12453"/>
                      <a:pt x="1" y="27813"/>
                    </a:cubicBezTo>
                    <a:cubicBezTo>
                      <a:pt x="1" y="43173"/>
                      <a:pt x="12453" y="55625"/>
                      <a:pt x="27813" y="55625"/>
                    </a:cubicBezTo>
                    <a:cubicBezTo>
                      <a:pt x="43174" y="55625"/>
                      <a:pt x="55625" y="43173"/>
                      <a:pt x="55625" y="27813"/>
                    </a:cubicBezTo>
                    <a:cubicBezTo>
                      <a:pt x="55625" y="12453"/>
                      <a:pt x="43174" y="1"/>
                      <a:pt x="2781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4776625" y="2911175"/>
                <a:ext cx="290075" cy="286850"/>
              </a:xfrm>
              <a:custGeom>
                <a:rect b="b" l="l" r="r" t="t"/>
                <a:pathLst>
                  <a:path extrusionOk="0" h="11474" w="11603">
                    <a:moveTo>
                      <a:pt x="10877" y="709"/>
                    </a:moveTo>
                    <a:lnTo>
                      <a:pt x="3861" y="11084"/>
                    </a:lnTo>
                    <a:lnTo>
                      <a:pt x="398" y="7679"/>
                    </a:lnTo>
                    <a:lnTo>
                      <a:pt x="10877" y="709"/>
                    </a:lnTo>
                    <a:close/>
                    <a:moveTo>
                      <a:pt x="11435" y="1"/>
                    </a:moveTo>
                    <a:cubicBezTo>
                      <a:pt x="11405" y="1"/>
                      <a:pt x="11376" y="9"/>
                      <a:pt x="11352" y="25"/>
                    </a:cubicBezTo>
                    <a:lnTo>
                      <a:pt x="73" y="7528"/>
                    </a:lnTo>
                    <a:cubicBezTo>
                      <a:pt x="34" y="7554"/>
                      <a:pt x="8" y="7596"/>
                      <a:pt x="5" y="7640"/>
                    </a:cubicBezTo>
                    <a:cubicBezTo>
                      <a:pt x="1" y="7687"/>
                      <a:pt x="16" y="7732"/>
                      <a:pt x="49" y="7764"/>
                    </a:cubicBezTo>
                    <a:lnTo>
                      <a:pt x="3778" y="11430"/>
                    </a:lnTo>
                    <a:cubicBezTo>
                      <a:pt x="3808" y="11458"/>
                      <a:pt x="3846" y="11473"/>
                      <a:pt x="3885" y="11473"/>
                    </a:cubicBezTo>
                    <a:cubicBezTo>
                      <a:pt x="3890" y="11473"/>
                      <a:pt x="3894" y="11473"/>
                      <a:pt x="3901" y="11472"/>
                    </a:cubicBezTo>
                    <a:cubicBezTo>
                      <a:pt x="3945" y="11468"/>
                      <a:pt x="3985" y="11443"/>
                      <a:pt x="4011" y="11406"/>
                    </a:cubicBezTo>
                    <a:lnTo>
                      <a:pt x="11562" y="237"/>
                    </a:lnTo>
                    <a:cubicBezTo>
                      <a:pt x="11603" y="177"/>
                      <a:pt x="11594" y="97"/>
                      <a:pt x="11545" y="44"/>
                    </a:cubicBezTo>
                    <a:cubicBezTo>
                      <a:pt x="11516" y="15"/>
                      <a:pt x="11475" y="1"/>
                      <a:pt x="11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4825750" y="2913175"/>
                <a:ext cx="238600" cy="239575"/>
              </a:xfrm>
              <a:custGeom>
                <a:rect b="b" l="l" r="r" t="t"/>
                <a:pathLst>
                  <a:path extrusionOk="0" h="9583" w="9544">
                    <a:moveTo>
                      <a:pt x="9399" y="1"/>
                    </a:moveTo>
                    <a:lnTo>
                      <a:pt x="0" y="9440"/>
                    </a:lnTo>
                    <a:lnTo>
                      <a:pt x="145" y="9583"/>
                    </a:lnTo>
                    <a:lnTo>
                      <a:pt x="9544" y="145"/>
                    </a:lnTo>
                    <a:lnTo>
                      <a:pt x="9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3" name="Google Shape;4793;p61"/>
            <p:cNvSpPr/>
            <p:nvPr/>
          </p:nvSpPr>
          <p:spPr>
            <a:xfrm>
              <a:off x="7641300" y="1973125"/>
              <a:ext cx="232200" cy="230700"/>
            </a:xfrm>
            <a:prstGeom prst="donut">
              <a:avLst>
                <a:gd fmla="val 2249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794" name="Google Shape;4794;p61"/>
          <p:cNvCxnSpPr/>
          <p:nvPr/>
        </p:nvCxnSpPr>
        <p:spPr>
          <a:xfrm rot="5400000">
            <a:off x="-733825" y="270875"/>
            <a:ext cx="2449800" cy="1388700"/>
          </a:xfrm>
          <a:prstGeom prst="curvedConnector3">
            <a:avLst>
              <a:gd fmla="val 50000" name="adj1"/>
            </a:avLst>
          </a:prstGeom>
          <a:noFill/>
          <a:ln cap="flat" cmpd="sng" w="19050">
            <a:solidFill>
              <a:schemeClr val="lt1"/>
            </a:solidFill>
            <a:prstDash val="dash"/>
            <a:round/>
            <a:headEnd len="med" w="med" type="none"/>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8" name="Shape 4798"/>
        <p:cNvGrpSpPr/>
        <p:nvPr/>
      </p:nvGrpSpPr>
      <p:grpSpPr>
        <a:xfrm>
          <a:off x="0" y="0"/>
          <a:ext cx="0" cy="0"/>
          <a:chOff x="0" y="0"/>
          <a:chExt cx="0" cy="0"/>
        </a:xfrm>
      </p:grpSpPr>
      <p:sp>
        <p:nvSpPr>
          <p:cNvPr id="4799" name="Google Shape;4799;p62"/>
          <p:cNvSpPr txBox="1"/>
          <p:nvPr>
            <p:ph type="title"/>
          </p:nvPr>
        </p:nvSpPr>
        <p:spPr>
          <a:xfrm rot="-255">
            <a:off x="1402767" y="919489"/>
            <a:ext cx="4049700" cy="99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387 000 000</a:t>
            </a:r>
            <a:endParaRPr/>
          </a:p>
          <a:p>
            <a:pPr indent="0" lvl="0" marL="0" rtl="0" algn="ctr">
              <a:spcBef>
                <a:spcPts val="0"/>
              </a:spcBef>
              <a:spcAft>
                <a:spcPts val="0"/>
              </a:spcAft>
              <a:buNone/>
            </a:pPr>
            <a:r>
              <a:t/>
            </a:r>
            <a:endParaRPr/>
          </a:p>
        </p:txBody>
      </p:sp>
      <p:sp>
        <p:nvSpPr>
          <p:cNvPr id="4800" name="Google Shape;4800;p62"/>
          <p:cNvSpPr txBox="1"/>
          <p:nvPr>
            <p:ph idx="1" type="subTitle"/>
          </p:nvPr>
        </p:nvSpPr>
        <p:spPr>
          <a:xfrm>
            <a:off x="1651050" y="2071584"/>
            <a:ext cx="3553200" cy="3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Erden passen in die Sonne</a:t>
            </a:r>
            <a:endParaRPr/>
          </a:p>
          <a:p>
            <a:pPr indent="0" lvl="0" marL="0" rtl="0" algn="ctr">
              <a:spcBef>
                <a:spcPts val="0"/>
              </a:spcBef>
              <a:spcAft>
                <a:spcPts val="0"/>
              </a:spcAft>
              <a:buNone/>
            </a:pPr>
            <a:r>
              <a:t/>
            </a:r>
            <a:endParaRPr/>
          </a:p>
        </p:txBody>
      </p:sp>
      <p:sp>
        <p:nvSpPr>
          <p:cNvPr id="4801" name="Google Shape;4801;p62"/>
          <p:cNvSpPr txBox="1"/>
          <p:nvPr>
            <p:ph idx="2" type="title"/>
          </p:nvPr>
        </p:nvSpPr>
        <p:spPr>
          <a:xfrm>
            <a:off x="3538125" y="2525834"/>
            <a:ext cx="4049700" cy="99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393 000 km</a:t>
            </a:r>
            <a:endParaRPr/>
          </a:p>
          <a:p>
            <a:pPr indent="0" lvl="0" marL="0" rtl="0" algn="ctr">
              <a:spcBef>
                <a:spcPts val="0"/>
              </a:spcBef>
              <a:spcAft>
                <a:spcPts val="0"/>
              </a:spcAft>
              <a:buNone/>
            </a:pPr>
            <a:r>
              <a:t/>
            </a:r>
            <a:endParaRPr/>
          </a:p>
        </p:txBody>
      </p:sp>
      <p:sp>
        <p:nvSpPr>
          <p:cNvPr id="4802" name="Google Shape;4802;p62"/>
          <p:cNvSpPr txBox="1"/>
          <p:nvPr>
            <p:ph idx="3" type="subTitle"/>
          </p:nvPr>
        </p:nvSpPr>
        <p:spPr>
          <a:xfrm>
            <a:off x="3538125" y="3680696"/>
            <a:ext cx="4049700" cy="36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Ist der Entfernung zwischen Erde und Mond</a:t>
            </a:r>
            <a:endParaRPr/>
          </a:p>
          <a:p>
            <a:pPr indent="0" lvl="0" marL="0" rtl="0" algn="ctr">
              <a:spcBef>
                <a:spcPts val="0"/>
              </a:spcBef>
              <a:spcAft>
                <a:spcPts val="0"/>
              </a:spcAft>
              <a:buNone/>
            </a:pPr>
            <a:r>
              <a:t/>
            </a:r>
            <a:endParaRPr/>
          </a:p>
        </p:txBody>
      </p:sp>
      <p:grpSp>
        <p:nvGrpSpPr>
          <p:cNvPr id="4803" name="Google Shape;4803;p62"/>
          <p:cNvGrpSpPr/>
          <p:nvPr/>
        </p:nvGrpSpPr>
        <p:grpSpPr>
          <a:xfrm>
            <a:off x="-479485" y="3084160"/>
            <a:ext cx="2788731" cy="2533090"/>
            <a:chOff x="3167525" y="751950"/>
            <a:chExt cx="1309325" cy="1189300"/>
          </a:xfrm>
        </p:grpSpPr>
        <p:sp>
          <p:nvSpPr>
            <p:cNvPr id="4804" name="Google Shape;4804;p62"/>
            <p:cNvSpPr/>
            <p:nvPr/>
          </p:nvSpPr>
          <p:spPr>
            <a:xfrm>
              <a:off x="3167525" y="751950"/>
              <a:ext cx="1309325" cy="1189300"/>
            </a:xfrm>
            <a:custGeom>
              <a:rect b="b" l="l" r="r" t="t"/>
              <a:pathLst>
                <a:path extrusionOk="0" h="47572" w="52373">
                  <a:moveTo>
                    <a:pt x="39130" y="1"/>
                  </a:moveTo>
                  <a:cubicBezTo>
                    <a:pt x="38962" y="1"/>
                    <a:pt x="38790" y="15"/>
                    <a:pt x="38617" y="42"/>
                  </a:cubicBezTo>
                  <a:cubicBezTo>
                    <a:pt x="38537" y="55"/>
                    <a:pt x="38482" y="132"/>
                    <a:pt x="38494" y="211"/>
                  </a:cubicBezTo>
                  <a:cubicBezTo>
                    <a:pt x="38506" y="284"/>
                    <a:pt x="38570" y="336"/>
                    <a:pt x="38640" y="336"/>
                  </a:cubicBezTo>
                  <a:cubicBezTo>
                    <a:pt x="38648" y="336"/>
                    <a:pt x="38655" y="336"/>
                    <a:pt x="38664" y="335"/>
                  </a:cubicBezTo>
                  <a:cubicBezTo>
                    <a:pt x="38825" y="309"/>
                    <a:pt x="38984" y="297"/>
                    <a:pt x="39138" y="297"/>
                  </a:cubicBezTo>
                  <a:cubicBezTo>
                    <a:pt x="39167" y="297"/>
                    <a:pt x="39195" y="297"/>
                    <a:pt x="39223" y="298"/>
                  </a:cubicBezTo>
                  <a:cubicBezTo>
                    <a:pt x="39225" y="298"/>
                    <a:pt x="39228" y="298"/>
                    <a:pt x="39230" y="298"/>
                  </a:cubicBezTo>
                  <a:cubicBezTo>
                    <a:pt x="39313" y="298"/>
                    <a:pt x="39372" y="233"/>
                    <a:pt x="39375" y="154"/>
                  </a:cubicBezTo>
                  <a:cubicBezTo>
                    <a:pt x="39378" y="72"/>
                    <a:pt x="39314" y="5"/>
                    <a:pt x="39232" y="3"/>
                  </a:cubicBezTo>
                  <a:cubicBezTo>
                    <a:pt x="39198" y="1"/>
                    <a:pt x="39164" y="1"/>
                    <a:pt x="39130" y="1"/>
                  </a:cubicBezTo>
                  <a:close/>
                  <a:moveTo>
                    <a:pt x="40093" y="171"/>
                  </a:moveTo>
                  <a:cubicBezTo>
                    <a:pt x="40033" y="171"/>
                    <a:pt x="39977" y="207"/>
                    <a:pt x="39954" y="267"/>
                  </a:cubicBezTo>
                  <a:cubicBezTo>
                    <a:pt x="39926" y="343"/>
                    <a:pt x="39965" y="428"/>
                    <a:pt x="40041" y="457"/>
                  </a:cubicBezTo>
                  <a:cubicBezTo>
                    <a:pt x="40094" y="477"/>
                    <a:pt x="40146" y="499"/>
                    <a:pt x="40200" y="524"/>
                  </a:cubicBezTo>
                  <a:cubicBezTo>
                    <a:pt x="40315" y="577"/>
                    <a:pt x="40428" y="640"/>
                    <a:pt x="40533" y="712"/>
                  </a:cubicBezTo>
                  <a:cubicBezTo>
                    <a:pt x="40558" y="728"/>
                    <a:pt x="40587" y="736"/>
                    <a:pt x="40615" y="736"/>
                  </a:cubicBezTo>
                  <a:cubicBezTo>
                    <a:pt x="40662" y="736"/>
                    <a:pt x="40711" y="713"/>
                    <a:pt x="40737" y="670"/>
                  </a:cubicBezTo>
                  <a:cubicBezTo>
                    <a:pt x="40783" y="602"/>
                    <a:pt x="40763" y="510"/>
                    <a:pt x="40696" y="465"/>
                  </a:cubicBezTo>
                  <a:cubicBezTo>
                    <a:pt x="40577" y="385"/>
                    <a:pt x="40451" y="315"/>
                    <a:pt x="40322" y="255"/>
                  </a:cubicBezTo>
                  <a:cubicBezTo>
                    <a:pt x="40264" y="228"/>
                    <a:pt x="40205" y="204"/>
                    <a:pt x="40144" y="180"/>
                  </a:cubicBezTo>
                  <a:cubicBezTo>
                    <a:pt x="40127" y="174"/>
                    <a:pt x="40110" y="171"/>
                    <a:pt x="40093" y="171"/>
                  </a:cubicBezTo>
                  <a:close/>
                  <a:moveTo>
                    <a:pt x="37790" y="281"/>
                  </a:moveTo>
                  <a:cubicBezTo>
                    <a:pt x="37772" y="281"/>
                    <a:pt x="37754" y="284"/>
                    <a:pt x="37736" y="291"/>
                  </a:cubicBezTo>
                  <a:cubicBezTo>
                    <a:pt x="37552" y="365"/>
                    <a:pt x="37369" y="453"/>
                    <a:pt x="37188" y="552"/>
                  </a:cubicBezTo>
                  <a:cubicBezTo>
                    <a:pt x="37117" y="591"/>
                    <a:pt x="37090" y="681"/>
                    <a:pt x="37130" y="752"/>
                  </a:cubicBezTo>
                  <a:cubicBezTo>
                    <a:pt x="37157" y="800"/>
                    <a:pt x="37208" y="828"/>
                    <a:pt x="37259" y="828"/>
                  </a:cubicBezTo>
                  <a:cubicBezTo>
                    <a:pt x="37282" y="828"/>
                    <a:pt x="37307" y="821"/>
                    <a:pt x="37329" y="811"/>
                  </a:cubicBezTo>
                  <a:cubicBezTo>
                    <a:pt x="37500" y="718"/>
                    <a:pt x="37673" y="634"/>
                    <a:pt x="37845" y="566"/>
                  </a:cubicBezTo>
                  <a:cubicBezTo>
                    <a:pt x="37922" y="535"/>
                    <a:pt x="37958" y="449"/>
                    <a:pt x="37928" y="374"/>
                  </a:cubicBezTo>
                  <a:cubicBezTo>
                    <a:pt x="37904" y="316"/>
                    <a:pt x="37849" y="281"/>
                    <a:pt x="37790" y="281"/>
                  </a:cubicBezTo>
                  <a:close/>
                  <a:moveTo>
                    <a:pt x="36524" y="1024"/>
                  </a:moveTo>
                  <a:cubicBezTo>
                    <a:pt x="36491" y="1024"/>
                    <a:pt x="36459" y="1035"/>
                    <a:pt x="36432" y="1056"/>
                  </a:cubicBezTo>
                  <a:cubicBezTo>
                    <a:pt x="36349" y="1122"/>
                    <a:pt x="36271" y="1189"/>
                    <a:pt x="36194" y="1257"/>
                  </a:cubicBezTo>
                  <a:cubicBezTo>
                    <a:pt x="36121" y="1321"/>
                    <a:pt x="36049" y="1388"/>
                    <a:pt x="35979" y="1455"/>
                  </a:cubicBezTo>
                  <a:cubicBezTo>
                    <a:pt x="35920" y="1512"/>
                    <a:pt x="35919" y="1607"/>
                    <a:pt x="35976" y="1665"/>
                  </a:cubicBezTo>
                  <a:cubicBezTo>
                    <a:pt x="36004" y="1695"/>
                    <a:pt x="36043" y="1710"/>
                    <a:pt x="36081" y="1710"/>
                  </a:cubicBezTo>
                  <a:cubicBezTo>
                    <a:pt x="36119" y="1710"/>
                    <a:pt x="36155" y="1696"/>
                    <a:pt x="36184" y="1667"/>
                  </a:cubicBezTo>
                  <a:cubicBezTo>
                    <a:pt x="36253" y="1603"/>
                    <a:pt x="36321" y="1538"/>
                    <a:pt x="36391" y="1476"/>
                  </a:cubicBezTo>
                  <a:cubicBezTo>
                    <a:pt x="36465" y="1412"/>
                    <a:pt x="36539" y="1348"/>
                    <a:pt x="36617" y="1287"/>
                  </a:cubicBezTo>
                  <a:cubicBezTo>
                    <a:pt x="36679" y="1236"/>
                    <a:pt x="36690" y="1143"/>
                    <a:pt x="36640" y="1079"/>
                  </a:cubicBezTo>
                  <a:cubicBezTo>
                    <a:pt x="36611" y="1043"/>
                    <a:pt x="36567" y="1024"/>
                    <a:pt x="36524" y="1024"/>
                  </a:cubicBezTo>
                  <a:close/>
                  <a:moveTo>
                    <a:pt x="41260" y="1041"/>
                  </a:moveTo>
                  <a:cubicBezTo>
                    <a:pt x="41227" y="1041"/>
                    <a:pt x="41195" y="1051"/>
                    <a:pt x="41168" y="1073"/>
                  </a:cubicBezTo>
                  <a:cubicBezTo>
                    <a:pt x="41105" y="1124"/>
                    <a:pt x="41094" y="1217"/>
                    <a:pt x="41145" y="1280"/>
                  </a:cubicBezTo>
                  <a:cubicBezTo>
                    <a:pt x="41257" y="1421"/>
                    <a:pt x="41363" y="1578"/>
                    <a:pt x="41460" y="1749"/>
                  </a:cubicBezTo>
                  <a:cubicBezTo>
                    <a:pt x="41486" y="1798"/>
                    <a:pt x="41537" y="1825"/>
                    <a:pt x="41589" y="1825"/>
                  </a:cubicBezTo>
                  <a:cubicBezTo>
                    <a:pt x="41613" y="1825"/>
                    <a:pt x="41637" y="1820"/>
                    <a:pt x="41660" y="1806"/>
                  </a:cubicBezTo>
                  <a:cubicBezTo>
                    <a:pt x="41730" y="1767"/>
                    <a:pt x="41756" y="1676"/>
                    <a:pt x="41717" y="1605"/>
                  </a:cubicBezTo>
                  <a:cubicBezTo>
                    <a:pt x="41613" y="1421"/>
                    <a:pt x="41498" y="1249"/>
                    <a:pt x="41376" y="1096"/>
                  </a:cubicBezTo>
                  <a:cubicBezTo>
                    <a:pt x="41346" y="1060"/>
                    <a:pt x="41303" y="1041"/>
                    <a:pt x="41260" y="1041"/>
                  </a:cubicBezTo>
                  <a:close/>
                  <a:moveTo>
                    <a:pt x="35476" y="2057"/>
                  </a:moveTo>
                  <a:cubicBezTo>
                    <a:pt x="35435" y="2057"/>
                    <a:pt x="35394" y="2074"/>
                    <a:pt x="35364" y="2107"/>
                  </a:cubicBezTo>
                  <a:cubicBezTo>
                    <a:pt x="35234" y="2257"/>
                    <a:pt x="35106" y="2409"/>
                    <a:pt x="34981" y="2563"/>
                  </a:cubicBezTo>
                  <a:cubicBezTo>
                    <a:pt x="34930" y="2625"/>
                    <a:pt x="34939" y="2718"/>
                    <a:pt x="35002" y="2770"/>
                  </a:cubicBezTo>
                  <a:cubicBezTo>
                    <a:pt x="35029" y="2794"/>
                    <a:pt x="35063" y="2804"/>
                    <a:pt x="35095" y="2804"/>
                  </a:cubicBezTo>
                  <a:cubicBezTo>
                    <a:pt x="35139" y="2804"/>
                    <a:pt x="35179" y="2785"/>
                    <a:pt x="35209" y="2748"/>
                  </a:cubicBezTo>
                  <a:cubicBezTo>
                    <a:pt x="35333" y="2598"/>
                    <a:pt x="35459" y="2448"/>
                    <a:pt x="35586" y="2300"/>
                  </a:cubicBezTo>
                  <a:cubicBezTo>
                    <a:pt x="35641" y="2240"/>
                    <a:pt x="35634" y="2146"/>
                    <a:pt x="35572" y="2093"/>
                  </a:cubicBezTo>
                  <a:cubicBezTo>
                    <a:pt x="35545" y="2069"/>
                    <a:pt x="35510" y="2057"/>
                    <a:pt x="35476" y="2057"/>
                  </a:cubicBezTo>
                  <a:close/>
                  <a:moveTo>
                    <a:pt x="41947" y="2338"/>
                  </a:moveTo>
                  <a:cubicBezTo>
                    <a:pt x="41931" y="2338"/>
                    <a:pt x="41914" y="2340"/>
                    <a:pt x="41898" y="2346"/>
                  </a:cubicBezTo>
                  <a:cubicBezTo>
                    <a:pt x="41822" y="2373"/>
                    <a:pt x="41780" y="2456"/>
                    <a:pt x="41807" y="2534"/>
                  </a:cubicBezTo>
                  <a:cubicBezTo>
                    <a:pt x="41868" y="2708"/>
                    <a:pt x="41924" y="2894"/>
                    <a:pt x="41972" y="3088"/>
                  </a:cubicBezTo>
                  <a:cubicBezTo>
                    <a:pt x="41990" y="3154"/>
                    <a:pt x="42050" y="3198"/>
                    <a:pt x="42116" y="3198"/>
                  </a:cubicBezTo>
                  <a:cubicBezTo>
                    <a:pt x="42127" y="3198"/>
                    <a:pt x="42141" y="3197"/>
                    <a:pt x="42152" y="3192"/>
                  </a:cubicBezTo>
                  <a:cubicBezTo>
                    <a:pt x="42232" y="3171"/>
                    <a:pt x="42280" y="3091"/>
                    <a:pt x="42259" y="3012"/>
                  </a:cubicBezTo>
                  <a:cubicBezTo>
                    <a:pt x="42208" y="2811"/>
                    <a:pt x="42150" y="2618"/>
                    <a:pt x="42086" y="2436"/>
                  </a:cubicBezTo>
                  <a:cubicBezTo>
                    <a:pt x="42065" y="2376"/>
                    <a:pt x="42008" y="2338"/>
                    <a:pt x="41947" y="2338"/>
                  </a:cubicBezTo>
                  <a:close/>
                  <a:moveTo>
                    <a:pt x="34541" y="3201"/>
                  </a:moveTo>
                  <a:cubicBezTo>
                    <a:pt x="34498" y="3201"/>
                    <a:pt x="34455" y="3220"/>
                    <a:pt x="34427" y="3256"/>
                  </a:cubicBezTo>
                  <a:cubicBezTo>
                    <a:pt x="34304" y="3409"/>
                    <a:pt x="34182" y="3560"/>
                    <a:pt x="34057" y="3712"/>
                  </a:cubicBezTo>
                  <a:cubicBezTo>
                    <a:pt x="34005" y="3775"/>
                    <a:pt x="34012" y="3868"/>
                    <a:pt x="34076" y="3919"/>
                  </a:cubicBezTo>
                  <a:cubicBezTo>
                    <a:pt x="34103" y="3941"/>
                    <a:pt x="34136" y="3952"/>
                    <a:pt x="34170" y="3952"/>
                  </a:cubicBezTo>
                  <a:cubicBezTo>
                    <a:pt x="34213" y="3952"/>
                    <a:pt x="34254" y="3934"/>
                    <a:pt x="34284" y="3901"/>
                  </a:cubicBezTo>
                  <a:cubicBezTo>
                    <a:pt x="34410" y="3749"/>
                    <a:pt x="34533" y="3595"/>
                    <a:pt x="34657" y="3441"/>
                  </a:cubicBezTo>
                  <a:cubicBezTo>
                    <a:pt x="34708" y="3377"/>
                    <a:pt x="34697" y="3284"/>
                    <a:pt x="34635" y="3233"/>
                  </a:cubicBezTo>
                  <a:cubicBezTo>
                    <a:pt x="34607" y="3212"/>
                    <a:pt x="34574" y="3201"/>
                    <a:pt x="34541" y="3201"/>
                  </a:cubicBezTo>
                  <a:close/>
                  <a:moveTo>
                    <a:pt x="42291" y="3769"/>
                  </a:moveTo>
                  <a:cubicBezTo>
                    <a:pt x="42284" y="3769"/>
                    <a:pt x="42276" y="3770"/>
                    <a:pt x="42269" y="3771"/>
                  </a:cubicBezTo>
                  <a:cubicBezTo>
                    <a:pt x="42188" y="3784"/>
                    <a:pt x="42132" y="3859"/>
                    <a:pt x="42146" y="3940"/>
                  </a:cubicBezTo>
                  <a:cubicBezTo>
                    <a:pt x="42168" y="4086"/>
                    <a:pt x="42188" y="4234"/>
                    <a:pt x="42205" y="4378"/>
                  </a:cubicBezTo>
                  <a:lnTo>
                    <a:pt x="42222" y="4520"/>
                  </a:lnTo>
                  <a:cubicBezTo>
                    <a:pt x="42229" y="4595"/>
                    <a:pt x="42294" y="4651"/>
                    <a:pt x="42368" y="4651"/>
                  </a:cubicBezTo>
                  <a:cubicBezTo>
                    <a:pt x="42374" y="4651"/>
                    <a:pt x="42379" y="4649"/>
                    <a:pt x="42385" y="4648"/>
                  </a:cubicBezTo>
                  <a:cubicBezTo>
                    <a:pt x="42466" y="4637"/>
                    <a:pt x="42523" y="4565"/>
                    <a:pt x="42514" y="4484"/>
                  </a:cubicBezTo>
                  <a:lnTo>
                    <a:pt x="42498" y="4342"/>
                  </a:lnTo>
                  <a:cubicBezTo>
                    <a:pt x="42481" y="4194"/>
                    <a:pt x="42460" y="4044"/>
                    <a:pt x="42437" y="3893"/>
                  </a:cubicBezTo>
                  <a:cubicBezTo>
                    <a:pt x="42425" y="3821"/>
                    <a:pt x="42363" y="3769"/>
                    <a:pt x="42291" y="3769"/>
                  </a:cubicBezTo>
                  <a:close/>
                  <a:moveTo>
                    <a:pt x="33585" y="4321"/>
                  </a:moveTo>
                  <a:cubicBezTo>
                    <a:pt x="33546" y="4321"/>
                    <a:pt x="33507" y="4336"/>
                    <a:pt x="33479" y="4367"/>
                  </a:cubicBezTo>
                  <a:cubicBezTo>
                    <a:pt x="33430" y="4417"/>
                    <a:pt x="33383" y="4467"/>
                    <a:pt x="33335" y="4517"/>
                  </a:cubicBezTo>
                  <a:cubicBezTo>
                    <a:pt x="33248" y="4604"/>
                    <a:pt x="33158" y="4689"/>
                    <a:pt x="33066" y="4771"/>
                  </a:cubicBezTo>
                  <a:cubicBezTo>
                    <a:pt x="33005" y="4826"/>
                    <a:pt x="33000" y="4919"/>
                    <a:pt x="33055" y="4979"/>
                  </a:cubicBezTo>
                  <a:cubicBezTo>
                    <a:pt x="33083" y="5012"/>
                    <a:pt x="33124" y="5028"/>
                    <a:pt x="33164" y="5028"/>
                  </a:cubicBezTo>
                  <a:cubicBezTo>
                    <a:pt x="33199" y="5028"/>
                    <a:pt x="33233" y="5015"/>
                    <a:pt x="33263" y="4991"/>
                  </a:cubicBezTo>
                  <a:cubicBezTo>
                    <a:pt x="33359" y="4906"/>
                    <a:pt x="33453" y="4816"/>
                    <a:pt x="33543" y="4725"/>
                  </a:cubicBezTo>
                  <a:cubicBezTo>
                    <a:pt x="33593" y="4673"/>
                    <a:pt x="33644" y="4622"/>
                    <a:pt x="33693" y="4570"/>
                  </a:cubicBezTo>
                  <a:cubicBezTo>
                    <a:pt x="33749" y="4511"/>
                    <a:pt x="33747" y="4417"/>
                    <a:pt x="33687" y="4362"/>
                  </a:cubicBezTo>
                  <a:cubicBezTo>
                    <a:pt x="33659" y="4334"/>
                    <a:pt x="33622" y="4321"/>
                    <a:pt x="33585" y="4321"/>
                  </a:cubicBezTo>
                  <a:close/>
                  <a:moveTo>
                    <a:pt x="26916" y="4984"/>
                  </a:moveTo>
                  <a:cubicBezTo>
                    <a:pt x="26702" y="4987"/>
                    <a:pt x="26494" y="5022"/>
                    <a:pt x="26297" y="5089"/>
                  </a:cubicBezTo>
                  <a:cubicBezTo>
                    <a:pt x="26220" y="5115"/>
                    <a:pt x="26179" y="5199"/>
                    <a:pt x="26205" y="5276"/>
                  </a:cubicBezTo>
                  <a:cubicBezTo>
                    <a:pt x="26226" y="5337"/>
                    <a:pt x="26282" y="5375"/>
                    <a:pt x="26344" y="5375"/>
                  </a:cubicBezTo>
                  <a:cubicBezTo>
                    <a:pt x="26360" y="5375"/>
                    <a:pt x="26376" y="5373"/>
                    <a:pt x="26391" y="5368"/>
                  </a:cubicBezTo>
                  <a:cubicBezTo>
                    <a:pt x="26558" y="5311"/>
                    <a:pt x="26735" y="5281"/>
                    <a:pt x="26917" y="5280"/>
                  </a:cubicBezTo>
                  <a:cubicBezTo>
                    <a:pt x="27000" y="5280"/>
                    <a:pt x="27064" y="5213"/>
                    <a:pt x="27064" y="5132"/>
                  </a:cubicBezTo>
                  <a:cubicBezTo>
                    <a:pt x="27064" y="5050"/>
                    <a:pt x="26999" y="4984"/>
                    <a:pt x="26917" y="4984"/>
                  </a:cubicBezTo>
                  <a:close/>
                  <a:moveTo>
                    <a:pt x="27779" y="5153"/>
                  </a:moveTo>
                  <a:cubicBezTo>
                    <a:pt x="27720" y="5153"/>
                    <a:pt x="27664" y="5190"/>
                    <a:pt x="27641" y="5249"/>
                  </a:cubicBezTo>
                  <a:cubicBezTo>
                    <a:pt x="27613" y="5325"/>
                    <a:pt x="27652" y="5410"/>
                    <a:pt x="27728" y="5438"/>
                  </a:cubicBezTo>
                  <a:cubicBezTo>
                    <a:pt x="27920" y="5509"/>
                    <a:pt x="28102" y="5596"/>
                    <a:pt x="28254" y="5670"/>
                  </a:cubicBezTo>
                  <a:cubicBezTo>
                    <a:pt x="28275" y="5680"/>
                    <a:pt x="28296" y="5686"/>
                    <a:pt x="28318" y="5686"/>
                  </a:cubicBezTo>
                  <a:cubicBezTo>
                    <a:pt x="28374" y="5686"/>
                    <a:pt x="28425" y="5657"/>
                    <a:pt x="28450" y="5603"/>
                  </a:cubicBezTo>
                  <a:cubicBezTo>
                    <a:pt x="28486" y="5530"/>
                    <a:pt x="28456" y="5442"/>
                    <a:pt x="28383" y="5406"/>
                  </a:cubicBezTo>
                  <a:cubicBezTo>
                    <a:pt x="28224" y="5329"/>
                    <a:pt x="28034" y="5239"/>
                    <a:pt x="27831" y="5163"/>
                  </a:cubicBezTo>
                  <a:cubicBezTo>
                    <a:pt x="27814" y="5156"/>
                    <a:pt x="27797" y="5153"/>
                    <a:pt x="27779" y="5153"/>
                  </a:cubicBezTo>
                  <a:close/>
                  <a:moveTo>
                    <a:pt x="32466" y="5276"/>
                  </a:moveTo>
                  <a:cubicBezTo>
                    <a:pt x="32438" y="5276"/>
                    <a:pt x="32409" y="5284"/>
                    <a:pt x="32383" y="5301"/>
                  </a:cubicBezTo>
                  <a:cubicBezTo>
                    <a:pt x="32221" y="5409"/>
                    <a:pt x="32055" y="5507"/>
                    <a:pt x="31890" y="5592"/>
                  </a:cubicBezTo>
                  <a:cubicBezTo>
                    <a:pt x="31818" y="5629"/>
                    <a:pt x="31789" y="5719"/>
                    <a:pt x="31826" y="5791"/>
                  </a:cubicBezTo>
                  <a:cubicBezTo>
                    <a:pt x="31854" y="5840"/>
                    <a:pt x="31906" y="5870"/>
                    <a:pt x="31958" y="5870"/>
                  </a:cubicBezTo>
                  <a:cubicBezTo>
                    <a:pt x="31980" y="5870"/>
                    <a:pt x="32004" y="5865"/>
                    <a:pt x="32025" y="5855"/>
                  </a:cubicBezTo>
                  <a:cubicBezTo>
                    <a:pt x="32201" y="5765"/>
                    <a:pt x="32376" y="5662"/>
                    <a:pt x="32547" y="5546"/>
                  </a:cubicBezTo>
                  <a:cubicBezTo>
                    <a:pt x="32615" y="5502"/>
                    <a:pt x="32634" y="5410"/>
                    <a:pt x="32589" y="5342"/>
                  </a:cubicBezTo>
                  <a:cubicBezTo>
                    <a:pt x="32560" y="5299"/>
                    <a:pt x="32514" y="5276"/>
                    <a:pt x="32466" y="5276"/>
                  </a:cubicBezTo>
                  <a:close/>
                  <a:moveTo>
                    <a:pt x="42470" y="5234"/>
                  </a:moveTo>
                  <a:cubicBezTo>
                    <a:pt x="42464" y="5234"/>
                    <a:pt x="42457" y="5234"/>
                    <a:pt x="42451" y="5235"/>
                  </a:cubicBezTo>
                  <a:cubicBezTo>
                    <a:pt x="42370" y="5245"/>
                    <a:pt x="42313" y="5318"/>
                    <a:pt x="42323" y="5400"/>
                  </a:cubicBezTo>
                  <a:cubicBezTo>
                    <a:pt x="42352" y="5619"/>
                    <a:pt x="42379" y="5813"/>
                    <a:pt x="42408" y="5989"/>
                  </a:cubicBezTo>
                  <a:cubicBezTo>
                    <a:pt x="42419" y="6061"/>
                    <a:pt x="42482" y="6113"/>
                    <a:pt x="42553" y="6113"/>
                  </a:cubicBezTo>
                  <a:cubicBezTo>
                    <a:pt x="42560" y="6113"/>
                    <a:pt x="42569" y="6113"/>
                    <a:pt x="42576" y="6111"/>
                  </a:cubicBezTo>
                  <a:cubicBezTo>
                    <a:pt x="42657" y="6097"/>
                    <a:pt x="42711" y="6021"/>
                    <a:pt x="42699" y="5942"/>
                  </a:cubicBezTo>
                  <a:cubicBezTo>
                    <a:pt x="42671" y="5767"/>
                    <a:pt x="42643" y="5577"/>
                    <a:pt x="42616" y="5363"/>
                  </a:cubicBezTo>
                  <a:cubicBezTo>
                    <a:pt x="42607" y="5288"/>
                    <a:pt x="42543" y="5234"/>
                    <a:pt x="42470" y="5234"/>
                  </a:cubicBezTo>
                  <a:close/>
                  <a:moveTo>
                    <a:pt x="29115" y="5772"/>
                  </a:moveTo>
                  <a:cubicBezTo>
                    <a:pt x="29058" y="5772"/>
                    <a:pt x="29003" y="5806"/>
                    <a:pt x="28979" y="5862"/>
                  </a:cubicBezTo>
                  <a:cubicBezTo>
                    <a:pt x="28949" y="5938"/>
                    <a:pt x="28985" y="6025"/>
                    <a:pt x="29059" y="6056"/>
                  </a:cubicBezTo>
                  <a:cubicBezTo>
                    <a:pt x="29227" y="6127"/>
                    <a:pt x="29382" y="6180"/>
                    <a:pt x="29529" y="6218"/>
                  </a:cubicBezTo>
                  <a:cubicBezTo>
                    <a:pt x="29569" y="6227"/>
                    <a:pt x="29606" y="6238"/>
                    <a:pt x="29645" y="6246"/>
                  </a:cubicBezTo>
                  <a:cubicBezTo>
                    <a:pt x="29656" y="6248"/>
                    <a:pt x="29667" y="6249"/>
                    <a:pt x="29677" y="6249"/>
                  </a:cubicBezTo>
                  <a:cubicBezTo>
                    <a:pt x="29745" y="6249"/>
                    <a:pt x="29806" y="6204"/>
                    <a:pt x="29818" y="6131"/>
                  </a:cubicBezTo>
                  <a:cubicBezTo>
                    <a:pt x="29837" y="6051"/>
                    <a:pt x="29786" y="5973"/>
                    <a:pt x="29707" y="5956"/>
                  </a:cubicBezTo>
                  <a:cubicBezTo>
                    <a:pt x="29672" y="5948"/>
                    <a:pt x="29638" y="5939"/>
                    <a:pt x="29604" y="5931"/>
                  </a:cubicBezTo>
                  <a:cubicBezTo>
                    <a:pt x="29467" y="5896"/>
                    <a:pt x="29327" y="5847"/>
                    <a:pt x="29171" y="5783"/>
                  </a:cubicBezTo>
                  <a:cubicBezTo>
                    <a:pt x="29153" y="5775"/>
                    <a:pt x="29134" y="5772"/>
                    <a:pt x="29115" y="5772"/>
                  </a:cubicBezTo>
                  <a:close/>
                  <a:moveTo>
                    <a:pt x="25602" y="5538"/>
                  </a:moveTo>
                  <a:cubicBezTo>
                    <a:pt x="25566" y="5538"/>
                    <a:pt x="25530" y="5551"/>
                    <a:pt x="25502" y="5577"/>
                  </a:cubicBezTo>
                  <a:cubicBezTo>
                    <a:pt x="25361" y="5707"/>
                    <a:pt x="25225" y="5862"/>
                    <a:pt x="25094" y="6036"/>
                  </a:cubicBezTo>
                  <a:cubicBezTo>
                    <a:pt x="25045" y="6102"/>
                    <a:pt x="25058" y="6194"/>
                    <a:pt x="25124" y="6243"/>
                  </a:cubicBezTo>
                  <a:cubicBezTo>
                    <a:pt x="25150" y="6263"/>
                    <a:pt x="25181" y="6273"/>
                    <a:pt x="25212" y="6273"/>
                  </a:cubicBezTo>
                  <a:cubicBezTo>
                    <a:pt x="25257" y="6273"/>
                    <a:pt x="25301" y="6252"/>
                    <a:pt x="25330" y="6213"/>
                  </a:cubicBezTo>
                  <a:cubicBezTo>
                    <a:pt x="25450" y="6054"/>
                    <a:pt x="25576" y="5913"/>
                    <a:pt x="25703" y="5794"/>
                  </a:cubicBezTo>
                  <a:cubicBezTo>
                    <a:pt x="25762" y="5739"/>
                    <a:pt x="25767" y="5644"/>
                    <a:pt x="25711" y="5586"/>
                  </a:cubicBezTo>
                  <a:cubicBezTo>
                    <a:pt x="25682" y="5554"/>
                    <a:pt x="25642" y="5538"/>
                    <a:pt x="25602" y="5538"/>
                  </a:cubicBezTo>
                  <a:close/>
                  <a:moveTo>
                    <a:pt x="31137" y="5900"/>
                  </a:moveTo>
                  <a:cubicBezTo>
                    <a:pt x="31124" y="5900"/>
                    <a:pt x="31110" y="5901"/>
                    <a:pt x="31097" y="5905"/>
                  </a:cubicBezTo>
                  <a:cubicBezTo>
                    <a:pt x="30910" y="5955"/>
                    <a:pt x="30724" y="5990"/>
                    <a:pt x="30542" y="6007"/>
                  </a:cubicBezTo>
                  <a:cubicBezTo>
                    <a:pt x="30461" y="6014"/>
                    <a:pt x="30401" y="6086"/>
                    <a:pt x="30409" y="6166"/>
                  </a:cubicBezTo>
                  <a:cubicBezTo>
                    <a:pt x="30417" y="6244"/>
                    <a:pt x="30482" y="6301"/>
                    <a:pt x="30556" y="6301"/>
                  </a:cubicBezTo>
                  <a:cubicBezTo>
                    <a:pt x="30561" y="6301"/>
                    <a:pt x="30565" y="6301"/>
                    <a:pt x="30569" y="6300"/>
                  </a:cubicBezTo>
                  <a:cubicBezTo>
                    <a:pt x="30768" y="6282"/>
                    <a:pt x="30972" y="6244"/>
                    <a:pt x="31174" y="6189"/>
                  </a:cubicBezTo>
                  <a:cubicBezTo>
                    <a:pt x="31252" y="6168"/>
                    <a:pt x="31299" y="6087"/>
                    <a:pt x="31277" y="6009"/>
                  </a:cubicBezTo>
                  <a:cubicBezTo>
                    <a:pt x="31260" y="5943"/>
                    <a:pt x="31201" y="5900"/>
                    <a:pt x="31137" y="5900"/>
                  </a:cubicBezTo>
                  <a:close/>
                  <a:moveTo>
                    <a:pt x="42733" y="6685"/>
                  </a:moveTo>
                  <a:cubicBezTo>
                    <a:pt x="42720" y="6685"/>
                    <a:pt x="42707" y="6686"/>
                    <a:pt x="42695" y="6690"/>
                  </a:cubicBezTo>
                  <a:cubicBezTo>
                    <a:pt x="42615" y="6710"/>
                    <a:pt x="42569" y="6792"/>
                    <a:pt x="42589" y="6870"/>
                  </a:cubicBezTo>
                  <a:cubicBezTo>
                    <a:pt x="42643" y="7073"/>
                    <a:pt x="42704" y="7267"/>
                    <a:pt x="42771" y="7447"/>
                  </a:cubicBezTo>
                  <a:cubicBezTo>
                    <a:pt x="42793" y="7506"/>
                    <a:pt x="42849" y="7542"/>
                    <a:pt x="42909" y="7542"/>
                  </a:cubicBezTo>
                  <a:cubicBezTo>
                    <a:pt x="42926" y="7542"/>
                    <a:pt x="42943" y="7538"/>
                    <a:pt x="42962" y="7532"/>
                  </a:cubicBezTo>
                  <a:cubicBezTo>
                    <a:pt x="43038" y="7505"/>
                    <a:pt x="43076" y="7419"/>
                    <a:pt x="43049" y="7344"/>
                  </a:cubicBezTo>
                  <a:cubicBezTo>
                    <a:pt x="42986" y="7174"/>
                    <a:pt x="42927" y="6990"/>
                    <a:pt x="42875" y="6795"/>
                  </a:cubicBezTo>
                  <a:cubicBezTo>
                    <a:pt x="42858" y="6728"/>
                    <a:pt x="42798" y="6685"/>
                    <a:pt x="42733" y="6685"/>
                  </a:cubicBezTo>
                  <a:close/>
                  <a:moveTo>
                    <a:pt x="24752" y="6731"/>
                  </a:moveTo>
                  <a:cubicBezTo>
                    <a:pt x="24699" y="6731"/>
                    <a:pt x="24647" y="6760"/>
                    <a:pt x="24621" y="6811"/>
                  </a:cubicBezTo>
                  <a:cubicBezTo>
                    <a:pt x="24535" y="6980"/>
                    <a:pt x="24451" y="7165"/>
                    <a:pt x="24370" y="7358"/>
                  </a:cubicBezTo>
                  <a:cubicBezTo>
                    <a:pt x="24338" y="7434"/>
                    <a:pt x="24374" y="7521"/>
                    <a:pt x="24448" y="7552"/>
                  </a:cubicBezTo>
                  <a:cubicBezTo>
                    <a:pt x="24467" y="7559"/>
                    <a:pt x="24486" y="7563"/>
                    <a:pt x="24505" y="7563"/>
                  </a:cubicBezTo>
                  <a:cubicBezTo>
                    <a:pt x="24561" y="7563"/>
                    <a:pt x="24617" y="7529"/>
                    <a:pt x="24642" y="7473"/>
                  </a:cubicBezTo>
                  <a:cubicBezTo>
                    <a:pt x="24720" y="7285"/>
                    <a:pt x="24802" y="7108"/>
                    <a:pt x="24884" y="6945"/>
                  </a:cubicBezTo>
                  <a:cubicBezTo>
                    <a:pt x="24922" y="6872"/>
                    <a:pt x="24892" y="6784"/>
                    <a:pt x="24819" y="6747"/>
                  </a:cubicBezTo>
                  <a:cubicBezTo>
                    <a:pt x="24798" y="6736"/>
                    <a:pt x="24775" y="6731"/>
                    <a:pt x="24752" y="6731"/>
                  </a:cubicBezTo>
                  <a:close/>
                  <a:moveTo>
                    <a:pt x="43299" y="8039"/>
                  </a:moveTo>
                  <a:cubicBezTo>
                    <a:pt x="43272" y="8039"/>
                    <a:pt x="43244" y="8047"/>
                    <a:pt x="43220" y="8063"/>
                  </a:cubicBezTo>
                  <a:cubicBezTo>
                    <a:pt x="43152" y="8106"/>
                    <a:pt x="43131" y="8198"/>
                    <a:pt x="43174" y="8267"/>
                  </a:cubicBezTo>
                  <a:cubicBezTo>
                    <a:pt x="43287" y="8442"/>
                    <a:pt x="43412" y="8606"/>
                    <a:pt x="43548" y="8754"/>
                  </a:cubicBezTo>
                  <a:cubicBezTo>
                    <a:pt x="43576" y="8786"/>
                    <a:pt x="43616" y="8802"/>
                    <a:pt x="43656" y="8802"/>
                  </a:cubicBezTo>
                  <a:cubicBezTo>
                    <a:pt x="43690" y="8802"/>
                    <a:pt x="43726" y="8789"/>
                    <a:pt x="43756" y="8763"/>
                  </a:cubicBezTo>
                  <a:cubicBezTo>
                    <a:pt x="43816" y="8709"/>
                    <a:pt x="43820" y="8616"/>
                    <a:pt x="43766" y="8555"/>
                  </a:cubicBezTo>
                  <a:cubicBezTo>
                    <a:pt x="43642" y="8420"/>
                    <a:pt x="43527" y="8269"/>
                    <a:pt x="43424" y="8108"/>
                  </a:cubicBezTo>
                  <a:cubicBezTo>
                    <a:pt x="43396" y="8064"/>
                    <a:pt x="43347" y="8039"/>
                    <a:pt x="43299" y="8039"/>
                  </a:cubicBezTo>
                  <a:close/>
                  <a:moveTo>
                    <a:pt x="24196" y="8098"/>
                  </a:moveTo>
                  <a:cubicBezTo>
                    <a:pt x="24134" y="8098"/>
                    <a:pt x="24077" y="8138"/>
                    <a:pt x="24056" y="8200"/>
                  </a:cubicBezTo>
                  <a:cubicBezTo>
                    <a:pt x="23997" y="8381"/>
                    <a:pt x="23937" y="8571"/>
                    <a:pt x="23881" y="8770"/>
                  </a:cubicBezTo>
                  <a:cubicBezTo>
                    <a:pt x="23858" y="8848"/>
                    <a:pt x="23903" y="8929"/>
                    <a:pt x="23982" y="8953"/>
                  </a:cubicBezTo>
                  <a:cubicBezTo>
                    <a:pt x="23996" y="8956"/>
                    <a:pt x="24008" y="8959"/>
                    <a:pt x="24023" y="8959"/>
                  </a:cubicBezTo>
                  <a:cubicBezTo>
                    <a:pt x="24087" y="8959"/>
                    <a:pt x="24146" y="8917"/>
                    <a:pt x="24163" y="8851"/>
                  </a:cubicBezTo>
                  <a:cubicBezTo>
                    <a:pt x="24220" y="8656"/>
                    <a:pt x="24278" y="8468"/>
                    <a:pt x="24337" y="8291"/>
                  </a:cubicBezTo>
                  <a:cubicBezTo>
                    <a:pt x="24362" y="8213"/>
                    <a:pt x="24319" y="8131"/>
                    <a:pt x="24242" y="8105"/>
                  </a:cubicBezTo>
                  <a:cubicBezTo>
                    <a:pt x="24226" y="8100"/>
                    <a:pt x="24211" y="8098"/>
                    <a:pt x="24196" y="8098"/>
                  </a:cubicBezTo>
                  <a:close/>
                  <a:moveTo>
                    <a:pt x="44330" y="9074"/>
                  </a:moveTo>
                  <a:cubicBezTo>
                    <a:pt x="44282" y="9074"/>
                    <a:pt x="44234" y="9098"/>
                    <a:pt x="44206" y="9141"/>
                  </a:cubicBezTo>
                  <a:cubicBezTo>
                    <a:pt x="44163" y="9209"/>
                    <a:pt x="44182" y="9301"/>
                    <a:pt x="44251" y="9345"/>
                  </a:cubicBezTo>
                  <a:cubicBezTo>
                    <a:pt x="44415" y="9449"/>
                    <a:pt x="44593" y="9548"/>
                    <a:pt x="44786" y="9636"/>
                  </a:cubicBezTo>
                  <a:cubicBezTo>
                    <a:pt x="44806" y="9647"/>
                    <a:pt x="44826" y="9651"/>
                    <a:pt x="44848" y="9651"/>
                  </a:cubicBezTo>
                  <a:cubicBezTo>
                    <a:pt x="44903" y="9651"/>
                    <a:pt x="44957" y="9619"/>
                    <a:pt x="44982" y="9565"/>
                  </a:cubicBezTo>
                  <a:cubicBezTo>
                    <a:pt x="45015" y="9491"/>
                    <a:pt x="44983" y="9403"/>
                    <a:pt x="44910" y="9369"/>
                  </a:cubicBezTo>
                  <a:cubicBezTo>
                    <a:pt x="44730" y="9286"/>
                    <a:pt x="44562" y="9196"/>
                    <a:pt x="44410" y="9098"/>
                  </a:cubicBezTo>
                  <a:cubicBezTo>
                    <a:pt x="44386" y="9082"/>
                    <a:pt x="44358" y="9074"/>
                    <a:pt x="44330" y="9074"/>
                  </a:cubicBezTo>
                  <a:close/>
                  <a:moveTo>
                    <a:pt x="45676" y="9665"/>
                  </a:moveTo>
                  <a:cubicBezTo>
                    <a:pt x="45613" y="9665"/>
                    <a:pt x="45555" y="9706"/>
                    <a:pt x="45536" y="9769"/>
                  </a:cubicBezTo>
                  <a:cubicBezTo>
                    <a:pt x="45511" y="9847"/>
                    <a:pt x="45557" y="9929"/>
                    <a:pt x="45634" y="9952"/>
                  </a:cubicBezTo>
                  <a:cubicBezTo>
                    <a:pt x="45806" y="10004"/>
                    <a:pt x="45995" y="10055"/>
                    <a:pt x="46211" y="10108"/>
                  </a:cubicBezTo>
                  <a:cubicBezTo>
                    <a:pt x="46222" y="10111"/>
                    <a:pt x="46234" y="10112"/>
                    <a:pt x="46245" y="10112"/>
                  </a:cubicBezTo>
                  <a:cubicBezTo>
                    <a:pt x="46313" y="10112"/>
                    <a:pt x="46372" y="10066"/>
                    <a:pt x="46389" y="10001"/>
                  </a:cubicBezTo>
                  <a:cubicBezTo>
                    <a:pt x="46409" y="9923"/>
                    <a:pt x="46360" y="9843"/>
                    <a:pt x="46281" y="9823"/>
                  </a:cubicBezTo>
                  <a:cubicBezTo>
                    <a:pt x="46072" y="9771"/>
                    <a:pt x="45887" y="9722"/>
                    <a:pt x="45719" y="9671"/>
                  </a:cubicBezTo>
                  <a:cubicBezTo>
                    <a:pt x="45705" y="9667"/>
                    <a:pt x="45690" y="9665"/>
                    <a:pt x="45676" y="9665"/>
                  </a:cubicBezTo>
                  <a:close/>
                  <a:moveTo>
                    <a:pt x="23795" y="9520"/>
                  </a:moveTo>
                  <a:cubicBezTo>
                    <a:pt x="23729" y="9520"/>
                    <a:pt x="23668" y="9565"/>
                    <a:pt x="23651" y="9632"/>
                  </a:cubicBezTo>
                  <a:cubicBezTo>
                    <a:pt x="23605" y="9823"/>
                    <a:pt x="23560" y="10016"/>
                    <a:pt x="23516" y="10210"/>
                  </a:cubicBezTo>
                  <a:cubicBezTo>
                    <a:pt x="23499" y="10290"/>
                    <a:pt x="23548" y="10369"/>
                    <a:pt x="23628" y="10387"/>
                  </a:cubicBezTo>
                  <a:cubicBezTo>
                    <a:pt x="23638" y="10389"/>
                    <a:pt x="23650" y="10390"/>
                    <a:pt x="23661" y="10390"/>
                  </a:cubicBezTo>
                  <a:cubicBezTo>
                    <a:pt x="23728" y="10390"/>
                    <a:pt x="23790" y="10344"/>
                    <a:pt x="23803" y="10275"/>
                  </a:cubicBezTo>
                  <a:cubicBezTo>
                    <a:pt x="23846" y="10083"/>
                    <a:pt x="23891" y="9890"/>
                    <a:pt x="23937" y="9702"/>
                  </a:cubicBezTo>
                  <a:cubicBezTo>
                    <a:pt x="23957" y="9623"/>
                    <a:pt x="23908" y="9543"/>
                    <a:pt x="23829" y="9524"/>
                  </a:cubicBezTo>
                  <a:cubicBezTo>
                    <a:pt x="23818" y="9521"/>
                    <a:pt x="23806" y="9520"/>
                    <a:pt x="23795" y="9520"/>
                  </a:cubicBezTo>
                  <a:close/>
                  <a:moveTo>
                    <a:pt x="47110" y="10017"/>
                  </a:moveTo>
                  <a:cubicBezTo>
                    <a:pt x="47042" y="10017"/>
                    <a:pt x="46982" y="10063"/>
                    <a:pt x="46966" y="10131"/>
                  </a:cubicBezTo>
                  <a:cubicBezTo>
                    <a:pt x="46949" y="10211"/>
                    <a:pt x="46997" y="10290"/>
                    <a:pt x="47078" y="10308"/>
                  </a:cubicBezTo>
                  <a:cubicBezTo>
                    <a:pt x="47268" y="10350"/>
                    <a:pt x="47459" y="10395"/>
                    <a:pt x="47648" y="10441"/>
                  </a:cubicBezTo>
                  <a:cubicBezTo>
                    <a:pt x="47660" y="10444"/>
                    <a:pt x="47672" y="10445"/>
                    <a:pt x="47683" y="10445"/>
                  </a:cubicBezTo>
                  <a:cubicBezTo>
                    <a:pt x="47749" y="10445"/>
                    <a:pt x="47810" y="10400"/>
                    <a:pt x="47829" y="10334"/>
                  </a:cubicBezTo>
                  <a:cubicBezTo>
                    <a:pt x="47848" y="10255"/>
                    <a:pt x="47800" y="10176"/>
                    <a:pt x="47720" y="10156"/>
                  </a:cubicBezTo>
                  <a:cubicBezTo>
                    <a:pt x="47528" y="10109"/>
                    <a:pt x="47336" y="10064"/>
                    <a:pt x="47144" y="10021"/>
                  </a:cubicBezTo>
                  <a:cubicBezTo>
                    <a:pt x="47132" y="10018"/>
                    <a:pt x="47121" y="10017"/>
                    <a:pt x="47110" y="10017"/>
                  </a:cubicBezTo>
                  <a:close/>
                  <a:moveTo>
                    <a:pt x="48534" y="10392"/>
                  </a:moveTo>
                  <a:cubicBezTo>
                    <a:pt x="48472" y="10392"/>
                    <a:pt x="48415" y="10431"/>
                    <a:pt x="48394" y="10493"/>
                  </a:cubicBezTo>
                  <a:cubicBezTo>
                    <a:pt x="48368" y="10570"/>
                    <a:pt x="48410" y="10654"/>
                    <a:pt x="48487" y="10679"/>
                  </a:cubicBezTo>
                  <a:cubicBezTo>
                    <a:pt x="48664" y="10740"/>
                    <a:pt x="48827" y="10802"/>
                    <a:pt x="48982" y="10870"/>
                  </a:cubicBezTo>
                  <a:lnTo>
                    <a:pt x="49022" y="10889"/>
                  </a:lnTo>
                  <a:cubicBezTo>
                    <a:pt x="49041" y="10898"/>
                    <a:pt x="49062" y="10901"/>
                    <a:pt x="49082" y="10901"/>
                  </a:cubicBezTo>
                  <a:cubicBezTo>
                    <a:pt x="49138" y="10901"/>
                    <a:pt x="49193" y="10869"/>
                    <a:pt x="49216" y="10813"/>
                  </a:cubicBezTo>
                  <a:cubicBezTo>
                    <a:pt x="49250" y="10740"/>
                    <a:pt x="49218" y="10653"/>
                    <a:pt x="49143" y="10619"/>
                  </a:cubicBezTo>
                  <a:lnTo>
                    <a:pt x="49101" y="10600"/>
                  </a:lnTo>
                  <a:cubicBezTo>
                    <a:pt x="48938" y="10529"/>
                    <a:pt x="48768" y="10463"/>
                    <a:pt x="48581" y="10400"/>
                  </a:cubicBezTo>
                  <a:cubicBezTo>
                    <a:pt x="48565" y="10395"/>
                    <a:pt x="48549" y="10392"/>
                    <a:pt x="48534" y="10392"/>
                  </a:cubicBezTo>
                  <a:close/>
                  <a:moveTo>
                    <a:pt x="49853" y="11038"/>
                  </a:moveTo>
                  <a:cubicBezTo>
                    <a:pt x="49806" y="11038"/>
                    <a:pt x="49760" y="11060"/>
                    <a:pt x="49731" y="11102"/>
                  </a:cubicBezTo>
                  <a:cubicBezTo>
                    <a:pt x="49687" y="11171"/>
                    <a:pt x="49704" y="11262"/>
                    <a:pt x="49771" y="11308"/>
                  </a:cubicBezTo>
                  <a:cubicBezTo>
                    <a:pt x="49929" y="11414"/>
                    <a:pt x="50082" y="11531"/>
                    <a:pt x="50229" y="11654"/>
                  </a:cubicBezTo>
                  <a:cubicBezTo>
                    <a:pt x="50255" y="11678"/>
                    <a:pt x="50290" y="11689"/>
                    <a:pt x="50323" y="11689"/>
                  </a:cubicBezTo>
                  <a:cubicBezTo>
                    <a:pt x="50365" y="11689"/>
                    <a:pt x="50406" y="11672"/>
                    <a:pt x="50436" y="11637"/>
                  </a:cubicBezTo>
                  <a:cubicBezTo>
                    <a:pt x="50489" y="11575"/>
                    <a:pt x="50480" y="11482"/>
                    <a:pt x="50419" y="11429"/>
                  </a:cubicBezTo>
                  <a:cubicBezTo>
                    <a:pt x="50265" y="11297"/>
                    <a:pt x="50102" y="11175"/>
                    <a:pt x="49937" y="11063"/>
                  </a:cubicBezTo>
                  <a:cubicBezTo>
                    <a:pt x="49911" y="11046"/>
                    <a:pt x="49882" y="11038"/>
                    <a:pt x="49853" y="11038"/>
                  </a:cubicBezTo>
                  <a:close/>
                  <a:moveTo>
                    <a:pt x="23479" y="10962"/>
                  </a:moveTo>
                  <a:cubicBezTo>
                    <a:pt x="23409" y="10962"/>
                    <a:pt x="23347" y="11011"/>
                    <a:pt x="23334" y="11081"/>
                  </a:cubicBezTo>
                  <a:cubicBezTo>
                    <a:pt x="23296" y="11275"/>
                    <a:pt x="23256" y="11469"/>
                    <a:pt x="23220" y="11663"/>
                  </a:cubicBezTo>
                  <a:cubicBezTo>
                    <a:pt x="23205" y="11742"/>
                    <a:pt x="23258" y="11819"/>
                    <a:pt x="23338" y="11835"/>
                  </a:cubicBezTo>
                  <a:cubicBezTo>
                    <a:pt x="23347" y="11837"/>
                    <a:pt x="23356" y="11838"/>
                    <a:pt x="23365" y="11838"/>
                  </a:cubicBezTo>
                  <a:cubicBezTo>
                    <a:pt x="23435" y="11838"/>
                    <a:pt x="23496" y="11788"/>
                    <a:pt x="23512" y="11718"/>
                  </a:cubicBezTo>
                  <a:cubicBezTo>
                    <a:pt x="23548" y="11524"/>
                    <a:pt x="23585" y="11332"/>
                    <a:pt x="23624" y="11138"/>
                  </a:cubicBezTo>
                  <a:cubicBezTo>
                    <a:pt x="23639" y="11059"/>
                    <a:pt x="23588" y="10981"/>
                    <a:pt x="23508" y="10965"/>
                  </a:cubicBezTo>
                  <a:cubicBezTo>
                    <a:pt x="23498" y="10963"/>
                    <a:pt x="23489" y="10962"/>
                    <a:pt x="23479" y="10962"/>
                  </a:cubicBezTo>
                  <a:close/>
                  <a:moveTo>
                    <a:pt x="50948" y="12020"/>
                  </a:moveTo>
                  <a:cubicBezTo>
                    <a:pt x="50914" y="12020"/>
                    <a:pt x="50880" y="12031"/>
                    <a:pt x="50853" y="12055"/>
                  </a:cubicBezTo>
                  <a:cubicBezTo>
                    <a:pt x="50791" y="12107"/>
                    <a:pt x="50783" y="12200"/>
                    <a:pt x="50835" y="12262"/>
                  </a:cubicBezTo>
                  <a:cubicBezTo>
                    <a:pt x="50959" y="12408"/>
                    <a:pt x="51077" y="12561"/>
                    <a:pt x="51184" y="12719"/>
                  </a:cubicBezTo>
                  <a:cubicBezTo>
                    <a:pt x="51214" y="12761"/>
                    <a:pt x="51258" y="12783"/>
                    <a:pt x="51307" y="12783"/>
                  </a:cubicBezTo>
                  <a:cubicBezTo>
                    <a:pt x="51335" y="12783"/>
                    <a:pt x="51363" y="12774"/>
                    <a:pt x="51389" y="12757"/>
                  </a:cubicBezTo>
                  <a:cubicBezTo>
                    <a:pt x="51456" y="12711"/>
                    <a:pt x="51474" y="12619"/>
                    <a:pt x="51427" y="12552"/>
                  </a:cubicBezTo>
                  <a:cubicBezTo>
                    <a:pt x="51314" y="12386"/>
                    <a:pt x="51190" y="12225"/>
                    <a:pt x="51060" y="12071"/>
                  </a:cubicBezTo>
                  <a:cubicBezTo>
                    <a:pt x="51031" y="12037"/>
                    <a:pt x="50989" y="12020"/>
                    <a:pt x="50948" y="12020"/>
                  </a:cubicBezTo>
                  <a:close/>
                  <a:moveTo>
                    <a:pt x="23201" y="12413"/>
                  </a:moveTo>
                  <a:cubicBezTo>
                    <a:pt x="23131" y="12413"/>
                    <a:pt x="23071" y="12463"/>
                    <a:pt x="23058" y="12534"/>
                  </a:cubicBezTo>
                  <a:lnTo>
                    <a:pt x="22955" y="13117"/>
                  </a:lnTo>
                  <a:cubicBezTo>
                    <a:pt x="22941" y="13199"/>
                    <a:pt x="22995" y="13274"/>
                    <a:pt x="23075" y="13289"/>
                  </a:cubicBezTo>
                  <a:cubicBezTo>
                    <a:pt x="23084" y="13290"/>
                    <a:pt x="23091" y="13292"/>
                    <a:pt x="23101" y="13292"/>
                  </a:cubicBezTo>
                  <a:cubicBezTo>
                    <a:pt x="23172" y="13292"/>
                    <a:pt x="23234" y="13241"/>
                    <a:pt x="23245" y="13169"/>
                  </a:cubicBezTo>
                  <a:lnTo>
                    <a:pt x="23348" y="12587"/>
                  </a:lnTo>
                  <a:cubicBezTo>
                    <a:pt x="23364" y="12508"/>
                    <a:pt x="23310" y="12430"/>
                    <a:pt x="23229" y="12416"/>
                  </a:cubicBezTo>
                  <a:cubicBezTo>
                    <a:pt x="23220" y="12414"/>
                    <a:pt x="23211" y="12413"/>
                    <a:pt x="23201" y="12413"/>
                  </a:cubicBezTo>
                  <a:close/>
                  <a:moveTo>
                    <a:pt x="51743" y="13257"/>
                  </a:moveTo>
                  <a:cubicBezTo>
                    <a:pt x="51722" y="13257"/>
                    <a:pt x="51700" y="13261"/>
                    <a:pt x="51680" y="13271"/>
                  </a:cubicBezTo>
                  <a:cubicBezTo>
                    <a:pt x="51607" y="13305"/>
                    <a:pt x="51575" y="13393"/>
                    <a:pt x="51609" y="13467"/>
                  </a:cubicBezTo>
                  <a:cubicBezTo>
                    <a:pt x="51691" y="13639"/>
                    <a:pt x="51762" y="13819"/>
                    <a:pt x="51823" y="13999"/>
                  </a:cubicBezTo>
                  <a:cubicBezTo>
                    <a:pt x="51842" y="14060"/>
                    <a:pt x="51900" y="14099"/>
                    <a:pt x="51962" y="14099"/>
                  </a:cubicBezTo>
                  <a:cubicBezTo>
                    <a:pt x="51977" y="14099"/>
                    <a:pt x="51993" y="14097"/>
                    <a:pt x="52008" y="14091"/>
                  </a:cubicBezTo>
                  <a:cubicBezTo>
                    <a:pt x="52086" y="14066"/>
                    <a:pt x="52127" y="13981"/>
                    <a:pt x="52101" y="13904"/>
                  </a:cubicBezTo>
                  <a:cubicBezTo>
                    <a:pt x="52037" y="13715"/>
                    <a:pt x="51962" y="13525"/>
                    <a:pt x="51876" y="13341"/>
                  </a:cubicBezTo>
                  <a:cubicBezTo>
                    <a:pt x="51851" y="13288"/>
                    <a:pt x="51798" y="13257"/>
                    <a:pt x="51743" y="13257"/>
                  </a:cubicBezTo>
                  <a:close/>
                  <a:moveTo>
                    <a:pt x="22945" y="13871"/>
                  </a:moveTo>
                  <a:cubicBezTo>
                    <a:pt x="22875" y="13871"/>
                    <a:pt x="22811" y="13920"/>
                    <a:pt x="22798" y="13991"/>
                  </a:cubicBezTo>
                  <a:cubicBezTo>
                    <a:pt x="22763" y="14190"/>
                    <a:pt x="22727" y="14383"/>
                    <a:pt x="22691" y="14571"/>
                  </a:cubicBezTo>
                  <a:cubicBezTo>
                    <a:pt x="22675" y="14651"/>
                    <a:pt x="22728" y="14728"/>
                    <a:pt x="22808" y="14743"/>
                  </a:cubicBezTo>
                  <a:cubicBezTo>
                    <a:pt x="22818" y="14744"/>
                    <a:pt x="22827" y="14747"/>
                    <a:pt x="22836" y="14747"/>
                  </a:cubicBezTo>
                  <a:cubicBezTo>
                    <a:pt x="22906" y="14747"/>
                    <a:pt x="22967" y="14697"/>
                    <a:pt x="22979" y="14628"/>
                  </a:cubicBezTo>
                  <a:cubicBezTo>
                    <a:pt x="23017" y="14439"/>
                    <a:pt x="23053" y="14244"/>
                    <a:pt x="23089" y="14045"/>
                  </a:cubicBezTo>
                  <a:cubicBezTo>
                    <a:pt x="23104" y="13964"/>
                    <a:pt x="23050" y="13887"/>
                    <a:pt x="22971" y="13873"/>
                  </a:cubicBezTo>
                  <a:cubicBezTo>
                    <a:pt x="22962" y="13871"/>
                    <a:pt x="22954" y="13871"/>
                    <a:pt x="22945" y="13871"/>
                  </a:cubicBezTo>
                  <a:close/>
                  <a:moveTo>
                    <a:pt x="52171" y="14663"/>
                  </a:moveTo>
                  <a:cubicBezTo>
                    <a:pt x="52163" y="14663"/>
                    <a:pt x="52155" y="14664"/>
                    <a:pt x="52148" y="14665"/>
                  </a:cubicBezTo>
                  <a:cubicBezTo>
                    <a:pt x="52067" y="14676"/>
                    <a:pt x="52011" y="14753"/>
                    <a:pt x="52023" y="14832"/>
                  </a:cubicBezTo>
                  <a:cubicBezTo>
                    <a:pt x="52052" y="15020"/>
                    <a:pt x="52070" y="15212"/>
                    <a:pt x="52076" y="15403"/>
                  </a:cubicBezTo>
                  <a:cubicBezTo>
                    <a:pt x="52078" y="15481"/>
                    <a:pt x="52144" y="15544"/>
                    <a:pt x="52223" y="15544"/>
                  </a:cubicBezTo>
                  <a:lnTo>
                    <a:pt x="52228" y="15544"/>
                  </a:lnTo>
                  <a:cubicBezTo>
                    <a:pt x="52310" y="15542"/>
                    <a:pt x="52373" y="15474"/>
                    <a:pt x="52370" y="15392"/>
                  </a:cubicBezTo>
                  <a:cubicBezTo>
                    <a:pt x="52363" y="15190"/>
                    <a:pt x="52345" y="14987"/>
                    <a:pt x="52315" y="14789"/>
                  </a:cubicBezTo>
                  <a:cubicBezTo>
                    <a:pt x="52304" y="14716"/>
                    <a:pt x="52241" y="14663"/>
                    <a:pt x="52171" y="14663"/>
                  </a:cubicBezTo>
                  <a:close/>
                  <a:moveTo>
                    <a:pt x="22656" y="15319"/>
                  </a:moveTo>
                  <a:cubicBezTo>
                    <a:pt x="22589" y="15319"/>
                    <a:pt x="22528" y="15364"/>
                    <a:pt x="22512" y="15434"/>
                  </a:cubicBezTo>
                  <a:cubicBezTo>
                    <a:pt x="22464" y="15645"/>
                    <a:pt x="22418" y="15831"/>
                    <a:pt x="22369" y="16000"/>
                  </a:cubicBezTo>
                  <a:cubicBezTo>
                    <a:pt x="22347" y="16079"/>
                    <a:pt x="22393" y="16160"/>
                    <a:pt x="22471" y="16182"/>
                  </a:cubicBezTo>
                  <a:cubicBezTo>
                    <a:pt x="22485" y="16186"/>
                    <a:pt x="22498" y="16187"/>
                    <a:pt x="22511" y="16187"/>
                  </a:cubicBezTo>
                  <a:cubicBezTo>
                    <a:pt x="22574" y="16187"/>
                    <a:pt x="22634" y="16145"/>
                    <a:pt x="22655" y="16080"/>
                  </a:cubicBezTo>
                  <a:cubicBezTo>
                    <a:pt x="22702" y="15905"/>
                    <a:pt x="22751" y="15716"/>
                    <a:pt x="22800" y="15499"/>
                  </a:cubicBezTo>
                  <a:cubicBezTo>
                    <a:pt x="22818" y="15419"/>
                    <a:pt x="22769" y="15341"/>
                    <a:pt x="22689" y="15322"/>
                  </a:cubicBezTo>
                  <a:cubicBezTo>
                    <a:pt x="22678" y="15320"/>
                    <a:pt x="22667" y="15319"/>
                    <a:pt x="22656" y="15319"/>
                  </a:cubicBezTo>
                  <a:close/>
                  <a:moveTo>
                    <a:pt x="52179" y="16134"/>
                  </a:moveTo>
                  <a:cubicBezTo>
                    <a:pt x="52107" y="16134"/>
                    <a:pt x="52045" y="16188"/>
                    <a:pt x="52035" y="16261"/>
                  </a:cubicBezTo>
                  <a:cubicBezTo>
                    <a:pt x="52009" y="16450"/>
                    <a:pt x="51974" y="16640"/>
                    <a:pt x="51929" y="16826"/>
                  </a:cubicBezTo>
                  <a:cubicBezTo>
                    <a:pt x="51910" y="16904"/>
                    <a:pt x="51959" y="16983"/>
                    <a:pt x="52037" y="17003"/>
                  </a:cubicBezTo>
                  <a:cubicBezTo>
                    <a:pt x="52050" y="17006"/>
                    <a:pt x="52061" y="17007"/>
                    <a:pt x="52072" y="17007"/>
                  </a:cubicBezTo>
                  <a:cubicBezTo>
                    <a:pt x="52138" y="17007"/>
                    <a:pt x="52199" y="16962"/>
                    <a:pt x="52216" y="16895"/>
                  </a:cubicBezTo>
                  <a:cubicBezTo>
                    <a:pt x="52263" y="16700"/>
                    <a:pt x="52300" y="16498"/>
                    <a:pt x="52326" y="16300"/>
                  </a:cubicBezTo>
                  <a:cubicBezTo>
                    <a:pt x="52338" y="16220"/>
                    <a:pt x="52281" y="16146"/>
                    <a:pt x="52200" y="16135"/>
                  </a:cubicBezTo>
                  <a:cubicBezTo>
                    <a:pt x="52193" y="16134"/>
                    <a:pt x="52186" y="16134"/>
                    <a:pt x="52179" y="16134"/>
                  </a:cubicBezTo>
                  <a:close/>
                  <a:moveTo>
                    <a:pt x="22206" y="16720"/>
                  </a:moveTo>
                  <a:cubicBezTo>
                    <a:pt x="22153" y="16720"/>
                    <a:pt x="22101" y="16748"/>
                    <a:pt x="22074" y="16799"/>
                  </a:cubicBezTo>
                  <a:cubicBezTo>
                    <a:pt x="22065" y="16816"/>
                    <a:pt x="22056" y="16833"/>
                    <a:pt x="22047" y="16848"/>
                  </a:cubicBezTo>
                  <a:cubicBezTo>
                    <a:pt x="21951" y="17014"/>
                    <a:pt x="21848" y="17178"/>
                    <a:pt x="21739" y="17336"/>
                  </a:cubicBezTo>
                  <a:cubicBezTo>
                    <a:pt x="21692" y="17403"/>
                    <a:pt x="21709" y="17494"/>
                    <a:pt x="21776" y="17541"/>
                  </a:cubicBezTo>
                  <a:cubicBezTo>
                    <a:pt x="21802" y="17558"/>
                    <a:pt x="21830" y="17566"/>
                    <a:pt x="21860" y="17566"/>
                  </a:cubicBezTo>
                  <a:cubicBezTo>
                    <a:pt x="21907" y="17566"/>
                    <a:pt x="21953" y="17545"/>
                    <a:pt x="21982" y="17503"/>
                  </a:cubicBezTo>
                  <a:cubicBezTo>
                    <a:pt x="22098" y="17338"/>
                    <a:pt x="22206" y="17168"/>
                    <a:pt x="22305" y="16994"/>
                  </a:cubicBezTo>
                  <a:cubicBezTo>
                    <a:pt x="22315" y="16976"/>
                    <a:pt x="22326" y="16957"/>
                    <a:pt x="22336" y="16937"/>
                  </a:cubicBezTo>
                  <a:cubicBezTo>
                    <a:pt x="22373" y="16865"/>
                    <a:pt x="22346" y="16776"/>
                    <a:pt x="22274" y="16737"/>
                  </a:cubicBezTo>
                  <a:cubicBezTo>
                    <a:pt x="22252" y="16726"/>
                    <a:pt x="22229" y="16720"/>
                    <a:pt x="22206" y="16720"/>
                  </a:cubicBezTo>
                  <a:close/>
                  <a:moveTo>
                    <a:pt x="51797" y="17553"/>
                  </a:moveTo>
                  <a:cubicBezTo>
                    <a:pt x="51739" y="17553"/>
                    <a:pt x="51684" y="17587"/>
                    <a:pt x="51660" y="17643"/>
                  </a:cubicBezTo>
                  <a:cubicBezTo>
                    <a:pt x="51586" y="17819"/>
                    <a:pt x="51501" y="17992"/>
                    <a:pt x="51410" y="18159"/>
                  </a:cubicBezTo>
                  <a:cubicBezTo>
                    <a:pt x="51371" y="18230"/>
                    <a:pt x="51396" y="18318"/>
                    <a:pt x="51468" y="18359"/>
                  </a:cubicBezTo>
                  <a:cubicBezTo>
                    <a:pt x="51489" y="18370"/>
                    <a:pt x="51514" y="18376"/>
                    <a:pt x="51539" y="18376"/>
                  </a:cubicBezTo>
                  <a:cubicBezTo>
                    <a:pt x="51590" y="18376"/>
                    <a:pt x="51640" y="18348"/>
                    <a:pt x="51668" y="18302"/>
                  </a:cubicBezTo>
                  <a:cubicBezTo>
                    <a:pt x="51764" y="18127"/>
                    <a:pt x="51854" y="17943"/>
                    <a:pt x="51932" y="17757"/>
                  </a:cubicBezTo>
                  <a:cubicBezTo>
                    <a:pt x="51964" y="17682"/>
                    <a:pt x="51928" y="17596"/>
                    <a:pt x="51854" y="17564"/>
                  </a:cubicBezTo>
                  <a:cubicBezTo>
                    <a:pt x="51835" y="17557"/>
                    <a:pt x="51816" y="17553"/>
                    <a:pt x="51797" y="17553"/>
                  </a:cubicBezTo>
                  <a:close/>
                  <a:moveTo>
                    <a:pt x="21309" y="17963"/>
                  </a:moveTo>
                  <a:cubicBezTo>
                    <a:pt x="21268" y="17963"/>
                    <a:pt x="21228" y="17980"/>
                    <a:pt x="21199" y="18012"/>
                  </a:cubicBezTo>
                  <a:cubicBezTo>
                    <a:pt x="21072" y="18152"/>
                    <a:pt x="20935" y="18291"/>
                    <a:pt x="20795" y="18423"/>
                  </a:cubicBezTo>
                  <a:cubicBezTo>
                    <a:pt x="20735" y="18479"/>
                    <a:pt x="20733" y="18572"/>
                    <a:pt x="20788" y="18632"/>
                  </a:cubicBezTo>
                  <a:cubicBezTo>
                    <a:pt x="20816" y="18663"/>
                    <a:pt x="20856" y="18679"/>
                    <a:pt x="20896" y="18679"/>
                  </a:cubicBezTo>
                  <a:cubicBezTo>
                    <a:pt x="20932" y="18679"/>
                    <a:pt x="20968" y="18665"/>
                    <a:pt x="20997" y="18638"/>
                  </a:cubicBezTo>
                  <a:cubicBezTo>
                    <a:pt x="21144" y="18500"/>
                    <a:pt x="21286" y="18358"/>
                    <a:pt x="21419" y="18210"/>
                  </a:cubicBezTo>
                  <a:cubicBezTo>
                    <a:pt x="21472" y="18149"/>
                    <a:pt x="21469" y="18055"/>
                    <a:pt x="21408" y="18002"/>
                  </a:cubicBezTo>
                  <a:cubicBezTo>
                    <a:pt x="21380" y="17976"/>
                    <a:pt x="21344" y="17963"/>
                    <a:pt x="21309" y="17963"/>
                  </a:cubicBezTo>
                  <a:close/>
                  <a:moveTo>
                    <a:pt x="51047" y="18816"/>
                  </a:moveTo>
                  <a:cubicBezTo>
                    <a:pt x="51004" y="18816"/>
                    <a:pt x="50961" y="18834"/>
                    <a:pt x="50932" y="18870"/>
                  </a:cubicBezTo>
                  <a:cubicBezTo>
                    <a:pt x="50834" y="18994"/>
                    <a:pt x="50730" y="19113"/>
                    <a:pt x="50622" y="19224"/>
                  </a:cubicBezTo>
                  <a:lnTo>
                    <a:pt x="50549" y="19297"/>
                  </a:lnTo>
                  <a:cubicBezTo>
                    <a:pt x="50492" y="19354"/>
                    <a:pt x="50490" y="19447"/>
                    <a:pt x="50548" y="19505"/>
                  </a:cubicBezTo>
                  <a:cubicBezTo>
                    <a:pt x="50576" y="19535"/>
                    <a:pt x="50615" y="19549"/>
                    <a:pt x="50653" y="19549"/>
                  </a:cubicBezTo>
                  <a:cubicBezTo>
                    <a:pt x="50690" y="19549"/>
                    <a:pt x="50727" y="19535"/>
                    <a:pt x="50757" y="19505"/>
                  </a:cubicBezTo>
                  <a:cubicBezTo>
                    <a:pt x="50783" y="19480"/>
                    <a:pt x="50808" y="19454"/>
                    <a:pt x="50833" y="19429"/>
                  </a:cubicBezTo>
                  <a:cubicBezTo>
                    <a:pt x="50948" y="19312"/>
                    <a:pt x="51059" y="19185"/>
                    <a:pt x="51163" y="19055"/>
                  </a:cubicBezTo>
                  <a:cubicBezTo>
                    <a:pt x="51214" y="18990"/>
                    <a:pt x="51204" y="18897"/>
                    <a:pt x="51140" y="18848"/>
                  </a:cubicBezTo>
                  <a:cubicBezTo>
                    <a:pt x="51112" y="18826"/>
                    <a:pt x="51080" y="18816"/>
                    <a:pt x="51047" y="18816"/>
                  </a:cubicBezTo>
                  <a:close/>
                  <a:moveTo>
                    <a:pt x="20218" y="18950"/>
                  </a:moveTo>
                  <a:cubicBezTo>
                    <a:pt x="20187" y="18950"/>
                    <a:pt x="20156" y="18960"/>
                    <a:pt x="20129" y="18980"/>
                  </a:cubicBezTo>
                  <a:cubicBezTo>
                    <a:pt x="19978" y="19092"/>
                    <a:pt x="19819" y="19205"/>
                    <a:pt x="19654" y="19312"/>
                  </a:cubicBezTo>
                  <a:cubicBezTo>
                    <a:pt x="19586" y="19355"/>
                    <a:pt x="19568" y="19447"/>
                    <a:pt x="19612" y="19515"/>
                  </a:cubicBezTo>
                  <a:cubicBezTo>
                    <a:pt x="19640" y="19560"/>
                    <a:pt x="19689" y="19582"/>
                    <a:pt x="19736" y="19582"/>
                  </a:cubicBezTo>
                  <a:cubicBezTo>
                    <a:pt x="19763" y="19582"/>
                    <a:pt x="19792" y="19575"/>
                    <a:pt x="19814" y="19560"/>
                  </a:cubicBezTo>
                  <a:cubicBezTo>
                    <a:pt x="19985" y="19448"/>
                    <a:pt x="20150" y="19334"/>
                    <a:pt x="20305" y="19216"/>
                  </a:cubicBezTo>
                  <a:cubicBezTo>
                    <a:pt x="20372" y="19168"/>
                    <a:pt x="20385" y="19076"/>
                    <a:pt x="20335" y="19010"/>
                  </a:cubicBezTo>
                  <a:cubicBezTo>
                    <a:pt x="20307" y="18971"/>
                    <a:pt x="20263" y="18950"/>
                    <a:pt x="20218" y="18950"/>
                  </a:cubicBezTo>
                  <a:close/>
                  <a:moveTo>
                    <a:pt x="18974" y="19739"/>
                  </a:moveTo>
                  <a:cubicBezTo>
                    <a:pt x="18950" y="19739"/>
                    <a:pt x="18926" y="19745"/>
                    <a:pt x="18903" y="19757"/>
                  </a:cubicBezTo>
                  <a:cubicBezTo>
                    <a:pt x="18737" y="19845"/>
                    <a:pt x="18562" y="19934"/>
                    <a:pt x="18384" y="20019"/>
                  </a:cubicBezTo>
                  <a:cubicBezTo>
                    <a:pt x="18310" y="20053"/>
                    <a:pt x="18280" y="20141"/>
                    <a:pt x="18314" y="20215"/>
                  </a:cubicBezTo>
                  <a:cubicBezTo>
                    <a:pt x="18339" y="20267"/>
                    <a:pt x="18392" y="20298"/>
                    <a:pt x="18447" y="20298"/>
                  </a:cubicBezTo>
                  <a:cubicBezTo>
                    <a:pt x="18468" y="20298"/>
                    <a:pt x="18490" y="20293"/>
                    <a:pt x="18510" y="20285"/>
                  </a:cubicBezTo>
                  <a:cubicBezTo>
                    <a:pt x="18693" y="20199"/>
                    <a:pt x="18871" y="20109"/>
                    <a:pt x="19044" y="20017"/>
                  </a:cubicBezTo>
                  <a:cubicBezTo>
                    <a:pt x="19115" y="19979"/>
                    <a:pt x="19143" y="19890"/>
                    <a:pt x="19104" y="19818"/>
                  </a:cubicBezTo>
                  <a:cubicBezTo>
                    <a:pt x="19077" y="19768"/>
                    <a:pt x="19027" y="19739"/>
                    <a:pt x="18974" y="19739"/>
                  </a:cubicBezTo>
                  <a:close/>
                  <a:moveTo>
                    <a:pt x="49980" y="19829"/>
                  </a:moveTo>
                  <a:cubicBezTo>
                    <a:pt x="49949" y="19829"/>
                    <a:pt x="49918" y="19839"/>
                    <a:pt x="49891" y="19859"/>
                  </a:cubicBezTo>
                  <a:cubicBezTo>
                    <a:pt x="49745" y="19969"/>
                    <a:pt x="49588" y="20078"/>
                    <a:pt x="49415" y="20190"/>
                  </a:cubicBezTo>
                  <a:cubicBezTo>
                    <a:pt x="49348" y="20233"/>
                    <a:pt x="49329" y="20325"/>
                    <a:pt x="49373" y="20393"/>
                  </a:cubicBezTo>
                  <a:cubicBezTo>
                    <a:pt x="49401" y="20438"/>
                    <a:pt x="49449" y="20460"/>
                    <a:pt x="49497" y="20460"/>
                  </a:cubicBezTo>
                  <a:cubicBezTo>
                    <a:pt x="49525" y="20460"/>
                    <a:pt x="49553" y="20453"/>
                    <a:pt x="49575" y="20438"/>
                  </a:cubicBezTo>
                  <a:cubicBezTo>
                    <a:pt x="49755" y="20321"/>
                    <a:pt x="49915" y="20210"/>
                    <a:pt x="50068" y="20094"/>
                  </a:cubicBezTo>
                  <a:cubicBezTo>
                    <a:pt x="50134" y="20046"/>
                    <a:pt x="50147" y="19954"/>
                    <a:pt x="50097" y="19888"/>
                  </a:cubicBezTo>
                  <a:cubicBezTo>
                    <a:pt x="50069" y="19849"/>
                    <a:pt x="50025" y="19829"/>
                    <a:pt x="49980" y="19829"/>
                  </a:cubicBezTo>
                  <a:close/>
                  <a:moveTo>
                    <a:pt x="17637" y="20356"/>
                  </a:moveTo>
                  <a:cubicBezTo>
                    <a:pt x="17618" y="20356"/>
                    <a:pt x="17600" y="20359"/>
                    <a:pt x="17582" y="20367"/>
                  </a:cubicBezTo>
                  <a:cubicBezTo>
                    <a:pt x="17406" y="20437"/>
                    <a:pt x="17223" y="20506"/>
                    <a:pt x="17035" y="20573"/>
                  </a:cubicBezTo>
                  <a:cubicBezTo>
                    <a:pt x="16960" y="20600"/>
                    <a:pt x="16919" y="20685"/>
                    <a:pt x="16946" y="20762"/>
                  </a:cubicBezTo>
                  <a:cubicBezTo>
                    <a:pt x="16968" y="20822"/>
                    <a:pt x="17025" y="20860"/>
                    <a:pt x="17085" y="20860"/>
                  </a:cubicBezTo>
                  <a:cubicBezTo>
                    <a:pt x="17101" y="20860"/>
                    <a:pt x="17117" y="20856"/>
                    <a:pt x="17136" y="20851"/>
                  </a:cubicBezTo>
                  <a:cubicBezTo>
                    <a:pt x="17326" y="20783"/>
                    <a:pt x="17513" y="20712"/>
                    <a:pt x="17691" y="20641"/>
                  </a:cubicBezTo>
                  <a:cubicBezTo>
                    <a:pt x="17767" y="20610"/>
                    <a:pt x="17803" y="20525"/>
                    <a:pt x="17774" y="20449"/>
                  </a:cubicBezTo>
                  <a:cubicBezTo>
                    <a:pt x="17750" y="20391"/>
                    <a:pt x="17695" y="20356"/>
                    <a:pt x="17637" y="20356"/>
                  </a:cubicBezTo>
                  <a:close/>
                  <a:moveTo>
                    <a:pt x="48740" y="20622"/>
                  </a:moveTo>
                  <a:cubicBezTo>
                    <a:pt x="48716" y="20622"/>
                    <a:pt x="48691" y="20628"/>
                    <a:pt x="48667" y="20641"/>
                  </a:cubicBezTo>
                  <a:cubicBezTo>
                    <a:pt x="48497" y="20739"/>
                    <a:pt x="48326" y="20834"/>
                    <a:pt x="48154" y="20929"/>
                  </a:cubicBezTo>
                  <a:cubicBezTo>
                    <a:pt x="48081" y="20968"/>
                    <a:pt x="48056" y="21058"/>
                    <a:pt x="48096" y="21129"/>
                  </a:cubicBezTo>
                  <a:cubicBezTo>
                    <a:pt x="48124" y="21177"/>
                    <a:pt x="48173" y="21205"/>
                    <a:pt x="48225" y="21205"/>
                  </a:cubicBezTo>
                  <a:cubicBezTo>
                    <a:pt x="48250" y="21205"/>
                    <a:pt x="48274" y="21200"/>
                    <a:pt x="48296" y="21187"/>
                  </a:cubicBezTo>
                  <a:cubicBezTo>
                    <a:pt x="48470" y="21092"/>
                    <a:pt x="48642" y="20996"/>
                    <a:pt x="48813" y="20898"/>
                  </a:cubicBezTo>
                  <a:cubicBezTo>
                    <a:pt x="48884" y="20858"/>
                    <a:pt x="48909" y="20768"/>
                    <a:pt x="48869" y="20697"/>
                  </a:cubicBezTo>
                  <a:cubicBezTo>
                    <a:pt x="48841" y="20649"/>
                    <a:pt x="48792" y="20622"/>
                    <a:pt x="48740" y="20622"/>
                  </a:cubicBezTo>
                  <a:close/>
                  <a:moveTo>
                    <a:pt x="16244" y="20841"/>
                  </a:moveTo>
                  <a:cubicBezTo>
                    <a:pt x="16230" y="20841"/>
                    <a:pt x="16215" y="20843"/>
                    <a:pt x="16201" y="20847"/>
                  </a:cubicBezTo>
                  <a:cubicBezTo>
                    <a:pt x="16014" y="20906"/>
                    <a:pt x="15827" y="20960"/>
                    <a:pt x="15639" y="21012"/>
                  </a:cubicBezTo>
                  <a:cubicBezTo>
                    <a:pt x="15559" y="21035"/>
                    <a:pt x="15515" y="21116"/>
                    <a:pt x="15537" y="21195"/>
                  </a:cubicBezTo>
                  <a:cubicBezTo>
                    <a:pt x="15554" y="21260"/>
                    <a:pt x="15614" y="21303"/>
                    <a:pt x="15678" y="21303"/>
                  </a:cubicBezTo>
                  <a:cubicBezTo>
                    <a:pt x="15693" y="21303"/>
                    <a:pt x="15706" y="21300"/>
                    <a:pt x="15717" y="21296"/>
                  </a:cubicBezTo>
                  <a:cubicBezTo>
                    <a:pt x="15908" y="21244"/>
                    <a:pt x="16099" y="21188"/>
                    <a:pt x="16287" y="21130"/>
                  </a:cubicBezTo>
                  <a:cubicBezTo>
                    <a:pt x="16366" y="21105"/>
                    <a:pt x="16410" y="21023"/>
                    <a:pt x="16385" y="20945"/>
                  </a:cubicBezTo>
                  <a:cubicBezTo>
                    <a:pt x="16365" y="20881"/>
                    <a:pt x="16307" y="20841"/>
                    <a:pt x="16244" y="20841"/>
                  </a:cubicBezTo>
                  <a:close/>
                  <a:moveTo>
                    <a:pt x="14825" y="21233"/>
                  </a:moveTo>
                  <a:cubicBezTo>
                    <a:pt x="14813" y="21233"/>
                    <a:pt x="14801" y="21234"/>
                    <a:pt x="14789" y="21237"/>
                  </a:cubicBezTo>
                  <a:cubicBezTo>
                    <a:pt x="14598" y="21284"/>
                    <a:pt x="14407" y="21329"/>
                    <a:pt x="14216" y="21372"/>
                  </a:cubicBezTo>
                  <a:cubicBezTo>
                    <a:pt x="14136" y="21391"/>
                    <a:pt x="14087" y="21469"/>
                    <a:pt x="14105" y="21549"/>
                  </a:cubicBezTo>
                  <a:cubicBezTo>
                    <a:pt x="14120" y="21618"/>
                    <a:pt x="14181" y="21664"/>
                    <a:pt x="14248" y="21664"/>
                  </a:cubicBezTo>
                  <a:cubicBezTo>
                    <a:pt x="14258" y="21664"/>
                    <a:pt x="14270" y="21662"/>
                    <a:pt x="14282" y="21660"/>
                  </a:cubicBezTo>
                  <a:cubicBezTo>
                    <a:pt x="14474" y="21616"/>
                    <a:pt x="14666" y="21572"/>
                    <a:pt x="14858" y="21523"/>
                  </a:cubicBezTo>
                  <a:cubicBezTo>
                    <a:pt x="14938" y="21505"/>
                    <a:pt x="14986" y="21424"/>
                    <a:pt x="14966" y="21346"/>
                  </a:cubicBezTo>
                  <a:cubicBezTo>
                    <a:pt x="14950" y="21277"/>
                    <a:pt x="14891" y="21233"/>
                    <a:pt x="14825" y="21233"/>
                  </a:cubicBezTo>
                  <a:close/>
                  <a:moveTo>
                    <a:pt x="47453" y="21341"/>
                  </a:moveTo>
                  <a:cubicBezTo>
                    <a:pt x="47428" y="21341"/>
                    <a:pt x="47402" y="21348"/>
                    <a:pt x="47379" y="21361"/>
                  </a:cubicBezTo>
                  <a:cubicBezTo>
                    <a:pt x="47190" y="21470"/>
                    <a:pt x="47022" y="21570"/>
                    <a:pt x="46868" y="21667"/>
                  </a:cubicBezTo>
                  <a:cubicBezTo>
                    <a:pt x="46800" y="21711"/>
                    <a:pt x="46778" y="21801"/>
                    <a:pt x="46822" y="21871"/>
                  </a:cubicBezTo>
                  <a:cubicBezTo>
                    <a:pt x="46851" y="21915"/>
                    <a:pt x="46898" y="21940"/>
                    <a:pt x="46948" y="21940"/>
                  </a:cubicBezTo>
                  <a:cubicBezTo>
                    <a:pt x="46974" y="21940"/>
                    <a:pt x="47001" y="21934"/>
                    <a:pt x="47025" y="21917"/>
                  </a:cubicBezTo>
                  <a:cubicBezTo>
                    <a:pt x="47176" y="21822"/>
                    <a:pt x="47340" y="21723"/>
                    <a:pt x="47526" y="21616"/>
                  </a:cubicBezTo>
                  <a:cubicBezTo>
                    <a:pt x="47598" y="21577"/>
                    <a:pt x="47621" y="21486"/>
                    <a:pt x="47580" y="21415"/>
                  </a:cubicBezTo>
                  <a:cubicBezTo>
                    <a:pt x="47552" y="21368"/>
                    <a:pt x="47503" y="21341"/>
                    <a:pt x="47453" y="21341"/>
                  </a:cubicBezTo>
                  <a:close/>
                  <a:moveTo>
                    <a:pt x="13385" y="21558"/>
                  </a:moveTo>
                  <a:cubicBezTo>
                    <a:pt x="13374" y="21558"/>
                    <a:pt x="13364" y="21559"/>
                    <a:pt x="13354" y="21561"/>
                  </a:cubicBezTo>
                  <a:cubicBezTo>
                    <a:pt x="13244" y="21583"/>
                    <a:pt x="13135" y="21606"/>
                    <a:pt x="13026" y="21628"/>
                  </a:cubicBezTo>
                  <a:lnTo>
                    <a:pt x="12777" y="21680"/>
                  </a:lnTo>
                  <a:cubicBezTo>
                    <a:pt x="12696" y="21696"/>
                    <a:pt x="12645" y="21774"/>
                    <a:pt x="12662" y="21853"/>
                  </a:cubicBezTo>
                  <a:cubicBezTo>
                    <a:pt x="12676" y="21923"/>
                    <a:pt x="12738" y="21971"/>
                    <a:pt x="12807" y="21971"/>
                  </a:cubicBezTo>
                  <a:cubicBezTo>
                    <a:pt x="12815" y="21971"/>
                    <a:pt x="12825" y="21970"/>
                    <a:pt x="12835" y="21970"/>
                  </a:cubicBezTo>
                  <a:lnTo>
                    <a:pt x="13085" y="21918"/>
                  </a:lnTo>
                  <a:cubicBezTo>
                    <a:pt x="13194" y="21895"/>
                    <a:pt x="13303" y="21873"/>
                    <a:pt x="13412" y="21850"/>
                  </a:cubicBezTo>
                  <a:cubicBezTo>
                    <a:pt x="13493" y="21833"/>
                    <a:pt x="13544" y="21755"/>
                    <a:pt x="13527" y="21676"/>
                  </a:cubicBezTo>
                  <a:cubicBezTo>
                    <a:pt x="13513" y="21606"/>
                    <a:pt x="13452" y="21558"/>
                    <a:pt x="13385" y="21558"/>
                  </a:cubicBezTo>
                  <a:close/>
                  <a:moveTo>
                    <a:pt x="11941" y="21858"/>
                  </a:moveTo>
                  <a:cubicBezTo>
                    <a:pt x="11931" y="21858"/>
                    <a:pt x="11920" y="21859"/>
                    <a:pt x="11910" y="21862"/>
                  </a:cubicBezTo>
                  <a:cubicBezTo>
                    <a:pt x="11718" y="21904"/>
                    <a:pt x="11524" y="21946"/>
                    <a:pt x="11332" y="21991"/>
                  </a:cubicBezTo>
                  <a:cubicBezTo>
                    <a:pt x="11252" y="22008"/>
                    <a:pt x="11203" y="22087"/>
                    <a:pt x="11221" y="22167"/>
                  </a:cubicBezTo>
                  <a:cubicBezTo>
                    <a:pt x="11236" y="22235"/>
                    <a:pt x="11297" y="22281"/>
                    <a:pt x="11364" y="22281"/>
                  </a:cubicBezTo>
                  <a:cubicBezTo>
                    <a:pt x="11376" y="22281"/>
                    <a:pt x="11386" y="22280"/>
                    <a:pt x="11399" y="22276"/>
                  </a:cubicBezTo>
                  <a:cubicBezTo>
                    <a:pt x="11590" y="22233"/>
                    <a:pt x="11782" y="22191"/>
                    <a:pt x="11973" y="22149"/>
                  </a:cubicBezTo>
                  <a:cubicBezTo>
                    <a:pt x="12051" y="22132"/>
                    <a:pt x="12102" y="22053"/>
                    <a:pt x="12085" y="21974"/>
                  </a:cubicBezTo>
                  <a:cubicBezTo>
                    <a:pt x="12071" y="21905"/>
                    <a:pt x="12009" y="21858"/>
                    <a:pt x="11941" y="21858"/>
                  </a:cubicBezTo>
                  <a:close/>
                  <a:moveTo>
                    <a:pt x="10504" y="22193"/>
                  </a:moveTo>
                  <a:cubicBezTo>
                    <a:pt x="10491" y="22193"/>
                    <a:pt x="10479" y="22195"/>
                    <a:pt x="10467" y="22198"/>
                  </a:cubicBezTo>
                  <a:cubicBezTo>
                    <a:pt x="10276" y="22247"/>
                    <a:pt x="10085" y="22297"/>
                    <a:pt x="9894" y="22351"/>
                  </a:cubicBezTo>
                  <a:cubicBezTo>
                    <a:pt x="9817" y="22372"/>
                    <a:pt x="9770" y="22454"/>
                    <a:pt x="9792" y="22532"/>
                  </a:cubicBezTo>
                  <a:cubicBezTo>
                    <a:pt x="9810" y="22598"/>
                    <a:pt x="9869" y="22641"/>
                    <a:pt x="9934" y="22641"/>
                  </a:cubicBezTo>
                  <a:cubicBezTo>
                    <a:pt x="9947" y="22641"/>
                    <a:pt x="9961" y="22639"/>
                    <a:pt x="9971" y="22635"/>
                  </a:cubicBezTo>
                  <a:cubicBezTo>
                    <a:pt x="10159" y="22583"/>
                    <a:pt x="10349" y="22532"/>
                    <a:pt x="10539" y="22485"/>
                  </a:cubicBezTo>
                  <a:cubicBezTo>
                    <a:pt x="10618" y="22464"/>
                    <a:pt x="10667" y="22384"/>
                    <a:pt x="10646" y="22305"/>
                  </a:cubicBezTo>
                  <a:cubicBezTo>
                    <a:pt x="10629" y="22237"/>
                    <a:pt x="10569" y="22193"/>
                    <a:pt x="10504" y="22193"/>
                  </a:cubicBezTo>
                  <a:close/>
                  <a:moveTo>
                    <a:pt x="46218" y="22147"/>
                  </a:moveTo>
                  <a:cubicBezTo>
                    <a:pt x="46186" y="22147"/>
                    <a:pt x="46155" y="22157"/>
                    <a:pt x="46128" y="22177"/>
                  </a:cubicBezTo>
                  <a:cubicBezTo>
                    <a:pt x="46073" y="22220"/>
                    <a:pt x="46017" y="22264"/>
                    <a:pt x="45962" y="22309"/>
                  </a:cubicBezTo>
                  <a:cubicBezTo>
                    <a:pt x="45861" y="22390"/>
                    <a:pt x="45762" y="22475"/>
                    <a:pt x="45666" y="22564"/>
                  </a:cubicBezTo>
                  <a:cubicBezTo>
                    <a:pt x="45607" y="22620"/>
                    <a:pt x="45603" y="22714"/>
                    <a:pt x="45659" y="22774"/>
                  </a:cubicBezTo>
                  <a:cubicBezTo>
                    <a:pt x="45687" y="22806"/>
                    <a:pt x="45727" y="22821"/>
                    <a:pt x="45767" y="22821"/>
                  </a:cubicBezTo>
                  <a:cubicBezTo>
                    <a:pt x="45803" y="22821"/>
                    <a:pt x="45839" y="22808"/>
                    <a:pt x="45866" y="22781"/>
                  </a:cubicBezTo>
                  <a:cubicBezTo>
                    <a:pt x="45958" y="22697"/>
                    <a:pt x="46052" y="22615"/>
                    <a:pt x="46148" y="22537"/>
                  </a:cubicBezTo>
                  <a:cubicBezTo>
                    <a:pt x="46201" y="22495"/>
                    <a:pt x="46253" y="22452"/>
                    <a:pt x="46308" y="22410"/>
                  </a:cubicBezTo>
                  <a:cubicBezTo>
                    <a:pt x="46372" y="22362"/>
                    <a:pt x="46383" y="22269"/>
                    <a:pt x="46335" y="22204"/>
                  </a:cubicBezTo>
                  <a:cubicBezTo>
                    <a:pt x="46306" y="22167"/>
                    <a:pt x="46262" y="22147"/>
                    <a:pt x="46218" y="22147"/>
                  </a:cubicBezTo>
                  <a:close/>
                  <a:moveTo>
                    <a:pt x="9084" y="22600"/>
                  </a:moveTo>
                  <a:cubicBezTo>
                    <a:pt x="9070" y="22600"/>
                    <a:pt x="9055" y="22602"/>
                    <a:pt x="9040" y="22606"/>
                  </a:cubicBezTo>
                  <a:cubicBezTo>
                    <a:pt x="8851" y="22667"/>
                    <a:pt x="8662" y="22730"/>
                    <a:pt x="8476" y="22796"/>
                  </a:cubicBezTo>
                  <a:cubicBezTo>
                    <a:pt x="8401" y="22823"/>
                    <a:pt x="8361" y="22908"/>
                    <a:pt x="8388" y="22985"/>
                  </a:cubicBezTo>
                  <a:cubicBezTo>
                    <a:pt x="8409" y="23045"/>
                    <a:pt x="8466" y="23083"/>
                    <a:pt x="8527" y="23083"/>
                  </a:cubicBezTo>
                  <a:cubicBezTo>
                    <a:pt x="8543" y="23083"/>
                    <a:pt x="8559" y="23079"/>
                    <a:pt x="8575" y="23075"/>
                  </a:cubicBezTo>
                  <a:cubicBezTo>
                    <a:pt x="8759" y="23011"/>
                    <a:pt x="8944" y="22947"/>
                    <a:pt x="9131" y="22888"/>
                  </a:cubicBezTo>
                  <a:cubicBezTo>
                    <a:pt x="9208" y="22862"/>
                    <a:pt x="9250" y="22780"/>
                    <a:pt x="9225" y="22702"/>
                  </a:cubicBezTo>
                  <a:cubicBezTo>
                    <a:pt x="9206" y="22640"/>
                    <a:pt x="9148" y="22600"/>
                    <a:pt x="9084" y="22600"/>
                  </a:cubicBezTo>
                  <a:close/>
                  <a:moveTo>
                    <a:pt x="7701" y="23107"/>
                  </a:moveTo>
                  <a:cubicBezTo>
                    <a:pt x="7682" y="23107"/>
                    <a:pt x="7663" y="23111"/>
                    <a:pt x="7644" y="23119"/>
                  </a:cubicBezTo>
                  <a:cubicBezTo>
                    <a:pt x="7456" y="23198"/>
                    <a:pt x="7273" y="23280"/>
                    <a:pt x="7099" y="23363"/>
                  </a:cubicBezTo>
                  <a:cubicBezTo>
                    <a:pt x="7026" y="23398"/>
                    <a:pt x="6995" y="23486"/>
                    <a:pt x="7030" y="23559"/>
                  </a:cubicBezTo>
                  <a:cubicBezTo>
                    <a:pt x="7055" y="23611"/>
                    <a:pt x="7107" y="23642"/>
                    <a:pt x="7163" y="23642"/>
                  </a:cubicBezTo>
                  <a:cubicBezTo>
                    <a:pt x="7184" y="23642"/>
                    <a:pt x="7205" y="23638"/>
                    <a:pt x="7226" y="23630"/>
                  </a:cubicBezTo>
                  <a:cubicBezTo>
                    <a:pt x="7396" y="23548"/>
                    <a:pt x="7575" y="23468"/>
                    <a:pt x="7758" y="23391"/>
                  </a:cubicBezTo>
                  <a:cubicBezTo>
                    <a:pt x="7833" y="23359"/>
                    <a:pt x="7869" y="23272"/>
                    <a:pt x="7837" y="23198"/>
                  </a:cubicBezTo>
                  <a:cubicBezTo>
                    <a:pt x="7813" y="23141"/>
                    <a:pt x="7758" y="23107"/>
                    <a:pt x="7701" y="23107"/>
                  </a:cubicBezTo>
                  <a:close/>
                  <a:moveTo>
                    <a:pt x="45161" y="23169"/>
                  </a:moveTo>
                  <a:cubicBezTo>
                    <a:pt x="45118" y="23169"/>
                    <a:pt x="45076" y="23187"/>
                    <a:pt x="45047" y="23223"/>
                  </a:cubicBezTo>
                  <a:cubicBezTo>
                    <a:pt x="44921" y="23377"/>
                    <a:pt x="44799" y="23539"/>
                    <a:pt x="44686" y="23705"/>
                  </a:cubicBezTo>
                  <a:cubicBezTo>
                    <a:pt x="44639" y="23772"/>
                    <a:pt x="44658" y="23864"/>
                    <a:pt x="44725" y="23911"/>
                  </a:cubicBezTo>
                  <a:cubicBezTo>
                    <a:pt x="44749" y="23929"/>
                    <a:pt x="44779" y="23936"/>
                    <a:pt x="44808" y="23936"/>
                  </a:cubicBezTo>
                  <a:cubicBezTo>
                    <a:pt x="44855" y="23936"/>
                    <a:pt x="44902" y="23914"/>
                    <a:pt x="44930" y="23872"/>
                  </a:cubicBezTo>
                  <a:cubicBezTo>
                    <a:pt x="45039" y="23714"/>
                    <a:pt x="45154" y="23558"/>
                    <a:pt x="45276" y="23410"/>
                  </a:cubicBezTo>
                  <a:cubicBezTo>
                    <a:pt x="45328" y="23347"/>
                    <a:pt x="45318" y="23254"/>
                    <a:pt x="45255" y="23203"/>
                  </a:cubicBezTo>
                  <a:cubicBezTo>
                    <a:pt x="45227" y="23180"/>
                    <a:pt x="45194" y="23169"/>
                    <a:pt x="45161" y="23169"/>
                  </a:cubicBezTo>
                  <a:close/>
                  <a:moveTo>
                    <a:pt x="6377" y="23759"/>
                  </a:moveTo>
                  <a:cubicBezTo>
                    <a:pt x="6352" y="23759"/>
                    <a:pt x="6327" y="23765"/>
                    <a:pt x="6304" y="23779"/>
                  </a:cubicBezTo>
                  <a:cubicBezTo>
                    <a:pt x="6128" y="23880"/>
                    <a:pt x="5957" y="23985"/>
                    <a:pt x="5794" y="24092"/>
                  </a:cubicBezTo>
                  <a:cubicBezTo>
                    <a:pt x="5726" y="24137"/>
                    <a:pt x="5706" y="24228"/>
                    <a:pt x="5752" y="24296"/>
                  </a:cubicBezTo>
                  <a:cubicBezTo>
                    <a:pt x="5780" y="24339"/>
                    <a:pt x="5828" y="24363"/>
                    <a:pt x="5875" y="24363"/>
                  </a:cubicBezTo>
                  <a:cubicBezTo>
                    <a:pt x="5904" y="24363"/>
                    <a:pt x="5932" y="24354"/>
                    <a:pt x="5957" y="24339"/>
                  </a:cubicBezTo>
                  <a:cubicBezTo>
                    <a:pt x="6114" y="24235"/>
                    <a:pt x="6281" y="24132"/>
                    <a:pt x="6451" y="24034"/>
                  </a:cubicBezTo>
                  <a:cubicBezTo>
                    <a:pt x="6521" y="23994"/>
                    <a:pt x="6545" y="23904"/>
                    <a:pt x="6505" y="23833"/>
                  </a:cubicBezTo>
                  <a:cubicBezTo>
                    <a:pt x="6478" y="23785"/>
                    <a:pt x="6428" y="23759"/>
                    <a:pt x="6377" y="23759"/>
                  </a:cubicBezTo>
                  <a:close/>
                  <a:moveTo>
                    <a:pt x="44358" y="24404"/>
                  </a:moveTo>
                  <a:cubicBezTo>
                    <a:pt x="44304" y="24404"/>
                    <a:pt x="44253" y="24433"/>
                    <a:pt x="44227" y="24484"/>
                  </a:cubicBezTo>
                  <a:cubicBezTo>
                    <a:pt x="44137" y="24662"/>
                    <a:pt x="44052" y="24845"/>
                    <a:pt x="43977" y="25031"/>
                  </a:cubicBezTo>
                  <a:cubicBezTo>
                    <a:pt x="43946" y="25106"/>
                    <a:pt x="43982" y="25192"/>
                    <a:pt x="44057" y="25223"/>
                  </a:cubicBezTo>
                  <a:cubicBezTo>
                    <a:pt x="44075" y="25230"/>
                    <a:pt x="44095" y="25234"/>
                    <a:pt x="44112" y="25234"/>
                  </a:cubicBezTo>
                  <a:cubicBezTo>
                    <a:pt x="44170" y="25234"/>
                    <a:pt x="44226" y="25199"/>
                    <a:pt x="44248" y="25144"/>
                  </a:cubicBezTo>
                  <a:cubicBezTo>
                    <a:pt x="44323" y="24965"/>
                    <a:pt x="44403" y="24789"/>
                    <a:pt x="44490" y="24618"/>
                  </a:cubicBezTo>
                  <a:cubicBezTo>
                    <a:pt x="44527" y="24546"/>
                    <a:pt x="44498" y="24457"/>
                    <a:pt x="44426" y="24420"/>
                  </a:cubicBezTo>
                  <a:cubicBezTo>
                    <a:pt x="44404" y="24409"/>
                    <a:pt x="44381" y="24404"/>
                    <a:pt x="44358" y="24404"/>
                  </a:cubicBezTo>
                  <a:close/>
                  <a:moveTo>
                    <a:pt x="5163" y="24588"/>
                  </a:moveTo>
                  <a:cubicBezTo>
                    <a:pt x="5130" y="24588"/>
                    <a:pt x="5097" y="24599"/>
                    <a:pt x="5070" y="24621"/>
                  </a:cubicBezTo>
                  <a:cubicBezTo>
                    <a:pt x="4915" y="24749"/>
                    <a:pt x="4762" y="24881"/>
                    <a:pt x="4620" y="25019"/>
                  </a:cubicBezTo>
                  <a:cubicBezTo>
                    <a:pt x="4560" y="25075"/>
                    <a:pt x="4558" y="25168"/>
                    <a:pt x="4615" y="25227"/>
                  </a:cubicBezTo>
                  <a:cubicBezTo>
                    <a:pt x="4643" y="25258"/>
                    <a:pt x="4683" y="25274"/>
                    <a:pt x="4721" y="25274"/>
                  </a:cubicBezTo>
                  <a:cubicBezTo>
                    <a:pt x="4757" y="25274"/>
                    <a:pt x="4793" y="25261"/>
                    <a:pt x="4823" y="25231"/>
                  </a:cubicBezTo>
                  <a:cubicBezTo>
                    <a:pt x="4960" y="25101"/>
                    <a:pt x="5107" y="24972"/>
                    <a:pt x="5256" y="24850"/>
                  </a:cubicBezTo>
                  <a:cubicBezTo>
                    <a:pt x="5319" y="24798"/>
                    <a:pt x="5329" y="24705"/>
                    <a:pt x="5277" y="24642"/>
                  </a:cubicBezTo>
                  <a:cubicBezTo>
                    <a:pt x="5248" y="24607"/>
                    <a:pt x="5205" y="24588"/>
                    <a:pt x="5163" y="24588"/>
                  </a:cubicBezTo>
                  <a:close/>
                  <a:moveTo>
                    <a:pt x="4118" y="25625"/>
                  </a:moveTo>
                  <a:cubicBezTo>
                    <a:pt x="4075" y="25625"/>
                    <a:pt x="4033" y="25644"/>
                    <a:pt x="4004" y="25679"/>
                  </a:cubicBezTo>
                  <a:cubicBezTo>
                    <a:pt x="3878" y="25834"/>
                    <a:pt x="3755" y="25995"/>
                    <a:pt x="3642" y="26159"/>
                  </a:cubicBezTo>
                  <a:cubicBezTo>
                    <a:pt x="3595" y="26226"/>
                    <a:pt x="3612" y="26318"/>
                    <a:pt x="3679" y="26364"/>
                  </a:cubicBezTo>
                  <a:cubicBezTo>
                    <a:pt x="3705" y="26381"/>
                    <a:pt x="3734" y="26390"/>
                    <a:pt x="3763" y="26390"/>
                  </a:cubicBezTo>
                  <a:cubicBezTo>
                    <a:pt x="3810" y="26390"/>
                    <a:pt x="3856" y="26367"/>
                    <a:pt x="3884" y="26326"/>
                  </a:cubicBezTo>
                  <a:cubicBezTo>
                    <a:pt x="3992" y="26169"/>
                    <a:pt x="4110" y="26014"/>
                    <a:pt x="4233" y="25866"/>
                  </a:cubicBezTo>
                  <a:cubicBezTo>
                    <a:pt x="4284" y="25803"/>
                    <a:pt x="4275" y="25710"/>
                    <a:pt x="4212" y="25658"/>
                  </a:cubicBezTo>
                  <a:cubicBezTo>
                    <a:pt x="4184" y="25636"/>
                    <a:pt x="4151" y="25625"/>
                    <a:pt x="4118" y="25625"/>
                  </a:cubicBezTo>
                  <a:close/>
                  <a:moveTo>
                    <a:pt x="43829" y="25776"/>
                  </a:moveTo>
                  <a:cubicBezTo>
                    <a:pt x="43764" y="25776"/>
                    <a:pt x="43705" y="25818"/>
                    <a:pt x="43687" y="25884"/>
                  </a:cubicBezTo>
                  <a:cubicBezTo>
                    <a:pt x="43634" y="26076"/>
                    <a:pt x="43588" y="26273"/>
                    <a:pt x="43551" y="26470"/>
                  </a:cubicBezTo>
                  <a:cubicBezTo>
                    <a:pt x="43536" y="26551"/>
                    <a:pt x="43588" y="26627"/>
                    <a:pt x="43669" y="26643"/>
                  </a:cubicBezTo>
                  <a:cubicBezTo>
                    <a:pt x="43678" y="26644"/>
                    <a:pt x="43687" y="26645"/>
                    <a:pt x="43695" y="26645"/>
                  </a:cubicBezTo>
                  <a:cubicBezTo>
                    <a:pt x="43766" y="26645"/>
                    <a:pt x="43827" y="26596"/>
                    <a:pt x="43842" y="26524"/>
                  </a:cubicBezTo>
                  <a:cubicBezTo>
                    <a:pt x="43876" y="26335"/>
                    <a:pt x="43920" y="26145"/>
                    <a:pt x="43971" y="25962"/>
                  </a:cubicBezTo>
                  <a:cubicBezTo>
                    <a:pt x="43993" y="25884"/>
                    <a:pt x="43946" y="25803"/>
                    <a:pt x="43868" y="25781"/>
                  </a:cubicBezTo>
                  <a:cubicBezTo>
                    <a:pt x="43855" y="25778"/>
                    <a:pt x="43842" y="25776"/>
                    <a:pt x="43829" y="25776"/>
                  </a:cubicBezTo>
                  <a:close/>
                  <a:moveTo>
                    <a:pt x="3306" y="26854"/>
                  </a:moveTo>
                  <a:cubicBezTo>
                    <a:pt x="3253" y="26854"/>
                    <a:pt x="3202" y="26882"/>
                    <a:pt x="3176" y="26933"/>
                  </a:cubicBezTo>
                  <a:cubicBezTo>
                    <a:pt x="3085" y="27105"/>
                    <a:pt x="3000" y="27289"/>
                    <a:pt x="2918" y="27474"/>
                  </a:cubicBezTo>
                  <a:cubicBezTo>
                    <a:pt x="2884" y="27549"/>
                    <a:pt x="2919" y="27635"/>
                    <a:pt x="2995" y="27667"/>
                  </a:cubicBezTo>
                  <a:cubicBezTo>
                    <a:pt x="3012" y="27675"/>
                    <a:pt x="3033" y="27680"/>
                    <a:pt x="3052" y="27680"/>
                  </a:cubicBezTo>
                  <a:cubicBezTo>
                    <a:pt x="3110" y="27680"/>
                    <a:pt x="3165" y="27647"/>
                    <a:pt x="3188" y="27592"/>
                  </a:cubicBezTo>
                  <a:cubicBezTo>
                    <a:pt x="3265" y="27412"/>
                    <a:pt x="3349" y="27237"/>
                    <a:pt x="3436" y="27069"/>
                  </a:cubicBezTo>
                  <a:cubicBezTo>
                    <a:pt x="3475" y="26997"/>
                    <a:pt x="3447" y="26908"/>
                    <a:pt x="3374" y="26871"/>
                  </a:cubicBezTo>
                  <a:cubicBezTo>
                    <a:pt x="3352" y="26859"/>
                    <a:pt x="3329" y="26854"/>
                    <a:pt x="3306" y="26854"/>
                  </a:cubicBezTo>
                  <a:close/>
                  <a:moveTo>
                    <a:pt x="43585" y="27228"/>
                  </a:moveTo>
                  <a:cubicBezTo>
                    <a:pt x="43507" y="27228"/>
                    <a:pt x="43442" y="27289"/>
                    <a:pt x="43437" y="27367"/>
                  </a:cubicBezTo>
                  <a:cubicBezTo>
                    <a:pt x="43429" y="27520"/>
                    <a:pt x="43424" y="27674"/>
                    <a:pt x="43424" y="27826"/>
                  </a:cubicBezTo>
                  <a:cubicBezTo>
                    <a:pt x="43424" y="27874"/>
                    <a:pt x="43424" y="27920"/>
                    <a:pt x="43425" y="27969"/>
                  </a:cubicBezTo>
                  <a:cubicBezTo>
                    <a:pt x="43426" y="28048"/>
                    <a:pt x="43492" y="28113"/>
                    <a:pt x="43572" y="28113"/>
                  </a:cubicBezTo>
                  <a:cubicBezTo>
                    <a:pt x="43574" y="28113"/>
                    <a:pt x="43575" y="28113"/>
                    <a:pt x="43575" y="28114"/>
                  </a:cubicBezTo>
                  <a:cubicBezTo>
                    <a:pt x="43656" y="28111"/>
                    <a:pt x="43720" y="28044"/>
                    <a:pt x="43719" y="27963"/>
                  </a:cubicBezTo>
                  <a:cubicBezTo>
                    <a:pt x="43718" y="27917"/>
                    <a:pt x="43718" y="27872"/>
                    <a:pt x="43718" y="27826"/>
                  </a:cubicBezTo>
                  <a:cubicBezTo>
                    <a:pt x="43718" y="27681"/>
                    <a:pt x="43723" y="27532"/>
                    <a:pt x="43732" y="27386"/>
                  </a:cubicBezTo>
                  <a:cubicBezTo>
                    <a:pt x="43737" y="27304"/>
                    <a:pt x="43675" y="27234"/>
                    <a:pt x="43594" y="27229"/>
                  </a:cubicBezTo>
                  <a:cubicBezTo>
                    <a:pt x="43591" y="27229"/>
                    <a:pt x="43588" y="27228"/>
                    <a:pt x="43585" y="27228"/>
                  </a:cubicBezTo>
                  <a:close/>
                  <a:moveTo>
                    <a:pt x="2743" y="28212"/>
                  </a:moveTo>
                  <a:cubicBezTo>
                    <a:pt x="2681" y="28212"/>
                    <a:pt x="2623" y="28252"/>
                    <a:pt x="2603" y="28314"/>
                  </a:cubicBezTo>
                  <a:cubicBezTo>
                    <a:pt x="2542" y="28497"/>
                    <a:pt x="2485" y="28689"/>
                    <a:pt x="2430" y="28887"/>
                  </a:cubicBezTo>
                  <a:cubicBezTo>
                    <a:pt x="2409" y="28965"/>
                    <a:pt x="2455" y="29045"/>
                    <a:pt x="2533" y="29067"/>
                  </a:cubicBezTo>
                  <a:cubicBezTo>
                    <a:pt x="2547" y="29070"/>
                    <a:pt x="2559" y="29072"/>
                    <a:pt x="2573" y="29072"/>
                  </a:cubicBezTo>
                  <a:cubicBezTo>
                    <a:pt x="2637" y="29072"/>
                    <a:pt x="2697" y="29028"/>
                    <a:pt x="2716" y="28962"/>
                  </a:cubicBezTo>
                  <a:cubicBezTo>
                    <a:pt x="2769" y="28770"/>
                    <a:pt x="2824" y="28582"/>
                    <a:pt x="2882" y="28405"/>
                  </a:cubicBezTo>
                  <a:cubicBezTo>
                    <a:pt x="2908" y="28328"/>
                    <a:pt x="2866" y="28245"/>
                    <a:pt x="2788" y="28219"/>
                  </a:cubicBezTo>
                  <a:cubicBezTo>
                    <a:pt x="2773" y="28214"/>
                    <a:pt x="2758" y="28212"/>
                    <a:pt x="2743" y="28212"/>
                  </a:cubicBezTo>
                  <a:close/>
                  <a:moveTo>
                    <a:pt x="43646" y="28698"/>
                  </a:moveTo>
                  <a:cubicBezTo>
                    <a:pt x="43639" y="28698"/>
                    <a:pt x="43632" y="28698"/>
                    <a:pt x="43625" y="28699"/>
                  </a:cubicBezTo>
                  <a:cubicBezTo>
                    <a:pt x="43545" y="28711"/>
                    <a:pt x="43489" y="28787"/>
                    <a:pt x="43501" y="28867"/>
                  </a:cubicBezTo>
                  <a:cubicBezTo>
                    <a:pt x="43530" y="29067"/>
                    <a:pt x="43570" y="29265"/>
                    <a:pt x="43617" y="29459"/>
                  </a:cubicBezTo>
                  <a:cubicBezTo>
                    <a:pt x="43634" y="29526"/>
                    <a:pt x="43694" y="29571"/>
                    <a:pt x="43760" y="29571"/>
                  </a:cubicBezTo>
                  <a:cubicBezTo>
                    <a:pt x="43772" y="29571"/>
                    <a:pt x="43783" y="29570"/>
                    <a:pt x="43796" y="29566"/>
                  </a:cubicBezTo>
                  <a:cubicBezTo>
                    <a:pt x="43874" y="29547"/>
                    <a:pt x="43922" y="29467"/>
                    <a:pt x="43904" y="29388"/>
                  </a:cubicBezTo>
                  <a:cubicBezTo>
                    <a:pt x="43858" y="29204"/>
                    <a:pt x="43821" y="29013"/>
                    <a:pt x="43792" y="28823"/>
                  </a:cubicBezTo>
                  <a:cubicBezTo>
                    <a:pt x="43782" y="28750"/>
                    <a:pt x="43718" y="28698"/>
                    <a:pt x="43646" y="28698"/>
                  </a:cubicBezTo>
                  <a:close/>
                  <a:moveTo>
                    <a:pt x="2366" y="29638"/>
                  </a:moveTo>
                  <a:cubicBezTo>
                    <a:pt x="2298" y="29638"/>
                    <a:pt x="2236" y="29684"/>
                    <a:pt x="2222" y="29754"/>
                  </a:cubicBezTo>
                  <a:cubicBezTo>
                    <a:pt x="2182" y="29947"/>
                    <a:pt x="2143" y="30142"/>
                    <a:pt x="2108" y="30337"/>
                  </a:cubicBezTo>
                  <a:cubicBezTo>
                    <a:pt x="2094" y="30417"/>
                    <a:pt x="2147" y="30494"/>
                    <a:pt x="2227" y="30509"/>
                  </a:cubicBezTo>
                  <a:cubicBezTo>
                    <a:pt x="2234" y="30510"/>
                    <a:pt x="2244" y="30512"/>
                    <a:pt x="2253" y="30512"/>
                  </a:cubicBezTo>
                  <a:cubicBezTo>
                    <a:pt x="2324" y="30512"/>
                    <a:pt x="2386" y="30461"/>
                    <a:pt x="2397" y="30390"/>
                  </a:cubicBezTo>
                  <a:cubicBezTo>
                    <a:pt x="2432" y="30198"/>
                    <a:pt x="2470" y="30006"/>
                    <a:pt x="2510" y="29815"/>
                  </a:cubicBezTo>
                  <a:cubicBezTo>
                    <a:pt x="2526" y="29736"/>
                    <a:pt x="2476" y="29657"/>
                    <a:pt x="2396" y="29641"/>
                  </a:cubicBezTo>
                  <a:cubicBezTo>
                    <a:pt x="2386" y="29639"/>
                    <a:pt x="2376" y="29638"/>
                    <a:pt x="2366" y="29638"/>
                  </a:cubicBezTo>
                  <a:close/>
                  <a:moveTo>
                    <a:pt x="44029" y="30120"/>
                  </a:moveTo>
                  <a:cubicBezTo>
                    <a:pt x="44011" y="30120"/>
                    <a:pt x="43992" y="30123"/>
                    <a:pt x="43974" y="30130"/>
                  </a:cubicBezTo>
                  <a:cubicBezTo>
                    <a:pt x="43899" y="30161"/>
                    <a:pt x="43863" y="30246"/>
                    <a:pt x="43891" y="30322"/>
                  </a:cubicBezTo>
                  <a:cubicBezTo>
                    <a:pt x="43906" y="30356"/>
                    <a:pt x="43920" y="30390"/>
                    <a:pt x="43935" y="30425"/>
                  </a:cubicBezTo>
                  <a:cubicBezTo>
                    <a:pt x="43997" y="30571"/>
                    <a:pt x="44065" y="30720"/>
                    <a:pt x="44139" y="30870"/>
                  </a:cubicBezTo>
                  <a:cubicBezTo>
                    <a:pt x="44165" y="30921"/>
                    <a:pt x="44216" y="30951"/>
                    <a:pt x="44271" y="30951"/>
                  </a:cubicBezTo>
                  <a:cubicBezTo>
                    <a:pt x="44293" y="30951"/>
                    <a:pt x="44314" y="30946"/>
                    <a:pt x="44337" y="30936"/>
                  </a:cubicBezTo>
                  <a:cubicBezTo>
                    <a:pt x="44409" y="30900"/>
                    <a:pt x="44438" y="30812"/>
                    <a:pt x="44402" y="30738"/>
                  </a:cubicBezTo>
                  <a:cubicBezTo>
                    <a:pt x="44332" y="30594"/>
                    <a:pt x="44266" y="30451"/>
                    <a:pt x="44206" y="30311"/>
                  </a:cubicBezTo>
                  <a:cubicBezTo>
                    <a:pt x="44194" y="30278"/>
                    <a:pt x="44179" y="30246"/>
                    <a:pt x="44167" y="30213"/>
                  </a:cubicBezTo>
                  <a:cubicBezTo>
                    <a:pt x="44143" y="30154"/>
                    <a:pt x="44088" y="30120"/>
                    <a:pt x="44029" y="30120"/>
                  </a:cubicBezTo>
                  <a:close/>
                  <a:moveTo>
                    <a:pt x="2107" y="31089"/>
                  </a:moveTo>
                  <a:cubicBezTo>
                    <a:pt x="2036" y="31089"/>
                    <a:pt x="1974" y="31142"/>
                    <a:pt x="1964" y="31214"/>
                  </a:cubicBezTo>
                  <a:cubicBezTo>
                    <a:pt x="1934" y="31410"/>
                    <a:pt x="1906" y="31605"/>
                    <a:pt x="1878" y="31799"/>
                  </a:cubicBezTo>
                  <a:cubicBezTo>
                    <a:pt x="1867" y="31880"/>
                    <a:pt x="1923" y="31954"/>
                    <a:pt x="2004" y="31967"/>
                  </a:cubicBezTo>
                  <a:cubicBezTo>
                    <a:pt x="2010" y="31968"/>
                    <a:pt x="2018" y="31968"/>
                    <a:pt x="2025" y="31968"/>
                  </a:cubicBezTo>
                  <a:cubicBezTo>
                    <a:pt x="2097" y="31968"/>
                    <a:pt x="2160" y="31915"/>
                    <a:pt x="2170" y="31841"/>
                  </a:cubicBezTo>
                  <a:cubicBezTo>
                    <a:pt x="2197" y="31647"/>
                    <a:pt x="2226" y="31453"/>
                    <a:pt x="2255" y="31258"/>
                  </a:cubicBezTo>
                  <a:cubicBezTo>
                    <a:pt x="2267" y="31178"/>
                    <a:pt x="2212" y="31102"/>
                    <a:pt x="2131" y="31091"/>
                  </a:cubicBezTo>
                  <a:cubicBezTo>
                    <a:pt x="2123" y="31089"/>
                    <a:pt x="2115" y="31089"/>
                    <a:pt x="2107" y="31089"/>
                  </a:cubicBezTo>
                  <a:close/>
                  <a:moveTo>
                    <a:pt x="44705" y="31427"/>
                  </a:moveTo>
                  <a:cubicBezTo>
                    <a:pt x="44678" y="31427"/>
                    <a:pt x="44651" y="31434"/>
                    <a:pt x="44627" y="31449"/>
                  </a:cubicBezTo>
                  <a:cubicBezTo>
                    <a:pt x="44559" y="31493"/>
                    <a:pt x="44536" y="31585"/>
                    <a:pt x="44581" y="31653"/>
                  </a:cubicBezTo>
                  <a:cubicBezTo>
                    <a:pt x="44681" y="31815"/>
                    <a:pt x="44789" y="31978"/>
                    <a:pt x="44910" y="32150"/>
                  </a:cubicBezTo>
                  <a:cubicBezTo>
                    <a:pt x="44938" y="32191"/>
                    <a:pt x="44984" y="32214"/>
                    <a:pt x="45031" y="32214"/>
                  </a:cubicBezTo>
                  <a:cubicBezTo>
                    <a:pt x="45060" y="32214"/>
                    <a:pt x="45088" y="32205"/>
                    <a:pt x="45114" y="32186"/>
                  </a:cubicBezTo>
                  <a:cubicBezTo>
                    <a:pt x="45181" y="32140"/>
                    <a:pt x="45199" y="32048"/>
                    <a:pt x="45152" y="31981"/>
                  </a:cubicBezTo>
                  <a:cubicBezTo>
                    <a:pt x="45035" y="31813"/>
                    <a:pt x="44930" y="31654"/>
                    <a:pt x="44830" y="31495"/>
                  </a:cubicBezTo>
                  <a:cubicBezTo>
                    <a:pt x="44802" y="31451"/>
                    <a:pt x="44754" y="31427"/>
                    <a:pt x="44705" y="31427"/>
                  </a:cubicBezTo>
                  <a:close/>
                  <a:moveTo>
                    <a:pt x="45555" y="32633"/>
                  </a:moveTo>
                  <a:cubicBezTo>
                    <a:pt x="45524" y="32633"/>
                    <a:pt x="45492" y="32643"/>
                    <a:pt x="45465" y="32664"/>
                  </a:cubicBezTo>
                  <a:cubicBezTo>
                    <a:pt x="45401" y="32713"/>
                    <a:pt x="45388" y="32805"/>
                    <a:pt x="45438" y="32870"/>
                  </a:cubicBezTo>
                  <a:cubicBezTo>
                    <a:pt x="45560" y="33026"/>
                    <a:pt x="45681" y="33181"/>
                    <a:pt x="45804" y="33336"/>
                  </a:cubicBezTo>
                  <a:cubicBezTo>
                    <a:pt x="45832" y="33372"/>
                    <a:pt x="45876" y="33391"/>
                    <a:pt x="45919" y="33391"/>
                  </a:cubicBezTo>
                  <a:cubicBezTo>
                    <a:pt x="45952" y="33391"/>
                    <a:pt x="45984" y="33380"/>
                    <a:pt x="46011" y="33360"/>
                  </a:cubicBezTo>
                  <a:cubicBezTo>
                    <a:pt x="46074" y="33309"/>
                    <a:pt x="46084" y="33216"/>
                    <a:pt x="46034" y="33153"/>
                  </a:cubicBezTo>
                  <a:cubicBezTo>
                    <a:pt x="45912" y="32999"/>
                    <a:pt x="45790" y="32846"/>
                    <a:pt x="45671" y="32691"/>
                  </a:cubicBezTo>
                  <a:cubicBezTo>
                    <a:pt x="45643" y="32653"/>
                    <a:pt x="45599" y="32633"/>
                    <a:pt x="45555" y="32633"/>
                  </a:cubicBezTo>
                  <a:close/>
                  <a:moveTo>
                    <a:pt x="1897" y="32549"/>
                  </a:moveTo>
                  <a:cubicBezTo>
                    <a:pt x="1827" y="32549"/>
                    <a:pt x="1765" y="32602"/>
                    <a:pt x="1755" y="32675"/>
                  </a:cubicBezTo>
                  <a:lnTo>
                    <a:pt x="1672" y="33259"/>
                  </a:lnTo>
                  <a:cubicBezTo>
                    <a:pt x="1661" y="33340"/>
                    <a:pt x="1716" y="33414"/>
                    <a:pt x="1798" y="33425"/>
                  </a:cubicBezTo>
                  <a:cubicBezTo>
                    <a:pt x="1804" y="33428"/>
                    <a:pt x="1811" y="33428"/>
                    <a:pt x="1818" y="33428"/>
                  </a:cubicBezTo>
                  <a:cubicBezTo>
                    <a:pt x="1891" y="33428"/>
                    <a:pt x="1954" y="33374"/>
                    <a:pt x="1964" y="33301"/>
                  </a:cubicBezTo>
                  <a:lnTo>
                    <a:pt x="2046" y="32717"/>
                  </a:lnTo>
                  <a:cubicBezTo>
                    <a:pt x="2058" y="32637"/>
                    <a:pt x="2002" y="32562"/>
                    <a:pt x="1921" y="32551"/>
                  </a:cubicBezTo>
                  <a:cubicBezTo>
                    <a:pt x="1913" y="32549"/>
                    <a:pt x="1905" y="32549"/>
                    <a:pt x="1897" y="32549"/>
                  </a:cubicBezTo>
                  <a:close/>
                  <a:moveTo>
                    <a:pt x="46474" y="33784"/>
                  </a:moveTo>
                  <a:cubicBezTo>
                    <a:pt x="46441" y="33784"/>
                    <a:pt x="46408" y="33795"/>
                    <a:pt x="46381" y="33817"/>
                  </a:cubicBezTo>
                  <a:cubicBezTo>
                    <a:pt x="46318" y="33868"/>
                    <a:pt x="46308" y="33961"/>
                    <a:pt x="46359" y="34025"/>
                  </a:cubicBezTo>
                  <a:cubicBezTo>
                    <a:pt x="46483" y="34178"/>
                    <a:pt x="46604" y="34331"/>
                    <a:pt x="46726" y="34485"/>
                  </a:cubicBezTo>
                  <a:cubicBezTo>
                    <a:pt x="46755" y="34522"/>
                    <a:pt x="46798" y="34542"/>
                    <a:pt x="46841" y="34542"/>
                  </a:cubicBezTo>
                  <a:cubicBezTo>
                    <a:pt x="46872" y="34542"/>
                    <a:pt x="46904" y="34532"/>
                    <a:pt x="46933" y="34509"/>
                  </a:cubicBezTo>
                  <a:cubicBezTo>
                    <a:pt x="46996" y="34459"/>
                    <a:pt x="47007" y="34366"/>
                    <a:pt x="46958" y="34301"/>
                  </a:cubicBezTo>
                  <a:cubicBezTo>
                    <a:pt x="46836" y="34147"/>
                    <a:pt x="46712" y="33993"/>
                    <a:pt x="46588" y="33838"/>
                  </a:cubicBezTo>
                  <a:cubicBezTo>
                    <a:pt x="46559" y="33803"/>
                    <a:pt x="46517" y="33784"/>
                    <a:pt x="46474" y="33784"/>
                  </a:cubicBezTo>
                  <a:close/>
                  <a:moveTo>
                    <a:pt x="1694" y="34009"/>
                  </a:moveTo>
                  <a:cubicBezTo>
                    <a:pt x="1622" y="34009"/>
                    <a:pt x="1561" y="34061"/>
                    <a:pt x="1550" y="34135"/>
                  </a:cubicBezTo>
                  <a:lnTo>
                    <a:pt x="1468" y="34719"/>
                  </a:lnTo>
                  <a:cubicBezTo>
                    <a:pt x="1455" y="34800"/>
                    <a:pt x="1511" y="34874"/>
                    <a:pt x="1593" y="34885"/>
                  </a:cubicBezTo>
                  <a:cubicBezTo>
                    <a:pt x="1599" y="34887"/>
                    <a:pt x="1607" y="34887"/>
                    <a:pt x="1613" y="34887"/>
                  </a:cubicBezTo>
                  <a:cubicBezTo>
                    <a:pt x="1685" y="34887"/>
                    <a:pt x="1748" y="34835"/>
                    <a:pt x="1759" y="34761"/>
                  </a:cubicBezTo>
                  <a:lnTo>
                    <a:pt x="1841" y="34177"/>
                  </a:lnTo>
                  <a:cubicBezTo>
                    <a:pt x="1853" y="34096"/>
                    <a:pt x="1798" y="34022"/>
                    <a:pt x="1716" y="34010"/>
                  </a:cubicBezTo>
                  <a:cubicBezTo>
                    <a:pt x="1709" y="34009"/>
                    <a:pt x="1701" y="34009"/>
                    <a:pt x="1694" y="34009"/>
                  </a:cubicBezTo>
                  <a:close/>
                  <a:moveTo>
                    <a:pt x="47373" y="34953"/>
                  </a:moveTo>
                  <a:cubicBezTo>
                    <a:pt x="47343" y="34953"/>
                    <a:pt x="47313" y="34962"/>
                    <a:pt x="47287" y="34980"/>
                  </a:cubicBezTo>
                  <a:cubicBezTo>
                    <a:pt x="47222" y="35028"/>
                    <a:pt x="47206" y="35121"/>
                    <a:pt x="47254" y="35187"/>
                  </a:cubicBezTo>
                  <a:cubicBezTo>
                    <a:pt x="47376" y="35354"/>
                    <a:pt x="47483" y="35511"/>
                    <a:pt x="47585" y="35666"/>
                  </a:cubicBezTo>
                  <a:cubicBezTo>
                    <a:pt x="47614" y="35710"/>
                    <a:pt x="47661" y="35734"/>
                    <a:pt x="47709" y="35734"/>
                  </a:cubicBezTo>
                  <a:cubicBezTo>
                    <a:pt x="47737" y="35734"/>
                    <a:pt x="47765" y="35725"/>
                    <a:pt x="47789" y="35709"/>
                  </a:cubicBezTo>
                  <a:cubicBezTo>
                    <a:pt x="47858" y="35665"/>
                    <a:pt x="47877" y="35574"/>
                    <a:pt x="47832" y="35505"/>
                  </a:cubicBezTo>
                  <a:cubicBezTo>
                    <a:pt x="47728" y="35346"/>
                    <a:pt x="47617" y="35186"/>
                    <a:pt x="47493" y="35013"/>
                  </a:cubicBezTo>
                  <a:cubicBezTo>
                    <a:pt x="47465" y="34974"/>
                    <a:pt x="47419" y="34953"/>
                    <a:pt x="47373" y="34953"/>
                  </a:cubicBezTo>
                  <a:close/>
                  <a:moveTo>
                    <a:pt x="1490" y="35470"/>
                  </a:moveTo>
                  <a:cubicBezTo>
                    <a:pt x="1417" y="35470"/>
                    <a:pt x="1355" y="35524"/>
                    <a:pt x="1345" y="35596"/>
                  </a:cubicBezTo>
                  <a:lnTo>
                    <a:pt x="1262" y="36181"/>
                  </a:lnTo>
                  <a:cubicBezTo>
                    <a:pt x="1250" y="36261"/>
                    <a:pt x="1306" y="36336"/>
                    <a:pt x="1387" y="36347"/>
                  </a:cubicBezTo>
                  <a:cubicBezTo>
                    <a:pt x="1393" y="36348"/>
                    <a:pt x="1402" y="36348"/>
                    <a:pt x="1408" y="36348"/>
                  </a:cubicBezTo>
                  <a:cubicBezTo>
                    <a:pt x="1480" y="36348"/>
                    <a:pt x="1543" y="36295"/>
                    <a:pt x="1553" y="36223"/>
                  </a:cubicBezTo>
                  <a:lnTo>
                    <a:pt x="1636" y="35638"/>
                  </a:lnTo>
                  <a:cubicBezTo>
                    <a:pt x="1647" y="35558"/>
                    <a:pt x="1593" y="35483"/>
                    <a:pt x="1511" y="35471"/>
                  </a:cubicBezTo>
                  <a:cubicBezTo>
                    <a:pt x="1504" y="35470"/>
                    <a:pt x="1497" y="35470"/>
                    <a:pt x="1490" y="35470"/>
                  </a:cubicBezTo>
                  <a:close/>
                  <a:moveTo>
                    <a:pt x="48161" y="36200"/>
                  </a:moveTo>
                  <a:cubicBezTo>
                    <a:pt x="48138" y="36200"/>
                    <a:pt x="48115" y="36205"/>
                    <a:pt x="48093" y="36217"/>
                  </a:cubicBezTo>
                  <a:cubicBezTo>
                    <a:pt x="48021" y="36255"/>
                    <a:pt x="47993" y="36343"/>
                    <a:pt x="48031" y="36416"/>
                  </a:cubicBezTo>
                  <a:cubicBezTo>
                    <a:pt x="48124" y="36591"/>
                    <a:pt x="48207" y="36766"/>
                    <a:pt x="48280" y="36937"/>
                  </a:cubicBezTo>
                  <a:cubicBezTo>
                    <a:pt x="48302" y="36992"/>
                    <a:pt x="48358" y="37025"/>
                    <a:pt x="48415" y="37025"/>
                  </a:cubicBezTo>
                  <a:cubicBezTo>
                    <a:pt x="48434" y="37025"/>
                    <a:pt x="48454" y="37022"/>
                    <a:pt x="48472" y="37015"/>
                  </a:cubicBezTo>
                  <a:cubicBezTo>
                    <a:pt x="48548" y="36983"/>
                    <a:pt x="48583" y="36896"/>
                    <a:pt x="48550" y="36822"/>
                  </a:cubicBezTo>
                  <a:cubicBezTo>
                    <a:pt x="48475" y="36644"/>
                    <a:pt x="48388" y="36461"/>
                    <a:pt x="48291" y="36279"/>
                  </a:cubicBezTo>
                  <a:cubicBezTo>
                    <a:pt x="48265" y="36229"/>
                    <a:pt x="48214" y="36200"/>
                    <a:pt x="48161" y="36200"/>
                  </a:cubicBezTo>
                  <a:close/>
                  <a:moveTo>
                    <a:pt x="12664" y="36977"/>
                  </a:moveTo>
                  <a:cubicBezTo>
                    <a:pt x="12464" y="36982"/>
                    <a:pt x="12265" y="36990"/>
                    <a:pt x="12067" y="37006"/>
                  </a:cubicBezTo>
                  <a:cubicBezTo>
                    <a:pt x="11986" y="37013"/>
                    <a:pt x="11926" y="37083"/>
                    <a:pt x="11932" y="37165"/>
                  </a:cubicBezTo>
                  <a:cubicBezTo>
                    <a:pt x="11938" y="37242"/>
                    <a:pt x="12003" y="37302"/>
                    <a:pt x="12079" y="37302"/>
                  </a:cubicBezTo>
                  <a:cubicBezTo>
                    <a:pt x="12082" y="37302"/>
                    <a:pt x="12087" y="37302"/>
                    <a:pt x="12091" y="37300"/>
                  </a:cubicBezTo>
                  <a:cubicBezTo>
                    <a:pt x="12282" y="37286"/>
                    <a:pt x="12477" y="37276"/>
                    <a:pt x="12670" y="37272"/>
                  </a:cubicBezTo>
                  <a:cubicBezTo>
                    <a:pt x="12752" y="37269"/>
                    <a:pt x="12817" y="37202"/>
                    <a:pt x="12815" y="37121"/>
                  </a:cubicBezTo>
                  <a:cubicBezTo>
                    <a:pt x="12813" y="37040"/>
                    <a:pt x="12746" y="36980"/>
                    <a:pt x="12664" y="36977"/>
                  </a:cubicBezTo>
                  <a:close/>
                  <a:moveTo>
                    <a:pt x="13550" y="36993"/>
                  </a:moveTo>
                  <a:cubicBezTo>
                    <a:pt x="13470" y="36993"/>
                    <a:pt x="13409" y="37055"/>
                    <a:pt x="13406" y="37133"/>
                  </a:cubicBezTo>
                  <a:cubicBezTo>
                    <a:pt x="13402" y="37214"/>
                    <a:pt x="13464" y="37283"/>
                    <a:pt x="13545" y="37287"/>
                  </a:cubicBezTo>
                  <a:cubicBezTo>
                    <a:pt x="13732" y="37297"/>
                    <a:pt x="13928" y="37312"/>
                    <a:pt x="14127" y="37330"/>
                  </a:cubicBezTo>
                  <a:cubicBezTo>
                    <a:pt x="14132" y="37332"/>
                    <a:pt x="14136" y="37332"/>
                    <a:pt x="14141" y="37332"/>
                  </a:cubicBezTo>
                  <a:cubicBezTo>
                    <a:pt x="14216" y="37332"/>
                    <a:pt x="14280" y="37273"/>
                    <a:pt x="14288" y="37197"/>
                  </a:cubicBezTo>
                  <a:cubicBezTo>
                    <a:pt x="14296" y="37117"/>
                    <a:pt x="14237" y="37045"/>
                    <a:pt x="14155" y="37037"/>
                  </a:cubicBezTo>
                  <a:cubicBezTo>
                    <a:pt x="13953" y="37018"/>
                    <a:pt x="13753" y="37004"/>
                    <a:pt x="13561" y="36993"/>
                  </a:cubicBezTo>
                  <a:cubicBezTo>
                    <a:pt x="13557" y="36993"/>
                    <a:pt x="13553" y="36993"/>
                    <a:pt x="13550" y="36993"/>
                  </a:cubicBezTo>
                  <a:close/>
                  <a:moveTo>
                    <a:pt x="11203" y="37112"/>
                  </a:moveTo>
                  <a:cubicBezTo>
                    <a:pt x="11195" y="37112"/>
                    <a:pt x="11187" y="37113"/>
                    <a:pt x="11179" y="37114"/>
                  </a:cubicBezTo>
                  <a:cubicBezTo>
                    <a:pt x="10985" y="37147"/>
                    <a:pt x="10788" y="37184"/>
                    <a:pt x="10592" y="37229"/>
                  </a:cubicBezTo>
                  <a:cubicBezTo>
                    <a:pt x="10512" y="37245"/>
                    <a:pt x="10462" y="37323"/>
                    <a:pt x="10480" y="37404"/>
                  </a:cubicBezTo>
                  <a:cubicBezTo>
                    <a:pt x="10493" y="37473"/>
                    <a:pt x="10555" y="37519"/>
                    <a:pt x="10622" y="37519"/>
                  </a:cubicBezTo>
                  <a:cubicBezTo>
                    <a:pt x="10633" y="37519"/>
                    <a:pt x="10643" y="37518"/>
                    <a:pt x="10657" y="37515"/>
                  </a:cubicBezTo>
                  <a:cubicBezTo>
                    <a:pt x="10846" y="37473"/>
                    <a:pt x="11038" y="37436"/>
                    <a:pt x="11226" y="37405"/>
                  </a:cubicBezTo>
                  <a:cubicBezTo>
                    <a:pt x="11307" y="37392"/>
                    <a:pt x="11360" y="37315"/>
                    <a:pt x="11348" y="37236"/>
                  </a:cubicBezTo>
                  <a:cubicBezTo>
                    <a:pt x="11336" y="37163"/>
                    <a:pt x="11273" y="37112"/>
                    <a:pt x="11203" y="37112"/>
                  </a:cubicBezTo>
                  <a:close/>
                  <a:moveTo>
                    <a:pt x="15019" y="37142"/>
                  </a:moveTo>
                  <a:cubicBezTo>
                    <a:pt x="14947" y="37142"/>
                    <a:pt x="14883" y="37194"/>
                    <a:pt x="14872" y="37268"/>
                  </a:cubicBezTo>
                  <a:cubicBezTo>
                    <a:pt x="14860" y="37349"/>
                    <a:pt x="14917" y="37425"/>
                    <a:pt x="14996" y="37436"/>
                  </a:cubicBezTo>
                  <a:cubicBezTo>
                    <a:pt x="15188" y="37464"/>
                    <a:pt x="15382" y="37497"/>
                    <a:pt x="15574" y="37530"/>
                  </a:cubicBezTo>
                  <a:cubicBezTo>
                    <a:pt x="15583" y="37531"/>
                    <a:pt x="15590" y="37533"/>
                    <a:pt x="15600" y="37533"/>
                  </a:cubicBezTo>
                  <a:cubicBezTo>
                    <a:pt x="15671" y="37533"/>
                    <a:pt x="15733" y="37482"/>
                    <a:pt x="15745" y="37410"/>
                  </a:cubicBezTo>
                  <a:cubicBezTo>
                    <a:pt x="15760" y="37330"/>
                    <a:pt x="15705" y="37254"/>
                    <a:pt x="15625" y="37240"/>
                  </a:cubicBezTo>
                  <a:cubicBezTo>
                    <a:pt x="15430" y="37205"/>
                    <a:pt x="15236" y="37173"/>
                    <a:pt x="15040" y="37144"/>
                  </a:cubicBezTo>
                  <a:cubicBezTo>
                    <a:pt x="15033" y="37143"/>
                    <a:pt x="15026" y="37142"/>
                    <a:pt x="15019" y="37142"/>
                  </a:cubicBezTo>
                  <a:close/>
                  <a:moveTo>
                    <a:pt x="1285" y="36930"/>
                  </a:moveTo>
                  <a:cubicBezTo>
                    <a:pt x="1214" y="36930"/>
                    <a:pt x="1150" y="36984"/>
                    <a:pt x="1140" y="37056"/>
                  </a:cubicBezTo>
                  <a:lnTo>
                    <a:pt x="1057" y="37641"/>
                  </a:lnTo>
                  <a:cubicBezTo>
                    <a:pt x="1046" y="37721"/>
                    <a:pt x="1101" y="37796"/>
                    <a:pt x="1182" y="37807"/>
                  </a:cubicBezTo>
                  <a:cubicBezTo>
                    <a:pt x="1189" y="37808"/>
                    <a:pt x="1196" y="37808"/>
                    <a:pt x="1203" y="37808"/>
                  </a:cubicBezTo>
                  <a:cubicBezTo>
                    <a:pt x="1275" y="37808"/>
                    <a:pt x="1339" y="37756"/>
                    <a:pt x="1349" y="37681"/>
                  </a:cubicBezTo>
                  <a:lnTo>
                    <a:pt x="1431" y="37098"/>
                  </a:lnTo>
                  <a:cubicBezTo>
                    <a:pt x="1443" y="37018"/>
                    <a:pt x="1387" y="36943"/>
                    <a:pt x="1306" y="36931"/>
                  </a:cubicBezTo>
                  <a:cubicBezTo>
                    <a:pt x="1299" y="36930"/>
                    <a:pt x="1292" y="36930"/>
                    <a:pt x="1285" y="36930"/>
                  </a:cubicBezTo>
                  <a:close/>
                  <a:moveTo>
                    <a:pt x="16466" y="37407"/>
                  </a:moveTo>
                  <a:cubicBezTo>
                    <a:pt x="16399" y="37407"/>
                    <a:pt x="16338" y="37454"/>
                    <a:pt x="16323" y="37524"/>
                  </a:cubicBezTo>
                  <a:cubicBezTo>
                    <a:pt x="16307" y="37603"/>
                    <a:pt x="16358" y="37680"/>
                    <a:pt x="16438" y="37697"/>
                  </a:cubicBezTo>
                  <a:cubicBezTo>
                    <a:pt x="16630" y="37737"/>
                    <a:pt x="16822" y="37778"/>
                    <a:pt x="17013" y="37822"/>
                  </a:cubicBezTo>
                  <a:cubicBezTo>
                    <a:pt x="17023" y="37824"/>
                    <a:pt x="17035" y="37825"/>
                    <a:pt x="17045" y="37825"/>
                  </a:cubicBezTo>
                  <a:cubicBezTo>
                    <a:pt x="17112" y="37825"/>
                    <a:pt x="17173" y="37778"/>
                    <a:pt x="17188" y="37710"/>
                  </a:cubicBezTo>
                  <a:cubicBezTo>
                    <a:pt x="17204" y="37632"/>
                    <a:pt x="17156" y="37553"/>
                    <a:pt x="17075" y="37535"/>
                  </a:cubicBezTo>
                  <a:cubicBezTo>
                    <a:pt x="16883" y="37493"/>
                    <a:pt x="16689" y="37449"/>
                    <a:pt x="16497" y="37410"/>
                  </a:cubicBezTo>
                  <a:cubicBezTo>
                    <a:pt x="16487" y="37408"/>
                    <a:pt x="16476" y="37407"/>
                    <a:pt x="16466" y="37407"/>
                  </a:cubicBezTo>
                  <a:close/>
                  <a:moveTo>
                    <a:pt x="9769" y="37451"/>
                  </a:moveTo>
                  <a:cubicBezTo>
                    <a:pt x="9754" y="37451"/>
                    <a:pt x="9739" y="37453"/>
                    <a:pt x="9725" y="37458"/>
                  </a:cubicBezTo>
                  <a:cubicBezTo>
                    <a:pt x="9537" y="37515"/>
                    <a:pt x="9346" y="37580"/>
                    <a:pt x="9159" y="37648"/>
                  </a:cubicBezTo>
                  <a:cubicBezTo>
                    <a:pt x="9083" y="37677"/>
                    <a:pt x="9043" y="37762"/>
                    <a:pt x="9072" y="37838"/>
                  </a:cubicBezTo>
                  <a:cubicBezTo>
                    <a:pt x="9093" y="37897"/>
                    <a:pt x="9149" y="37935"/>
                    <a:pt x="9209" y="37935"/>
                  </a:cubicBezTo>
                  <a:cubicBezTo>
                    <a:pt x="9226" y="37935"/>
                    <a:pt x="9244" y="37932"/>
                    <a:pt x="9261" y="37925"/>
                  </a:cubicBezTo>
                  <a:cubicBezTo>
                    <a:pt x="9444" y="37858"/>
                    <a:pt x="9630" y="37796"/>
                    <a:pt x="9813" y="37739"/>
                  </a:cubicBezTo>
                  <a:cubicBezTo>
                    <a:pt x="9890" y="37714"/>
                    <a:pt x="9934" y="37632"/>
                    <a:pt x="9910" y="37555"/>
                  </a:cubicBezTo>
                  <a:cubicBezTo>
                    <a:pt x="9889" y="37492"/>
                    <a:pt x="9831" y="37451"/>
                    <a:pt x="9769" y="37451"/>
                  </a:cubicBezTo>
                  <a:close/>
                  <a:moveTo>
                    <a:pt x="17909" y="37729"/>
                  </a:moveTo>
                  <a:cubicBezTo>
                    <a:pt x="17842" y="37729"/>
                    <a:pt x="17780" y="37774"/>
                    <a:pt x="17765" y="37843"/>
                  </a:cubicBezTo>
                  <a:cubicBezTo>
                    <a:pt x="17746" y="37922"/>
                    <a:pt x="17796" y="38002"/>
                    <a:pt x="17875" y="38020"/>
                  </a:cubicBezTo>
                  <a:lnTo>
                    <a:pt x="18448" y="38155"/>
                  </a:lnTo>
                  <a:cubicBezTo>
                    <a:pt x="18461" y="38158"/>
                    <a:pt x="18471" y="38159"/>
                    <a:pt x="18482" y="38159"/>
                  </a:cubicBezTo>
                  <a:cubicBezTo>
                    <a:pt x="18548" y="38159"/>
                    <a:pt x="18608" y="38113"/>
                    <a:pt x="18626" y="38046"/>
                  </a:cubicBezTo>
                  <a:cubicBezTo>
                    <a:pt x="18644" y="37967"/>
                    <a:pt x="18595" y="37887"/>
                    <a:pt x="18515" y="37869"/>
                  </a:cubicBezTo>
                  <a:lnTo>
                    <a:pt x="17942" y="37733"/>
                  </a:lnTo>
                  <a:cubicBezTo>
                    <a:pt x="17931" y="37731"/>
                    <a:pt x="17920" y="37729"/>
                    <a:pt x="17909" y="37729"/>
                  </a:cubicBezTo>
                  <a:close/>
                  <a:moveTo>
                    <a:pt x="48701" y="37566"/>
                  </a:moveTo>
                  <a:cubicBezTo>
                    <a:pt x="48688" y="37566"/>
                    <a:pt x="48676" y="37568"/>
                    <a:pt x="48663" y="37571"/>
                  </a:cubicBezTo>
                  <a:cubicBezTo>
                    <a:pt x="48585" y="37592"/>
                    <a:pt x="48537" y="37671"/>
                    <a:pt x="48558" y="37751"/>
                  </a:cubicBezTo>
                  <a:cubicBezTo>
                    <a:pt x="48606" y="37936"/>
                    <a:pt x="48645" y="38126"/>
                    <a:pt x="48671" y="38312"/>
                  </a:cubicBezTo>
                  <a:cubicBezTo>
                    <a:pt x="48681" y="38385"/>
                    <a:pt x="48744" y="38438"/>
                    <a:pt x="48816" y="38438"/>
                  </a:cubicBezTo>
                  <a:cubicBezTo>
                    <a:pt x="48822" y="38438"/>
                    <a:pt x="48830" y="38437"/>
                    <a:pt x="48837" y="38437"/>
                  </a:cubicBezTo>
                  <a:cubicBezTo>
                    <a:pt x="48916" y="38425"/>
                    <a:pt x="48973" y="38351"/>
                    <a:pt x="48962" y="38271"/>
                  </a:cubicBezTo>
                  <a:cubicBezTo>
                    <a:pt x="48934" y="38075"/>
                    <a:pt x="48893" y="37874"/>
                    <a:pt x="48843" y="37677"/>
                  </a:cubicBezTo>
                  <a:cubicBezTo>
                    <a:pt x="48825" y="37610"/>
                    <a:pt x="48766" y="37566"/>
                    <a:pt x="48701" y="37566"/>
                  </a:cubicBezTo>
                  <a:close/>
                  <a:moveTo>
                    <a:pt x="19344" y="38064"/>
                  </a:moveTo>
                  <a:cubicBezTo>
                    <a:pt x="19277" y="38064"/>
                    <a:pt x="19217" y="38109"/>
                    <a:pt x="19200" y="38179"/>
                  </a:cubicBezTo>
                  <a:cubicBezTo>
                    <a:pt x="19183" y="38258"/>
                    <a:pt x="19231" y="38338"/>
                    <a:pt x="19312" y="38355"/>
                  </a:cubicBezTo>
                  <a:cubicBezTo>
                    <a:pt x="19504" y="38398"/>
                    <a:pt x="19696" y="38441"/>
                    <a:pt x="19890" y="38482"/>
                  </a:cubicBezTo>
                  <a:cubicBezTo>
                    <a:pt x="19900" y="38483"/>
                    <a:pt x="19910" y="38484"/>
                    <a:pt x="19921" y="38484"/>
                  </a:cubicBezTo>
                  <a:cubicBezTo>
                    <a:pt x="19989" y="38484"/>
                    <a:pt x="20050" y="38438"/>
                    <a:pt x="20065" y="38370"/>
                  </a:cubicBezTo>
                  <a:cubicBezTo>
                    <a:pt x="20082" y="38289"/>
                    <a:pt x="20031" y="38211"/>
                    <a:pt x="19952" y="38194"/>
                  </a:cubicBezTo>
                  <a:cubicBezTo>
                    <a:pt x="19761" y="38153"/>
                    <a:pt x="19568" y="38111"/>
                    <a:pt x="19377" y="38067"/>
                  </a:cubicBezTo>
                  <a:cubicBezTo>
                    <a:pt x="19366" y="38065"/>
                    <a:pt x="19355" y="38064"/>
                    <a:pt x="19344" y="38064"/>
                  </a:cubicBezTo>
                  <a:close/>
                  <a:moveTo>
                    <a:pt x="8390" y="37974"/>
                  </a:moveTo>
                  <a:cubicBezTo>
                    <a:pt x="8370" y="37974"/>
                    <a:pt x="8350" y="37978"/>
                    <a:pt x="8331" y="37987"/>
                  </a:cubicBezTo>
                  <a:cubicBezTo>
                    <a:pt x="8153" y="38066"/>
                    <a:pt x="7973" y="38153"/>
                    <a:pt x="7792" y="38243"/>
                  </a:cubicBezTo>
                  <a:cubicBezTo>
                    <a:pt x="7718" y="38279"/>
                    <a:pt x="7690" y="38368"/>
                    <a:pt x="7726" y="38441"/>
                  </a:cubicBezTo>
                  <a:cubicBezTo>
                    <a:pt x="7752" y="38492"/>
                    <a:pt x="7804" y="38521"/>
                    <a:pt x="7857" y="38521"/>
                  </a:cubicBezTo>
                  <a:cubicBezTo>
                    <a:pt x="7880" y="38521"/>
                    <a:pt x="7903" y="38516"/>
                    <a:pt x="7923" y="38506"/>
                  </a:cubicBezTo>
                  <a:cubicBezTo>
                    <a:pt x="8100" y="38417"/>
                    <a:pt x="8278" y="38334"/>
                    <a:pt x="8451" y="38256"/>
                  </a:cubicBezTo>
                  <a:cubicBezTo>
                    <a:pt x="8526" y="38222"/>
                    <a:pt x="8559" y="38136"/>
                    <a:pt x="8526" y="38061"/>
                  </a:cubicBezTo>
                  <a:cubicBezTo>
                    <a:pt x="8501" y="38006"/>
                    <a:pt x="8447" y="37974"/>
                    <a:pt x="8390" y="37974"/>
                  </a:cubicBezTo>
                  <a:close/>
                  <a:moveTo>
                    <a:pt x="20786" y="38362"/>
                  </a:moveTo>
                  <a:cubicBezTo>
                    <a:pt x="20717" y="38362"/>
                    <a:pt x="20655" y="38412"/>
                    <a:pt x="20643" y="38483"/>
                  </a:cubicBezTo>
                  <a:cubicBezTo>
                    <a:pt x="20628" y="38563"/>
                    <a:pt x="20681" y="38640"/>
                    <a:pt x="20762" y="38654"/>
                  </a:cubicBezTo>
                  <a:cubicBezTo>
                    <a:pt x="20956" y="38691"/>
                    <a:pt x="21151" y="38725"/>
                    <a:pt x="21347" y="38753"/>
                  </a:cubicBezTo>
                  <a:cubicBezTo>
                    <a:pt x="21355" y="38756"/>
                    <a:pt x="21362" y="38756"/>
                    <a:pt x="21370" y="38756"/>
                  </a:cubicBezTo>
                  <a:cubicBezTo>
                    <a:pt x="21440" y="38756"/>
                    <a:pt x="21504" y="38704"/>
                    <a:pt x="21515" y="38632"/>
                  </a:cubicBezTo>
                  <a:cubicBezTo>
                    <a:pt x="21527" y="38550"/>
                    <a:pt x="21471" y="38475"/>
                    <a:pt x="21392" y="38463"/>
                  </a:cubicBezTo>
                  <a:cubicBezTo>
                    <a:pt x="21198" y="38432"/>
                    <a:pt x="21006" y="38400"/>
                    <a:pt x="20814" y="38364"/>
                  </a:cubicBezTo>
                  <a:cubicBezTo>
                    <a:pt x="20805" y="38363"/>
                    <a:pt x="20796" y="38362"/>
                    <a:pt x="20786" y="38362"/>
                  </a:cubicBezTo>
                  <a:close/>
                  <a:moveTo>
                    <a:pt x="22246" y="38575"/>
                  </a:moveTo>
                  <a:cubicBezTo>
                    <a:pt x="22171" y="38575"/>
                    <a:pt x="22108" y="38631"/>
                    <a:pt x="22100" y="38707"/>
                  </a:cubicBezTo>
                  <a:cubicBezTo>
                    <a:pt x="22093" y="38789"/>
                    <a:pt x="22150" y="38861"/>
                    <a:pt x="22232" y="38870"/>
                  </a:cubicBezTo>
                  <a:cubicBezTo>
                    <a:pt x="22429" y="38892"/>
                    <a:pt x="22626" y="38908"/>
                    <a:pt x="22823" y="38923"/>
                  </a:cubicBezTo>
                  <a:lnTo>
                    <a:pt x="22833" y="38923"/>
                  </a:lnTo>
                  <a:cubicBezTo>
                    <a:pt x="22910" y="38923"/>
                    <a:pt x="22976" y="38864"/>
                    <a:pt x="22982" y="38784"/>
                  </a:cubicBezTo>
                  <a:cubicBezTo>
                    <a:pt x="22987" y="38703"/>
                    <a:pt x="22926" y="38634"/>
                    <a:pt x="22846" y="38628"/>
                  </a:cubicBezTo>
                  <a:cubicBezTo>
                    <a:pt x="22651" y="38613"/>
                    <a:pt x="22456" y="38597"/>
                    <a:pt x="22263" y="38576"/>
                  </a:cubicBezTo>
                  <a:cubicBezTo>
                    <a:pt x="22257" y="38575"/>
                    <a:pt x="22251" y="38575"/>
                    <a:pt x="22246" y="38575"/>
                  </a:cubicBezTo>
                  <a:close/>
                  <a:moveTo>
                    <a:pt x="23712" y="38675"/>
                  </a:moveTo>
                  <a:cubicBezTo>
                    <a:pt x="23634" y="38675"/>
                    <a:pt x="23573" y="38739"/>
                    <a:pt x="23570" y="38816"/>
                  </a:cubicBezTo>
                  <a:cubicBezTo>
                    <a:pt x="23568" y="38898"/>
                    <a:pt x="23631" y="38967"/>
                    <a:pt x="23712" y="38969"/>
                  </a:cubicBezTo>
                  <a:cubicBezTo>
                    <a:pt x="23909" y="38975"/>
                    <a:pt x="24106" y="38980"/>
                    <a:pt x="24304" y="38985"/>
                  </a:cubicBezTo>
                  <a:lnTo>
                    <a:pt x="24307" y="38985"/>
                  </a:lnTo>
                  <a:cubicBezTo>
                    <a:pt x="24386" y="38985"/>
                    <a:pt x="24452" y="38920"/>
                    <a:pt x="24453" y="38840"/>
                  </a:cubicBezTo>
                  <a:cubicBezTo>
                    <a:pt x="24455" y="38759"/>
                    <a:pt x="24390" y="38692"/>
                    <a:pt x="24309" y="38691"/>
                  </a:cubicBezTo>
                  <a:cubicBezTo>
                    <a:pt x="24113" y="38686"/>
                    <a:pt x="23919" y="38681"/>
                    <a:pt x="23723" y="38675"/>
                  </a:cubicBezTo>
                  <a:cubicBezTo>
                    <a:pt x="23719" y="38675"/>
                    <a:pt x="23716" y="38675"/>
                    <a:pt x="23712" y="38675"/>
                  </a:cubicBezTo>
                  <a:close/>
                  <a:moveTo>
                    <a:pt x="25190" y="38699"/>
                  </a:moveTo>
                  <a:cubicBezTo>
                    <a:pt x="25108" y="38699"/>
                    <a:pt x="25043" y="38764"/>
                    <a:pt x="25043" y="38845"/>
                  </a:cubicBezTo>
                  <a:cubicBezTo>
                    <a:pt x="25043" y="38927"/>
                    <a:pt x="25108" y="38994"/>
                    <a:pt x="25190" y="38994"/>
                  </a:cubicBezTo>
                  <a:lnTo>
                    <a:pt x="25781" y="38995"/>
                  </a:lnTo>
                  <a:cubicBezTo>
                    <a:pt x="25862" y="38995"/>
                    <a:pt x="25928" y="38929"/>
                    <a:pt x="25928" y="38848"/>
                  </a:cubicBezTo>
                  <a:cubicBezTo>
                    <a:pt x="25928" y="38766"/>
                    <a:pt x="25862" y="38700"/>
                    <a:pt x="25781" y="38700"/>
                  </a:cubicBezTo>
                  <a:lnTo>
                    <a:pt x="25191" y="38699"/>
                  </a:lnTo>
                  <a:close/>
                  <a:moveTo>
                    <a:pt x="26665" y="38705"/>
                  </a:moveTo>
                  <a:cubicBezTo>
                    <a:pt x="26586" y="38705"/>
                    <a:pt x="26520" y="38769"/>
                    <a:pt x="26519" y="38850"/>
                  </a:cubicBezTo>
                  <a:cubicBezTo>
                    <a:pt x="26517" y="38933"/>
                    <a:pt x="26583" y="38999"/>
                    <a:pt x="26664" y="39000"/>
                  </a:cubicBezTo>
                  <a:cubicBezTo>
                    <a:pt x="26860" y="39002"/>
                    <a:pt x="27056" y="39005"/>
                    <a:pt x="27252" y="39010"/>
                  </a:cubicBezTo>
                  <a:lnTo>
                    <a:pt x="27256" y="39010"/>
                  </a:lnTo>
                  <a:cubicBezTo>
                    <a:pt x="27335" y="39010"/>
                    <a:pt x="27401" y="38947"/>
                    <a:pt x="27402" y="38866"/>
                  </a:cubicBezTo>
                  <a:cubicBezTo>
                    <a:pt x="27404" y="38784"/>
                    <a:pt x="27340" y="38717"/>
                    <a:pt x="27259" y="38715"/>
                  </a:cubicBezTo>
                  <a:cubicBezTo>
                    <a:pt x="27061" y="38710"/>
                    <a:pt x="26864" y="38707"/>
                    <a:pt x="26666" y="38705"/>
                  </a:cubicBezTo>
                  <a:close/>
                  <a:moveTo>
                    <a:pt x="28141" y="38750"/>
                  </a:moveTo>
                  <a:cubicBezTo>
                    <a:pt x="28061" y="38750"/>
                    <a:pt x="27996" y="38810"/>
                    <a:pt x="27991" y="38890"/>
                  </a:cubicBezTo>
                  <a:cubicBezTo>
                    <a:pt x="27987" y="38972"/>
                    <a:pt x="28049" y="39040"/>
                    <a:pt x="28130" y="39045"/>
                  </a:cubicBezTo>
                  <a:cubicBezTo>
                    <a:pt x="28325" y="39057"/>
                    <a:pt x="28520" y="39070"/>
                    <a:pt x="28714" y="39087"/>
                  </a:cubicBezTo>
                  <a:lnTo>
                    <a:pt x="28728" y="39087"/>
                  </a:lnTo>
                  <a:cubicBezTo>
                    <a:pt x="28804" y="39087"/>
                    <a:pt x="28868" y="39029"/>
                    <a:pt x="28873" y="38950"/>
                  </a:cubicBezTo>
                  <a:cubicBezTo>
                    <a:pt x="28881" y="38870"/>
                    <a:pt x="28821" y="38798"/>
                    <a:pt x="28739" y="38791"/>
                  </a:cubicBezTo>
                  <a:cubicBezTo>
                    <a:pt x="28542" y="38774"/>
                    <a:pt x="28345" y="38762"/>
                    <a:pt x="28147" y="38750"/>
                  </a:cubicBezTo>
                  <a:cubicBezTo>
                    <a:pt x="28145" y="38750"/>
                    <a:pt x="28143" y="38750"/>
                    <a:pt x="28141" y="38750"/>
                  </a:cubicBezTo>
                  <a:close/>
                  <a:moveTo>
                    <a:pt x="7080" y="38646"/>
                  </a:moveTo>
                  <a:cubicBezTo>
                    <a:pt x="7055" y="38646"/>
                    <a:pt x="7030" y="38652"/>
                    <a:pt x="7006" y="38666"/>
                  </a:cubicBezTo>
                  <a:cubicBezTo>
                    <a:pt x="6838" y="38764"/>
                    <a:pt x="6666" y="38867"/>
                    <a:pt x="6495" y="38974"/>
                  </a:cubicBezTo>
                  <a:cubicBezTo>
                    <a:pt x="6427" y="39019"/>
                    <a:pt x="6406" y="39109"/>
                    <a:pt x="6449" y="39178"/>
                  </a:cubicBezTo>
                  <a:cubicBezTo>
                    <a:pt x="6478" y="39222"/>
                    <a:pt x="6525" y="39247"/>
                    <a:pt x="6575" y="39247"/>
                  </a:cubicBezTo>
                  <a:cubicBezTo>
                    <a:pt x="6602" y="39247"/>
                    <a:pt x="6629" y="39240"/>
                    <a:pt x="6653" y="39223"/>
                  </a:cubicBezTo>
                  <a:cubicBezTo>
                    <a:pt x="6819" y="39119"/>
                    <a:pt x="6989" y="39017"/>
                    <a:pt x="7154" y="38922"/>
                  </a:cubicBezTo>
                  <a:cubicBezTo>
                    <a:pt x="7225" y="38881"/>
                    <a:pt x="7249" y="38791"/>
                    <a:pt x="7207" y="38720"/>
                  </a:cubicBezTo>
                  <a:cubicBezTo>
                    <a:pt x="7181" y="38673"/>
                    <a:pt x="7131" y="38646"/>
                    <a:pt x="7080" y="38646"/>
                  </a:cubicBezTo>
                  <a:close/>
                  <a:moveTo>
                    <a:pt x="1080" y="38390"/>
                  </a:moveTo>
                  <a:cubicBezTo>
                    <a:pt x="1008" y="38390"/>
                    <a:pt x="945" y="38444"/>
                    <a:pt x="934" y="38516"/>
                  </a:cubicBezTo>
                  <a:lnTo>
                    <a:pt x="852" y="39100"/>
                  </a:lnTo>
                  <a:cubicBezTo>
                    <a:pt x="840" y="39181"/>
                    <a:pt x="896" y="39255"/>
                    <a:pt x="977" y="39267"/>
                  </a:cubicBezTo>
                  <a:cubicBezTo>
                    <a:pt x="984" y="39268"/>
                    <a:pt x="991" y="39268"/>
                    <a:pt x="998" y="39268"/>
                  </a:cubicBezTo>
                  <a:cubicBezTo>
                    <a:pt x="1070" y="39268"/>
                    <a:pt x="1133" y="39216"/>
                    <a:pt x="1144" y="39141"/>
                  </a:cubicBezTo>
                  <a:lnTo>
                    <a:pt x="1226" y="38557"/>
                  </a:lnTo>
                  <a:cubicBezTo>
                    <a:pt x="1238" y="38478"/>
                    <a:pt x="1182" y="38403"/>
                    <a:pt x="1100" y="38391"/>
                  </a:cubicBezTo>
                  <a:cubicBezTo>
                    <a:pt x="1093" y="38390"/>
                    <a:pt x="1087" y="38390"/>
                    <a:pt x="1080" y="38390"/>
                  </a:cubicBezTo>
                  <a:close/>
                  <a:moveTo>
                    <a:pt x="29606" y="38890"/>
                  </a:moveTo>
                  <a:cubicBezTo>
                    <a:pt x="29535" y="38890"/>
                    <a:pt x="29472" y="38944"/>
                    <a:pt x="29461" y="39017"/>
                  </a:cubicBezTo>
                  <a:cubicBezTo>
                    <a:pt x="29450" y="39098"/>
                    <a:pt x="29507" y="39173"/>
                    <a:pt x="29586" y="39185"/>
                  </a:cubicBezTo>
                  <a:cubicBezTo>
                    <a:pt x="29780" y="39213"/>
                    <a:pt x="29974" y="39246"/>
                    <a:pt x="30162" y="39282"/>
                  </a:cubicBezTo>
                  <a:cubicBezTo>
                    <a:pt x="30171" y="39283"/>
                    <a:pt x="30179" y="39284"/>
                    <a:pt x="30189" y="39284"/>
                  </a:cubicBezTo>
                  <a:cubicBezTo>
                    <a:pt x="30257" y="39284"/>
                    <a:pt x="30319" y="39235"/>
                    <a:pt x="30334" y="39163"/>
                  </a:cubicBezTo>
                  <a:cubicBezTo>
                    <a:pt x="30350" y="39083"/>
                    <a:pt x="30297" y="39005"/>
                    <a:pt x="30217" y="38990"/>
                  </a:cubicBezTo>
                  <a:cubicBezTo>
                    <a:pt x="30025" y="38954"/>
                    <a:pt x="29828" y="38921"/>
                    <a:pt x="29628" y="38892"/>
                  </a:cubicBezTo>
                  <a:cubicBezTo>
                    <a:pt x="29621" y="38891"/>
                    <a:pt x="29614" y="38890"/>
                    <a:pt x="29606" y="38890"/>
                  </a:cubicBezTo>
                  <a:close/>
                  <a:moveTo>
                    <a:pt x="31050" y="39186"/>
                  </a:moveTo>
                  <a:cubicBezTo>
                    <a:pt x="30984" y="39186"/>
                    <a:pt x="30924" y="39229"/>
                    <a:pt x="30907" y="39295"/>
                  </a:cubicBezTo>
                  <a:cubicBezTo>
                    <a:pt x="30886" y="39375"/>
                    <a:pt x="30933" y="39454"/>
                    <a:pt x="31011" y="39476"/>
                  </a:cubicBezTo>
                  <a:cubicBezTo>
                    <a:pt x="31203" y="39527"/>
                    <a:pt x="31390" y="39584"/>
                    <a:pt x="31568" y="39644"/>
                  </a:cubicBezTo>
                  <a:cubicBezTo>
                    <a:pt x="31585" y="39649"/>
                    <a:pt x="31599" y="39651"/>
                    <a:pt x="31616" y="39651"/>
                  </a:cubicBezTo>
                  <a:cubicBezTo>
                    <a:pt x="31678" y="39651"/>
                    <a:pt x="31735" y="39613"/>
                    <a:pt x="31753" y="39551"/>
                  </a:cubicBezTo>
                  <a:cubicBezTo>
                    <a:pt x="31779" y="39474"/>
                    <a:pt x="31737" y="39389"/>
                    <a:pt x="31660" y="39363"/>
                  </a:cubicBezTo>
                  <a:cubicBezTo>
                    <a:pt x="31475" y="39302"/>
                    <a:pt x="31283" y="39244"/>
                    <a:pt x="31087" y="39191"/>
                  </a:cubicBezTo>
                  <a:cubicBezTo>
                    <a:pt x="31075" y="39188"/>
                    <a:pt x="31062" y="39186"/>
                    <a:pt x="31050" y="39186"/>
                  </a:cubicBezTo>
                  <a:close/>
                  <a:moveTo>
                    <a:pt x="48855" y="39025"/>
                  </a:moveTo>
                  <a:cubicBezTo>
                    <a:pt x="48781" y="39025"/>
                    <a:pt x="48717" y="39090"/>
                    <a:pt x="48714" y="39167"/>
                  </a:cubicBezTo>
                  <a:cubicBezTo>
                    <a:pt x="48708" y="39356"/>
                    <a:pt x="48689" y="39548"/>
                    <a:pt x="48661" y="39738"/>
                  </a:cubicBezTo>
                  <a:cubicBezTo>
                    <a:pt x="48649" y="39817"/>
                    <a:pt x="48705" y="39894"/>
                    <a:pt x="48785" y="39905"/>
                  </a:cubicBezTo>
                  <a:cubicBezTo>
                    <a:pt x="48792" y="39907"/>
                    <a:pt x="48798" y="39907"/>
                    <a:pt x="48807" y="39907"/>
                  </a:cubicBezTo>
                  <a:cubicBezTo>
                    <a:pt x="48879" y="39907"/>
                    <a:pt x="48942" y="39854"/>
                    <a:pt x="48951" y="39782"/>
                  </a:cubicBezTo>
                  <a:cubicBezTo>
                    <a:pt x="48982" y="39580"/>
                    <a:pt x="49000" y="39377"/>
                    <a:pt x="49008" y="39178"/>
                  </a:cubicBezTo>
                  <a:cubicBezTo>
                    <a:pt x="49010" y="39097"/>
                    <a:pt x="48947" y="39028"/>
                    <a:pt x="48866" y="39026"/>
                  </a:cubicBezTo>
                  <a:cubicBezTo>
                    <a:pt x="48862" y="39026"/>
                    <a:pt x="48859" y="39025"/>
                    <a:pt x="48855" y="39025"/>
                  </a:cubicBezTo>
                  <a:close/>
                  <a:moveTo>
                    <a:pt x="5836" y="39440"/>
                  </a:moveTo>
                  <a:cubicBezTo>
                    <a:pt x="5807" y="39440"/>
                    <a:pt x="5778" y="39449"/>
                    <a:pt x="5753" y="39466"/>
                  </a:cubicBezTo>
                  <a:cubicBezTo>
                    <a:pt x="5592" y="39580"/>
                    <a:pt x="5431" y="39696"/>
                    <a:pt x="5271" y="39815"/>
                  </a:cubicBezTo>
                  <a:cubicBezTo>
                    <a:pt x="5205" y="39864"/>
                    <a:pt x="5190" y="39955"/>
                    <a:pt x="5240" y="40022"/>
                  </a:cubicBezTo>
                  <a:cubicBezTo>
                    <a:pt x="5270" y="40060"/>
                    <a:pt x="5313" y="40080"/>
                    <a:pt x="5358" y="40080"/>
                  </a:cubicBezTo>
                  <a:cubicBezTo>
                    <a:pt x="5388" y="40080"/>
                    <a:pt x="5419" y="40072"/>
                    <a:pt x="5446" y="40049"/>
                  </a:cubicBezTo>
                  <a:cubicBezTo>
                    <a:pt x="5603" y="39934"/>
                    <a:pt x="5762" y="39819"/>
                    <a:pt x="5922" y="39708"/>
                  </a:cubicBezTo>
                  <a:cubicBezTo>
                    <a:pt x="5988" y="39661"/>
                    <a:pt x="6004" y="39570"/>
                    <a:pt x="5958" y="39503"/>
                  </a:cubicBezTo>
                  <a:cubicBezTo>
                    <a:pt x="5929" y="39462"/>
                    <a:pt x="5883" y="39440"/>
                    <a:pt x="5836" y="39440"/>
                  </a:cubicBezTo>
                  <a:close/>
                  <a:moveTo>
                    <a:pt x="32440" y="39674"/>
                  </a:moveTo>
                  <a:cubicBezTo>
                    <a:pt x="32383" y="39674"/>
                    <a:pt x="32329" y="39707"/>
                    <a:pt x="32305" y="39763"/>
                  </a:cubicBezTo>
                  <a:cubicBezTo>
                    <a:pt x="32272" y="39837"/>
                    <a:pt x="32305" y="39923"/>
                    <a:pt x="32380" y="39958"/>
                  </a:cubicBezTo>
                  <a:cubicBezTo>
                    <a:pt x="32558" y="40037"/>
                    <a:pt x="32733" y="40123"/>
                    <a:pt x="32901" y="40211"/>
                  </a:cubicBezTo>
                  <a:cubicBezTo>
                    <a:pt x="32923" y="40223"/>
                    <a:pt x="32948" y="40228"/>
                    <a:pt x="32970" y="40228"/>
                  </a:cubicBezTo>
                  <a:cubicBezTo>
                    <a:pt x="33024" y="40228"/>
                    <a:pt x="33076" y="40200"/>
                    <a:pt x="33101" y="40150"/>
                  </a:cubicBezTo>
                  <a:cubicBezTo>
                    <a:pt x="33140" y="40078"/>
                    <a:pt x="33113" y="39990"/>
                    <a:pt x="33040" y="39950"/>
                  </a:cubicBezTo>
                  <a:cubicBezTo>
                    <a:pt x="32866" y="39857"/>
                    <a:pt x="32685" y="39769"/>
                    <a:pt x="32500" y="39687"/>
                  </a:cubicBezTo>
                  <a:cubicBezTo>
                    <a:pt x="32480" y="39679"/>
                    <a:pt x="32460" y="39674"/>
                    <a:pt x="32440" y="39674"/>
                  </a:cubicBezTo>
                  <a:close/>
                  <a:moveTo>
                    <a:pt x="875" y="39850"/>
                  </a:moveTo>
                  <a:cubicBezTo>
                    <a:pt x="802" y="39850"/>
                    <a:pt x="740" y="39903"/>
                    <a:pt x="730" y="39976"/>
                  </a:cubicBezTo>
                  <a:lnTo>
                    <a:pt x="647" y="40561"/>
                  </a:lnTo>
                  <a:cubicBezTo>
                    <a:pt x="635" y="40641"/>
                    <a:pt x="691" y="40716"/>
                    <a:pt x="772" y="40727"/>
                  </a:cubicBezTo>
                  <a:cubicBezTo>
                    <a:pt x="778" y="40728"/>
                    <a:pt x="787" y="40728"/>
                    <a:pt x="793" y="40728"/>
                  </a:cubicBezTo>
                  <a:cubicBezTo>
                    <a:pt x="865" y="40728"/>
                    <a:pt x="928" y="40676"/>
                    <a:pt x="938" y="40602"/>
                  </a:cubicBezTo>
                  <a:lnTo>
                    <a:pt x="1021" y="40017"/>
                  </a:lnTo>
                  <a:cubicBezTo>
                    <a:pt x="1032" y="39938"/>
                    <a:pt x="977" y="39863"/>
                    <a:pt x="896" y="39851"/>
                  </a:cubicBezTo>
                  <a:cubicBezTo>
                    <a:pt x="889" y="39850"/>
                    <a:pt x="882" y="39850"/>
                    <a:pt x="875" y="39850"/>
                  </a:cubicBezTo>
                  <a:close/>
                  <a:moveTo>
                    <a:pt x="4657" y="40326"/>
                  </a:moveTo>
                  <a:cubicBezTo>
                    <a:pt x="4624" y="40326"/>
                    <a:pt x="4592" y="40336"/>
                    <a:pt x="4565" y="40358"/>
                  </a:cubicBezTo>
                  <a:cubicBezTo>
                    <a:pt x="4410" y="40482"/>
                    <a:pt x="4259" y="40609"/>
                    <a:pt x="4106" y="40735"/>
                  </a:cubicBezTo>
                  <a:cubicBezTo>
                    <a:pt x="4044" y="40789"/>
                    <a:pt x="4035" y="40882"/>
                    <a:pt x="4088" y="40944"/>
                  </a:cubicBezTo>
                  <a:cubicBezTo>
                    <a:pt x="4117" y="40979"/>
                    <a:pt x="4159" y="40997"/>
                    <a:pt x="4202" y="40997"/>
                  </a:cubicBezTo>
                  <a:cubicBezTo>
                    <a:pt x="4235" y="40997"/>
                    <a:pt x="4269" y="40985"/>
                    <a:pt x="4296" y="40961"/>
                  </a:cubicBezTo>
                  <a:cubicBezTo>
                    <a:pt x="4446" y="40836"/>
                    <a:pt x="4597" y="40712"/>
                    <a:pt x="4750" y="40589"/>
                  </a:cubicBezTo>
                  <a:cubicBezTo>
                    <a:pt x="4814" y="40537"/>
                    <a:pt x="4824" y="40445"/>
                    <a:pt x="4772" y="40382"/>
                  </a:cubicBezTo>
                  <a:cubicBezTo>
                    <a:pt x="4743" y="40344"/>
                    <a:pt x="4700" y="40326"/>
                    <a:pt x="4657" y="40326"/>
                  </a:cubicBezTo>
                  <a:close/>
                  <a:moveTo>
                    <a:pt x="33725" y="40396"/>
                  </a:moveTo>
                  <a:cubicBezTo>
                    <a:pt x="33678" y="40396"/>
                    <a:pt x="33632" y="40418"/>
                    <a:pt x="33604" y="40459"/>
                  </a:cubicBezTo>
                  <a:cubicBezTo>
                    <a:pt x="33557" y="40525"/>
                    <a:pt x="33573" y="40618"/>
                    <a:pt x="33640" y="40664"/>
                  </a:cubicBezTo>
                  <a:cubicBezTo>
                    <a:pt x="33798" y="40775"/>
                    <a:pt x="33950" y="40893"/>
                    <a:pt x="34095" y="41016"/>
                  </a:cubicBezTo>
                  <a:cubicBezTo>
                    <a:pt x="34123" y="41039"/>
                    <a:pt x="34157" y="41051"/>
                    <a:pt x="34191" y="41051"/>
                  </a:cubicBezTo>
                  <a:cubicBezTo>
                    <a:pt x="34232" y="41051"/>
                    <a:pt x="34273" y="41033"/>
                    <a:pt x="34303" y="41000"/>
                  </a:cubicBezTo>
                  <a:cubicBezTo>
                    <a:pt x="34356" y="40938"/>
                    <a:pt x="34348" y="40845"/>
                    <a:pt x="34286" y="40791"/>
                  </a:cubicBezTo>
                  <a:cubicBezTo>
                    <a:pt x="34134" y="40662"/>
                    <a:pt x="33974" y="40538"/>
                    <a:pt x="33809" y="40423"/>
                  </a:cubicBezTo>
                  <a:cubicBezTo>
                    <a:pt x="33784" y="40405"/>
                    <a:pt x="33754" y="40396"/>
                    <a:pt x="33725" y="40396"/>
                  </a:cubicBezTo>
                  <a:close/>
                  <a:moveTo>
                    <a:pt x="48608" y="40472"/>
                  </a:moveTo>
                  <a:cubicBezTo>
                    <a:pt x="48545" y="40472"/>
                    <a:pt x="48487" y="40512"/>
                    <a:pt x="48467" y="40575"/>
                  </a:cubicBezTo>
                  <a:cubicBezTo>
                    <a:pt x="48412" y="40755"/>
                    <a:pt x="48347" y="40938"/>
                    <a:pt x="48271" y="41118"/>
                  </a:cubicBezTo>
                  <a:cubicBezTo>
                    <a:pt x="48240" y="41193"/>
                    <a:pt x="48276" y="41279"/>
                    <a:pt x="48352" y="41310"/>
                  </a:cubicBezTo>
                  <a:cubicBezTo>
                    <a:pt x="48369" y="41317"/>
                    <a:pt x="48389" y="41322"/>
                    <a:pt x="48407" y="41322"/>
                  </a:cubicBezTo>
                  <a:cubicBezTo>
                    <a:pt x="48465" y="41322"/>
                    <a:pt x="48521" y="41289"/>
                    <a:pt x="48544" y="41230"/>
                  </a:cubicBezTo>
                  <a:cubicBezTo>
                    <a:pt x="48621" y="41041"/>
                    <a:pt x="48691" y="40850"/>
                    <a:pt x="48749" y="40662"/>
                  </a:cubicBezTo>
                  <a:cubicBezTo>
                    <a:pt x="48773" y="40585"/>
                    <a:pt x="48729" y="40502"/>
                    <a:pt x="48652" y="40479"/>
                  </a:cubicBezTo>
                  <a:cubicBezTo>
                    <a:pt x="48637" y="40474"/>
                    <a:pt x="48622" y="40472"/>
                    <a:pt x="48608" y="40472"/>
                  </a:cubicBezTo>
                  <a:close/>
                  <a:moveTo>
                    <a:pt x="3533" y="41282"/>
                  </a:moveTo>
                  <a:cubicBezTo>
                    <a:pt x="3498" y="41282"/>
                    <a:pt x="3462" y="41294"/>
                    <a:pt x="3434" y="41319"/>
                  </a:cubicBezTo>
                  <a:cubicBezTo>
                    <a:pt x="3287" y="41450"/>
                    <a:pt x="3141" y="41584"/>
                    <a:pt x="2996" y="41718"/>
                  </a:cubicBezTo>
                  <a:cubicBezTo>
                    <a:pt x="2936" y="41773"/>
                    <a:pt x="2933" y="41867"/>
                    <a:pt x="2987" y="41926"/>
                  </a:cubicBezTo>
                  <a:cubicBezTo>
                    <a:pt x="3017" y="41959"/>
                    <a:pt x="3057" y="41975"/>
                    <a:pt x="3096" y="41975"/>
                  </a:cubicBezTo>
                  <a:cubicBezTo>
                    <a:pt x="3132" y="41975"/>
                    <a:pt x="3168" y="41961"/>
                    <a:pt x="3196" y="41933"/>
                  </a:cubicBezTo>
                  <a:cubicBezTo>
                    <a:pt x="3338" y="41800"/>
                    <a:pt x="3485" y="41668"/>
                    <a:pt x="3630" y="41538"/>
                  </a:cubicBezTo>
                  <a:cubicBezTo>
                    <a:pt x="3691" y="41485"/>
                    <a:pt x="3696" y="41392"/>
                    <a:pt x="3642" y="41331"/>
                  </a:cubicBezTo>
                  <a:cubicBezTo>
                    <a:pt x="3613" y="41298"/>
                    <a:pt x="3573" y="41282"/>
                    <a:pt x="3533" y="41282"/>
                  </a:cubicBezTo>
                  <a:close/>
                  <a:moveTo>
                    <a:pt x="34819" y="41377"/>
                  </a:moveTo>
                  <a:cubicBezTo>
                    <a:pt x="34785" y="41377"/>
                    <a:pt x="34751" y="41389"/>
                    <a:pt x="34723" y="41413"/>
                  </a:cubicBezTo>
                  <a:cubicBezTo>
                    <a:pt x="34661" y="41466"/>
                    <a:pt x="34656" y="41559"/>
                    <a:pt x="34709" y="41621"/>
                  </a:cubicBezTo>
                  <a:cubicBezTo>
                    <a:pt x="34734" y="41650"/>
                    <a:pt x="34759" y="41679"/>
                    <a:pt x="34784" y="41708"/>
                  </a:cubicBezTo>
                  <a:cubicBezTo>
                    <a:pt x="34877" y="41821"/>
                    <a:pt x="34972" y="41944"/>
                    <a:pt x="35065" y="42073"/>
                  </a:cubicBezTo>
                  <a:cubicBezTo>
                    <a:pt x="35094" y="42112"/>
                    <a:pt x="35139" y="42135"/>
                    <a:pt x="35185" y="42135"/>
                  </a:cubicBezTo>
                  <a:cubicBezTo>
                    <a:pt x="35214" y="42135"/>
                    <a:pt x="35244" y="42125"/>
                    <a:pt x="35270" y="42107"/>
                  </a:cubicBezTo>
                  <a:cubicBezTo>
                    <a:pt x="35336" y="42059"/>
                    <a:pt x="35352" y="41966"/>
                    <a:pt x="35304" y="41900"/>
                  </a:cubicBezTo>
                  <a:cubicBezTo>
                    <a:pt x="35207" y="41765"/>
                    <a:pt x="35108" y="41637"/>
                    <a:pt x="35010" y="41521"/>
                  </a:cubicBezTo>
                  <a:cubicBezTo>
                    <a:pt x="34984" y="41490"/>
                    <a:pt x="34959" y="41459"/>
                    <a:pt x="34931" y="41428"/>
                  </a:cubicBezTo>
                  <a:cubicBezTo>
                    <a:pt x="34902" y="41394"/>
                    <a:pt x="34861" y="41377"/>
                    <a:pt x="34819" y="41377"/>
                  </a:cubicBezTo>
                  <a:close/>
                  <a:moveTo>
                    <a:pt x="670" y="41310"/>
                  </a:moveTo>
                  <a:cubicBezTo>
                    <a:pt x="599" y="41310"/>
                    <a:pt x="535" y="41363"/>
                    <a:pt x="525" y="41436"/>
                  </a:cubicBezTo>
                  <a:lnTo>
                    <a:pt x="442" y="42021"/>
                  </a:lnTo>
                  <a:cubicBezTo>
                    <a:pt x="431" y="42100"/>
                    <a:pt x="485" y="42176"/>
                    <a:pt x="567" y="42187"/>
                  </a:cubicBezTo>
                  <a:cubicBezTo>
                    <a:pt x="573" y="42188"/>
                    <a:pt x="581" y="42188"/>
                    <a:pt x="588" y="42188"/>
                  </a:cubicBezTo>
                  <a:cubicBezTo>
                    <a:pt x="660" y="42188"/>
                    <a:pt x="723" y="42136"/>
                    <a:pt x="733" y="42062"/>
                  </a:cubicBezTo>
                  <a:lnTo>
                    <a:pt x="816" y="41477"/>
                  </a:lnTo>
                  <a:cubicBezTo>
                    <a:pt x="828" y="41398"/>
                    <a:pt x="772" y="41323"/>
                    <a:pt x="691" y="41311"/>
                  </a:cubicBezTo>
                  <a:cubicBezTo>
                    <a:pt x="684" y="41310"/>
                    <a:pt x="677" y="41310"/>
                    <a:pt x="670" y="41310"/>
                  </a:cubicBezTo>
                  <a:close/>
                  <a:moveTo>
                    <a:pt x="48023" y="41823"/>
                  </a:moveTo>
                  <a:cubicBezTo>
                    <a:pt x="47971" y="41823"/>
                    <a:pt x="47921" y="41851"/>
                    <a:pt x="47894" y="41899"/>
                  </a:cubicBezTo>
                  <a:cubicBezTo>
                    <a:pt x="47802" y="42064"/>
                    <a:pt x="47702" y="42233"/>
                    <a:pt x="47595" y="42399"/>
                  </a:cubicBezTo>
                  <a:cubicBezTo>
                    <a:pt x="47552" y="42467"/>
                    <a:pt x="47573" y="42559"/>
                    <a:pt x="47641" y="42602"/>
                  </a:cubicBezTo>
                  <a:cubicBezTo>
                    <a:pt x="47667" y="42617"/>
                    <a:pt x="47693" y="42626"/>
                    <a:pt x="47721" y="42626"/>
                  </a:cubicBezTo>
                  <a:cubicBezTo>
                    <a:pt x="47770" y="42626"/>
                    <a:pt x="47817" y="42601"/>
                    <a:pt x="47845" y="42555"/>
                  </a:cubicBezTo>
                  <a:cubicBezTo>
                    <a:pt x="47955" y="42385"/>
                    <a:pt x="48058" y="42211"/>
                    <a:pt x="48152" y="42041"/>
                  </a:cubicBezTo>
                  <a:cubicBezTo>
                    <a:pt x="48191" y="41970"/>
                    <a:pt x="48165" y="41880"/>
                    <a:pt x="48094" y="41842"/>
                  </a:cubicBezTo>
                  <a:cubicBezTo>
                    <a:pt x="48071" y="41829"/>
                    <a:pt x="48047" y="41823"/>
                    <a:pt x="48023" y="41823"/>
                  </a:cubicBezTo>
                  <a:close/>
                  <a:moveTo>
                    <a:pt x="2455" y="42286"/>
                  </a:moveTo>
                  <a:cubicBezTo>
                    <a:pt x="2418" y="42286"/>
                    <a:pt x="2381" y="42300"/>
                    <a:pt x="2352" y="42327"/>
                  </a:cubicBezTo>
                  <a:cubicBezTo>
                    <a:pt x="2211" y="42466"/>
                    <a:pt x="2069" y="42602"/>
                    <a:pt x="1929" y="42741"/>
                  </a:cubicBezTo>
                  <a:cubicBezTo>
                    <a:pt x="1871" y="42800"/>
                    <a:pt x="1871" y="42893"/>
                    <a:pt x="1928" y="42951"/>
                  </a:cubicBezTo>
                  <a:cubicBezTo>
                    <a:pt x="1956" y="42981"/>
                    <a:pt x="1995" y="42994"/>
                    <a:pt x="2032" y="42994"/>
                  </a:cubicBezTo>
                  <a:cubicBezTo>
                    <a:pt x="2069" y="42994"/>
                    <a:pt x="2107" y="42981"/>
                    <a:pt x="2136" y="42952"/>
                  </a:cubicBezTo>
                  <a:cubicBezTo>
                    <a:pt x="2276" y="42813"/>
                    <a:pt x="2417" y="42677"/>
                    <a:pt x="2557" y="42540"/>
                  </a:cubicBezTo>
                  <a:cubicBezTo>
                    <a:pt x="2616" y="42483"/>
                    <a:pt x="2618" y="42389"/>
                    <a:pt x="2561" y="42332"/>
                  </a:cubicBezTo>
                  <a:cubicBezTo>
                    <a:pt x="2532" y="42301"/>
                    <a:pt x="2494" y="42286"/>
                    <a:pt x="2455" y="42286"/>
                  </a:cubicBezTo>
                  <a:close/>
                  <a:moveTo>
                    <a:pt x="35663" y="42583"/>
                  </a:moveTo>
                  <a:cubicBezTo>
                    <a:pt x="35638" y="42583"/>
                    <a:pt x="35612" y="42589"/>
                    <a:pt x="35589" y="42603"/>
                  </a:cubicBezTo>
                  <a:cubicBezTo>
                    <a:pt x="35518" y="42643"/>
                    <a:pt x="35494" y="42734"/>
                    <a:pt x="35536" y="42804"/>
                  </a:cubicBezTo>
                  <a:cubicBezTo>
                    <a:pt x="35625" y="42957"/>
                    <a:pt x="35718" y="43124"/>
                    <a:pt x="35821" y="43316"/>
                  </a:cubicBezTo>
                  <a:cubicBezTo>
                    <a:pt x="35848" y="43364"/>
                    <a:pt x="35898" y="43393"/>
                    <a:pt x="35951" y="43393"/>
                  </a:cubicBezTo>
                  <a:cubicBezTo>
                    <a:pt x="35975" y="43393"/>
                    <a:pt x="35999" y="43386"/>
                    <a:pt x="36021" y="43376"/>
                  </a:cubicBezTo>
                  <a:cubicBezTo>
                    <a:pt x="36091" y="43338"/>
                    <a:pt x="36119" y="43249"/>
                    <a:pt x="36080" y="43176"/>
                  </a:cubicBezTo>
                  <a:cubicBezTo>
                    <a:pt x="35976" y="42982"/>
                    <a:pt x="35880" y="42812"/>
                    <a:pt x="35790" y="42657"/>
                  </a:cubicBezTo>
                  <a:cubicBezTo>
                    <a:pt x="35763" y="42610"/>
                    <a:pt x="35714" y="42583"/>
                    <a:pt x="35663" y="42583"/>
                  </a:cubicBezTo>
                  <a:close/>
                  <a:moveTo>
                    <a:pt x="465" y="42770"/>
                  </a:moveTo>
                  <a:cubicBezTo>
                    <a:pt x="393" y="42770"/>
                    <a:pt x="330" y="42823"/>
                    <a:pt x="319" y="42896"/>
                  </a:cubicBezTo>
                  <a:lnTo>
                    <a:pt x="237" y="43481"/>
                  </a:lnTo>
                  <a:cubicBezTo>
                    <a:pt x="225" y="43560"/>
                    <a:pt x="280" y="43636"/>
                    <a:pt x="362" y="43647"/>
                  </a:cubicBezTo>
                  <a:cubicBezTo>
                    <a:pt x="369" y="43648"/>
                    <a:pt x="376" y="43648"/>
                    <a:pt x="382" y="43648"/>
                  </a:cubicBezTo>
                  <a:cubicBezTo>
                    <a:pt x="454" y="43648"/>
                    <a:pt x="518" y="43596"/>
                    <a:pt x="528" y="43522"/>
                  </a:cubicBezTo>
                  <a:lnTo>
                    <a:pt x="610" y="42937"/>
                  </a:lnTo>
                  <a:cubicBezTo>
                    <a:pt x="623" y="42858"/>
                    <a:pt x="567" y="42782"/>
                    <a:pt x="485" y="42771"/>
                  </a:cubicBezTo>
                  <a:cubicBezTo>
                    <a:pt x="479" y="42770"/>
                    <a:pt x="472" y="42770"/>
                    <a:pt x="465" y="42770"/>
                  </a:cubicBezTo>
                  <a:close/>
                  <a:moveTo>
                    <a:pt x="47211" y="43054"/>
                  </a:moveTo>
                  <a:cubicBezTo>
                    <a:pt x="47167" y="43054"/>
                    <a:pt x="47123" y="43074"/>
                    <a:pt x="47094" y="43112"/>
                  </a:cubicBezTo>
                  <a:cubicBezTo>
                    <a:pt x="46980" y="43261"/>
                    <a:pt x="46857" y="43415"/>
                    <a:pt x="46729" y="43566"/>
                  </a:cubicBezTo>
                  <a:cubicBezTo>
                    <a:pt x="46677" y="43627"/>
                    <a:pt x="46685" y="43720"/>
                    <a:pt x="46747" y="43773"/>
                  </a:cubicBezTo>
                  <a:cubicBezTo>
                    <a:pt x="46775" y="43797"/>
                    <a:pt x="46809" y="43808"/>
                    <a:pt x="46842" y="43808"/>
                  </a:cubicBezTo>
                  <a:cubicBezTo>
                    <a:pt x="46886" y="43808"/>
                    <a:pt x="46927" y="43792"/>
                    <a:pt x="46954" y="43756"/>
                  </a:cubicBezTo>
                  <a:cubicBezTo>
                    <a:pt x="47084" y="43602"/>
                    <a:pt x="47211" y="43444"/>
                    <a:pt x="47327" y="43291"/>
                  </a:cubicBezTo>
                  <a:cubicBezTo>
                    <a:pt x="47378" y="43226"/>
                    <a:pt x="47365" y="43133"/>
                    <a:pt x="47300" y="43085"/>
                  </a:cubicBezTo>
                  <a:cubicBezTo>
                    <a:pt x="47274" y="43064"/>
                    <a:pt x="47242" y="43054"/>
                    <a:pt x="47211" y="43054"/>
                  </a:cubicBezTo>
                  <a:close/>
                  <a:moveTo>
                    <a:pt x="1407" y="43326"/>
                  </a:moveTo>
                  <a:cubicBezTo>
                    <a:pt x="1369" y="43326"/>
                    <a:pt x="1331" y="43340"/>
                    <a:pt x="1303" y="43370"/>
                  </a:cubicBezTo>
                  <a:cubicBezTo>
                    <a:pt x="1163" y="43510"/>
                    <a:pt x="1026" y="43652"/>
                    <a:pt x="890" y="43793"/>
                  </a:cubicBezTo>
                  <a:cubicBezTo>
                    <a:pt x="833" y="43852"/>
                    <a:pt x="835" y="43945"/>
                    <a:pt x="893" y="44002"/>
                  </a:cubicBezTo>
                  <a:cubicBezTo>
                    <a:pt x="922" y="44029"/>
                    <a:pt x="958" y="44043"/>
                    <a:pt x="995" y="44043"/>
                  </a:cubicBezTo>
                  <a:cubicBezTo>
                    <a:pt x="1034" y="44043"/>
                    <a:pt x="1073" y="44029"/>
                    <a:pt x="1102" y="43999"/>
                  </a:cubicBezTo>
                  <a:cubicBezTo>
                    <a:pt x="1238" y="43859"/>
                    <a:pt x="1375" y="43717"/>
                    <a:pt x="1512" y="43577"/>
                  </a:cubicBezTo>
                  <a:cubicBezTo>
                    <a:pt x="1571" y="43519"/>
                    <a:pt x="1569" y="43425"/>
                    <a:pt x="1511" y="43369"/>
                  </a:cubicBezTo>
                  <a:cubicBezTo>
                    <a:pt x="1482" y="43340"/>
                    <a:pt x="1445" y="43326"/>
                    <a:pt x="1407" y="43326"/>
                  </a:cubicBezTo>
                  <a:close/>
                  <a:moveTo>
                    <a:pt x="36364" y="43881"/>
                  </a:moveTo>
                  <a:cubicBezTo>
                    <a:pt x="36341" y="43881"/>
                    <a:pt x="36318" y="43887"/>
                    <a:pt x="36296" y="43899"/>
                  </a:cubicBezTo>
                  <a:cubicBezTo>
                    <a:pt x="36223" y="43936"/>
                    <a:pt x="36197" y="44025"/>
                    <a:pt x="36234" y="44097"/>
                  </a:cubicBezTo>
                  <a:cubicBezTo>
                    <a:pt x="36326" y="44273"/>
                    <a:pt x="36418" y="44448"/>
                    <a:pt x="36512" y="44621"/>
                  </a:cubicBezTo>
                  <a:cubicBezTo>
                    <a:pt x="36538" y="44670"/>
                    <a:pt x="36590" y="44696"/>
                    <a:pt x="36641" y="44696"/>
                  </a:cubicBezTo>
                  <a:cubicBezTo>
                    <a:pt x="36664" y="44696"/>
                    <a:pt x="36689" y="44690"/>
                    <a:pt x="36711" y="44679"/>
                  </a:cubicBezTo>
                  <a:cubicBezTo>
                    <a:pt x="36783" y="44640"/>
                    <a:pt x="36808" y="44550"/>
                    <a:pt x="36770" y="44479"/>
                  </a:cubicBezTo>
                  <a:cubicBezTo>
                    <a:pt x="36677" y="44307"/>
                    <a:pt x="36586" y="44134"/>
                    <a:pt x="36494" y="43961"/>
                  </a:cubicBezTo>
                  <a:cubicBezTo>
                    <a:pt x="36468" y="43911"/>
                    <a:pt x="36417" y="43881"/>
                    <a:pt x="36364" y="43881"/>
                  </a:cubicBezTo>
                  <a:close/>
                  <a:moveTo>
                    <a:pt x="46250" y="44170"/>
                  </a:moveTo>
                  <a:cubicBezTo>
                    <a:pt x="46212" y="44170"/>
                    <a:pt x="46173" y="44185"/>
                    <a:pt x="46144" y="44216"/>
                  </a:cubicBezTo>
                  <a:cubicBezTo>
                    <a:pt x="46012" y="44354"/>
                    <a:pt x="45874" y="44493"/>
                    <a:pt x="45732" y="44631"/>
                  </a:cubicBezTo>
                  <a:cubicBezTo>
                    <a:pt x="45674" y="44687"/>
                    <a:pt x="45673" y="44782"/>
                    <a:pt x="45729" y="44840"/>
                  </a:cubicBezTo>
                  <a:cubicBezTo>
                    <a:pt x="45758" y="44870"/>
                    <a:pt x="45797" y="44885"/>
                    <a:pt x="45835" y="44885"/>
                  </a:cubicBezTo>
                  <a:cubicBezTo>
                    <a:pt x="45872" y="44885"/>
                    <a:pt x="45909" y="44871"/>
                    <a:pt x="45938" y="44841"/>
                  </a:cubicBezTo>
                  <a:cubicBezTo>
                    <a:pt x="46083" y="44702"/>
                    <a:pt x="46223" y="44560"/>
                    <a:pt x="46357" y="44420"/>
                  </a:cubicBezTo>
                  <a:cubicBezTo>
                    <a:pt x="46413" y="44360"/>
                    <a:pt x="46412" y="44267"/>
                    <a:pt x="46352" y="44210"/>
                  </a:cubicBezTo>
                  <a:cubicBezTo>
                    <a:pt x="46324" y="44183"/>
                    <a:pt x="46287" y="44170"/>
                    <a:pt x="46250" y="44170"/>
                  </a:cubicBezTo>
                  <a:close/>
                  <a:moveTo>
                    <a:pt x="257" y="44230"/>
                  </a:moveTo>
                  <a:cubicBezTo>
                    <a:pt x="186" y="44230"/>
                    <a:pt x="123" y="44284"/>
                    <a:pt x="113" y="44358"/>
                  </a:cubicBezTo>
                  <a:lnTo>
                    <a:pt x="1" y="45150"/>
                  </a:lnTo>
                  <a:lnTo>
                    <a:pt x="490" y="44638"/>
                  </a:lnTo>
                  <a:cubicBezTo>
                    <a:pt x="545" y="44578"/>
                    <a:pt x="544" y="44485"/>
                    <a:pt x="484" y="44428"/>
                  </a:cubicBezTo>
                  <a:cubicBezTo>
                    <a:pt x="463" y="44408"/>
                    <a:pt x="434" y="44394"/>
                    <a:pt x="406" y="44390"/>
                  </a:cubicBezTo>
                  <a:cubicBezTo>
                    <a:pt x="412" y="44313"/>
                    <a:pt x="356" y="44242"/>
                    <a:pt x="279" y="44232"/>
                  </a:cubicBezTo>
                  <a:cubicBezTo>
                    <a:pt x="272" y="44231"/>
                    <a:pt x="264" y="44230"/>
                    <a:pt x="257" y="44230"/>
                  </a:cubicBezTo>
                  <a:close/>
                  <a:moveTo>
                    <a:pt x="45182" y="45189"/>
                  </a:moveTo>
                  <a:cubicBezTo>
                    <a:pt x="45148" y="45189"/>
                    <a:pt x="45114" y="45201"/>
                    <a:pt x="45086" y="45225"/>
                  </a:cubicBezTo>
                  <a:cubicBezTo>
                    <a:pt x="44939" y="45351"/>
                    <a:pt x="44787" y="45474"/>
                    <a:pt x="44634" y="45592"/>
                  </a:cubicBezTo>
                  <a:cubicBezTo>
                    <a:pt x="44571" y="45640"/>
                    <a:pt x="44559" y="45733"/>
                    <a:pt x="44609" y="45798"/>
                  </a:cubicBezTo>
                  <a:cubicBezTo>
                    <a:pt x="44637" y="45835"/>
                    <a:pt x="44681" y="45855"/>
                    <a:pt x="44725" y="45855"/>
                  </a:cubicBezTo>
                  <a:cubicBezTo>
                    <a:pt x="44757" y="45855"/>
                    <a:pt x="44789" y="45845"/>
                    <a:pt x="44814" y="45824"/>
                  </a:cubicBezTo>
                  <a:cubicBezTo>
                    <a:pt x="44970" y="45704"/>
                    <a:pt x="45126" y="45576"/>
                    <a:pt x="45277" y="45448"/>
                  </a:cubicBezTo>
                  <a:cubicBezTo>
                    <a:pt x="45339" y="45395"/>
                    <a:pt x="45346" y="45302"/>
                    <a:pt x="45294" y="45240"/>
                  </a:cubicBezTo>
                  <a:cubicBezTo>
                    <a:pt x="45265" y="45207"/>
                    <a:pt x="45223" y="45189"/>
                    <a:pt x="45182" y="45189"/>
                  </a:cubicBezTo>
                  <a:close/>
                  <a:moveTo>
                    <a:pt x="37089" y="45163"/>
                  </a:moveTo>
                  <a:cubicBezTo>
                    <a:pt x="37062" y="45163"/>
                    <a:pt x="37034" y="45171"/>
                    <a:pt x="37010" y="45186"/>
                  </a:cubicBezTo>
                  <a:cubicBezTo>
                    <a:pt x="36942" y="45231"/>
                    <a:pt x="36922" y="45323"/>
                    <a:pt x="36966" y="45391"/>
                  </a:cubicBezTo>
                  <a:cubicBezTo>
                    <a:pt x="37082" y="45571"/>
                    <a:pt x="37195" y="45731"/>
                    <a:pt x="37312" y="45883"/>
                  </a:cubicBezTo>
                  <a:cubicBezTo>
                    <a:pt x="37342" y="45922"/>
                    <a:pt x="37385" y="45942"/>
                    <a:pt x="37430" y="45942"/>
                  </a:cubicBezTo>
                  <a:cubicBezTo>
                    <a:pt x="37461" y="45942"/>
                    <a:pt x="37491" y="45931"/>
                    <a:pt x="37518" y="45910"/>
                  </a:cubicBezTo>
                  <a:cubicBezTo>
                    <a:pt x="37582" y="45861"/>
                    <a:pt x="37595" y="45768"/>
                    <a:pt x="37545" y="45703"/>
                  </a:cubicBezTo>
                  <a:cubicBezTo>
                    <a:pt x="37435" y="45558"/>
                    <a:pt x="37326" y="45403"/>
                    <a:pt x="37214" y="45231"/>
                  </a:cubicBezTo>
                  <a:cubicBezTo>
                    <a:pt x="37185" y="45187"/>
                    <a:pt x="37138" y="45163"/>
                    <a:pt x="37089" y="45163"/>
                  </a:cubicBezTo>
                  <a:close/>
                  <a:moveTo>
                    <a:pt x="44006" y="46073"/>
                  </a:moveTo>
                  <a:cubicBezTo>
                    <a:pt x="43979" y="46073"/>
                    <a:pt x="43950" y="46081"/>
                    <a:pt x="43926" y="46098"/>
                  </a:cubicBezTo>
                  <a:cubicBezTo>
                    <a:pt x="43760" y="46206"/>
                    <a:pt x="43594" y="46308"/>
                    <a:pt x="43430" y="46400"/>
                  </a:cubicBezTo>
                  <a:cubicBezTo>
                    <a:pt x="43359" y="46440"/>
                    <a:pt x="43334" y="46531"/>
                    <a:pt x="43375" y="46602"/>
                  </a:cubicBezTo>
                  <a:cubicBezTo>
                    <a:pt x="43401" y="46650"/>
                    <a:pt x="43451" y="46676"/>
                    <a:pt x="43502" y="46676"/>
                  </a:cubicBezTo>
                  <a:cubicBezTo>
                    <a:pt x="43527" y="46676"/>
                    <a:pt x="43551" y="46670"/>
                    <a:pt x="43576" y="46656"/>
                  </a:cubicBezTo>
                  <a:cubicBezTo>
                    <a:pt x="43745" y="46559"/>
                    <a:pt x="43916" y="46455"/>
                    <a:pt x="44086" y="46344"/>
                  </a:cubicBezTo>
                  <a:cubicBezTo>
                    <a:pt x="44155" y="46300"/>
                    <a:pt x="44174" y="46208"/>
                    <a:pt x="44129" y="46140"/>
                  </a:cubicBezTo>
                  <a:cubicBezTo>
                    <a:pt x="44101" y="46097"/>
                    <a:pt x="44054" y="46073"/>
                    <a:pt x="44006" y="46073"/>
                  </a:cubicBezTo>
                  <a:close/>
                  <a:moveTo>
                    <a:pt x="38022" y="46300"/>
                  </a:moveTo>
                  <a:cubicBezTo>
                    <a:pt x="37982" y="46300"/>
                    <a:pt x="37943" y="46316"/>
                    <a:pt x="37913" y="46347"/>
                  </a:cubicBezTo>
                  <a:cubicBezTo>
                    <a:pt x="37859" y="46408"/>
                    <a:pt x="37862" y="46501"/>
                    <a:pt x="37923" y="46557"/>
                  </a:cubicBezTo>
                  <a:cubicBezTo>
                    <a:pt x="38075" y="46696"/>
                    <a:pt x="38237" y="46824"/>
                    <a:pt x="38403" y="46934"/>
                  </a:cubicBezTo>
                  <a:cubicBezTo>
                    <a:pt x="38428" y="46951"/>
                    <a:pt x="38457" y="46959"/>
                    <a:pt x="38485" y="46959"/>
                  </a:cubicBezTo>
                  <a:cubicBezTo>
                    <a:pt x="38531" y="46959"/>
                    <a:pt x="38580" y="46935"/>
                    <a:pt x="38608" y="46894"/>
                  </a:cubicBezTo>
                  <a:cubicBezTo>
                    <a:pt x="38653" y="46826"/>
                    <a:pt x="38635" y="46734"/>
                    <a:pt x="38568" y="46690"/>
                  </a:cubicBezTo>
                  <a:cubicBezTo>
                    <a:pt x="38415" y="46587"/>
                    <a:pt x="38265" y="46468"/>
                    <a:pt x="38123" y="46339"/>
                  </a:cubicBezTo>
                  <a:cubicBezTo>
                    <a:pt x="38094" y="46313"/>
                    <a:pt x="38058" y="46300"/>
                    <a:pt x="38022" y="46300"/>
                  </a:cubicBezTo>
                  <a:close/>
                  <a:moveTo>
                    <a:pt x="42712" y="46778"/>
                  </a:moveTo>
                  <a:cubicBezTo>
                    <a:pt x="42693" y="46778"/>
                    <a:pt x="42673" y="46782"/>
                    <a:pt x="42653" y="46791"/>
                  </a:cubicBezTo>
                  <a:cubicBezTo>
                    <a:pt x="42473" y="46869"/>
                    <a:pt x="42292" y="46940"/>
                    <a:pt x="42116" y="47000"/>
                  </a:cubicBezTo>
                  <a:cubicBezTo>
                    <a:pt x="42038" y="47026"/>
                    <a:pt x="41997" y="47110"/>
                    <a:pt x="42023" y="47187"/>
                  </a:cubicBezTo>
                  <a:cubicBezTo>
                    <a:pt x="42044" y="47249"/>
                    <a:pt x="42100" y="47288"/>
                    <a:pt x="42162" y="47288"/>
                  </a:cubicBezTo>
                  <a:cubicBezTo>
                    <a:pt x="42178" y="47288"/>
                    <a:pt x="42194" y="47285"/>
                    <a:pt x="42212" y="47280"/>
                  </a:cubicBezTo>
                  <a:cubicBezTo>
                    <a:pt x="42395" y="47218"/>
                    <a:pt x="42584" y="47145"/>
                    <a:pt x="42772" y="47062"/>
                  </a:cubicBezTo>
                  <a:cubicBezTo>
                    <a:pt x="42847" y="47028"/>
                    <a:pt x="42880" y="46942"/>
                    <a:pt x="42848" y="46867"/>
                  </a:cubicBezTo>
                  <a:cubicBezTo>
                    <a:pt x="42824" y="46812"/>
                    <a:pt x="42770" y="46778"/>
                    <a:pt x="42712" y="46778"/>
                  </a:cubicBezTo>
                  <a:close/>
                  <a:moveTo>
                    <a:pt x="39270" y="47063"/>
                  </a:moveTo>
                  <a:cubicBezTo>
                    <a:pt x="39211" y="47063"/>
                    <a:pt x="39154" y="47101"/>
                    <a:pt x="39133" y="47161"/>
                  </a:cubicBezTo>
                  <a:cubicBezTo>
                    <a:pt x="39106" y="47238"/>
                    <a:pt x="39145" y="47322"/>
                    <a:pt x="39222" y="47350"/>
                  </a:cubicBezTo>
                  <a:cubicBezTo>
                    <a:pt x="39413" y="47418"/>
                    <a:pt x="39612" y="47472"/>
                    <a:pt x="39814" y="47510"/>
                  </a:cubicBezTo>
                  <a:cubicBezTo>
                    <a:pt x="39823" y="47511"/>
                    <a:pt x="39831" y="47512"/>
                    <a:pt x="39841" y="47512"/>
                  </a:cubicBezTo>
                  <a:cubicBezTo>
                    <a:pt x="39911" y="47512"/>
                    <a:pt x="39973" y="47462"/>
                    <a:pt x="39985" y="47391"/>
                  </a:cubicBezTo>
                  <a:cubicBezTo>
                    <a:pt x="40000" y="47311"/>
                    <a:pt x="39947" y="47235"/>
                    <a:pt x="39867" y="47219"/>
                  </a:cubicBezTo>
                  <a:cubicBezTo>
                    <a:pt x="39680" y="47186"/>
                    <a:pt x="39496" y="47135"/>
                    <a:pt x="39321" y="47073"/>
                  </a:cubicBezTo>
                  <a:cubicBezTo>
                    <a:pt x="39304" y="47066"/>
                    <a:pt x="39287" y="47063"/>
                    <a:pt x="39270" y="47063"/>
                  </a:cubicBezTo>
                  <a:close/>
                  <a:moveTo>
                    <a:pt x="41305" y="47212"/>
                  </a:moveTo>
                  <a:cubicBezTo>
                    <a:pt x="41297" y="47212"/>
                    <a:pt x="41289" y="47213"/>
                    <a:pt x="41281" y="47214"/>
                  </a:cubicBezTo>
                  <a:cubicBezTo>
                    <a:pt x="41089" y="47248"/>
                    <a:pt x="40898" y="47269"/>
                    <a:pt x="40714" y="47276"/>
                  </a:cubicBezTo>
                  <a:cubicBezTo>
                    <a:pt x="40633" y="47280"/>
                    <a:pt x="40569" y="47348"/>
                    <a:pt x="40573" y="47430"/>
                  </a:cubicBezTo>
                  <a:cubicBezTo>
                    <a:pt x="40575" y="47510"/>
                    <a:pt x="40641" y="47572"/>
                    <a:pt x="40721" y="47572"/>
                  </a:cubicBezTo>
                  <a:cubicBezTo>
                    <a:pt x="40723" y="47572"/>
                    <a:pt x="40724" y="47572"/>
                    <a:pt x="40727" y="47570"/>
                  </a:cubicBezTo>
                  <a:cubicBezTo>
                    <a:pt x="40924" y="47562"/>
                    <a:pt x="41128" y="47539"/>
                    <a:pt x="41332" y="47505"/>
                  </a:cubicBezTo>
                  <a:cubicBezTo>
                    <a:pt x="41412" y="47490"/>
                    <a:pt x="41466" y="47414"/>
                    <a:pt x="41451" y="47335"/>
                  </a:cubicBezTo>
                  <a:cubicBezTo>
                    <a:pt x="41439" y="47262"/>
                    <a:pt x="41377" y="47212"/>
                    <a:pt x="41305" y="472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2"/>
            <p:cNvSpPr/>
            <p:nvPr/>
          </p:nvSpPr>
          <p:spPr>
            <a:xfrm>
              <a:off x="3249600" y="833950"/>
              <a:ext cx="1124700" cy="1024650"/>
            </a:xfrm>
            <a:custGeom>
              <a:rect b="b" l="l" r="r" t="t"/>
              <a:pathLst>
                <a:path extrusionOk="0" h="40986" w="44988">
                  <a:moveTo>
                    <a:pt x="34828" y="256"/>
                  </a:moveTo>
                  <a:cubicBezTo>
                    <a:pt x="35010" y="256"/>
                    <a:pt x="35194" y="292"/>
                    <a:pt x="35376" y="372"/>
                  </a:cubicBezTo>
                  <a:cubicBezTo>
                    <a:pt x="36196" y="733"/>
                    <a:pt x="36409" y="1797"/>
                    <a:pt x="36464" y="2238"/>
                  </a:cubicBezTo>
                  <a:cubicBezTo>
                    <a:pt x="36496" y="2496"/>
                    <a:pt x="36510" y="2766"/>
                    <a:pt x="36525" y="3025"/>
                  </a:cubicBezTo>
                  <a:cubicBezTo>
                    <a:pt x="36553" y="3559"/>
                    <a:pt x="36583" y="4109"/>
                    <a:pt x="36760" y="4629"/>
                  </a:cubicBezTo>
                  <a:cubicBezTo>
                    <a:pt x="37320" y="6263"/>
                    <a:pt x="39023" y="6986"/>
                    <a:pt x="40669" y="7684"/>
                  </a:cubicBezTo>
                  <a:cubicBezTo>
                    <a:pt x="42354" y="8400"/>
                    <a:pt x="43945" y="9075"/>
                    <a:pt x="44431" y="10635"/>
                  </a:cubicBezTo>
                  <a:cubicBezTo>
                    <a:pt x="44725" y="11583"/>
                    <a:pt x="44498" y="12717"/>
                    <a:pt x="43807" y="13746"/>
                  </a:cubicBezTo>
                  <a:cubicBezTo>
                    <a:pt x="43198" y="14652"/>
                    <a:pt x="42331" y="15371"/>
                    <a:pt x="41493" y="16066"/>
                  </a:cubicBezTo>
                  <a:lnTo>
                    <a:pt x="41441" y="16108"/>
                  </a:lnTo>
                  <a:cubicBezTo>
                    <a:pt x="39754" y="17506"/>
                    <a:pt x="38192" y="18924"/>
                    <a:pt x="37614" y="20878"/>
                  </a:cubicBezTo>
                  <a:cubicBezTo>
                    <a:pt x="37007" y="22930"/>
                    <a:pt x="37696" y="25068"/>
                    <a:pt x="38380" y="26501"/>
                  </a:cubicBezTo>
                  <a:cubicBezTo>
                    <a:pt x="38859" y="27502"/>
                    <a:pt x="39457" y="28456"/>
                    <a:pt x="40035" y="29379"/>
                  </a:cubicBezTo>
                  <a:cubicBezTo>
                    <a:pt x="40453" y="30045"/>
                    <a:pt x="40885" y="30737"/>
                    <a:pt x="41268" y="31437"/>
                  </a:cubicBezTo>
                  <a:cubicBezTo>
                    <a:pt x="42373" y="33462"/>
                    <a:pt x="42811" y="35221"/>
                    <a:pt x="42609" y="36815"/>
                  </a:cubicBezTo>
                  <a:cubicBezTo>
                    <a:pt x="42395" y="38498"/>
                    <a:pt x="41129" y="40431"/>
                    <a:pt x="39207" y="40699"/>
                  </a:cubicBezTo>
                  <a:cubicBezTo>
                    <a:pt x="39046" y="40722"/>
                    <a:pt x="38885" y="40733"/>
                    <a:pt x="38726" y="40733"/>
                  </a:cubicBezTo>
                  <a:cubicBezTo>
                    <a:pt x="37210" y="40733"/>
                    <a:pt x="35843" y="39759"/>
                    <a:pt x="34931" y="38895"/>
                  </a:cubicBezTo>
                  <a:cubicBezTo>
                    <a:pt x="34500" y="38489"/>
                    <a:pt x="34089" y="38043"/>
                    <a:pt x="33693" y="37612"/>
                  </a:cubicBezTo>
                  <a:cubicBezTo>
                    <a:pt x="32991" y="36851"/>
                    <a:pt x="32266" y="36065"/>
                    <a:pt x="31403" y="35454"/>
                  </a:cubicBezTo>
                  <a:cubicBezTo>
                    <a:pt x="29813" y="34329"/>
                    <a:pt x="27757" y="33756"/>
                    <a:pt x="24931" y="33646"/>
                  </a:cubicBezTo>
                  <a:cubicBezTo>
                    <a:pt x="24433" y="33627"/>
                    <a:pt x="23929" y="33621"/>
                    <a:pt x="23429" y="33621"/>
                  </a:cubicBezTo>
                  <a:cubicBezTo>
                    <a:pt x="23079" y="33621"/>
                    <a:pt x="22732" y="33625"/>
                    <a:pt x="22393" y="33631"/>
                  </a:cubicBezTo>
                  <a:cubicBezTo>
                    <a:pt x="22051" y="33634"/>
                    <a:pt x="21707" y="33636"/>
                    <a:pt x="21361" y="33636"/>
                  </a:cubicBezTo>
                  <a:cubicBezTo>
                    <a:pt x="20312" y="33636"/>
                    <a:pt x="19248" y="33611"/>
                    <a:pt x="18207" y="33485"/>
                  </a:cubicBezTo>
                  <a:cubicBezTo>
                    <a:pt x="16912" y="33327"/>
                    <a:pt x="15618" y="33011"/>
                    <a:pt x="14369" y="32703"/>
                  </a:cubicBezTo>
                  <a:cubicBezTo>
                    <a:pt x="13451" y="32477"/>
                    <a:pt x="12501" y="32244"/>
                    <a:pt x="11554" y="32075"/>
                  </a:cubicBezTo>
                  <a:cubicBezTo>
                    <a:pt x="10582" y="31901"/>
                    <a:pt x="9680" y="31814"/>
                    <a:pt x="8843" y="31814"/>
                  </a:cubicBezTo>
                  <a:cubicBezTo>
                    <a:pt x="7290" y="31814"/>
                    <a:pt x="5960" y="32114"/>
                    <a:pt x="4820" y="32717"/>
                  </a:cubicBezTo>
                  <a:cubicBezTo>
                    <a:pt x="4639" y="32812"/>
                    <a:pt x="4455" y="32916"/>
                    <a:pt x="4269" y="33022"/>
                  </a:cubicBezTo>
                  <a:cubicBezTo>
                    <a:pt x="3562" y="33425"/>
                    <a:pt x="2836" y="33837"/>
                    <a:pt x="2141" y="33837"/>
                  </a:cubicBezTo>
                  <a:cubicBezTo>
                    <a:pt x="1912" y="33837"/>
                    <a:pt x="1687" y="33792"/>
                    <a:pt x="1467" y="33687"/>
                  </a:cubicBezTo>
                  <a:cubicBezTo>
                    <a:pt x="336" y="33148"/>
                    <a:pt x="374" y="31491"/>
                    <a:pt x="606" y="30195"/>
                  </a:cubicBezTo>
                  <a:cubicBezTo>
                    <a:pt x="1024" y="27854"/>
                    <a:pt x="1491" y="25804"/>
                    <a:pt x="2957" y="24406"/>
                  </a:cubicBezTo>
                  <a:cubicBezTo>
                    <a:pt x="4117" y="23298"/>
                    <a:pt x="5748" y="22809"/>
                    <a:pt x="7189" y="22378"/>
                  </a:cubicBezTo>
                  <a:cubicBezTo>
                    <a:pt x="7967" y="22146"/>
                    <a:pt x="8783" y="21941"/>
                    <a:pt x="9648" y="21725"/>
                  </a:cubicBezTo>
                  <a:cubicBezTo>
                    <a:pt x="11837" y="21177"/>
                    <a:pt x="14102" y="20611"/>
                    <a:pt x="15886" y="19518"/>
                  </a:cubicBezTo>
                  <a:cubicBezTo>
                    <a:pt x="18302" y="18038"/>
                    <a:pt x="19917" y="16358"/>
                    <a:pt x="20969" y="14230"/>
                  </a:cubicBezTo>
                  <a:cubicBezTo>
                    <a:pt x="21731" y="12687"/>
                    <a:pt x="22119" y="11365"/>
                    <a:pt x="22121" y="10298"/>
                  </a:cubicBezTo>
                  <a:cubicBezTo>
                    <a:pt x="22145" y="10062"/>
                    <a:pt x="22164" y="9823"/>
                    <a:pt x="22180" y="9591"/>
                  </a:cubicBezTo>
                  <a:cubicBezTo>
                    <a:pt x="22226" y="8989"/>
                    <a:pt x="22272" y="8368"/>
                    <a:pt x="22439" y="7786"/>
                  </a:cubicBezTo>
                  <a:cubicBezTo>
                    <a:pt x="22700" y="6882"/>
                    <a:pt x="23262" y="6208"/>
                    <a:pt x="23942" y="5981"/>
                  </a:cubicBezTo>
                  <a:cubicBezTo>
                    <a:pt x="24172" y="5904"/>
                    <a:pt x="24406" y="5876"/>
                    <a:pt x="24647" y="5876"/>
                  </a:cubicBezTo>
                  <a:cubicBezTo>
                    <a:pt x="24972" y="5876"/>
                    <a:pt x="25309" y="5928"/>
                    <a:pt x="25655" y="5982"/>
                  </a:cubicBezTo>
                  <a:cubicBezTo>
                    <a:pt x="25973" y="6031"/>
                    <a:pt x="26301" y="6083"/>
                    <a:pt x="26626" y="6090"/>
                  </a:cubicBezTo>
                  <a:cubicBezTo>
                    <a:pt x="26664" y="6091"/>
                    <a:pt x="26701" y="6092"/>
                    <a:pt x="26739" y="6092"/>
                  </a:cubicBezTo>
                  <a:cubicBezTo>
                    <a:pt x="29159" y="6092"/>
                    <a:pt x="30859" y="3903"/>
                    <a:pt x="32365" y="1972"/>
                  </a:cubicBezTo>
                  <a:lnTo>
                    <a:pt x="32471" y="1836"/>
                  </a:lnTo>
                  <a:cubicBezTo>
                    <a:pt x="32877" y="1317"/>
                    <a:pt x="33828" y="256"/>
                    <a:pt x="34828" y="256"/>
                  </a:cubicBezTo>
                  <a:close/>
                  <a:moveTo>
                    <a:pt x="34816" y="0"/>
                  </a:moveTo>
                  <a:cubicBezTo>
                    <a:pt x="33766" y="0"/>
                    <a:pt x="32805" y="1002"/>
                    <a:pt x="32274" y="1680"/>
                  </a:cubicBezTo>
                  <a:lnTo>
                    <a:pt x="32168" y="1816"/>
                  </a:lnTo>
                  <a:cubicBezTo>
                    <a:pt x="30693" y="3706"/>
                    <a:pt x="29025" y="5839"/>
                    <a:pt x="26719" y="5839"/>
                  </a:cubicBezTo>
                  <a:cubicBezTo>
                    <a:pt x="26691" y="5839"/>
                    <a:pt x="26661" y="5839"/>
                    <a:pt x="26632" y="5838"/>
                  </a:cubicBezTo>
                  <a:cubicBezTo>
                    <a:pt x="26323" y="5830"/>
                    <a:pt x="26003" y="5779"/>
                    <a:pt x="25693" y="5732"/>
                  </a:cubicBezTo>
                  <a:cubicBezTo>
                    <a:pt x="25348" y="5679"/>
                    <a:pt x="24995" y="5624"/>
                    <a:pt x="24645" y="5624"/>
                  </a:cubicBezTo>
                  <a:cubicBezTo>
                    <a:pt x="24381" y="5624"/>
                    <a:pt x="24119" y="5655"/>
                    <a:pt x="23862" y="5741"/>
                  </a:cubicBezTo>
                  <a:cubicBezTo>
                    <a:pt x="23103" y="5995"/>
                    <a:pt x="22480" y="6733"/>
                    <a:pt x="22197" y="7714"/>
                  </a:cubicBezTo>
                  <a:cubicBezTo>
                    <a:pt x="22021" y="8321"/>
                    <a:pt x="21975" y="8956"/>
                    <a:pt x="21929" y="9570"/>
                  </a:cubicBezTo>
                  <a:cubicBezTo>
                    <a:pt x="21912" y="9802"/>
                    <a:pt x="21894" y="10043"/>
                    <a:pt x="21870" y="10276"/>
                  </a:cubicBezTo>
                  <a:lnTo>
                    <a:pt x="21869" y="10288"/>
                  </a:lnTo>
                  <a:cubicBezTo>
                    <a:pt x="21869" y="11319"/>
                    <a:pt x="21489" y="12607"/>
                    <a:pt x="20742" y="14116"/>
                  </a:cubicBezTo>
                  <a:cubicBezTo>
                    <a:pt x="19712" y="16200"/>
                    <a:pt x="18126" y="17849"/>
                    <a:pt x="15752" y="19304"/>
                  </a:cubicBezTo>
                  <a:cubicBezTo>
                    <a:pt x="14003" y="20377"/>
                    <a:pt x="11755" y="20938"/>
                    <a:pt x="9584" y="21481"/>
                  </a:cubicBezTo>
                  <a:cubicBezTo>
                    <a:pt x="8717" y="21697"/>
                    <a:pt x="7899" y="21903"/>
                    <a:pt x="7115" y="22137"/>
                  </a:cubicBezTo>
                  <a:cubicBezTo>
                    <a:pt x="5646" y="22576"/>
                    <a:pt x="3984" y="23075"/>
                    <a:pt x="2779" y="24224"/>
                  </a:cubicBezTo>
                  <a:cubicBezTo>
                    <a:pt x="1259" y="25674"/>
                    <a:pt x="782" y="27765"/>
                    <a:pt x="354" y="30150"/>
                  </a:cubicBezTo>
                  <a:cubicBezTo>
                    <a:pt x="1" y="32131"/>
                    <a:pt x="346" y="33433"/>
                    <a:pt x="1354" y="33912"/>
                  </a:cubicBezTo>
                  <a:cubicBezTo>
                    <a:pt x="1609" y="34033"/>
                    <a:pt x="1869" y="34085"/>
                    <a:pt x="2130" y="34085"/>
                  </a:cubicBezTo>
                  <a:cubicBezTo>
                    <a:pt x="2898" y="34085"/>
                    <a:pt x="3679" y="33641"/>
                    <a:pt x="4389" y="33238"/>
                  </a:cubicBezTo>
                  <a:cubicBezTo>
                    <a:pt x="4573" y="33133"/>
                    <a:pt x="4755" y="33030"/>
                    <a:pt x="4933" y="32935"/>
                  </a:cubicBezTo>
                  <a:cubicBezTo>
                    <a:pt x="6037" y="32352"/>
                    <a:pt x="7328" y="32062"/>
                    <a:pt x="8838" y="32062"/>
                  </a:cubicBezTo>
                  <a:cubicBezTo>
                    <a:pt x="9661" y="32062"/>
                    <a:pt x="10548" y="32148"/>
                    <a:pt x="11507" y="32319"/>
                  </a:cubicBezTo>
                  <a:cubicBezTo>
                    <a:pt x="12446" y="32487"/>
                    <a:pt x="13391" y="32719"/>
                    <a:pt x="14306" y="32944"/>
                  </a:cubicBezTo>
                  <a:cubicBezTo>
                    <a:pt x="15563" y="33252"/>
                    <a:pt x="16863" y="33572"/>
                    <a:pt x="18173" y="33730"/>
                  </a:cubicBezTo>
                  <a:cubicBezTo>
                    <a:pt x="19230" y="33858"/>
                    <a:pt x="20305" y="33884"/>
                    <a:pt x="21363" y="33884"/>
                  </a:cubicBezTo>
                  <a:cubicBezTo>
                    <a:pt x="21708" y="33884"/>
                    <a:pt x="22051" y="33881"/>
                    <a:pt x="22392" y="33878"/>
                  </a:cubicBezTo>
                  <a:cubicBezTo>
                    <a:pt x="22726" y="33876"/>
                    <a:pt x="23065" y="33873"/>
                    <a:pt x="23405" y="33873"/>
                  </a:cubicBezTo>
                  <a:cubicBezTo>
                    <a:pt x="23910" y="33873"/>
                    <a:pt x="24418" y="33879"/>
                    <a:pt x="24921" y="33898"/>
                  </a:cubicBezTo>
                  <a:cubicBezTo>
                    <a:pt x="27695" y="34005"/>
                    <a:pt x="29708" y="34566"/>
                    <a:pt x="31258" y="35661"/>
                  </a:cubicBezTo>
                  <a:cubicBezTo>
                    <a:pt x="32099" y="36256"/>
                    <a:pt x="32814" y="37033"/>
                    <a:pt x="33507" y="37784"/>
                  </a:cubicBezTo>
                  <a:cubicBezTo>
                    <a:pt x="33906" y="38217"/>
                    <a:pt x="34320" y="38666"/>
                    <a:pt x="34756" y="39078"/>
                  </a:cubicBezTo>
                  <a:cubicBezTo>
                    <a:pt x="35706" y="39975"/>
                    <a:pt x="37126" y="40985"/>
                    <a:pt x="38724" y="40985"/>
                  </a:cubicBezTo>
                  <a:cubicBezTo>
                    <a:pt x="38895" y="40985"/>
                    <a:pt x="39067" y="40973"/>
                    <a:pt x="39240" y="40946"/>
                  </a:cubicBezTo>
                  <a:cubicBezTo>
                    <a:pt x="41309" y="40657"/>
                    <a:pt x="42626" y="38665"/>
                    <a:pt x="42857" y="36845"/>
                  </a:cubicBezTo>
                  <a:cubicBezTo>
                    <a:pt x="43066" y="35197"/>
                    <a:pt x="42618" y="33387"/>
                    <a:pt x="41488" y="31314"/>
                  </a:cubicBezTo>
                  <a:cubicBezTo>
                    <a:pt x="41102" y="30608"/>
                    <a:pt x="40667" y="29914"/>
                    <a:pt x="40246" y="29244"/>
                  </a:cubicBezTo>
                  <a:cubicBezTo>
                    <a:pt x="39673" y="28326"/>
                    <a:pt x="39078" y="27378"/>
                    <a:pt x="38606" y="26391"/>
                  </a:cubicBezTo>
                  <a:cubicBezTo>
                    <a:pt x="37940" y="24998"/>
                    <a:pt x="37270" y="22924"/>
                    <a:pt x="37854" y="20946"/>
                  </a:cubicBezTo>
                  <a:cubicBezTo>
                    <a:pt x="38413" y="19060"/>
                    <a:pt x="39945" y="17670"/>
                    <a:pt x="41601" y="16298"/>
                  </a:cubicBezTo>
                  <a:lnTo>
                    <a:pt x="41653" y="16256"/>
                  </a:lnTo>
                  <a:cubicBezTo>
                    <a:pt x="42505" y="15549"/>
                    <a:pt x="43387" y="14818"/>
                    <a:pt x="44015" y="13883"/>
                  </a:cubicBezTo>
                  <a:cubicBezTo>
                    <a:pt x="44749" y="12790"/>
                    <a:pt x="44987" y="11578"/>
                    <a:pt x="44670" y="10559"/>
                  </a:cubicBezTo>
                  <a:cubicBezTo>
                    <a:pt x="44149" y="8887"/>
                    <a:pt x="42430" y="8157"/>
                    <a:pt x="40766" y="7451"/>
                  </a:cubicBezTo>
                  <a:cubicBezTo>
                    <a:pt x="39171" y="6774"/>
                    <a:pt x="37520" y="6074"/>
                    <a:pt x="36996" y="4545"/>
                  </a:cubicBezTo>
                  <a:cubicBezTo>
                    <a:pt x="36830" y="4060"/>
                    <a:pt x="36803" y="3550"/>
                    <a:pt x="36773" y="3009"/>
                  </a:cubicBezTo>
                  <a:cubicBezTo>
                    <a:pt x="36759" y="2746"/>
                    <a:pt x="36743" y="2473"/>
                    <a:pt x="36712" y="2207"/>
                  </a:cubicBezTo>
                  <a:cubicBezTo>
                    <a:pt x="36587" y="1185"/>
                    <a:pt x="36136" y="432"/>
                    <a:pt x="35478" y="141"/>
                  </a:cubicBezTo>
                  <a:cubicBezTo>
                    <a:pt x="35255" y="43"/>
                    <a:pt x="35034" y="0"/>
                    <a:pt x="34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2"/>
            <p:cNvSpPr/>
            <p:nvPr/>
          </p:nvSpPr>
          <p:spPr>
            <a:xfrm>
              <a:off x="3269600" y="921475"/>
              <a:ext cx="1016250" cy="855475"/>
            </a:xfrm>
            <a:custGeom>
              <a:rect b="b" l="l" r="r" t="t"/>
              <a:pathLst>
                <a:path extrusionOk="0" h="34219" w="40650">
                  <a:moveTo>
                    <a:pt x="33119" y="149"/>
                  </a:moveTo>
                  <a:cubicBezTo>
                    <a:pt x="33268" y="149"/>
                    <a:pt x="33415" y="179"/>
                    <a:pt x="33554" y="246"/>
                  </a:cubicBezTo>
                  <a:cubicBezTo>
                    <a:pt x="34118" y="519"/>
                    <a:pt x="34223" y="1172"/>
                    <a:pt x="34334" y="1862"/>
                  </a:cubicBezTo>
                  <a:cubicBezTo>
                    <a:pt x="34396" y="2242"/>
                    <a:pt x="34459" y="2635"/>
                    <a:pt x="34603" y="2976"/>
                  </a:cubicBezTo>
                  <a:cubicBezTo>
                    <a:pt x="35058" y="4044"/>
                    <a:pt x="36226" y="4430"/>
                    <a:pt x="37354" y="4801"/>
                  </a:cubicBezTo>
                  <a:cubicBezTo>
                    <a:pt x="38405" y="5147"/>
                    <a:pt x="39493" y="5506"/>
                    <a:pt x="40002" y="6414"/>
                  </a:cubicBezTo>
                  <a:cubicBezTo>
                    <a:pt x="40494" y="7292"/>
                    <a:pt x="40236" y="8382"/>
                    <a:pt x="39829" y="9112"/>
                  </a:cubicBezTo>
                  <a:cubicBezTo>
                    <a:pt x="39426" y="9834"/>
                    <a:pt x="38823" y="10436"/>
                    <a:pt x="38239" y="11017"/>
                  </a:cubicBezTo>
                  <a:cubicBezTo>
                    <a:pt x="38147" y="11110"/>
                    <a:pt x="38057" y="11202"/>
                    <a:pt x="37965" y="11294"/>
                  </a:cubicBezTo>
                  <a:cubicBezTo>
                    <a:pt x="35510" y="13773"/>
                    <a:pt x="34248" y="16131"/>
                    <a:pt x="34107" y="18503"/>
                  </a:cubicBezTo>
                  <a:cubicBezTo>
                    <a:pt x="33946" y="21200"/>
                    <a:pt x="35264" y="23647"/>
                    <a:pt x="36537" y="26015"/>
                  </a:cubicBezTo>
                  <a:cubicBezTo>
                    <a:pt x="37371" y="27568"/>
                    <a:pt x="38235" y="29175"/>
                    <a:pt x="38695" y="30857"/>
                  </a:cubicBezTo>
                  <a:cubicBezTo>
                    <a:pt x="38864" y="31476"/>
                    <a:pt x="39158" y="32998"/>
                    <a:pt x="38223" y="33735"/>
                  </a:cubicBezTo>
                  <a:cubicBezTo>
                    <a:pt x="37928" y="33967"/>
                    <a:pt x="37582" y="34064"/>
                    <a:pt x="37215" y="34064"/>
                  </a:cubicBezTo>
                  <a:cubicBezTo>
                    <a:pt x="36468" y="34064"/>
                    <a:pt x="35637" y="33659"/>
                    <a:pt x="34979" y="33163"/>
                  </a:cubicBezTo>
                  <a:cubicBezTo>
                    <a:pt x="34344" y="32684"/>
                    <a:pt x="33741" y="32141"/>
                    <a:pt x="33157" y="31615"/>
                  </a:cubicBezTo>
                  <a:cubicBezTo>
                    <a:pt x="32333" y="30874"/>
                    <a:pt x="31482" y="30108"/>
                    <a:pt x="30528" y="29508"/>
                  </a:cubicBezTo>
                  <a:cubicBezTo>
                    <a:pt x="28669" y="28339"/>
                    <a:pt x="26353" y="27715"/>
                    <a:pt x="23243" y="27547"/>
                  </a:cubicBezTo>
                  <a:cubicBezTo>
                    <a:pt x="22119" y="27487"/>
                    <a:pt x="20976" y="27486"/>
                    <a:pt x="19870" y="27484"/>
                  </a:cubicBezTo>
                  <a:cubicBezTo>
                    <a:pt x="18487" y="27483"/>
                    <a:pt x="17057" y="27482"/>
                    <a:pt x="15658" y="27364"/>
                  </a:cubicBezTo>
                  <a:cubicBezTo>
                    <a:pt x="14740" y="27285"/>
                    <a:pt x="13791" y="27157"/>
                    <a:pt x="12873" y="27033"/>
                  </a:cubicBezTo>
                  <a:cubicBezTo>
                    <a:pt x="11366" y="26829"/>
                    <a:pt x="9833" y="26623"/>
                    <a:pt x="8332" y="26623"/>
                  </a:cubicBezTo>
                  <a:cubicBezTo>
                    <a:pt x="6832" y="26623"/>
                    <a:pt x="5365" y="26829"/>
                    <a:pt x="3990" y="27453"/>
                  </a:cubicBezTo>
                  <a:cubicBezTo>
                    <a:pt x="3255" y="27786"/>
                    <a:pt x="2400" y="28024"/>
                    <a:pt x="1696" y="28024"/>
                  </a:cubicBezTo>
                  <a:cubicBezTo>
                    <a:pt x="1268" y="28024"/>
                    <a:pt x="897" y="27936"/>
                    <a:pt x="642" y="27728"/>
                  </a:cubicBezTo>
                  <a:cubicBezTo>
                    <a:pt x="263" y="27418"/>
                    <a:pt x="161" y="26864"/>
                    <a:pt x="339" y="26081"/>
                  </a:cubicBezTo>
                  <a:cubicBezTo>
                    <a:pt x="842" y="23864"/>
                    <a:pt x="2126" y="22082"/>
                    <a:pt x="3949" y="21063"/>
                  </a:cubicBezTo>
                  <a:cubicBezTo>
                    <a:pt x="5606" y="20137"/>
                    <a:pt x="7513" y="19736"/>
                    <a:pt x="9359" y="19347"/>
                  </a:cubicBezTo>
                  <a:cubicBezTo>
                    <a:pt x="9823" y="19250"/>
                    <a:pt x="10300" y="19148"/>
                    <a:pt x="10768" y="19040"/>
                  </a:cubicBezTo>
                  <a:cubicBezTo>
                    <a:pt x="14104" y="18272"/>
                    <a:pt x="16726" y="17151"/>
                    <a:pt x="18784" y="15614"/>
                  </a:cubicBezTo>
                  <a:cubicBezTo>
                    <a:pt x="21318" y="13721"/>
                    <a:pt x="23014" y="11089"/>
                    <a:pt x="23431" y="8392"/>
                  </a:cubicBezTo>
                  <a:cubicBezTo>
                    <a:pt x="23471" y="8134"/>
                    <a:pt x="23502" y="7866"/>
                    <a:pt x="23531" y="7609"/>
                  </a:cubicBezTo>
                  <a:cubicBezTo>
                    <a:pt x="23642" y="6661"/>
                    <a:pt x="23756" y="5681"/>
                    <a:pt x="24335" y="4947"/>
                  </a:cubicBezTo>
                  <a:cubicBezTo>
                    <a:pt x="25075" y="4008"/>
                    <a:pt x="26272" y="3773"/>
                    <a:pt x="27539" y="3525"/>
                  </a:cubicBezTo>
                  <a:cubicBezTo>
                    <a:pt x="28678" y="3300"/>
                    <a:pt x="29856" y="3069"/>
                    <a:pt x="30675" y="2276"/>
                  </a:cubicBezTo>
                  <a:cubicBezTo>
                    <a:pt x="30928" y="2032"/>
                    <a:pt x="31134" y="1743"/>
                    <a:pt x="31333" y="1463"/>
                  </a:cubicBezTo>
                  <a:cubicBezTo>
                    <a:pt x="31506" y="1221"/>
                    <a:pt x="31685" y="968"/>
                    <a:pt x="31893" y="751"/>
                  </a:cubicBezTo>
                  <a:cubicBezTo>
                    <a:pt x="32212" y="417"/>
                    <a:pt x="32674" y="149"/>
                    <a:pt x="33119" y="149"/>
                  </a:cubicBezTo>
                  <a:close/>
                  <a:moveTo>
                    <a:pt x="33118" y="0"/>
                  </a:moveTo>
                  <a:cubicBezTo>
                    <a:pt x="32628" y="0"/>
                    <a:pt x="32127" y="288"/>
                    <a:pt x="31783" y="648"/>
                  </a:cubicBezTo>
                  <a:cubicBezTo>
                    <a:pt x="31568" y="874"/>
                    <a:pt x="31386" y="1130"/>
                    <a:pt x="31209" y="1378"/>
                  </a:cubicBezTo>
                  <a:cubicBezTo>
                    <a:pt x="31015" y="1651"/>
                    <a:pt x="30812" y="1935"/>
                    <a:pt x="30569" y="2169"/>
                  </a:cubicBezTo>
                  <a:cubicBezTo>
                    <a:pt x="29782" y="2933"/>
                    <a:pt x="28624" y="3160"/>
                    <a:pt x="27507" y="3379"/>
                  </a:cubicBezTo>
                  <a:cubicBezTo>
                    <a:pt x="26270" y="3623"/>
                    <a:pt x="24990" y="3873"/>
                    <a:pt x="24216" y="4856"/>
                  </a:cubicBezTo>
                  <a:cubicBezTo>
                    <a:pt x="23610" y="5623"/>
                    <a:pt x="23494" y="6624"/>
                    <a:pt x="23382" y="7591"/>
                  </a:cubicBezTo>
                  <a:cubicBezTo>
                    <a:pt x="23351" y="7848"/>
                    <a:pt x="23321" y="8113"/>
                    <a:pt x="23282" y="8368"/>
                  </a:cubicBezTo>
                  <a:cubicBezTo>
                    <a:pt x="22869" y="11026"/>
                    <a:pt x="21196" y="13625"/>
                    <a:pt x="18691" y="15494"/>
                  </a:cubicBezTo>
                  <a:cubicBezTo>
                    <a:pt x="16650" y="17019"/>
                    <a:pt x="14045" y="18131"/>
                    <a:pt x="10730" y="18895"/>
                  </a:cubicBezTo>
                  <a:cubicBezTo>
                    <a:pt x="10264" y="19002"/>
                    <a:pt x="9786" y="19103"/>
                    <a:pt x="9324" y="19201"/>
                  </a:cubicBezTo>
                  <a:cubicBezTo>
                    <a:pt x="7468" y="19591"/>
                    <a:pt x="5549" y="19997"/>
                    <a:pt x="3872" y="20933"/>
                  </a:cubicBezTo>
                  <a:cubicBezTo>
                    <a:pt x="2012" y="21973"/>
                    <a:pt x="704" y="23789"/>
                    <a:pt x="191" y="26047"/>
                  </a:cubicBezTo>
                  <a:cubicBezTo>
                    <a:pt x="0" y="26889"/>
                    <a:pt x="119" y="27493"/>
                    <a:pt x="544" y="27840"/>
                  </a:cubicBezTo>
                  <a:cubicBezTo>
                    <a:pt x="833" y="28077"/>
                    <a:pt x="1238" y="28172"/>
                    <a:pt x="1691" y="28172"/>
                  </a:cubicBezTo>
                  <a:cubicBezTo>
                    <a:pt x="2447" y="28172"/>
                    <a:pt x="3337" y="27906"/>
                    <a:pt x="4046" y="27586"/>
                  </a:cubicBezTo>
                  <a:cubicBezTo>
                    <a:pt x="5401" y="26975"/>
                    <a:pt x="6850" y="26772"/>
                    <a:pt x="8332" y="26772"/>
                  </a:cubicBezTo>
                  <a:cubicBezTo>
                    <a:pt x="9825" y="26772"/>
                    <a:pt x="11352" y="26978"/>
                    <a:pt x="12853" y="27180"/>
                  </a:cubicBezTo>
                  <a:cubicBezTo>
                    <a:pt x="13772" y="27304"/>
                    <a:pt x="14723" y="27433"/>
                    <a:pt x="15645" y="27510"/>
                  </a:cubicBezTo>
                  <a:cubicBezTo>
                    <a:pt x="17050" y="27629"/>
                    <a:pt x="18482" y="27631"/>
                    <a:pt x="19869" y="27632"/>
                  </a:cubicBezTo>
                  <a:cubicBezTo>
                    <a:pt x="20973" y="27633"/>
                    <a:pt x="22114" y="27634"/>
                    <a:pt x="23233" y="27695"/>
                  </a:cubicBezTo>
                  <a:cubicBezTo>
                    <a:pt x="26318" y="27861"/>
                    <a:pt x="28612" y="28476"/>
                    <a:pt x="30449" y="29632"/>
                  </a:cubicBezTo>
                  <a:cubicBezTo>
                    <a:pt x="31393" y="30226"/>
                    <a:pt x="32239" y="30987"/>
                    <a:pt x="33059" y="31724"/>
                  </a:cubicBezTo>
                  <a:cubicBezTo>
                    <a:pt x="33644" y="32251"/>
                    <a:pt x="34250" y="32797"/>
                    <a:pt x="34890" y="33280"/>
                  </a:cubicBezTo>
                  <a:cubicBezTo>
                    <a:pt x="35247" y="33549"/>
                    <a:pt x="36235" y="34219"/>
                    <a:pt x="37213" y="34219"/>
                  </a:cubicBezTo>
                  <a:cubicBezTo>
                    <a:pt x="37594" y="34219"/>
                    <a:pt x="37974" y="34116"/>
                    <a:pt x="38310" y="33847"/>
                  </a:cubicBezTo>
                  <a:cubicBezTo>
                    <a:pt x="39315" y="33056"/>
                    <a:pt x="39011" y="31464"/>
                    <a:pt x="38833" y="30815"/>
                  </a:cubicBezTo>
                  <a:cubicBezTo>
                    <a:pt x="38369" y="29117"/>
                    <a:pt x="37501" y="27503"/>
                    <a:pt x="36662" y="25942"/>
                  </a:cubicBezTo>
                  <a:cubicBezTo>
                    <a:pt x="35340" y="23484"/>
                    <a:pt x="34091" y="21163"/>
                    <a:pt x="34250" y="18508"/>
                  </a:cubicBezTo>
                  <a:cubicBezTo>
                    <a:pt x="34390" y="16174"/>
                    <a:pt x="35638" y="13848"/>
                    <a:pt x="38065" y="11394"/>
                  </a:cubicBezTo>
                  <a:lnTo>
                    <a:pt x="38340" y="11120"/>
                  </a:lnTo>
                  <a:cubicBezTo>
                    <a:pt x="38930" y="10532"/>
                    <a:pt x="39542" y="9922"/>
                    <a:pt x="39955" y="9181"/>
                  </a:cubicBezTo>
                  <a:cubicBezTo>
                    <a:pt x="40380" y="8417"/>
                    <a:pt x="40649" y="7271"/>
                    <a:pt x="40127" y="6341"/>
                  </a:cubicBezTo>
                  <a:cubicBezTo>
                    <a:pt x="39591" y="5383"/>
                    <a:pt x="38475" y="5016"/>
                    <a:pt x="37397" y="4660"/>
                  </a:cubicBezTo>
                  <a:cubicBezTo>
                    <a:pt x="36249" y="4282"/>
                    <a:pt x="35165" y="3924"/>
                    <a:pt x="34736" y="2917"/>
                  </a:cubicBezTo>
                  <a:cubicBezTo>
                    <a:pt x="34598" y="2593"/>
                    <a:pt x="34536" y="2209"/>
                    <a:pt x="34477" y="1838"/>
                  </a:cubicBezTo>
                  <a:cubicBezTo>
                    <a:pt x="34365" y="1140"/>
                    <a:pt x="34250" y="419"/>
                    <a:pt x="33616" y="112"/>
                  </a:cubicBezTo>
                  <a:cubicBezTo>
                    <a:pt x="33456" y="34"/>
                    <a:pt x="33288" y="0"/>
                    <a:pt x="33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2"/>
            <p:cNvSpPr/>
            <p:nvPr/>
          </p:nvSpPr>
          <p:spPr>
            <a:xfrm>
              <a:off x="3335275" y="1268400"/>
              <a:ext cx="608400" cy="305475"/>
            </a:xfrm>
            <a:custGeom>
              <a:rect b="b" l="l" r="r" t="t"/>
              <a:pathLst>
                <a:path extrusionOk="0" h="12219" w="24336">
                  <a:moveTo>
                    <a:pt x="20702" y="150"/>
                  </a:moveTo>
                  <a:cubicBezTo>
                    <a:pt x="21018" y="150"/>
                    <a:pt x="21323" y="236"/>
                    <a:pt x="21573" y="440"/>
                  </a:cubicBezTo>
                  <a:cubicBezTo>
                    <a:pt x="22146" y="908"/>
                    <a:pt x="22168" y="1750"/>
                    <a:pt x="22014" y="2329"/>
                  </a:cubicBezTo>
                  <a:cubicBezTo>
                    <a:pt x="21884" y="2818"/>
                    <a:pt x="21631" y="3274"/>
                    <a:pt x="21387" y="3716"/>
                  </a:cubicBezTo>
                  <a:cubicBezTo>
                    <a:pt x="21291" y="3887"/>
                    <a:pt x="21194" y="4064"/>
                    <a:pt x="21105" y="4241"/>
                  </a:cubicBezTo>
                  <a:cubicBezTo>
                    <a:pt x="20686" y="5063"/>
                    <a:pt x="20559" y="5753"/>
                    <a:pt x="20715" y="6346"/>
                  </a:cubicBezTo>
                  <a:cubicBezTo>
                    <a:pt x="20965" y="7295"/>
                    <a:pt x="21724" y="7739"/>
                    <a:pt x="22457" y="8168"/>
                  </a:cubicBezTo>
                  <a:cubicBezTo>
                    <a:pt x="22938" y="8449"/>
                    <a:pt x="23435" y="8741"/>
                    <a:pt x="23774" y="9170"/>
                  </a:cubicBezTo>
                  <a:cubicBezTo>
                    <a:pt x="24091" y="9570"/>
                    <a:pt x="24178" y="9973"/>
                    <a:pt x="24036" y="10370"/>
                  </a:cubicBezTo>
                  <a:cubicBezTo>
                    <a:pt x="23782" y="11076"/>
                    <a:pt x="22818" y="11635"/>
                    <a:pt x="22039" y="11802"/>
                  </a:cubicBezTo>
                  <a:cubicBezTo>
                    <a:pt x="21148" y="11995"/>
                    <a:pt x="20246" y="12072"/>
                    <a:pt x="19348" y="12072"/>
                  </a:cubicBezTo>
                  <a:cubicBezTo>
                    <a:pt x="17855" y="12072"/>
                    <a:pt x="16369" y="11858"/>
                    <a:pt x="14944" y="11605"/>
                  </a:cubicBezTo>
                  <a:cubicBezTo>
                    <a:pt x="14465" y="11520"/>
                    <a:pt x="13986" y="11428"/>
                    <a:pt x="13507" y="11337"/>
                  </a:cubicBezTo>
                  <a:cubicBezTo>
                    <a:pt x="11660" y="10987"/>
                    <a:pt x="9749" y="10626"/>
                    <a:pt x="7838" y="10602"/>
                  </a:cubicBezTo>
                  <a:cubicBezTo>
                    <a:pt x="7770" y="10600"/>
                    <a:pt x="7702" y="10600"/>
                    <a:pt x="7632" y="10600"/>
                  </a:cubicBezTo>
                  <a:cubicBezTo>
                    <a:pt x="5991" y="10600"/>
                    <a:pt x="4365" y="10845"/>
                    <a:pt x="2796" y="11331"/>
                  </a:cubicBezTo>
                  <a:lnTo>
                    <a:pt x="2657" y="11374"/>
                  </a:lnTo>
                  <a:cubicBezTo>
                    <a:pt x="2263" y="11496"/>
                    <a:pt x="1859" y="11623"/>
                    <a:pt x="1452" y="11623"/>
                  </a:cubicBezTo>
                  <a:cubicBezTo>
                    <a:pt x="1417" y="11623"/>
                    <a:pt x="1382" y="11622"/>
                    <a:pt x="1348" y="11620"/>
                  </a:cubicBezTo>
                  <a:cubicBezTo>
                    <a:pt x="910" y="11595"/>
                    <a:pt x="382" y="11350"/>
                    <a:pt x="255" y="10867"/>
                  </a:cubicBezTo>
                  <a:cubicBezTo>
                    <a:pt x="130" y="10391"/>
                    <a:pt x="455" y="9905"/>
                    <a:pt x="750" y="9580"/>
                  </a:cubicBezTo>
                  <a:cubicBezTo>
                    <a:pt x="1581" y="8664"/>
                    <a:pt x="2778" y="7984"/>
                    <a:pt x="4309" y="7558"/>
                  </a:cubicBezTo>
                  <a:cubicBezTo>
                    <a:pt x="5401" y="7254"/>
                    <a:pt x="6548" y="7104"/>
                    <a:pt x="7657" y="6958"/>
                  </a:cubicBezTo>
                  <a:cubicBezTo>
                    <a:pt x="7914" y="6924"/>
                    <a:pt x="8171" y="6890"/>
                    <a:pt x="8425" y="6854"/>
                  </a:cubicBezTo>
                  <a:cubicBezTo>
                    <a:pt x="9967" y="6642"/>
                    <a:pt x="11777" y="6330"/>
                    <a:pt x="13507" y="5639"/>
                  </a:cubicBezTo>
                  <a:cubicBezTo>
                    <a:pt x="15287" y="4927"/>
                    <a:pt x="16748" y="3881"/>
                    <a:pt x="17733" y="2612"/>
                  </a:cubicBezTo>
                  <a:cubicBezTo>
                    <a:pt x="17886" y="2415"/>
                    <a:pt x="18031" y="2206"/>
                    <a:pt x="18173" y="2005"/>
                  </a:cubicBezTo>
                  <a:cubicBezTo>
                    <a:pt x="18512" y="1524"/>
                    <a:pt x="18863" y="1025"/>
                    <a:pt x="19324" y="657"/>
                  </a:cubicBezTo>
                  <a:cubicBezTo>
                    <a:pt x="19697" y="357"/>
                    <a:pt x="20212" y="150"/>
                    <a:pt x="20702" y="150"/>
                  </a:cubicBezTo>
                  <a:close/>
                  <a:moveTo>
                    <a:pt x="20702" y="0"/>
                  </a:moveTo>
                  <a:cubicBezTo>
                    <a:pt x="20177" y="0"/>
                    <a:pt x="19627" y="220"/>
                    <a:pt x="19230" y="539"/>
                  </a:cubicBezTo>
                  <a:cubicBezTo>
                    <a:pt x="18753" y="922"/>
                    <a:pt x="18396" y="1429"/>
                    <a:pt x="18052" y="1920"/>
                  </a:cubicBezTo>
                  <a:cubicBezTo>
                    <a:pt x="17911" y="2119"/>
                    <a:pt x="17767" y="2324"/>
                    <a:pt x="17615" y="2519"/>
                  </a:cubicBezTo>
                  <a:cubicBezTo>
                    <a:pt x="16647" y="3767"/>
                    <a:pt x="15206" y="4798"/>
                    <a:pt x="13451" y="5500"/>
                  </a:cubicBezTo>
                  <a:cubicBezTo>
                    <a:pt x="11736" y="6184"/>
                    <a:pt x="9937" y="6493"/>
                    <a:pt x="8404" y="6707"/>
                  </a:cubicBezTo>
                  <a:cubicBezTo>
                    <a:pt x="8148" y="6741"/>
                    <a:pt x="7893" y="6775"/>
                    <a:pt x="7636" y="6808"/>
                  </a:cubicBezTo>
                  <a:cubicBezTo>
                    <a:pt x="6522" y="6956"/>
                    <a:pt x="5370" y="7106"/>
                    <a:pt x="4268" y="7414"/>
                  </a:cubicBezTo>
                  <a:cubicBezTo>
                    <a:pt x="2710" y="7848"/>
                    <a:pt x="1491" y="8543"/>
                    <a:pt x="641" y="9478"/>
                  </a:cubicBezTo>
                  <a:cubicBezTo>
                    <a:pt x="183" y="9983"/>
                    <a:pt x="0" y="10475"/>
                    <a:pt x="111" y="10902"/>
                  </a:cubicBezTo>
                  <a:cubicBezTo>
                    <a:pt x="256" y="11455"/>
                    <a:pt x="849" y="11738"/>
                    <a:pt x="1338" y="11766"/>
                  </a:cubicBezTo>
                  <a:cubicBezTo>
                    <a:pt x="1379" y="11768"/>
                    <a:pt x="1420" y="11769"/>
                    <a:pt x="1461" y="11769"/>
                  </a:cubicBezTo>
                  <a:cubicBezTo>
                    <a:pt x="1886" y="11769"/>
                    <a:pt x="2299" y="11639"/>
                    <a:pt x="2700" y="11513"/>
                  </a:cubicBezTo>
                  <a:lnTo>
                    <a:pt x="2838" y="11471"/>
                  </a:lnTo>
                  <a:cubicBezTo>
                    <a:pt x="4393" y="10991"/>
                    <a:pt x="6003" y="10747"/>
                    <a:pt x="7628" y="10747"/>
                  </a:cubicBezTo>
                  <a:cubicBezTo>
                    <a:pt x="7698" y="10747"/>
                    <a:pt x="7767" y="10747"/>
                    <a:pt x="7836" y="10748"/>
                  </a:cubicBezTo>
                  <a:cubicBezTo>
                    <a:pt x="9735" y="10773"/>
                    <a:pt x="11638" y="11133"/>
                    <a:pt x="13480" y="11482"/>
                  </a:cubicBezTo>
                  <a:cubicBezTo>
                    <a:pt x="13960" y="11573"/>
                    <a:pt x="14439" y="11665"/>
                    <a:pt x="14919" y="11749"/>
                  </a:cubicBezTo>
                  <a:cubicBezTo>
                    <a:pt x="16352" y="12003"/>
                    <a:pt x="17846" y="12219"/>
                    <a:pt x="19351" y="12219"/>
                  </a:cubicBezTo>
                  <a:cubicBezTo>
                    <a:pt x="20258" y="12219"/>
                    <a:pt x="21169" y="12141"/>
                    <a:pt x="22070" y="11944"/>
                  </a:cubicBezTo>
                  <a:cubicBezTo>
                    <a:pt x="22908" y="11764"/>
                    <a:pt x="23901" y="11181"/>
                    <a:pt x="24175" y="10417"/>
                  </a:cubicBezTo>
                  <a:cubicBezTo>
                    <a:pt x="24335" y="9969"/>
                    <a:pt x="24239" y="9518"/>
                    <a:pt x="23890" y="9076"/>
                  </a:cubicBezTo>
                  <a:cubicBezTo>
                    <a:pt x="23532" y="8624"/>
                    <a:pt x="23025" y="8325"/>
                    <a:pt x="22532" y="8038"/>
                  </a:cubicBezTo>
                  <a:cubicBezTo>
                    <a:pt x="21792" y="7605"/>
                    <a:pt x="21091" y="7194"/>
                    <a:pt x="20857" y="6305"/>
                  </a:cubicBezTo>
                  <a:cubicBezTo>
                    <a:pt x="20709" y="5748"/>
                    <a:pt x="20833" y="5094"/>
                    <a:pt x="21235" y="4304"/>
                  </a:cubicBezTo>
                  <a:cubicBezTo>
                    <a:pt x="21323" y="4130"/>
                    <a:pt x="21420" y="3954"/>
                    <a:pt x="21514" y="3784"/>
                  </a:cubicBezTo>
                  <a:cubicBezTo>
                    <a:pt x="21762" y="3335"/>
                    <a:pt x="22019" y="2871"/>
                    <a:pt x="22154" y="2364"/>
                  </a:cubicBezTo>
                  <a:cubicBezTo>
                    <a:pt x="22320" y="1742"/>
                    <a:pt x="22291" y="834"/>
                    <a:pt x="21664" y="322"/>
                  </a:cubicBezTo>
                  <a:cubicBezTo>
                    <a:pt x="21387" y="96"/>
                    <a:pt x="21050" y="0"/>
                    <a:pt x="20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2"/>
            <p:cNvSpPr/>
            <p:nvPr/>
          </p:nvSpPr>
          <p:spPr>
            <a:xfrm>
              <a:off x="4125850" y="1623675"/>
              <a:ext cx="83250" cy="110925"/>
            </a:xfrm>
            <a:custGeom>
              <a:rect b="b" l="l" r="r" t="t"/>
              <a:pathLst>
                <a:path extrusionOk="0" h="4437" w="3330">
                  <a:moveTo>
                    <a:pt x="1371" y="147"/>
                  </a:moveTo>
                  <a:cubicBezTo>
                    <a:pt x="1462" y="147"/>
                    <a:pt x="1557" y="162"/>
                    <a:pt x="1654" y="193"/>
                  </a:cubicBezTo>
                  <a:cubicBezTo>
                    <a:pt x="2152" y="346"/>
                    <a:pt x="2622" y="848"/>
                    <a:pt x="2830" y="1265"/>
                  </a:cubicBezTo>
                  <a:cubicBezTo>
                    <a:pt x="3170" y="1945"/>
                    <a:pt x="3134" y="2825"/>
                    <a:pt x="2741" y="3506"/>
                  </a:cubicBezTo>
                  <a:cubicBezTo>
                    <a:pt x="2506" y="3912"/>
                    <a:pt x="2075" y="4289"/>
                    <a:pt x="1604" y="4289"/>
                  </a:cubicBezTo>
                  <a:cubicBezTo>
                    <a:pt x="1555" y="4289"/>
                    <a:pt x="1505" y="4285"/>
                    <a:pt x="1455" y="4277"/>
                  </a:cubicBezTo>
                  <a:cubicBezTo>
                    <a:pt x="1166" y="4226"/>
                    <a:pt x="891" y="4025"/>
                    <a:pt x="700" y="3725"/>
                  </a:cubicBezTo>
                  <a:cubicBezTo>
                    <a:pt x="519" y="3439"/>
                    <a:pt x="431" y="3108"/>
                    <a:pt x="362" y="2791"/>
                  </a:cubicBezTo>
                  <a:cubicBezTo>
                    <a:pt x="164" y="1891"/>
                    <a:pt x="211" y="685"/>
                    <a:pt x="992" y="246"/>
                  </a:cubicBezTo>
                  <a:cubicBezTo>
                    <a:pt x="1110" y="181"/>
                    <a:pt x="1236" y="147"/>
                    <a:pt x="1371" y="147"/>
                  </a:cubicBezTo>
                  <a:close/>
                  <a:moveTo>
                    <a:pt x="1371" y="0"/>
                  </a:moveTo>
                  <a:cubicBezTo>
                    <a:pt x="1211" y="0"/>
                    <a:pt x="1060" y="40"/>
                    <a:pt x="920" y="119"/>
                  </a:cubicBezTo>
                  <a:cubicBezTo>
                    <a:pt x="72" y="597"/>
                    <a:pt x="0" y="1830"/>
                    <a:pt x="218" y="2825"/>
                  </a:cubicBezTo>
                  <a:cubicBezTo>
                    <a:pt x="290" y="3154"/>
                    <a:pt x="383" y="3501"/>
                    <a:pt x="577" y="3805"/>
                  </a:cubicBezTo>
                  <a:cubicBezTo>
                    <a:pt x="790" y="4141"/>
                    <a:pt x="1100" y="4366"/>
                    <a:pt x="1430" y="4423"/>
                  </a:cubicBezTo>
                  <a:cubicBezTo>
                    <a:pt x="1488" y="4431"/>
                    <a:pt x="1545" y="4436"/>
                    <a:pt x="1602" y="4436"/>
                  </a:cubicBezTo>
                  <a:cubicBezTo>
                    <a:pt x="2132" y="4436"/>
                    <a:pt x="2611" y="4024"/>
                    <a:pt x="2870" y="3579"/>
                  </a:cubicBezTo>
                  <a:cubicBezTo>
                    <a:pt x="3294" y="2845"/>
                    <a:pt x="3330" y="1933"/>
                    <a:pt x="2964" y="1200"/>
                  </a:cubicBezTo>
                  <a:cubicBezTo>
                    <a:pt x="2742" y="753"/>
                    <a:pt x="2235" y="217"/>
                    <a:pt x="1699" y="51"/>
                  </a:cubicBezTo>
                  <a:cubicBezTo>
                    <a:pt x="1586" y="17"/>
                    <a:pt x="1477"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2"/>
            <p:cNvSpPr/>
            <p:nvPr/>
          </p:nvSpPr>
          <p:spPr>
            <a:xfrm>
              <a:off x="3865325" y="964625"/>
              <a:ext cx="364125" cy="693800"/>
            </a:xfrm>
            <a:custGeom>
              <a:rect b="b" l="l" r="r" t="t"/>
              <a:pathLst>
                <a:path extrusionOk="0" h="27752" w="14565">
                  <a:moveTo>
                    <a:pt x="9193" y="148"/>
                  </a:moveTo>
                  <a:cubicBezTo>
                    <a:pt x="9287" y="148"/>
                    <a:pt x="9382" y="165"/>
                    <a:pt x="9477" y="200"/>
                  </a:cubicBezTo>
                  <a:cubicBezTo>
                    <a:pt x="9884" y="363"/>
                    <a:pt x="10062" y="858"/>
                    <a:pt x="10093" y="1267"/>
                  </a:cubicBezTo>
                  <a:cubicBezTo>
                    <a:pt x="10108" y="1459"/>
                    <a:pt x="10102" y="1657"/>
                    <a:pt x="10095" y="1850"/>
                  </a:cubicBezTo>
                  <a:cubicBezTo>
                    <a:pt x="10086" y="2115"/>
                    <a:pt x="10077" y="2387"/>
                    <a:pt x="10122" y="2655"/>
                  </a:cubicBezTo>
                  <a:cubicBezTo>
                    <a:pt x="10243" y="3378"/>
                    <a:pt x="10789" y="4028"/>
                    <a:pt x="11480" y="4273"/>
                  </a:cubicBezTo>
                  <a:cubicBezTo>
                    <a:pt x="11765" y="4374"/>
                    <a:pt x="12068" y="4411"/>
                    <a:pt x="12361" y="4447"/>
                  </a:cubicBezTo>
                  <a:cubicBezTo>
                    <a:pt x="12739" y="4494"/>
                    <a:pt x="13096" y="4539"/>
                    <a:pt x="13416" y="4705"/>
                  </a:cubicBezTo>
                  <a:cubicBezTo>
                    <a:pt x="14153" y="5091"/>
                    <a:pt x="14411" y="6029"/>
                    <a:pt x="14283" y="6754"/>
                  </a:cubicBezTo>
                  <a:cubicBezTo>
                    <a:pt x="14164" y="7444"/>
                    <a:pt x="13761" y="8114"/>
                    <a:pt x="13055" y="8804"/>
                  </a:cubicBezTo>
                  <a:cubicBezTo>
                    <a:pt x="12780" y="9074"/>
                    <a:pt x="12480" y="9329"/>
                    <a:pt x="12188" y="9575"/>
                  </a:cubicBezTo>
                  <a:cubicBezTo>
                    <a:pt x="11859" y="9854"/>
                    <a:pt x="11520" y="10142"/>
                    <a:pt x="11212" y="10455"/>
                  </a:cubicBezTo>
                  <a:cubicBezTo>
                    <a:pt x="9153" y="12543"/>
                    <a:pt x="8333" y="15890"/>
                    <a:pt x="8959" y="19638"/>
                  </a:cubicBezTo>
                  <a:cubicBezTo>
                    <a:pt x="9133" y="20668"/>
                    <a:pt x="9452" y="21956"/>
                    <a:pt x="10394" y="22781"/>
                  </a:cubicBezTo>
                  <a:cubicBezTo>
                    <a:pt x="10539" y="22909"/>
                    <a:pt x="10698" y="23022"/>
                    <a:pt x="10852" y="23132"/>
                  </a:cubicBezTo>
                  <a:cubicBezTo>
                    <a:pt x="11136" y="23338"/>
                    <a:pt x="11405" y="23531"/>
                    <a:pt x="11601" y="23801"/>
                  </a:cubicBezTo>
                  <a:cubicBezTo>
                    <a:pt x="11780" y="24047"/>
                    <a:pt x="11852" y="24401"/>
                    <a:pt x="11780" y="24681"/>
                  </a:cubicBezTo>
                  <a:cubicBezTo>
                    <a:pt x="11746" y="24814"/>
                    <a:pt x="11665" y="24991"/>
                    <a:pt x="11468" y="25084"/>
                  </a:cubicBezTo>
                  <a:cubicBezTo>
                    <a:pt x="11352" y="25138"/>
                    <a:pt x="11222" y="25153"/>
                    <a:pt x="11085" y="25168"/>
                  </a:cubicBezTo>
                  <a:cubicBezTo>
                    <a:pt x="10980" y="25181"/>
                    <a:pt x="10870" y="25192"/>
                    <a:pt x="10763" y="25225"/>
                  </a:cubicBezTo>
                  <a:cubicBezTo>
                    <a:pt x="10345" y="25351"/>
                    <a:pt x="10091" y="25746"/>
                    <a:pt x="9950" y="26055"/>
                  </a:cubicBezTo>
                  <a:cubicBezTo>
                    <a:pt x="9890" y="26190"/>
                    <a:pt x="9838" y="26330"/>
                    <a:pt x="9788" y="26465"/>
                  </a:cubicBezTo>
                  <a:cubicBezTo>
                    <a:pt x="9709" y="26678"/>
                    <a:pt x="9628" y="26897"/>
                    <a:pt x="9511" y="27092"/>
                  </a:cubicBezTo>
                  <a:cubicBezTo>
                    <a:pt x="9316" y="27420"/>
                    <a:pt x="9097" y="27593"/>
                    <a:pt x="8862" y="27603"/>
                  </a:cubicBezTo>
                  <a:cubicBezTo>
                    <a:pt x="8855" y="27603"/>
                    <a:pt x="8848" y="27604"/>
                    <a:pt x="8840" y="27604"/>
                  </a:cubicBezTo>
                  <a:cubicBezTo>
                    <a:pt x="8565" y="27604"/>
                    <a:pt x="8257" y="27383"/>
                    <a:pt x="7964" y="26979"/>
                  </a:cubicBezTo>
                  <a:cubicBezTo>
                    <a:pt x="7442" y="26255"/>
                    <a:pt x="6683" y="25983"/>
                    <a:pt x="5882" y="25695"/>
                  </a:cubicBezTo>
                  <a:lnTo>
                    <a:pt x="5817" y="25672"/>
                  </a:lnTo>
                  <a:cubicBezTo>
                    <a:pt x="5128" y="25424"/>
                    <a:pt x="4186" y="24999"/>
                    <a:pt x="3954" y="24162"/>
                  </a:cubicBezTo>
                  <a:cubicBezTo>
                    <a:pt x="3823" y="23691"/>
                    <a:pt x="3945" y="23211"/>
                    <a:pt x="4076" y="22703"/>
                  </a:cubicBezTo>
                  <a:cubicBezTo>
                    <a:pt x="4194" y="22243"/>
                    <a:pt x="4315" y="21765"/>
                    <a:pt x="4231" y="21292"/>
                  </a:cubicBezTo>
                  <a:cubicBezTo>
                    <a:pt x="4091" y="20513"/>
                    <a:pt x="3456" y="19990"/>
                    <a:pt x="2840" y="19484"/>
                  </a:cubicBezTo>
                  <a:cubicBezTo>
                    <a:pt x="2275" y="19017"/>
                    <a:pt x="1689" y="18536"/>
                    <a:pt x="1507" y="17859"/>
                  </a:cubicBezTo>
                  <a:cubicBezTo>
                    <a:pt x="1325" y="17182"/>
                    <a:pt x="1580" y="16520"/>
                    <a:pt x="1852" y="15818"/>
                  </a:cubicBezTo>
                  <a:cubicBezTo>
                    <a:pt x="1991" y="15457"/>
                    <a:pt x="2135" y="15085"/>
                    <a:pt x="2214" y="14708"/>
                  </a:cubicBezTo>
                  <a:cubicBezTo>
                    <a:pt x="2430" y="13677"/>
                    <a:pt x="2130" y="12547"/>
                    <a:pt x="1431" y="11758"/>
                  </a:cubicBezTo>
                  <a:cubicBezTo>
                    <a:pt x="1310" y="11623"/>
                    <a:pt x="1174" y="11492"/>
                    <a:pt x="1044" y="11364"/>
                  </a:cubicBezTo>
                  <a:cubicBezTo>
                    <a:pt x="658" y="10989"/>
                    <a:pt x="295" y="10634"/>
                    <a:pt x="225" y="10144"/>
                  </a:cubicBezTo>
                  <a:cubicBezTo>
                    <a:pt x="154" y="9645"/>
                    <a:pt x="419" y="9202"/>
                    <a:pt x="697" y="8730"/>
                  </a:cubicBezTo>
                  <a:cubicBezTo>
                    <a:pt x="827" y="8510"/>
                    <a:pt x="962" y="8281"/>
                    <a:pt x="1060" y="8047"/>
                  </a:cubicBezTo>
                  <a:cubicBezTo>
                    <a:pt x="1297" y="7484"/>
                    <a:pt x="1326" y="6850"/>
                    <a:pt x="1354" y="6238"/>
                  </a:cubicBezTo>
                  <a:cubicBezTo>
                    <a:pt x="1392" y="5447"/>
                    <a:pt x="1427" y="4700"/>
                    <a:pt x="1873" y="4106"/>
                  </a:cubicBezTo>
                  <a:cubicBezTo>
                    <a:pt x="2436" y="3357"/>
                    <a:pt x="3466" y="3138"/>
                    <a:pt x="4495" y="3016"/>
                  </a:cubicBezTo>
                  <a:cubicBezTo>
                    <a:pt x="5475" y="2899"/>
                    <a:pt x="6585" y="2766"/>
                    <a:pt x="7291" y="2022"/>
                  </a:cubicBezTo>
                  <a:cubicBezTo>
                    <a:pt x="7499" y="1801"/>
                    <a:pt x="7657" y="1541"/>
                    <a:pt x="7811" y="1288"/>
                  </a:cubicBezTo>
                  <a:cubicBezTo>
                    <a:pt x="7929" y="1094"/>
                    <a:pt x="8048" y="894"/>
                    <a:pt x="8190" y="718"/>
                  </a:cubicBezTo>
                  <a:cubicBezTo>
                    <a:pt x="8437" y="407"/>
                    <a:pt x="8817" y="148"/>
                    <a:pt x="9193" y="148"/>
                  </a:cubicBezTo>
                  <a:close/>
                  <a:moveTo>
                    <a:pt x="9194" y="1"/>
                  </a:moveTo>
                  <a:cubicBezTo>
                    <a:pt x="8769" y="1"/>
                    <a:pt x="8348" y="285"/>
                    <a:pt x="8075" y="625"/>
                  </a:cubicBezTo>
                  <a:cubicBezTo>
                    <a:pt x="7927" y="809"/>
                    <a:pt x="7804" y="1013"/>
                    <a:pt x="7684" y="1211"/>
                  </a:cubicBezTo>
                  <a:cubicBezTo>
                    <a:pt x="7536" y="1456"/>
                    <a:pt x="7381" y="1711"/>
                    <a:pt x="7184" y="1920"/>
                  </a:cubicBezTo>
                  <a:cubicBezTo>
                    <a:pt x="6515" y="2625"/>
                    <a:pt x="5433" y="2754"/>
                    <a:pt x="4477" y="2869"/>
                  </a:cubicBezTo>
                  <a:cubicBezTo>
                    <a:pt x="3416" y="2997"/>
                    <a:pt x="2350" y="3224"/>
                    <a:pt x="1755" y="4017"/>
                  </a:cubicBezTo>
                  <a:cubicBezTo>
                    <a:pt x="1280" y="4648"/>
                    <a:pt x="1242" y="5452"/>
                    <a:pt x="1206" y="6231"/>
                  </a:cubicBezTo>
                  <a:cubicBezTo>
                    <a:pt x="1178" y="6830"/>
                    <a:pt x="1150" y="7450"/>
                    <a:pt x="924" y="7989"/>
                  </a:cubicBezTo>
                  <a:cubicBezTo>
                    <a:pt x="830" y="8215"/>
                    <a:pt x="697" y="8438"/>
                    <a:pt x="569" y="8655"/>
                  </a:cubicBezTo>
                  <a:cubicBezTo>
                    <a:pt x="290" y="9126"/>
                    <a:pt x="1" y="9614"/>
                    <a:pt x="78" y="10164"/>
                  </a:cubicBezTo>
                  <a:cubicBezTo>
                    <a:pt x="153" y="10704"/>
                    <a:pt x="554" y="11093"/>
                    <a:pt x="941" y="11470"/>
                  </a:cubicBezTo>
                  <a:cubicBezTo>
                    <a:pt x="1070" y="11595"/>
                    <a:pt x="1203" y="11725"/>
                    <a:pt x="1319" y="11856"/>
                  </a:cubicBezTo>
                  <a:cubicBezTo>
                    <a:pt x="1989" y="12612"/>
                    <a:pt x="2276" y="13692"/>
                    <a:pt x="2067" y="14678"/>
                  </a:cubicBezTo>
                  <a:cubicBezTo>
                    <a:pt x="1990" y="15042"/>
                    <a:pt x="1849" y="15410"/>
                    <a:pt x="1711" y="15766"/>
                  </a:cubicBezTo>
                  <a:cubicBezTo>
                    <a:pt x="1445" y="16459"/>
                    <a:pt x="1169" y="17174"/>
                    <a:pt x="1364" y="17898"/>
                  </a:cubicBezTo>
                  <a:cubicBezTo>
                    <a:pt x="1559" y="18621"/>
                    <a:pt x="2162" y="19117"/>
                    <a:pt x="2746" y="19598"/>
                  </a:cubicBezTo>
                  <a:cubicBezTo>
                    <a:pt x="3367" y="20108"/>
                    <a:pt x="3954" y="20592"/>
                    <a:pt x="4084" y="21319"/>
                  </a:cubicBezTo>
                  <a:cubicBezTo>
                    <a:pt x="4165" y="21760"/>
                    <a:pt x="4046" y="22221"/>
                    <a:pt x="3933" y="22667"/>
                  </a:cubicBezTo>
                  <a:cubicBezTo>
                    <a:pt x="3804" y="23172"/>
                    <a:pt x="3670" y="23693"/>
                    <a:pt x="3811" y="24202"/>
                  </a:cubicBezTo>
                  <a:cubicBezTo>
                    <a:pt x="4063" y="25106"/>
                    <a:pt x="5047" y="25554"/>
                    <a:pt x="5765" y="25812"/>
                  </a:cubicBezTo>
                  <a:lnTo>
                    <a:pt x="5830" y="25835"/>
                  </a:lnTo>
                  <a:cubicBezTo>
                    <a:pt x="6610" y="26114"/>
                    <a:pt x="7347" y="26377"/>
                    <a:pt x="7843" y="27066"/>
                  </a:cubicBezTo>
                  <a:cubicBezTo>
                    <a:pt x="8071" y="27380"/>
                    <a:pt x="8427" y="27752"/>
                    <a:pt x="8838" y="27752"/>
                  </a:cubicBezTo>
                  <a:cubicBezTo>
                    <a:pt x="8847" y="27752"/>
                    <a:pt x="8857" y="27752"/>
                    <a:pt x="8869" y="27750"/>
                  </a:cubicBezTo>
                  <a:cubicBezTo>
                    <a:pt x="9156" y="27737"/>
                    <a:pt x="9415" y="27541"/>
                    <a:pt x="9638" y="27167"/>
                  </a:cubicBezTo>
                  <a:cubicBezTo>
                    <a:pt x="9761" y="26960"/>
                    <a:pt x="9845" y="26734"/>
                    <a:pt x="9926" y="26516"/>
                  </a:cubicBezTo>
                  <a:cubicBezTo>
                    <a:pt x="9975" y="26383"/>
                    <a:pt x="10025" y="26244"/>
                    <a:pt x="10084" y="26114"/>
                  </a:cubicBezTo>
                  <a:cubicBezTo>
                    <a:pt x="10212" y="25834"/>
                    <a:pt x="10440" y="25475"/>
                    <a:pt x="10805" y="25364"/>
                  </a:cubicBezTo>
                  <a:cubicBezTo>
                    <a:pt x="10899" y="25336"/>
                    <a:pt x="10997" y="25325"/>
                    <a:pt x="11102" y="25314"/>
                  </a:cubicBezTo>
                  <a:cubicBezTo>
                    <a:pt x="11245" y="25298"/>
                    <a:pt x="11393" y="25282"/>
                    <a:pt x="11531" y="25217"/>
                  </a:cubicBezTo>
                  <a:cubicBezTo>
                    <a:pt x="11728" y="25124"/>
                    <a:pt x="11864" y="24951"/>
                    <a:pt x="11924" y="24717"/>
                  </a:cubicBezTo>
                  <a:cubicBezTo>
                    <a:pt x="12007" y="24392"/>
                    <a:pt x="11928" y="23998"/>
                    <a:pt x="11721" y="23714"/>
                  </a:cubicBezTo>
                  <a:cubicBezTo>
                    <a:pt x="11511" y="23426"/>
                    <a:pt x="11219" y="23216"/>
                    <a:pt x="10938" y="23014"/>
                  </a:cubicBezTo>
                  <a:cubicBezTo>
                    <a:pt x="10788" y="22906"/>
                    <a:pt x="10631" y="22793"/>
                    <a:pt x="10491" y="22671"/>
                  </a:cubicBezTo>
                  <a:cubicBezTo>
                    <a:pt x="9584" y="21878"/>
                    <a:pt x="9274" y="20621"/>
                    <a:pt x="9106" y="19615"/>
                  </a:cubicBezTo>
                  <a:cubicBezTo>
                    <a:pt x="8487" y="15915"/>
                    <a:pt x="9292" y="12615"/>
                    <a:pt x="11316" y="10561"/>
                  </a:cubicBezTo>
                  <a:cubicBezTo>
                    <a:pt x="11619" y="10252"/>
                    <a:pt x="11956" y="9966"/>
                    <a:pt x="12282" y="9690"/>
                  </a:cubicBezTo>
                  <a:cubicBezTo>
                    <a:pt x="12575" y="9441"/>
                    <a:pt x="12878" y="9184"/>
                    <a:pt x="13158" y="8911"/>
                  </a:cubicBezTo>
                  <a:cubicBezTo>
                    <a:pt x="13886" y="8199"/>
                    <a:pt x="14302" y="7502"/>
                    <a:pt x="14428" y="6782"/>
                  </a:cubicBezTo>
                  <a:cubicBezTo>
                    <a:pt x="14565" y="6003"/>
                    <a:pt x="14283" y="4995"/>
                    <a:pt x="13483" y="4576"/>
                  </a:cubicBezTo>
                  <a:cubicBezTo>
                    <a:pt x="13138" y="4397"/>
                    <a:pt x="12751" y="4349"/>
                    <a:pt x="12378" y="4303"/>
                  </a:cubicBezTo>
                  <a:cubicBezTo>
                    <a:pt x="12093" y="4268"/>
                    <a:pt x="11797" y="4232"/>
                    <a:pt x="11528" y="4137"/>
                  </a:cubicBezTo>
                  <a:cubicBezTo>
                    <a:pt x="10887" y="3910"/>
                    <a:pt x="10380" y="3305"/>
                    <a:pt x="10268" y="2633"/>
                  </a:cubicBezTo>
                  <a:cubicBezTo>
                    <a:pt x="10226" y="2380"/>
                    <a:pt x="10234" y="2115"/>
                    <a:pt x="10243" y="1858"/>
                  </a:cubicBezTo>
                  <a:cubicBezTo>
                    <a:pt x="10249" y="1662"/>
                    <a:pt x="10256" y="1459"/>
                    <a:pt x="10241" y="1259"/>
                  </a:cubicBezTo>
                  <a:cubicBezTo>
                    <a:pt x="10195" y="671"/>
                    <a:pt x="9931" y="225"/>
                    <a:pt x="9531" y="65"/>
                  </a:cubicBezTo>
                  <a:cubicBezTo>
                    <a:pt x="9420" y="21"/>
                    <a:pt x="9307" y="1"/>
                    <a:pt x="9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2"/>
            <p:cNvSpPr/>
            <p:nvPr/>
          </p:nvSpPr>
          <p:spPr>
            <a:xfrm>
              <a:off x="3915075" y="1035525"/>
              <a:ext cx="241150" cy="537050"/>
            </a:xfrm>
            <a:custGeom>
              <a:rect b="b" l="l" r="r" t="t"/>
              <a:pathLst>
                <a:path extrusionOk="0" h="21482" w="9646">
                  <a:moveTo>
                    <a:pt x="6244" y="150"/>
                  </a:moveTo>
                  <a:cubicBezTo>
                    <a:pt x="6419" y="150"/>
                    <a:pt x="6585" y="218"/>
                    <a:pt x="6729" y="391"/>
                  </a:cubicBezTo>
                  <a:cubicBezTo>
                    <a:pt x="6905" y="602"/>
                    <a:pt x="6911" y="890"/>
                    <a:pt x="6917" y="1198"/>
                  </a:cubicBezTo>
                  <a:cubicBezTo>
                    <a:pt x="6923" y="1484"/>
                    <a:pt x="6930" y="1781"/>
                    <a:pt x="7081" y="2028"/>
                  </a:cubicBezTo>
                  <a:cubicBezTo>
                    <a:pt x="7313" y="2410"/>
                    <a:pt x="7761" y="2503"/>
                    <a:pt x="8194" y="2592"/>
                  </a:cubicBezTo>
                  <a:cubicBezTo>
                    <a:pt x="8560" y="2667"/>
                    <a:pt x="8938" y="2745"/>
                    <a:pt x="9174" y="2999"/>
                  </a:cubicBezTo>
                  <a:cubicBezTo>
                    <a:pt x="9486" y="3336"/>
                    <a:pt x="9433" y="3881"/>
                    <a:pt x="9252" y="4246"/>
                  </a:cubicBezTo>
                  <a:cubicBezTo>
                    <a:pt x="9074" y="4601"/>
                    <a:pt x="8782" y="4892"/>
                    <a:pt x="8498" y="5174"/>
                  </a:cubicBezTo>
                  <a:cubicBezTo>
                    <a:pt x="8452" y="5220"/>
                    <a:pt x="8406" y="5265"/>
                    <a:pt x="8360" y="5311"/>
                  </a:cubicBezTo>
                  <a:cubicBezTo>
                    <a:pt x="6652" y="7037"/>
                    <a:pt x="5517" y="9311"/>
                    <a:pt x="5164" y="11713"/>
                  </a:cubicBezTo>
                  <a:cubicBezTo>
                    <a:pt x="4812" y="14116"/>
                    <a:pt x="5248" y="16621"/>
                    <a:pt x="6392" y="18763"/>
                  </a:cubicBezTo>
                  <a:lnTo>
                    <a:pt x="6489" y="18942"/>
                  </a:lnTo>
                  <a:cubicBezTo>
                    <a:pt x="6666" y="19264"/>
                    <a:pt x="6848" y="19599"/>
                    <a:pt x="6930" y="19956"/>
                  </a:cubicBezTo>
                  <a:cubicBezTo>
                    <a:pt x="7014" y="20320"/>
                    <a:pt x="6989" y="20818"/>
                    <a:pt x="6669" y="21128"/>
                  </a:cubicBezTo>
                  <a:cubicBezTo>
                    <a:pt x="6535" y="21259"/>
                    <a:pt x="6339" y="21333"/>
                    <a:pt x="6140" y="21333"/>
                  </a:cubicBezTo>
                  <a:cubicBezTo>
                    <a:pt x="6108" y="21333"/>
                    <a:pt x="6077" y="21331"/>
                    <a:pt x="6045" y="21327"/>
                  </a:cubicBezTo>
                  <a:cubicBezTo>
                    <a:pt x="5859" y="21305"/>
                    <a:pt x="5710" y="21215"/>
                    <a:pt x="5625" y="21077"/>
                  </a:cubicBezTo>
                  <a:cubicBezTo>
                    <a:pt x="5571" y="20991"/>
                    <a:pt x="5540" y="20888"/>
                    <a:pt x="5507" y="20778"/>
                  </a:cubicBezTo>
                  <a:cubicBezTo>
                    <a:pt x="5454" y="20599"/>
                    <a:pt x="5398" y="20412"/>
                    <a:pt x="5233" y="20299"/>
                  </a:cubicBezTo>
                  <a:cubicBezTo>
                    <a:pt x="5132" y="20228"/>
                    <a:pt x="5021" y="20207"/>
                    <a:pt x="4907" y="20207"/>
                  </a:cubicBezTo>
                  <a:cubicBezTo>
                    <a:pt x="4809" y="20207"/>
                    <a:pt x="4708" y="20222"/>
                    <a:pt x="4609" y="20240"/>
                  </a:cubicBezTo>
                  <a:cubicBezTo>
                    <a:pt x="4517" y="20254"/>
                    <a:pt x="4424" y="20269"/>
                    <a:pt x="4337" y="20270"/>
                  </a:cubicBezTo>
                  <a:cubicBezTo>
                    <a:pt x="4119" y="20270"/>
                    <a:pt x="3915" y="20186"/>
                    <a:pt x="3745" y="20012"/>
                  </a:cubicBezTo>
                  <a:cubicBezTo>
                    <a:pt x="3455" y="19716"/>
                    <a:pt x="3273" y="19161"/>
                    <a:pt x="3290" y="18632"/>
                  </a:cubicBezTo>
                  <a:cubicBezTo>
                    <a:pt x="3295" y="18466"/>
                    <a:pt x="3310" y="18295"/>
                    <a:pt x="3322" y="18129"/>
                  </a:cubicBezTo>
                  <a:cubicBezTo>
                    <a:pt x="3373" y="17507"/>
                    <a:pt x="3424" y="16866"/>
                    <a:pt x="3082" y="16344"/>
                  </a:cubicBezTo>
                  <a:cubicBezTo>
                    <a:pt x="2887" y="16047"/>
                    <a:pt x="2592" y="15843"/>
                    <a:pt x="2306" y="15645"/>
                  </a:cubicBezTo>
                  <a:cubicBezTo>
                    <a:pt x="2015" y="15444"/>
                    <a:pt x="1740" y="15253"/>
                    <a:pt x="1562" y="14973"/>
                  </a:cubicBezTo>
                  <a:cubicBezTo>
                    <a:pt x="1274" y="14523"/>
                    <a:pt x="1273" y="13892"/>
                    <a:pt x="1558" y="13100"/>
                  </a:cubicBezTo>
                  <a:cubicBezTo>
                    <a:pt x="1609" y="12958"/>
                    <a:pt x="1665" y="12815"/>
                    <a:pt x="1722" y="12672"/>
                  </a:cubicBezTo>
                  <a:cubicBezTo>
                    <a:pt x="1914" y="12187"/>
                    <a:pt x="2112" y="11686"/>
                    <a:pt x="2115" y="11157"/>
                  </a:cubicBezTo>
                  <a:cubicBezTo>
                    <a:pt x="2122" y="10337"/>
                    <a:pt x="1674" y="9630"/>
                    <a:pt x="1242" y="8945"/>
                  </a:cubicBezTo>
                  <a:cubicBezTo>
                    <a:pt x="1000" y="8562"/>
                    <a:pt x="750" y="8166"/>
                    <a:pt x="581" y="7754"/>
                  </a:cubicBezTo>
                  <a:cubicBezTo>
                    <a:pt x="147" y="6698"/>
                    <a:pt x="229" y="5490"/>
                    <a:pt x="301" y="4425"/>
                  </a:cubicBezTo>
                  <a:cubicBezTo>
                    <a:pt x="444" y="2301"/>
                    <a:pt x="1375" y="1822"/>
                    <a:pt x="3279" y="1601"/>
                  </a:cubicBezTo>
                  <a:cubicBezTo>
                    <a:pt x="3939" y="1526"/>
                    <a:pt x="4318" y="1363"/>
                    <a:pt x="4901" y="907"/>
                  </a:cubicBezTo>
                  <a:cubicBezTo>
                    <a:pt x="4945" y="872"/>
                    <a:pt x="4993" y="832"/>
                    <a:pt x="5044" y="791"/>
                  </a:cubicBezTo>
                  <a:cubicBezTo>
                    <a:pt x="5380" y="519"/>
                    <a:pt x="5836" y="150"/>
                    <a:pt x="6244" y="150"/>
                  </a:cubicBezTo>
                  <a:close/>
                  <a:moveTo>
                    <a:pt x="6254" y="0"/>
                  </a:moveTo>
                  <a:cubicBezTo>
                    <a:pt x="5791" y="0"/>
                    <a:pt x="5293" y="403"/>
                    <a:pt x="4954" y="678"/>
                  </a:cubicBezTo>
                  <a:cubicBezTo>
                    <a:pt x="4904" y="719"/>
                    <a:pt x="4856" y="756"/>
                    <a:pt x="4812" y="791"/>
                  </a:cubicBezTo>
                  <a:cubicBezTo>
                    <a:pt x="4254" y="1229"/>
                    <a:pt x="3893" y="1384"/>
                    <a:pt x="3264" y="1457"/>
                  </a:cubicBezTo>
                  <a:cubicBezTo>
                    <a:pt x="1278" y="1687"/>
                    <a:pt x="307" y="2188"/>
                    <a:pt x="157" y="4417"/>
                  </a:cubicBezTo>
                  <a:cubicBezTo>
                    <a:pt x="83" y="5499"/>
                    <a:pt x="1" y="6725"/>
                    <a:pt x="447" y="7812"/>
                  </a:cubicBezTo>
                  <a:cubicBezTo>
                    <a:pt x="621" y="8237"/>
                    <a:pt x="875" y="8638"/>
                    <a:pt x="1120" y="9026"/>
                  </a:cubicBezTo>
                  <a:cubicBezTo>
                    <a:pt x="1561" y="9724"/>
                    <a:pt x="1977" y="10381"/>
                    <a:pt x="1972" y="11158"/>
                  </a:cubicBezTo>
                  <a:cubicBezTo>
                    <a:pt x="1967" y="11661"/>
                    <a:pt x="1776" y="12149"/>
                    <a:pt x="1588" y="12619"/>
                  </a:cubicBezTo>
                  <a:cubicBezTo>
                    <a:pt x="1530" y="12763"/>
                    <a:pt x="1473" y="12907"/>
                    <a:pt x="1422" y="13051"/>
                  </a:cubicBezTo>
                  <a:cubicBezTo>
                    <a:pt x="1120" y="13888"/>
                    <a:pt x="1127" y="14562"/>
                    <a:pt x="1440" y="15053"/>
                  </a:cubicBezTo>
                  <a:cubicBezTo>
                    <a:pt x="1634" y="15357"/>
                    <a:pt x="1933" y="15565"/>
                    <a:pt x="2224" y="15766"/>
                  </a:cubicBezTo>
                  <a:cubicBezTo>
                    <a:pt x="2510" y="15965"/>
                    <a:pt x="2781" y="16153"/>
                    <a:pt x="2960" y="16425"/>
                  </a:cubicBezTo>
                  <a:cubicBezTo>
                    <a:pt x="3277" y="16905"/>
                    <a:pt x="3226" y="17521"/>
                    <a:pt x="3179" y="18117"/>
                  </a:cubicBezTo>
                  <a:cubicBezTo>
                    <a:pt x="3164" y="18285"/>
                    <a:pt x="3150" y="18459"/>
                    <a:pt x="3145" y="18626"/>
                  </a:cubicBezTo>
                  <a:cubicBezTo>
                    <a:pt x="3125" y="19203"/>
                    <a:pt x="3320" y="19786"/>
                    <a:pt x="3641" y="20115"/>
                  </a:cubicBezTo>
                  <a:cubicBezTo>
                    <a:pt x="3840" y="20317"/>
                    <a:pt x="4071" y="20417"/>
                    <a:pt x="4340" y="20417"/>
                  </a:cubicBezTo>
                  <a:cubicBezTo>
                    <a:pt x="4437" y="20415"/>
                    <a:pt x="4537" y="20400"/>
                    <a:pt x="4631" y="20384"/>
                  </a:cubicBezTo>
                  <a:cubicBezTo>
                    <a:pt x="4726" y="20369"/>
                    <a:pt x="4817" y="20355"/>
                    <a:pt x="4903" y="20355"/>
                  </a:cubicBezTo>
                  <a:cubicBezTo>
                    <a:pt x="4994" y="20355"/>
                    <a:pt x="5077" y="20371"/>
                    <a:pt x="5149" y="20420"/>
                  </a:cubicBezTo>
                  <a:cubicBezTo>
                    <a:pt x="5271" y="20505"/>
                    <a:pt x="5318" y="20660"/>
                    <a:pt x="5367" y="20822"/>
                  </a:cubicBezTo>
                  <a:cubicBezTo>
                    <a:pt x="5400" y="20935"/>
                    <a:pt x="5436" y="21053"/>
                    <a:pt x="5500" y="21156"/>
                  </a:cubicBezTo>
                  <a:cubicBezTo>
                    <a:pt x="5608" y="21332"/>
                    <a:pt x="5796" y="21446"/>
                    <a:pt x="6027" y="21476"/>
                  </a:cubicBezTo>
                  <a:cubicBezTo>
                    <a:pt x="6065" y="21480"/>
                    <a:pt x="6104" y="21482"/>
                    <a:pt x="6141" y="21482"/>
                  </a:cubicBezTo>
                  <a:cubicBezTo>
                    <a:pt x="6377" y="21482"/>
                    <a:pt x="6611" y="21393"/>
                    <a:pt x="6774" y="21238"/>
                  </a:cubicBezTo>
                  <a:cubicBezTo>
                    <a:pt x="7138" y="20886"/>
                    <a:pt x="7169" y="20328"/>
                    <a:pt x="7076" y="19926"/>
                  </a:cubicBezTo>
                  <a:cubicBezTo>
                    <a:pt x="6988" y="19550"/>
                    <a:pt x="6801" y="19206"/>
                    <a:pt x="6621" y="18874"/>
                  </a:cubicBezTo>
                  <a:cubicBezTo>
                    <a:pt x="6589" y="18815"/>
                    <a:pt x="6556" y="18757"/>
                    <a:pt x="6525" y="18697"/>
                  </a:cubicBezTo>
                  <a:cubicBezTo>
                    <a:pt x="5397" y="16582"/>
                    <a:pt x="4966" y="14110"/>
                    <a:pt x="5312" y="11738"/>
                  </a:cubicBezTo>
                  <a:cubicBezTo>
                    <a:pt x="5661" y="9366"/>
                    <a:pt x="6781" y="7121"/>
                    <a:pt x="8469" y="5419"/>
                  </a:cubicBezTo>
                  <a:lnTo>
                    <a:pt x="8606" y="5282"/>
                  </a:lnTo>
                  <a:cubicBezTo>
                    <a:pt x="8898" y="4991"/>
                    <a:pt x="9200" y="4691"/>
                    <a:pt x="9387" y="4315"/>
                  </a:cubicBezTo>
                  <a:cubicBezTo>
                    <a:pt x="9596" y="3892"/>
                    <a:pt x="9646" y="3291"/>
                    <a:pt x="9285" y="2901"/>
                  </a:cubicBezTo>
                  <a:cubicBezTo>
                    <a:pt x="9018" y="2612"/>
                    <a:pt x="8616" y="2529"/>
                    <a:pt x="8226" y="2448"/>
                  </a:cubicBezTo>
                  <a:cubicBezTo>
                    <a:pt x="7806" y="2362"/>
                    <a:pt x="7409" y="2281"/>
                    <a:pt x="7209" y="1953"/>
                  </a:cubicBezTo>
                  <a:cubicBezTo>
                    <a:pt x="7079" y="1739"/>
                    <a:pt x="7072" y="1476"/>
                    <a:pt x="7066" y="1197"/>
                  </a:cubicBezTo>
                  <a:cubicBezTo>
                    <a:pt x="7060" y="878"/>
                    <a:pt x="7054" y="549"/>
                    <a:pt x="6845" y="297"/>
                  </a:cubicBezTo>
                  <a:cubicBezTo>
                    <a:pt x="6667" y="83"/>
                    <a:pt x="6464" y="0"/>
                    <a:pt x="6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2"/>
            <p:cNvSpPr/>
            <p:nvPr/>
          </p:nvSpPr>
          <p:spPr>
            <a:xfrm>
              <a:off x="3589425" y="1312850"/>
              <a:ext cx="261875" cy="213300"/>
            </a:xfrm>
            <a:custGeom>
              <a:rect b="b" l="l" r="r" t="t"/>
              <a:pathLst>
                <a:path extrusionOk="0" h="8532" w="10475">
                  <a:moveTo>
                    <a:pt x="9360" y="149"/>
                  </a:moveTo>
                  <a:cubicBezTo>
                    <a:pt x="9610" y="149"/>
                    <a:pt x="9834" y="385"/>
                    <a:pt x="9896" y="630"/>
                  </a:cubicBezTo>
                  <a:cubicBezTo>
                    <a:pt x="9969" y="918"/>
                    <a:pt x="9887" y="1227"/>
                    <a:pt x="9789" y="1517"/>
                  </a:cubicBezTo>
                  <a:cubicBezTo>
                    <a:pt x="9725" y="1711"/>
                    <a:pt x="9653" y="1905"/>
                    <a:pt x="9579" y="2103"/>
                  </a:cubicBezTo>
                  <a:cubicBezTo>
                    <a:pt x="9210" y="3099"/>
                    <a:pt x="8830" y="4128"/>
                    <a:pt x="9274" y="5068"/>
                  </a:cubicBezTo>
                  <a:cubicBezTo>
                    <a:pt x="9393" y="5317"/>
                    <a:pt x="9566" y="5541"/>
                    <a:pt x="9733" y="5757"/>
                  </a:cubicBezTo>
                  <a:cubicBezTo>
                    <a:pt x="9989" y="6091"/>
                    <a:pt x="10231" y="6404"/>
                    <a:pt x="10282" y="6793"/>
                  </a:cubicBezTo>
                  <a:cubicBezTo>
                    <a:pt x="10322" y="7093"/>
                    <a:pt x="10233" y="7393"/>
                    <a:pt x="10026" y="7663"/>
                  </a:cubicBezTo>
                  <a:cubicBezTo>
                    <a:pt x="9742" y="8031"/>
                    <a:pt x="9266" y="8300"/>
                    <a:pt x="8784" y="8362"/>
                  </a:cubicBezTo>
                  <a:cubicBezTo>
                    <a:pt x="8670" y="8377"/>
                    <a:pt x="8554" y="8383"/>
                    <a:pt x="8439" y="8383"/>
                  </a:cubicBezTo>
                  <a:cubicBezTo>
                    <a:pt x="7855" y="8383"/>
                    <a:pt x="7269" y="8209"/>
                    <a:pt x="6700" y="8040"/>
                  </a:cubicBezTo>
                  <a:cubicBezTo>
                    <a:pt x="6582" y="8004"/>
                    <a:pt x="6463" y="7968"/>
                    <a:pt x="6344" y="7934"/>
                  </a:cubicBezTo>
                  <a:cubicBezTo>
                    <a:pt x="5078" y="7575"/>
                    <a:pt x="3739" y="7391"/>
                    <a:pt x="2408" y="7391"/>
                  </a:cubicBezTo>
                  <a:cubicBezTo>
                    <a:pt x="1949" y="7391"/>
                    <a:pt x="1490" y="7412"/>
                    <a:pt x="1036" y="7456"/>
                  </a:cubicBezTo>
                  <a:cubicBezTo>
                    <a:pt x="948" y="7464"/>
                    <a:pt x="859" y="7473"/>
                    <a:pt x="772" y="7473"/>
                  </a:cubicBezTo>
                  <a:cubicBezTo>
                    <a:pt x="663" y="7473"/>
                    <a:pt x="558" y="7459"/>
                    <a:pt x="463" y="7414"/>
                  </a:cubicBezTo>
                  <a:cubicBezTo>
                    <a:pt x="321" y="7346"/>
                    <a:pt x="225" y="7210"/>
                    <a:pt x="195" y="7030"/>
                  </a:cubicBezTo>
                  <a:cubicBezTo>
                    <a:pt x="154" y="6770"/>
                    <a:pt x="250" y="6476"/>
                    <a:pt x="434" y="6297"/>
                  </a:cubicBezTo>
                  <a:cubicBezTo>
                    <a:pt x="742" y="5999"/>
                    <a:pt x="1193" y="5903"/>
                    <a:pt x="1627" y="5812"/>
                  </a:cubicBezTo>
                  <a:lnTo>
                    <a:pt x="1734" y="5788"/>
                  </a:lnTo>
                  <a:cubicBezTo>
                    <a:pt x="3197" y="5475"/>
                    <a:pt x="4626" y="4855"/>
                    <a:pt x="5868" y="3996"/>
                  </a:cubicBezTo>
                  <a:cubicBezTo>
                    <a:pt x="7032" y="3189"/>
                    <a:pt x="7732" y="2145"/>
                    <a:pt x="8474" y="1040"/>
                  </a:cubicBezTo>
                  <a:cubicBezTo>
                    <a:pt x="8566" y="903"/>
                    <a:pt x="8658" y="765"/>
                    <a:pt x="8752" y="625"/>
                  </a:cubicBezTo>
                  <a:cubicBezTo>
                    <a:pt x="8901" y="408"/>
                    <a:pt x="9066" y="190"/>
                    <a:pt x="9297" y="154"/>
                  </a:cubicBezTo>
                  <a:cubicBezTo>
                    <a:pt x="9318" y="151"/>
                    <a:pt x="9339" y="149"/>
                    <a:pt x="9360" y="149"/>
                  </a:cubicBezTo>
                  <a:close/>
                  <a:moveTo>
                    <a:pt x="9362" y="0"/>
                  </a:moveTo>
                  <a:cubicBezTo>
                    <a:pt x="9333" y="0"/>
                    <a:pt x="9304" y="3"/>
                    <a:pt x="9274" y="7"/>
                  </a:cubicBezTo>
                  <a:cubicBezTo>
                    <a:pt x="8984" y="52"/>
                    <a:pt x="8791" y="308"/>
                    <a:pt x="8631" y="542"/>
                  </a:cubicBezTo>
                  <a:cubicBezTo>
                    <a:pt x="8536" y="683"/>
                    <a:pt x="8443" y="820"/>
                    <a:pt x="8351" y="958"/>
                  </a:cubicBezTo>
                  <a:cubicBezTo>
                    <a:pt x="7586" y="2099"/>
                    <a:pt x="6926" y="3084"/>
                    <a:pt x="5783" y="3874"/>
                  </a:cubicBezTo>
                  <a:cubicBezTo>
                    <a:pt x="4558" y="4724"/>
                    <a:pt x="3148" y="5334"/>
                    <a:pt x="1703" y="5646"/>
                  </a:cubicBezTo>
                  <a:lnTo>
                    <a:pt x="1597" y="5669"/>
                  </a:lnTo>
                  <a:cubicBezTo>
                    <a:pt x="1140" y="5765"/>
                    <a:pt x="670" y="5864"/>
                    <a:pt x="332" y="6191"/>
                  </a:cubicBezTo>
                  <a:cubicBezTo>
                    <a:pt x="113" y="6402"/>
                    <a:pt x="1" y="6750"/>
                    <a:pt x="50" y="7054"/>
                  </a:cubicBezTo>
                  <a:cubicBezTo>
                    <a:pt x="89" y="7283"/>
                    <a:pt x="211" y="7459"/>
                    <a:pt x="400" y="7550"/>
                  </a:cubicBezTo>
                  <a:cubicBezTo>
                    <a:pt x="517" y="7605"/>
                    <a:pt x="643" y="7622"/>
                    <a:pt x="770" y="7622"/>
                  </a:cubicBezTo>
                  <a:cubicBezTo>
                    <a:pt x="867" y="7622"/>
                    <a:pt x="964" y="7612"/>
                    <a:pt x="1059" y="7603"/>
                  </a:cubicBezTo>
                  <a:cubicBezTo>
                    <a:pt x="1505" y="7560"/>
                    <a:pt x="1956" y="7538"/>
                    <a:pt x="2409" y="7538"/>
                  </a:cubicBezTo>
                  <a:cubicBezTo>
                    <a:pt x="3724" y="7538"/>
                    <a:pt x="5050" y="7721"/>
                    <a:pt x="6305" y="8078"/>
                  </a:cubicBezTo>
                  <a:cubicBezTo>
                    <a:pt x="6422" y="8112"/>
                    <a:pt x="6540" y="8148"/>
                    <a:pt x="6659" y="8182"/>
                  </a:cubicBezTo>
                  <a:cubicBezTo>
                    <a:pt x="7238" y="8354"/>
                    <a:pt x="7835" y="8532"/>
                    <a:pt x="8439" y="8532"/>
                  </a:cubicBezTo>
                  <a:cubicBezTo>
                    <a:pt x="8560" y="8532"/>
                    <a:pt x="8681" y="8525"/>
                    <a:pt x="8804" y="8509"/>
                  </a:cubicBezTo>
                  <a:cubicBezTo>
                    <a:pt x="9324" y="8442"/>
                    <a:pt x="9836" y="8151"/>
                    <a:pt x="10142" y="7753"/>
                  </a:cubicBezTo>
                  <a:cubicBezTo>
                    <a:pt x="10374" y="7452"/>
                    <a:pt x="10474" y="7113"/>
                    <a:pt x="10429" y="6774"/>
                  </a:cubicBezTo>
                  <a:cubicBezTo>
                    <a:pt x="10372" y="6346"/>
                    <a:pt x="10106" y="6000"/>
                    <a:pt x="9850" y="5668"/>
                  </a:cubicBezTo>
                  <a:cubicBezTo>
                    <a:pt x="9687" y="5457"/>
                    <a:pt x="9520" y="5239"/>
                    <a:pt x="9409" y="5004"/>
                  </a:cubicBezTo>
                  <a:cubicBezTo>
                    <a:pt x="8990" y="4121"/>
                    <a:pt x="9360" y="3120"/>
                    <a:pt x="9718" y="2153"/>
                  </a:cubicBezTo>
                  <a:cubicBezTo>
                    <a:pt x="9791" y="1954"/>
                    <a:pt x="9864" y="1757"/>
                    <a:pt x="9930" y="1563"/>
                  </a:cubicBezTo>
                  <a:cubicBezTo>
                    <a:pt x="10036" y="1252"/>
                    <a:pt x="10121" y="917"/>
                    <a:pt x="10039" y="592"/>
                  </a:cubicBezTo>
                  <a:cubicBezTo>
                    <a:pt x="9963" y="293"/>
                    <a:pt x="9690" y="0"/>
                    <a:pt x="9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2"/>
            <p:cNvSpPr/>
            <p:nvPr/>
          </p:nvSpPr>
          <p:spPr>
            <a:xfrm>
              <a:off x="3401800" y="1458050"/>
              <a:ext cx="161100" cy="61825"/>
            </a:xfrm>
            <a:custGeom>
              <a:rect b="b" l="l" r="r" t="t"/>
              <a:pathLst>
                <a:path extrusionOk="0" h="2473" w="6444">
                  <a:moveTo>
                    <a:pt x="5091" y="147"/>
                  </a:moveTo>
                  <a:cubicBezTo>
                    <a:pt x="5482" y="147"/>
                    <a:pt x="5834" y="223"/>
                    <a:pt x="6025" y="460"/>
                  </a:cubicBezTo>
                  <a:cubicBezTo>
                    <a:pt x="6278" y="775"/>
                    <a:pt x="6258" y="1288"/>
                    <a:pt x="5979" y="1579"/>
                  </a:cubicBezTo>
                  <a:cubicBezTo>
                    <a:pt x="5698" y="1873"/>
                    <a:pt x="5259" y="1933"/>
                    <a:pt x="4795" y="1975"/>
                  </a:cubicBezTo>
                  <a:lnTo>
                    <a:pt x="911" y="2319"/>
                  </a:lnTo>
                  <a:cubicBezTo>
                    <a:pt x="885" y="2322"/>
                    <a:pt x="835" y="2325"/>
                    <a:pt x="772" y="2325"/>
                  </a:cubicBezTo>
                  <a:cubicBezTo>
                    <a:pt x="567" y="2325"/>
                    <a:pt x="231" y="2287"/>
                    <a:pt x="187" y="2044"/>
                  </a:cubicBezTo>
                  <a:cubicBezTo>
                    <a:pt x="158" y="1883"/>
                    <a:pt x="279" y="1714"/>
                    <a:pt x="547" y="1543"/>
                  </a:cubicBezTo>
                  <a:cubicBezTo>
                    <a:pt x="1447" y="969"/>
                    <a:pt x="2488" y="561"/>
                    <a:pt x="3551" y="365"/>
                  </a:cubicBezTo>
                  <a:cubicBezTo>
                    <a:pt x="3621" y="352"/>
                    <a:pt x="3700" y="336"/>
                    <a:pt x="3784" y="320"/>
                  </a:cubicBezTo>
                  <a:cubicBezTo>
                    <a:pt x="4150" y="246"/>
                    <a:pt x="4646" y="147"/>
                    <a:pt x="5091" y="147"/>
                  </a:cubicBezTo>
                  <a:close/>
                  <a:moveTo>
                    <a:pt x="5088" y="0"/>
                  </a:moveTo>
                  <a:cubicBezTo>
                    <a:pt x="4627" y="0"/>
                    <a:pt x="4127" y="100"/>
                    <a:pt x="3757" y="174"/>
                  </a:cubicBezTo>
                  <a:cubicBezTo>
                    <a:pt x="3671" y="191"/>
                    <a:pt x="3594" y="206"/>
                    <a:pt x="3524" y="220"/>
                  </a:cubicBezTo>
                  <a:cubicBezTo>
                    <a:pt x="2441" y="419"/>
                    <a:pt x="1384" y="834"/>
                    <a:pt x="466" y="1419"/>
                  </a:cubicBezTo>
                  <a:cubicBezTo>
                    <a:pt x="144" y="1625"/>
                    <a:pt x="1" y="1845"/>
                    <a:pt x="42" y="2070"/>
                  </a:cubicBezTo>
                  <a:cubicBezTo>
                    <a:pt x="90" y="2327"/>
                    <a:pt x="352" y="2472"/>
                    <a:pt x="756" y="2472"/>
                  </a:cubicBezTo>
                  <a:cubicBezTo>
                    <a:pt x="810" y="2472"/>
                    <a:pt x="867" y="2470"/>
                    <a:pt x="925" y="2465"/>
                  </a:cubicBezTo>
                  <a:lnTo>
                    <a:pt x="4810" y="2120"/>
                  </a:lnTo>
                  <a:cubicBezTo>
                    <a:pt x="5303" y="2077"/>
                    <a:pt x="5773" y="2010"/>
                    <a:pt x="6087" y="1680"/>
                  </a:cubicBezTo>
                  <a:cubicBezTo>
                    <a:pt x="6418" y="1331"/>
                    <a:pt x="6443" y="743"/>
                    <a:pt x="6141" y="367"/>
                  </a:cubicBezTo>
                  <a:cubicBezTo>
                    <a:pt x="5916" y="88"/>
                    <a:pt x="5519" y="0"/>
                    <a:pt x="5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2"/>
          <p:cNvGrpSpPr/>
          <p:nvPr/>
        </p:nvGrpSpPr>
        <p:grpSpPr>
          <a:xfrm>
            <a:off x="7165734" y="160531"/>
            <a:ext cx="2169783" cy="1481853"/>
            <a:chOff x="-512179" y="-394944"/>
            <a:chExt cx="2169783" cy="1481853"/>
          </a:xfrm>
        </p:grpSpPr>
        <p:grpSp>
          <p:nvGrpSpPr>
            <p:cNvPr id="4814" name="Google Shape;4814;p62"/>
            <p:cNvGrpSpPr/>
            <p:nvPr/>
          </p:nvGrpSpPr>
          <p:grpSpPr>
            <a:xfrm>
              <a:off x="-512179" y="-394944"/>
              <a:ext cx="1878017" cy="1225153"/>
              <a:chOff x="1705450" y="1644825"/>
              <a:chExt cx="1313850" cy="857050"/>
            </a:xfrm>
          </p:grpSpPr>
          <p:sp>
            <p:nvSpPr>
              <p:cNvPr id="4815" name="Google Shape;4815;p62"/>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2"/>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2"/>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2"/>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2"/>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2"/>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2"/>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2"/>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2"/>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2"/>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2"/>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2"/>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2"/>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2"/>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2"/>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2"/>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2"/>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2"/>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2"/>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2"/>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2"/>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2"/>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2"/>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2"/>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2"/>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2"/>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2"/>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2"/>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2"/>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2"/>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2"/>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2"/>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2"/>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2"/>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2"/>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2"/>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2"/>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2"/>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2"/>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2"/>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2"/>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2"/>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2"/>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2"/>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2"/>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2"/>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2"/>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2"/>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2"/>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2"/>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62"/>
            <p:cNvGrpSpPr/>
            <p:nvPr/>
          </p:nvGrpSpPr>
          <p:grpSpPr>
            <a:xfrm>
              <a:off x="380139" y="539997"/>
              <a:ext cx="1277466" cy="546912"/>
              <a:chOff x="2011750" y="3107325"/>
              <a:chExt cx="1510900" cy="646850"/>
            </a:xfrm>
          </p:grpSpPr>
          <p:sp>
            <p:nvSpPr>
              <p:cNvPr id="4866" name="Google Shape;4866;p62"/>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2"/>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2"/>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2"/>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2"/>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2"/>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5" name="Shape 4875"/>
        <p:cNvGrpSpPr/>
        <p:nvPr/>
      </p:nvGrpSpPr>
      <p:grpSpPr>
        <a:xfrm>
          <a:off x="0" y="0"/>
          <a:ext cx="0" cy="0"/>
          <a:chOff x="0" y="0"/>
          <a:chExt cx="0" cy="0"/>
        </a:xfrm>
      </p:grpSpPr>
      <p:sp>
        <p:nvSpPr>
          <p:cNvPr id="4876" name="Google Shape;4876;p63"/>
          <p:cNvSpPr txBox="1"/>
          <p:nvPr>
            <p:ph type="title"/>
          </p:nvPr>
        </p:nvSpPr>
        <p:spPr>
          <a:xfrm rot="-904">
            <a:off x="720000" y="3152331"/>
            <a:ext cx="4563900" cy="60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—Jemand Berühmt</a:t>
            </a:r>
            <a:endParaRPr/>
          </a:p>
          <a:p>
            <a:pPr indent="0" lvl="0" marL="0" rtl="0" algn="r">
              <a:spcBef>
                <a:spcPts val="0"/>
              </a:spcBef>
              <a:spcAft>
                <a:spcPts val="0"/>
              </a:spcAft>
              <a:buNone/>
            </a:pPr>
            <a:r>
              <a:t/>
            </a:r>
            <a:endParaRPr/>
          </a:p>
        </p:txBody>
      </p:sp>
      <p:sp>
        <p:nvSpPr>
          <p:cNvPr id="4877" name="Google Shape;4877;p63"/>
          <p:cNvSpPr txBox="1"/>
          <p:nvPr>
            <p:ph idx="1" type="subTitle"/>
          </p:nvPr>
        </p:nvSpPr>
        <p:spPr>
          <a:xfrm>
            <a:off x="720125" y="1386063"/>
            <a:ext cx="4563900" cy="159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Dies ist ein Zitat, Worte voller Weisheit, die jemand Wichtiges gesagt hat und die den Leser inspirieren können.</a:t>
            </a:r>
            <a:r>
              <a:rPr lang="en"/>
              <a:t>”</a:t>
            </a:r>
            <a:endParaRPr/>
          </a:p>
          <a:p>
            <a:pPr indent="0" lvl="0" marL="0" rtl="0" algn="l">
              <a:spcBef>
                <a:spcPts val="1600"/>
              </a:spcBef>
              <a:spcAft>
                <a:spcPts val="1600"/>
              </a:spcAft>
              <a:buNone/>
            </a:pPr>
            <a:r>
              <a:t/>
            </a:r>
            <a:endParaRPr/>
          </a:p>
        </p:txBody>
      </p:sp>
      <p:grpSp>
        <p:nvGrpSpPr>
          <p:cNvPr id="4878" name="Google Shape;4878;p63"/>
          <p:cNvGrpSpPr/>
          <p:nvPr/>
        </p:nvGrpSpPr>
        <p:grpSpPr>
          <a:xfrm>
            <a:off x="5515447" y="2007983"/>
            <a:ext cx="1035134" cy="974084"/>
            <a:chOff x="6450675" y="609250"/>
            <a:chExt cx="1259900" cy="1185450"/>
          </a:xfrm>
        </p:grpSpPr>
        <p:sp>
          <p:nvSpPr>
            <p:cNvPr id="4879" name="Google Shape;4879;p63"/>
            <p:cNvSpPr/>
            <p:nvPr/>
          </p:nvSpPr>
          <p:spPr>
            <a:xfrm>
              <a:off x="6450675" y="609250"/>
              <a:ext cx="1259900" cy="1185450"/>
            </a:xfrm>
            <a:custGeom>
              <a:rect b="b" l="l" r="r" t="t"/>
              <a:pathLst>
                <a:path extrusionOk="0" h="47418" w="50396">
                  <a:moveTo>
                    <a:pt x="25149" y="695"/>
                  </a:moveTo>
                  <a:cubicBezTo>
                    <a:pt x="26152" y="695"/>
                    <a:pt x="27163" y="759"/>
                    <a:pt x="28176" y="892"/>
                  </a:cubicBezTo>
                  <a:cubicBezTo>
                    <a:pt x="40757" y="2534"/>
                    <a:pt x="49656" y="14107"/>
                    <a:pt x="48014" y="26687"/>
                  </a:cubicBezTo>
                  <a:cubicBezTo>
                    <a:pt x="47218" y="32783"/>
                    <a:pt x="44097" y="38204"/>
                    <a:pt x="39224" y="41950"/>
                  </a:cubicBezTo>
                  <a:cubicBezTo>
                    <a:pt x="35161" y="45076"/>
                    <a:pt x="30285" y="46724"/>
                    <a:pt x="25242" y="46724"/>
                  </a:cubicBezTo>
                  <a:cubicBezTo>
                    <a:pt x="24239" y="46724"/>
                    <a:pt x="23229" y="46659"/>
                    <a:pt x="22218" y="46527"/>
                  </a:cubicBezTo>
                  <a:cubicBezTo>
                    <a:pt x="9637" y="44885"/>
                    <a:pt x="736" y="33313"/>
                    <a:pt x="2379" y="20732"/>
                  </a:cubicBezTo>
                  <a:cubicBezTo>
                    <a:pt x="3175" y="14636"/>
                    <a:pt x="6296" y="9216"/>
                    <a:pt x="11169" y="5469"/>
                  </a:cubicBezTo>
                  <a:cubicBezTo>
                    <a:pt x="15232" y="2345"/>
                    <a:pt x="20106" y="695"/>
                    <a:pt x="25149" y="695"/>
                  </a:cubicBezTo>
                  <a:close/>
                  <a:moveTo>
                    <a:pt x="25149" y="0"/>
                  </a:moveTo>
                  <a:cubicBezTo>
                    <a:pt x="19956" y="0"/>
                    <a:pt x="14933" y="1700"/>
                    <a:pt x="10747" y="4919"/>
                  </a:cubicBezTo>
                  <a:cubicBezTo>
                    <a:pt x="5727" y="8779"/>
                    <a:pt x="2512" y="14362"/>
                    <a:pt x="1692" y="20640"/>
                  </a:cubicBezTo>
                  <a:cubicBezTo>
                    <a:pt x="0" y="33600"/>
                    <a:pt x="9167" y="45521"/>
                    <a:pt x="22128" y="47213"/>
                  </a:cubicBezTo>
                  <a:cubicBezTo>
                    <a:pt x="23170" y="47350"/>
                    <a:pt x="24211" y="47417"/>
                    <a:pt x="25246" y="47417"/>
                  </a:cubicBezTo>
                  <a:cubicBezTo>
                    <a:pt x="30439" y="47417"/>
                    <a:pt x="35463" y="45718"/>
                    <a:pt x="39647" y="42498"/>
                  </a:cubicBezTo>
                  <a:cubicBezTo>
                    <a:pt x="44667" y="38638"/>
                    <a:pt x="47882" y="33055"/>
                    <a:pt x="48702" y="26777"/>
                  </a:cubicBezTo>
                  <a:cubicBezTo>
                    <a:pt x="50395" y="13816"/>
                    <a:pt x="41228" y="1896"/>
                    <a:pt x="28266" y="204"/>
                  </a:cubicBezTo>
                  <a:cubicBezTo>
                    <a:pt x="27224" y="68"/>
                    <a:pt x="26183" y="0"/>
                    <a:pt x="251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3"/>
            <p:cNvSpPr/>
            <p:nvPr/>
          </p:nvSpPr>
          <p:spPr>
            <a:xfrm>
              <a:off x="6490375" y="1257125"/>
              <a:ext cx="1144325" cy="285850"/>
            </a:xfrm>
            <a:custGeom>
              <a:rect b="b" l="l" r="r" t="t"/>
              <a:pathLst>
                <a:path extrusionOk="0" h="11434" w="45773">
                  <a:moveTo>
                    <a:pt x="90" y="0"/>
                  </a:moveTo>
                  <a:lnTo>
                    <a:pt x="1" y="688"/>
                  </a:lnTo>
                  <a:lnTo>
                    <a:pt x="10660" y="2079"/>
                  </a:lnTo>
                  <a:cubicBezTo>
                    <a:pt x="12301" y="7028"/>
                    <a:pt x="16668" y="10644"/>
                    <a:pt x="21844" y="11320"/>
                  </a:cubicBezTo>
                  <a:cubicBezTo>
                    <a:pt x="22428" y="11396"/>
                    <a:pt x="23014" y="11433"/>
                    <a:pt x="23594" y="11433"/>
                  </a:cubicBezTo>
                  <a:cubicBezTo>
                    <a:pt x="28153" y="11433"/>
                    <a:pt x="32491" y="9127"/>
                    <a:pt x="35025" y="5259"/>
                  </a:cubicBezTo>
                  <a:lnTo>
                    <a:pt x="45684" y="6651"/>
                  </a:lnTo>
                  <a:lnTo>
                    <a:pt x="45773" y="5964"/>
                  </a:lnTo>
                  <a:lnTo>
                    <a:pt x="34677" y="4515"/>
                  </a:lnTo>
                  <a:lnTo>
                    <a:pt x="34559" y="4702"/>
                  </a:lnTo>
                  <a:cubicBezTo>
                    <a:pt x="32173" y="8481"/>
                    <a:pt x="27997" y="10741"/>
                    <a:pt x="23598" y="10741"/>
                  </a:cubicBezTo>
                  <a:cubicBezTo>
                    <a:pt x="23045" y="10741"/>
                    <a:pt x="22489" y="10705"/>
                    <a:pt x="21933" y="10633"/>
                  </a:cubicBezTo>
                  <a:cubicBezTo>
                    <a:pt x="16950" y="9981"/>
                    <a:pt x="12759" y="6460"/>
                    <a:pt x="11253" y="1660"/>
                  </a:cubicBezTo>
                  <a:lnTo>
                    <a:pt x="11187" y="1448"/>
                  </a:lnTo>
                  <a:lnTo>
                    <a:pt x="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3"/>
            <p:cNvSpPr/>
            <p:nvPr/>
          </p:nvSpPr>
          <p:spPr>
            <a:xfrm>
              <a:off x="6526500" y="860975"/>
              <a:ext cx="1144325" cy="285900"/>
            </a:xfrm>
            <a:custGeom>
              <a:rect b="b" l="l" r="r" t="t"/>
              <a:pathLst>
                <a:path extrusionOk="0" h="11436" w="45773">
                  <a:moveTo>
                    <a:pt x="22171" y="0"/>
                  </a:moveTo>
                  <a:cubicBezTo>
                    <a:pt x="17614" y="0"/>
                    <a:pt x="13281" y="2310"/>
                    <a:pt x="10748" y="6176"/>
                  </a:cubicBezTo>
                  <a:lnTo>
                    <a:pt x="89" y="4784"/>
                  </a:lnTo>
                  <a:lnTo>
                    <a:pt x="0" y="5472"/>
                  </a:lnTo>
                  <a:lnTo>
                    <a:pt x="11097" y="6920"/>
                  </a:lnTo>
                  <a:lnTo>
                    <a:pt x="11216" y="6733"/>
                  </a:lnTo>
                  <a:cubicBezTo>
                    <a:pt x="13601" y="2954"/>
                    <a:pt x="17780" y="696"/>
                    <a:pt x="22179" y="696"/>
                  </a:cubicBezTo>
                  <a:cubicBezTo>
                    <a:pt x="22730" y="696"/>
                    <a:pt x="23285" y="731"/>
                    <a:pt x="23840" y="803"/>
                  </a:cubicBezTo>
                  <a:cubicBezTo>
                    <a:pt x="28824" y="1453"/>
                    <a:pt x="33017" y="4975"/>
                    <a:pt x="34520" y="9776"/>
                  </a:cubicBezTo>
                  <a:lnTo>
                    <a:pt x="34586" y="9987"/>
                  </a:lnTo>
                  <a:lnTo>
                    <a:pt x="45684" y="11436"/>
                  </a:lnTo>
                  <a:lnTo>
                    <a:pt x="45772" y="10750"/>
                  </a:lnTo>
                  <a:lnTo>
                    <a:pt x="35113" y="9358"/>
                  </a:lnTo>
                  <a:cubicBezTo>
                    <a:pt x="33473" y="4407"/>
                    <a:pt x="29106" y="791"/>
                    <a:pt x="23929" y="115"/>
                  </a:cubicBezTo>
                  <a:cubicBezTo>
                    <a:pt x="23341" y="38"/>
                    <a:pt x="22754" y="0"/>
                    <a:pt x="22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3"/>
            <p:cNvSpPr/>
            <p:nvPr/>
          </p:nvSpPr>
          <p:spPr>
            <a:xfrm>
              <a:off x="6845050" y="752425"/>
              <a:ext cx="61550" cy="80625"/>
            </a:xfrm>
            <a:custGeom>
              <a:rect b="b" l="l" r="r" t="t"/>
              <a:pathLst>
                <a:path extrusionOk="0" h="3225" w="2462">
                  <a:moveTo>
                    <a:pt x="2148" y="0"/>
                  </a:moveTo>
                  <a:lnTo>
                    <a:pt x="1790" y="172"/>
                  </a:lnTo>
                  <a:lnTo>
                    <a:pt x="1965" y="1668"/>
                  </a:lnTo>
                  <a:cubicBezTo>
                    <a:pt x="2009" y="2063"/>
                    <a:pt x="2060" y="2442"/>
                    <a:pt x="2131" y="2779"/>
                  </a:cubicBezTo>
                  <a:lnTo>
                    <a:pt x="2123" y="2783"/>
                  </a:lnTo>
                  <a:cubicBezTo>
                    <a:pt x="1908" y="2511"/>
                    <a:pt x="1661" y="2241"/>
                    <a:pt x="1380" y="1943"/>
                  </a:cubicBezTo>
                  <a:lnTo>
                    <a:pt x="363" y="854"/>
                  </a:lnTo>
                  <a:lnTo>
                    <a:pt x="1" y="1029"/>
                  </a:lnTo>
                  <a:lnTo>
                    <a:pt x="2092" y="3224"/>
                  </a:lnTo>
                  <a:lnTo>
                    <a:pt x="2461" y="3047"/>
                  </a:lnTo>
                  <a:lnTo>
                    <a:pt x="2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3"/>
            <p:cNvSpPr/>
            <p:nvPr/>
          </p:nvSpPr>
          <p:spPr>
            <a:xfrm>
              <a:off x="6922850" y="741575"/>
              <a:ext cx="31600" cy="71275"/>
            </a:xfrm>
            <a:custGeom>
              <a:rect b="b" l="l" r="r" t="t"/>
              <a:pathLst>
                <a:path extrusionOk="0" h="2851" w="1264">
                  <a:moveTo>
                    <a:pt x="352" y="1"/>
                  </a:moveTo>
                  <a:lnTo>
                    <a:pt x="0" y="118"/>
                  </a:lnTo>
                  <a:lnTo>
                    <a:pt x="909" y="2850"/>
                  </a:lnTo>
                  <a:lnTo>
                    <a:pt x="1263" y="2733"/>
                  </a:lnTo>
                  <a:lnTo>
                    <a:pt x="3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3"/>
            <p:cNvSpPr/>
            <p:nvPr/>
          </p:nvSpPr>
          <p:spPr>
            <a:xfrm>
              <a:off x="6962925" y="725725"/>
              <a:ext cx="52700" cy="75725"/>
            </a:xfrm>
            <a:custGeom>
              <a:rect b="b" l="l" r="r" t="t"/>
              <a:pathLst>
                <a:path extrusionOk="0" h="3029" w="2108">
                  <a:moveTo>
                    <a:pt x="1177" y="0"/>
                  </a:moveTo>
                  <a:cubicBezTo>
                    <a:pt x="1079" y="0"/>
                    <a:pt x="967" y="11"/>
                    <a:pt x="844" y="36"/>
                  </a:cubicBezTo>
                  <a:cubicBezTo>
                    <a:pt x="296" y="150"/>
                    <a:pt x="1" y="554"/>
                    <a:pt x="93" y="993"/>
                  </a:cubicBezTo>
                  <a:cubicBezTo>
                    <a:pt x="176" y="1390"/>
                    <a:pt x="510" y="1567"/>
                    <a:pt x="1004" y="1636"/>
                  </a:cubicBezTo>
                  <a:cubicBezTo>
                    <a:pt x="1415" y="1703"/>
                    <a:pt x="1596" y="1821"/>
                    <a:pt x="1652" y="2084"/>
                  </a:cubicBezTo>
                  <a:cubicBezTo>
                    <a:pt x="1712" y="2370"/>
                    <a:pt x="1534" y="2613"/>
                    <a:pt x="1163" y="2690"/>
                  </a:cubicBezTo>
                  <a:cubicBezTo>
                    <a:pt x="1078" y="2707"/>
                    <a:pt x="993" y="2715"/>
                    <a:pt x="910" y="2715"/>
                  </a:cubicBezTo>
                  <a:cubicBezTo>
                    <a:pt x="747" y="2715"/>
                    <a:pt x="594" y="2685"/>
                    <a:pt x="472" y="2641"/>
                  </a:cubicBezTo>
                  <a:lnTo>
                    <a:pt x="443" y="2965"/>
                  </a:lnTo>
                  <a:cubicBezTo>
                    <a:pt x="546" y="3006"/>
                    <a:pt x="699" y="3029"/>
                    <a:pt x="862" y="3029"/>
                  </a:cubicBezTo>
                  <a:cubicBezTo>
                    <a:pt x="974" y="3029"/>
                    <a:pt x="1090" y="3018"/>
                    <a:pt x="1200" y="2995"/>
                  </a:cubicBezTo>
                  <a:cubicBezTo>
                    <a:pt x="1865" y="2856"/>
                    <a:pt x="2108" y="2412"/>
                    <a:pt x="2018" y="1978"/>
                  </a:cubicBezTo>
                  <a:cubicBezTo>
                    <a:pt x="1931" y="1563"/>
                    <a:pt x="1641" y="1383"/>
                    <a:pt x="1125" y="1299"/>
                  </a:cubicBezTo>
                  <a:cubicBezTo>
                    <a:pt x="704" y="1231"/>
                    <a:pt x="506" y="1137"/>
                    <a:pt x="451" y="874"/>
                  </a:cubicBezTo>
                  <a:cubicBezTo>
                    <a:pt x="410" y="681"/>
                    <a:pt x="510" y="421"/>
                    <a:pt x="894" y="340"/>
                  </a:cubicBezTo>
                  <a:cubicBezTo>
                    <a:pt x="980" y="322"/>
                    <a:pt x="1061" y="315"/>
                    <a:pt x="1134" y="315"/>
                  </a:cubicBezTo>
                  <a:cubicBezTo>
                    <a:pt x="1276" y="315"/>
                    <a:pt x="1389" y="341"/>
                    <a:pt x="1458" y="361"/>
                  </a:cubicBezTo>
                  <a:lnTo>
                    <a:pt x="1496" y="45"/>
                  </a:lnTo>
                  <a:cubicBezTo>
                    <a:pt x="1415" y="19"/>
                    <a:pt x="1308" y="0"/>
                    <a:pt x="1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3"/>
            <p:cNvSpPr/>
            <p:nvPr/>
          </p:nvSpPr>
          <p:spPr>
            <a:xfrm>
              <a:off x="7032725" y="719725"/>
              <a:ext cx="15575" cy="72550"/>
            </a:xfrm>
            <a:custGeom>
              <a:rect b="b" l="l" r="r" t="t"/>
              <a:pathLst>
                <a:path extrusionOk="0" h="2902" w="623">
                  <a:moveTo>
                    <a:pt x="371" y="1"/>
                  </a:moveTo>
                  <a:lnTo>
                    <a:pt x="1" y="33"/>
                  </a:lnTo>
                  <a:lnTo>
                    <a:pt x="252" y="2901"/>
                  </a:lnTo>
                  <a:lnTo>
                    <a:pt x="623" y="2869"/>
                  </a:lnTo>
                  <a:lnTo>
                    <a:pt x="3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3"/>
            <p:cNvSpPr/>
            <p:nvPr/>
          </p:nvSpPr>
          <p:spPr>
            <a:xfrm>
              <a:off x="7066650" y="717600"/>
              <a:ext cx="53625" cy="72975"/>
            </a:xfrm>
            <a:custGeom>
              <a:rect b="b" l="l" r="r" t="t"/>
              <a:pathLst>
                <a:path extrusionOk="0" h="2919" w="2145">
                  <a:moveTo>
                    <a:pt x="10" y="0"/>
                  </a:moveTo>
                  <a:lnTo>
                    <a:pt x="0" y="317"/>
                  </a:lnTo>
                  <a:lnTo>
                    <a:pt x="877" y="341"/>
                  </a:lnTo>
                  <a:lnTo>
                    <a:pt x="805" y="2909"/>
                  </a:lnTo>
                  <a:lnTo>
                    <a:pt x="1182" y="2919"/>
                  </a:lnTo>
                  <a:lnTo>
                    <a:pt x="1255" y="353"/>
                  </a:lnTo>
                  <a:lnTo>
                    <a:pt x="2136" y="377"/>
                  </a:lnTo>
                  <a:lnTo>
                    <a:pt x="2144" y="61"/>
                  </a:ln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3"/>
            <p:cNvSpPr/>
            <p:nvPr/>
          </p:nvSpPr>
          <p:spPr>
            <a:xfrm>
              <a:off x="7165975" y="729775"/>
              <a:ext cx="57725" cy="71275"/>
            </a:xfrm>
            <a:custGeom>
              <a:rect b="b" l="l" r="r" t="t"/>
              <a:pathLst>
                <a:path extrusionOk="0" h="2851" w="2309">
                  <a:moveTo>
                    <a:pt x="1017" y="354"/>
                  </a:moveTo>
                  <a:cubicBezTo>
                    <a:pt x="1083" y="354"/>
                    <a:pt x="1207" y="374"/>
                    <a:pt x="1365" y="415"/>
                  </a:cubicBezTo>
                  <a:cubicBezTo>
                    <a:pt x="1762" y="518"/>
                    <a:pt x="1976" y="766"/>
                    <a:pt x="1879" y="1133"/>
                  </a:cubicBezTo>
                  <a:cubicBezTo>
                    <a:pt x="1801" y="1432"/>
                    <a:pt x="1590" y="1584"/>
                    <a:pt x="1297" y="1584"/>
                  </a:cubicBezTo>
                  <a:cubicBezTo>
                    <a:pt x="1213" y="1584"/>
                    <a:pt x="1121" y="1571"/>
                    <a:pt x="1024" y="1546"/>
                  </a:cubicBezTo>
                  <a:cubicBezTo>
                    <a:pt x="904" y="1515"/>
                    <a:pt x="808" y="1481"/>
                    <a:pt x="733" y="1439"/>
                  </a:cubicBezTo>
                  <a:lnTo>
                    <a:pt x="1017" y="354"/>
                  </a:lnTo>
                  <a:close/>
                  <a:moveTo>
                    <a:pt x="726" y="0"/>
                  </a:moveTo>
                  <a:lnTo>
                    <a:pt x="1" y="2756"/>
                  </a:lnTo>
                  <a:lnTo>
                    <a:pt x="362" y="2851"/>
                  </a:lnTo>
                  <a:lnTo>
                    <a:pt x="655" y="1734"/>
                  </a:lnTo>
                  <a:cubicBezTo>
                    <a:pt x="733" y="1776"/>
                    <a:pt x="831" y="1805"/>
                    <a:pt x="939" y="1834"/>
                  </a:cubicBezTo>
                  <a:cubicBezTo>
                    <a:pt x="1077" y="1870"/>
                    <a:pt x="1212" y="1888"/>
                    <a:pt x="1341" y="1888"/>
                  </a:cubicBezTo>
                  <a:cubicBezTo>
                    <a:pt x="1541" y="1888"/>
                    <a:pt x="1724" y="1843"/>
                    <a:pt x="1872" y="1750"/>
                  </a:cubicBezTo>
                  <a:cubicBezTo>
                    <a:pt x="2052" y="1643"/>
                    <a:pt x="2178" y="1463"/>
                    <a:pt x="2244" y="1210"/>
                  </a:cubicBezTo>
                  <a:cubicBezTo>
                    <a:pt x="2309" y="963"/>
                    <a:pt x="2271" y="735"/>
                    <a:pt x="2152" y="564"/>
                  </a:cubicBezTo>
                  <a:cubicBezTo>
                    <a:pt x="2026" y="372"/>
                    <a:pt x="1788" y="220"/>
                    <a:pt x="1432" y="127"/>
                  </a:cubicBezTo>
                  <a:cubicBezTo>
                    <a:pt x="1141" y="52"/>
                    <a:pt x="908" y="17"/>
                    <a:pt x="7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3"/>
            <p:cNvSpPr/>
            <p:nvPr/>
          </p:nvSpPr>
          <p:spPr>
            <a:xfrm>
              <a:off x="7214650" y="754675"/>
              <a:ext cx="61150" cy="80375"/>
            </a:xfrm>
            <a:custGeom>
              <a:rect b="b" l="l" r="r" t="t"/>
              <a:pathLst>
                <a:path extrusionOk="0" h="3215" w="2446">
                  <a:moveTo>
                    <a:pt x="2095" y="387"/>
                  </a:moveTo>
                  <a:lnTo>
                    <a:pt x="2103" y="390"/>
                  </a:lnTo>
                  <a:cubicBezTo>
                    <a:pt x="2077" y="562"/>
                    <a:pt x="2050" y="734"/>
                    <a:pt x="2034" y="934"/>
                  </a:cubicBezTo>
                  <a:lnTo>
                    <a:pt x="1968" y="1807"/>
                  </a:lnTo>
                  <a:lnTo>
                    <a:pt x="1172" y="1466"/>
                  </a:lnTo>
                  <a:lnTo>
                    <a:pt x="1757" y="810"/>
                  </a:lnTo>
                  <a:cubicBezTo>
                    <a:pt x="1876" y="670"/>
                    <a:pt x="1989" y="527"/>
                    <a:pt x="2095" y="387"/>
                  </a:cubicBezTo>
                  <a:close/>
                  <a:moveTo>
                    <a:pt x="2031" y="1"/>
                  </a:moveTo>
                  <a:lnTo>
                    <a:pt x="1" y="2270"/>
                  </a:lnTo>
                  <a:lnTo>
                    <a:pt x="354" y="2420"/>
                  </a:lnTo>
                  <a:lnTo>
                    <a:pt x="986" y="1703"/>
                  </a:lnTo>
                  <a:lnTo>
                    <a:pt x="1926" y="2105"/>
                  </a:lnTo>
                  <a:lnTo>
                    <a:pt x="1854" y="3059"/>
                  </a:lnTo>
                  <a:lnTo>
                    <a:pt x="2220" y="3215"/>
                  </a:lnTo>
                  <a:lnTo>
                    <a:pt x="2446" y="177"/>
                  </a:lnTo>
                  <a:lnTo>
                    <a:pt x="20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3"/>
            <p:cNvSpPr/>
            <p:nvPr/>
          </p:nvSpPr>
          <p:spPr>
            <a:xfrm>
              <a:off x="7284850" y="789450"/>
              <a:ext cx="69825" cy="69075"/>
            </a:xfrm>
            <a:custGeom>
              <a:rect b="b" l="l" r="r" t="t"/>
              <a:pathLst>
                <a:path extrusionOk="0" h="2763" w="2793">
                  <a:moveTo>
                    <a:pt x="1757" y="1"/>
                  </a:moveTo>
                  <a:cubicBezTo>
                    <a:pt x="1496" y="1"/>
                    <a:pt x="1267" y="121"/>
                    <a:pt x="1126" y="344"/>
                  </a:cubicBezTo>
                  <a:cubicBezTo>
                    <a:pt x="908" y="688"/>
                    <a:pt x="1023" y="1049"/>
                    <a:pt x="1331" y="1441"/>
                  </a:cubicBezTo>
                  <a:cubicBezTo>
                    <a:pt x="1580" y="1776"/>
                    <a:pt x="1626" y="1988"/>
                    <a:pt x="1483" y="2215"/>
                  </a:cubicBezTo>
                  <a:cubicBezTo>
                    <a:pt x="1392" y="2357"/>
                    <a:pt x="1256" y="2433"/>
                    <a:pt x="1094" y="2433"/>
                  </a:cubicBezTo>
                  <a:cubicBezTo>
                    <a:pt x="977" y="2433"/>
                    <a:pt x="846" y="2393"/>
                    <a:pt x="711" y="2308"/>
                  </a:cubicBezTo>
                  <a:cubicBezTo>
                    <a:pt x="494" y="2170"/>
                    <a:pt x="334" y="1967"/>
                    <a:pt x="249" y="1792"/>
                  </a:cubicBezTo>
                  <a:lnTo>
                    <a:pt x="0" y="2005"/>
                  </a:lnTo>
                  <a:cubicBezTo>
                    <a:pt x="74" y="2175"/>
                    <a:pt x="289" y="2406"/>
                    <a:pt x="522" y="2553"/>
                  </a:cubicBezTo>
                  <a:cubicBezTo>
                    <a:pt x="752" y="2699"/>
                    <a:pt x="967" y="2762"/>
                    <a:pt x="1158" y="2762"/>
                  </a:cubicBezTo>
                  <a:cubicBezTo>
                    <a:pt x="1444" y="2762"/>
                    <a:pt x="1676" y="2618"/>
                    <a:pt x="1818" y="2392"/>
                  </a:cubicBezTo>
                  <a:cubicBezTo>
                    <a:pt x="2045" y="2035"/>
                    <a:pt x="1962" y="1704"/>
                    <a:pt x="1651" y="1284"/>
                  </a:cubicBezTo>
                  <a:cubicBezTo>
                    <a:pt x="1398" y="943"/>
                    <a:pt x="1321" y="736"/>
                    <a:pt x="1465" y="509"/>
                  </a:cubicBezTo>
                  <a:cubicBezTo>
                    <a:pt x="1530" y="407"/>
                    <a:pt x="1651" y="322"/>
                    <a:pt x="1812" y="322"/>
                  </a:cubicBezTo>
                  <a:cubicBezTo>
                    <a:pt x="1912" y="322"/>
                    <a:pt x="2027" y="355"/>
                    <a:pt x="2153" y="435"/>
                  </a:cubicBezTo>
                  <a:cubicBezTo>
                    <a:pt x="2374" y="574"/>
                    <a:pt x="2492" y="750"/>
                    <a:pt x="2543" y="844"/>
                  </a:cubicBezTo>
                  <a:lnTo>
                    <a:pt x="2792" y="641"/>
                  </a:lnTo>
                  <a:cubicBezTo>
                    <a:pt x="2724" y="512"/>
                    <a:pt x="2579" y="339"/>
                    <a:pt x="2331" y="182"/>
                  </a:cubicBezTo>
                  <a:cubicBezTo>
                    <a:pt x="2136" y="59"/>
                    <a:pt x="1939" y="1"/>
                    <a:pt x="17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3"/>
            <p:cNvSpPr/>
            <p:nvPr/>
          </p:nvSpPr>
          <p:spPr>
            <a:xfrm>
              <a:off x="7336275" y="830350"/>
              <a:ext cx="74000" cy="66575"/>
            </a:xfrm>
            <a:custGeom>
              <a:rect b="b" l="l" r="r" t="t"/>
              <a:pathLst>
                <a:path extrusionOk="0" h="2663" w="2960">
                  <a:moveTo>
                    <a:pt x="1907" y="1"/>
                  </a:moveTo>
                  <a:cubicBezTo>
                    <a:pt x="1694" y="1"/>
                    <a:pt x="1498" y="88"/>
                    <a:pt x="1353" y="257"/>
                  </a:cubicBezTo>
                  <a:cubicBezTo>
                    <a:pt x="1087" y="564"/>
                    <a:pt x="1149" y="938"/>
                    <a:pt x="1395" y="1371"/>
                  </a:cubicBezTo>
                  <a:cubicBezTo>
                    <a:pt x="1592" y="1740"/>
                    <a:pt x="1608" y="1956"/>
                    <a:pt x="1431" y="2159"/>
                  </a:cubicBezTo>
                  <a:cubicBezTo>
                    <a:pt x="1338" y="2268"/>
                    <a:pt x="1218" y="2325"/>
                    <a:pt x="1087" y="2325"/>
                  </a:cubicBezTo>
                  <a:cubicBezTo>
                    <a:pt x="950" y="2325"/>
                    <a:pt x="801" y="2264"/>
                    <a:pt x="656" y="2138"/>
                  </a:cubicBezTo>
                  <a:cubicBezTo>
                    <a:pt x="462" y="1970"/>
                    <a:pt x="333" y="1746"/>
                    <a:pt x="274" y="1560"/>
                  </a:cubicBezTo>
                  <a:lnTo>
                    <a:pt x="0" y="1733"/>
                  </a:lnTo>
                  <a:cubicBezTo>
                    <a:pt x="50" y="1912"/>
                    <a:pt x="225" y="2171"/>
                    <a:pt x="436" y="2352"/>
                  </a:cubicBezTo>
                  <a:cubicBezTo>
                    <a:pt x="686" y="2569"/>
                    <a:pt x="933" y="2662"/>
                    <a:pt x="1154" y="2662"/>
                  </a:cubicBezTo>
                  <a:cubicBezTo>
                    <a:pt x="1387" y="2662"/>
                    <a:pt x="1592" y="2558"/>
                    <a:pt x="1741" y="2385"/>
                  </a:cubicBezTo>
                  <a:cubicBezTo>
                    <a:pt x="2015" y="2066"/>
                    <a:pt x="1983" y="1725"/>
                    <a:pt x="1737" y="1264"/>
                  </a:cubicBezTo>
                  <a:cubicBezTo>
                    <a:pt x="1538" y="887"/>
                    <a:pt x="1490" y="674"/>
                    <a:pt x="1667" y="469"/>
                  </a:cubicBezTo>
                  <a:cubicBezTo>
                    <a:pt x="1734" y="391"/>
                    <a:pt x="1841" y="332"/>
                    <a:pt x="1971" y="332"/>
                  </a:cubicBezTo>
                  <a:cubicBezTo>
                    <a:pt x="2086" y="332"/>
                    <a:pt x="2219" y="378"/>
                    <a:pt x="2359" y="498"/>
                  </a:cubicBezTo>
                  <a:cubicBezTo>
                    <a:pt x="2556" y="669"/>
                    <a:pt x="2647" y="858"/>
                    <a:pt x="2684" y="958"/>
                  </a:cubicBezTo>
                  <a:lnTo>
                    <a:pt x="2959" y="797"/>
                  </a:lnTo>
                  <a:cubicBezTo>
                    <a:pt x="2909" y="658"/>
                    <a:pt x="2792" y="466"/>
                    <a:pt x="2571" y="274"/>
                  </a:cubicBezTo>
                  <a:cubicBezTo>
                    <a:pt x="2356" y="90"/>
                    <a:pt x="2123" y="1"/>
                    <a:pt x="19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3"/>
            <p:cNvSpPr/>
            <p:nvPr/>
          </p:nvSpPr>
          <p:spPr>
            <a:xfrm>
              <a:off x="6631150" y="1366550"/>
              <a:ext cx="48800" cy="26225"/>
            </a:xfrm>
            <a:custGeom>
              <a:rect b="b" l="l" r="r" t="t"/>
              <a:pathLst>
                <a:path extrusionOk="0" h="1049" w="1952">
                  <a:moveTo>
                    <a:pt x="1847" y="0"/>
                  </a:moveTo>
                  <a:lnTo>
                    <a:pt x="0" y="810"/>
                  </a:lnTo>
                  <a:lnTo>
                    <a:pt x="104" y="1048"/>
                  </a:lnTo>
                  <a:lnTo>
                    <a:pt x="1951" y="239"/>
                  </a:lnTo>
                  <a:lnTo>
                    <a:pt x="18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3"/>
            <p:cNvSpPr/>
            <p:nvPr/>
          </p:nvSpPr>
          <p:spPr>
            <a:xfrm>
              <a:off x="6642850" y="1388625"/>
              <a:ext cx="62450" cy="57500"/>
            </a:xfrm>
            <a:custGeom>
              <a:rect b="b" l="l" r="r" t="t"/>
              <a:pathLst>
                <a:path extrusionOk="0" h="2300" w="2498">
                  <a:moveTo>
                    <a:pt x="1769" y="0"/>
                  </a:moveTo>
                  <a:lnTo>
                    <a:pt x="1" y="970"/>
                  </a:lnTo>
                  <a:lnTo>
                    <a:pt x="120" y="1187"/>
                  </a:lnTo>
                  <a:lnTo>
                    <a:pt x="875" y="772"/>
                  </a:lnTo>
                  <a:cubicBezTo>
                    <a:pt x="1169" y="610"/>
                    <a:pt x="1379" y="488"/>
                    <a:pt x="1595" y="352"/>
                  </a:cubicBezTo>
                  <a:lnTo>
                    <a:pt x="1601" y="359"/>
                  </a:lnTo>
                  <a:cubicBezTo>
                    <a:pt x="1458" y="553"/>
                    <a:pt x="1321" y="783"/>
                    <a:pt x="1192" y="1015"/>
                  </a:cubicBezTo>
                  <a:lnTo>
                    <a:pt x="603" y="2068"/>
                  </a:lnTo>
                  <a:lnTo>
                    <a:pt x="731" y="2299"/>
                  </a:lnTo>
                  <a:lnTo>
                    <a:pt x="2498" y="1327"/>
                  </a:lnTo>
                  <a:lnTo>
                    <a:pt x="2380" y="1113"/>
                  </a:lnTo>
                  <a:lnTo>
                    <a:pt x="1640" y="1518"/>
                  </a:lnTo>
                  <a:cubicBezTo>
                    <a:pt x="1364" y="1670"/>
                    <a:pt x="1152" y="1794"/>
                    <a:pt x="928" y="1944"/>
                  </a:cubicBezTo>
                  <a:lnTo>
                    <a:pt x="923" y="1940"/>
                  </a:lnTo>
                  <a:cubicBezTo>
                    <a:pt x="1057" y="1755"/>
                    <a:pt x="1187" y="1552"/>
                    <a:pt x="1322" y="1307"/>
                  </a:cubicBezTo>
                  <a:lnTo>
                    <a:pt x="1905" y="249"/>
                  </a:lnTo>
                  <a:lnTo>
                    <a:pt x="17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3"/>
            <p:cNvSpPr/>
            <p:nvPr/>
          </p:nvSpPr>
          <p:spPr>
            <a:xfrm>
              <a:off x="6678800" y="1431425"/>
              <a:ext cx="53850" cy="46900"/>
            </a:xfrm>
            <a:custGeom>
              <a:rect b="b" l="l" r="r" t="t"/>
              <a:pathLst>
                <a:path extrusionOk="0" h="1876" w="2154">
                  <a:moveTo>
                    <a:pt x="1296" y="0"/>
                  </a:moveTo>
                  <a:lnTo>
                    <a:pt x="1115" y="127"/>
                  </a:lnTo>
                  <a:lnTo>
                    <a:pt x="1467" y="628"/>
                  </a:lnTo>
                  <a:lnTo>
                    <a:pt x="1" y="1660"/>
                  </a:lnTo>
                  <a:lnTo>
                    <a:pt x="152" y="1876"/>
                  </a:lnTo>
                  <a:lnTo>
                    <a:pt x="1618" y="844"/>
                  </a:lnTo>
                  <a:lnTo>
                    <a:pt x="1973" y="1346"/>
                  </a:lnTo>
                  <a:lnTo>
                    <a:pt x="2153" y="1221"/>
                  </a:lnTo>
                  <a:lnTo>
                    <a:pt x="12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3"/>
            <p:cNvSpPr/>
            <p:nvPr/>
          </p:nvSpPr>
          <p:spPr>
            <a:xfrm>
              <a:off x="6701925" y="1471150"/>
              <a:ext cx="56000" cy="54375"/>
            </a:xfrm>
            <a:custGeom>
              <a:rect b="b" l="l" r="r" t="t"/>
              <a:pathLst>
                <a:path extrusionOk="0" h="2175" w="2240">
                  <a:moveTo>
                    <a:pt x="1532" y="1"/>
                  </a:moveTo>
                  <a:lnTo>
                    <a:pt x="0" y="1313"/>
                  </a:lnTo>
                  <a:lnTo>
                    <a:pt x="738" y="2175"/>
                  </a:lnTo>
                  <a:lnTo>
                    <a:pt x="904" y="2033"/>
                  </a:lnTo>
                  <a:lnTo>
                    <a:pt x="336" y="1370"/>
                  </a:lnTo>
                  <a:lnTo>
                    <a:pt x="888" y="897"/>
                  </a:lnTo>
                  <a:lnTo>
                    <a:pt x="1398" y="1492"/>
                  </a:lnTo>
                  <a:lnTo>
                    <a:pt x="1560" y="1351"/>
                  </a:lnTo>
                  <a:lnTo>
                    <a:pt x="1052" y="756"/>
                  </a:lnTo>
                  <a:lnTo>
                    <a:pt x="1535" y="340"/>
                  </a:lnTo>
                  <a:lnTo>
                    <a:pt x="2074" y="970"/>
                  </a:lnTo>
                  <a:lnTo>
                    <a:pt x="2239" y="828"/>
                  </a:lnTo>
                  <a:lnTo>
                    <a:pt x="15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a:off x="6733975" y="1503625"/>
              <a:ext cx="52175" cy="58725"/>
            </a:xfrm>
            <a:custGeom>
              <a:rect b="b" l="l" r="r" t="t"/>
              <a:pathLst>
                <a:path extrusionOk="0" h="2349" w="2087">
                  <a:moveTo>
                    <a:pt x="1437" y="312"/>
                  </a:moveTo>
                  <a:cubicBezTo>
                    <a:pt x="1476" y="332"/>
                    <a:pt x="1550" y="385"/>
                    <a:pt x="1639" y="471"/>
                  </a:cubicBezTo>
                  <a:cubicBezTo>
                    <a:pt x="1837" y="664"/>
                    <a:pt x="1894" y="877"/>
                    <a:pt x="1715" y="1065"/>
                  </a:cubicBezTo>
                  <a:cubicBezTo>
                    <a:pt x="1640" y="1143"/>
                    <a:pt x="1550" y="1183"/>
                    <a:pt x="1455" y="1183"/>
                  </a:cubicBezTo>
                  <a:cubicBezTo>
                    <a:pt x="1345" y="1183"/>
                    <a:pt x="1229" y="1131"/>
                    <a:pt x="1121" y="1029"/>
                  </a:cubicBezTo>
                  <a:lnTo>
                    <a:pt x="929" y="846"/>
                  </a:lnTo>
                  <a:lnTo>
                    <a:pt x="1437" y="312"/>
                  </a:lnTo>
                  <a:close/>
                  <a:moveTo>
                    <a:pt x="1374" y="1"/>
                  </a:moveTo>
                  <a:lnTo>
                    <a:pt x="1" y="1441"/>
                  </a:lnTo>
                  <a:lnTo>
                    <a:pt x="189" y="1621"/>
                  </a:lnTo>
                  <a:lnTo>
                    <a:pt x="792" y="989"/>
                  </a:lnTo>
                  <a:lnTo>
                    <a:pt x="971" y="1158"/>
                  </a:lnTo>
                  <a:cubicBezTo>
                    <a:pt x="1136" y="1328"/>
                    <a:pt x="1141" y="1477"/>
                    <a:pt x="992" y="1720"/>
                  </a:cubicBezTo>
                  <a:cubicBezTo>
                    <a:pt x="859" y="1942"/>
                    <a:pt x="773" y="2099"/>
                    <a:pt x="757" y="2162"/>
                  </a:cubicBezTo>
                  <a:lnTo>
                    <a:pt x="952" y="2348"/>
                  </a:lnTo>
                  <a:cubicBezTo>
                    <a:pt x="976" y="2264"/>
                    <a:pt x="1075" y="2089"/>
                    <a:pt x="1221" y="1841"/>
                  </a:cubicBezTo>
                  <a:cubicBezTo>
                    <a:pt x="1332" y="1656"/>
                    <a:pt x="1364" y="1487"/>
                    <a:pt x="1287" y="1341"/>
                  </a:cubicBezTo>
                  <a:lnTo>
                    <a:pt x="1294" y="1335"/>
                  </a:lnTo>
                  <a:cubicBezTo>
                    <a:pt x="1373" y="1372"/>
                    <a:pt x="1458" y="1392"/>
                    <a:pt x="1544" y="1392"/>
                  </a:cubicBezTo>
                  <a:cubicBezTo>
                    <a:pt x="1678" y="1392"/>
                    <a:pt x="1811" y="1342"/>
                    <a:pt x="1923" y="1225"/>
                  </a:cubicBezTo>
                  <a:cubicBezTo>
                    <a:pt x="2031" y="1112"/>
                    <a:pt x="2086" y="974"/>
                    <a:pt x="2075" y="838"/>
                  </a:cubicBezTo>
                  <a:cubicBezTo>
                    <a:pt x="2061" y="669"/>
                    <a:pt x="1967" y="508"/>
                    <a:pt x="1765" y="316"/>
                  </a:cubicBezTo>
                  <a:cubicBezTo>
                    <a:pt x="1634" y="192"/>
                    <a:pt x="1488" y="73"/>
                    <a:pt x="13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3"/>
            <p:cNvSpPr/>
            <p:nvPr/>
          </p:nvSpPr>
          <p:spPr>
            <a:xfrm>
              <a:off x="6772100" y="1534100"/>
              <a:ext cx="60550" cy="63050"/>
            </a:xfrm>
            <a:custGeom>
              <a:rect b="b" l="l" r="r" t="t"/>
              <a:pathLst>
                <a:path extrusionOk="0" h="2522" w="2422">
                  <a:moveTo>
                    <a:pt x="1212" y="0"/>
                  </a:moveTo>
                  <a:lnTo>
                    <a:pt x="1" y="1613"/>
                  </a:lnTo>
                  <a:lnTo>
                    <a:pt x="197" y="1759"/>
                  </a:lnTo>
                  <a:lnTo>
                    <a:pt x="714" y="1070"/>
                  </a:lnTo>
                  <a:cubicBezTo>
                    <a:pt x="914" y="802"/>
                    <a:pt x="1056" y="604"/>
                    <a:pt x="1197" y="393"/>
                  </a:cubicBezTo>
                  <a:lnTo>
                    <a:pt x="1206" y="396"/>
                  </a:lnTo>
                  <a:cubicBezTo>
                    <a:pt x="1156" y="632"/>
                    <a:pt x="1125" y="896"/>
                    <a:pt x="1104" y="1160"/>
                  </a:cubicBezTo>
                  <a:lnTo>
                    <a:pt x="1001" y="2363"/>
                  </a:lnTo>
                  <a:lnTo>
                    <a:pt x="1211" y="2521"/>
                  </a:lnTo>
                  <a:lnTo>
                    <a:pt x="2421" y="908"/>
                  </a:lnTo>
                  <a:lnTo>
                    <a:pt x="2226" y="762"/>
                  </a:lnTo>
                  <a:lnTo>
                    <a:pt x="1721" y="1437"/>
                  </a:lnTo>
                  <a:cubicBezTo>
                    <a:pt x="1531" y="1687"/>
                    <a:pt x="1389" y="1888"/>
                    <a:pt x="1246" y="2118"/>
                  </a:cubicBezTo>
                  <a:lnTo>
                    <a:pt x="1239" y="2116"/>
                  </a:lnTo>
                  <a:cubicBezTo>
                    <a:pt x="1286" y="1894"/>
                    <a:pt x="1321" y="1654"/>
                    <a:pt x="1343" y="1376"/>
                  </a:cubicBezTo>
                  <a:lnTo>
                    <a:pt x="1439" y="171"/>
                  </a:lnTo>
                  <a:lnTo>
                    <a:pt x="12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3"/>
            <p:cNvSpPr/>
            <p:nvPr/>
          </p:nvSpPr>
          <p:spPr>
            <a:xfrm>
              <a:off x="6818500" y="1573000"/>
              <a:ext cx="46975" cy="56250"/>
            </a:xfrm>
            <a:custGeom>
              <a:rect b="b" l="l" r="r" t="t"/>
              <a:pathLst>
                <a:path extrusionOk="0" h="2250" w="1879">
                  <a:moveTo>
                    <a:pt x="1619" y="275"/>
                  </a:moveTo>
                  <a:lnTo>
                    <a:pt x="1625" y="279"/>
                  </a:lnTo>
                  <a:cubicBezTo>
                    <a:pt x="1593" y="393"/>
                    <a:pt x="1559" y="512"/>
                    <a:pt x="1531" y="649"/>
                  </a:cubicBezTo>
                  <a:lnTo>
                    <a:pt x="1409" y="1251"/>
                  </a:lnTo>
                  <a:lnTo>
                    <a:pt x="883" y="945"/>
                  </a:lnTo>
                  <a:lnTo>
                    <a:pt x="1347" y="539"/>
                  </a:lnTo>
                  <a:cubicBezTo>
                    <a:pt x="1443" y="452"/>
                    <a:pt x="1533" y="364"/>
                    <a:pt x="1619" y="275"/>
                  </a:cubicBezTo>
                  <a:close/>
                  <a:moveTo>
                    <a:pt x="1606" y="0"/>
                  </a:moveTo>
                  <a:lnTo>
                    <a:pt x="1" y="1404"/>
                  </a:lnTo>
                  <a:lnTo>
                    <a:pt x="234" y="1539"/>
                  </a:lnTo>
                  <a:lnTo>
                    <a:pt x="735" y="1095"/>
                  </a:lnTo>
                  <a:lnTo>
                    <a:pt x="1353" y="1452"/>
                  </a:lnTo>
                  <a:lnTo>
                    <a:pt x="1222" y="2110"/>
                  </a:lnTo>
                  <a:lnTo>
                    <a:pt x="1462" y="2250"/>
                  </a:lnTo>
                  <a:lnTo>
                    <a:pt x="1879" y="157"/>
                  </a:lnTo>
                  <a:lnTo>
                    <a:pt x="16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a:off x="6875000" y="1586275"/>
              <a:ext cx="40900" cy="54975"/>
            </a:xfrm>
            <a:custGeom>
              <a:rect b="b" l="l" r="r" t="t"/>
              <a:pathLst>
                <a:path extrusionOk="0" h="2199" w="1636">
                  <a:moveTo>
                    <a:pt x="279" y="1"/>
                  </a:moveTo>
                  <a:lnTo>
                    <a:pt x="186" y="202"/>
                  </a:lnTo>
                  <a:lnTo>
                    <a:pt x="744" y="457"/>
                  </a:lnTo>
                  <a:lnTo>
                    <a:pt x="1" y="2089"/>
                  </a:lnTo>
                  <a:lnTo>
                    <a:pt x="239" y="2198"/>
                  </a:lnTo>
                  <a:lnTo>
                    <a:pt x="983" y="565"/>
                  </a:lnTo>
                  <a:lnTo>
                    <a:pt x="1544" y="821"/>
                  </a:lnTo>
                  <a:lnTo>
                    <a:pt x="1636" y="620"/>
                  </a:lnTo>
                  <a:lnTo>
                    <a:pt x="2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6909975" y="1605725"/>
              <a:ext cx="23475" cy="49675"/>
            </a:xfrm>
            <a:custGeom>
              <a:rect b="b" l="l" r="r" t="t"/>
              <a:pathLst>
                <a:path extrusionOk="0" h="1987" w="939">
                  <a:moveTo>
                    <a:pt x="693" y="1"/>
                  </a:moveTo>
                  <a:lnTo>
                    <a:pt x="1" y="1896"/>
                  </a:lnTo>
                  <a:lnTo>
                    <a:pt x="245" y="1987"/>
                  </a:lnTo>
                  <a:lnTo>
                    <a:pt x="938" y="90"/>
                  </a:lnTo>
                  <a:lnTo>
                    <a:pt x="6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6936625" y="1617675"/>
              <a:ext cx="52475" cy="51775"/>
            </a:xfrm>
            <a:custGeom>
              <a:rect b="b" l="l" r="r" t="t"/>
              <a:pathLst>
                <a:path extrusionOk="0" h="2071" w="2099">
                  <a:moveTo>
                    <a:pt x="1106" y="214"/>
                  </a:moveTo>
                  <a:cubicBezTo>
                    <a:pt x="1157" y="214"/>
                    <a:pt x="1210" y="221"/>
                    <a:pt x="1265" y="236"/>
                  </a:cubicBezTo>
                  <a:cubicBezTo>
                    <a:pt x="1683" y="345"/>
                    <a:pt x="1780" y="803"/>
                    <a:pt x="1677" y="1191"/>
                  </a:cubicBezTo>
                  <a:cubicBezTo>
                    <a:pt x="1576" y="1575"/>
                    <a:pt x="1320" y="1856"/>
                    <a:pt x="995" y="1856"/>
                  </a:cubicBezTo>
                  <a:cubicBezTo>
                    <a:pt x="945" y="1856"/>
                    <a:pt x="893" y="1850"/>
                    <a:pt x="840" y="1836"/>
                  </a:cubicBezTo>
                  <a:cubicBezTo>
                    <a:pt x="443" y="1732"/>
                    <a:pt x="316" y="1299"/>
                    <a:pt x="425" y="883"/>
                  </a:cubicBezTo>
                  <a:cubicBezTo>
                    <a:pt x="523" y="511"/>
                    <a:pt x="769" y="214"/>
                    <a:pt x="1106" y="214"/>
                  </a:cubicBezTo>
                  <a:close/>
                  <a:moveTo>
                    <a:pt x="1085" y="0"/>
                  </a:moveTo>
                  <a:cubicBezTo>
                    <a:pt x="662" y="0"/>
                    <a:pt x="293" y="298"/>
                    <a:pt x="156" y="818"/>
                  </a:cubicBezTo>
                  <a:cubicBezTo>
                    <a:pt x="0" y="1407"/>
                    <a:pt x="257" y="1901"/>
                    <a:pt x="771" y="2037"/>
                  </a:cubicBezTo>
                  <a:cubicBezTo>
                    <a:pt x="856" y="2059"/>
                    <a:pt x="941" y="2070"/>
                    <a:pt x="1024" y="2070"/>
                  </a:cubicBezTo>
                  <a:cubicBezTo>
                    <a:pt x="1431" y="2070"/>
                    <a:pt x="1800" y="1805"/>
                    <a:pt x="1946" y="1249"/>
                  </a:cubicBezTo>
                  <a:cubicBezTo>
                    <a:pt x="2099" y="671"/>
                    <a:pt x="1862" y="173"/>
                    <a:pt x="1331" y="33"/>
                  </a:cubicBezTo>
                  <a:cubicBezTo>
                    <a:pt x="1248" y="11"/>
                    <a:pt x="1165" y="0"/>
                    <a:pt x="10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6998700" y="1627175"/>
              <a:ext cx="45000" cy="55500"/>
            </a:xfrm>
            <a:custGeom>
              <a:rect b="b" l="l" r="r" t="t"/>
              <a:pathLst>
                <a:path extrusionOk="0" h="2220" w="1800">
                  <a:moveTo>
                    <a:pt x="299" y="0"/>
                  </a:moveTo>
                  <a:lnTo>
                    <a:pt x="1" y="1998"/>
                  </a:lnTo>
                  <a:lnTo>
                    <a:pt x="246" y="2034"/>
                  </a:lnTo>
                  <a:lnTo>
                    <a:pt x="372" y="1178"/>
                  </a:lnTo>
                  <a:cubicBezTo>
                    <a:pt x="423" y="847"/>
                    <a:pt x="452" y="606"/>
                    <a:pt x="474" y="352"/>
                  </a:cubicBezTo>
                  <a:lnTo>
                    <a:pt x="484" y="351"/>
                  </a:lnTo>
                  <a:cubicBezTo>
                    <a:pt x="553" y="581"/>
                    <a:pt x="653" y="830"/>
                    <a:pt x="758" y="1073"/>
                  </a:cubicBezTo>
                  <a:lnTo>
                    <a:pt x="1242" y="2180"/>
                  </a:lnTo>
                  <a:lnTo>
                    <a:pt x="1502" y="2219"/>
                  </a:lnTo>
                  <a:lnTo>
                    <a:pt x="1799" y="222"/>
                  </a:lnTo>
                  <a:lnTo>
                    <a:pt x="1557" y="186"/>
                  </a:lnTo>
                  <a:lnTo>
                    <a:pt x="1432" y="1021"/>
                  </a:lnTo>
                  <a:cubicBezTo>
                    <a:pt x="1385" y="1332"/>
                    <a:pt x="1356" y="1576"/>
                    <a:pt x="1339" y="1847"/>
                  </a:cubicBezTo>
                  <a:lnTo>
                    <a:pt x="1332" y="1849"/>
                  </a:lnTo>
                  <a:cubicBezTo>
                    <a:pt x="1268" y="1631"/>
                    <a:pt x="1184" y="1403"/>
                    <a:pt x="1071" y="1147"/>
                  </a:cubicBezTo>
                  <a:lnTo>
                    <a:pt x="581" y="41"/>
                  </a:lnTo>
                  <a:lnTo>
                    <a:pt x="2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7055775" y="1633575"/>
              <a:ext cx="42250" cy="50850"/>
            </a:xfrm>
            <a:custGeom>
              <a:rect b="b" l="l" r="r" t="t"/>
              <a:pathLst>
                <a:path extrusionOk="0" h="2034" w="1690">
                  <a:moveTo>
                    <a:pt x="861" y="235"/>
                  </a:moveTo>
                  <a:cubicBezTo>
                    <a:pt x="890" y="352"/>
                    <a:pt x="919" y="472"/>
                    <a:pt x="962" y="605"/>
                  </a:cubicBezTo>
                  <a:lnTo>
                    <a:pt x="1153" y="1189"/>
                  </a:lnTo>
                  <a:lnTo>
                    <a:pt x="544" y="1180"/>
                  </a:lnTo>
                  <a:lnTo>
                    <a:pt x="749" y="599"/>
                  </a:lnTo>
                  <a:cubicBezTo>
                    <a:pt x="790" y="478"/>
                    <a:pt x="823" y="354"/>
                    <a:pt x="855" y="235"/>
                  </a:cubicBezTo>
                  <a:close/>
                  <a:moveTo>
                    <a:pt x="711" y="1"/>
                  </a:moveTo>
                  <a:lnTo>
                    <a:pt x="0" y="2011"/>
                  </a:lnTo>
                  <a:lnTo>
                    <a:pt x="269" y="2015"/>
                  </a:lnTo>
                  <a:lnTo>
                    <a:pt x="487" y="1384"/>
                  </a:lnTo>
                  <a:lnTo>
                    <a:pt x="1203" y="1392"/>
                  </a:lnTo>
                  <a:lnTo>
                    <a:pt x="1410" y="2029"/>
                  </a:lnTo>
                  <a:lnTo>
                    <a:pt x="1689" y="2034"/>
                  </a:lnTo>
                  <a:lnTo>
                    <a:pt x="1026" y="4"/>
                  </a:lnTo>
                  <a:lnTo>
                    <a:pt x="7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a:off x="7111800" y="1632200"/>
              <a:ext cx="32775" cy="50925"/>
            </a:xfrm>
            <a:custGeom>
              <a:rect b="b" l="l" r="r" t="t"/>
              <a:pathLst>
                <a:path extrusionOk="0" h="2037" w="1311">
                  <a:moveTo>
                    <a:pt x="259" y="0"/>
                  </a:moveTo>
                  <a:lnTo>
                    <a:pt x="0" y="25"/>
                  </a:lnTo>
                  <a:lnTo>
                    <a:pt x="192" y="2037"/>
                  </a:lnTo>
                  <a:lnTo>
                    <a:pt x="1310" y="1931"/>
                  </a:lnTo>
                  <a:lnTo>
                    <a:pt x="1290" y="1713"/>
                  </a:lnTo>
                  <a:lnTo>
                    <a:pt x="429" y="1794"/>
                  </a:lnTo>
                  <a:lnTo>
                    <a:pt x="2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a:off x="7184100" y="1618800"/>
              <a:ext cx="40850" cy="55100"/>
            </a:xfrm>
            <a:custGeom>
              <a:rect b="b" l="l" r="r" t="t"/>
              <a:pathLst>
                <a:path extrusionOk="0" h="2204" w="1634">
                  <a:moveTo>
                    <a:pt x="361" y="263"/>
                  </a:moveTo>
                  <a:cubicBezTo>
                    <a:pt x="419" y="368"/>
                    <a:pt x="480" y="476"/>
                    <a:pt x="555" y="593"/>
                  </a:cubicBezTo>
                  <a:lnTo>
                    <a:pt x="893" y="1105"/>
                  </a:lnTo>
                  <a:lnTo>
                    <a:pt x="304" y="1258"/>
                  </a:lnTo>
                  <a:lnTo>
                    <a:pt x="348" y="644"/>
                  </a:lnTo>
                  <a:cubicBezTo>
                    <a:pt x="356" y="515"/>
                    <a:pt x="357" y="388"/>
                    <a:pt x="356" y="264"/>
                  </a:cubicBezTo>
                  <a:lnTo>
                    <a:pt x="361" y="263"/>
                  </a:lnTo>
                  <a:close/>
                  <a:moveTo>
                    <a:pt x="459" y="1"/>
                  </a:moveTo>
                  <a:lnTo>
                    <a:pt x="156" y="79"/>
                  </a:lnTo>
                  <a:lnTo>
                    <a:pt x="0" y="2204"/>
                  </a:lnTo>
                  <a:lnTo>
                    <a:pt x="260" y="2135"/>
                  </a:lnTo>
                  <a:lnTo>
                    <a:pt x="304" y="1469"/>
                  </a:lnTo>
                  <a:lnTo>
                    <a:pt x="997" y="1289"/>
                  </a:lnTo>
                  <a:lnTo>
                    <a:pt x="1364" y="1849"/>
                  </a:lnTo>
                  <a:lnTo>
                    <a:pt x="1633" y="1780"/>
                  </a:lnTo>
                  <a:lnTo>
                    <a:pt x="4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3"/>
            <p:cNvSpPr/>
            <p:nvPr/>
          </p:nvSpPr>
          <p:spPr>
            <a:xfrm>
              <a:off x="7225100" y="1607550"/>
              <a:ext cx="22975" cy="49725"/>
            </a:xfrm>
            <a:custGeom>
              <a:rect b="b" l="l" r="r" t="t"/>
              <a:pathLst>
                <a:path extrusionOk="0" h="1989" w="919">
                  <a:moveTo>
                    <a:pt x="245" y="1"/>
                  </a:moveTo>
                  <a:lnTo>
                    <a:pt x="1" y="88"/>
                  </a:lnTo>
                  <a:lnTo>
                    <a:pt x="673" y="1988"/>
                  </a:lnTo>
                  <a:lnTo>
                    <a:pt x="919" y="1901"/>
                  </a:lnTo>
                  <a:lnTo>
                    <a:pt x="2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3"/>
            <p:cNvSpPr/>
            <p:nvPr/>
          </p:nvSpPr>
          <p:spPr>
            <a:xfrm>
              <a:off x="7247875" y="1593175"/>
              <a:ext cx="50375" cy="54375"/>
            </a:xfrm>
            <a:custGeom>
              <a:rect b="b" l="l" r="r" t="t"/>
              <a:pathLst>
                <a:path extrusionOk="0" h="2175" w="2015">
                  <a:moveTo>
                    <a:pt x="799" y="226"/>
                  </a:moveTo>
                  <a:cubicBezTo>
                    <a:pt x="937" y="226"/>
                    <a:pt x="1050" y="292"/>
                    <a:pt x="1118" y="443"/>
                  </a:cubicBezTo>
                  <a:cubicBezTo>
                    <a:pt x="1212" y="654"/>
                    <a:pt x="1113" y="866"/>
                    <a:pt x="859" y="979"/>
                  </a:cubicBezTo>
                  <a:lnTo>
                    <a:pt x="614" y="1089"/>
                  </a:lnTo>
                  <a:lnTo>
                    <a:pt x="315" y="414"/>
                  </a:lnTo>
                  <a:cubicBezTo>
                    <a:pt x="348" y="387"/>
                    <a:pt x="426" y="340"/>
                    <a:pt x="540" y="288"/>
                  </a:cubicBezTo>
                  <a:cubicBezTo>
                    <a:pt x="632" y="248"/>
                    <a:pt x="720" y="226"/>
                    <a:pt x="799" y="226"/>
                  </a:cubicBezTo>
                  <a:close/>
                  <a:moveTo>
                    <a:pt x="874" y="0"/>
                  </a:moveTo>
                  <a:cubicBezTo>
                    <a:pt x="752" y="0"/>
                    <a:pt x="613" y="37"/>
                    <a:pt x="441" y="114"/>
                  </a:cubicBezTo>
                  <a:cubicBezTo>
                    <a:pt x="277" y="188"/>
                    <a:pt x="111" y="278"/>
                    <a:pt x="1" y="356"/>
                  </a:cubicBezTo>
                  <a:lnTo>
                    <a:pt x="816" y="2174"/>
                  </a:lnTo>
                  <a:lnTo>
                    <a:pt x="1053" y="2068"/>
                  </a:lnTo>
                  <a:lnTo>
                    <a:pt x="696" y="1271"/>
                  </a:lnTo>
                  <a:lnTo>
                    <a:pt x="921" y="1170"/>
                  </a:lnTo>
                  <a:cubicBezTo>
                    <a:pt x="987" y="1144"/>
                    <a:pt x="1046" y="1130"/>
                    <a:pt x="1101" y="1130"/>
                  </a:cubicBezTo>
                  <a:cubicBezTo>
                    <a:pt x="1227" y="1130"/>
                    <a:pt x="1331" y="1204"/>
                    <a:pt x="1449" y="1364"/>
                  </a:cubicBezTo>
                  <a:cubicBezTo>
                    <a:pt x="1603" y="1568"/>
                    <a:pt x="1715" y="1710"/>
                    <a:pt x="1768" y="1748"/>
                  </a:cubicBezTo>
                  <a:lnTo>
                    <a:pt x="2015" y="1638"/>
                  </a:lnTo>
                  <a:cubicBezTo>
                    <a:pt x="1944" y="1583"/>
                    <a:pt x="1822" y="1426"/>
                    <a:pt x="1646" y="1195"/>
                  </a:cubicBezTo>
                  <a:cubicBezTo>
                    <a:pt x="1525" y="1035"/>
                    <a:pt x="1393" y="943"/>
                    <a:pt x="1241" y="943"/>
                  </a:cubicBezTo>
                  <a:cubicBezTo>
                    <a:pt x="1231" y="943"/>
                    <a:pt x="1220" y="943"/>
                    <a:pt x="1210" y="944"/>
                  </a:cubicBezTo>
                  <a:lnTo>
                    <a:pt x="1206" y="937"/>
                  </a:lnTo>
                  <a:cubicBezTo>
                    <a:pt x="1371" y="784"/>
                    <a:pt x="1450" y="555"/>
                    <a:pt x="1342" y="312"/>
                  </a:cubicBezTo>
                  <a:cubicBezTo>
                    <a:pt x="1279" y="169"/>
                    <a:pt x="1171" y="66"/>
                    <a:pt x="1041" y="26"/>
                  </a:cubicBezTo>
                  <a:cubicBezTo>
                    <a:pt x="988" y="9"/>
                    <a:pt x="933" y="0"/>
                    <a:pt x="8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7289725" y="1571500"/>
              <a:ext cx="36675" cy="53900"/>
            </a:xfrm>
            <a:custGeom>
              <a:rect b="b" l="l" r="r" t="t"/>
              <a:pathLst>
                <a:path extrusionOk="0" h="2156" w="1467">
                  <a:moveTo>
                    <a:pt x="817" y="234"/>
                  </a:moveTo>
                  <a:cubicBezTo>
                    <a:pt x="944" y="234"/>
                    <a:pt x="1053" y="295"/>
                    <a:pt x="1131" y="429"/>
                  </a:cubicBezTo>
                  <a:cubicBezTo>
                    <a:pt x="1271" y="670"/>
                    <a:pt x="1181" y="897"/>
                    <a:pt x="910" y="1055"/>
                  </a:cubicBezTo>
                  <a:cubicBezTo>
                    <a:pt x="836" y="1098"/>
                    <a:pt x="770" y="1129"/>
                    <a:pt x="713" y="1145"/>
                  </a:cubicBezTo>
                  <a:lnTo>
                    <a:pt x="321" y="468"/>
                  </a:lnTo>
                  <a:cubicBezTo>
                    <a:pt x="354" y="434"/>
                    <a:pt x="424" y="382"/>
                    <a:pt x="522" y="326"/>
                  </a:cubicBezTo>
                  <a:cubicBezTo>
                    <a:pt x="626" y="266"/>
                    <a:pt x="726" y="234"/>
                    <a:pt x="817" y="234"/>
                  </a:cubicBezTo>
                  <a:close/>
                  <a:moveTo>
                    <a:pt x="879" y="0"/>
                  </a:moveTo>
                  <a:cubicBezTo>
                    <a:pt x="744" y="0"/>
                    <a:pt x="588" y="48"/>
                    <a:pt x="414" y="149"/>
                  </a:cubicBezTo>
                  <a:cubicBezTo>
                    <a:pt x="232" y="255"/>
                    <a:pt x="98" y="353"/>
                    <a:pt x="0" y="434"/>
                  </a:cubicBezTo>
                  <a:lnTo>
                    <a:pt x="998" y="2156"/>
                  </a:lnTo>
                  <a:lnTo>
                    <a:pt x="1223" y="2026"/>
                  </a:lnTo>
                  <a:lnTo>
                    <a:pt x="818" y="1326"/>
                  </a:lnTo>
                  <a:cubicBezTo>
                    <a:pt x="878" y="1310"/>
                    <a:pt x="941" y="1276"/>
                    <a:pt x="1008" y="1238"/>
                  </a:cubicBezTo>
                  <a:cubicBezTo>
                    <a:pt x="1229" y="1110"/>
                    <a:pt x="1385" y="933"/>
                    <a:pt x="1431" y="737"/>
                  </a:cubicBezTo>
                  <a:cubicBezTo>
                    <a:pt x="1466" y="597"/>
                    <a:pt x="1440" y="444"/>
                    <a:pt x="1350" y="287"/>
                  </a:cubicBezTo>
                  <a:cubicBezTo>
                    <a:pt x="1260" y="133"/>
                    <a:pt x="1130" y="39"/>
                    <a:pt x="986" y="11"/>
                  </a:cubicBezTo>
                  <a:cubicBezTo>
                    <a:pt x="952" y="4"/>
                    <a:pt x="917" y="0"/>
                    <a:pt x="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3"/>
            <p:cNvSpPr/>
            <p:nvPr/>
          </p:nvSpPr>
          <p:spPr>
            <a:xfrm>
              <a:off x="7331625" y="1541000"/>
              <a:ext cx="56400" cy="51375"/>
            </a:xfrm>
            <a:custGeom>
              <a:rect b="b" l="l" r="r" t="t"/>
              <a:pathLst>
                <a:path extrusionOk="0" h="2055" w="2256">
                  <a:moveTo>
                    <a:pt x="959" y="246"/>
                  </a:moveTo>
                  <a:cubicBezTo>
                    <a:pt x="1211" y="246"/>
                    <a:pt x="1460" y="415"/>
                    <a:pt x="1625" y="636"/>
                  </a:cubicBezTo>
                  <a:cubicBezTo>
                    <a:pt x="1899" y="1003"/>
                    <a:pt x="1938" y="1446"/>
                    <a:pt x="1607" y="1694"/>
                  </a:cubicBezTo>
                  <a:cubicBezTo>
                    <a:pt x="1500" y="1774"/>
                    <a:pt x="1383" y="1810"/>
                    <a:pt x="1266" y="1810"/>
                  </a:cubicBezTo>
                  <a:cubicBezTo>
                    <a:pt x="1023" y="1810"/>
                    <a:pt x="776" y="1657"/>
                    <a:pt x="602" y="1424"/>
                  </a:cubicBezTo>
                  <a:cubicBezTo>
                    <a:pt x="338" y="1069"/>
                    <a:pt x="274" y="620"/>
                    <a:pt x="618" y="363"/>
                  </a:cubicBezTo>
                  <a:cubicBezTo>
                    <a:pt x="727" y="282"/>
                    <a:pt x="843" y="246"/>
                    <a:pt x="959" y="246"/>
                  </a:cubicBezTo>
                  <a:close/>
                  <a:moveTo>
                    <a:pt x="1028" y="0"/>
                  </a:moveTo>
                  <a:cubicBezTo>
                    <a:pt x="848" y="0"/>
                    <a:pt x="668" y="60"/>
                    <a:pt x="501" y="184"/>
                  </a:cubicBezTo>
                  <a:cubicBezTo>
                    <a:pt x="70" y="507"/>
                    <a:pt x="1" y="1080"/>
                    <a:pt x="383" y="1595"/>
                  </a:cubicBezTo>
                  <a:cubicBezTo>
                    <a:pt x="609" y="1898"/>
                    <a:pt x="905" y="2055"/>
                    <a:pt x="1199" y="2055"/>
                  </a:cubicBezTo>
                  <a:cubicBezTo>
                    <a:pt x="1380" y="2055"/>
                    <a:pt x="1561" y="1995"/>
                    <a:pt x="1724" y="1874"/>
                  </a:cubicBezTo>
                  <a:cubicBezTo>
                    <a:pt x="2136" y="1566"/>
                    <a:pt x="2255" y="1018"/>
                    <a:pt x="1839" y="461"/>
                  </a:cubicBezTo>
                  <a:cubicBezTo>
                    <a:pt x="1617" y="162"/>
                    <a:pt x="1324" y="0"/>
                    <a:pt x="10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3"/>
            <p:cNvSpPr/>
            <p:nvPr/>
          </p:nvSpPr>
          <p:spPr>
            <a:xfrm>
              <a:off x="7373950" y="1507350"/>
              <a:ext cx="58050" cy="52500"/>
            </a:xfrm>
            <a:custGeom>
              <a:rect b="b" l="l" r="r" t="t"/>
              <a:pathLst>
                <a:path extrusionOk="0" h="2100" w="2322">
                  <a:moveTo>
                    <a:pt x="829" y="248"/>
                  </a:moveTo>
                  <a:cubicBezTo>
                    <a:pt x="917" y="248"/>
                    <a:pt x="1003" y="285"/>
                    <a:pt x="1081" y="368"/>
                  </a:cubicBezTo>
                  <a:cubicBezTo>
                    <a:pt x="1239" y="536"/>
                    <a:pt x="1215" y="768"/>
                    <a:pt x="1014" y="958"/>
                  </a:cubicBezTo>
                  <a:lnTo>
                    <a:pt x="821" y="1142"/>
                  </a:lnTo>
                  <a:lnTo>
                    <a:pt x="317" y="606"/>
                  </a:lnTo>
                  <a:cubicBezTo>
                    <a:pt x="337" y="569"/>
                    <a:pt x="395" y="500"/>
                    <a:pt x="486" y="413"/>
                  </a:cubicBezTo>
                  <a:cubicBezTo>
                    <a:pt x="599" y="309"/>
                    <a:pt x="716" y="248"/>
                    <a:pt x="829" y="248"/>
                  </a:cubicBezTo>
                  <a:close/>
                  <a:moveTo>
                    <a:pt x="888" y="0"/>
                  </a:moveTo>
                  <a:cubicBezTo>
                    <a:pt x="882" y="0"/>
                    <a:pt x="877" y="0"/>
                    <a:pt x="872" y="1"/>
                  </a:cubicBezTo>
                  <a:cubicBezTo>
                    <a:pt x="702" y="5"/>
                    <a:pt x="537" y="90"/>
                    <a:pt x="334" y="281"/>
                  </a:cubicBezTo>
                  <a:cubicBezTo>
                    <a:pt x="204" y="405"/>
                    <a:pt x="78" y="544"/>
                    <a:pt x="1" y="656"/>
                  </a:cubicBezTo>
                  <a:lnTo>
                    <a:pt x="1368" y="2099"/>
                  </a:lnTo>
                  <a:lnTo>
                    <a:pt x="1557" y="1920"/>
                  </a:lnTo>
                  <a:lnTo>
                    <a:pt x="957" y="1286"/>
                  </a:lnTo>
                  <a:lnTo>
                    <a:pt x="1136" y="1117"/>
                  </a:lnTo>
                  <a:cubicBezTo>
                    <a:pt x="1223" y="1040"/>
                    <a:pt x="1304" y="1001"/>
                    <a:pt x="1392" y="1001"/>
                  </a:cubicBezTo>
                  <a:cubicBezTo>
                    <a:pt x="1482" y="1001"/>
                    <a:pt x="1579" y="1042"/>
                    <a:pt x="1698" y="1124"/>
                  </a:cubicBezTo>
                  <a:cubicBezTo>
                    <a:pt x="1911" y="1266"/>
                    <a:pt x="2063" y="1362"/>
                    <a:pt x="2126" y="1380"/>
                  </a:cubicBezTo>
                  <a:lnTo>
                    <a:pt x="2321" y="1196"/>
                  </a:lnTo>
                  <a:cubicBezTo>
                    <a:pt x="2239" y="1168"/>
                    <a:pt x="2071" y="1060"/>
                    <a:pt x="1829" y="902"/>
                  </a:cubicBezTo>
                  <a:cubicBezTo>
                    <a:pt x="1709" y="822"/>
                    <a:pt x="1594" y="778"/>
                    <a:pt x="1486" y="778"/>
                  </a:cubicBezTo>
                  <a:cubicBezTo>
                    <a:pt x="1434" y="778"/>
                    <a:pt x="1383" y="788"/>
                    <a:pt x="1334" y="810"/>
                  </a:cubicBezTo>
                  <a:lnTo>
                    <a:pt x="1328" y="804"/>
                  </a:lnTo>
                  <a:cubicBezTo>
                    <a:pt x="1432" y="605"/>
                    <a:pt x="1432" y="363"/>
                    <a:pt x="1249" y="170"/>
                  </a:cubicBezTo>
                  <a:cubicBezTo>
                    <a:pt x="1146" y="61"/>
                    <a:pt x="1017" y="0"/>
                    <a:pt x="8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7403075" y="1466400"/>
              <a:ext cx="52475" cy="49525"/>
            </a:xfrm>
            <a:custGeom>
              <a:rect b="b" l="l" r="r" t="t"/>
              <a:pathLst>
                <a:path extrusionOk="0" h="1981" w="2099">
                  <a:moveTo>
                    <a:pt x="976" y="0"/>
                  </a:moveTo>
                  <a:lnTo>
                    <a:pt x="1" y="1130"/>
                  </a:lnTo>
                  <a:lnTo>
                    <a:pt x="168" y="1273"/>
                  </a:lnTo>
                  <a:lnTo>
                    <a:pt x="569" y="809"/>
                  </a:lnTo>
                  <a:lnTo>
                    <a:pt x="1927" y="1980"/>
                  </a:lnTo>
                  <a:lnTo>
                    <a:pt x="2098" y="1780"/>
                  </a:lnTo>
                  <a:lnTo>
                    <a:pt x="740" y="611"/>
                  </a:lnTo>
                  <a:lnTo>
                    <a:pt x="1143" y="144"/>
                  </a:lnTo>
                  <a:lnTo>
                    <a:pt x="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3"/>
            <p:cNvSpPr/>
            <p:nvPr/>
          </p:nvSpPr>
          <p:spPr>
            <a:xfrm>
              <a:off x="6748125" y="819425"/>
              <a:ext cx="69175" cy="68650"/>
            </a:xfrm>
            <a:custGeom>
              <a:rect b="b" l="l" r="r" t="t"/>
              <a:pathLst>
                <a:path extrusionOk="0" h="2746" w="2767">
                  <a:moveTo>
                    <a:pt x="2025" y="1"/>
                  </a:moveTo>
                  <a:lnTo>
                    <a:pt x="1228" y="563"/>
                  </a:lnTo>
                  <a:lnTo>
                    <a:pt x="314" y="227"/>
                  </a:lnTo>
                  <a:lnTo>
                    <a:pt x="314" y="227"/>
                  </a:lnTo>
                  <a:lnTo>
                    <a:pt x="603" y="1156"/>
                  </a:lnTo>
                  <a:lnTo>
                    <a:pt x="0" y="1922"/>
                  </a:lnTo>
                  <a:lnTo>
                    <a:pt x="974" y="1935"/>
                  </a:lnTo>
                  <a:lnTo>
                    <a:pt x="1516" y="2745"/>
                  </a:lnTo>
                  <a:lnTo>
                    <a:pt x="1830" y="1822"/>
                  </a:lnTo>
                  <a:lnTo>
                    <a:pt x="2766" y="1557"/>
                  </a:lnTo>
                  <a:lnTo>
                    <a:pt x="1986" y="975"/>
                  </a:lnTo>
                  <a:lnTo>
                    <a:pt x="20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3"/>
            <p:cNvSpPr/>
            <p:nvPr/>
          </p:nvSpPr>
          <p:spPr>
            <a:xfrm>
              <a:off x="6674575" y="899350"/>
              <a:ext cx="67225" cy="69750"/>
            </a:xfrm>
            <a:custGeom>
              <a:rect b="b" l="l" r="r" t="t"/>
              <a:pathLst>
                <a:path extrusionOk="0" h="2790" w="2689">
                  <a:moveTo>
                    <a:pt x="1619" y="1"/>
                  </a:moveTo>
                  <a:lnTo>
                    <a:pt x="966" y="726"/>
                  </a:lnTo>
                  <a:lnTo>
                    <a:pt x="1" y="601"/>
                  </a:lnTo>
                  <a:lnTo>
                    <a:pt x="490" y="1445"/>
                  </a:lnTo>
                  <a:lnTo>
                    <a:pt x="73" y="2326"/>
                  </a:lnTo>
                  <a:lnTo>
                    <a:pt x="1025" y="2121"/>
                  </a:lnTo>
                  <a:lnTo>
                    <a:pt x="1734" y="2790"/>
                  </a:lnTo>
                  <a:lnTo>
                    <a:pt x="1833" y="1820"/>
                  </a:lnTo>
                  <a:lnTo>
                    <a:pt x="2688" y="1354"/>
                  </a:lnTo>
                  <a:lnTo>
                    <a:pt x="1797" y="958"/>
                  </a:lnTo>
                  <a:lnTo>
                    <a:pt x="161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7417900" y="903900"/>
              <a:ext cx="67850" cy="69600"/>
            </a:xfrm>
            <a:custGeom>
              <a:rect b="b" l="l" r="r" t="t"/>
              <a:pathLst>
                <a:path extrusionOk="0" h="2784" w="2714">
                  <a:moveTo>
                    <a:pt x="1118" y="1"/>
                  </a:moveTo>
                  <a:lnTo>
                    <a:pt x="905" y="951"/>
                  </a:lnTo>
                  <a:lnTo>
                    <a:pt x="1" y="1315"/>
                  </a:lnTo>
                  <a:lnTo>
                    <a:pt x="839" y="1811"/>
                  </a:lnTo>
                  <a:lnTo>
                    <a:pt x="905" y="2783"/>
                  </a:lnTo>
                  <a:lnTo>
                    <a:pt x="1637" y="2140"/>
                  </a:lnTo>
                  <a:lnTo>
                    <a:pt x="2581" y="2378"/>
                  </a:lnTo>
                  <a:lnTo>
                    <a:pt x="2195" y="1482"/>
                  </a:lnTo>
                  <a:lnTo>
                    <a:pt x="2713" y="657"/>
                  </a:lnTo>
                  <a:lnTo>
                    <a:pt x="1743" y="749"/>
                  </a:lnTo>
                  <a:lnTo>
                    <a:pt x="11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7471700" y="1002675"/>
              <a:ext cx="69800" cy="66650"/>
            </a:xfrm>
            <a:custGeom>
              <a:rect b="b" l="l" r="r" t="t"/>
              <a:pathLst>
                <a:path extrusionOk="0" h="2666" w="2792">
                  <a:moveTo>
                    <a:pt x="1383" y="0"/>
                  </a:moveTo>
                  <a:lnTo>
                    <a:pt x="962" y="879"/>
                  </a:lnTo>
                  <a:lnTo>
                    <a:pt x="0" y="1032"/>
                  </a:lnTo>
                  <a:lnTo>
                    <a:pt x="707" y="1703"/>
                  </a:lnTo>
                  <a:lnTo>
                    <a:pt x="554" y="2665"/>
                  </a:lnTo>
                  <a:lnTo>
                    <a:pt x="1411" y="2200"/>
                  </a:lnTo>
                  <a:lnTo>
                    <a:pt x="2278" y="2642"/>
                  </a:lnTo>
                  <a:lnTo>
                    <a:pt x="2102" y="1684"/>
                  </a:lnTo>
                  <a:lnTo>
                    <a:pt x="2791" y="996"/>
                  </a:lnTo>
                  <a:lnTo>
                    <a:pt x="1824" y="868"/>
                  </a:lnTo>
                  <a:lnTo>
                    <a:pt x="13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7409300" y="1162500"/>
              <a:ext cx="195675" cy="176950"/>
            </a:xfrm>
            <a:custGeom>
              <a:rect b="b" l="l" r="r" t="t"/>
              <a:pathLst>
                <a:path extrusionOk="0" h="7078" w="7827">
                  <a:moveTo>
                    <a:pt x="4602" y="1"/>
                  </a:moveTo>
                  <a:cubicBezTo>
                    <a:pt x="4602" y="1"/>
                    <a:pt x="4202" y="221"/>
                    <a:pt x="4143" y="551"/>
                  </a:cubicBezTo>
                  <a:cubicBezTo>
                    <a:pt x="4082" y="879"/>
                    <a:pt x="3917" y="2224"/>
                    <a:pt x="3917" y="2224"/>
                  </a:cubicBezTo>
                  <a:lnTo>
                    <a:pt x="3194" y="2673"/>
                  </a:lnTo>
                  <a:cubicBezTo>
                    <a:pt x="3174" y="2597"/>
                    <a:pt x="3112" y="2535"/>
                    <a:pt x="3030" y="2525"/>
                  </a:cubicBezTo>
                  <a:lnTo>
                    <a:pt x="2763" y="2490"/>
                  </a:lnTo>
                  <a:cubicBezTo>
                    <a:pt x="2755" y="2489"/>
                    <a:pt x="2747" y="2488"/>
                    <a:pt x="2739" y="2488"/>
                  </a:cubicBezTo>
                  <a:cubicBezTo>
                    <a:pt x="2642" y="2488"/>
                    <a:pt x="2556" y="2560"/>
                    <a:pt x="2544" y="2659"/>
                  </a:cubicBezTo>
                  <a:lnTo>
                    <a:pt x="2489" y="3067"/>
                  </a:lnTo>
                  <a:cubicBezTo>
                    <a:pt x="2488" y="3082"/>
                    <a:pt x="2490" y="3095"/>
                    <a:pt x="2492" y="3108"/>
                  </a:cubicBezTo>
                  <a:lnTo>
                    <a:pt x="991" y="4039"/>
                  </a:lnTo>
                  <a:cubicBezTo>
                    <a:pt x="991" y="4039"/>
                    <a:pt x="0" y="4621"/>
                    <a:pt x="224" y="5037"/>
                  </a:cubicBezTo>
                  <a:lnTo>
                    <a:pt x="3713" y="3964"/>
                  </a:lnTo>
                  <a:lnTo>
                    <a:pt x="3465" y="6108"/>
                  </a:lnTo>
                  <a:lnTo>
                    <a:pt x="2832" y="6501"/>
                  </a:lnTo>
                  <a:cubicBezTo>
                    <a:pt x="2832" y="6501"/>
                    <a:pt x="2541" y="6672"/>
                    <a:pt x="2607" y="6795"/>
                  </a:cubicBezTo>
                  <a:lnTo>
                    <a:pt x="3452" y="6536"/>
                  </a:lnTo>
                  <a:cubicBezTo>
                    <a:pt x="3455" y="6672"/>
                    <a:pt x="3555" y="6792"/>
                    <a:pt x="3695" y="6812"/>
                  </a:cubicBezTo>
                  <a:cubicBezTo>
                    <a:pt x="3707" y="6813"/>
                    <a:pt x="3719" y="6814"/>
                    <a:pt x="3731" y="6814"/>
                  </a:cubicBezTo>
                  <a:cubicBezTo>
                    <a:pt x="3857" y="6814"/>
                    <a:pt x="3966" y="6728"/>
                    <a:pt x="4001" y="6608"/>
                  </a:cubicBezTo>
                  <a:lnTo>
                    <a:pt x="4753" y="7078"/>
                  </a:lnTo>
                  <a:cubicBezTo>
                    <a:pt x="4848" y="6976"/>
                    <a:pt x="4610" y="6735"/>
                    <a:pt x="4610" y="6735"/>
                  </a:cubicBezTo>
                  <a:lnTo>
                    <a:pt x="4083" y="6176"/>
                  </a:lnTo>
                  <a:lnTo>
                    <a:pt x="4409" y="4061"/>
                  </a:lnTo>
                  <a:lnTo>
                    <a:pt x="4409" y="4061"/>
                  </a:lnTo>
                  <a:cubicBezTo>
                    <a:pt x="4410" y="4061"/>
                    <a:pt x="4412" y="4061"/>
                    <a:pt x="4415" y="4062"/>
                  </a:cubicBezTo>
                  <a:lnTo>
                    <a:pt x="7502" y="5993"/>
                  </a:lnTo>
                  <a:cubicBezTo>
                    <a:pt x="7826" y="5648"/>
                    <a:pt x="7020" y="4831"/>
                    <a:pt x="7020" y="4831"/>
                  </a:cubicBezTo>
                  <a:lnTo>
                    <a:pt x="5861" y="3598"/>
                  </a:lnTo>
                  <a:cubicBezTo>
                    <a:pt x="5877" y="3574"/>
                    <a:pt x="5889" y="3546"/>
                    <a:pt x="5894" y="3515"/>
                  </a:cubicBezTo>
                  <a:lnTo>
                    <a:pt x="5948" y="3107"/>
                  </a:lnTo>
                  <a:cubicBezTo>
                    <a:pt x="5963" y="2999"/>
                    <a:pt x="5886" y="2900"/>
                    <a:pt x="5779" y="2886"/>
                  </a:cubicBezTo>
                  <a:lnTo>
                    <a:pt x="5514" y="2852"/>
                  </a:lnTo>
                  <a:cubicBezTo>
                    <a:pt x="5505" y="2850"/>
                    <a:pt x="5496" y="2850"/>
                    <a:pt x="5488" y="2850"/>
                  </a:cubicBezTo>
                  <a:cubicBezTo>
                    <a:pt x="5446" y="2850"/>
                    <a:pt x="5406" y="2864"/>
                    <a:pt x="5375" y="2887"/>
                  </a:cubicBezTo>
                  <a:lnTo>
                    <a:pt x="5371" y="2887"/>
                  </a:lnTo>
                  <a:lnTo>
                    <a:pt x="5371" y="2890"/>
                  </a:lnTo>
                  <a:cubicBezTo>
                    <a:pt x="5336" y="2916"/>
                    <a:pt x="5313" y="2956"/>
                    <a:pt x="5301" y="2999"/>
                  </a:cubicBezTo>
                  <a:lnTo>
                    <a:pt x="4712" y="2374"/>
                  </a:lnTo>
                  <a:lnTo>
                    <a:pt x="4674" y="2327"/>
                  </a:lnTo>
                  <a:cubicBezTo>
                    <a:pt x="4674" y="2327"/>
                    <a:pt x="4871" y="986"/>
                    <a:pt x="4900" y="652"/>
                  </a:cubicBezTo>
                  <a:cubicBezTo>
                    <a:pt x="4928" y="319"/>
                    <a:pt x="4602" y="1"/>
                    <a:pt x="4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6549800" y="1050300"/>
              <a:ext cx="195700" cy="176950"/>
            </a:xfrm>
            <a:custGeom>
              <a:rect b="b" l="l" r="r" t="t"/>
              <a:pathLst>
                <a:path extrusionOk="0" h="7078" w="7828">
                  <a:moveTo>
                    <a:pt x="4604" y="1"/>
                  </a:moveTo>
                  <a:cubicBezTo>
                    <a:pt x="4604" y="1"/>
                    <a:pt x="4203" y="221"/>
                    <a:pt x="4143" y="551"/>
                  </a:cubicBezTo>
                  <a:cubicBezTo>
                    <a:pt x="4083" y="879"/>
                    <a:pt x="3918" y="2224"/>
                    <a:pt x="3918" y="2224"/>
                  </a:cubicBezTo>
                  <a:lnTo>
                    <a:pt x="3193" y="2673"/>
                  </a:lnTo>
                  <a:cubicBezTo>
                    <a:pt x="3175" y="2597"/>
                    <a:pt x="3113" y="2535"/>
                    <a:pt x="3030" y="2524"/>
                  </a:cubicBezTo>
                  <a:lnTo>
                    <a:pt x="2764" y="2489"/>
                  </a:lnTo>
                  <a:cubicBezTo>
                    <a:pt x="2756" y="2488"/>
                    <a:pt x="2748" y="2488"/>
                    <a:pt x="2739" y="2488"/>
                  </a:cubicBezTo>
                  <a:cubicBezTo>
                    <a:pt x="2642" y="2488"/>
                    <a:pt x="2557" y="2560"/>
                    <a:pt x="2543" y="2659"/>
                  </a:cubicBezTo>
                  <a:lnTo>
                    <a:pt x="2490" y="3067"/>
                  </a:lnTo>
                  <a:cubicBezTo>
                    <a:pt x="2489" y="3082"/>
                    <a:pt x="2491" y="3095"/>
                    <a:pt x="2492" y="3107"/>
                  </a:cubicBezTo>
                  <a:lnTo>
                    <a:pt x="991" y="4039"/>
                  </a:lnTo>
                  <a:cubicBezTo>
                    <a:pt x="991" y="4039"/>
                    <a:pt x="0" y="4621"/>
                    <a:pt x="225" y="5037"/>
                  </a:cubicBezTo>
                  <a:lnTo>
                    <a:pt x="3713" y="3964"/>
                  </a:lnTo>
                  <a:lnTo>
                    <a:pt x="3466" y="6108"/>
                  </a:lnTo>
                  <a:lnTo>
                    <a:pt x="2832" y="6501"/>
                  </a:lnTo>
                  <a:cubicBezTo>
                    <a:pt x="2832" y="6501"/>
                    <a:pt x="2541" y="6672"/>
                    <a:pt x="2607" y="6795"/>
                  </a:cubicBezTo>
                  <a:lnTo>
                    <a:pt x="3451" y="6536"/>
                  </a:lnTo>
                  <a:cubicBezTo>
                    <a:pt x="3455" y="6672"/>
                    <a:pt x="3555" y="6794"/>
                    <a:pt x="3696" y="6811"/>
                  </a:cubicBezTo>
                  <a:cubicBezTo>
                    <a:pt x="3708" y="6813"/>
                    <a:pt x="3720" y="6814"/>
                    <a:pt x="3732" y="6814"/>
                  </a:cubicBezTo>
                  <a:cubicBezTo>
                    <a:pt x="3858" y="6814"/>
                    <a:pt x="3965" y="6728"/>
                    <a:pt x="4001" y="6608"/>
                  </a:cubicBezTo>
                  <a:lnTo>
                    <a:pt x="4751" y="7078"/>
                  </a:lnTo>
                  <a:cubicBezTo>
                    <a:pt x="4847" y="6975"/>
                    <a:pt x="4610" y="6735"/>
                    <a:pt x="4610" y="6735"/>
                  </a:cubicBezTo>
                  <a:lnTo>
                    <a:pt x="4083" y="6176"/>
                  </a:lnTo>
                  <a:lnTo>
                    <a:pt x="4409" y="4061"/>
                  </a:lnTo>
                  <a:cubicBezTo>
                    <a:pt x="4409" y="4061"/>
                    <a:pt x="4412" y="4061"/>
                    <a:pt x="4415" y="4062"/>
                  </a:cubicBezTo>
                  <a:lnTo>
                    <a:pt x="7503" y="5993"/>
                  </a:lnTo>
                  <a:cubicBezTo>
                    <a:pt x="7827" y="5648"/>
                    <a:pt x="7020" y="4830"/>
                    <a:pt x="7020" y="4830"/>
                  </a:cubicBezTo>
                  <a:lnTo>
                    <a:pt x="5862" y="3598"/>
                  </a:lnTo>
                  <a:cubicBezTo>
                    <a:pt x="5878" y="3574"/>
                    <a:pt x="5889" y="3546"/>
                    <a:pt x="5895" y="3515"/>
                  </a:cubicBezTo>
                  <a:lnTo>
                    <a:pt x="5948" y="3106"/>
                  </a:lnTo>
                  <a:cubicBezTo>
                    <a:pt x="5963" y="2999"/>
                    <a:pt x="5886" y="2900"/>
                    <a:pt x="5780" y="2886"/>
                  </a:cubicBezTo>
                  <a:lnTo>
                    <a:pt x="5514" y="2852"/>
                  </a:lnTo>
                  <a:cubicBezTo>
                    <a:pt x="5505" y="2850"/>
                    <a:pt x="5496" y="2850"/>
                    <a:pt x="5487" y="2850"/>
                  </a:cubicBezTo>
                  <a:cubicBezTo>
                    <a:pt x="5446" y="2850"/>
                    <a:pt x="5407" y="2864"/>
                    <a:pt x="5375" y="2887"/>
                  </a:cubicBezTo>
                  <a:lnTo>
                    <a:pt x="5370" y="2887"/>
                  </a:lnTo>
                  <a:lnTo>
                    <a:pt x="5370" y="2890"/>
                  </a:lnTo>
                  <a:cubicBezTo>
                    <a:pt x="5336" y="2916"/>
                    <a:pt x="5313" y="2956"/>
                    <a:pt x="5302" y="2999"/>
                  </a:cubicBezTo>
                  <a:lnTo>
                    <a:pt x="4714" y="2374"/>
                  </a:lnTo>
                  <a:lnTo>
                    <a:pt x="4676" y="2326"/>
                  </a:lnTo>
                  <a:cubicBezTo>
                    <a:pt x="4676" y="2326"/>
                    <a:pt x="4873" y="986"/>
                    <a:pt x="4901" y="652"/>
                  </a:cubicBezTo>
                  <a:cubicBezTo>
                    <a:pt x="4930" y="319"/>
                    <a:pt x="4604" y="1"/>
                    <a:pt x="46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a:off x="6856325" y="987225"/>
              <a:ext cx="430925" cy="389500"/>
            </a:xfrm>
            <a:custGeom>
              <a:rect b="b" l="l" r="r" t="t"/>
              <a:pathLst>
                <a:path extrusionOk="0" h="15580" w="17237">
                  <a:moveTo>
                    <a:pt x="10130" y="0"/>
                  </a:moveTo>
                  <a:cubicBezTo>
                    <a:pt x="10130" y="0"/>
                    <a:pt x="9250" y="484"/>
                    <a:pt x="9118" y="1208"/>
                  </a:cubicBezTo>
                  <a:cubicBezTo>
                    <a:pt x="8984" y="1934"/>
                    <a:pt x="8620" y="4893"/>
                    <a:pt x="8620" y="4893"/>
                  </a:cubicBezTo>
                  <a:lnTo>
                    <a:pt x="7026" y="5882"/>
                  </a:lnTo>
                  <a:cubicBezTo>
                    <a:pt x="6984" y="5715"/>
                    <a:pt x="6845" y="5579"/>
                    <a:pt x="6665" y="5556"/>
                  </a:cubicBezTo>
                  <a:lnTo>
                    <a:pt x="6081" y="5480"/>
                  </a:lnTo>
                  <a:cubicBezTo>
                    <a:pt x="6062" y="5477"/>
                    <a:pt x="6043" y="5476"/>
                    <a:pt x="6025" y="5476"/>
                  </a:cubicBezTo>
                  <a:cubicBezTo>
                    <a:pt x="5811" y="5476"/>
                    <a:pt x="5624" y="5636"/>
                    <a:pt x="5596" y="5852"/>
                  </a:cubicBezTo>
                  <a:lnTo>
                    <a:pt x="5478" y="6753"/>
                  </a:lnTo>
                  <a:cubicBezTo>
                    <a:pt x="5474" y="6784"/>
                    <a:pt x="5482" y="6812"/>
                    <a:pt x="5484" y="6841"/>
                  </a:cubicBezTo>
                  <a:lnTo>
                    <a:pt x="2181" y="8891"/>
                  </a:lnTo>
                  <a:cubicBezTo>
                    <a:pt x="2181" y="8891"/>
                    <a:pt x="1" y="10172"/>
                    <a:pt x="494" y="11088"/>
                  </a:cubicBezTo>
                  <a:lnTo>
                    <a:pt x="8174" y="8730"/>
                  </a:lnTo>
                  <a:lnTo>
                    <a:pt x="7628" y="13448"/>
                  </a:lnTo>
                  <a:lnTo>
                    <a:pt x="6234" y="14313"/>
                  </a:lnTo>
                  <a:cubicBezTo>
                    <a:pt x="6234" y="14313"/>
                    <a:pt x="5592" y="14689"/>
                    <a:pt x="5737" y="14961"/>
                  </a:cubicBezTo>
                  <a:lnTo>
                    <a:pt x="7596" y="14389"/>
                  </a:lnTo>
                  <a:cubicBezTo>
                    <a:pt x="7607" y="14691"/>
                    <a:pt x="7823" y="14955"/>
                    <a:pt x="8131" y="14997"/>
                  </a:cubicBezTo>
                  <a:cubicBezTo>
                    <a:pt x="8157" y="15000"/>
                    <a:pt x="8184" y="15002"/>
                    <a:pt x="8210" y="15002"/>
                  </a:cubicBezTo>
                  <a:cubicBezTo>
                    <a:pt x="8487" y="15002"/>
                    <a:pt x="8726" y="14812"/>
                    <a:pt x="8806" y="14547"/>
                  </a:cubicBezTo>
                  <a:lnTo>
                    <a:pt x="10457" y="15580"/>
                  </a:lnTo>
                  <a:cubicBezTo>
                    <a:pt x="10668" y="15357"/>
                    <a:pt x="10145" y="14826"/>
                    <a:pt x="10145" y="14826"/>
                  </a:cubicBezTo>
                  <a:lnTo>
                    <a:pt x="8984" y="13594"/>
                  </a:lnTo>
                  <a:lnTo>
                    <a:pt x="9702" y="8937"/>
                  </a:lnTo>
                  <a:cubicBezTo>
                    <a:pt x="9711" y="8937"/>
                    <a:pt x="9718" y="8939"/>
                    <a:pt x="9725" y="8940"/>
                  </a:cubicBezTo>
                  <a:lnTo>
                    <a:pt x="16523" y="13191"/>
                  </a:lnTo>
                  <a:cubicBezTo>
                    <a:pt x="17236" y="12432"/>
                    <a:pt x="15460" y="10632"/>
                    <a:pt x="15460" y="10632"/>
                  </a:cubicBezTo>
                  <a:lnTo>
                    <a:pt x="12907" y="7918"/>
                  </a:lnTo>
                  <a:cubicBezTo>
                    <a:pt x="12943" y="7864"/>
                    <a:pt x="12970" y="7804"/>
                    <a:pt x="12979" y="7737"/>
                  </a:cubicBezTo>
                  <a:lnTo>
                    <a:pt x="13097" y="6837"/>
                  </a:lnTo>
                  <a:cubicBezTo>
                    <a:pt x="13128" y="6600"/>
                    <a:pt x="12959" y="6383"/>
                    <a:pt x="12724" y="6352"/>
                  </a:cubicBezTo>
                  <a:lnTo>
                    <a:pt x="12139" y="6275"/>
                  </a:lnTo>
                  <a:cubicBezTo>
                    <a:pt x="12122" y="6273"/>
                    <a:pt x="12105" y="6272"/>
                    <a:pt x="12088" y="6272"/>
                  </a:cubicBezTo>
                  <a:cubicBezTo>
                    <a:pt x="11993" y="6272"/>
                    <a:pt x="11904" y="6303"/>
                    <a:pt x="11831" y="6356"/>
                  </a:cubicBezTo>
                  <a:lnTo>
                    <a:pt x="11822" y="6355"/>
                  </a:lnTo>
                  <a:lnTo>
                    <a:pt x="11821" y="6361"/>
                  </a:lnTo>
                  <a:cubicBezTo>
                    <a:pt x="11745" y="6419"/>
                    <a:pt x="11693" y="6505"/>
                    <a:pt x="11670" y="6603"/>
                  </a:cubicBezTo>
                  <a:lnTo>
                    <a:pt x="10374" y="5225"/>
                  </a:lnTo>
                  <a:lnTo>
                    <a:pt x="10289" y="5120"/>
                  </a:lnTo>
                  <a:cubicBezTo>
                    <a:pt x="10289" y="5120"/>
                    <a:pt x="10723" y="2169"/>
                    <a:pt x="10787" y="1434"/>
                  </a:cubicBezTo>
                  <a:cubicBezTo>
                    <a:pt x="10849" y="699"/>
                    <a:pt x="10130" y="0"/>
                    <a:pt x="10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6773225" y="912700"/>
              <a:ext cx="614750" cy="578525"/>
            </a:xfrm>
            <a:custGeom>
              <a:rect b="b" l="l" r="r" t="t"/>
              <a:pathLst>
                <a:path extrusionOk="0" h="23141" w="24590">
                  <a:moveTo>
                    <a:pt x="12272" y="521"/>
                  </a:moveTo>
                  <a:cubicBezTo>
                    <a:pt x="12754" y="521"/>
                    <a:pt x="13239" y="553"/>
                    <a:pt x="13725" y="615"/>
                  </a:cubicBezTo>
                  <a:cubicBezTo>
                    <a:pt x="19765" y="1404"/>
                    <a:pt x="24037" y="6959"/>
                    <a:pt x="23250" y="13000"/>
                  </a:cubicBezTo>
                  <a:cubicBezTo>
                    <a:pt x="22868" y="15926"/>
                    <a:pt x="21369" y="18527"/>
                    <a:pt x="19030" y="20326"/>
                  </a:cubicBezTo>
                  <a:cubicBezTo>
                    <a:pt x="17078" y="21827"/>
                    <a:pt x="14736" y="22619"/>
                    <a:pt x="12318" y="22619"/>
                  </a:cubicBezTo>
                  <a:cubicBezTo>
                    <a:pt x="11836" y="22619"/>
                    <a:pt x="11350" y="22587"/>
                    <a:pt x="10865" y="22524"/>
                  </a:cubicBezTo>
                  <a:cubicBezTo>
                    <a:pt x="4825" y="21735"/>
                    <a:pt x="552" y="16181"/>
                    <a:pt x="1340" y="10141"/>
                  </a:cubicBezTo>
                  <a:cubicBezTo>
                    <a:pt x="1722" y="7213"/>
                    <a:pt x="3220" y="4612"/>
                    <a:pt x="5560" y="2813"/>
                  </a:cubicBezTo>
                  <a:cubicBezTo>
                    <a:pt x="7510" y="1314"/>
                    <a:pt x="9850" y="521"/>
                    <a:pt x="12272" y="521"/>
                  </a:cubicBezTo>
                  <a:close/>
                  <a:moveTo>
                    <a:pt x="12272" y="0"/>
                  </a:moveTo>
                  <a:cubicBezTo>
                    <a:pt x="9737" y="0"/>
                    <a:pt x="7286" y="829"/>
                    <a:pt x="5243" y="2400"/>
                  </a:cubicBezTo>
                  <a:cubicBezTo>
                    <a:pt x="2793" y="4285"/>
                    <a:pt x="1224" y="7009"/>
                    <a:pt x="824" y="10073"/>
                  </a:cubicBezTo>
                  <a:cubicBezTo>
                    <a:pt x="0" y="16398"/>
                    <a:pt x="4473" y="22215"/>
                    <a:pt x="10798" y="23041"/>
                  </a:cubicBezTo>
                  <a:cubicBezTo>
                    <a:pt x="11307" y="23108"/>
                    <a:pt x="11815" y="23141"/>
                    <a:pt x="12319" y="23141"/>
                  </a:cubicBezTo>
                  <a:cubicBezTo>
                    <a:pt x="14853" y="23141"/>
                    <a:pt x="17304" y="22311"/>
                    <a:pt x="19347" y="20740"/>
                  </a:cubicBezTo>
                  <a:cubicBezTo>
                    <a:pt x="21796" y="18856"/>
                    <a:pt x="23365" y="16132"/>
                    <a:pt x="23766" y="13068"/>
                  </a:cubicBezTo>
                  <a:cubicBezTo>
                    <a:pt x="24589" y="6743"/>
                    <a:pt x="20116" y="925"/>
                    <a:pt x="13792" y="99"/>
                  </a:cubicBezTo>
                  <a:cubicBezTo>
                    <a:pt x="13283" y="33"/>
                    <a:pt x="12776" y="0"/>
                    <a:pt x="122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9" name="Google Shape;4919;p63"/>
          <p:cNvSpPr/>
          <p:nvPr/>
        </p:nvSpPr>
        <p:spPr>
          <a:xfrm>
            <a:off x="781050" y="2495550"/>
            <a:ext cx="9258300" cy="3390900"/>
          </a:xfrm>
          <a:custGeom>
            <a:rect b="b" l="l" r="r" t="t"/>
            <a:pathLst>
              <a:path extrusionOk="0" h="135636" w="370332">
                <a:moveTo>
                  <a:pt x="0" y="135636"/>
                </a:moveTo>
                <a:cubicBezTo>
                  <a:pt x="13948" y="132149"/>
                  <a:pt x="24045" y="119825"/>
                  <a:pt x="36576" y="112776"/>
                </a:cubicBezTo>
                <a:cubicBezTo>
                  <a:pt x="54898" y="102470"/>
                  <a:pt x="74639" y="94916"/>
                  <a:pt x="93726" y="86106"/>
                </a:cubicBezTo>
                <a:cubicBezTo>
                  <a:pt x="96273" y="84930"/>
                  <a:pt x="99327" y="85715"/>
                  <a:pt x="102108" y="85344"/>
                </a:cubicBezTo>
                <a:cubicBezTo>
                  <a:pt x="127317" y="81983"/>
                  <a:pt x="153636" y="87702"/>
                  <a:pt x="178308" y="81534"/>
                </a:cubicBezTo>
                <a:cubicBezTo>
                  <a:pt x="209502" y="73736"/>
                  <a:pt x="235281" y="51707"/>
                  <a:pt x="263652" y="36576"/>
                </a:cubicBezTo>
                <a:cubicBezTo>
                  <a:pt x="284340" y="25542"/>
                  <a:pt x="306435" y="17287"/>
                  <a:pt x="328422" y="9144"/>
                </a:cubicBezTo>
                <a:cubicBezTo>
                  <a:pt x="335760" y="6426"/>
                  <a:pt x="343564" y="5096"/>
                  <a:pt x="351282" y="3810"/>
                </a:cubicBezTo>
                <a:cubicBezTo>
                  <a:pt x="357670" y="2745"/>
                  <a:pt x="365753" y="4579"/>
                  <a:pt x="370332" y="0"/>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3" name="Shape 4923"/>
        <p:cNvGrpSpPr/>
        <p:nvPr/>
      </p:nvGrpSpPr>
      <p:grpSpPr>
        <a:xfrm>
          <a:off x="0" y="0"/>
          <a:ext cx="0" cy="0"/>
          <a:chOff x="0" y="0"/>
          <a:chExt cx="0" cy="0"/>
        </a:xfrm>
      </p:grpSpPr>
      <p:sp>
        <p:nvSpPr>
          <p:cNvPr id="4924" name="Google Shape;4924;p64"/>
          <p:cNvSpPr txBox="1"/>
          <p:nvPr>
            <p:ph type="title"/>
          </p:nvPr>
        </p:nvSpPr>
        <p:spPr>
          <a:xfrm>
            <a:off x="720000" y="1557450"/>
            <a:ext cx="2644500" cy="63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Mockup</a:t>
            </a:r>
            <a:endParaRPr/>
          </a:p>
        </p:txBody>
      </p:sp>
      <p:sp>
        <p:nvSpPr>
          <p:cNvPr id="4925" name="Google Shape;4925;p64"/>
          <p:cNvSpPr txBox="1"/>
          <p:nvPr>
            <p:ph idx="1" type="body"/>
          </p:nvPr>
        </p:nvSpPr>
        <p:spPr>
          <a:xfrm>
            <a:off x="720000" y="2268150"/>
            <a:ext cx="2644500" cy="145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Du kannst das Bild auf dem Bildschirm durch dein eigenes Werk ersetzen. Rechtsklick einfach darauf und wähle </a:t>
            </a:r>
            <a:r>
              <a:rPr lang="en"/>
              <a:t>„</a:t>
            </a:r>
            <a:r>
              <a:rPr lang="en"/>
              <a:t>Bild ersetzen"</a:t>
            </a:r>
            <a:endParaRPr/>
          </a:p>
          <a:p>
            <a:pPr indent="0" lvl="0" marL="0" rtl="0" algn="l">
              <a:spcBef>
                <a:spcPts val="0"/>
              </a:spcBef>
              <a:spcAft>
                <a:spcPts val="0"/>
              </a:spcAft>
              <a:buNone/>
            </a:pPr>
            <a:r>
              <a:t/>
            </a:r>
            <a:endParaRPr/>
          </a:p>
        </p:txBody>
      </p:sp>
      <p:grpSp>
        <p:nvGrpSpPr>
          <p:cNvPr id="4926" name="Google Shape;4926;p64"/>
          <p:cNvGrpSpPr/>
          <p:nvPr/>
        </p:nvGrpSpPr>
        <p:grpSpPr>
          <a:xfrm>
            <a:off x="3977232" y="1375986"/>
            <a:ext cx="3851852" cy="2707634"/>
            <a:chOff x="8811376" y="2"/>
            <a:chExt cx="3846467" cy="2703848"/>
          </a:xfrm>
        </p:grpSpPr>
        <p:sp>
          <p:nvSpPr>
            <p:cNvPr id="4927" name="Google Shape;4927;p64"/>
            <p:cNvSpPr/>
            <p:nvPr/>
          </p:nvSpPr>
          <p:spPr>
            <a:xfrm>
              <a:off x="10272077" y="2231136"/>
              <a:ext cx="1003515" cy="472701"/>
            </a:xfrm>
            <a:custGeom>
              <a:rect b="b" l="l" r="r" t="t"/>
              <a:pathLst>
                <a:path extrusionOk="0" h="6902" w="14652">
                  <a:moveTo>
                    <a:pt x="1570" y="1"/>
                  </a:moveTo>
                  <a:lnTo>
                    <a:pt x="1258" y="1372"/>
                  </a:lnTo>
                  <a:lnTo>
                    <a:pt x="0" y="6902"/>
                  </a:lnTo>
                  <a:lnTo>
                    <a:pt x="14651" y="6902"/>
                  </a:lnTo>
                  <a:lnTo>
                    <a:pt x="13394" y="1372"/>
                  </a:lnTo>
                  <a:lnTo>
                    <a:pt x="130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9995443" y="2568998"/>
              <a:ext cx="1556709" cy="134852"/>
            </a:xfrm>
            <a:custGeom>
              <a:rect b="b" l="l" r="r" t="t"/>
              <a:pathLst>
                <a:path extrusionOk="0" h="1969" w="22729">
                  <a:moveTo>
                    <a:pt x="10" y="0"/>
                  </a:moveTo>
                  <a:cubicBezTo>
                    <a:pt x="5" y="0"/>
                    <a:pt x="1" y="4"/>
                    <a:pt x="1" y="10"/>
                  </a:cubicBezTo>
                  <a:lnTo>
                    <a:pt x="1" y="1961"/>
                  </a:lnTo>
                  <a:cubicBezTo>
                    <a:pt x="1" y="1965"/>
                    <a:pt x="5" y="1969"/>
                    <a:pt x="10" y="1969"/>
                  </a:cubicBezTo>
                  <a:lnTo>
                    <a:pt x="22719" y="1969"/>
                  </a:lnTo>
                  <a:cubicBezTo>
                    <a:pt x="22725" y="1969"/>
                    <a:pt x="22729" y="1965"/>
                    <a:pt x="22729" y="1961"/>
                  </a:cubicBezTo>
                  <a:lnTo>
                    <a:pt x="22729" y="10"/>
                  </a:lnTo>
                  <a:cubicBezTo>
                    <a:pt x="22728" y="4"/>
                    <a:pt x="22725" y="0"/>
                    <a:pt x="227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8811376" y="2"/>
              <a:ext cx="3846467" cy="2261800"/>
            </a:xfrm>
            <a:custGeom>
              <a:rect b="b" l="l" r="r" t="t"/>
              <a:pathLst>
                <a:path extrusionOk="0" h="33025" w="56161">
                  <a:moveTo>
                    <a:pt x="1905" y="0"/>
                  </a:moveTo>
                  <a:cubicBezTo>
                    <a:pt x="854" y="0"/>
                    <a:pt x="1" y="854"/>
                    <a:pt x="1" y="1906"/>
                  </a:cubicBezTo>
                  <a:lnTo>
                    <a:pt x="1" y="31120"/>
                  </a:lnTo>
                  <a:cubicBezTo>
                    <a:pt x="1" y="32171"/>
                    <a:pt x="854" y="33025"/>
                    <a:pt x="1905" y="33025"/>
                  </a:cubicBezTo>
                  <a:lnTo>
                    <a:pt x="54255" y="33025"/>
                  </a:lnTo>
                  <a:cubicBezTo>
                    <a:pt x="55306" y="33025"/>
                    <a:pt x="56161" y="32171"/>
                    <a:pt x="56161" y="31120"/>
                  </a:cubicBezTo>
                  <a:lnTo>
                    <a:pt x="56161" y="1906"/>
                  </a:lnTo>
                  <a:cubicBezTo>
                    <a:pt x="56161" y="854"/>
                    <a:pt x="55306" y="0"/>
                    <a:pt x="542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930" name="Google Shape;4930;p64"/>
          <p:cNvPicPr preferRelativeResize="0"/>
          <p:nvPr/>
        </p:nvPicPr>
        <p:blipFill rotWithShape="1">
          <a:blip r:embed="rId3">
            <a:alphaModFix/>
          </a:blip>
          <a:srcRect b="13830" l="0" r="0" t="13837"/>
          <a:stretch/>
        </p:blipFill>
        <p:spPr>
          <a:xfrm>
            <a:off x="4074192" y="1479679"/>
            <a:ext cx="3657900" cy="1763400"/>
          </a:xfrm>
          <a:prstGeom prst="roundRect">
            <a:avLst>
              <a:gd fmla="val 8546" name="adj"/>
            </a:avLst>
          </a:prstGeom>
          <a:noFill/>
          <a:ln>
            <a:noFill/>
          </a:ln>
        </p:spPr>
      </p:pic>
      <p:sp>
        <p:nvSpPr>
          <p:cNvPr id="4931" name="Google Shape;4931;p64"/>
          <p:cNvSpPr/>
          <p:nvPr/>
        </p:nvSpPr>
        <p:spPr>
          <a:xfrm>
            <a:off x="6898929" y="1811326"/>
            <a:ext cx="1525200" cy="2267400"/>
          </a:xfrm>
          <a:prstGeom prst="roundRect">
            <a:avLst>
              <a:gd fmla="val 8893"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7589367" y="3855508"/>
            <a:ext cx="152186" cy="152186"/>
          </a:xfrm>
          <a:custGeom>
            <a:rect b="b" l="l" r="r" t="t"/>
            <a:pathLst>
              <a:path extrusionOk="0" h="1246" w="1246">
                <a:moveTo>
                  <a:pt x="623" y="1"/>
                </a:moveTo>
                <a:cubicBezTo>
                  <a:pt x="280" y="1"/>
                  <a:pt x="1" y="279"/>
                  <a:pt x="1" y="623"/>
                </a:cubicBezTo>
                <a:cubicBezTo>
                  <a:pt x="1" y="967"/>
                  <a:pt x="280" y="1245"/>
                  <a:pt x="623" y="1245"/>
                </a:cubicBezTo>
                <a:cubicBezTo>
                  <a:pt x="967" y="1245"/>
                  <a:pt x="1246" y="967"/>
                  <a:pt x="1246" y="623"/>
                </a:cubicBezTo>
                <a:cubicBezTo>
                  <a:pt x="1246" y="279"/>
                  <a:pt x="967" y="1"/>
                  <a:pt x="6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33" name="Google Shape;4933;p64"/>
          <p:cNvPicPr preferRelativeResize="0"/>
          <p:nvPr/>
        </p:nvPicPr>
        <p:blipFill rotWithShape="1">
          <a:blip r:embed="rId4">
            <a:alphaModFix/>
          </a:blip>
          <a:srcRect b="0" l="12875" r="12875" t="0"/>
          <a:stretch/>
        </p:blipFill>
        <p:spPr>
          <a:xfrm>
            <a:off x="6948553" y="1924020"/>
            <a:ext cx="1425900" cy="1920300"/>
          </a:xfrm>
          <a:prstGeom prst="roundRect">
            <a:avLst>
              <a:gd fmla="val 3955" name="adj"/>
            </a:avLst>
          </a:prstGeom>
          <a:noFill/>
          <a:ln>
            <a:noFill/>
          </a:ln>
        </p:spPr>
      </p:pic>
      <p:pic>
        <p:nvPicPr>
          <p:cNvPr id="4934" name="Google Shape;4934;p64"/>
          <p:cNvPicPr preferRelativeResize="0"/>
          <p:nvPr/>
        </p:nvPicPr>
        <p:blipFill rotWithShape="1">
          <a:blip r:embed="rId5">
            <a:alphaModFix/>
          </a:blip>
          <a:srcRect b="0" l="31740" r="31744" t="0"/>
          <a:stretch/>
        </p:blipFill>
        <p:spPr>
          <a:xfrm>
            <a:off x="3699805" y="2503914"/>
            <a:ext cx="838500" cy="1531500"/>
          </a:xfrm>
          <a:prstGeom prst="roundRect">
            <a:avLst>
              <a:gd fmla="val 16667" name="adj"/>
            </a:avLst>
          </a:prstGeom>
          <a:noFill/>
          <a:ln>
            <a:noFill/>
          </a:ln>
        </p:spPr>
      </p:pic>
      <p:grpSp>
        <p:nvGrpSpPr>
          <p:cNvPr id="4935" name="Google Shape;4935;p64"/>
          <p:cNvGrpSpPr/>
          <p:nvPr/>
        </p:nvGrpSpPr>
        <p:grpSpPr>
          <a:xfrm>
            <a:off x="3665699" y="2453082"/>
            <a:ext cx="905859" cy="1630546"/>
            <a:chOff x="9738554" y="-1743818"/>
            <a:chExt cx="1418508" cy="2552914"/>
          </a:xfrm>
        </p:grpSpPr>
        <p:sp>
          <p:nvSpPr>
            <p:cNvPr id="4936" name="Google Shape;4936;p64"/>
            <p:cNvSpPr/>
            <p:nvPr/>
          </p:nvSpPr>
          <p:spPr>
            <a:xfrm>
              <a:off x="10116757" y="-1696680"/>
              <a:ext cx="662116" cy="157794"/>
            </a:xfrm>
            <a:custGeom>
              <a:rect b="b" l="l" r="r" t="t"/>
              <a:pathLst>
                <a:path extrusionOk="0" h="867" w="3638">
                  <a:moveTo>
                    <a:pt x="1" y="0"/>
                  </a:moveTo>
                  <a:lnTo>
                    <a:pt x="1" y="862"/>
                  </a:lnTo>
                  <a:cubicBezTo>
                    <a:pt x="1" y="865"/>
                    <a:pt x="3" y="867"/>
                    <a:pt x="6" y="867"/>
                  </a:cubicBezTo>
                  <a:lnTo>
                    <a:pt x="3632" y="867"/>
                  </a:lnTo>
                  <a:cubicBezTo>
                    <a:pt x="3635" y="867"/>
                    <a:pt x="3637" y="864"/>
                    <a:pt x="3637" y="862"/>
                  </a:cubicBezTo>
                  <a:lnTo>
                    <a:pt x="36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28E6C"/>
                </a:solidFill>
              </a:endParaRPr>
            </a:p>
          </p:txBody>
        </p:sp>
        <p:sp>
          <p:nvSpPr>
            <p:cNvPr id="4937" name="Google Shape;4937;p64"/>
            <p:cNvSpPr/>
            <p:nvPr/>
          </p:nvSpPr>
          <p:spPr>
            <a:xfrm>
              <a:off x="9738554" y="-1743818"/>
              <a:ext cx="1418508" cy="2552914"/>
            </a:xfrm>
            <a:custGeom>
              <a:rect b="b" l="l" r="r" t="t"/>
              <a:pathLst>
                <a:path extrusionOk="0" h="14027" w="7794">
                  <a:moveTo>
                    <a:pt x="6610" y="519"/>
                  </a:moveTo>
                  <a:cubicBezTo>
                    <a:pt x="6976" y="519"/>
                    <a:pt x="7273" y="817"/>
                    <a:pt x="7273" y="1183"/>
                  </a:cubicBezTo>
                  <a:lnTo>
                    <a:pt x="7273" y="12843"/>
                  </a:lnTo>
                  <a:cubicBezTo>
                    <a:pt x="7273" y="13209"/>
                    <a:pt x="6976" y="13506"/>
                    <a:pt x="6610" y="13506"/>
                  </a:cubicBezTo>
                  <a:lnTo>
                    <a:pt x="1184" y="13506"/>
                  </a:lnTo>
                  <a:cubicBezTo>
                    <a:pt x="818" y="13506"/>
                    <a:pt x="520" y="13209"/>
                    <a:pt x="520" y="12843"/>
                  </a:cubicBezTo>
                  <a:lnTo>
                    <a:pt x="520" y="1183"/>
                  </a:lnTo>
                  <a:cubicBezTo>
                    <a:pt x="520" y="817"/>
                    <a:pt x="818" y="519"/>
                    <a:pt x="1184" y="519"/>
                  </a:cubicBezTo>
                  <a:close/>
                  <a:moveTo>
                    <a:pt x="1184" y="0"/>
                  </a:moveTo>
                  <a:cubicBezTo>
                    <a:pt x="532" y="0"/>
                    <a:pt x="1" y="530"/>
                    <a:pt x="1" y="1183"/>
                  </a:cubicBezTo>
                  <a:lnTo>
                    <a:pt x="1" y="12843"/>
                  </a:lnTo>
                  <a:cubicBezTo>
                    <a:pt x="1" y="13495"/>
                    <a:pt x="532" y="14026"/>
                    <a:pt x="1184" y="14026"/>
                  </a:cubicBezTo>
                  <a:lnTo>
                    <a:pt x="6610" y="14026"/>
                  </a:lnTo>
                  <a:cubicBezTo>
                    <a:pt x="7262" y="14026"/>
                    <a:pt x="7793" y="13495"/>
                    <a:pt x="7793" y="12843"/>
                  </a:cubicBezTo>
                  <a:lnTo>
                    <a:pt x="7793" y="1183"/>
                  </a:lnTo>
                  <a:cubicBezTo>
                    <a:pt x="7793" y="530"/>
                    <a:pt x="7262" y="0"/>
                    <a:pt x="66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28E6C"/>
                </a:solidFill>
              </a:endParaRPr>
            </a:p>
          </p:txBody>
        </p:sp>
      </p:grpSp>
      <p:sp>
        <p:nvSpPr>
          <p:cNvPr id="4938" name="Google Shape;4938;p64"/>
          <p:cNvSpPr/>
          <p:nvPr/>
        </p:nvSpPr>
        <p:spPr>
          <a:xfrm>
            <a:off x="-305950" y="-499700"/>
            <a:ext cx="5782375" cy="2121225"/>
          </a:xfrm>
          <a:custGeom>
            <a:rect b="b" l="l" r="r" t="t"/>
            <a:pathLst>
              <a:path extrusionOk="0" h="84849" w="231295">
                <a:moveTo>
                  <a:pt x="0" y="84849"/>
                </a:moveTo>
                <a:cubicBezTo>
                  <a:pt x="9416" y="75431"/>
                  <a:pt x="22671" y="68863"/>
                  <a:pt x="35898" y="67308"/>
                </a:cubicBezTo>
                <a:cubicBezTo>
                  <a:pt x="43473" y="66418"/>
                  <a:pt x="50823" y="70469"/>
                  <a:pt x="58334" y="71795"/>
                </a:cubicBezTo>
                <a:cubicBezTo>
                  <a:pt x="71634" y="74143"/>
                  <a:pt x="85947" y="72921"/>
                  <a:pt x="98719" y="68531"/>
                </a:cubicBezTo>
                <a:cubicBezTo>
                  <a:pt x="138227" y="54951"/>
                  <a:pt x="167580" y="18393"/>
                  <a:pt x="207635" y="6526"/>
                </a:cubicBezTo>
                <a:cubicBezTo>
                  <a:pt x="215479" y="4202"/>
                  <a:pt x="223114" y="0"/>
                  <a:pt x="231295" y="0"/>
                </a:cubicBezTo>
              </a:path>
            </a:pathLst>
          </a:custGeom>
          <a:noFill/>
          <a:ln cap="flat" cmpd="sng" w="19050">
            <a:solidFill>
              <a:schemeClr val="lt1"/>
            </a:solidFill>
            <a:prstDash val="dash"/>
            <a:round/>
            <a:headEnd len="med" w="med" type="none"/>
            <a:tailEnd len="med" w="med" type="none"/>
          </a:ln>
        </p:spPr>
      </p:sp>
      <p:sp>
        <p:nvSpPr>
          <p:cNvPr id="4939" name="Google Shape;4939;p64"/>
          <p:cNvSpPr/>
          <p:nvPr/>
        </p:nvSpPr>
        <p:spPr>
          <a:xfrm>
            <a:off x="5476425" y="3151250"/>
            <a:ext cx="4021650" cy="2508750"/>
          </a:xfrm>
          <a:custGeom>
            <a:rect b="b" l="l" r="r" t="t"/>
            <a:pathLst>
              <a:path extrusionOk="0" h="100350" w="160866">
                <a:moveTo>
                  <a:pt x="0" y="100350"/>
                </a:moveTo>
                <a:cubicBezTo>
                  <a:pt x="22613" y="89043"/>
                  <a:pt x="44754" y="74322"/>
                  <a:pt x="69756" y="70571"/>
                </a:cubicBezTo>
                <a:cubicBezTo>
                  <a:pt x="95144" y="66762"/>
                  <a:pt x="124883" y="74508"/>
                  <a:pt x="146038" y="59965"/>
                </a:cubicBezTo>
                <a:cubicBezTo>
                  <a:pt x="162996" y="48307"/>
                  <a:pt x="160724" y="20579"/>
                  <a:pt x="160724" y="0"/>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3" name="Shape 4943"/>
        <p:cNvGrpSpPr/>
        <p:nvPr/>
      </p:nvGrpSpPr>
      <p:grpSpPr>
        <a:xfrm>
          <a:off x="0" y="0"/>
          <a:ext cx="0" cy="0"/>
          <a:chOff x="0" y="0"/>
          <a:chExt cx="0" cy="0"/>
        </a:xfrm>
      </p:grpSpPr>
      <p:sp>
        <p:nvSpPr>
          <p:cNvPr id="4944" name="Google Shape;4944;p65"/>
          <p:cNvSpPr txBox="1"/>
          <p:nvPr>
            <p:ph type="ctrTitle"/>
          </p:nvPr>
        </p:nvSpPr>
        <p:spPr>
          <a:xfrm>
            <a:off x="4638601" y="576100"/>
            <a:ext cx="3785400" cy="112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Danke!</a:t>
            </a:r>
            <a:endParaRPr/>
          </a:p>
        </p:txBody>
      </p:sp>
      <p:sp>
        <p:nvSpPr>
          <p:cNvPr id="4945" name="Google Shape;4945;p65"/>
          <p:cNvSpPr txBox="1"/>
          <p:nvPr>
            <p:ph idx="1" type="subTitle"/>
          </p:nvPr>
        </p:nvSpPr>
        <p:spPr>
          <a:xfrm>
            <a:off x="4638550" y="1968958"/>
            <a:ext cx="3785400" cy="12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b="1" lang="en"/>
              <a:t>Gibt es noch Fragen?</a:t>
            </a:r>
            <a:endParaRPr b="1"/>
          </a:p>
          <a:p>
            <a:pPr indent="0" lvl="0" marL="0" rtl="0" algn="ctr">
              <a:spcBef>
                <a:spcPts val="0"/>
              </a:spcBef>
              <a:spcAft>
                <a:spcPts val="0"/>
              </a:spcAft>
              <a:buClr>
                <a:schemeClr val="lt1"/>
              </a:buClr>
              <a:buSzPts val="1100"/>
              <a:buFont typeface="Arial"/>
              <a:buNone/>
            </a:pPr>
            <a:r>
              <a:t/>
            </a:r>
            <a:endParaRPr/>
          </a:p>
          <a:p>
            <a:pPr indent="0" lvl="0" marL="0" rtl="0" algn="ctr">
              <a:spcBef>
                <a:spcPts val="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+39  620 421 838 </a:t>
            </a:r>
            <a:endParaRPr/>
          </a:p>
          <a:p>
            <a:pPr indent="0" lvl="0" marL="0" rtl="0" algn="ctr">
              <a:spcBef>
                <a:spcPts val="0"/>
              </a:spcBef>
              <a:spcAft>
                <a:spcPts val="0"/>
              </a:spcAft>
              <a:buNone/>
            </a:pPr>
            <a:r>
              <a:rPr lang="en"/>
              <a:t>yourcompany.com</a:t>
            </a:r>
            <a:endParaRPr/>
          </a:p>
        </p:txBody>
      </p:sp>
      <p:sp>
        <p:nvSpPr>
          <p:cNvPr id="4946" name="Google Shape;4946;p65"/>
          <p:cNvSpPr txBox="1"/>
          <p:nvPr>
            <p:ph idx="2" type="subTitle"/>
          </p:nvPr>
        </p:nvSpPr>
        <p:spPr>
          <a:xfrm rot="-1024">
            <a:off x="5020350" y="4096648"/>
            <a:ext cx="3021900" cy="506400"/>
          </a:xfrm>
          <a:prstGeom prst="rect">
            <a:avLst/>
          </a:prstGeom>
        </p:spPr>
        <p:txBody>
          <a:bodyPr anchorCtr="0" anchor="t" bIns="91425" lIns="91425" spcFirstLastPara="1" rIns="91425" wrap="square" tIns="91425">
            <a:noAutofit/>
          </a:bodyPr>
          <a:lstStyle/>
          <a:p>
            <a:pPr indent="0" lvl="0" marL="0" rtl="0" algn="ctr">
              <a:spcBef>
                <a:spcPts val="300"/>
              </a:spcBef>
              <a:spcAft>
                <a:spcPts val="0"/>
              </a:spcAft>
              <a:buNone/>
            </a:pPr>
            <a:r>
              <a:rPr lang="en"/>
              <a:t>Bitte lösche diese Folie nicht, es sei denn du bist ein Premium Nutzer</a:t>
            </a:r>
            <a:endParaRPr/>
          </a:p>
        </p:txBody>
      </p:sp>
      <p:grpSp>
        <p:nvGrpSpPr>
          <p:cNvPr id="4947" name="Google Shape;4947;p65"/>
          <p:cNvGrpSpPr/>
          <p:nvPr/>
        </p:nvGrpSpPr>
        <p:grpSpPr>
          <a:xfrm>
            <a:off x="-385794" y="-251357"/>
            <a:ext cx="5455839" cy="5292093"/>
            <a:chOff x="3732700" y="316125"/>
            <a:chExt cx="2435425" cy="2362225"/>
          </a:xfrm>
        </p:grpSpPr>
        <p:sp>
          <p:nvSpPr>
            <p:cNvPr id="4948" name="Google Shape;4948;p65"/>
            <p:cNvSpPr/>
            <p:nvPr/>
          </p:nvSpPr>
          <p:spPr>
            <a:xfrm>
              <a:off x="5642450" y="1456975"/>
              <a:ext cx="17550" cy="17000"/>
            </a:xfrm>
            <a:custGeom>
              <a:rect b="b" l="l" r="r" t="t"/>
              <a:pathLst>
                <a:path extrusionOk="0" h="680" w="702">
                  <a:moveTo>
                    <a:pt x="550" y="0"/>
                  </a:moveTo>
                  <a:cubicBezTo>
                    <a:pt x="367" y="154"/>
                    <a:pt x="0" y="679"/>
                    <a:pt x="244" y="555"/>
                  </a:cubicBezTo>
                  <a:cubicBezTo>
                    <a:pt x="489" y="432"/>
                    <a:pt x="702" y="62"/>
                    <a:pt x="702" y="6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5"/>
            <p:cNvSpPr/>
            <p:nvPr/>
          </p:nvSpPr>
          <p:spPr>
            <a:xfrm>
              <a:off x="5688250" y="1429250"/>
              <a:ext cx="15325" cy="8500"/>
            </a:xfrm>
            <a:custGeom>
              <a:rect b="b" l="l" r="r" t="t"/>
              <a:pathLst>
                <a:path extrusionOk="0" h="340" w="613">
                  <a:moveTo>
                    <a:pt x="398" y="0"/>
                  </a:moveTo>
                  <a:cubicBezTo>
                    <a:pt x="246" y="124"/>
                    <a:pt x="1" y="340"/>
                    <a:pt x="246" y="340"/>
                  </a:cubicBezTo>
                  <a:cubicBezTo>
                    <a:pt x="491" y="340"/>
                    <a:pt x="613" y="62"/>
                    <a:pt x="613" y="6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5"/>
            <p:cNvSpPr/>
            <p:nvPr/>
          </p:nvSpPr>
          <p:spPr>
            <a:xfrm>
              <a:off x="5717325" y="1413850"/>
              <a:ext cx="8400" cy="4600"/>
            </a:xfrm>
            <a:custGeom>
              <a:rect b="b" l="l" r="r" t="t"/>
              <a:pathLst>
                <a:path extrusionOk="0" h="184" w="336">
                  <a:moveTo>
                    <a:pt x="183" y="0"/>
                  </a:moveTo>
                  <a:lnTo>
                    <a:pt x="1" y="184"/>
                  </a:lnTo>
                  <a:lnTo>
                    <a:pt x="336" y="153"/>
                  </a:ln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5"/>
            <p:cNvSpPr/>
            <p:nvPr/>
          </p:nvSpPr>
          <p:spPr>
            <a:xfrm>
              <a:off x="5259800" y="2171800"/>
              <a:ext cx="488850" cy="372500"/>
            </a:xfrm>
            <a:custGeom>
              <a:rect b="b" l="l" r="r" t="t"/>
              <a:pathLst>
                <a:path extrusionOk="0" h="14900" w="19554">
                  <a:moveTo>
                    <a:pt x="14146" y="74"/>
                  </a:moveTo>
                  <a:cubicBezTo>
                    <a:pt x="14497" y="336"/>
                    <a:pt x="14420" y="1399"/>
                    <a:pt x="14786" y="1646"/>
                  </a:cubicBezTo>
                  <a:cubicBezTo>
                    <a:pt x="15153" y="1892"/>
                    <a:pt x="15490" y="2478"/>
                    <a:pt x="15612" y="3125"/>
                  </a:cubicBezTo>
                  <a:cubicBezTo>
                    <a:pt x="15734" y="3772"/>
                    <a:pt x="16437" y="4388"/>
                    <a:pt x="16956" y="4943"/>
                  </a:cubicBezTo>
                  <a:cubicBezTo>
                    <a:pt x="17476" y="5498"/>
                    <a:pt x="18361" y="6700"/>
                    <a:pt x="18668" y="7225"/>
                  </a:cubicBezTo>
                  <a:cubicBezTo>
                    <a:pt x="18973" y="7748"/>
                    <a:pt x="19553" y="9289"/>
                    <a:pt x="18973" y="10522"/>
                  </a:cubicBezTo>
                  <a:cubicBezTo>
                    <a:pt x="18392" y="11755"/>
                    <a:pt x="17751" y="13081"/>
                    <a:pt x="17629" y="13667"/>
                  </a:cubicBezTo>
                  <a:cubicBezTo>
                    <a:pt x="17507" y="14252"/>
                    <a:pt x="17477" y="14437"/>
                    <a:pt x="16803" y="14561"/>
                  </a:cubicBezTo>
                  <a:cubicBezTo>
                    <a:pt x="16132" y="14684"/>
                    <a:pt x="15460" y="14900"/>
                    <a:pt x="14696" y="14900"/>
                  </a:cubicBezTo>
                  <a:cubicBezTo>
                    <a:pt x="13932" y="14900"/>
                    <a:pt x="12771" y="14345"/>
                    <a:pt x="12220" y="13297"/>
                  </a:cubicBezTo>
                  <a:cubicBezTo>
                    <a:pt x="11670" y="12248"/>
                    <a:pt x="11731" y="11879"/>
                    <a:pt x="11426" y="12126"/>
                  </a:cubicBezTo>
                  <a:cubicBezTo>
                    <a:pt x="11120" y="12372"/>
                    <a:pt x="10814" y="13297"/>
                    <a:pt x="10357" y="12279"/>
                  </a:cubicBezTo>
                  <a:cubicBezTo>
                    <a:pt x="9899" y="11261"/>
                    <a:pt x="8615" y="10245"/>
                    <a:pt x="6873" y="11170"/>
                  </a:cubicBezTo>
                  <a:cubicBezTo>
                    <a:pt x="5132" y="12095"/>
                    <a:pt x="5498" y="12064"/>
                    <a:pt x="4735" y="12157"/>
                  </a:cubicBezTo>
                  <a:cubicBezTo>
                    <a:pt x="3971" y="12249"/>
                    <a:pt x="3360" y="12157"/>
                    <a:pt x="2688" y="12620"/>
                  </a:cubicBezTo>
                  <a:cubicBezTo>
                    <a:pt x="2016" y="13081"/>
                    <a:pt x="1007" y="12558"/>
                    <a:pt x="1161" y="12127"/>
                  </a:cubicBezTo>
                  <a:cubicBezTo>
                    <a:pt x="1314" y="11694"/>
                    <a:pt x="1345" y="10185"/>
                    <a:pt x="672" y="8767"/>
                  </a:cubicBezTo>
                  <a:cubicBezTo>
                    <a:pt x="0" y="7350"/>
                    <a:pt x="215" y="7565"/>
                    <a:pt x="306" y="6979"/>
                  </a:cubicBezTo>
                  <a:cubicBezTo>
                    <a:pt x="397" y="6394"/>
                    <a:pt x="215" y="5962"/>
                    <a:pt x="795" y="5653"/>
                  </a:cubicBezTo>
                  <a:cubicBezTo>
                    <a:pt x="1376" y="5346"/>
                    <a:pt x="2536" y="4914"/>
                    <a:pt x="3239" y="4698"/>
                  </a:cubicBezTo>
                  <a:cubicBezTo>
                    <a:pt x="3942" y="4482"/>
                    <a:pt x="4491" y="4020"/>
                    <a:pt x="4462" y="3589"/>
                  </a:cubicBezTo>
                  <a:cubicBezTo>
                    <a:pt x="4431" y="3156"/>
                    <a:pt x="4431" y="2973"/>
                    <a:pt x="4798" y="2880"/>
                  </a:cubicBezTo>
                  <a:cubicBezTo>
                    <a:pt x="5164" y="2787"/>
                    <a:pt x="5898" y="2139"/>
                    <a:pt x="6295" y="1831"/>
                  </a:cubicBezTo>
                  <a:cubicBezTo>
                    <a:pt x="6692" y="1523"/>
                    <a:pt x="7120" y="1678"/>
                    <a:pt x="7304" y="1862"/>
                  </a:cubicBezTo>
                  <a:cubicBezTo>
                    <a:pt x="7487" y="2046"/>
                    <a:pt x="7732" y="2386"/>
                    <a:pt x="7884" y="2046"/>
                  </a:cubicBezTo>
                  <a:cubicBezTo>
                    <a:pt x="8037" y="1707"/>
                    <a:pt x="8281" y="968"/>
                    <a:pt x="8801" y="813"/>
                  </a:cubicBezTo>
                  <a:cubicBezTo>
                    <a:pt x="9321" y="660"/>
                    <a:pt x="11428" y="567"/>
                    <a:pt x="11337" y="906"/>
                  </a:cubicBezTo>
                  <a:cubicBezTo>
                    <a:pt x="11245" y="1246"/>
                    <a:pt x="10664" y="1800"/>
                    <a:pt x="10787" y="2015"/>
                  </a:cubicBezTo>
                  <a:cubicBezTo>
                    <a:pt x="10910" y="2231"/>
                    <a:pt x="12437" y="3433"/>
                    <a:pt x="12651" y="3464"/>
                  </a:cubicBezTo>
                  <a:cubicBezTo>
                    <a:pt x="12865" y="3495"/>
                    <a:pt x="13537" y="3649"/>
                    <a:pt x="13506" y="2723"/>
                  </a:cubicBezTo>
                  <a:cubicBezTo>
                    <a:pt x="13475" y="1799"/>
                    <a:pt x="13629" y="535"/>
                    <a:pt x="13721" y="319"/>
                  </a:cubicBezTo>
                  <a:cubicBezTo>
                    <a:pt x="13809" y="105"/>
                    <a:pt x="14047" y="0"/>
                    <a:pt x="14146" y="7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5"/>
            <p:cNvSpPr/>
            <p:nvPr/>
          </p:nvSpPr>
          <p:spPr>
            <a:xfrm>
              <a:off x="5635325" y="2575900"/>
              <a:ext cx="44600" cy="42425"/>
            </a:xfrm>
            <a:custGeom>
              <a:rect b="b" l="l" r="r" t="t"/>
              <a:pathLst>
                <a:path extrusionOk="0" h="1697" w="1784">
                  <a:moveTo>
                    <a:pt x="224" y="33"/>
                  </a:moveTo>
                  <a:cubicBezTo>
                    <a:pt x="1" y="59"/>
                    <a:pt x="84" y="402"/>
                    <a:pt x="165" y="616"/>
                  </a:cubicBezTo>
                  <a:cubicBezTo>
                    <a:pt x="346" y="1109"/>
                    <a:pt x="369" y="1696"/>
                    <a:pt x="684" y="1696"/>
                  </a:cubicBezTo>
                  <a:cubicBezTo>
                    <a:pt x="1112" y="1696"/>
                    <a:pt x="1783" y="1203"/>
                    <a:pt x="1662" y="647"/>
                  </a:cubicBezTo>
                  <a:cubicBezTo>
                    <a:pt x="1539" y="93"/>
                    <a:pt x="1416" y="215"/>
                    <a:pt x="989" y="215"/>
                  </a:cubicBezTo>
                  <a:cubicBezTo>
                    <a:pt x="768" y="215"/>
                    <a:pt x="496" y="1"/>
                    <a:pt x="224" y="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5"/>
            <p:cNvSpPr/>
            <p:nvPr/>
          </p:nvSpPr>
          <p:spPr>
            <a:xfrm>
              <a:off x="5958775" y="2478700"/>
              <a:ext cx="78950" cy="116450"/>
            </a:xfrm>
            <a:custGeom>
              <a:rect b="b" l="l" r="r" t="t"/>
              <a:pathLst>
                <a:path extrusionOk="0" h="4658" w="3158">
                  <a:moveTo>
                    <a:pt x="271" y="405"/>
                  </a:moveTo>
                  <a:cubicBezTo>
                    <a:pt x="1097" y="1638"/>
                    <a:pt x="1219" y="2350"/>
                    <a:pt x="928" y="2716"/>
                  </a:cubicBezTo>
                  <a:cubicBezTo>
                    <a:pt x="194" y="3640"/>
                    <a:pt x="1754" y="3223"/>
                    <a:pt x="1218" y="4225"/>
                  </a:cubicBezTo>
                  <a:cubicBezTo>
                    <a:pt x="1158" y="4337"/>
                    <a:pt x="1524" y="4658"/>
                    <a:pt x="1723" y="4303"/>
                  </a:cubicBezTo>
                  <a:cubicBezTo>
                    <a:pt x="1937" y="3919"/>
                    <a:pt x="2039" y="3322"/>
                    <a:pt x="2410" y="3054"/>
                  </a:cubicBezTo>
                  <a:cubicBezTo>
                    <a:pt x="2838" y="2747"/>
                    <a:pt x="3158" y="2037"/>
                    <a:pt x="2548" y="1976"/>
                  </a:cubicBezTo>
                  <a:cubicBezTo>
                    <a:pt x="1936" y="1914"/>
                    <a:pt x="1555" y="2069"/>
                    <a:pt x="1432" y="1576"/>
                  </a:cubicBezTo>
                  <a:cubicBezTo>
                    <a:pt x="1362" y="1289"/>
                    <a:pt x="1188" y="922"/>
                    <a:pt x="1054" y="663"/>
                  </a:cubicBezTo>
                  <a:cubicBezTo>
                    <a:pt x="955" y="469"/>
                    <a:pt x="748" y="356"/>
                    <a:pt x="531" y="379"/>
                  </a:cubicBezTo>
                  <a:cubicBezTo>
                    <a:pt x="532" y="379"/>
                    <a:pt x="1" y="0"/>
                    <a:pt x="271" y="40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5"/>
            <p:cNvSpPr/>
            <p:nvPr/>
          </p:nvSpPr>
          <p:spPr>
            <a:xfrm>
              <a:off x="5890675" y="2576025"/>
              <a:ext cx="87125" cy="102325"/>
            </a:xfrm>
            <a:custGeom>
              <a:rect b="b" l="l" r="r" t="t"/>
              <a:pathLst>
                <a:path extrusionOk="0" h="4093" w="3485">
                  <a:moveTo>
                    <a:pt x="3127" y="114"/>
                  </a:moveTo>
                  <a:cubicBezTo>
                    <a:pt x="2802" y="0"/>
                    <a:pt x="2447" y="192"/>
                    <a:pt x="2384" y="532"/>
                  </a:cubicBezTo>
                  <a:cubicBezTo>
                    <a:pt x="2294" y="1027"/>
                    <a:pt x="2157" y="1524"/>
                    <a:pt x="1834" y="1565"/>
                  </a:cubicBezTo>
                  <a:cubicBezTo>
                    <a:pt x="1346" y="1627"/>
                    <a:pt x="612" y="2553"/>
                    <a:pt x="429" y="2736"/>
                  </a:cubicBezTo>
                  <a:cubicBezTo>
                    <a:pt x="245" y="2921"/>
                    <a:pt x="1" y="4093"/>
                    <a:pt x="857" y="3907"/>
                  </a:cubicBezTo>
                  <a:cubicBezTo>
                    <a:pt x="1713" y="3724"/>
                    <a:pt x="1895" y="3291"/>
                    <a:pt x="2201" y="2674"/>
                  </a:cubicBezTo>
                  <a:cubicBezTo>
                    <a:pt x="2507" y="2058"/>
                    <a:pt x="3240" y="1688"/>
                    <a:pt x="3302" y="1257"/>
                  </a:cubicBezTo>
                  <a:cubicBezTo>
                    <a:pt x="3361" y="825"/>
                    <a:pt x="3484" y="208"/>
                    <a:pt x="3241" y="148"/>
                  </a:cubicBezTo>
                  <a:cubicBezTo>
                    <a:pt x="3206" y="140"/>
                    <a:pt x="3167" y="128"/>
                    <a:pt x="3127"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5"/>
            <p:cNvSpPr/>
            <p:nvPr/>
          </p:nvSpPr>
          <p:spPr>
            <a:xfrm>
              <a:off x="5346100" y="1739775"/>
              <a:ext cx="26800" cy="42425"/>
            </a:xfrm>
            <a:custGeom>
              <a:rect b="b" l="l" r="r" t="t"/>
              <a:pathLst>
                <a:path extrusionOk="0" h="1697" w="1072">
                  <a:moveTo>
                    <a:pt x="581" y="31"/>
                  </a:moveTo>
                  <a:cubicBezTo>
                    <a:pt x="336" y="216"/>
                    <a:pt x="0" y="647"/>
                    <a:pt x="31" y="925"/>
                  </a:cubicBezTo>
                  <a:cubicBezTo>
                    <a:pt x="62" y="1202"/>
                    <a:pt x="123" y="1635"/>
                    <a:pt x="246" y="1666"/>
                  </a:cubicBezTo>
                  <a:cubicBezTo>
                    <a:pt x="369" y="1697"/>
                    <a:pt x="765" y="802"/>
                    <a:pt x="765" y="678"/>
                  </a:cubicBezTo>
                  <a:cubicBezTo>
                    <a:pt x="765" y="554"/>
                    <a:pt x="1071" y="0"/>
                    <a:pt x="918" y="0"/>
                  </a:cubicBezTo>
                  <a:cubicBezTo>
                    <a:pt x="764" y="0"/>
                    <a:pt x="581" y="31"/>
                    <a:pt x="581" y="3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5"/>
            <p:cNvSpPr/>
            <p:nvPr/>
          </p:nvSpPr>
          <p:spPr>
            <a:xfrm>
              <a:off x="5341500" y="1822200"/>
              <a:ext cx="56550" cy="89425"/>
            </a:xfrm>
            <a:custGeom>
              <a:rect b="b" l="l" r="r" t="t"/>
              <a:pathLst>
                <a:path extrusionOk="0" h="3577" w="2262">
                  <a:moveTo>
                    <a:pt x="801" y="51"/>
                  </a:moveTo>
                  <a:cubicBezTo>
                    <a:pt x="565" y="64"/>
                    <a:pt x="369" y="234"/>
                    <a:pt x="322" y="468"/>
                  </a:cubicBezTo>
                  <a:cubicBezTo>
                    <a:pt x="269" y="727"/>
                    <a:pt x="202" y="996"/>
                    <a:pt x="123" y="1173"/>
                  </a:cubicBezTo>
                  <a:cubicBezTo>
                    <a:pt x="1" y="1451"/>
                    <a:pt x="32" y="1883"/>
                    <a:pt x="245" y="2160"/>
                  </a:cubicBezTo>
                  <a:cubicBezTo>
                    <a:pt x="460" y="2437"/>
                    <a:pt x="337" y="2776"/>
                    <a:pt x="612" y="2714"/>
                  </a:cubicBezTo>
                  <a:cubicBezTo>
                    <a:pt x="886" y="2653"/>
                    <a:pt x="1529" y="2560"/>
                    <a:pt x="1590" y="2684"/>
                  </a:cubicBezTo>
                  <a:cubicBezTo>
                    <a:pt x="1650" y="2807"/>
                    <a:pt x="1926" y="3116"/>
                    <a:pt x="1681" y="3239"/>
                  </a:cubicBezTo>
                  <a:cubicBezTo>
                    <a:pt x="1436" y="3362"/>
                    <a:pt x="2261" y="3577"/>
                    <a:pt x="2201" y="3239"/>
                  </a:cubicBezTo>
                  <a:cubicBezTo>
                    <a:pt x="2140" y="2899"/>
                    <a:pt x="1955" y="2344"/>
                    <a:pt x="1711" y="2282"/>
                  </a:cubicBezTo>
                  <a:cubicBezTo>
                    <a:pt x="1467" y="2220"/>
                    <a:pt x="1009" y="2006"/>
                    <a:pt x="978" y="1790"/>
                  </a:cubicBezTo>
                  <a:cubicBezTo>
                    <a:pt x="947" y="1574"/>
                    <a:pt x="1344" y="1049"/>
                    <a:pt x="1344" y="742"/>
                  </a:cubicBezTo>
                  <a:cubicBezTo>
                    <a:pt x="1344" y="433"/>
                    <a:pt x="1344" y="1"/>
                    <a:pt x="1039" y="32"/>
                  </a:cubicBezTo>
                  <a:cubicBezTo>
                    <a:pt x="960" y="41"/>
                    <a:pt x="879" y="46"/>
                    <a:pt x="801" y="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5"/>
            <p:cNvSpPr/>
            <p:nvPr/>
          </p:nvSpPr>
          <p:spPr>
            <a:xfrm>
              <a:off x="5305600" y="1918550"/>
              <a:ext cx="39750" cy="27775"/>
            </a:xfrm>
            <a:custGeom>
              <a:rect b="b" l="l" r="r" t="t"/>
              <a:pathLst>
                <a:path extrusionOk="0" h="1111" w="1590">
                  <a:moveTo>
                    <a:pt x="1161" y="93"/>
                  </a:moveTo>
                  <a:cubicBezTo>
                    <a:pt x="793" y="246"/>
                    <a:pt x="1" y="1111"/>
                    <a:pt x="276" y="1111"/>
                  </a:cubicBezTo>
                  <a:cubicBezTo>
                    <a:pt x="551" y="1111"/>
                    <a:pt x="1468" y="186"/>
                    <a:pt x="1528" y="93"/>
                  </a:cubicBezTo>
                  <a:cubicBezTo>
                    <a:pt x="1590" y="1"/>
                    <a:pt x="1247" y="58"/>
                    <a:pt x="1161" y="9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5"/>
            <p:cNvSpPr/>
            <p:nvPr/>
          </p:nvSpPr>
          <p:spPr>
            <a:xfrm>
              <a:off x="5362100" y="1932425"/>
              <a:ext cx="60425" cy="47775"/>
            </a:xfrm>
            <a:custGeom>
              <a:rect b="b" l="l" r="r" t="t"/>
              <a:pathLst>
                <a:path extrusionOk="0" h="1911" w="2417">
                  <a:moveTo>
                    <a:pt x="1927" y="32"/>
                  </a:moveTo>
                  <a:cubicBezTo>
                    <a:pt x="2019" y="1"/>
                    <a:pt x="2417" y="277"/>
                    <a:pt x="2386" y="493"/>
                  </a:cubicBezTo>
                  <a:cubicBezTo>
                    <a:pt x="2355" y="708"/>
                    <a:pt x="2417" y="1141"/>
                    <a:pt x="2355" y="1355"/>
                  </a:cubicBezTo>
                  <a:cubicBezTo>
                    <a:pt x="2293" y="1571"/>
                    <a:pt x="2171" y="1172"/>
                    <a:pt x="2017" y="1262"/>
                  </a:cubicBezTo>
                  <a:cubicBezTo>
                    <a:pt x="1866" y="1355"/>
                    <a:pt x="2048" y="1478"/>
                    <a:pt x="1986" y="1695"/>
                  </a:cubicBezTo>
                  <a:cubicBezTo>
                    <a:pt x="1926" y="1910"/>
                    <a:pt x="1804" y="1879"/>
                    <a:pt x="1558" y="1757"/>
                  </a:cubicBezTo>
                  <a:cubicBezTo>
                    <a:pt x="1314" y="1633"/>
                    <a:pt x="1345" y="1203"/>
                    <a:pt x="1101" y="1110"/>
                  </a:cubicBezTo>
                  <a:cubicBezTo>
                    <a:pt x="855" y="1017"/>
                    <a:pt x="428" y="925"/>
                    <a:pt x="366" y="1203"/>
                  </a:cubicBezTo>
                  <a:cubicBezTo>
                    <a:pt x="306" y="1479"/>
                    <a:pt x="0" y="1479"/>
                    <a:pt x="61" y="1265"/>
                  </a:cubicBezTo>
                  <a:cubicBezTo>
                    <a:pt x="122" y="1049"/>
                    <a:pt x="489" y="648"/>
                    <a:pt x="672" y="648"/>
                  </a:cubicBezTo>
                  <a:cubicBezTo>
                    <a:pt x="855" y="648"/>
                    <a:pt x="1375" y="740"/>
                    <a:pt x="1375" y="617"/>
                  </a:cubicBezTo>
                  <a:cubicBezTo>
                    <a:pt x="1375" y="493"/>
                    <a:pt x="1773" y="308"/>
                    <a:pt x="1773" y="30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5"/>
            <p:cNvSpPr/>
            <p:nvPr/>
          </p:nvSpPr>
          <p:spPr>
            <a:xfrm>
              <a:off x="5214725" y="1962800"/>
              <a:ext cx="132175" cy="133000"/>
            </a:xfrm>
            <a:custGeom>
              <a:rect b="b" l="l" r="r" t="t"/>
              <a:pathLst>
                <a:path extrusionOk="0" h="5320" w="5287">
                  <a:moveTo>
                    <a:pt x="3607" y="295"/>
                  </a:moveTo>
                  <a:cubicBezTo>
                    <a:pt x="3026" y="788"/>
                    <a:pt x="2049" y="1652"/>
                    <a:pt x="1621" y="1960"/>
                  </a:cubicBezTo>
                  <a:cubicBezTo>
                    <a:pt x="1192" y="2269"/>
                    <a:pt x="1009" y="2454"/>
                    <a:pt x="612" y="2454"/>
                  </a:cubicBezTo>
                  <a:cubicBezTo>
                    <a:pt x="214" y="2454"/>
                    <a:pt x="1" y="2546"/>
                    <a:pt x="32" y="3039"/>
                  </a:cubicBezTo>
                  <a:cubicBezTo>
                    <a:pt x="62" y="3532"/>
                    <a:pt x="397" y="4025"/>
                    <a:pt x="460" y="4364"/>
                  </a:cubicBezTo>
                  <a:cubicBezTo>
                    <a:pt x="520" y="4704"/>
                    <a:pt x="460" y="4888"/>
                    <a:pt x="1314" y="4950"/>
                  </a:cubicBezTo>
                  <a:cubicBezTo>
                    <a:pt x="2169" y="5012"/>
                    <a:pt x="2292" y="5196"/>
                    <a:pt x="2720" y="5258"/>
                  </a:cubicBezTo>
                  <a:cubicBezTo>
                    <a:pt x="3149" y="5320"/>
                    <a:pt x="3638" y="5320"/>
                    <a:pt x="3728" y="4673"/>
                  </a:cubicBezTo>
                  <a:cubicBezTo>
                    <a:pt x="3820" y="4025"/>
                    <a:pt x="3759" y="3533"/>
                    <a:pt x="4126" y="3347"/>
                  </a:cubicBezTo>
                  <a:cubicBezTo>
                    <a:pt x="4492" y="3162"/>
                    <a:pt x="4798" y="2977"/>
                    <a:pt x="4615" y="2885"/>
                  </a:cubicBezTo>
                  <a:cubicBezTo>
                    <a:pt x="4431" y="2792"/>
                    <a:pt x="3943" y="2114"/>
                    <a:pt x="4095" y="1807"/>
                  </a:cubicBezTo>
                  <a:cubicBezTo>
                    <a:pt x="4247" y="1498"/>
                    <a:pt x="5286" y="1006"/>
                    <a:pt x="4676" y="728"/>
                  </a:cubicBezTo>
                  <a:cubicBezTo>
                    <a:pt x="4064" y="451"/>
                    <a:pt x="4141" y="71"/>
                    <a:pt x="3881" y="20"/>
                  </a:cubicBezTo>
                  <a:cubicBezTo>
                    <a:pt x="3785" y="0"/>
                    <a:pt x="3607" y="295"/>
                    <a:pt x="3607" y="29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5"/>
            <p:cNvSpPr/>
            <p:nvPr/>
          </p:nvSpPr>
          <p:spPr>
            <a:xfrm>
              <a:off x="5045925" y="1980200"/>
              <a:ext cx="149750" cy="140300"/>
            </a:xfrm>
            <a:custGeom>
              <a:rect b="b" l="l" r="r" t="t"/>
              <a:pathLst>
                <a:path extrusionOk="0" h="5612" w="5990">
                  <a:moveTo>
                    <a:pt x="642" y="0"/>
                  </a:moveTo>
                  <a:cubicBezTo>
                    <a:pt x="367" y="0"/>
                    <a:pt x="1" y="62"/>
                    <a:pt x="550" y="525"/>
                  </a:cubicBezTo>
                  <a:cubicBezTo>
                    <a:pt x="1100" y="987"/>
                    <a:pt x="1436" y="1356"/>
                    <a:pt x="1925" y="2065"/>
                  </a:cubicBezTo>
                  <a:cubicBezTo>
                    <a:pt x="2414" y="2775"/>
                    <a:pt x="3758" y="4963"/>
                    <a:pt x="4217" y="5241"/>
                  </a:cubicBezTo>
                  <a:cubicBezTo>
                    <a:pt x="4675" y="5518"/>
                    <a:pt x="5623" y="5611"/>
                    <a:pt x="5500" y="4963"/>
                  </a:cubicBezTo>
                  <a:cubicBezTo>
                    <a:pt x="5377" y="4316"/>
                    <a:pt x="5989" y="4132"/>
                    <a:pt x="5652" y="3854"/>
                  </a:cubicBezTo>
                  <a:cubicBezTo>
                    <a:pt x="5315" y="3577"/>
                    <a:pt x="5133" y="3546"/>
                    <a:pt x="4767" y="3362"/>
                  </a:cubicBezTo>
                  <a:cubicBezTo>
                    <a:pt x="4400" y="3177"/>
                    <a:pt x="4247" y="2776"/>
                    <a:pt x="4155" y="2590"/>
                  </a:cubicBezTo>
                  <a:cubicBezTo>
                    <a:pt x="4063" y="2405"/>
                    <a:pt x="2870" y="1752"/>
                    <a:pt x="2474" y="1233"/>
                  </a:cubicBezTo>
                  <a:cubicBezTo>
                    <a:pt x="1651" y="155"/>
                    <a:pt x="642" y="0"/>
                    <a:pt x="642"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5"/>
            <p:cNvSpPr/>
            <p:nvPr/>
          </p:nvSpPr>
          <p:spPr>
            <a:xfrm>
              <a:off x="5464550" y="2049550"/>
              <a:ext cx="248200" cy="123325"/>
            </a:xfrm>
            <a:custGeom>
              <a:rect b="b" l="l" r="r" t="t"/>
              <a:pathLst>
                <a:path extrusionOk="0" h="4933" w="9928">
                  <a:moveTo>
                    <a:pt x="640" y="309"/>
                  </a:moveTo>
                  <a:cubicBezTo>
                    <a:pt x="1037" y="216"/>
                    <a:pt x="1983" y="1"/>
                    <a:pt x="1983" y="493"/>
                  </a:cubicBezTo>
                  <a:cubicBezTo>
                    <a:pt x="1983" y="986"/>
                    <a:pt x="2136" y="1511"/>
                    <a:pt x="2412" y="1449"/>
                  </a:cubicBezTo>
                  <a:cubicBezTo>
                    <a:pt x="2686" y="1388"/>
                    <a:pt x="3023" y="1048"/>
                    <a:pt x="3206" y="894"/>
                  </a:cubicBezTo>
                  <a:cubicBezTo>
                    <a:pt x="3390" y="740"/>
                    <a:pt x="4092" y="679"/>
                    <a:pt x="4979" y="1079"/>
                  </a:cubicBezTo>
                  <a:cubicBezTo>
                    <a:pt x="5864" y="1480"/>
                    <a:pt x="6873" y="1819"/>
                    <a:pt x="7116" y="2034"/>
                  </a:cubicBezTo>
                  <a:cubicBezTo>
                    <a:pt x="7362" y="2250"/>
                    <a:pt x="8003" y="2744"/>
                    <a:pt x="8125" y="3083"/>
                  </a:cubicBezTo>
                  <a:cubicBezTo>
                    <a:pt x="8247" y="3422"/>
                    <a:pt x="8613" y="3977"/>
                    <a:pt x="8920" y="4285"/>
                  </a:cubicBezTo>
                  <a:cubicBezTo>
                    <a:pt x="9225" y="4593"/>
                    <a:pt x="9928" y="4933"/>
                    <a:pt x="9225" y="4933"/>
                  </a:cubicBezTo>
                  <a:cubicBezTo>
                    <a:pt x="8523" y="4933"/>
                    <a:pt x="7698" y="4161"/>
                    <a:pt x="7239" y="3853"/>
                  </a:cubicBezTo>
                  <a:cubicBezTo>
                    <a:pt x="6781" y="3545"/>
                    <a:pt x="6750" y="3884"/>
                    <a:pt x="6292" y="4099"/>
                  </a:cubicBezTo>
                  <a:cubicBezTo>
                    <a:pt x="5835" y="4315"/>
                    <a:pt x="4520" y="4068"/>
                    <a:pt x="4031" y="4068"/>
                  </a:cubicBezTo>
                  <a:cubicBezTo>
                    <a:pt x="3542" y="4068"/>
                    <a:pt x="3573" y="3637"/>
                    <a:pt x="3970" y="3359"/>
                  </a:cubicBezTo>
                  <a:cubicBezTo>
                    <a:pt x="4320" y="3116"/>
                    <a:pt x="3665" y="2404"/>
                    <a:pt x="3116" y="2219"/>
                  </a:cubicBezTo>
                  <a:cubicBezTo>
                    <a:pt x="2566" y="2034"/>
                    <a:pt x="1649" y="1818"/>
                    <a:pt x="1344" y="1726"/>
                  </a:cubicBezTo>
                  <a:cubicBezTo>
                    <a:pt x="1038" y="1633"/>
                    <a:pt x="915" y="1480"/>
                    <a:pt x="977" y="1326"/>
                  </a:cubicBezTo>
                  <a:cubicBezTo>
                    <a:pt x="1038" y="1172"/>
                    <a:pt x="1161" y="986"/>
                    <a:pt x="1130" y="863"/>
                  </a:cubicBezTo>
                  <a:cubicBezTo>
                    <a:pt x="1099" y="740"/>
                    <a:pt x="0" y="586"/>
                    <a:pt x="121" y="493"/>
                  </a:cubicBezTo>
                  <a:cubicBezTo>
                    <a:pt x="243" y="402"/>
                    <a:pt x="640" y="309"/>
                    <a:pt x="640" y="30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5"/>
            <p:cNvSpPr/>
            <p:nvPr/>
          </p:nvSpPr>
          <p:spPr>
            <a:xfrm>
              <a:off x="5172700" y="2118150"/>
              <a:ext cx="126825" cy="33175"/>
            </a:xfrm>
            <a:custGeom>
              <a:rect b="b" l="l" r="r" t="t"/>
              <a:pathLst>
                <a:path extrusionOk="0" h="1327" w="5073">
                  <a:moveTo>
                    <a:pt x="1803" y="401"/>
                  </a:moveTo>
                  <a:cubicBezTo>
                    <a:pt x="1652" y="277"/>
                    <a:pt x="795" y="0"/>
                    <a:pt x="490" y="31"/>
                  </a:cubicBezTo>
                  <a:cubicBezTo>
                    <a:pt x="184" y="62"/>
                    <a:pt x="1" y="616"/>
                    <a:pt x="673" y="709"/>
                  </a:cubicBezTo>
                  <a:cubicBezTo>
                    <a:pt x="1344" y="802"/>
                    <a:pt x="2414" y="1172"/>
                    <a:pt x="3025" y="1172"/>
                  </a:cubicBezTo>
                  <a:cubicBezTo>
                    <a:pt x="3637" y="1172"/>
                    <a:pt x="4460" y="1326"/>
                    <a:pt x="4644" y="1326"/>
                  </a:cubicBezTo>
                  <a:cubicBezTo>
                    <a:pt x="4827" y="1326"/>
                    <a:pt x="5072" y="1233"/>
                    <a:pt x="4675" y="1018"/>
                  </a:cubicBezTo>
                  <a:cubicBezTo>
                    <a:pt x="4278" y="802"/>
                    <a:pt x="3422" y="833"/>
                    <a:pt x="3666" y="771"/>
                  </a:cubicBezTo>
                  <a:cubicBezTo>
                    <a:pt x="3911" y="709"/>
                    <a:pt x="4247" y="310"/>
                    <a:pt x="3544" y="370"/>
                  </a:cubicBezTo>
                  <a:cubicBezTo>
                    <a:pt x="2840" y="432"/>
                    <a:pt x="2352" y="463"/>
                    <a:pt x="2138" y="463"/>
                  </a:cubicBezTo>
                  <a:cubicBezTo>
                    <a:pt x="1926" y="463"/>
                    <a:pt x="1803" y="401"/>
                    <a:pt x="1803" y="40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5"/>
            <p:cNvSpPr/>
            <p:nvPr/>
          </p:nvSpPr>
          <p:spPr>
            <a:xfrm>
              <a:off x="5290325" y="2145900"/>
              <a:ext cx="46625" cy="12325"/>
            </a:xfrm>
            <a:custGeom>
              <a:rect b="b" l="l" r="r" t="t"/>
              <a:pathLst>
                <a:path extrusionOk="0" h="493" w="1865">
                  <a:moveTo>
                    <a:pt x="978" y="61"/>
                  </a:moveTo>
                  <a:cubicBezTo>
                    <a:pt x="581" y="123"/>
                    <a:pt x="1" y="400"/>
                    <a:pt x="490" y="400"/>
                  </a:cubicBezTo>
                  <a:cubicBezTo>
                    <a:pt x="978" y="400"/>
                    <a:pt x="1620" y="493"/>
                    <a:pt x="1741" y="247"/>
                  </a:cubicBezTo>
                  <a:cubicBezTo>
                    <a:pt x="1864" y="0"/>
                    <a:pt x="978" y="61"/>
                    <a:pt x="978" y="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5"/>
            <p:cNvSpPr/>
            <p:nvPr/>
          </p:nvSpPr>
          <p:spPr>
            <a:xfrm>
              <a:off x="5385800" y="2147425"/>
              <a:ext cx="48900" cy="29325"/>
            </a:xfrm>
            <a:custGeom>
              <a:rect b="b" l="l" r="r" t="t"/>
              <a:pathLst>
                <a:path extrusionOk="0" h="1173" w="1956">
                  <a:moveTo>
                    <a:pt x="734" y="217"/>
                  </a:moveTo>
                  <a:cubicBezTo>
                    <a:pt x="306" y="341"/>
                    <a:pt x="0" y="463"/>
                    <a:pt x="0" y="679"/>
                  </a:cubicBezTo>
                  <a:cubicBezTo>
                    <a:pt x="0" y="896"/>
                    <a:pt x="306" y="1172"/>
                    <a:pt x="520" y="926"/>
                  </a:cubicBezTo>
                  <a:cubicBezTo>
                    <a:pt x="734" y="679"/>
                    <a:pt x="1956" y="310"/>
                    <a:pt x="1864" y="155"/>
                  </a:cubicBezTo>
                  <a:cubicBezTo>
                    <a:pt x="1774" y="0"/>
                    <a:pt x="734" y="217"/>
                    <a:pt x="734" y="2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5"/>
            <p:cNvSpPr/>
            <p:nvPr/>
          </p:nvSpPr>
          <p:spPr>
            <a:xfrm>
              <a:off x="5338450" y="2135100"/>
              <a:ext cx="58825" cy="21625"/>
            </a:xfrm>
            <a:custGeom>
              <a:rect b="b" l="l" r="r" t="t"/>
              <a:pathLst>
                <a:path extrusionOk="0" h="865" w="2353">
                  <a:moveTo>
                    <a:pt x="428" y="402"/>
                  </a:moveTo>
                  <a:cubicBezTo>
                    <a:pt x="185" y="525"/>
                    <a:pt x="0" y="741"/>
                    <a:pt x="459" y="741"/>
                  </a:cubicBezTo>
                  <a:cubicBezTo>
                    <a:pt x="917" y="741"/>
                    <a:pt x="1589" y="865"/>
                    <a:pt x="1803" y="679"/>
                  </a:cubicBezTo>
                  <a:cubicBezTo>
                    <a:pt x="2017" y="494"/>
                    <a:pt x="2352" y="0"/>
                    <a:pt x="1894" y="186"/>
                  </a:cubicBezTo>
                  <a:cubicBezTo>
                    <a:pt x="1436" y="371"/>
                    <a:pt x="428" y="402"/>
                    <a:pt x="428" y="40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5"/>
            <p:cNvSpPr/>
            <p:nvPr/>
          </p:nvSpPr>
          <p:spPr>
            <a:xfrm>
              <a:off x="5333900" y="2157425"/>
              <a:ext cx="22150" cy="14700"/>
            </a:xfrm>
            <a:custGeom>
              <a:rect b="b" l="l" r="r" t="t"/>
              <a:pathLst>
                <a:path extrusionOk="0" h="588" w="886">
                  <a:moveTo>
                    <a:pt x="0" y="155"/>
                  </a:moveTo>
                  <a:cubicBezTo>
                    <a:pt x="91" y="279"/>
                    <a:pt x="519" y="588"/>
                    <a:pt x="703" y="557"/>
                  </a:cubicBezTo>
                  <a:cubicBezTo>
                    <a:pt x="886" y="526"/>
                    <a:pt x="826" y="186"/>
                    <a:pt x="550" y="94"/>
                  </a:cubicBezTo>
                  <a:cubicBezTo>
                    <a:pt x="275" y="1"/>
                    <a:pt x="0" y="155"/>
                    <a:pt x="0" y="15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5"/>
            <p:cNvSpPr/>
            <p:nvPr/>
          </p:nvSpPr>
          <p:spPr>
            <a:xfrm>
              <a:off x="5323025" y="2055750"/>
              <a:ext cx="72825" cy="65250"/>
            </a:xfrm>
            <a:custGeom>
              <a:rect b="b" l="l" r="r" t="t"/>
              <a:pathLst>
                <a:path extrusionOk="0" h="2610" w="2913">
                  <a:moveTo>
                    <a:pt x="499" y="2311"/>
                  </a:moveTo>
                  <a:cubicBezTo>
                    <a:pt x="576" y="2488"/>
                    <a:pt x="817" y="2610"/>
                    <a:pt x="965" y="2487"/>
                  </a:cubicBezTo>
                  <a:cubicBezTo>
                    <a:pt x="965" y="2241"/>
                    <a:pt x="964" y="1998"/>
                    <a:pt x="964" y="1753"/>
                  </a:cubicBezTo>
                  <a:cubicBezTo>
                    <a:pt x="964" y="1627"/>
                    <a:pt x="972" y="1481"/>
                    <a:pt x="1072" y="1404"/>
                  </a:cubicBezTo>
                  <a:cubicBezTo>
                    <a:pt x="1149" y="1343"/>
                    <a:pt x="1258" y="1347"/>
                    <a:pt x="1356" y="1354"/>
                  </a:cubicBezTo>
                  <a:cubicBezTo>
                    <a:pt x="1426" y="1359"/>
                    <a:pt x="1498" y="1364"/>
                    <a:pt x="1557" y="1401"/>
                  </a:cubicBezTo>
                  <a:cubicBezTo>
                    <a:pt x="1679" y="1473"/>
                    <a:pt x="1705" y="1636"/>
                    <a:pt x="1767" y="1764"/>
                  </a:cubicBezTo>
                  <a:cubicBezTo>
                    <a:pt x="1854" y="1935"/>
                    <a:pt x="2048" y="2059"/>
                    <a:pt x="2235" y="2020"/>
                  </a:cubicBezTo>
                  <a:cubicBezTo>
                    <a:pt x="2423" y="1981"/>
                    <a:pt x="2555" y="1748"/>
                    <a:pt x="2462" y="1579"/>
                  </a:cubicBezTo>
                  <a:cubicBezTo>
                    <a:pt x="2376" y="1421"/>
                    <a:pt x="2166" y="1393"/>
                    <a:pt x="2021" y="1287"/>
                  </a:cubicBezTo>
                  <a:cubicBezTo>
                    <a:pt x="1846" y="1161"/>
                    <a:pt x="1778" y="904"/>
                    <a:pt x="1865" y="707"/>
                  </a:cubicBezTo>
                  <a:cubicBezTo>
                    <a:pt x="2043" y="751"/>
                    <a:pt x="2245" y="729"/>
                    <a:pt x="2383" y="606"/>
                  </a:cubicBezTo>
                  <a:cubicBezTo>
                    <a:pt x="2913" y="134"/>
                    <a:pt x="2051" y="0"/>
                    <a:pt x="1753" y="32"/>
                  </a:cubicBezTo>
                  <a:cubicBezTo>
                    <a:pt x="1358" y="74"/>
                    <a:pt x="800" y="57"/>
                    <a:pt x="443" y="252"/>
                  </a:cubicBezTo>
                  <a:cubicBezTo>
                    <a:pt x="0" y="493"/>
                    <a:pt x="113" y="584"/>
                    <a:pt x="265" y="956"/>
                  </a:cubicBezTo>
                  <a:cubicBezTo>
                    <a:pt x="371" y="1219"/>
                    <a:pt x="468" y="1333"/>
                    <a:pt x="484" y="1641"/>
                  </a:cubicBezTo>
                  <a:cubicBezTo>
                    <a:pt x="493" y="1867"/>
                    <a:pt x="404" y="2087"/>
                    <a:pt x="499" y="231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5"/>
            <p:cNvSpPr/>
            <p:nvPr/>
          </p:nvSpPr>
          <p:spPr>
            <a:xfrm>
              <a:off x="5343450" y="2029200"/>
              <a:ext cx="69650" cy="17575"/>
            </a:xfrm>
            <a:custGeom>
              <a:rect b="b" l="l" r="r" t="t"/>
              <a:pathLst>
                <a:path extrusionOk="0" h="703" w="2786">
                  <a:moveTo>
                    <a:pt x="2329" y="568"/>
                  </a:moveTo>
                  <a:cubicBezTo>
                    <a:pt x="1729" y="588"/>
                    <a:pt x="1130" y="605"/>
                    <a:pt x="532" y="625"/>
                  </a:cubicBezTo>
                  <a:cubicBezTo>
                    <a:pt x="352" y="630"/>
                    <a:pt x="167" y="636"/>
                    <a:pt x="0" y="702"/>
                  </a:cubicBezTo>
                  <a:cubicBezTo>
                    <a:pt x="8" y="355"/>
                    <a:pt x="403" y="145"/>
                    <a:pt x="746" y="130"/>
                  </a:cubicBezTo>
                  <a:cubicBezTo>
                    <a:pt x="1091" y="114"/>
                    <a:pt x="1441" y="216"/>
                    <a:pt x="1778" y="146"/>
                  </a:cubicBezTo>
                  <a:cubicBezTo>
                    <a:pt x="1982" y="104"/>
                    <a:pt x="2179" y="1"/>
                    <a:pt x="2386" y="25"/>
                  </a:cubicBezTo>
                  <a:cubicBezTo>
                    <a:pt x="2592" y="47"/>
                    <a:pt x="2786" y="299"/>
                    <a:pt x="2655" y="463"/>
                  </a:cubicBezTo>
                  <a:cubicBezTo>
                    <a:pt x="2581" y="554"/>
                    <a:pt x="2446" y="564"/>
                    <a:pt x="2329" y="5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5"/>
            <p:cNvSpPr/>
            <p:nvPr/>
          </p:nvSpPr>
          <p:spPr>
            <a:xfrm>
              <a:off x="5430575" y="2021325"/>
              <a:ext cx="23250" cy="37650"/>
            </a:xfrm>
            <a:custGeom>
              <a:rect b="b" l="l" r="r" t="t"/>
              <a:pathLst>
                <a:path extrusionOk="0" h="1506" w="930">
                  <a:moveTo>
                    <a:pt x="113" y="374"/>
                  </a:moveTo>
                  <a:cubicBezTo>
                    <a:pt x="92" y="575"/>
                    <a:pt x="72" y="775"/>
                    <a:pt x="51" y="976"/>
                  </a:cubicBezTo>
                  <a:cubicBezTo>
                    <a:pt x="40" y="1093"/>
                    <a:pt x="28" y="1217"/>
                    <a:pt x="77" y="1322"/>
                  </a:cubicBezTo>
                  <a:cubicBezTo>
                    <a:pt x="126" y="1428"/>
                    <a:pt x="257" y="1505"/>
                    <a:pt x="361" y="1451"/>
                  </a:cubicBezTo>
                  <a:cubicBezTo>
                    <a:pt x="570" y="1342"/>
                    <a:pt x="366" y="969"/>
                    <a:pt x="527" y="796"/>
                  </a:cubicBezTo>
                  <a:cubicBezTo>
                    <a:pt x="613" y="703"/>
                    <a:pt x="771" y="711"/>
                    <a:pt x="855" y="616"/>
                  </a:cubicBezTo>
                  <a:cubicBezTo>
                    <a:pt x="929" y="532"/>
                    <a:pt x="913" y="394"/>
                    <a:pt x="849" y="303"/>
                  </a:cubicBezTo>
                  <a:cubicBezTo>
                    <a:pt x="784" y="212"/>
                    <a:pt x="681" y="154"/>
                    <a:pt x="583" y="99"/>
                  </a:cubicBezTo>
                  <a:cubicBezTo>
                    <a:pt x="506" y="57"/>
                    <a:pt x="426" y="11"/>
                    <a:pt x="338" y="7"/>
                  </a:cubicBezTo>
                  <a:cubicBezTo>
                    <a:pt x="209" y="0"/>
                    <a:pt x="81" y="89"/>
                    <a:pt x="41" y="213"/>
                  </a:cubicBezTo>
                  <a:cubicBezTo>
                    <a:pt x="0" y="336"/>
                    <a:pt x="52" y="483"/>
                    <a:pt x="159" y="55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5"/>
            <p:cNvSpPr/>
            <p:nvPr/>
          </p:nvSpPr>
          <p:spPr>
            <a:xfrm>
              <a:off x="5436825" y="2073600"/>
              <a:ext cx="42625" cy="20375"/>
            </a:xfrm>
            <a:custGeom>
              <a:rect b="b" l="l" r="r" t="t"/>
              <a:pathLst>
                <a:path extrusionOk="0" h="815" w="1705">
                  <a:moveTo>
                    <a:pt x="126" y="134"/>
                  </a:moveTo>
                  <a:cubicBezTo>
                    <a:pt x="167" y="283"/>
                    <a:pt x="0" y="479"/>
                    <a:pt x="119" y="578"/>
                  </a:cubicBezTo>
                  <a:cubicBezTo>
                    <a:pt x="148" y="603"/>
                    <a:pt x="189" y="611"/>
                    <a:pt x="227" y="617"/>
                  </a:cubicBezTo>
                  <a:cubicBezTo>
                    <a:pt x="398" y="645"/>
                    <a:pt x="571" y="674"/>
                    <a:pt x="743" y="702"/>
                  </a:cubicBezTo>
                  <a:cubicBezTo>
                    <a:pt x="876" y="725"/>
                    <a:pt x="1010" y="746"/>
                    <a:pt x="1143" y="768"/>
                  </a:cubicBezTo>
                  <a:cubicBezTo>
                    <a:pt x="1288" y="792"/>
                    <a:pt x="1446" y="814"/>
                    <a:pt x="1576" y="747"/>
                  </a:cubicBezTo>
                  <a:cubicBezTo>
                    <a:pt x="1644" y="712"/>
                    <a:pt x="1705" y="634"/>
                    <a:pt x="1675" y="563"/>
                  </a:cubicBezTo>
                  <a:cubicBezTo>
                    <a:pt x="1664" y="536"/>
                    <a:pt x="1643" y="516"/>
                    <a:pt x="1621" y="498"/>
                  </a:cubicBezTo>
                  <a:cubicBezTo>
                    <a:pt x="1220" y="144"/>
                    <a:pt x="646" y="0"/>
                    <a:pt x="127" y="12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5"/>
            <p:cNvSpPr/>
            <p:nvPr/>
          </p:nvSpPr>
          <p:spPr>
            <a:xfrm>
              <a:off x="5365575" y="1895150"/>
              <a:ext cx="18200" cy="32200"/>
            </a:xfrm>
            <a:custGeom>
              <a:rect b="b" l="l" r="r" t="t"/>
              <a:pathLst>
                <a:path extrusionOk="0" h="1288" w="728">
                  <a:moveTo>
                    <a:pt x="90" y="148"/>
                  </a:moveTo>
                  <a:cubicBezTo>
                    <a:pt x="0" y="484"/>
                    <a:pt x="13" y="845"/>
                    <a:pt x="124" y="1173"/>
                  </a:cubicBezTo>
                  <a:cubicBezTo>
                    <a:pt x="140" y="1216"/>
                    <a:pt x="162" y="1265"/>
                    <a:pt x="206" y="1277"/>
                  </a:cubicBezTo>
                  <a:cubicBezTo>
                    <a:pt x="242" y="1287"/>
                    <a:pt x="281" y="1270"/>
                    <a:pt x="313" y="1249"/>
                  </a:cubicBezTo>
                  <a:cubicBezTo>
                    <a:pt x="665" y="1025"/>
                    <a:pt x="728" y="456"/>
                    <a:pt x="434" y="159"/>
                  </a:cubicBezTo>
                  <a:cubicBezTo>
                    <a:pt x="317" y="40"/>
                    <a:pt x="71" y="1"/>
                    <a:pt x="23" y="16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5"/>
            <p:cNvSpPr/>
            <p:nvPr/>
          </p:nvSpPr>
          <p:spPr>
            <a:xfrm>
              <a:off x="5396350" y="1890375"/>
              <a:ext cx="20025" cy="37950"/>
            </a:xfrm>
            <a:custGeom>
              <a:rect b="b" l="l" r="r" t="t"/>
              <a:pathLst>
                <a:path extrusionOk="0" h="1518" w="801">
                  <a:moveTo>
                    <a:pt x="377" y="110"/>
                  </a:moveTo>
                  <a:cubicBezTo>
                    <a:pt x="374" y="262"/>
                    <a:pt x="362" y="417"/>
                    <a:pt x="309" y="559"/>
                  </a:cubicBezTo>
                  <a:cubicBezTo>
                    <a:pt x="250" y="711"/>
                    <a:pt x="146" y="843"/>
                    <a:pt x="82" y="992"/>
                  </a:cubicBezTo>
                  <a:cubicBezTo>
                    <a:pt x="17" y="1142"/>
                    <a:pt x="0" y="1333"/>
                    <a:pt x="106" y="1457"/>
                  </a:cubicBezTo>
                  <a:cubicBezTo>
                    <a:pt x="124" y="1477"/>
                    <a:pt x="146" y="1495"/>
                    <a:pt x="172" y="1503"/>
                  </a:cubicBezTo>
                  <a:cubicBezTo>
                    <a:pt x="224" y="1518"/>
                    <a:pt x="276" y="1481"/>
                    <a:pt x="316" y="1443"/>
                  </a:cubicBezTo>
                  <a:cubicBezTo>
                    <a:pt x="660" y="1132"/>
                    <a:pt x="801" y="613"/>
                    <a:pt x="663" y="168"/>
                  </a:cubicBezTo>
                  <a:cubicBezTo>
                    <a:pt x="510" y="162"/>
                    <a:pt x="243" y="1"/>
                    <a:pt x="202" y="150"/>
                  </a:cubicBezTo>
                  <a:cubicBezTo>
                    <a:pt x="172" y="256"/>
                    <a:pt x="373" y="290"/>
                    <a:pt x="415" y="39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5"/>
            <p:cNvSpPr/>
            <p:nvPr/>
          </p:nvSpPr>
          <p:spPr>
            <a:xfrm>
              <a:off x="5378325" y="1917950"/>
              <a:ext cx="10675" cy="23025"/>
            </a:xfrm>
            <a:custGeom>
              <a:rect b="b" l="l" r="r" t="t"/>
              <a:pathLst>
                <a:path extrusionOk="0" h="921" w="427">
                  <a:moveTo>
                    <a:pt x="134" y="117"/>
                  </a:moveTo>
                  <a:cubicBezTo>
                    <a:pt x="135" y="227"/>
                    <a:pt x="91" y="332"/>
                    <a:pt x="57" y="436"/>
                  </a:cubicBezTo>
                  <a:cubicBezTo>
                    <a:pt x="24" y="540"/>
                    <a:pt x="0" y="658"/>
                    <a:pt x="46" y="757"/>
                  </a:cubicBezTo>
                  <a:cubicBezTo>
                    <a:pt x="91" y="858"/>
                    <a:pt x="227" y="920"/>
                    <a:pt x="314" y="851"/>
                  </a:cubicBezTo>
                  <a:cubicBezTo>
                    <a:pt x="283" y="574"/>
                    <a:pt x="321" y="291"/>
                    <a:pt x="426" y="31"/>
                  </a:cubicBezTo>
                  <a:cubicBezTo>
                    <a:pt x="359" y="1"/>
                    <a:pt x="274" y="14"/>
                    <a:pt x="220" y="6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5"/>
            <p:cNvSpPr/>
            <p:nvPr/>
          </p:nvSpPr>
          <p:spPr>
            <a:xfrm>
              <a:off x="5677250" y="2097800"/>
              <a:ext cx="53250" cy="29275"/>
            </a:xfrm>
            <a:custGeom>
              <a:rect b="b" l="l" r="r" t="t"/>
              <a:pathLst>
                <a:path extrusionOk="0" h="1171" w="2130">
                  <a:moveTo>
                    <a:pt x="2019" y="178"/>
                  </a:moveTo>
                  <a:cubicBezTo>
                    <a:pt x="2050" y="195"/>
                    <a:pt x="2083" y="214"/>
                    <a:pt x="2097" y="247"/>
                  </a:cubicBezTo>
                  <a:cubicBezTo>
                    <a:pt x="2130" y="315"/>
                    <a:pt x="2069" y="389"/>
                    <a:pt x="2012" y="441"/>
                  </a:cubicBezTo>
                  <a:cubicBezTo>
                    <a:pt x="1599" y="816"/>
                    <a:pt x="1108" y="1170"/>
                    <a:pt x="552" y="1165"/>
                  </a:cubicBezTo>
                  <a:cubicBezTo>
                    <a:pt x="303" y="1162"/>
                    <a:pt x="0" y="1010"/>
                    <a:pt x="23" y="760"/>
                  </a:cubicBezTo>
                  <a:cubicBezTo>
                    <a:pt x="36" y="619"/>
                    <a:pt x="157" y="507"/>
                    <a:pt x="291" y="466"/>
                  </a:cubicBezTo>
                  <a:cubicBezTo>
                    <a:pt x="425" y="423"/>
                    <a:pt x="569" y="438"/>
                    <a:pt x="708" y="459"/>
                  </a:cubicBezTo>
                  <a:cubicBezTo>
                    <a:pt x="831" y="477"/>
                    <a:pt x="955" y="502"/>
                    <a:pt x="1075" y="475"/>
                  </a:cubicBezTo>
                  <a:cubicBezTo>
                    <a:pt x="1195" y="448"/>
                    <a:pt x="1312" y="353"/>
                    <a:pt x="1319" y="229"/>
                  </a:cubicBezTo>
                  <a:cubicBezTo>
                    <a:pt x="1319" y="229"/>
                    <a:pt x="1510" y="0"/>
                    <a:pt x="1693" y="35"/>
                  </a:cubicBezTo>
                  <a:cubicBezTo>
                    <a:pt x="1878" y="67"/>
                    <a:pt x="2019" y="178"/>
                    <a:pt x="2019" y="17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5"/>
            <p:cNvSpPr/>
            <p:nvPr/>
          </p:nvSpPr>
          <p:spPr>
            <a:xfrm>
              <a:off x="5749625" y="2105450"/>
              <a:ext cx="37050" cy="26250"/>
            </a:xfrm>
            <a:custGeom>
              <a:rect b="b" l="l" r="r" t="t"/>
              <a:pathLst>
                <a:path extrusionOk="0" h="1050" w="1482">
                  <a:moveTo>
                    <a:pt x="123" y="66"/>
                  </a:moveTo>
                  <a:cubicBezTo>
                    <a:pt x="133" y="23"/>
                    <a:pt x="62" y="1"/>
                    <a:pt x="31" y="32"/>
                  </a:cubicBezTo>
                  <a:cubicBezTo>
                    <a:pt x="0" y="63"/>
                    <a:pt x="1" y="113"/>
                    <a:pt x="4" y="157"/>
                  </a:cubicBezTo>
                  <a:cubicBezTo>
                    <a:pt x="21" y="407"/>
                    <a:pt x="62" y="697"/>
                    <a:pt x="278" y="824"/>
                  </a:cubicBezTo>
                  <a:cubicBezTo>
                    <a:pt x="493" y="949"/>
                    <a:pt x="771" y="1043"/>
                    <a:pt x="975" y="1050"/>
                  </a:cubicBezTo>
                  <a:cubicBezTo>
                    <a:pt x="1482" y="986"/>
                    <a:pt x="577" y="835"/>
                    <a:pt x="686" y="409"/>
                  </a:cubicBezTo>
                  <a:cubicBezTo>
                    <a:pt x="698" y="363"/>
                    <a:pt x="670" y="314"/>
                    <a:pt x="639" y="277"/>
                  </a:cubicBezTo>
                  <a:cubicBezTo>
                    <a:pt x="607" y="238"/>
                    <a:pt x="556" y="220"/>
                    <a:pt x="509" y="20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5"/>
            <p:cNvSpPr/>
            <p:nvPr/>
          </p:nvSpPr>
          <p:spPr>
            <a:xfrm>
              <a:off x="5705850" y="2077175"/>
              <a:ext cx="28675" cy="26625"/>
            </a:xfrm>
            <a:custGeom>
              <a:rect b="b" l="l" r="r" t="t"/>
              <a:pathLst>
                <a:path extrusionOk="0" h="1065" w="1147">
                  <a:moveTo>
                    <a:pt x="58" y="1"/>
                  </a:moveTo>
                  <a:cubicBezTo>
                    <a:pt x="413" y="197"/>
                    <a:pt x="1055" y="556"/>
                    <a:pt x="1100" y="695"/>
                  </a:cubicBezTo>
                  <a:cubicBezTo>
                    <a:pt x="1147" y="835"/>
                    <a:pt x="1065" y="1065"/>
                    <a:pt x="1008" y="1042"/>
                  </a:cubicBezTo>
                  <a:cubicBezTo>
                    <a:pt x="952" y="1018"/>
                    <a:pt x="1008" y="984"/>
                    <a:pt x="894" y="811"/>
                  </a:cubicBezTo>
                  <a:cubicBezTo>
                    <a:pt x="779" y="638"/>
                    <a:pt x="46" y="257"/>
                    <a:pt x="23" y="140"/>
                  </a:cubicBezTo>
                  <a:cubicBezTo>
                    <a:pt x="0" y="25"/>
                    <a:pt x="58" y="1"/>
                    <a:pt x="58" y="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5"/>
            <p:cNvSpPr/>
            <p:nvPr/>
          </p:nvSpPr>
          <p:spPr>
            <a:xfrm>
              <a:off x="5207850" y="1802975"/>
              <a:ext cx="35175" cy="26975"/>
            </a:xfrm>
            <a:custGeom>
              <a:rect b="b" l="l" r="r" t="t"/>
              <a:pathLst>
                <a:path extrusionOk="0" h="1079" w="1407">
                  <a:moveTo>
                    <a:pt x="581" y="0"/>
                  </a:moveTo>
                  <a:cubicBezTo>
                    <a:pt x="276" y="185"/>
                    <a:pt x="0" y="647"/>
                    <a:pt x="123" y="801"/>
                  </a:cubicBezTo>
                  <a:cubicBezTo>
                    <a:pt x="246" y="955"/>
                    <a:pt x="826" y="1078"/>
                    <a:pt x="948" y="739"/>
                  </a:cubicBezTo>
                  <a:cubicBezTo>
                    <a:pt x="1071" y="400"/>
                    <a:pt x="1407" y="154"/>
                    <a:pt x="1040" y="92"/>
                  </a:cubicBezTo>
                  <a:cubicBezTo>
                    <a:pt x="673" y="31"/>
                    <a:pt x="581" y="0"/>
                    <a:pt x="581"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5"/>
            <p:cNvSpPr/>
            <p:nvPr/>
          </p:nvSpPr>
          <p:spPr>
            <a:xfrm>
              <a:off x="4444450" y="2195925"/>
              <a:ext cx="84825" cy="168850"/>
            </a:xfrm>
            <a:custGeom>
              <a:rect b="b" l="l" r="r" t="t"/>
              <a:pathLst>
                <a:path extrusionOk="0" h="6754" w="3393">
                  <a:moveTo>
                    <a:pt x="2904" y="68"/>
                  </a:moveTo>
                  <a:cubicBezTo>
                    <a:pt x="2848" y="0"/>
                    <a:pt x="2741" y="5"/>
                    <a:pt x="2692" y="78"/>
                  </a:cubicBezTo>
                  <a:cubicBezTo>
                    <a:pt x="2488" y="384"/>
                    <a:pt x="2354" y="978"/>
                    <a:pt x="1879" y="1297"/>
                  </a:cubicBezTo>
                  <a:cubicBezTo>
                    <a:pt x="1330" y="1667"/>
                    <a:pt x="597" y="1574"/>
                    <a:pt x="505" y="2268"/>
                  </a:cubicBezTo>
                  <a:cubicBezTo>
                    <a:pt x="413" y="2962"/>
                    <a:pt x="505" y="3286"/>
                    <a:pt x="413" y="3840"/>
                  </a:cubicBezTo>
                  <a:cubicBezTo>
                    <a:pt x="321" y="4395"/>
                    <a:pt x="0" y="4349"/>
                    <a:pt x="0" y="4904"/>
                  </a:cubicBezTo>
                  <a:cubicBezTo>
                    <a:pt x="0" y="5459"/>
                    <a:pt x="47" y="6199"/>
                    <a:pt x="413" y="6476"/>
                  </a:cubicBezTo>
                  <a:cubicBezTo>
                    <a:pt x="779" y="6754"/>
                    <a:pt x="1835" y="6754"/>
                    <a:pt x="2154" y="5505"/>
                  </a:cubicBezTo>
                  <a:cubicBezTo>
                    <a:pt x="2476" y="4257"/>
                    <a:pt x="3071" y="2870"/>
                    <a:pt x="3071" y="2361"/>
                  </a:cubicBezTo>
                  <a:cubicBezTo>
                    <a:pt x="3071" y="1853"/>
                    <a:pt x="3071" y="1576"/>
                    <a:pt x="3209" y="1576"/>
                  </a:cubicBezTo>
                  <a:cubicBezTo>
                    <a:pt x="3347" y="1576"/>
                    <a:pt x="3393" y="1460"/>
                    <a:pt x="3255" y="836"/>
                  </a:cubicBezTo>
                  <a:cubicBezTo>
                    <a:pt x="3168" y="442"/>
                    <a:pt x="3009" y="197"/>
                    <a:pt x="2904" y="68"/>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5"/>
            <p:cNvSpPr/>
            <p:nvPr/>
          </p:nvSpPr>
          <p:spPr>
            <a:xfrm>
              <a:off x="4871025" y="1930850"/>
              <a:ext cx="28275" cy="53225"/>
            </a:xfrm>
            <a:custGeom>
              <a:rect b="b" l="l" r="r" t="t"/>
              <a:pathLst>
                <a:path extrusionOk="0" h="2129" w="1131">
                  <a:moveTo>
                    <a:pt x="275" y="126"/>
                  </a:moveTo>
                  <a:cubicBezTo>
                    <a:pt x="183" y="649"/>
                    <a:pt x="1" y="1328"/>
                    <a:pt x="244" y="1604"/>
                  </a:cubicBezTo>
                  <a:cubicBezTo>
                    <a:pt x="489" y="1882"/>
                    <a:pt x="1130" y="2128"/>
                    <a:pt x="1130" y="1635"/>
                  </a:cubicBezTo>
                  <a:cubicBezTo>
                    <a:pt x="1130" y="1143"/>
                    <a:pt x="1008" y="772"/>
                    <a:pt x="855" y="556"/>
                  </a:cubicBezTo>
                  <a:cubicBezTo>
                    <a:pt x="703" y="340"/>
                    <a:pt x="672" y="1"/>
                    <a:pt x="519" y="32"/>
                  </a:cubicBezTo>
                  <a:cubicBezTo>
                    <a:pt x="367" y="64"/>
                    <a:pt x="275" y="126"/>
                    <a:pt x="275" y="12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5"/>
            <p:cNvSpPr/>
            <p:nvPr/>
          </p:nvSpPr>
          <p:spPr>
            <a:xfrm>
              <a:off x="4036975" y="1487800"/>
              <a:ext cx="13750" cy="20800"/>
            </a:xfrm>
            <a:custGeom>
              <a:rect b="b" l="l" r="r" t="t"/>
              <a:pathLst>
                <a:path extrusionOk="0" h="832" w="550">
                  <a:moveTo>
                    <a:pt x="367" y="0"/>
                  </a:moveTo>
                  <a:cubicBezTo>
                    <a:pt x="152" y="62"/>
                    <a:pt x="1" y="247"/>
                    <a:pt x="61" y="493"/>
                  </a:cubicBezTo>
                  <a:cubicBezTo>
                    <a:pt x="121" y="739"/>
                    <a:pt x="213" y="832"/>
                    <a:pt x="336" y="801"/>
                  </a:cubicBezTo>
                  <a:cubicBezTo>
                    <a:pt x="458" y="770"/>
                    <a:pt x="550" y="340"/>
                    <a:pt x="550" y="216"/>
                  </a:cubicBezTo>
                  <a:cubicBezTo>
                    <a:pt x="550" y="93"/>
                    <a:pt x="367" y="0"/>
                    <a:pt x="367" y="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5"/>
            <p:cNvSpPr/>
            <p:nvPr/>
          </p:nvSpPr>
          <p:spPr>
            <a:xfrm>
              <a:off x="4034650" y="1508575"/>
              <a:ext cx="22225" cy="41800"/>
            </a:xfrm>
            <a:custGeom>
              <a:rect b="b" l="l" r="r" t="t"/>
              <a:pathLst>
                <a:path extrusionOk="0" h="1672" w="889">
                  <a:moveTo>
                    <a:pt x="429" y="156"/>
                  </a:moveTo>
                  <a:cubicBezTo>
                    <a:pt x="337" y="156"/>
                    <a:pt x="63" y="248"/>
                    <a:pt x="32" y="433"/>
                  </a:cubicBezTo>
                  <a:cubicBezTo>
                    <a:pt x="1" y="618"/>
                    <a:pt x="1" y="1143"/>
                    <a:pt x="92" y="1327"/>
                  </a:cubicBezTo>
                  <a:cubicBezTo>
                    <a:pt x="183" y="1511"/>
                    <a:pt x="492" y="1671"/>
                    <a:pt x="581" y="1296"/>
                  </a:cubicBezTo>
                  <a:cubicBezTo>
                    <a:pt x="888" y="1"/>
                    <a:pt x="429" y="156"/>
                    <a:pt x="429" y="15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5"/>
            <p:cNvSpPr/>
            <p:nvPr/>
          </p:nvSpPr>
          <p:spPr>
            <a:xfrm>
              <a:off x="3962700" y="1529975"/>
              <a:ext cx="16725" cy="10925"/>
            </a:xfrm>
            <a:custGeom>
              <a:rect b="b" l="l" r="r" t="t"/>
              <a:pathLst>
                <a:path extrusionOk="0" h="437" w="669">
                  <a:moveTo>
                    <a:pt x="91" y="159"/>
                  </a:moveTo>
                  <a:cubicBezTo>
                    <a:pt x="0" y="252"/>
                    <a:pt x="179" y="437"/>
                    <a:pt x="424" y="437"/>
                  </a:cubicBezTo>
                  <a:cubicBezTo>
                    <a:pt x="669" y="437"/>
                    <a:pt x="576" y="62"/>
                    <a:pt x="424" y="31"/>
                  </a:cubicBezTo>
                  <a:cubicBezTo>
                    <a:pt x="272" y="0"/>
                    <a:pt x="91" y="159"/>
                    <a:pt x="91" y="15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5"/>
            <p:cNvSpPr/>
            <p:nvPr/>
          </p:nvSpPr>
          <p:spPr>
            <a:xfrm>
              <a:off x="4045950" y="387000"/>
              <a:ext cx="183500" cy="223125"/>
            </a:xfrm>
            <a:custGeom>
              <a:rect b="b" l="l" r="r" t="t"/>
              <a:pathLst>
                <a:path extrusionOk="0" h="8925" w="7340">
                  <a:moveTo>
                    <a:pt x="7244" y="6532"/>
                  </a:moveTo>
                  <a:cubicBezTo>
                    <a:pt x="7340" y="5675"/>
                    <a:pt x="7036" y="4779"/>
                    <a:pt x="6439" y="4161"/>
                  </a:cubicBezTo>
                  <a:cubicBezTo>
                    <a:pt x="6277" y="3994"/>
                    <a:pt x="6093" y="3844"/>
                    <a:pt x="5963" y="3650"/>
                  </a:cubicBezTo>
                  <a:cubicBezTo>
                    <a:pt x="5798" y="3408"/>
                    <a:pt x="5729" y="3114"/>
                    <a:pt x="5629" y="2838"/>
                  </a:cubicBezTo>
                  <a:cubicBezTo>
                    <a:pt x="5258" y="1812"/>
                    <a:pt x="4417" y="968"/>
                    <a:pt x="3397" y="601"/>
                  </a:cubicBezTo>
                  <a:cubicBezTo>
                    <a:pt x="2605" y="1"/>
                    <a:pt x="2465" y="1681"/>
                    <a:pt x="1961" y="1260"/>
                  </a:cubicBezTo>
                  <a:cubicBezTo>
                    <a:pt x="1791" y="1116"/>
                    <a:pt x="1672" y="906"/>
                    <a:pt x="1474" y="807"/>
                  </a:cubicBezTo>
                  <a:cubicBezTo>
                    <a:pt x="1066" y="601"/>
                    <a:pt x="602" y="967"/>
                    <a:pt x="334" y="1339"/>
                  </a:cubicBezTo>
                  <a:cubicBezTo>
                    <a:pt x="160" y="1581"/>
                    <a:pt x="1" y="1862"/>
                    <a:pt x="29" y="2159"/>
                  </a:cubicBezTo>
                  <a:cubicBezTo>
                    <a:pt x="66" y="2571"/>
                    <a:pt x="436" y="2866"/>
                    <a:pt x="586" y="3251"/>
                  </a:cubicBezTo>
                  <a:cubicBezTo>
                    <a:pt x="775" y="3741"/>
                    <a:pt x="582" y="4299"/>
                    <a:pt x="679" y="4816"/>
                  </a:cubicBezTo>
                  <a:cubicBezTo>
                    <a:pt x="742" y="5153"/>
                    <a:pt x="924" y="5454"/>
                    <a:pt x="1104" y="5745"/>
                  </a:cubicBezTo>
                  <a:lnTo>
                    <a:pt x="2214" y="7544"/>
                  </a:lnTo>
                  <a:cubicBezTo>
                    <a:pt x="2440" y="7910"/>
                    <a:pt x="2714" y="8247"/>
                    <a:pt x="3044" y="8523"/>
                  </a:cubicBezTo>
                  <a:cubicBezTo>
                    <a:pt x="3162" y="8621"/>
                    <a:pt x="3295" y="8719"/>
                    <a:pt x="3439" y="8796"/>
                  </a:cubicBezTo>
                  <a:cubicBezTo>
                    <a:pt x="3681" y="8925"/>
                    <a:pt x="3973" y="8747"/>
                    <a:pt x="3991" y="8473"/>
                  </a:cubicBezTo>
                  <a:lnTo>
                    <a:pt x="4131" y="6145"/>
                  </a:lnTo>
                  <a:cubicBezTo>
                    <a:pt x="4153" y="5784"/>
                    <a:pt x="4182" y="5397"/>
                    <a:pt x="4475" y="5144"/>
                  </a:cubicBezTo>
                  <a:cubicBezTo>
                    <a:pt x="4642" y="5000"/>
                    <a:pt x="4891" y="4961"/>
                    <a:pt x="5072" y="5087"/>
                  </a:cubicBezTo>
                  <a:cubicBezTo>
                    <a:pt x="5358" y="5286"/>
                    <a:pt x="5268" y="5687"/>
                    <a:pt x="5292" y="6018"/>
                  </a:cubicBezTo>
                  <a:cubicBezTo>
                    <a:pt x="5344" y="6750"/>
                    <a:pt x="6189" y="7301"/>
                    <a:pt x="6871" y="7050"/>
                  </a:cubicBezTo>
                  <a:cubicBezTo>
                    <a:pt x="6972" y="7013"/>
                    <a:pt x="7071" y="6960"/>
                    <a:pt x="7137" y="6873"/>
                  </a:cubicBezTo>
                  <a:cubicBezTo>
                    <a:pt x="7208" y="6775"/>
                    <a:pt x="7231" y="6652"/>
                    <a:pt x="7244" y="6532"/>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5"/>
            <p:cNvSpPr/>
            <p:nvPr/>
          </p:nvSpPr>
          <p:spPr>
            <a:xfrm>
              <a:off x="4146900" y="361025"/>
              <a:ext cx="118800" cy="89325"/>
            </a:xfrm>
            <a:custGeom>
              <a:rect b="b" l="l" r="r" t="t"/>
              <a:pathLst>
                <a:path extrusionOk="0" h="3573" w="4752">
                  <a:moveTo>
                    <a:pt x="2373" y="3279"/>
                  </a:moveTo>
                  <a:cubicBezTo>
                    <a:pt x="2901" y="3573"/>
                    <a:pt x="3549" y="3477"/>
                    <a:pt x="4144" y="3376"/>
                  </a:cubicBezTo>
                  <a:cubicBezTo>
                    <a:pt x="4514" y="2952"/>
                    <a:pt x="4751" y="2306"/>
                    <a:pt x="4449" y="1830"/>
                  </a:cubicBezTo>
                  <a:cubicBezTo>
                    <a:pt x="4340" y="1659"/>
                    <a:pt x="4185" y="1064"/>
                    <a:pt x="4020" y="948"/>
                  </a:cubicBezTo>
                  <a:cubicBezTo>
                    <a:pt x="3045" y="264"/>
                    <a:pt x="1923" y="248"/>
                    <a:pt x="762" y="1"/>
                  </a:cubicBezTo>
                  <a:cubicBezTo>
                    <a:pt x="353" y="163"/>
                    <a:pt x="0" y="622"/>
                    <a:pt x="78" y="1041"/>
                  </a:cubicBezTo>
                  <a:cubicBezTo>
                    <a:pt x="104" y="1176"/>
                    <a:pt x="262" y="1910"/>
                    <a:pt x="353" y="2012"/>
                  </a:cubicBezTo>
                  <a:cubicBezTo>
                    <a:pt x="711" y="2405"/>
                    <a:pt x="912" y="2405"/>
                    <a:pt x="1270" y="2797"/>
                  </a:cubicBezTo>
                  <a:cubicBezTo>
                    <a:pt x="1466" y="3013"/>
                    <a:pt x="2119" y="3136"/>
                    <a:pt x="2373" y="327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5"/>
            <p:cNvSpPr/>
            <p:nvPr/>
          </p:nvSpPr>
          <p:spPr>
            <a:xfrm>
              <a:off x="4213850" y="1596750"/>
              <a:ext cx="32725" cy="9850"/>
            </a:xfrm>
            <a:custGeom>
              <a:rect b="b" l="l" r="r" t="t"/>
              <a:pathLst>
                <a:path extrusionOk="0" h="394" w="1309">
                  <a:moveTo>
                    <a:pt x="1291" y="245"/>
                  </a:moveTo>
                  <a:cubicBezTo>
                    <a:pt x="1274" y="203"/>
                    <a:pt x="1223" y="190"/>
                    <a:pt x="1178" y="181"/>
                  </a:cubicBezTo>
                  <a:cubicBezTo>
                    <a:pt x="1110" y="167"/>
                    <a:pt x="1042" y="155"/>
                    <a:pt x="974" y="141"/>
                  </a:cubicBezTo>
                  <a:cubicBezTo>
                    <a:pt x="856" y="118"/>
                    <a:pt x="736" y="94"/>
                    <a:pt x="617" y="72"/>
                  </a:cubicBezTo>
                  <a:cubicBezTo>
                    <a:pt x="432" y="35"/>
                    <a:pt x="237" y="0"/>
                    <a:pt x="56" y="54"/>
                  </a:cubicBezTo>
                  <a:cubicBezTo>
                    <a:pt x="42" y="58"/>
                    <a:pt x="27" y="63"/>
                    <a:pt x="19" y="74"/>
                  </a:cubicBezTo>
                  <a:cubicBezTo>
                    <a:pt x="0" y="93"/>
                    <a:pt x="6" y="125"/>
                    <a:pt x="21" y="146"/>
                  </a:cubicBezTo>
                  <a:cubicBezTo>
                    <a:pt x="37" y="166"/>
                    <a:pt x="61" y="180"/>
                    <a:pt x="84" y="190"/>
                  </a:cubicBezTo>
                  <a:cubicBezTo>
                    <a:pt x="344" y="311"/>
                    <a:pt x="629" y="381"/>
                    <a:pt x="914" y="391"/>
                  </a:cubicBezTo>
                  <a:cubicBezTo>
                    <a:pt x="987" y="393"/>
                    <a:pt x="1059" y="392"/>
                    <a:pt x="1133" y="386"/>
                  </a:cubicBezTo>
                  <a:cubicBezTo>
                    <a:pt x="1175" y="382"/>
                    <a:pt x="1217" y="376"/>
                    <a:pt x="1252" y="352"/>
                  </a:cubicBezTo>
                  <a:cubicBezTo>
                    <a:pt x="1285" y="329"/>
                    <a:pt x="1309" y="283"/>
                    <a:pt x="1291" y="24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5"/>
            <p:cNvSpPr/>
            <p:nvPr/>
          </p:nvSpPr>
          <p:spPr>
            <a:xfrm>
              <a:off x="4315700" y="1595600"/>
              <a:ext cx="28400" cy="14950"/>
            </a:xfrm>
            <a:custGeom>
              <a:rect b="b" l="l" r="r" t="t"/>
              <a:pathLst>
                <a:path extrusionOk="0" h="598" w="1136">
                  <a:moveTo>
                    <a:pt x="393" y="597"/>
                  </a:moveTo>
                  <a:cubicBezTo>
                    <a:pt x="442" y="597"/>
                    <a:pt x="496" y="594"/>
                    <a:pt x="543" y="574"/>
                  </a:cubicBezTo>
                  <a:cubicBezTo>
                    <a:pt x="564" y="564"/>
                    <a:pt x="585" y="552"/>
                    <a:pt x="605" y="537"/>
                  </a:cubicBezTo>
                  <a:cubicBezTo>
                    <a:pt x="739" y="451"/>
                    <a:pt x="869" y="359"/>
                    <a:pt x="995" y="263"/>
                  </a:cubicBezTo>
                  <a:cubicBezTo>
                    <a:pt x="1034" y="233"/>
                    <a:pt x="1073" y="202"/>
                    <a:pt x="1099" y="162"/>
                  </a:cubicBezTo>
                  <a:cubicBezTo>
                    <a:pt x="1124" y="121"/>
                    <a:pt x="1136" y="68"/>
                    <a:pt x="1115" y="24"/>
                  </a:cubicBezTo>
                  <a:cubicBezTo>
                    <a:pt x="1059" y="1"/>
                    <a:pt x="997" y="22"/>
                    <a:pt x="945" y="51"/>
                  </a:cubicBezTo>
                  <a:cubicBezTo>
                    <a:pt x="893" y="81"/>
                    <a:pt x="847" y="121"/>
                    <a:pt x="791" y="143"/>
                  </a:cubicBezTo>
                  <a:cubicBezTo>
                    <a:pt x="745" y="161"/>
                    <a:pt x="693" y="165"/>
                    <a:pt x="645" y="169"/>
                  </a:cubicBezTo>
                  <a:cubicBezTo>
                    <a:pt x="528" y="177"/>
                    <a:pt x="413" y="186"/>
                    <a:pt x="296" y="195"/>
                  </a:cubicBezTo>
                  <a:cubicBezTo>
                    <a:pt x="201" y="201"/>
                    <a:pt x="87" y="219"/>
                    <a:pt x="43" y="305"/>
                  </a:cubicBezTo>
                  <a:cubicBezTo>
                    <a:pt x="1" y="388"/>
                    <a:pt x="49" y="495"/>
                    <a:pt x="129" y="544"/>
                  </a:cubicBezTo>
                  <a:cubicBezTo>
                    <a:pt x="203" y="592"/>
                    <a:pt x="300" y="597"/>
                    <a:pt x="393" y="59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5"/>
            <p:cNvSpPr/>
            <p:nvPr/>
          </p:nvSpPr>
          <p:spPr>
            <a:xfrm>
              <a:off x="4081800" y="1557600"/>
              <a:ext cx="40150" cy="22900"/>
            </a:xfrm>
            <a:custGeom>
              <a:rect b="b" l="l" r="r" t="t"/>
              <a:pathLst>
                <a:path extrusionOk="0" h="916" w="1606">
                  <a:moveTo>
                    <a:pt x="47" y="186"/>
                  </a:moveTo>
                  <a:cubicBezTo>
                    <a:pt x="71" y="371"/>
                    <a:pt x="139" y="394"/>
                    <a:pt x="357" y="463"/>
                  </a:cubicBezTo>
                  <a:cubicBezTo>
                    <a:pt x="576" y="534"/>
                    <a:pt x="965" y="730"/>
                    <a:pt x="1045" y="799"/>
                  </a:cubicBezTo>
                  <a:cubicBezTo>
                    <a:pt x="1124" y="869"/>
                    <a:pt x="1377" y="915"/>
                    <a:pt x="1399" y="799"/>
                  </a:cubicBezTo>
                  <a:cubicBezTo>
                    <a:pt x="1422" y="683"/>
                    <a:pt x="1365" y="580"/>
                    <a:pt x="1388" y="428"/>
                  </a:cubicBezTo>
                  <a:cubicBezTo>
                    <a:pt x="1411" y="278"/>
                    <a:pt x="1502" y="128"/>
                    <a:pt x="1502" y="128"/>
                  </a:cubicBezTo>
                  <a:cubicBezTo>
                    <a:pt x="1502" y="128"/>
                    <a:pt x="1605" y="0"/>
                    <a:pt x="1456" y="13"/>
                  </a:cubicBezTo>
                  <a:cubicBezTo>
                    <a:pt x="1308" y="24"/>
                    <a:pt x="1078" y="117"/>
                    <a:pt x="895" y="128"/>
                  </a:cubicBezTo>
                  <a:cubicBezTo>
                    <a:pt x="712" y="139"/>
                    <a:pt x="465" y="20"/>
                    <a:pt x="323" y="35"/>
                  </a:cubicBezTo>
                  <a:cubicBezTo>
                    <a:pt x="1" y="71"/>
                    <a:pt x="47" y="186"/>
                    <a:pt x="47"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8" name="Google Shape;4988;p65"/>
            <p:cNvGrpSpPr/>
            <p:nvPr/>
          </p:nvGrpSpPr>
          <p:grpSpPr>
            <a:xfrm>
              <a:off x="3732700" y="316125"/>
              <a:ext cx="2435425" cy="2179875"/>
              <a:chOff x="3732700" y="316125"/>
              <a:chExt cx="2435425" cy="2179875"/>
            </a:xfrm>
          </p:grpSpPr>
          <p:sp>
            <p:nvSpPr>
              <p:cNvPr id="4989" name="Google Shape;4989;p65"/>
              <p:cNvSpPr/>
              <p:nvPr/>
            </p:nvSpPr>
            <p:spPr>
              <a:xfrm>
                <a:off x="5598925" y="1275125"/>
                <a:ext cx="34400" cy="164175"/>
              </a:xfrm>
              <a:custGeom>
                <a:rect b="b" l="l" r="r" t="t"/>
                <a:pathLst>
                  <a:path extrusionOk="0" h="6567" w="1376">
                    <a:moveTo>
                      <a:pt x="764" y="1819"/>
                    </a:moveTo>
                    <a:cubicBezTo>
                      <a:pt x="764" y="956"/>
                      <a:pt x="824" y="0"/>
                      <a:pt x="581" y="371"/>
                    </a:cubicBezTo>
                    <a:cubicBezTo>
                      <a:pt x="336" y="740"/>
                      <a:pt x="1" y="1480"/>
                      <a:pt x="92" y="2036"/>
                    </a:cubicBezTo>
                    <a:cubicBezTo>
                      <a:pt x="183" y="2590"/>
                      <a:pt x="122" y="3978"/>
                      <a:pt x="122" y="4286"/>
                    </a:cubicBezTo>
                    <a:cubicBezTo>
                      <a:pt x="122" y="4595"/>
                      <a:pt x="92" y="4657"/>
                      <a:pt x="183" y="5118"/>
                    </a:cubicBezTo>
                    <a:cubicBezTo>
                      <a:pt x="275" y="5580"/>
                      <a:pt x="1" y="6258"/>
                      <a:pt x="61" y="6413"/>
                    </a:cubicBezTo>
                    <a:cubicBezTo>
                      <a:pt x="121" y="6566"/>
                      <a:pt x="458" y="6135"/>
                      <a:pt x="458" y="6011"/>
                    </a:cubicBezTo>
                    <a:cubicBezTo>
                      <a:pt x="458" y="5888"/>
                      <a:pt x="764" y="6042"/>
                      <a:pt x="855" y="6073"/>
                    </a:cubicBezTo>
                    <a:cubicBezTo>
                      <a:pt x="947" y="6104"/>
                      <a:pt x="581" y="5550"/>
                      <a:pt x="581" y="5180"/>
                    </a:cubicBezTo>
                    <a:cubicBezTo>
                      <a:pt x="581" y="4809"/>
                      <a:pt x="641" y="3885"/>
                      <a:pt x="886" y="3978"/>
                    </a:cubicBezTo>
                    <a:cubicBezTo>
                      <a:pt x="1132" y="4071"/>
                      <a:pt x="1375" y="4193"/>
                      <a:pt x="1101" y="3393"/>
                    </a:cubicBezTo>
                    <a:cubicBezTo>
                      <a:pt x="824" y="2589"/>
                      <a:pt x="764" y="1819"/>
                      <a:pt x="764" y="18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5"/>
              <p:cNvSpPr/>
              <p:nvPr/>
            </p:nvSpPr>
            <p:spPr>
              <a:xfrm>
                <a:off x="5458400" y="1434600"/>
                <a:ext cx="187300" cy="225075"/>
              </a:xfrm>
              <a:custGeom>
                <a:rect b="b" l="l" r="r" t="t"/>
                <a:pathLst>
                  <a:path extrusionOk="0" h="9003" w="7492">
                    <a:moveTo>
                      <a:pt x="7481" y="1710"/>
                    </a:moveTo>
                    <a:cubicBezTo>
                      <a:pt x="7441" y="1409"/>
                      <a:pt x="7202" y="1174"/>
                      <a:pt x="6904" y="1123"/>
                    </a:cubicBezTo>
                    <a:cubicBezTo>
                      <a:pt x="6641" y="1080"/>
                      <a:pt x="6385" y="1013"/>
                      <a:pt x="6385" y="956"/>
                    </a:cubicBezTo>
                    <a:cubicBezTo>
                      <a:pt x="6385" y="863"/>
                      <a:pt x="5773" y="1"/>
                      <a:pt x="5743" y="308"/>
                    </a:cubicBezTo>
                    <a:cubicBezTo>
                      <a:pt x="5713" y="617"/>
                      <a:pt x="5835" y="1357"/>
                      <a:pt x="5561" y="1572"/>
                    </a:cubicBezTo>
                    <a:cubicBezTo>
                      <a:pt x="5286" y="1788"/>
                      <a:pt x="4675" y="2158"/>
                      <a:pt x="4735" y="2467"/>
                    </a:cubicBezTo>
                    <a:cubicBezTo>
                      <a:pt x="4796" y="2774"/>
                      <a:pt x="5041" y="2990"/>
                      <a:pt x="4949" y="3175"/>
                    </a:cubicBezTo>
                    <a:cubicBezTo>
                      <a:pt x="4858" y="3360"/>
                      <a:pt x="4735" y="3669"/>
                      <a:pt x="4735" y="3885"/>
                    </a:cubicBezTo>
                    <a:cubicBezTo>
                      <a:pt x="4735" y="4102"/>
                      <a:pt x="4583" y="5271"/>
                      <a:pt x="4186" y="5333"/>
                    </a:cubicBezTo>
                    <a:cubicBezTo>
                      <a:pt x="3788" y="5395"/>
                      <a:pt x="3239" y="5487"/>
                      <a:pt x="3148" y="5765"/>
                    </a:cubicBezTo>
                    <a:cubicBezTo>
                      <a:pt x="3056" y="6043"/>
                      <a:pt x="2811" y="6289"/>
                      <a:pt x="2445" y="6413"/>
                    </a:cubicBezTo>
                    <a:cubicBezTo>
                      <a:pt x="2079" y="6537"/>
                      <a:pt x="1376" y="6506"/>
                      <a:pt x="1101" y="6875"/>
                    </a:cubicBezTo>
                    <a:cubicBezTo>
                      <a:pt x="826" y="7246"/>
                      <a:pt x="398" y="7461"/>
                      <a:pt x="398" y="7461"/>
                    </a:cubicBezTo>
                    <a:cubicBezTo>
                      <a:pt x="398" y="7461"/>
                      <a:pt x="1" y="7739"/>
                      <a:pt x="32" y="7894"/>
                    </a:cubicBezTo>
                    <a:cubicBezTo>
                      <a:pt x="63" y="8048"/>
                      <a:pt x="245" y="7863"/>
                      <a:pt x="337" y="8077"/>
                    </a:cubicBezTo>
                    <a:cubicBezTo>
                      <a:pt x="429" y="8293"/>
                      <a:pt x="398" y="8694"/>
                      <a:pt x="429" y="8849"/>
                    </a:cubicBezTo>
                    <a:cubicBezTo>
                      <a:pt x="460" y="9003"/>
                      <a:pt x="857" y="8973"/>
                      <a:pt x="918" y="8572"/>
                    </a:cubicBezTo>
                    <a:cubicBezTo>
                      <a:pt x="979" y="8170"/>
                      <a:pt x="1041" y="7771"/>
                      <a:pt x="1010" y="7647"/>
                    </a:cubicBezTo>
                    <a:cubicBezTo>
                      <a:pt x="979" y="7523"/>
                      <a:pt x="1132" y="7277"/>
                      <a:pt x="1315" y="7277"/>
                    </a:cubicBezTo>
                    <a:cubicBezTo>
                      <a:pt x="1498" y="7277"/>
                      <a:pt x="2538" y="6785"/>
                      <a:pt x="2538" y="7215"/>
                    </a:cubicBezTo>
                    <a:cubicBezTo>
                      <a:pt x="2538" y="7646"/>
                      <a:pt x="2904" y="7647"/>
                      <a:pt x="3332" y="7246"/>
                    </a:cubicBezTo>
                    <a:cubicBezTo>
                      <a:pt x="3760" y="6844"/>
                      <a:pt x="4859" y="6630"/>
                      <a:pt x="5104" y="6506"/>
                    </a:cubicBezTo>
                    <a:cubicBezTo>
                      <a:pt x="5349" y="6382"/>
                      <a:pt x="4982" y="5673"/>
                      <a:pt x="5257" y="5304"/>
                    </a:cubicBezTo>
                    <a:cubicBezTo>
                      <a:pt x="5531" y="4934"/>
                      <a:pt x="5928" y="4502"/>
                      <a:pt x="5836" y="3947"/>
                    </a:cubicBezTo>
                    <a:cubicBezTo>
                      <a:pt x="5745" y="3392"/>
                      <a:pt x="5378" y="2530"/>
                      <a:pt x="5470" y="2437"/>
                    </a:cubicBezTo>
                    <a:cubicBezTo>
                      <a:pt x="5562" y="2344"/>
                      <a:pt x="6082" y="2344"/>
                      <a:pt x="6174" y="2437"/>
                    </a:cubicBezTo>
                    <a:cubicBezTo>
                      <a:pt x="6265" y="2530"/>
                      <a:pt x="6602" y="2468"/>
                      <a:pt x="6723" y="2221"/>
                    </a:cubicBezTo>
                    <a:cubicBezTo>
                      <a:pt x="6845" y="1974"/>
                      <a:pt x="7456" y="1974"/>
                      <a:pt x="7486" y="1851"/>
                    </a:cubicBezTo>
                    <a:cubicBezTo>
                      <a:pt x="7491" y="1823"/>
                      <a:pt x="7489" y="1772"/>
                      <a:pt x="7481" y="171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5"/>
              <p:cNvSpPr/>
              <p:nvPr/>
            </p:nvSpPr>
            <p:spPr>
              <a:xfrm>
                <a:off x="5489700" y="1611075"/>
                <a:ext cx="33625" cy="29325"/>
              </a:xfrm>
              <a:custGeom>
                <a:rect b="b" l="l" r="r" t="t"/>
                <a:pathLst>
                  <a:path extrusionOk="0" h="1173" w="1345">
                    <a:moveTo>
                      <a:pt x="214" y="433"/>
                    </a:moveTo>
                    <a:cubicBezTo>
                      <a:pt x="31" y="526"/>
                      <a:pt x="0" y="987"/>
                      <a:pt x="0" y="987"/>
                    </a:cubicBezTo>
                    <a:cubicBezTo>
                      <a:pt x="0" y="987"/>
                      <a:pt x="397" y="1172"/>
                      <a:pt x="397" y="987"/>
                    </a:cubicBezTo>
                    <a:cubicBezTo>
                      <a:pt x="397" y="804"/>
                      <a:pt x="519" y="649"/>
                      <a:pt x="611" y="649"/>
                    </a:cubicBezTo>
                    <a:cubicBezTo>
                      <a:pt x="703" y="649"/>
                      <a:pt x="847" y="714"/>
                      <a:pt x="1039" y="618"/>
                    </a:cubicBezTo>
                    <a:cubicBezTo>
                      <a:pt x="1223" y="525"/>
                      <a:pt x="1345" y="1"/>
                      <a:pt x="550" y="156"/>
                    </a:cubicBezTo>
                    <a:cubicBezTo>
                      <a:pt x="225" y="218"/>
                      <a:pt x="214" y="433"/>
                      <a:pt x="214" y="43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5"/>
              <p:cNvSpPr/>
              <p:nvPr/>
            </p:nvSpPr>
            <p:spPr>
              <a:xfrm>
                <a:off x="5661525" y="1441575"/>
                <a:ext cx="25250" cy="13875"/>
              </a:xfrm>
              <a:custGeom>
                <a:rect b="b" l="l" r="r" t="t"/>
                <a:pathLst>
                  <a:path extrusionOk="0" h="555" w="1010">
                    <a:moveTo>
                      <a:pt x="734" y="0"/>
                    </a:moveTo>
                    <a:cubicBezTo>
                      <a:pt x="644" y="0"/>
                      <a:pt x="1" y="432"/>
                      <a:pt x="155" y="492"/>
                    </a:cubicBezTo>
                    <a:cubicBezTo>
                      <a:pt x="306" y="554"/>
                      <a:pt x="1010" y="29"/>
                      <a:pt x="1010" y="2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5"/>
              <p:cNvSpPr/>
              <p:nvPr/>
            </p:nvSpPr>
            <p:spPr>
              <a:xfrm>
                <a:off x="3732700" y="534475"/>
                <a:ext cx="2435425" cy="1961525"/>
              </a:xfrm>
              <a:custGeom>
                <a:rect b="b" l="l" r="r" t="t"/>
                <a:pathLst>
                  <a:path extrusionOk="0" h="78461" w="97417">
                    <a:moveTo>
                      <a:pt x="96523" y="17380"/>
                    </a:moveTo>
                    <a:cubicBezTo>
                      <a:pt x="96489" y="17322"/>
                      <a:pt x="95701" y="17241"/>
                      <a:pt x="95561" y="17241"/>
                    </a:cubicBezTo>
                    <a:cubicBezTo>
                      <a:pt x="95561" y="17241"/>
                      <a:pt x="95394" y="17635"/>
                      <a:pt x="95180" y="17635"/>
                    </a:cubicBezTo>
                    <a:cubicBezTo>
                      <a:pt x="94966" y="17635"/>
                      <a:pt x="95087" y="16927"/>
                      <a:pt x="95087" y="16713"/>
                    </a:cubicBezTo>
                    <a:cubicBezTo>
                      <a:pt x="95087" y="16497"/>
                      <a:pt x="94568" y="16248"/>
                      <a:pt x="93740" y="15692"/>
                    </a:cubicBezTo>
                    <a:cubicBezTo>
                      <a:pt x="92919" y="15138"/>
                      <a:pt x="91388" y="14000"/>
                      <a:pt x="90166" y="13535"/>
                    </a:cubicBezTo>
                    <a:cubicBezTo>
                      <a:pt x="88947" y="13073"/>
                      <a:pt x="87357" y="13721"/>
                      <a:pt x="87142" y="13750"/>
                    </a:cubicBezTo>
                    <a:cubicBezTo>
                      <a:pt x="86929" y="13784"/>
                      <a:pt x="86501" y="14245"/>
                      <a:pt x="86194" y="14059"/>
                    </a:cubicBezTo>
                    <a:cubicBezTo>
                      <a:pt x="85889" y="13873"/>
                      <a:pt x="84940" y="13873"/>
                      <a:pt x="83963" y="14000"/>
                    </a:cubicBezTo>
                    <a:cubicBezTo>
                      <a:pt x="82986" y="14123"/>
                      <a:pt x="83230" y="13168"/>
                      <a:pt x="83200" y="12550"/>
                    </a:cubicBezTo>
                    <a:cubicBezTo>
                      <a:pt x="83170" y="11932"/>
                      <a:pt x="81488" y="11872"/>
                      <a:pt x="80968" y="12025"/>
                    </a:cubicBezTo>
                    <a:cubicBezTo>
                      <a:pt x="80449" y="12180"/>
                      <a:pt x="79686" y="12180"/>
                      <a:pt x="79291" y="11592"/>
                    </a:cubicBezTo>
                    <a:cubicBezTo>
                      <a:pt x="78892" y="11008"/>
                      <a:pt x="78587" y="10700"/>
                      <a:pt x="78188" y="10239"/>
                    </a:cubicBezTo>
                    <a:cubicBezTo>
                      <a:pt x="77794" y="9776"/>
                      <a:pt x="76175" y="9713"/>
                      <a:pt x="74891" y="9528"/>
                    </a:cubicBezTo>
                    <a:cubicBezTo>
                      <a:pt x="73609" y="9346"/>
                      <a:pt x="73944" y="10454"/>
                      <a:pt x="73789" y="10978"/>
                    </a:cubicBezTo>
                    <a:cubicBezTo>
                      <a:pt x="73638" y="11504"/>
                      <a:pt x="71407" y="11411"/>
                      <a:pt x="70764" y="10915"/>
                    </a:cubicBezTo>
                    <a:cubicBezTo>
                      <a:pt x="70122" y="10424"/>
                      <a:pt x="70278" y="10641"/>
                      <a:pt x="70031" y="11808"/>
                    </a:cubicBezTo>
                    <a:cubicBezTo>
                      <a:pt x="69787" y="12980"/>
                      <a:pt x="68995" y="11411"/>
                      <a:pt x="68718" y="10945"/>
                    </a:cubicBezTo>
                    <a:cubicBezTo>
                      <a:pt x="68446" y="10483"/>
                      <a:pt x="68625" y="10053"/>
                      <a:pt x="68811" y="9591"/>
                    </a:cubicBezTo>
                    <a:cubicBezTo>
                      <a:pt x="68995" y="9129"/>
                      <a:pt x="68840" y="8851"/>
                      <a:pt x="67435" y="8233"/>
                    </a:cubicBezTo>
                    <a:cubicBezTo>
                      <a:pt x="66030" y="7619"/>
                      <a:pt x="66214" y="8080"/>
                      <a:pt x="66214" y="8758"/>
                    </a:cubicBezTo>
                    <a:cubicBezTo>
                      <a:pt x="66214" y="9435"/>
                      <a:pt x="64474" y="8728"/>
                      <a:pt x="64104" y="8203"/>
                    </a:cubicBezTo>
                    <a:cubicBezTo>
                      <a:pt x="63740" y="7678"/>
                      <a:pt x="61814" y="7742"/>
                      <a:pt x="61080" y="7619"/>
                    </a:cubicBezTo>
                    <a:cubicBezTo>
                      <a:pt x="60347" y="7492"/>
                      <a:pt x="59646" y="7556"/>
                      <a:pt x="59461" y="7309"/>
                    </a:cubicBezTo>
                    <a:cubicBezTo>
                      <a:pt x="59278" y="7059"/>
                      <a:pt x="60745" y="5799"/>
                      <a:pt x="61508" y="4871"/>
                    </a:cubicBezTo>
                    <a:cubicBezTo>
                      <a:pt x="62272" y="3950"/>
                      <a:pt x="60989" y="2497"/>
                      <a:pt x="60682" y="2193"/>
                    </a:cubicBezTo>
                    <a:cubicBezTo>
                      <a:pt x="60376" y="1883"/>
                      <a:pt x="58820" y="2160"/>
                      <a:pt x="58757" y="1820"/>
                    </a:cubicBezTo>
                    <a:cubicBezTo>
                      <a:pt x="58697" y="1482"/>
                      <a:pt x="57751" y="1329"/>
                      <a:pt x="57473" y="1358"/>
                    </a:cubicBezTo>
                    <a:cubicBezTo>
                      <a:pt x="57201" y="1388"/>
                      <a:pt x="57808" y="897"/>
                      <a:pt x="57993" y="681"/>
                    </a:cubicBezTo>
                    <a:cubicBezTo>
                      <a:pt x="58177" y="466"/>
                      <a:pt x="57258" y="0"/>
                      <a:pt x="56772" y="156"/>
                    </a:cubicBezTo>
                    <a:cubicBezTo>
                      <a:pt x="56282" y="309"/>
                      <a:pt x="55917" y="1079"/>
                      <a:pt x="55795" y="1697"/>
                    </a:cubicBezTo>
                    <a:cubicBezTo>
                      <a:pt x="55674" y="2315"/>
                      <a:pt x="55489" y="2559"/>
                      <a:pt x="55061" y="2746"/>
                    </a:cubicBezTo>
                    <a:cubicBezTo>
                      <a:pt x="54633" y="2929"/>
                      <a:pt x="54605" y="3360"/>
                      <a:pt x="53929" y="3394"/>
                    </a:cubicBezTo>
                    <a:cubicBezTo>
                      <a:pt x="53258" y="3424"/>
                      <a:pt x="52587" y="3575"/>
                      <a:pt x="52188" y="3731"/>
                    </a:cubicBezTo>
                    <a:cubicBezTo>
                      <a:pt x="51789" y="3884"/>
                      <a:pt x="51518" y="4256"/>
                      <a:pt x="50720" y="4256"/>
                    </a:cubicBezTo>
                    <a:cubicBezTo>
                      <a:pt x="49927" y="4256"/>
                      <a:pt x="49223" y="5209"/>
                      <a:pt x="48673" y="5890"/>
                    </a:cubicBezTo>
                    <a:cubicBezTo>
                      <a:pt x="48124" y="6567"/>
                      <a:pt x="49072" y="7028"/>
                      <a:pt x="48858" y="7489"/>
                    </a:cubicBezTo>
                    <a:cubicBezTo>
                      <a:pt x="48643" y="7954"/>
                      <a:pt x="46107" y="7861"/>
                      <a:pt x="45956" y="8263"/>
                    </a:cubicBezTo>
                    <a:cubicBezTo>
                      <a:pt x="45805" y="8660"/>
                      <a:pt x="46476" y="9802"/>
                      <a:pt x="46749" y="10205"/>
                    </a:cubicBezTo>
                    <a:cubicBezTo>
                      <a:pt x="47027" y="10602"/>
                      <a:pt x="46812" y="10852"/>
                      <a:pt x="46505" y="10852"/>
                    </a:cubicBezTo>
                    <a:cubicBezTo>
                      <a:pt x="46200" y="10852"/>
                      <a:pt x="45591" y="10079"/>
                      <a:pt x="45344" y="9926"/>
                    </a:cubicBezTo>
                    <a:cubicBezTo>
                      <a:pt x="45099" y="9774"/>
                      <a:pt x="44152" y="10481"/>
                      <a:pt x="43451" y="10911"/>
                    </a:cubicBezTo>
                    <a:cubicBezTo>
                      <a:pt x="42747" y="11344"/>
                      <a:pt x="42961" y="13314"/>
                      <a:pt x="43112" y="14301"/>
                    </a:cubicBezTo>
                    <a:cubicBezTo>
                      <a:pt x="43267" y="15291"/>
                      <a:pt x="42747" y="15011"/>
                      <a:pt x="42441" y="15011"/>
                    </a:cubicBezTo>
                    <a:cubicBezTo>
                      <a:pt x="42136" y="15011"/>
                      <a:pt x="42349" y="12947"/>
                      <a:pt x="42383" y="12359"/>
                    </a:cubicBezTo>
                    <a:cubicBezTo>
                      <a:pt x="42411" y="11774"/>
                      <a:pt x="42013" y="11652"/>
                      <a:pt x="42290" y="10450"/>
                    </a:cubicBezTo>
                    <a:cubicBezTo>
                      <a:pt x="42561" y="9248"/>
                      <a:pt x="41770" y="9062"/>
                      <a:pt x="41279" y="8940"/>
                    </a:cubicBezTo>
                    <a:cubicBezTo>
                      <a:pt x="40792" y="8817"/>
                      <a:pt x="40699" y="9091"/>
                      <a:pt x="40423" y="10049"/>
                    </a:cubicBezTo>
                    <a:cubicBezTo>
                      <a:pt x="40151" y="11004"/>
                      <a:pt x="39630" y="12020"/>
                      <a:pt x="39445" y="12486"/>
                    </a:cubicBezTo>
                    <a:cubicBezTo>
                      <a:pt x="39265" y="12948"/>
                      <a:pt x="39723" y="13903"/>
                      <a:pt x="40300" y="14703"/>
                    </a:cubicBezTo>
                    <a:cubicBezTo>
                      <a:pt x="40883" y="15507"/>
                      <a:pt x="40300" y="15630"/>
                      <a:pt x="40120" y="15630"/>
                    </a:cubicBezTo>
                    <a:cubicBezTo>
                      <a:pt x="39935" y="15630"/>
                      <a:pt x="39507" y="15163"/>
                      <a:pt x="38958" y="14549"/>
                    </a:cubicBezTo>
                    <a:cubicBezTo>
                      <a:pt x="38408" y="13932"/>
                      <a:pt x="37554" y="13839"/>
                      <a:pt x="36911" y="13564"/>
                    </a:cubicBezTo>
                    <a:cubicBezTo>
                      <a:pt x="36269" y="13284"/>
                      <a:pt x="35963" y="13594"/>
                      <a:pt x="36269" y="13747"/>
                    </a:cubicBezTo>
                    <a:cubicBezTo>
                      <a:pt x="36575" y="13902"/>
                      <a:pt x="36848" y="14673"/>
                      <a:pt x="36328" y="14889"/>
                    </a:cubicBezTo>
                    <a:cubicBezTo>
                      <a:pt x="35808" y="15104"/>
                      <a:pt x="35259" y="15134"/>
                      <a:pt x="34709" y="15198"/>
                    </a:cubicBezTo>
                    <a:cubicBezTo>
                      <a:pt x="34161" y="15258"/>
                      <a:pt x="34068" y="15473"/>
                      <a:pt x="33334" y="15105"/>
                    </a:cubicBezTo>
                    <a:cubicBezTo>
                      <a:pt x="32604" y="14733"/>
                      <a:pt x="31501" y="15723"/>
                      <a:pt x="30737" y="16646"/>
                    </a:cubicBezTo>
                    <a:cubicBezTo>
                      <a:pt x="29974" y="17571"/>
                      <a:pt x="30158" y="17508"/>
                      <a:pt x="29790" y="17323"/>
                    </a:cubicBezTo>
                    <a:cubicBezTo>
                      <a:pt x="29425" y="17141"/>
                      <a:pt x="29668" y="16553"/>
                      <a:pt x="30067" y="16337"/>
                    </a:cubicBezTo>
                    <a:cubicBezTo>
                      <a:pt x="30466" y="16122"/>
                      <a:pt x="29610" y="15445"/>
                      <a:pt x="29425" y="15322"/>
                    </a:cubicBezTo>
                    <a:cubicBezTo>
                      <a:pt x="29240" y="15199"/>
                      <a:pt x="28905" y="15813"/>
                      <a:pt x="28812" y="16401"/>
                    </a:cubicBezTo>
                    <a:cubicBezTo>
                      <a:pt x="28719" y="16986"/>
                      <a:pt x="29034" y="17540"/>
                      <a:pt x="29034" y="17887"/>
                    </a:cubicBezTo>
                    <a:cubicBezTo>
                      <a:pt x="29034" y="18235"/>
                      <a:pt x="28757" y="18168"/>
                      <a:pt x="28300" y="17933"/>
                    </a:cubicBezTo>
                    <a:cubicBezTo>
                      <a:pt x="27844" y="17705"/>
                      <a:pt x="27155" y="18721"/>
                      <a:pt x="26879" y="18954"/>
                    </a:cubicBezTo>
                    <a:cubicBezTo>
                      <a:pt x="26607" y="19182"/>
                      <a:pt x="26879" y="19301"/>
                      <a:pt x="27134" y="19737"/>
                    </a:cubicBezTo>
                    <a:cubicBezTo>
                      <a:pt x="27386" y="20176"/>
                      <a:pt x="26283" y="19923"/>
                      <a:pt x="25851" y="19644"/>
                    </a:cubicBezTo>
                    <a:cubicBezTo>
                      <a:pt x="25415" y="19370"/>
                      <a:pt x="25298" y="19691"/>
                      <a:pt x="25482" y="19991"/>
                    </a:cubicBezTo>
                    <a:cubicBezTo>
                      <a:pt x="25666" y="20291"/>
                      <a:pt x="25938" y="20456"/>
                      <a:pt x="26011" y="20685"/>
                    </a:cubicBezTo>
                    <a:cubicBezTo>
                      <a:pt x="26078" y="20917"/>
                      <a:pt x="25780" y="20917"/>
                      <a:pt x="25529" y="20897"/>
                    </a:cubicBezTo>
                    <a:cubicBezTo>
                      <a:pt x="25277" y="20871"/>
                      <a:pt x="24748" y="20430"/>
                      <a:pt x="24661" y="20130"/>
                    </a:cubicBezTo>
                    <a:cubicBezTo>
                      <a:pt x="24567" y="19830"/>
                      <a:pt x="24523" y="18954"/>
                      <a:pt x="24497" y="18607"/>
                    </a:cubicBezTo>
                    <a:cubicBezTo>
                      <a:pt x="24476" y="18261"/>
                      <a:pt x="23880" y="18028"/>
                      <a:pt x="23582" y="17587"/>
                    </a:cubicBezTo>
                    <a:cubicBezTo>
                      <a:pt x="23285" y="17147"/>
                      <a:pt x="23419" y="17266"/>
                      <a:pt x="23556" y="17333"/>
                    </a:cubicBezTo>
                    <a:cubicBezTo>
                      <a:pt x="23694" y="17405"/>
                      <a:pt x="24291" y="17705"/>
                      <a:pt x="25343" y="18188"/>
                    </a:cubicBezTo>
                    <a:cubicBezTo>
                      <a:pt x="26399" y="18674"/>
                      <a:pt x="26673" y="18468"/>
                      <a:pt x="27155" y="18006"/>
                    </a:cubicBezTo>
                    <a:cubicBezTo>
                      <a:pt x="27637" y="17540"/>
                      <a:pt x="27499" y="17427"/>
                      <a:pt x="27477" y="16801"/>
                    </a:cubicBezTo>
                    <a:cubicBezTo>
                      <a:pt x="27451" y="16178"/>
                      <a:pt x="26352" y="15810"/>
                      <a:pt x="25686" y="15162"/>
                    </a:cubicBezTo>
                    <a:cubicBezTo>
                      <a:pt x="25023" y="14515"/>
                      <a:pt x="24566" y="14422"/>
                      <a:pt x="23971" y="14376"/>
                    </a:cubicBezTo>
                    <a:cubicBezTo>
                      <a:pt x="23375" y="14330"/>
                      <a:pt x="22389" y="13702"/>
                      <a:pt x="22206" y="13567"/>
                    </a:cubicBezTo>
                    <a:cubicBezTo>
                      <a:pt x="22021" y="13428"/>
                      <a:pt x="22318" y="13220"/>
                      <a:pt x="22662" y="13081"/>
                    </a:cubicBezTo>
                    <a:cubicBezTo>
                      <a:pt x="23005" y="12942"/>
                      <a:pt x="22477" y="12595"/>
                      <a:pt x="22317" y="12549"/>
                    </a:cubicBezTo>
                    <a:cubicBezTo>
                      <a:pt x="22157" y="12502"/>
                      <a:pt x="21198" y="12062"/>
                      <a:pt x="20966" y="12062"/>
                    </a:cubicBezTo>
                    <a:cubicBezTo>
                      <a:pt x="20736" y="12062"/>
                      <a:pt x="19842" y="12201"/>
                      <a:pt x="19453" y="12435"/>
                    </a:cubicBezTo>
                    <a:cubicBezTo>
                      <a:pt x="19063" y="12663"/>
                      <a:pt x="18492" y="12943"/>
                      <a:pt x="17600" y="13197"/>
                    </a:cubicBezTo>
                    <a:cubicBezTo>
                      <a:pt x="16705" y="13451"/>
                      <a:pt x="16039" y="14724"/>
                      <a:pt x="15858" y="15165"/>
                    </a:cubicBezTo>
                    <a:cubicBezTo>
                      <a:pt x="15673" y="15601"/>
                      <a:pt x="15443" y="16041"/>
                      <a:pt x="15078" y="16803"/>
                    </a:cubicBezTo>
                    <a:cubicBezTo>
                      <a:pt x="14709" y="17569"/>
                      <a:pt x="13292" y="20252"/>
                      <a:pt x="12901" y="20852"/>
                    </a:cubicBezTo>
                    <a:cubicBezTo>
                      <a:pt x="12511" y="21454"/>
                      <a:pt x="11458" y="22008"/>
                      <a:pt x="11458" y="22008"/>
                    </a:cubicBezTo>
                    <a:cubicBezTo>
                      <a:pt x="10745" y="22656"/>
                      <a:pt x="10472" y="22884"/>
                      <a:pt x="10586" y="23138"/>
                    </a:cubicBezTo>
                    <a:cubicBezTo>
                      <a:pt x="10699" y="23396"/>
                      <a:pt x="10632" y="24618"/>
                      <a:pt x="10653" y="25681"/>
                    </a:cubicBezTo>
                    <a:cubicBezTo>
                      <a:pt x="10679" y="26748"/>
                      <a:pt x="11823" y="26655"/>
                      <a:pt x="12075" y="26494"/>
                    </a:cubicBezTo>
                    <a:cubicBezTo>
                      <a:pt x="12325" y="26329"/>
                      <a:pt x="12624" y="25985"/>
                      <a:pt x="13060" y="25546"/>
                    </a:cubicBezTo>
                    <a:cubicBezTo>
                      <a:pt x="13495" y="25106"/>
                      <a:pt x="13404" y="25939"/>
                      <a:pt x="13516" y="26240"/>
                    </a:cubicBezTo>
                    <a:cubicBezTo>
                      <a:pt x="13634" y="26540"/>
                      <a:pt x="14020" y="27254"/>
                      <a:pt x="14112" y="27835"/>
                    </a:cubicBezTo>
                    <a:cubicBezTo>
                      <a:pt x="14205" y="28410"/>
                      <a:pt x="14317" y="28897"/>
                      <a:pt x="14687" y="28897"/>
                    </a:cubicBezTo>
                    <a:cubicBezTo>
                      <a:pt x="15052" y="28897"/>
                      <a:pt x="15099" y="28456"/>
                      <a:pt x="15601" y="28270"/>
                    </a:cubicBezTo>
                    <a:cubicBezTo>
                      <a:pt x="16109" y="28088"/>
                      <a:pt x="16017" y="27021"/>
                      <a:pt x="16017" y="26674"/>
                    </a:cubicBezTo>
                    <a:cubicBezTo>
                      <a:pt x="16017" y="26328"/>
                      <a:pt x="16362" y="25938"/>
                      <a:pt x="16838" y="25680"/>
                    </a:cubicBezTo>
                    <a:cubicBezTo>
                      <a:pt x="17321" y="25426"/>
                      <a:pt x="16977" y="24597"/>
                      <a:pt x="16725" y="24364"/>
                    </a:cubicBezTo>
                    <a:cubicBezTo>
                      <a:pt x="16473" y="24132"/>
                      <a:pt x="16197" y="23903"/>
                      <a:pt x="16222" y="23396"/>
                    </a:cubicBezTo>
                    <a:cubicBezTo>
                      <a:pt x="16243" y="22884"/>
                      <a:pt x="16864" y="21847"/>
                      <a:pt x="17391" y="21382"/>
                    </a:cubicBezTo>
                    <a:cubicBezTo>
                      <a:pt x="17916" y="20919"/>
                      <a:pt x="18101" y="20387"/>
                      <a:pt x="18168" y="20020"/>
                    </a:cubicBezTo>
                    <a:cubicBezTo>
                      <a:pt x="18239" y="19647"/>
                      <a:pt x="18466" y="19071"/>
                      <a:pt x="18717" y="18745"/>
                    </a:cubicBezTo>
                    <a:cubicBezTo>
                      <a:pt x="18973" y="18424"/>
                      <a:pt x="19545" y="18818"/>
                      <a:pt x="20001" y="19164"/>
                    </a:cubicBezTo>
                    <a:cubicBezTo>
                      <a:pt x="20463" y="19511"/>
                      <a:pt x="19867" y="19927"/>
                      <a:pt x="19615" y="20159"/>
                    </a:cubicBezTo>
                    <a:cubicBezTo>
                      <a:pt x="19360" y="20387"/>
                      <a:pt x="18650" y="21361"/>
                      <a:pt x="18286" y="21661"/>
                    </a:cubicBezTo>
                    <a:cubicBezTo>
                      <a:pt x="17917" y="21961"/>
                      <a:pt x="18122" y="22282"/>
                      <a:pt x="18215" y="22630"/>
                    </a:cubicBezTo>
                    <a:cubicBezTo>
                      <a:pt x="18308" y="22977"/>
                      <a:pt x="18261" y="23697"/>
                      <a:pt x="18286" y="24179"/>
                    </a:cubicBezTo>
                    <a:cubicBezTo>
                      <a:pt x="18307" y="24665"/>
                      <a:pt x="18809" y="24899"/>
                      <a:pt x="19133" y="25059"/>
                    </a:cubicBezTo>
                    <a:cubicBezTo>
                      <a:pt x="19452" y="25220"/>
                      <a:pt x="19934" y="24665"/>
                      <a:pt x="20714" y="24411"/>
                    </a:cubicBezTo>
                    <a:cubicBezTo>
                      <a:pt x="21495" y="24157"/>
                      <a:pt x="21629" y="24431"/>
                      <a:pt x="21699" y="24525"/>
                    </a:cubicBezTo>
                    <a:cubicBezTo>
                      <a:pt x="21766" y="24618"/>
                      <a:pt x="22156" y="24665"/>
                      <a:pt x="22270" y="24780"/>
                    </a:cubicBezTo>
                    <a:cubicBezTo>
                      <a:pt x="22387" y="24898"/>
                      <a:pt x="22064" y="24898"/>
                      <a:pt x="21858" y="24898"/>
                    </a:cubicBezTo>
                    <a:cubicBezTo>
                      <a:pt x="21653" y="24898"/>
                      <a:pt x="21493" y="25360"/>
                      <a:pt x="21011" y="25314"/>
                    </a:cubicBezTo>
                    <a:cubicBezTo>
                      <a:pt x="20528" y="25267"/>
                      <a:pt x="19819" y="25314"/>
                      <a:pt x="19543" y="25381"/>
                    </a:cubicBezTo>
                    <a:cubicBezTo>
                      <a:pt x="19271" y="25453"/>
                      <a:pt x="19154" y="25753"/>
                      <a:pt x="19199" y="26100"/>
                    </a:cubicBezTo>
                    <a:cubicBezTo>
                      <a:pt x="19243" y="26448"/>
                      <a:pt x="19614" y="26448"/>
                      <a:pt x="19634" y="26587"/>
                    </a:cubicBezTo>
                    <a:cubicBezTo>
                      <a:pt x="19655" y="26722"/>
                      <a:pt x="19588" y="27415"/>
                      <a:pt x="19450" y="27462"/>
                    </a:cubicBezTo>
                    <a:cubicBezTo>
                      <a:pt x="19316" y="27508"/>
                      <a:pt x="19178" y="27415"/>
                      <a:pt x="18972" y="27141"/>
                    </a:cubicBezTo>
                    <a:cubicBezTo>
                      <a:pt x="18762" y="26861"/>
                      <a:pt x="18418" y="27022"/>
                      <a:pt x="18304" y="27161"/>
                    </a:cubicBezTo>
                    <a:cubicBezTo>
                      <a:pt x="18191" y="27301"/>
                      <a:pt x="17961" y="27763"/>
                      <a:pt x="18007" y="28482"/>
                    </a:cubicBezTo>
                    <a:cubicBezTo>
                      <a:pt x="18054" y="29197"/>
                      <a:pt x="18167" y="29151"/>
                      <a:pt x="17940" y="29172"/>
                    </a:cubicBezTo>
                    <a:cubicBezTo>
                      <a:pt x="17940" y="29172"/>
                      <a:pt x="17869" y="29228"/>
                      <a:pt x="17809" y="29228"/>
                    </a:cubicBezTo>
                    <a:cubicBezTo>
                      <a:pt x="17746" y="29228"/>
                      <a:pt x="17549" y="29291"/>
                      <a:pt x="17533" y="29430"/>
                    </a:cubicBezTo>
                    <a:cubicBezTo>
                      <a:pt x="17519" y="29565"/>
                      <a:pt x="17503" y="29721"/>
                      <a:pt x="17151" y="29816"/>
                    </a:cubicBezTo>
                    <a:cubicBezTo>
                      <a:pt x="16798" y="29905"/>
                      <a:pt x="16862" y="29565"/>
                      <a:pt x="16816" y="29443"/>
                    </a:cubicBezTo>
                    <a:cubicBezTo>
                      <a:pt x="16769" y="29321"/>
                      <a:pt x="16527" y="29367"/>
                      <a:pt x="16312" y="29414"/>
                    </a:cubicBezTo>
                    <a:cubicBezTo>
                      <a:pt x="16099" y="29460"/>
                      <a:pt x="15428" y="29905"/>
                      <a:pt x="15290" y="29998"/>
                    </a:cubicBezTo>
                    <a:cubicBezTo>
                      <a:pt x="15096" y="30129"/>
                      <a:pt x="14827" y="30077"/>
                      <a:pt x="14603" y="29921"/>
                    </a:cubicBezTo>
                    <a:cubicBezTo>
                      <a:pt x="14371" y="29770"/>
                      <a:pt x="14585" y="29601"/>
                      <a:pt x="14481" y="29565"/>
                    </a:cubicBezTo>
                    <a:cubicBezTo>
                      <a:pt x="14371" y="29536"/>
                      <a:pt x="13701" y="29968"/>
                      <a:pt x="13486" y="30061"/>
                    </a:cubicBezTo>
                    <a:cubicBezTo>
                      <a:pt x="13273" y="30154"/>
                      <a:pt x="13411" y="29781"/>
                      <a:pt x="13423" y="29688"/>
                    </a:cubicBezTo>
                    <a:cubicBezTo>
                      <a:pt x="13440" y="29600"/>
                      <a:pt x="13273" y="29735"/>
                      <a:pt x="13088" y="29735"/>
                    </a:cubicBezTo>
                    <a:cubicBezTo>
                      <a:pt x="12907" y="29735"/>
                      <a:pt x="12783" y="29291"/>
                      <a:pt x="12783" y="29214"/>
                    </a:cubicBezTo>
                    <a:cubicBezTo>
                      <a:pt x="12783" y="29134"/>
                      <a:pt x="12706" y="28870"/>
                      <a:pt x="12769" y="28870"/>
                    </a:cubicBezTo>
                    <a:cubicBezTo>
                      <a:pt x="12829" y="28870"/>
                      <a:pt x="12874" y="28997"/>
                      <a:pt x="12937" y="29151"/>
                    </a:cubicBezTo>
                    <a:cubicBezTo>
                      <a:pt x="12996" y="29302"/>
                      <a:pt x="13256" y="29167"/>
                      <a:pt x="13289" y="29044"/>
                    </a:cubicBezTo>
                    <a:cubicBezTo>
                      <a:pt x="13319" y="28919"/>
                      <a:pt x="13163" y="28748"/>
                      <a:pt x="13088" y="28748"/>
                    </a:cubicBezTo>
                    <a:cubicBezTo>
                      <a:pt x="13012" y="28748"/>
                      <a:pt x="12861" y="28841"/>
                      <a:pt x="12861" y="28765"/>
                    </a:cubicBezTo>
                    <a:cubicBezTo>
                      <a:pt x="12861" y="28688"/>
                      <a:pt x="13133" y="28533"/>
                      <a:pt x="13196" y="28409"/>
                    </a:cubicBezTo>
                    <a:cubicBezTo>
                      <a:pt x="13256" y="28286"/>
                      <a:pt x="13323" y="28042"/>
                      <a:pt x="13323" y="28042"/>
                    </a:cubicBezTo>
                    <a:cubicBezTo>
                      <a:pt x="13289" y="28042"/>
                      <a:pt x="13079" y="27821"/>
                      <a:pt x="13012" y="27750"/>
                    </a:cubicBezTo>
                    <a:cubicBezTo>
                      <a:pt x="12945" y="27681"/>
                      <a:pt x="13138" y="27254"/>
                      <a:pt x="13125" y="26987"/>
                    </a:cubicBezTo>
                    <a:cubicBezTo>
                      <a:pt x="13118" y="26721"/>
                      <a:pt x="12483" y="27301"/>
                      <a:pt x="12312" y="27407"/>
                    </a:cubicBezTo>
                    <a:cubicBezTo>
                      <a:pt x="12140" y="27508"/>
                      <a:pt x="12051" y="27601"/>
                      <a:pt x="11980" y="27842"/>
                    </a:cubicBezTo>
                    <a:cubicBezTo>
                      <a:pt x="11913" y="28088"/>
                      <a:pt x="11967" y="28516"/>
                      <a:pt x="11980" y="28642"/>
                    </a:cubicBezTo>
                    <a:cubicBezTo>
                      <a:pt x="11993" y="28769"/>
                      <a:pt x="12185" y="28896"/>
                      <a:pt x="12224" y="29023"/>
                    </a:cubicBezTo>
                    <a:cubicBezTo>
                      <a:pt x="12257" y="29149"/>
                      <a:pt x="12338" y="29958"/>
                      <a:pt x="12245" y="30132"/>
                    </a:cubicBezTo>
                    <a:cubicBezTo>
                      <a:pt x="12152" y="30306"/>
                      <a:pt x="11591" y="30399"/>
                      <a:pt x="11431" y="30446"/>
                    </a:cubicBezTo>
                    <a:cubicBezTo>
                      <a:pt x="11271" y="30492"/>
                      <a:pt x="10881" y="30514"/>
                      <a:pt x="10767" y="30607"/>
                    </a:cubicBezTo>
                    <a:cubicBezTo>
                      <a:pt x="10651" y="30699"/>
                      <a:pt x="10767" y="30886"/>
                      <a:pt x="10776" y="31000"/>
                    </a:cubicBezTo>
                    <a:cubicBezTo>
                      <a:pt x="10788" y="31114"/>
                      <a:pt x="10788" y="31207"/>
                      <a:pt x="10662" y="31207"/>
                    </a:cubicBezTo>
                    <a:cubicBezTo>
                      <a:pt x="10535" y="31207"/>
                      <a:pt x="10558" y="30886"/>
                      <a:pt x="10491" y="30840"/>
                    </a:cubicBezTo>
                    <a:cubicBezTo>
                      <a:pt x="10424" y="30793"/>
                      <a:pt x="10364" y="30979"/>
                      <a:pt x="10331" y="31107"/>
                    </a:cubicBezTo>
                    <a:cubicBezTo>
                      <a:pt x="10297" y="31233"/>
                      <a:pt x="9952" y="31821"/>
                      <a:pt x="9781" y="32016"/>
                    </a:cubicBezTo>
                    <a:cubicBezTo>
                      <a:pt x="9610" y="32215"/>
                      <a:pt x="9186" y="32330"/>
                      <a:pt x="9014" y="32422"/>
                    </a:cubicBezTo>
                    <a:cubicBezTo>
                      <a:pt x="8842" y="32515"/>
                      <a:pt x="8897" y="32922"/>
                      <a:pt x="8716" y="33049"/>
                    </a:cubicBezTo>
                    <a:cubicBezTo>
                      <a:pt x="8532" y="33176"/>
                      <a:pt x="8209" y="33522"/>
                      <a:pt x="8062" y="33604"/>
                    </a:cubicBezTo>
                    <a:cubicBezTo>
                      <a:pt x="7912" y="33683"/>
                      <a:pt x="7718" y="33544"/>
                      <a:pt x="7479" y="33337"/>
                    </a:cubicBezTo>
                    <a:cubicBezTo>
                      <a:pt x="7236" y="33129"/>
                      <a:pt x="7433" y="33810"/>
                      <a:pt x="7466" y="33904"/>
                    </a:cubicBezTo>
                    <a:cubicBezTo>
                      <a:pt x="7500" y="33997"/>
                      <a:pt x="7352" y="34125"/>
                      <a:pt x="7169" y="34112"/>
                    </a:cubicBezTo>
                    <a:cubicBezTo>
                      <a:pt x="6984" y="34099"/>
                      <a:pt x="6422" y="33986"/>
                      <a:pt x="6070" y="34066"/>
                    </a:cubicBezTo>
                    <a:cubicBezTo>
                      <a:pt x="5714" y="34145"/>
                      <a:pt x="5965" y="34518"/>
                      <a:pt x="6023" y="34680"/>
                    </a:cubicBezTo>
                    <a:cubicBezTo>
                      <a:pt x="6077" y="34841"/>
                      <a:pt x="6619" y="34781"/>
                      <a:pt x="6857" y="34887"/>
                    </a:cubicBezTo>
                    <a:cubicBezTo>
                      <a:pt x="7097" y="34993"/>
                      <a:pt x="7533" y="35420"/>
                      <a:pt x="7685" y="36229"/>
                    </a:cubicBezTo>
                    <a:cubicBezTo>
                      <a:pt x="7831" y="37037"/>
                      <a:pt x="7262" y="37663"/>
                      <a:pt x="7076" y="37672"/>
                    </a:cubicBezTo>
                    <a:cubicBezTo>
                      <a:pt x="6891" y="37684"/>
                      <a:pt x="5334" y="37592"/>
                      <a:pt x="4852" y="37536"/>
                    </a:cubicBezTo>
                    <a:cubicBezTo>
                      <a:pt x="4370" y="37477"/>
                      <a:pt x="4004" y="37672"/>
                      <a:pt x="3879" y="37892"/>
                    </a:cubicBezTo>
                    <a:cubicBezTo>
                      <a:pt x="3754" y="38113"/>
                      <a:pt x="3934" y="38172"/>
                      <a:pt x="4018" y="38265"/>
                    </a:cubicBezTo>
                    <a:cubicBezTo>
                      <a:pt x="4097" y="38358"/>
                      <a:pt x="4071" y="38946"/>
                      <a:pt x="4118" y="39174"/>
                    </a:cubicBezTo>
                    <a:cubicBezTo>
                      <a:pt x="4164" y="39406"/>
                      <a:pt x="3846" y="40160"/>
                      <a:pt x="3740" y="40334"/>
                    </a:cubicBezTo>
                    <a:cubicBezTo>
                      <a:pt x="3636" y="40507"/>
                      <a:pt x="3854" y="40922"/>
                      <a:pt x="3934" y="41255"/>
                    </a:cubicBezTo>
                    <a:cubicBezTo>
                      <a:pt x="4018" y="41590"/>
                      <a:pt x="4211" y="41615"/>
                      <a:pt x="4362" y="41569"/>
                    </a:cubicBezTo>
                    <a:cubicBezTo>
                      <a:pt x="4509" y="41523"/>
                      <a:pt x="4978" y="41536"/>
                      <a:pt x="5184" y="41883"/>
                    </a:cubicBezTo>
                    <a:cubicBezTo>
                      <a:pt x="5389" y="42229"/>
                      <a:pt x="5640" y="42276"/>
                      <a:pt x="5712" y="42150"/>
                    </a:cubicBezTo>
                    <a:cubicBezTo>
                      <a:pt x="5779" y="42018"/>
                      <a:pt x="6228" y="41869"/>
                      <a:pt x="6697" y="41845"/>
                    </a:cubicBezTo>
                    <a:cubicBezTo>
                      <a:pt x="7167" y="41824"/>
                      <a:pt x="7306" y="41676"/>
                      <a:pt x="7796" y="41211"/>
                    </a:cubicBezTo>
                    <a:cubicBezTo>
                      <a:pt x="8291" y="40749"/>
                      <a:pt x="8175" y="40448"/>
                      <a:pt x="8074" y="40335"/>
                    </a:cubicBezTo>
                    <a:cubicBezTo>
                      <a:pt x="7969" y="40216"/>
                      <a:pt x="8141" y="39870"/>
                      <a:pt x="8418" y="39501"/>
                    </a:cubicBezTo>
                    <a:cubicBezTo>
                      <a:pt x="8691" y="39134"/>
                      <a:pt x="8934" y="39108"/>
                      <a:pt x="9115" y="39096"/>
                    </a:cubicBezTo>
                    <a:cubicBezTo>
                      <a:pt x="9299" y="39087"/>
                      <a:pt x="9643" y="38693"/>
                      <a:pt x="9643" y="38693"/>
                    </a:cubicBezTo>
                    <a:cubicBezTo>
                      <a:pt x="9803" y="38528"/>
                      <a:pt x="9617" y="38220"/>
                      <a:pt x="9770" y="37801"/>
                    </a:cubicBezTo>
                    <a:cubicBezTo>
                      <a:pt x="9916" y="37385"/>
                      <a:pt x="10675" y="37839"/>
                      <a:pt x="11019" y="37894"/>
                    </a:cubicBezTo>
                    <a:cubicBezTo>
                      <a:pt x="11364" y="37953"/>
                      <a:pt x="11543" y="37606"/>
                      <a:pt x="11695" y="37432"/>
                    </a:cubicBezTo>
                    <a:cubicBezTo>
                      <a:pt x="11843" y="37259"/>
                      <a:pt x="12382" y="37131"/>
                      <a:pt x="12761" y="37280"/>
                    </a:cubicBezTo>
                    <a:cubicBezTo>
                      <a:pt x="13138" y="37432"/>
                      <a:pt x="13263" y="38032"/>
                      <a:pt x="13344" y="38185"/>
                    </a:cubicBezTo>
                    <a:cubicBezTo>
                      <a:pt x="13423" y="38333"/>
                      <a:pt x="14237" y="38947"/>
                      <a:pt x="14513" y="39120"/>
                    </a:cubicBezTo>
                    <a:cubicBezTo>
                      <a:pt x="14785" y="39294"/>
                      <a:pt x="15599" y="39962"/>
                      <a:pt x="15683" y="40195"/>
                    </a:cubicBezTo>
                    <a:cubicBezTo>
                      <a:pt x="15763" y="40423"/>
                      <a:pt x="15683" y="40667"/>
                      <a:pt x="15579" y="40829"/>
                    </a:cubicBezTo>
                    <a:cubicBezTo>
                      <a:pt x="15474" y="40990"/>
                      <a:pt x="15512" y="41070"/>
                      <a:pt x="15591" y="41142"/>
                    </a:cubicBezTo>
                    <a:cubicBezTo>
                      <a:pt x="15671" y="41211"/>
                      <a:pt x="15889" y="40981"/>
                      <a:pt x="16014" y="40727"/>
                    </a:cubicBezTo>
                    <a:cubicBezTo>
                      <a:pt x="16141" y="40469"/>
                      <a:pt x="16208" y="40241"/>
                      <a:pt x="16081" y="40033"/>
                    </a:cubicBezTo>
                    <a:cubicBezTo>
                      <a:pt x="15955" y="39821"/>
                      <a:pt x="16152" y="39648"/>
                      <a:pt x="16208" y="39593"/>
                    </a:cubicBezTo>
                    <a:cubicBezTo>
                      <a:pt x="16267" y="39533"/>
                      <a:pt x="16530" y="39893"/>
                      <a:pt x="16690" y="39986"/>
                    </a:cubicBezTo>
                    <a:cubicBezTo>
                      <a:pt x="16850" y="40079"/>
                      <a:pt x="16862" y="39779"/>
                      <a:pt x="16850" y="39673"/>
                    </a:cubicBezTo>
                    <a:cubicBezTo>
                      <a:pt x="16838" y="39567"/>
                      <a:pt x="15936" y="39072"/>
                      <a:pt x="15751" y="38946"/>
                    </a:cubicBezTo>
                    <a:cubicBezTo>
                      <a:pt x="15567" y="38819"/>
                      <a:pt x="15614" y="38679"/>
                      <a:pt x="15614" y="38679"/>
                    </a:cubicBezTo>
                    <a:cubicBezTo>
                      <a:pt x="15614" y="38679"/>
                      <a:pt x="15328" y="38658"/>
                      <a:pt x="15177" y="38599"/>
                    </a:cubicBezTo>
                    <a:cubicBezTo>
                      <a:pt x="15031" y="38540"/>
                      <a:pt x="14377" y="37651"/>
                      <a:pt x="14192" y="37443"/>
                    </a:cubicBezTo>
                    <a:cubicBezTo>
                      <a:pt x="14011" y="37236"/>
                      <a:pt x="13965" y="36922"/>
                      <a:pt x="13940" y="36770"/>
                    </a:cubicBezTo>
                    <a:cubicBezTo>
                      <a:pt x="13920" y="36622"/>
                      <a:pt x="14045" y="36368"/>
                      <a:pt x="14343" y="36203"/>
                    </a:cubicBezTo>
                    <a:cubicBezTo>
                      <a:pt x="14641" y="36042"/>
                      <a:pt x="14537" y="36241"/>
                      <a:pt x="14537" y="36424"/>
                    </a:cubicBezTo>
                    <a:cubicBezTo>
                      <a:pt x="14537" y="36609"/>
                      <a:pt x="14721" y="36677"/>
                      <a:pt x="14814" y="36668"/>
                    </a:cubicBezTo>
                    <a:cubicBezTo>
                      <a:pt x="14907" y="36656"/>
                      <a:pt x="14907" y="36482"/>
                      <a:pt x="14951" y="36499"/>
                    </a:cubicBezTo>
                    <a:cubicBezTo>
                      <a:pt x="15057" y="36538"/>
                      <a:pt x="15119" y="36631"/>
                      <a:pt x="15157" y="36724"/>
                    </a:cubicBezTo>
                    <a:cubicBezTo>
                      <a:pt x="15270" y="37024"/>
                      <a:pt x="15354" y="37206"/>
                      <a:pt x="15441" y="37324"/>
                    </a:cubicBezTo>
                    <a:cubicBezTo>
                      <a:pt x="15647" y="37605"/>
                      <a:pt x="15937" y="37545"/>
                      <a:pt x="16269" y="37926"/>
                    </a:cubicBezTo>
                    <a:cubicBezTo>
                      <a:pt x="16516" y="38214"/>
                      <a:pt x="17347" y="38031"/>
                      <a:pt x="17275" y="39119"/>
                    </a:cubicBezTo>
                    <a:cubicBezTo>
                      <a:pt x="17245" y="39581"/>
                      <a:pt x="17261" y="40172"/>
                      <a:pt x="17368" y="40422"/>
                    </a:cubicBezTo>
                    <a:cubicBezTo>
                      <a:pt x="17477" y="40666"/>
                      <a:pt x="17796" y="40388"/>
                      <a:pt x="17870" y="40480"/>
                    </a:cubicBezTo>
                    <a:cubicBezTo>
                      <a:pt x="17951" y="40573"/>
                      <a:pt x="17992" y="40726"/>
                      <a:pt x="18131" y="40819"/>
                    </a:cubicBezTo>
                    <a:cubicBezTo>
                      <a:pt x="18268" y="40912"/>
                      <a:pt x="18345" y="40912"/>
                      <a:pt x="18345" y="40912"/>
                    </a:cubicBezTo>
                    <a:cubicBezTo>
                      <a:pt x="18345" y="40912"/>
                      <a:pt x="18206" y="41021"/>
                      <a:pt x="18072" y="41021"/>
                    </a:cubicBezTo>
                    <a:cubicBezTo>
                      <a:pt x="17935" y="41021"/>
                      <a:pt x="18194" y="41358"/>
                      <a:pt x="18333" y="41605"/>
                    </a:cubicBezTo>
                    <a:cubicBezTo>
                      <a:pt x="18467" y="41851"/>
                      <a:pt x="18789" y="41943"/>
                      <a:pt x="18975" y="41972"/>
                    </a:cubicBezTo>
                    <a:cubicBezTo>
                      <a:pt x="19156" y="42006"/>
                      <a:pt x="19005" y="41668"/>
                      <a:pt x="18989" y="41541"/>
                    </a:cubicBezTo>
                    <a:cubicBezTo>
                      <a:pt x="18975" y="41418"/>
                      <a:pt x="19127" y="41296"/>
                      <a:pt x="19035" y="41203"/>
                    </a:cubicBezTo>
                    <a:cubicBezTo>
                      <a:pt x="18943" y="41110"/>
                      <a:pt x="18975" y="41051"/>
                      <a:pt x="19081" y="41110"/>
                    </a:cubicBezTo>
                    <a:cubicBezTo>
                      <a:pt x="19191" y="41173"/>
                      <a:pt x="19341" y="41203"/>
                      <a:pt x="19630" y="41051"/>
                    </a:cubicBezTo>
                    <a:cubicBezTo>
                      <a:pt x="19919" y="40894"/>
                      <a:pt x="19526" y="40713"/>
                      <a:pt x="19403" y="40619"/>
                    </a:cubicBezTo>
                    <a:cubicBezTo>
                      <a:pt x="19277" y="40526"/>
                      <a:pt x="18989" y="40186"/>
                      <a:pt x="18850" y="39819"/>
                    </a:cubicBezTo>
                    <a:cubicBezTo>
                      <a:pt x="18716" y="39447"/>
                      <a:pt x="18960" y="39663"/>
                      <a:pt x="19156" y="39680"/>
                    </a:cubicBezTo>
                    <a:cubicBezTo>
                      <a:pt x="19357" y="39692"/>
                      <a:pt x="19445" y="39570"/>
                      <a:pt x="19370" y="39464"/>
                    </a:cubicBezTo>
                    <a:cubicBezTo>
                      <a:pt x="19294" y="39355"/>
                      <a:pt x="19706" y="39308"/>
                      <a:pt x="20057" y="39341"/>
                    </a:cubicBezTo>
                    <a:cubicBezTo>
                      <a:pt x="20707" y="39397"/>
                      <a:pt x="20456" y="40303"/>
                      <a:pt x="20456" y="40509"/>
                    </a:cubicBezTo>
                    <a:cubicBezTo>
                      <a:pt x="20456" y="40721"/>
                      <a:pt x="20728" y="40817"/>
                      <a:pt x="20896" y="41296"/>
                    </a:cubicBezTo>
                    <a:cubicBezTo>
                      <a:pt x="21093" y="41858"/>
                      <a:pt x="22019" y="42188"/>
                      <a:pt x="22410" y="42028"/>
                    </a:cubicBezTo>
                    <a:cubicBezTo>
                      <a:pt x="22800" y="41867"/>
                      <a:pt x="22960" y="41889"/>
                      <a:pt x="23349" y="42121"/>
                    </a:cubicBezTo>
                    <a:cubicBezTo>
                      <a:pt x="23739" y="42353"/>
                      <a:pt x="23806" y="42260"/>
                      <a:pt x="24082" y="42053"/>
                    </a:cubicBezTo>
                    <a:cubicBezTo>
                      <a:pt x="24355" y="41841"/>
                      <a:pt x="24817" y="41841"/>
                      <a:pt x="25088" y="42073"/>
                    </a:cubicBezTo>
                    <a:cubicBezTo>
                      <a:pt x="25366" y="42306"/>
                      <a:pt x="24678" y="43782"/>
                      <a:pt x="24586" y="44129"/>
                    </a:cubicBezTo>
                    <a:cubicBezTo>
                      <a:pt x="24494" y="44476"/>
                      <a:pt x="24288" y="45077"/>
                      <a:pt x="23672" y="44870"/>
                    </a:cubicBezTo>
                    <a:cubicBezTo>
                      <a:pt x="23051" y="44661"/>
                      <a:pt x="22362" y="44942"/>
                      <a:pt x="22019" y="45077"/>
                    </a:cubicBezTo>
                    <a:cubicBezTo>
                      <a:pt x="21675" y="45216"/>
                      <a:pt x="20531" y="44802"/>
                      <a:pt x="18995" y="44129"/>
                    </a:cubicBezTo>
                    <a:cubicBezTo>
                      <a:pt x="17460" y="43461"/>
                      <a:pt x="17598" y="44802"/>
                      <a:pt x="17598" y="44802"/>
                    </a:cubicBezTo>
                    <a:cubicBezTo>
                      <a:pt x="17618" y="45264"/>
                      <a:pt x="17368" y="45449"/>
                      <a:pt x="17069" y="45377"/>
                    </a:cubicBezTo>
                    <a:cubicBezTo>
                      <a:pt x="16771" y="45309"/>
                      <a:pt x="16771" y="45077"/>
                      <a:pt x="16315" y="45056"/>
                    </a:cubicBezTo>
                    <a:cubicBezTo>
                      <a:pt x="15858" y="45030"/>
                      <a:pt x="15555" y="44777"/>
                      <a:pt x="15421" y="44430"/>
                    </a:cubicBezTo>
                    <a:cubicBezTo>
                      <a:pt x="15283" y="44082"/>
                      <a:pt x="13933" y="43994"/>
                      <a:pt x="13517" y="43782"/>
                    </a:cubicBezTo>
                    <a:cubicBezTo>
                      <a:pt x="13106" y="43575"/>
                      <a:pt x="13313" y="43092"/>
                      <a:pt x="13337" y="42326"/>
                    </a:cubicBezTo>
                    <a:cubicBezTo>
                      <a:pt x="13357" y="41564"/>
                      <a:pt x="13106" y="41471"/>
                      <a:pt x="12808" y="41471"/>
                    </a:cubicBezTo>
                    <a:cubicBezTo>
                      <a:pt x="12510" y="41471"/>
                      <a:pt x="11022" y="41610"/>
                      <a:pt x="9692" y="41818"/>
                    </a:cubicBezTo>
                    <a:cubicBezTo>
                      <a:pt x="8362" y="42026"/>
                      <a:pt x="7398" y="42698"/>
                      <a:pt x="6668" y="42719"/>
                    </a:cubicBezTo>
                    <a:cubicBezTo>
                      <a:pt x="5934" y="42745"/>
                      <a:pt x="5612" y="42305"/>
                      <a:pt x="5385" y="42326"/>
                    </a:cubicBezTo>
                    <a:cubicBezTo>
                      <a:pt x="5154" y="42352"/>
                      <a:pt x="5461" y="43182"/>
                      <a:pt x="4765" y="43482"/>
                    </a:cubicBezTo>
                    <a:cubicBezTo>
                      <a:pt x="3552" y="44014"/>
                      <a:pt x="3641" y="45196"/>
                      <a:pt x="3599" y="45635"/>
                    </a:cubicBezTo>
                    <a:cubicBezTo>
                      <a:pt x="3552" y="46072"/>
                      <a:pt x="2017" y="46837"/>
                      <a:pt x="1879" y="47113"/>
                    </a:cubicBezTo>
                    <a:cubicBezTo>
                      <a:pt x="1742" y="47392"/>
                      <a:pt x="550" y="49080"/>
                      <a:pt x="319" y="49494"/>
                    </a:cubicBezTo>
                    <a:cubicBezTo>
                      <a:pt x="92" y="49910"/>
                      <a:pt x="67" y="50027"/>
                      <a:pt x="457" y="51344"/>
                    </a:cubicBezTo>
                    <a:cubicBezTo>
                      <a:pt x="846" y="52659"/>
                      <a:pt x="0" y="53332"/>
                      <a:pt x="0" y="53448"/>
                    </a:cubicBezTo>
                    <a:cubicBezTo>
                      <a:pt x="0" y="53566"/>
                      <a:pt x="114" y="54627"/>
                      <a:pt x="939" y="55182"/>
                    </a:cubicBezTo>
                    <a:cubicBezTo>
                      <a:pt x="1760" y="55736"/>
                      <a:pt x="1832" y="56291"/>
                      <a:pt x="1924" y="56570"/>
                    </a:cubicBezTo>
                    <a:cubicBezTo>
                      <a:pt x="2017" y="56844"/>
                      <a:pt x="4122" y="58880"/>
                      <a:pt x="4902" y="58372"/>
                    </a:cubicBezTo>
                    <a:cubicBezTo>
                      <a:pt x="5683" y="57865"/>
                      <a:pt x="7515" y="58186"/>
                      <a:pt x="7515" y="58186"/>
                    </a:cubicBezTo>
                    <a:cubicBezTo>
                      <a:pt x="8892" y="57493"/>
                      <a:pt x="10011" y="57540"/>
                      <a:pt x="10447" y="57772"/>
                    </a:cubicBezTo>
                    <a:cubicBezTo>
                      <a:pt x="10883" y="58004"/>
                      <a:pt x="10426" y="58627"/>
                      <a:pt x="11571" y="58465"/>
                    </a:cubicBezTo>
                    <a:cubicBezTo>
                      <a:pt x="13241" y="58228"/>
                      <a:pt x="12624" y="60175"/>
                      <a:pt x="12624" y="60175"/>
                    </a:cubicBezTo>
                    <a:cubicBezTo>
                      <a:pt x="12485" y="60801"/>
                      <a:pt x="12121" y="60914"/>
                      <a:pt x="12485" y="61354"/>
                    </a:cubicBezTo>
                    <a:cubicBezTo>
                      <a:pt x="13795" y="62920"/>
                      <a:pt x="14138" y="63825"/>
                      <a:pt x="14435" y="65099"/>
                    </a:cubicBezTo>
                    <a:cubicBezTo>
                      <a:pt x="14734" y="66368"/>
                      <a:pt x="13974" y="67109"/>
                      <a:pt x="13722" y="68450"/>
                    </a:cubicBezTo>
                    <a:cubicBezTo>
                      <a:pt x="13471" y="69792"/>
                      <a:pt x="14734" y="70947"/>
                      <a:pt x="14892" y="71340"/>
                    </a:cubicBezTo>
                    <a:cubicBezTo>
                      <a:pt x="15052" y="71733"/>
                      <a:pt x="14960" y="73397"/>
                      <a:pt x="15374" y="74044"/>
                    </a:cubicBezTo>
                    <a:cubicBezTo>
                      <a:pt x="15786" y="74691"/>
                      <a:pt x="16704" y="76287"/>
                      <a:pt x="16725" y="77374"/>
                    </a:cubicBezTo>
                    <a:cubicBezTo>
                      <a:pt x="16751" y="78460"/>
                      <a:pt x="18490" y="77975"/>
                      <a:pt x="20072" y="77789"/>
                    </a:cubicBezTo>
                    <a:cubicBezTo>
                      <a:pt x="21653" y="77607"/>
                      <a:pt x="22798" y="75338"/>
                      <a:pt x="23301" y="74717"/>
                    </a:cubicBezTo>
                    <a:cubicBezTo>
                      <a:pt x="24273" y="73511"/>
                      <a:pt x="23003" y="73237"/>
                      <a:pt x="24266" y="72796"/>
                    </a:cubicBezTo>
                    <a:cubicBezTo>
                      <a:pt x="25059" y="72522"/>
                      <a:pt x="24815" y="71895"/>
                      <a:pt x="24722" y="70626"/>
                    </a:cubicBezTo>
                    <a:cubicBezTo>
                      <a:pt x="24629" y="69352"/>
                      <a:pt x="26509" y="68819"/>
                      <a:pt x="27176" y="67897"/>
                    </a:cubicBezTo>
                    <a:cubicBezTo>
                      <a:pt x="27838" y="66971"/>
                      <a:pt x="26533" y="64913"/>
                      <a:pt x="26646" y="62744"/>
                    </a:cubicBezTo>
                    <a:cubicBezTo>
                      <a:pt x="26693" y="61888"/>
                      <a:pt x="29625" y="59434"/>
                      <a:pt x="30517" y="58673"/>
                    </a:cubicBezTo>
                    <a:cubicBezTo>
                      <a:pt x="31411" y="57911"/>
                      <a:pt x="32077" y="55970"/>
                      <a:pt x="32191" y="55204"/>
                    </a:cubicBezTo>
                    <a:cubicBezTo>
                      <a:pt x="32304" y="54441"/>
                      <a:pt x="31529" y="55043"/>
                      <a:pt x="30543" y="55369"/>
                    </a:cubicBezTo>
                    <a:cubicBezTo>
                      <a:pt x="29558" y="55690"/>
                      <a:pt x="28797" y="55597"/>
                      <a:pt x="28341" y="54696"/>
                    </a:cubicBezTo>
                    <a:cubicBezTo>
                      <a:pt x="27884" y="53794"/>
                      <a:pt x="27104" y="53473"/>
                      <a:pt x="26693" y="52872"/>
                    </a:cubicBezTo>
                    <a:cubicBezTo>
                      <a:pt x="26278" y="52271"/>
                      <a:pt x="25846" y="51438"/>
                      <a:pt x="25614" y="50490"/>
                    </a:cubicBezTo>
                    <a:cubicBezTo>
                      <a:pt x="25384" y="49542"/>
                      <a:pt x="24654" y="48434"/>
                      <a:pt x="24286" y="47807"/>
                    </a:cubicBezTo>
                    <a:cubicBezTo>
                      <a:pt x="23920" y="47186"/>
                      <a:pt x="23715" y="46999"/>
                      <a:pt x="23414" y="46280"/>
                    </a:cubicBezTo>
                    <a:cubicBezTo>
                      <a:pt x="23116" y="45566"/>
                      <a:pt x="23690" y="46212"/>
                      <a:pt x="23803" y="46466"/>
                    </a:cubicBezTo>
                    <a:cubicBezTo>
                      <a:pt x="23920" y="46721"/>
                      <a:pt x="24126" y="46767"/>
                      <a:pt x="24607" y="46721"/>
                    </a:cubicBezTo>
                    <a:cubicBezTo>
                      <a:pt x="25086" y="46674"/>
                      <a:pt x="25753" y="48662"/>
                      <a:pt x="26645" y="50236"/>
                    </a:cubicBezTo>
                    <a:cubicBezTo>
                      <a:pt x="27539" y="51805"/>
                      <a:pt x="28294" y="52639"/>
                      <a:pt x="28454" y="53955"/>
                    </a:cubicBezTo>
                    <a:cubicBezTo>
                      <a:pt x="28617" y="55276"/>
                      <a:pt x="31184" y="53774"/>
                      <a:pt x="32375" y="53241"/>
                    </a:cubicBezTo>
                    <a:cubicBezTo>
                      <a:pt x="33566" y="52708"/>
                      <a:pt x="34941" y="51459"/>
                      <a:pt x="35788" y="50419"/>
                    </a:cubicBezTo>
                    <a:cubicBezTo>
                      <a:pt x="36636" y="49382"/>
                      <a:pt x="36132" y="49171"/>
                      <a:pt x="35628" y="49104"/>
                    </a:cubicBezTo>
                    <a:cubicBezTo>
                      <a:pt x="35121" y="49035"/>
                      <a:pt x="34848" y="48663"/>
                      <a:pt x="34709" y="48317"/>
                    </a:cubicBezTo>
                    <a:cubicBezTo>
                      <a:pt x="34572" y="47970"/>
                      <a:pt x="34526" y="47902"/>
                      <a:pt x="34392" y="47970"/>
                    </a:cubicBezTo>
                    <a:cubicBezTo>
                      <a:pt x="34253" y="48042"/>
                      <a:pt x="33678" y="48756"/>
                      <a:pt x="32923" y="48803"/>
                    </a:cubicBezTo>
                    <a:cubicBezTo>
                      <a:pt x="32169" y="48849"/>
                      <a:pt x="31938" y="47948"/>
                      <a:pt x="31503" y="47187"/>
                    </a:cubicBezTo>
                    <a:cubicBezTo>
                      <a:pt x="31066" y="46421"/>
                      <a:pt x="30541" y="45960"/>
                      <a:pt x="31205" y="45613"/>
                    </a:cubicBezTo>
                    <a:cubicBezTo>
                      <a:pt x="31871" y="45267"/>
                      <a:pt x="32052" y="46261"/>
                      <a:pt x="32076" y="46494"/>
                    </a:cubicBezTo>
                    <a:cubicBezTo>
                      <a:pt x="32097" y="46722"/>
                      <a:pt x="33149" y="47255"/>
                      <a:pt x="33242" y="47348"/>
                    </a:cubicBezTo>
                    <a:cubicBezTo>
                      <a:pt x="33335" y="47441"/>
                      <a:pt x="34663" y="47368"/>
                      <a:pt x="34869" y="47835"/>
                    </a:cubicBezTo>
                    <a:cubicBezTo>
                      <a:pt x="35075" y="48296"/>
                      <a:pt x="36866" y="48270"/>
                      <a:pt x="37872" y="48202"/>
                    </a:cubicBezTo>
                    <a:cubicBezTo>
                      <a:pt x="38720" y="48142"/>
                      <a:pt x="39520" y="47763"/>
                      <a:pt x="40049" y="49011"/>
                    </a:cubicBezTo>
                    <a:cubicBezTo>
                      <a:pt x="40792" y="50771"/>
                      <a:pt x="41584" y="50467"/>
                      <a:pt x="41862" y="50378"/>
                    </a:cubicBezTo>
                    <a:cubicBezTo>
                      <a:pt x="42133" y="50285"/>
                      <a:pt x="42205" y="49938"/>
                      <a:pt x="42205" y="50146"/>
                    </a:cubicBezTo>
                    <a:cubicBezTo>
                      <a:pt x="42205" y="50353"/>
                      <a:pt x="42339" y="51834"/>
                      <a:pt x="42550" y="52710"/>
                    </a:cubicBezTo>
                    <a:cubicBezTo>
                      <a:pt x="42755" y="53589"/>
                      <a:pt x="44173" y="56340"/>
                      <a:pt x="44429" y="56667"/>
                    </a:cubicBezTo>
                    <a:cubicBezTo>
                      <a:pt x="44680" y="56988"/>
                      <a:pt x="45527" y="55993"/>
                      <a:pt x="45666" y="55486"/>
                    </a:cubicBezTo>
                    <a:cubicBezTo>
                      <a:pt x="45800" y="54978"/>
                      <a:pt x="45733" y="54260"/>
                      <a:pt x="45733" y="53569"/>
                    </a:cubicBezTo>
                    <a:cubicBezTo>
                      <a:pt x="45733" y="52876"/>
                      <a:pt x="46559" y="52737"/>
                      <a:pt x="47289" y="51974"/>
                    </a:cubicBezTo>
                    <a:cubicBezTo>
                      <a:pt x="48022" y="51209"/>
                      <a:pt x="49376" y="50260"/>
                      <a:pt x="50588" y="49821"/>
                    </a:cubicBezTo>
                    <a:cubicBezTo>
                      <a:pt x="51805" y="49385"/>
                      <a:pt x="51436" y="50353"/>
                      <a:pt x="51436" y="50353"/>
                    </a:cubicBezTo>
                    <a:cubicBezTo>
                      <a:pt x="51506" y="50768"/>
                      <a:pt x="52605" y="51509"/>
                      <a:pt x="52514" y="52062"/>
                    </a:cubicBezTo>
                    <a:cubicBezTo>
                      <a:pt x="52313" y="53294"/>
                      <a:pt x="53088" y="52875"/>
                      <a:pt x="53546" y="52481"/>
                    </a:cubicBezTo>
                    <a:cubicBezTo>
                      <a:pt x="54002" y="52088"/>
                      <a:pt x="53660" y="52342"/>
                      <a:pt x="54188" y="53912"/>
                    </a:cubicBezTo>
                    <a:cubicBezTo>
                      <a:pt x="54717" y="55485"/>
                      <a:pt x="54074" y="56273"/>
                      <a:pt x="54465" y="56479"/>
                    </a:cubicBezTo>
                    <a:cubicBezTo>
                      <a:pt x="54851" y="56687"/>
                      <a:pt x="55149" y="57702"/>
                      <a:pt x="55149" y="58396"/>
                    </a:cubicBezTo>
                    <a:cubicBezTo>
                      <a:pt x="55149" y="59089"/>
                      <a:pt x="56478" y="59737"/>
                      <a:pt x="56915" y="59991"/>
                    </a:cubicBezTo>
                    <a:cubicBezTo>
                      <a:pt x="57350" y="60245"/>
                      <a:pt x="57099" y="59530"/>
                      <a:pt x="56777" y="59069"/>
                    </a:cubicBezTo>
                    <a:cubicBezTo>
                      <a:pt x="56458" y="58607"/>
                      <a:pt x="56777" y="58396"/>
                      <a:pt x="56617" y="58008"/>
                    </a:cubicBezTo>
                    <a:cubicBezTo>
                      <a:pt x="56457" y="57614"/>
                      <a:pt x="55837" y="57428"/>
                      <a:pt x="55240" y="56755"/>
                    </a:cubicBezTo>
                    <a:cubicBezTo>
                      <a:pt x="54645" y="56087"/>
                      <a:pt x="54968" y="55787"/>
                      <a:pt x="54942" y="55186"/>
                    </a:cubicBezTo>
                    <a:cubicBezTo>
                      <a:pt x="54922" y="54585"/>
                      <a:pt x="55220" y="54284"/>
                      <a:pt x="55585" y="54284"/>
                    </a:cubicBezTo>
                    <a:cubicBezTo>
                      <a:pt x="55953" y="54284"/>
                      <a:pt x="56503" y="54699"/>
                      <a:pt x="56961" y="55553"/>
                    </a:cubicBezTo>
                    <a:cubicBezTo>
                      <a:pt x="57417" y="56412"/>
                      <a:pt x="57031" y="56780"/>
                      <a:pt x="58567" y="55672"/>
                    </a:cubicBezTo>
                    <a:cubicBezTo>
                      <a:pt x="60101" y="54559"/>
                      <a:pt x="59434" y="53497"/>
                      <a:pt x="58609" y="52481"/>
                    </a:cubicBezTo>
                    <a:cubicBezTo>
                      <a:pt x="57788" y="51461"/>
                      <a:pt x="57900" y="51555"/>
                      <a:pt x="58244" y="50725"/>
                    </a:cubicBezTo>
                    <a:cubicBezTo>
                      <a:pt x="58588" y="49891"/>
                      <a:pt x="59507" y="50259"/>
                      <a:pt x="60790" y="50167"/>
                    </a:cubicBezTo>
                    <a:cubicBezTo>
                      <a:pt x="62070" y="50077"/>
                      <a:pt x="62643" y="49591"/>
                      <a:pt x="64476" y="47623"/>
                    </a:cubicBezTo>
                    <a:cubicBezTo>
                      <a:pt x="66309" y="45660"/>
                      <a:pt x="65231" y="44504"/>
                      <a:pt x="64636" y="43510"/>
                    </a:cubicBezTo>
                    <a:cubicBezTo>
                      <a:pt x="64040" y="42516"/>
                      <a:pt x="64318" y="42563"/>
                      <a:pt x="65211" y="41889"/>
                    </a:cubicBezTo>
                    <a:cubicBezTo>
                      <a:pt x="66105" y="41221"/>
                      <a:pt x="64775" y="41199"/>
                      <a:pt x="63995" y="41335"/>
                    </a:cubicBezTo>
                    <a:cubicBezTo>
                      <a:pt x="63219" y="41474"/>
                      <a:pt x="63446" y="40594"/>
                      <a:pt x="64591" y="39718"/>
                    </a:cubicBezTo>
                    <a:cubicBezTo>
                      <a:pt x="65739" y="38839"/>
                      <a:pt x="65006" y="40273"/>
                      <a:pt x="65119" y="40505"/>
                    </a:cubicBezTo>
                    <a:cubicBezTo>
                      <a:pt x="65233" y="40733"/>
                      <a:pt x="65946" y="40040"/>
                      <a:pt x="66449" y="39947"/>
                    </a:cubicBezTo>
                    <a:cubicBezTo>
                      <a:pt x="66952" y="39857"/>
                      <a:pt x="66885" y="40366"/>
                      <a:pt x="66771" y="40780"/>
                    </a:cubicBezTo>
                    <a:cubicBezTo>
                      <a:pt x="66655" y="41199"/>
                      <a:pt x="67136" y="41242"/>
                      <a:pt x="67573" y="41381"/>
                    </a:cubicBezTo>
                    <a:cubicBezTo>
                      <a:pt x="68008" y="41520"/>
                      <a:pt x="67455" y="42676"/>
                      <a:pt x="67388" y="43137"/>
                    </a:cubicBezTo>
                    <a:cubicBezTo>
                      <a:pt x="67321" y="43603"/>
                      <a:pt x="67526" y="43209"/>
                      <a:pt x="68533" y="42837"/>
                    </a:cubicBezTo>
                    <a:cubicBezTo>
                      <a:pt x="69545" y="42470"/>
                      <a:pt x="69015" y="41614"/>
                      <a:pt x="68765" y="41128"/>
                    </a:cubicBezTo>
                    <a:cubicBezTo>
                      <a:pt x="68513" y="40641"/>
                      <a:pt x="68097" y="40180"/>
                      <a:pt x="68420" y="39672"/>
                    </a:cubicBezTo>
                    <a:cubicBezTo>
                      <a:pt x="68739" y="39164"/>
                      <a:pt x="69930" y="37823"/>
                      <a:pt x="70345" y="38123"/>
                    </a:cubicBezTo>
                    <a:cubicBezTo>
                      <a:pt x="70757" y="38423"/>
                      <a:pt x="70942" y="38123"/>
                      <a:pt x="72476" y="36621"/>
                    </a:cubicBezTo>
                    <a:cubicBezTo>
                      <a:pt x="74011" y="35118"/>
                      <a:pt x="74586" y="31582"/>
                      <a:pt x="74514" y="30539"/>
                    </a:cubicBezTo>
                    <a:cubicBezTo>
                      <a:pt x="74446" y="29498"/>
                      <a:pt x="73575" y="30078"/>
                      <a:pt x="72521" y="29893"/>
                    </a:cubicBezTo>
                    <a:cubicBezTo>
                      <a:pt x="71469" y="29707"/>
                      <a:pt x="72038" y="29265"/>
                      <a:pt x="73645" y="27256"/>
                    </a:cubicBezTo>
                    <a:cubicBezTo>
                      <a:pt x="75246" y="25247"/>
                      <a:pt x="75910" y="25382"/>
                      <a:pt x="77701" y="25453"/>
                    </a:cubicBezTo>
                    <a:cubicBezTo>
                      <a:pt x="79487" y="25521"/>
                      <a:pt x="79714" y="25707"/>
                      <a:pt x="80494" y="25639"/>
                    </a:cubicBezTo>
                    <a:cubicBezTo>
                      <a:pt x="81275" y="25566"/>
                      <a:pt x="80540" y="25153"/>
                      <a:pt x="80838" y="24690"/>
                    </a:cubicBezTo>
                    <a:cubicBezTo>
                      <a:pt x="81136" y="24225"/>
                      <a:pt x="82353" y="23049"/>
                      <a:pt x="82948" y="23049"/>
                    </a:cubicBezTo>
                    <a:cubicBezTo>
                      <a:pt x="83545" y="23049"/>
                      <a:pt x="83293" y="23904"/>
                      <a:pt x="83360" y="24272"/>
                    </a:cubicBezTo>
                    <a:cubicBezTo>
                      <a:pt x="83431" y="24644"/>
                      <a:pt x="83386" y="24390"/>
                      <a:pt x="84114" y="23485"/>
                    </a:cubicBezTo>
                    <a:cubicBezTo>
                      <a:pt x="84848" y="22584"/>
                      <a:pt x="84576" y="22424"/>
                      <a:pt x="85192" y="22170"/>
                    </a:cubicBezTo>
                    <a:cubicBezTo>
                      <a:pt x="85812" y="21915"/>
                      <a:pt x="85470" y="22517"/>
                      <a:pt x="85263" y="23117"/>
                    </a:cubicBezTo>
                    <a:cubicBezTo>
                      <a:pt x="85053" y="23719"/>
                      <a:pt x="84185" y="24391"/>
                      <a:pt x="83728" y="24945"/>
                    </a:cubicBezTo>
                    <a:cubicBezTo>
                      <a:pt x="83267" y="25499"/>
                      <a:pt x="81618" y="27370"/>
                      <a:pt x="81183" y="28063"/>
                    </a:cubicBezTo>
                    <a:cubicBezTo>
                      <a:pt x="80746" y="28758"/>
                      <a:pt x="81572" y="32527"/>
                      <a:pt x="81778" y="32527"/>
                    </a:cubicBezTo>
                    <a:cubicBezTo>
                      <a:pt x="81985" y="32527"/>
                      <a:pt x="83222" y="31160"/>
                      <a:pt x="83267" y="30538"/>
                    </a:cubicBezTo>
                    <a:cubicBezTo>
                      <a:pt x="83313" y="29911"/>
                      <a:pt x="83519" y="29798"/>
                      <a:pt x="83909" y="29637"/>
                    </a:cubicBezTo>
                    <a:cubicBezTo>
                      <a:pt x="84299" y="29472"/>
                      <a:pt x="84207" y="29244"/>
                      <a:pt x="84140" y="28897"/>
                    </a:cubicBezTo>
                    <a:cubicBezTo>
                      <a:pt x="84069" y="28549"/>
                      <a:pt x="84412" y="28481"/>
                      <a:pt x="84783" y="28249"/>
                    </a:cubicBezTo>
                    <a:cubicBezTo>
                      <a:pt x="85147" y="28017"/>
                      <a:pt x="84623" y="27001"/>
                      <a:pt x="84393" y="26768"/>
                    </a:cubicBezTo>
                    <a:cubicBezTo>
                      <a:pt x="84162" y="26540"/>
                      <a:pt x="84553" y="25639"/>
                      <a:pt x="85010" y="25034"/>
                    </a:cubicBezTo>
                    <a:cubicBezTo>
                      <a:pt x="85471" y="24432"/>
                      <a:pt x="85814" y="24919"/>
                      <a:pt x="86179" y="25013"/>
                    </a:cubicBezTo>
                    <a:cubicBezTo>
                      <a:pt x="86548" y="25106"/>
                      <a:pt x="87190" y="23533"/>
                      <a:pt x="87576" y="24298"/>
                    </a:cubicBezTo>
                    <a:cubicBezTo>
                      <a:pt x="87966" y="25061"/>
                      <a:pt x="88242" y="24735"/>
                      <a:pt x="88263" y="24391"/>
                    </a:cubicBezTo>
                    <a:cubicBezTo>
                      <a:pt x="88289" y="24045"/>
                      <a:pt x="90947" y="22471"/>
                      <a:pt x="91245" y="22331"/>
                    </a:cubicBezTo>
                    <a:cubicBezTo>
                      <a:pt x="91543" y="22191"/>
                      <a:pt x="92183" y="22563"/>
                      <a:pt x="92390" y="22403"/>
                    </a:cubicBezTo>
                    <a:cubicBezTo>
                      <a:pt x="92595" y="22238"/>
                      <a:pt x="92343" y="21616"/>
                      <a:pt x="92139" y="21383"/>
                    </a:cubicBezTo>
                    <a:cubicBezTo>
                      <a:pt x="91929" y="21155"/>
                      <a:pt x="92001" y="20921"/>
                      <a:pt x="91794" y="20669"/>
                    </a:cubicBezTo>
                    <a:cubicBezTo>
                      <a:pt x="91589" y="20414"/>
                      <a:pt x="91358" y="20342"/>
                      <a:pt x="91198" y="20089"/>
                    </a:cubicBezTo>
                    <a:cubicBezTo>
                      <a:pt x="91035" y="19835"/>
                      <a:pt x="91425" y="19907"/>
                      <a:pt x="91630" y="20042"/>
                    </a:cubicBezTo>
                    <a:cubicBezTo>
                      <a:pt x="91841" y="20182"/>
                      <a:pt x="92435" y="19881"/>
                      <a:pt x="92755" y="19561"/>
                    </a:cubicBezTo>
                    <a:cubicBezTo>
                      <a:pt x="93078" y="19234"/>
                      <a:pt x="92755" y="18659"/>
                      <a:pt x="92801" y="18401"/>
                    </a:cubicBezTo>
                    <a:cubicBezTo>
                      <a:pt x="92848" y="18147"/>
                      <a:pt x="93238" y="18401"/>
                      <a:pt x="93191" y="18540"/>
                    </a:cubicBezTo>
                    <a:cubicBezTo>
                      <a:pt x="93145" y="18679"/>
                      <a:pt x="93468" y="19234"/>
                      <a:pt x="93879" y="19142"/>
                    </a:cubicBezTo>
                    <a:cubicBezTo>
                      <a:pt x="94288" y="19049"/>
                      <a:pt x="94612" y="19535"/>
                      <a:pt x="94633" y="19789"/>
                    </a:cubicBezTo>
                    <a:cubicBezTo>
                      <a:pt x="94659" y="20042"/>
                      <a:pt x="95849" y="20509"/>
                      <a:pt x="95988" y="20555"/>
                    </a:cubicBezTo>
                    <a:cubicBezTo>
                      <a:pt x="96122" y="20597"/>
                      <a:pt x="96372" y="19442"/>
                      <a:pt x="96511" y="19234"/>
                    </a:cubicBezTo>
                    <a:cubicBezTo>
                      <a:pt x="96649" y="19026"/>
                      <a:pt x="97084" y="18980"/>
                      <a:pt x="97061" y="18887"/>
                    </a:cubicBezTo>
                    <a:cubicBezTo>
                      <a:pt x="97040" y="18794"/>
                      <a:pt x="97224" y="18726"/>
                      <a:pt x="97404" y="18426"/>
                    </a:cubicBezTo>
                    <a:cubicBezTo>
                      <a:pt x="97416" y="18422"/>
                      <a:pt x="96595" y="17496"/>
                      <a:pt x="96523" y="17380"/>
                    </a:cubicBezTo>
                    <a:close/>
                    <a:moveTo>
                      <a:pt x="27491" y="39075"/>
                    </a:moveTo>
                    <a:cubicBezTo>
                      <a:pt x="27371" y="39197"/>
                      <a:pt x="26132" y="39257"/>
                      <a:pt x="25521" y="39041"/>
                    </a:cubicBezTo>
                    <a:cubicBezTo>
                      <a:pt x="24912" y="38826"/>
                      <a:pt x="24225" y="38626"/>
                      <a:pt x="23826" y="38626"/>
                    </a:cubicBezTo>
                    <a:cubicBezTo>
                      <a:pt x="23428" y="38626"/>
                      <a:pt x="23294" y="38871"/>
                      <a:pt x="23017" y="39088"/>
                    </a:cubicBezTo>
                    <a:cubicBezTo>
                      <a:pt x="22744" y="39303"/>
                      <a:pt x="22149" y="39122"/>
                      <a:pt x="21841" y="39058"/>
                    </a:cubicBezTo>
                    <a:cubicBezTo>
                      <a:pt x="21841" y="39058"/>
                      <a:pt x="21536" y="38872"/>
                      <a:pt x="21413" y="38690"/>
                    </a:cubicBezTo>
                    <a:cubicBezTo>
                      <a:pt x="21292" y="38505"/>
                      <a:pt x="21228" y="38411"/>
                      <a:pt x="21334" y="37963"/>
                    </a:cubicBezTo>
                    <a:cubicBezTo>
                      <a:pt x="21443" y="37519"/>
                      <a:pt x="21627" y="37379"/>
                      <a:pt x="21656" y="37147"/>
                    </a:cubicBezTo>
                    <a:cubicBezTo>
                      <a:pt x="21686" y="36919"/>
                      <a:pt x="21991" y="36872"/>
                      <a:pt x="22100" y="36592"/>
                    </a:cubicBezTo>
                    <a:cubicBezTo>
                      <a:pt x="22206" y="36317"/>
                      <a:pt x="22252" y="36301"/>
                      <a:pt x="22344" y="36131"/>
                    </a:cubicBezTo>
                    <a:cubicBezTo>
                      <a:pt x="22438" y="35961"/>
                      <a:pt x="22743" y="35622"/>
                      <a:pt x="23078" y="35529"/>
                    </a:cubicBezTo>
                    <a:cubicBezTo>
                      <a:pt x="23414" y="35436"/>
                      <a:pt x="23259" y="35775"/>
                      <a:pt x="23305" y="35867"/>
                    </a:cubicBezTo>
                    <a:cubicBezTo>
                      <a:pt x="23352" y="35960"/>
                      <a:pt x="23824" y="35897"/>
                      <a:pt x="23981" y="35960"/>
                    </a:cubicBezTo>
                    <a:cubicBezTo>
                      <a:pt x="24132" y="36023"/>
                      <a:pt x="23565" y="36175"/>
                      <a:pt x="23535" y="36222"/>
                    </a:cubicBezTo>
                    <a:cubicBezTo>
                      <a:pt x="23507" y="36269"/>
                      <a:pt x="23901" y="36467"/>
                      <a:pt x="23981" y="36806"/>
                    </a:cubicBezTo>
                    <a:cubicBezTo>
                      <a:pt x="24057" y="37144"/>
                      <a:pt x="24225" y="36962"/>
                      <a:pt x="24455" y="36853"/>
                    </a:cubicBezTo>
                    <a:cubicBezTo>
                      <a:pt x="24682" y="36747"/>
                      <a:pt x="24941" y="36607"/>
                      <a:pt x="25172" y="36625"/>
                    </a:cubicBezTo>
                    <a:cubicBezTo>
                      <a:pt x="25399" y="36637"/>
                      <a:pt x="25265" y="36439"/>
                      <a:pt x="25231" y="36363"/>
                    </a:cubicBezTo>
                    <a:cubicBezTo>
                      <a:pt x="25201" y="36282"/>
                      <a:pt x="24849" y="36300"/>
                      <a:pt x="24668" y="36282"/>
                    </a:cubicBezTo>
                    <a:cubicBezTo>
                      <a:pt x="24484" y="36270"/>
                      <a:pt x="24421" y="35991"/>
                      <a:pt x="24484" y="35821"/>
                    </a:cubicBezTo>
                    <a:cubicBezTo>
                      <a:pt x="24544" y="35652"/>
                      <a:pt x="25004" y="35547"/>
                      <a:pt x="25306" y="35435"/>
                    </a:cubicBezTo>
                    <a:cubicBezTo>
                      <a:pt x="25611" y="35330"/>
                      <a:pt x="26086" y="35144"/>
                      <a:pt x="26454" y="35144"/>
                    </a:cubicBezTo>
                    <a:cubicBezTo>
                      <a:pt x="26820" y="35144"/>
                      <a:pt x="26454" y="35330"/>
                      <a:pt x="26375" y="35376"/>
                    </a:cubicBezTo>
                    <a:cubicBezTo>
                      <a:pt x="26299" y="35419"/>
                      <a:pt x="26040" y="35791"/>
                      <a:pt x="25842" y="36146"/>
                    </a:cubicBezTo>
                    <a:cubicBezTo>
                      <a:pt x="25644" y="36497"/>
                      <a:pt x="25779" y="36823"/>
                      <a:pt x="25980" y="36869"/>
                    </a:cubicBezTo>
                    <a:cubicBezTo>
                      <a:pt x="26178" y="36916"/>
                      <a:pt x="26761" y="37564"/>
                      <a:pt x="27385" y="37961"/>
                    </a:cubicBezTo>
                    <a:cubicBezTo>
                      <a:pt x="28011" y="38364"/>
                      <a:pt x="27613" y="38952"/>
                      <a:pt x="27491" y="39075"/>
                    </a:cubicBezTo>
                    <a:close/>
                    <a:moveTo>
                      <a:pt x="33191" y="39366"/>
                    </a:moveTo>
                    <a:cubicBezTo>
                      <a:pt x="32717" y="39303"/>
                      <a:pt x="32868" y="39658"/>
                      <a:pt x="32976" y="39798"/>
                    </a:cubicBezTo>
                    <a:cubicBezTo>
                      <a:pt x="33081" y="39938"/>
                      <a:pt x="33311" y="40353"/>
                      <a:pt x="33433" y="40721"/>
                    </a:cubicBezTo>
                    <a:cubicBezTo>
                      <a:pt x="33554" y="41093"/>
                      <a:pt x="33600" y="41676"/>
                      <a:pt x="33311" y="41833"/>
                    </a:cubicBezTo>
                    <a:cubicBezTo>
                      <a:pt x="33022" y="41986"/>
                      <a:pt x="32103" y="41711"/>
                      <a:pt x="31571" y="41368"/>
                    </a:cubicBezTo>
                    <a:cubicBezTo>
                      <a:pt x="31034" y="41030"/>
                      <a:pt x="31189" y="40847"/>
                      <a:pt x="31310" y="40136"/>
                    </a:cubicBezTo>
                    <a:cubicBezTo>
                      <a:pt x="31432" y="39425"/>
                      <a:pt x="31113" y="38841"/>
                      <a:pt x="30837" y="38596"/>
                    </a:cubicBezTo>
                    <a:cubicBezTo>
                      <a:pt x="30560" y="38351"/>
                      <a:pt x="30531" y="37902"/>
                      <a:pt x="30518" y="37564"/>
                    </a:cubicBezTo>
                    <a:cubicBezTo>
                      <a:pt x="30502" y="37225"/>
                      <a:pt x="30287" y="36962"/>
                      <a:pt x="30287" y="36760"/>
                    </a:cubicBezTo>
                    <a:cubicBezTo>
                      <a:pt x="30287" y="36561"/>
                      <a:pt x="30974" y="36053"/>
                      <a:pt x="31327" y="35775"/>
                    </a:cubicBezTo>
                    <a:cubicBezTo>
                      <a:pt x="31675" y="35500"/>
                      <a:pt x="32182" y="35249"/>
                      <a:pt x="32866" y="35436"/>
                    </a:cubicBezTo>
                    <a:cubicBezTo>
                      <a:pt x="32866" y="35436"/>
                      <a:pt x="33067" y="35652"/>
                      <a:pt x="33079" y="35810"/>
                    </a:cubicBezTo>
                    <a:cubicBezTo>
                      <a:pt x="33097" y="35961"/>
                      <a:pt x="32966" y="36212"/>
                      <a:pt x="32899" y="36252"/>
                    </a:cubicBezTo>
                    <a:cubicBezTo>
                      <a:pt x="32697" y="36375"/>
                      <a:pt x="32500" y="36363"/>
                      <a:pt x="32316" y="36393"/>
                    </a:cubicBezTo>
                    <a:cubicBezTo>
                      <a:pt x="32135" y="36422"/>
                      <a:pt x="32223" y="36854"/>
                      <a:pt x="32027" y="36794"/>
                    </a:cubicBezTo>
                    <a:cubicBezTo>
                      <a:pt x="31830" y="36731"/>
                      <a:pt x="31797" y="36870"/>
                      <a:pt x="31890" y="36993"/>
                    </a:cubicBezTo>
                    <a:cubicBezTo>
                      <a:pt x="31982" y="37116"/>
                      <a:pt x="32150" y="37704"/>
                      <a:pt x="32288" y="37746"/>
                    </a:cubicBezTo>
                    <a:cubicBezTo>
                      <a:pt x="32426" y="37793"/>
                      <a:pt x="32790" y="38055"/>
                      <a:pt x="32808" y="38165"/>
                    </a:cubicBezTo>
                    <a:cubicBezTo>
                      <a:pt x="32824" y="38271"/>
                      <a:pt x="32744" y="38860"/>
                      <a:pt x="33097" y="38644"/>
                    </a:cubicBezTo>
                    <a:cubicBezTo>
                      <a:pt x="33449" y="38428"/>
                      <a:pt x="33616" y="38826"/>
                      <a:pt x="33739" y="39105"/>
                    </a:cubicBezTo>
                    <a:cubicBezTo>
                      <a:pt x="33861" y="39385"/>
                      <a:pt x="33664" y="39426"/>
                      <a:pt x="33191" y="3936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5"/>
              <p:cNvSpPr/>
              <p:nvPr/>
            </p:nvSpPr>
            <p:spPr>
              <a:xfrm>
                <a:off x="3810125" y="1259125"/>
                <a:ext cx="67275" cy="77650"/>
              </a:xfrm>
              <a:custGeom>
                <a:rect b="b" l="l" r="r" t="t"/>
                <a:pathLst>
                  <a:path extrusionOk="0" h="3106" w="2691">
                    <a:moveTo>
                      <a:pt x="1411" y="114"/>
                    </a:moveTo>
                    <a:cubicBezTo>
                      <a:pt x="1264" y="156"/>
                      <a:pt x="1192" y="314"/>
                      <a:pt x="1245" y="459"/>
                    </a:cubicBezTo>
                    <a:cubicBezTo>
                      <a:pt x="1293" y="593"/>
                      <a:pt x="1293" y="713"/>
                      <a:pt x="977" y="732"/>
                    </a:cubicBezTo>
                    <a:cubicBezTo>
                      <a:pt x="457" y="763"/>
                      <a:pt x="91" y="701"/>
                      <a:pt x="183" y="885"/>
                    </a:cubicBezTo>
                    <a:cubicBezTo>
                      <a:pt x="275" y="1070"/>
                      <a:pt x="549" y="1626"/>
                      <a:pt x="519" y="1903"/>
                    </a:cubicBezTo>
                    <a:cubicBezTo>
                      <a:pt x="488" y="2180"/>
                      <a:pt x="0" y="3105"/>
                      <a:pt x="550" y="3043"/>
                    </a:cubicBezTo>
                    <a:cubicBezTo>
                      <a:pt x="1100" y="2981"/>
                      <a:pt x="1620" y="2457"/>
                      <a:pt x="1865" y="2457"/>
                    </a:cubicBezTo>
                    <a:cubicBezTo>
                      <a:pt x="2110" y="2457"/>
                      <a:pt x="2354" y="1965"/>
                      <a:pt x="2293" y="1440"/>
                    </a:cubicBezTo>
                    <a:cubicBezTo>
                      <a:pt x="2232" y="916"/>
                      <a:pt x="2690" y="546"/>
                      <a:pt x="2262" y="207"/>
                    </a:cubicBezTo>
                    <a:cubicBezTo>
                      <a:pt x="1999" y="1"/>
                      <a:pt x="1646" y="47"/>
                      <a:pt x="1411" y="11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5"/>
              <p:cNvSpPr/>
              <p:nvPr/>
            </p:nvSpPr>
            <p:spPr>
              <a:xfrm>
                <a:off x="5016525" y="316125"/>
                <a:ext cx="74075" cy="84825"/>
              </a:xfrm>
              <a:custGeom>
                <a:rect b="b" l="l" r="r" t="t"/>
                <a:pathLst>
                  <a:path extrusionOk="0" h="3393" w="2963">
                    <a:moveTo>
                      <a:pt x="872" y="170"/>
                    </a:moveTo>
                    <a:cubicBezTo>
                      <a:pt x="1" y="1372"/>
                      <a:pt x="123" y="1356"/>
                      <a:pt x="214" y="2097"/>
                    </a:cubicBezTo>
                    <a:cubicBezTo>
                      <a:pt x="306" y="2837"/>
                      <a:pt x="993" y="3392"/>
                      <a:pt x="1681" y="2975"/>
                    </a:cubicBezTo>
                    <a:cubicBezTo>
                      <a:pt x="2369" y="2558"/>
                      <a:pt x="2873" y="2558"/>
                      <a:pt x="2917" y="1680"/>
                    </a:cubicBezTo>
                    <a:cubicBezTo>
                      <a:pt x="2963" y="802"/>
                      <a:pt x="2322" y="92"/>
                      <a:pt x="2092" y="46"/>
                    </a:cubicBezTo>
                    <a:cubicBezTo>
                      <a:pt x="1864" y="1"/>
                      <a:pt x="872" y="170"/>
                      <a:pt x="872" y="170"/>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5"/>
              <p:cNvSpPr/>
              <p:nvPr/>
            </p:nvSpPr>
            <p:spPr>
              <a:xfrm>
                <a:off x="5091750" y="440175"/>
                <a:ext cx="89400" cy="84450"/>
              </a:xfrm>
              <a:custGeom>
                <a:rect b="b" l="l" r="r" t="t"/>
                <a:pathLst>
                  <a:path extrusionOk="0" h="3378" w="3576">
                    <a:moveTo>
                      <a:pt x="1605" y="186"/>
                    </a:moveTo>
                    <a:cubicBezTo>
                      <a:pt x="918" y="1157"/>
                      <a:pt x="0" y="3284"/>
                      <a:pt x="459" y="3331"/>
                    </a:cubicBezTo>
                    <a:cubicBezTo>
                      <a:pt x="918" y="3377"/>
                      <a:pt x="2751" y="2914"/>
                      <a:pt x="3163" y="2359"/>
                    </a:cubicBezTo>
                    <a:cubicBezTo>
                      <a:pt x="3575" y="1805"/>
                      <a:pt x="3116" y="1"/>
                      <a:pt x="2567" y="1"/>
                    </a:cubicBezTo>
                    <a:cubicBezTo>
                      <a:pt x="2017" y="0"/>
                      <a:pt x="1605" y="186"/>
                      <a:pt x="1605" y="186"/>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5"/>
              <p:cNvSpPr/>
              <p:nvPr/>
            </p:nvSpPr>
            <p:spPr>
              <a:xfrm>
                <a:off x="5029925" y="390500"/>
                <a:ext cx="85925" cy="85550"/>
              </a:xfrm>
              <a:custGeom>
                <a:rect b="b" l="l" r="r" t="t"/>
                <a:pathLst>
                  <a:path extrusionOk="0" h="3422" w="3437">
                    <a:moveTo>
                      <a:pt x="549" y="417"/>
                    </a:moveTo>
                    <a:cubicBezTo>
                      <a:pt x="366" y="879"/>
                      <a:pt x="0" y="2497"/>
                      <a:pt x="596" y="2775"/>
                    </a:cubicBezTo>
                    <a:cubicBezTo>
                      <a:pt x="1192" y="3051"/>
                      <a:pt x="2520" y="3421"/>
                      <a:pt x="2841" y="3282"/>
                    </a:cubicBezTo>
                    <a:cubicBezTo>
                      <a:pt x="3163" y="3143"/>
                      <a:pt x="2979" y="2358"/>
                      <a:pt x="3207" y="1573"/>
                    </a:cubicBezTo>
                    <a:cubicBezTo>
                      <a:pt x="3437" y="786"/>
                      <a:pt x="3391" y="0"/>
                      <a:pt x="2520" y="0"/>
                    </a:cubicBezTo>
                    <a:cubicBezTo>
                      <a:pt x="1649" y="0"/>
                      <a:pt x="549" y="417"/>
                      <a:pt x="549" y="417"/>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5"/>
              <p:cNvSpPr/>
              <p:nvPr/>
            </p:nvSpPr>
            <p:spPr>
              <a:xfrm>
                <a:off x="5541725" y="617525"/>
                <a:ext cx="109125" cy="70000"/>
              </a:xfrm>
              <a:custGeom>
                <a:rect b="b" l="l" r="r" t="t"/>
                <a:pathLst>
                  <a:path extrusionOk="0" h="2800" w="4365">
                    <a:moveTo>
                      <a:pt x="1329" y="251"/>
                    </a:moveTo>
                    <a:cubicBezTo>
                      <a:pt x="883" y="1"/>
                      <a:pt x="323" y="243"/>
                      <a:pt x="197" y="742"/>
                    </a:cubicBezTo>
                    <a:cubicBezTo>
                      <a:pt x="0" y="1527"/>
                      <a:pt x="35" y="2491"/>
                      <a:pt x="652" y="2615"/>
                    </a:cubicBezTo>
                    <a:cubicBezTo>
                      <a:pt x="1570" y="2800"/>
                      <a:pt x="2394" y="2198"/>
                      <a:pt x="3128" y="2198"/>
                    </a:cubicBezTo>
                    <a:cubicBezTo>
                      <a:pt x="3861" y="2198"/>
                      <a:pt x="4365" y="1367"/>
                      <a:pt x="3494" y="857"/>
                    </a:cubicBezTo>
                    <a:cubicBezTo>
                      <a:pt x="2623" y="349"/>
                      <a:pt x="1753" y="488"/>
                      <a:pt x="1341" y="257"/>
                    </a:cubicBezTo>
                    <a:cubicBezTo>
                      <a:pt x="1336" y="257"/>
                      <a:pt x="1332" y="253"/>
                      <a:pt x="1329" y="25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5"/>
              <p:cNvSpPr/>
              <p:nvPr/>
            </p:nvSpPr>
            <p:spPr>
              <a:xfrm>
                <a:off x="5644125" y="643625"/>
                <a:ext cx="76625" cy="39325"/>
              </a:xfrm>
              <a:custGeom>
                <a:rect b="b" l="l" r="r" t="t"/>
                <a:pathLst>
                  <a:path extrusionOk="0" h="1573" w="3065">
                    <a:moveTo>
                      <a:pt x="315" y="185"/>
                    </a:moveTo>
                    <a:cubicBezTo>
                      <a:pt x="0" y="843"/>
                      <a:pt x="1049" y="1572"/>
                      <a:pt x="1781" y="1572"/>
                    </a:cubicBezTo>
                    <a:cubicBezTo>
                      <a:pt x="2516" y="1572"/>
                      <a:pt x="3065" y="1249"/>
                      <a:pt x="2607" y="879"/>
                    </a:cubicBezTo>
                    <a:cubicBezTo>
                      <a:pt x="2150" y="508"/>
                      <a:pt x="1186" y="648"/>
                      <a:pt x="1002" y="324"/>
                    </a:cubicBezTo>
                    <a:cubicBezTo>
                      <a:pt x="820" y="1"/>
                      <a:pt x="391" y="27"/>
                      <a:pt x="315" y="18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5"/>
              <p:cNvSpPr/>
              <p:nvPr/>
            </p:nvSpPr>
            <p:spPr>
              <a:xfrm>
                <a:off x="3857000" y="1183775"/>
                <a:ext cx="105925" cy="179675"/>
              </a:xfrm>
              <a:custGeom>
                <a:rect b="b" l="l" r="r" t="t"/>
                <a:pathLst>
                  <a:path extrusionOk="0" h="7187" w="4237">
                    <a:moveTo>
                      <a:pt x="660" y="725"/>
                    </a:moveTo>
                    <a:cubicBezTo>
                      <a:pt x="752" y="495"/>
                      <a:pt x="584" y="187"/>
                      <a:pt x="799" y="156"/>
                    </a:cubicBezTo>
                    <a:cubicBezTo>
                      <a:pt x="1012" y="125"/>
                      <a:pt x="1975" y="1"/>
                      <a:pt x="1837" y="233"/>
                    </a:cubicBezTo>
                    <a:cubicBezTo>
                      <a:pt x="1698" y="463"/>
                      <a:pt x="1379" y="787"/>
                      <a:pt x="1379" y="880"/>
                    </a:cubicBezTo>
                    <a:cubicBezTo>
                      <a:pt x="1379" y="973"/>
                      <a:pt x="1348" y="988"/>
                      <a:pt x="1654" y="926"/>
                    </a:cubicBezTo>
                    <a:cubicBezTo>
                      <a:pt x="1959" y="864"/>
                      <a:pt x="2448" y="818"/>
                      <a:pt x="2388" y="1050"/>
                    </a:cubicBezTo>
                    <a:cubicBezTo>
                      <a:pt x="2327" y="1281"/>
                      <a:pt x="1914" y="1945"/>
                      <a:pt x="1883" y="2128"/>
                    </a:cubicBezTo>
                    <a:cubicBezTo>
                      <a:pt x="1852" y="2313"/>
                      <a:pt x="1807" y="2668"/>
                      <a:pt x="1975" y="2761"/>
                    </a:cubicBezTo>
                    <a:cubicBezTo>
                      <a:pt x="2142" y="2854"/>
                      <a:pt x="2678" y="3439"/>
                      <a:pt x="2723" y="3501"/>
                    </a:cubicBezTo>
                    <a:cubicBezTo>
                      <a:pt x="2768" y="3563"/>
                      <a:pt x="3089" y="3685"/>
                      <a:pt x="3105" y="3747"/>
                    </a:cubicBezTo>
                    <a:cubicBezTo>
                      <a:pt x="3120" y="3809"/>
                      <a:pt x="3151" y="4318"/>
                      <a:pt x="3243" y="4380"/>
                    </a:cubicBezTo>
                    <a:cubicBezTo>
                      <a:pt x="3334" y="4442"/>
                      <a:pt x="3303" y="4610"/>
                      <a:pt x="3365" y="4749"/>
                    </a:cubicBezTo>
                    <a:cubicBezTo>
                      <a:pt x="3426" y="4888"/>
                      <a:pt x="3349" y="4888"/>
                      <a:pt x="3610" y="4873"/>
                    </a:cubicBezTo>
                    <a:cubicBezTo>
                      <a:pt x="3869" y="4857"/>
                      <a:pt x="4237" y="5228"/>
                      <a:pt x="3992" y="5505"/>
                    </a:cubicBezTo>
                    <a:cubicBezTo>
                      <a:pt x="3746" y="5783"/>
                      <a:pt x="3365" y="6028"/>
                      <a:pt x="3534" y="6106"/>
                    </a:cubicBezTo>
                    <a:cubicBezTo>
                      <a:pt x="3702" y="6183"/>
                      <a:pt x="4069" y="6121"/>
                      <a:pt x="3748" y="6337"/>
                    </a:cubicBezTo>
                    <a:cubicBezTo>
                      <a:pt x="3427" y="6553"/>
                      <a:pt x="2878" y="6707"/>
                      <a:pt x="2619" y="6676"/>
                    </a:cubicBezTo>
                    <a:cubicBezTo>
                      <a:pt x="2359" y="6645"/>
                      <a:pt x="1625" y="6584"/>
                      <a:pt x="1594" y="6738"/>
                    </a:cubicBezTo>
                    <a:cubicBezTo>
                      <a:pt x="1563" y="6892"/>
                      <a:pt x="1533" y="7078"/>
                      <a:pt x="1289" y="7016"/>
                    </a:cubicBezTo>
                    <a:cubicBezTo>
                      <a:pt x="1043" y="6954"/>
                      <a:pt x="999" y="7000"/>
                      <a:pt x="876" y="7093"/>
                    </a:cubicBezTo>
                    <a:cubicBezTo>
                      <a:pt x="753" y="7186"/>
                      <a:pt x="448" y="7093"/>
                      <a:pt x="586" y="6969"/>
                    </a:cubicBezTo>
                    <a:cubicBezTo>
                      <a:pt x="723" y="6846"/>
                      <a:pt x="1014" y="6275"/>
                      <a:pt x="1273" y="6260"/>
                    </a:cubicBezTo>
                    <a:cubicBezTo>
                      <a:pt x="1532" y="6244"/>
                      <a:pt x="2052" y="6182"/>
                      <a:pt x="1884" y="6106"/>
                    </a:cubicBezTo>
                    <a:cubicBezTo>
                      <a:pt x="1717" y="6028"/>
                      <a:pt x="1335" y="6059"/>
                      <a:pt x="1258" y="5997"/>
                    </a:cubicBezTo>
                    <a:cubicBezTo>
                      <a:pt x="1181" y="5936"/>
                      <a:pt x="845" y="5967"/>
                      <a:pt x="830" y="5858"/>
                    </a:cubicBezTo>
                    <a:cubicBezTo>
                      <a:pt x="814" y="5750"/>
                      <a:pt x="891" y="5566"/>
                      <a:pt x="1059" y="5504"/>
                    </a:cubicBezTo>
                    <a:cubicBezTo>
                      <a:pt x="1227" y="5442"/>
                      <a:pt x="1396" y="5057"/>
                      <a:pt x="1258" y="4980"/>
                    </a:cubicBezTo>
                    <a:cubicBezTo>
                      <a:pt x="1120" y="4903"/>
                      <a:pt x="968" y="4579"/>
                      <a:pt x="1135" y="4579"/>
                    </a:cubicBezTo>
                    <a:cubicBezTo>
                      <a:pt x="1303" y="4579"/>
                      <a:pt x="1685" y="4763"/>
                      <a:pt x="1747" y="4548"/>
                    </a:cubicBezTo>
                    <a:cubicBezTo>
                      <a:pt x="1807" y="4333"/>
                      <a:pt x="1869" y="4009"/>
                      <a:pt x="1700" y="3916"/>
                    </a:cubicBezTo>
                    <a:cubicBezTo>
                      <a:pt x="1700" y="3916"/>
                      <a:pt x="1409" y="3685"/>
                      <a:pt x="1470" y="3639"/>
                    </a:cubicBezTo>
                    <a:cubicBezTo>
                      <a:pt x="1531" y="3592"/>
                      <a:pt x="1715" y="3299"/>
                      <a:pt x="1578" y="3299"/>
                    </a:cubicBezTo>
                    <a:cubicBezTo>
                      <a:pt x="1439" y="3299"/>
                      <a:pt x="1042" y="3423"/>
                      <a:pt x="997" y="3423"/>
                    </a:cubicBezTo>
                    <a:cubicBezTo>
                      <a:pt x="950" y="3423"/>
                      <a:pt x="799" y="3255"/>
                      <a:pt x="875" y="3085"/>
                    </a:cubicBezTo>
                    <a:cubicBezTo>
                      <a:pt x="950" y="2916"/>
                      <a:pt x="1042" y="2637"/>
                      <a:pt x="921" y="2637"/>
                    </a:cubicBezTo>
                    <a:cubicBezTo>
                      <a:pt x="799" y="2637"/>
                      <a:pt x="731" y="2902"/>
                      <a:pt x="631" y="2915"/>
                    </a:cubicBezTo>
                    <a:cubicBezTo>
                      <a:pt x="562" y="2922"/>
                      <a:pt x="509" y="2791"/>
                      <a:pt x="509" y="2668"/>
                    </a:cubicBezTo>
                    <a:cubicBezTo>
                      <a:pt x="509" y="2544"/>
                      <a:pt x="334" y="2646"/>
                      <a:pt x="294" y="2606"/>
                    </a:cubicBezTo>
                    <a:cubicBezTo>
                      <a:pt x="227" y="2539"/>
                      <a:pt x="355" y="2375"/>
                      <a:pt x="492" y="2282"/>
                    </a:cubicBezTo>
                    <a:cubicBezTo>
                      <a:pt x="631" y="2189"/>
                      <a:pt x="477" y="2141"/>
                      <a:pt x="371" y="2143"/>
                    </a:cubicBezTo>
                    <a:cubicBezTo>
                      <a:pt x="239" y="2147"/>
                      <a:pt x="228" y="2077"/>
                      <a:pt x="343" y="1927"/>
                    </a:cubicBezTo>
                    <a:cubicBezTo>
                      <a:pt x="458" y="1777"/>
                      <a:pt x="526" y="1569"/>
                      <a:pt x="446" y="1523"/>
                    </a:cubicBezTo>
                    <a:cubicBezTo>
                      <a:pt x="366" y="1476"/>
                      <a:pt x="0" y="1327"/>
                      <a:pt x="92" y="1164"/>
                    </a:cubicBezTo>
                    <a:cubicBezTo>
                      <a:pt x="183" y="1003"/>
                      <a:pt x="378" y="841"/>
                      <a:pt x="366" y="991"/>
                    </a:cubicBezTo>
                    <a:cubicBezTo>
                      <a:pt x="355" y="1142"/>
                      <a:pt x="423" y="1164"/>
                      <a:pt x="492" y="1049"/>
                    </a:cubicBezTo>
                    <a:cubicBezTo>
                      <a:pt x="561" y="935"/>
                      <a:pt x="660" y="725"/>
                      <a:pt x="660" y="725"/>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5"/>
              <p:cNvSpPr/>
              <p:nvPr/>
            </p:nvSpPr>
            <p:spPr>
              <a:xfrm>
                <a:off x="4531150" y="559225"/>
                <a:ext cx="213875" cy="293325"/>
              </a:xfrm>
              <a:custGeom>
                <a:rect b="b" l="l" r="r" t="t"/>
                <a:pathLst>
                  <a:path extrusionOk="0" h="11733" w="8555">
                    <a:moveTo>
                      <a:pt x="3136" y="11363"/>
                    </a:moveTo>
                    <a:cubicBezTo>
                      <a:pt x="3204" y="11466"/>
                      <a:pt x="3145" y="11602"/>
                      <a:pt x="3024" y="11626"/>
                    </a:cubicBezTo>
                    <a:cubicBezTo>
                      <a:pt x="2497" y="11726"/>
                      <a:pt x="1564" y="11732"/>
                      <a:pt x="1435" y="11499"/>
                    </a:cubicBezTo>
                    <a:cubicBezTo>
                      <a:pt x="1284" y="11221"/>
                      <a:pt x="1253" y="10543"/>
                      <a:pt x="947" y="10482"/>
                    </a:cubicBezTo>
                    <a:cubicBezTo>
                      <a:pt x="641" y="10420"/>
                      <a:pt x="0" y="10018"/>
                      <a:pt x="550" y="9403"/>
                    </a:cubicBezTo>
                    <a:cubicBezTo>
                      <a:pt x="1099" y="8786"/>
                      <a:pt x="2811" y="4687"/>
                      <a:pt x="2811" y="4348"/>
                    </a:cubicBezTo>
                    <a:cubicBezTo>
                      <a:pt x="2811" y="4008"/>
                      <a:pt x="4491" y="2344"/>
                      <a:pt x="5194" y="2189"/>
                    </a:cubicBezTo>
                    <a:cubicBezTo>
                      <a:pt x="5897" y="2037"/>
                      <a:pt x="7088" y="1542"/>
                      <a:pt x="7180" y="1358"/>
                    </a:cubicBezTo>
                    <a:cubicBezTo>
                      <a:pt x="7272" y="1173"/>
                      <a:pt x="8554" y="1"/>
                      <a:pt x="8554" y="957"/>
                    </a:cubicBezTo>
                    <a:cubicBezTo>
                      <a:pt x="8554" y="1913"/>
                      <a:pt x="8188" y="2436"/>
                      <a:pt x="6783" y="3115"/>
                    </a:cubicBezTo>
                    <a:cubicBezTo>
                      <a:pt x="5377" y="3793"/>
                      <a:pt x="3850" y="4902"/>
                      <a:pt x="3086" y="7122"/>
                    </a:cubicBezTo>
                    <a:cubicBezTo>
                      <a:pt x="2323" y="9341"/>
                      <a:pt x="2170" y="9681"/>
                      <a:pt x="2414" y="10173"/>
                    </a:cubicBezTo>
                    <a:cubicBezTo>
                      <a:pt x="2587" y="10522"/>
                      <a:pt x="2942" y="11071"/>
                      <a:pt x="3136" y="11363"/>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5"/>
              <p:cNvSpPr/>
              <p:nvPr/>
            </p:nvSpPr>
            <p:spPr>
              <a:xfrm>
                <a:off x="5578950" y="715275"/>
                <a:ext cx="43800" cy="40750"/>
              </a:xfrm>
              <a:custGeom>
                <a:rect b="b" l="l" r="r" t="t"/>
                <a:pathLst>
                  <a:path extrusionOk="0" h="1630" w="1752">
                    <a:moveTo>
                      <a:pt x="575" y="40"/>
                    </a:moveTo>
                    <a:cubicBezTo>
                      <a:pt x="519" y="329"/>
                      <a:pt x="358" y="596"/>
                      <a:pt x="127" y="778"/>
                    </a:cubicBezTo>
                    <a:cubicBezTo>
                      <a:pt x="69" y="822"/>
                      <a:pt x="0" y="880"/>
                      <a:pt x="8" y="953"/>
                    </a:cubicBezTo>
                    <a:cubicBezTo>
                      <a:pt x="17" y="1015"/>
                      <a:pt x="75" y="1053"/>
                      <a:pt x="128" y="1084"/>
                    </a:cubicBezTo>
                    <a:cubicBezTo>
                      <a:pt x="592" y="1352"/>
                      <a:pt x="1113" y="1629"/>
                      <a:pt x="1637" y="1513"/>
                    </a:cubicBezTo>
                    <a:cubicBezTo>
                      <a:pt x="1751" y="1240"/>
                      <a:pt x="1665" y="917"/>
                      <a:pt x="1495" y="678"/>
                    </a:cubicBezTo>
                    <a:cubicBezTo>
                      <a:pt x="1325" y="439"/>
                      <a:pt x="1079" y="265"/>
                      <a:pt x="839" y="98"/>
                    </a:cubicBezTo>
                    <a:cubicBezTo>
                      <a:pt x="742" y="30"/>
                      <a:pt x="558" y="0"/>
                      <a:pt x="552" y="119"/>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3" name="Google Shape;5003;p65"/>
            <p:cNvSpPr/>
            <p:nvPr/>
          </p:nvSpPr>
          <p:spPr>
            <a:xfrm>
              <a:off x="4065600" y="1236575"/>
              <a:ext cx="23725" cy="38950"/>
            </a:xfrm>
            <a:custGeom>
              <a:rect b="b" l="l" r="r" t="t"/>
              <a:pathLst>
                <a:path extrusionOk="0" h="1558" w="949">
                  <a:moveTo>
                    <a:pt x="353" y="94"/>
                  </a:moveTo>
                  <a:cubicBezTo>
                    <a:pt x="215" y="140"/>
                    <a:pt x="63" y="387"/>
                    <a:pt x="107" y="511"/>
                  </a:cubicBezTo>
                  <a:cubicBezTo>
                    <a:pt x="154" y="634"/>
                    <a:pt x="1" y="850"/>
                    <a:pt x="168" y="866"/>
                  </a:cubicBezTo>
                  <a:cubicBezTo>
                    <a:pt x="336" y="881"/>
                    <a:pt x="458" y="989"/>
                    <a:pt x="458" y="1066"/>
                  </a:cubicBezTo>
                  <a:cubicBezTo>
                    <a:pt x="458" y="1143"/>
                    <a:pt x="398" y="1311"/>
                    <a:pt x="306" y="1265"/>
                  </a:cubicBezTo>
                  <a:cubicBezTo>
                    <a:pt x="215" y="1218"/>
                    <a:pt x="92" y="1234"/>
                    <a:pt x="154" y="1342"/>
                  </a:cubicBezTo>
                  <a:cubicBezTo>
                    <a:pt x="215" y="1451"/>
                    <a:pt x="292" y="1558"/>
                    <a:pt x="414" y="1481"/>
                  </a:cubicBezTo>
                  <a:cubicBezTo>
                    <a:pt x="535" y="1404"/>
                    <a:pt x="704" y="1220"/>
                    <a:pt x="688" y="1005"/>
                  </a:cubicBezTo>
                  <a:cubicBezTo>
                    <a:pt x="673" y="789"/>
                    <a:pt x="688" y="634"/>
                    <a:pt x="735" y="557"/>
                  </a:cubicBezTo>
                  <a:cubicBezTo>
                    <a:pt x="781" y="480"/>
                    <a:pt x="948" y="526"/>
                    <a:pt x="857" y="295"/>
                  </a:cubicBezTo>
                  <a:cubicBezTo>
                    <a:pt x="765" y="65"/>
                    <a:pt x="719" y="3"/>
                    <a:pt x="582" y="3"/>
                  </a:cubicBezTo>
                  <a:cubicBezTo>
                    <a:pt x="445" y="1"/>
                    <a:pt x="353" y="94"/>
                    <a:pt x="353" y="94"/>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5"/>
            <p:cNvSpPr/>
            <p:nvPr/>
          </p:nvSpPr>
          <p:spPr>
            <a:xfrm>
              <a:off x="4175050" y="1555400"/>
              <a:ext cx="6600" cy="4850"/>
            </a:xfrm>
            <a:custGeom>
              <a:rect b="b" l="l" r="r" t="t"/>
              <a:pathLst>
                <a:path extrusionOk="0" h="194" w="264">
                  <a:moveTo>
                    <a:pt x="18" y="81"/>
                  </a:moveTo>
                  <a:cubicBezTo>
                    <a:pt x="1" y="108"/>
                    <a:pt x="4" y="142"/>
                    <a:pt x="35" y="162"/>
                  </a:cubicBezTo>
                  <a:cubicBezTo>
                    <a:pt x="49" y="171"/>
                    <a:pt x="66" y="176"/>
                    <a:pt x="83" y="179"/>
                  </a:cubicBezTo>
                  <a:cubicBezTo>
                    <a:pt x="166" y="193"/>
                    <a:pt x="264" y="150"/>
                    <a:pt x="263" y="95"/>
                  </a:cubicBezTo>
                  <a:cubicBezTo>
                    <a:pt x="262" y="40"/>
                    <a:pt x="148" y="0"/>
                    <a:pt x="77" y="31"/>
                  </a:cubicBezTo>
                  <a:close/>
                </a:path>
              </a:pathLst>
            </a:custGeom>
            <a:solidFill>
              <a:srgbClr val="645830">
                <a:alpha val="6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65"/>
          <p:cNvGrpSpPr/>
          <p:nvPr/>
        </p:nvGrpSpPr>
        <p:grpSpPr>
          <a:xfrm>
            <a:off x="-227446" y="57132"/>
            <a:ext cx="1566584" cy="1069750"/>
            <a:chOff x="-512179" y="-394944"/>
            <a:chExt cx="2169783" cy="1481853"/>
          </a:xfrm>
        </p:grpSpPr>
        <p:grpSp>
          <p:nvGrpSpPr>
            <p:cNvPr id="5006" name="Google Shape;5006;p65"/>
            <p:cNvGrpSpPr/>
            <p:nvPr/>
          </p:nvGrpSpPr>
          <p:grpSpPr>
            <a:xfrm>
              <a:off x="-512179" y="-394944"/>
              <a:ext cx="1878017" cy="1225153"/>
              <a:chOff x="1705450" y="1644825"/>
              <a:chExt cx="1313850" cy="857050"/>
            </a:xfrm>
          </p:grpSpPr>
          <p:sp>
            <p:nvSpPr>
              <p:cNvPr id="5007" name="Google Shape;5007;p65"/>
              <p:cNvSpPr/>
              <p:nvPr/>
            </p:nvSpPr>
            <p:spPr>
              <a:xfrm>
                <a:off x="1705450" y="1644825"/>
                <a:ext cx="1313850" cy="857050"/>
              </a:xfrm>
              <a:custGeom>
                <a:rect b="b" l="l" r="r" t="t"/>
                <a:pathLst>
                  <a:path extrusionOk="0" h="34282" w="52554">
                    <a:moveTo>
                      <a:pt x="6774" y="2372"/>
                    </a:moveTo>
                    <a:lnTo>
                      <a:pt x="50151" y="11597"/>
                    </a:lnTo>
                    <a:lnTo>
                      <a:pt x="45824" y="31943"/>
                    </a:lnTo>
                    <a:lnTo>
                      <a:pt x="2446" y="22717"/>
                    </a:lnTo>
                    <a:lnTo>
                      <a:pt x="6774" y="2372"/>
                    </a:lnTo>
                    <a:close/>
                    <a:moveTo>
                      <a:pt x="5523" y="0"/>
                    </a:moveTo>
                    <a:cubicBezTo>
                      <a:pt x="5392" y="0"/>
                      <a:pt x="5261" y="81"/>
                      <a:pt x="5187" y="356"/>
                    </a:cubicBezTo>
                    <a:lnTo>
                      <a:pt x="5553" y="1808"/>
                    </a:lnTo>
                    <a:lnTo>
                      <a:pt x="4634" y="2982"/>
                    </a:lnTo>
                    <a:lnTo>
                      <a:pt x="4996" y="4426"/>
                    </a:lnTo>
                    <a:lnTo>
                      <a:pt x="4077" y="5599"/>
                    </a:lnTo>
                    <a:lnTo>
                      <a:pt x="4439" y="7044"/>
                    </a:lnTo>
                    <a:lnTo>
                      <a:pt x="3520" y="8216"/>
                    </a:lnTo>
                    <a:lnTo>
                      <a:pt x="3882" y="9660"/>
                    </a:lnTo>
                    <a:lnTo>
                      <a:pt x="2963" y="10832"/>
                    </a:lnTo>
                    <a:lnTo>
                      <a:pt x="3325" y="12277"/>
                    </a:lnTo>
                    <a:lnTo>
                      <a:pt x="2407" y="13448"/>
                    </a:lnTo>
                    <a:lnTo>
                      <a:pt x="2769" y="14892"/>
                    </a:lnTo>
                    <a:lnTo>
                      <a:pt x="1850" y="16063"/>
                    </a:lnTo>
                    <a:lnTo>
                      <a:pt x="2213" y="17508"/>
                    </a:lnTo>
                    <a:lnTo>
                      <a:pt x="1294" y="18678"/>
                    </a:lnTo>
                    <a:lnTo>
                      <a:pt x="1657" y="20122"/>
                    </a:lnTo>
                    <a:lnTo>
                      <a:pt x="737" y="21293"/>
                    </a:lnTo>
                    <a:lnTo>
                      <a:pt x="1100" y="22738"/>
                    </a:lnTo>
                    <a:lnTo>
                      <a:pt x="180" y="23909"/>
                    </a:lnTo>
                    <a:cubicBezTo>
                      <a:pt x="180" y="23909"/>
                      <a:pt x="0" y="24401"/>
                      <a:pt x="488" y="24401"/>
                    </a:cubicBezTo>
                    <a:cubicBezTo>
                      <a:pt x="561" y="24401"/>
                      <a:pt x="648" y="24390"/>
                      <a:pt x="753" y="24365"/>
                    </a:cubicBezTo>
                    <a:lnTo>
                      <a:pt x="2243" y="24012"/>
                    </a:lnTo>
                    <a:lnTo>
                      <a:pt x="3461" y="24941"/>
                    </a:lnTo>
                    <a:lnTo>
                      <a:pt x="4951" y="24587"/>
                    </a:lnTo>
                    <a:lnTo>
                      <a:pt x="6167" y="25515"/>
                    </a:lnTo>
                    <a:lnTo>
                      <a:pt x="7655" y="25162"/>
                    </a:lnTo>
                    <a:lnTo>
                      <a:pt x="8871" y="26091"/>
                    </a:lnTo>
                    <a:lnTo>
                      <a:pt x="10360" y="25737"/>
                    </a:lnTo>
                    <a:lnTo>
                      <a:pt x="11577" y="26666"/>
                    </a:lnTo>
                    <a:lnTo>
                      <a:pt x="13065" y="26313"/>
                    </a:lnTo>
                    <a:lnTo>
                      <a:pt x="14280" y="27241"/>
                    </a:lnTo>
                    <a:lnTo>
                      <a:pt x="15768" y="26888"/>
                    </a:lnTo>
                    <a:lnTo>
                      <a:pt x="16981" y="27816"/>
                    </a:lnTo>
                    <a:lnTo>
                      <a:pt x="18469" y="27463"/>
                    </a:lnTo>
                    <a:lnTo>
                      <a:pt x="19682" y="28391"/>
                    </a:lnTo>
                    <a:lnTo>
                      <a:pt x="21170" y="28037"/>
                    </a:lnTo>
                    <a:lnTo>
                      <a:pt x="22385" y="28966"/>
                    </a:lnTo>
                    <a:lnTo>
                      <a:pt x="23873" y="28613"/>
                    </a:lnTo>
                    <a:lnTo>
                      <a:pt x="25089" y="29541"/>
                    </a:lnTo>
                    <a:lnTo>
                      <a:pt x="26575" y="29187"/>
                    </a:lnTo>
                    <a:lnTo>
                      <a:pt x="27791" y="30116"/>
                    </a:lnTo>
                    <a:lnTo>
                      <a:pt x="29278" y="29763"/>
                    </a:lnTo>
                    <a:lnTo>
                      <a:pt x="30492" y="30692"/>
                    </a:lnTo>
                    <a:lnTo>
                      <a:pt x="31980" y="30338"/>
                    </a:lnTo>
                    <a:lnTo>
                      <a:pt x="33194" y="31266"/>
                    </a:lnTo>
                    <a:lnTo>
                      <a:pt x="34681" y="30913"/>
                    </a:lnTo>
                    <a:lnTo>
                      <a:pt x="35896" y="31842"/>
                    </a:lnTo>
                    <a:lnTo>
                      <a:pt x="37383" y="31488"/>
                    </a:lnTo>
                    <a:lnTo>
                      <a:pt x="38596" y="32417"/>
                    </a:lnTo>
                    <a:lnTo>
                      <a:pt x="40084" y="32064"/>
                    </a:lnTo>
                    <a:lnTo>
                      <a:pt x="41299" y="32992"/>
                    </a:lnTo>
                    <a:lnTo>
                      <a:pt x="42785" y="32639"/>
                    </a:lnTo>
                    <a:lnTo>
                      <a:pt x="44000" y="33566"/>
                    </a:lnTo>
                    <a:lnTo>
                      <a:pt x="45485" y="33212"/>
                    </a:lnTo>
                    <a:lnTo>
                      <a:pt x="46699" y="34141"/>
                    </a:lnTo>
                    <a:cubicBezTo>
                      <a:pt x="46833" y="34244"/>
                      <a:pt x="46945" y="34282"/>
                      <a:pt x="47038" y="34282"/>
                    </a:cubicBezTo>
                    <a:cubicBezTo>
                      <a:pt x="47306" y="34282"/>
                      <a:pt x="47408" y="33957"/>
                      <a:pt x="47408" y="33957"/>
                    </a:cubicBezTo>
                    <a:lnTo>
                      <a:pt x="47045" y="32510"/>
                    </a:lnTo>
                    <a:lnTo>
                      <a:pt x="47965" y="31334"/>
                    </a:lnTo>
                    <a:lnTo>
                      <a:pt x="47603" y="29889"/>
                    </a:lnTo>
                    <a:lnTo>
                      <a:pt x="48522" y="28717"/>
                    </a:lnTo>
                    <a:lnTo>
                      <a:pt x="48160" y="27272"/>
                    </a:lnTo>
                    <a:lnTo>
                      <a:pt x="49079" y="26100"/>
                    </a:lnTo>
                    <a:lnTo>
                      <a:pt x="48717" y="24656"/>
                    </a:lnTo>
                    <a:lnTo>
                      <a:pt x="49636" y="23483"/>
                    </a:lnTo>
                    <a:lnTo>
                      <a:pt x="49274" y="22038"/>
                    </a:lnTo>
                    <a:lnTo>
                      <a:pt x="50193" y="20867"/>
                    </a:lnTo>
                    <a:lnTo>
                      <a:pt x="49831" y="19423"/>
                    </a:lnTo>
                    <a:lnTo>
                      <a:pt x="50749" y="18252"/>
                    </a:lnTo>
                    <a:lnTo>
                      <a:pt x="50387" y="16807"/>
                    </a:lnTo>
                    <a:lnTo>
                      <a:pt x="51306" y="15638"/>
                    </a:lnTo>
                    <a:lnTo>
                      <a:pt x="50942" y="14194"/>
                    </a:lnTo>
                    <a:lnTo>
                      <a:pt x="51863" y="13023"/>
                    </a:lnTo>
                    <a:lnTo>
                      <a:pt x="51500" y="11578"/>
                    </a:lnTo>
                    <a:lnTo>
                      <a:pt x="52420" y="10407"/>
                    </a:lnTo>
                    <a:cubicBezTo>
                      <a:pt x="52554" y="9992"/>
                      <a:pt x="52331" y="9906"/>
                      <a:pt x="52124" y="9906"/>
                    </a:cubicBezTo>
                    <a:cubicBezTo>
                      <a:pt x="51979" y="9906"/>
                      <a:pt x="51842" y="9948"/>
                      <a:pt x="51842" y="9948"/>
                    </a:cubicBezTo>
                    <a:lnTo>
                      <a:pt x="50351" y="10301"/>
                    </a:lnTo>
                    <a:lnTo>
                      <a:pt x="49134" y="9372"/>
                    </a:lnTo>
                    <a:lnTo>
                      <a:pt x="47644" y="9725"/>
                    </a:lnTo>
                    <a:lnTo>
                      <a:pt x="46427" y="8797"/>
                    </a:lnTo>
                    <a:lnTo>
                      <a:pt x="44940" y="9151"/>
                    </a:lnTo>
                    <a:lnTo>
                      <a:pt x="43723" y="8222"/>
                    </a:lnTo>
                    <a:lnTo>
                      <a:pt x="42235" y="8575"/>
                    </a:lnTo>
                    <a:lnTo>
                      <a:pt x="41019" y="7646"/>
                    </a:lnTo>
                    <a:lnTo>
                      <a:pt x="39530" y="8000"/>
                    </a:lnTo>
                    <a:lnTo>
                      <a:pt x="38316" y="7072"/>
                    </a:lnTo>
                    <a:lnTo>
                      <a:pt x="36827" y="7424"/>
                    </a:lnTo>
                    <a:lnTo>
                      <a:pt x="35614" y="6496"/>
                    </a:lnTo>
                    <a:lnTo>
                      <a:pt x="34127" y="6850"/>
                    </a:lnTo>
                    <a:lnTo>
                      <a:pt x="32913" y="5922"/>
                    </a:lnTo>
                    <a:lnTo>
                      <a:pt x="31425" y="6276"/>
                    </a:lnTo>
                    <a:lnTo>
                      <a:pt x="30210" y="5348"/>
                    </a:lnTo>
                    <a:lnTo>
                      <a:pt x="28721" y="5700"/>
                    </a:lnTo>
                    <a:lnTo>
                      <a:pt x="27507" y="4772"/>
                    </a:lnTo>
                    <a:lnTo>
                      <a:pt x="26019" y="5126"/>
                    </a:lnTo>
                    <a:lnTo>
                      <a:pt x="24805" y="4197"/>
                    </a:lnTo>
                    <a:lnTo>
                      <a:pt x="23318" y="4550"/>
                    </a:lnTo>
                    <a:lnTo>
                      <a:pt x="22103" y="3621"/>
                    </a:lnTo>
                    <a:lnTo>
                      <a:pt x="20616" y="3975"/>
                    </a:lnTo>
                    <a:lnTo>
                      <a:pt x="19401" y="3047"/>
                    </a:lnTo>
                    <a:lnTo>
                      <a:pt x="17914" y="3400"/>
                    </a:lnTo>
                    <a:lnTo>
                      <a:pt x="16699" y="2471"/>
                    </a:lnTo>
                    <a:lnTo>
                      <a:pt x="15212" y="2825"/>
                    </a:lnTo>
                    <a:lnTo>
                      <a:pt x="13998" y="1896"/>
                    </a:lnTo>
                    <a:lnTo>
                      <a:pt x="12512" y="2249"/>
                    </a:lnTo>
                    <a:lnTo>
                      <a:pt x="11296" y="1321"/>
                    </a:lnTo>
                    <a:lnTo>
                      <a:pt x="9809" y="1674"/>
                    </a:lnTo>
                    <a:lnTo>
                      <a:pt x="8596" y="747"/>
                    </a:lnTo>
                    <a:lnTo>
                      <a:pt x="7110" y="1100"/>
                    </a:lnTo>
                    <a:lnTo>
                      <a:pt x="5897" y="171"/>
                    </a:lnTo>
                    <a:cubicBezTo>
                      <a:pt x="5897" y="171"/>
                      <a:pt x="5711" y="0"/>
                      <a:pt x="5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5"/>
              <p:cNvSpPr/>
              <p:nvPr/>
            </p:nvSpPr>
            <p:spPr>
              <a:xfrm>
                <a:off x="1789125" y="1727050"/>
                <a:ext cx="1147550" cy="693400"/>
              </a:xfrm>
              <a:custGeom>
                <a:rect b="b" l="l" r="r" t="t"/>
                <a:pathLst>
                  <a:path extrusionOk="0" h="27736" w="45902">
                    <a:moveTo>
                      <a:pt x="4270" y="379"/>
                    </a:moveTo>
                    <a:lnTo>
                      <a:pt x="45508" y="9151"/>
                    </a:lnTo>
                    <a:lnTo>
                      <a:pt x="41635" y="27356"/>
                    </a:lnTo>
                    <a:lnTo>
                      <a:pt x="397" y="18584"/>
                    </a:lnTo>
                    <a:lnTo>
                      <a:pt x="4270" y="379"/>
                    </a:lnTo>
                    <a:close/>
                    <a:moveTo>
                      <a:pt x="4136" y="1"/>
                    </a:moveTo>
                    <a:cubicBezTo>
                      <a:pt x="4103" y="1"/>
                      <a:pt x="4069" y="10"/>
                      <a:pt x="4040" y="28"/>
                    </a:cubicBezTo>
                    <a:cubicBezTo>
                      <a:pt x="4002" y="54"/>
                      <a:pt x="3975" y="93"/>
                      <a:pt x="3966" y="138"/>
                    </a:cubicBezTo>
                    <a:lnTo>
                      <a:pt x="20" y="18682"/>
                    </a:lnTo>
                    <a:cubicBezTo>
                      <a:pt x="0" y="18777"/>
                      <a:pt x="60" y="18870"/>
                      <a:pt x="154" y="18889"/>
                    </a:cubicBezTo>
                    <a:lnTo>
                      <a:pt x="41732" y="27733"/>
                    </a:lnTo>
                    <a:cubicBezTo>
                      <a:pt x="41743" y="27735"/>
                      <a:pt x="41757" y="27736"/>
                      <a:pt x="41768" y="27736"/>
                    </a:cubicBezTo>
                    <a:cubicBezTo>
                      <a:pt x="41847" y="27736"/>
                      <a:pt x="41920" y="27679"/>
                      <a:pt x="41937" y="27599"/>
                    </a:cubicBezTo>
                    <a:lnTo>
                      <a:pt x="45882" y="9054"/>
                    </a:lnTo>
                    <a:cubicBezTo>
                      <a:pt x="45901" y="8960"/>
                      <a:pt x="45842" y="8867"/>
                      <a:pt x="45748" y="8848"/>
                    </a:cubicBezTo>
                    <a:lnTo>
                      <a:pt x="4171" y="4"/>
                    </a:lnTo>
                    <a:cubicBezTo>
                      <a:pt x="4159" y="2"/>
                      <a:pt x="4148"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5"/>
              <p:cNvSpPr/>
              <p:nvPr/>
            </p:nvSpPr>
            <p:spPr>
              <a:xfrm>
                <a:off x="2691550" y="1921575"/>
                <a:ext cx="107325" cy="466075"/>
              </a:xfrm>
              <a:custGeom>
                <a:rect b="b" l="l" r="r" t="t"/>
                <a:pathLst>
                  <a:path extrusionOk="0" h="18643" w="4293">
                    <a:moveTo>
                      <a:pt x="3953" y="1"/>
                    </a:moveTo>
                    <a:lnTo>
                      <a:pt x="1" y="18570"/>
                    </a:lnTo>
                    <a:lnTo>
                      <a:pt x="340" y="18643"/>
                    </a:lnTo>
                    <a:lnTo>
                      <a:pt x="4293" y="73"/>
                    </a:lnTo>
                    <a:lnTo>
                      <a:pt x="3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5"/>
              <p:cNvSpPr/>
              <p:nvPr/>
            </p:nvSpPr>
            <p:spPr>
              <a:xfrm>
                <a:off x="1885625" y="2155100"/>
                <a:ext cx="735075" cy="164450"/>
              </a:xfrm>
              <a:custGeom>
                <a:rect b="b" l="l" r="r" t="t"/>
                <a:pathLst>
                  <a:path extrusionOk="0" h="6578" w="29403">
                    <a:moveTo>
                      <a:pt x="72" y="0"/>
                    </a:moveTo>
                    <a:lnTo>
                      <a:pt x="0" y="340"/>
                    </a:lnTo>
                    <a:lnTo>
                      <a:pt x="29330" y="6578"/>
                    </a:lnTo>
                    <a:lnTo>
                      <a:pt x="29402" y="6238"/>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5"/>
              <p:cNvSpPr/>
              <p:nvPr/>
            </p:nvSpPr>
            <p:spPr>
              <a:xfrm>
                <a:off x="2111875" y="1993025"/>
                <a:ext cx="51850" cy="68575"/>
              </a:xfrm>
              <a:custGeom>
                <a:rect b="b" l="l" r="r" t="t"/>
                <a:pathLst>
                  <a:path extrusionOk="0" h="2743" w="2074">
                    <a:moveTo>
                      <a:pt x="1490" y="324"/>
                    </a:moveTo>
                    <a:lnTo>
                      <a:pt x="1497" y="325"/>
                    </a:lnTo>
                    <a:cubicBezTo>
                      <a:pt x="1503" y="475"/>
                      <a:pt x="1508" y="632"/>
                      <a:pt x="1529" y="804"/>
                    </a:cubicBezTo>
                    <a:lnTo>
                      <a:pt x="1620" y="1569"/>
                    </a:lnTo>
                    <a:lnTo>
                      <a:pt x="874" y="1411"/>
                    </a:lnTo>
                    <a:lnTo>
                      <a:pt x="1269" y="746"/>
                    </a:lnTo>
                    <a:cubicBezTo>
                      <a:pt x="1348" y="604"/>
                      <a:pt x="1421" y="463"/>
                      <a:pt x="1490" y="324"/>
                    </a:cubicBezTo>
                    <a:close/>
                    <a:moveTo>
                      <a:pt x="1369" y="1"/>
                    </a:moveTo>
                    <a:lnTo>
                      <a:pt x="1" y="2300"/>
                    </a:lnTo>
                    <a:lnTo>
                      <a:pt x="331" y="2372"/>
                    </a:lnTo>
                    <a:lnTo>
                      <a:pt x="754" y="1646"/>
                    </a:lnTo>
                    <a:lnTo>
                      <a:pt x="1634" y="1833"/>
                    </a:lnTo>
                    <a:lnTo>
                      <a:pt x="1732" y="2669"/>
                    </a:lnTo>
                    <a:lnTo>
                      <a:pt x="2074" y="2742"/>
                    </a:lnTo>
                    <a:lnTo>
                      <a:pt x="1755" y="83"/>
                    </a:ln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5"/>
              <p:cNvSpPr/>
              <p:nvPr/>
            </p:nvSpPr>
            <p:spPr>
              <a:xfrm>
                <a:off x="2186625" y="2005325"/>
                <a:ext cx="48825" cy="69725"/>
              </a:xfrm>
              <a:custGeom>
                <a:rect b="b" l="l" r="r" t="t"/>
                <a:pathLst>
                  <a:path extrusionOk="0" h="2789" w="1953">
                    <a:moveTo>
                      <a:pt x="817" y="291"/>
                    </a:moveTo>
                    <a:cubicBezTo>
                      <a:pt x="879" y="291"/>
                      <a:pt x="982" y="303"/>
                      <a:pt x="1115" y="331"/>
                    </a:cubicBezTo>
                    <a:cubicBezTo>
                      <a:pt x="1452" y="406"/>
                      <a:pt x="1654" y="595"/>
                      <a:pt x="1586" y="915"/>
                    </a:cubicBezTo>
                    <a:cubicBezTo>
                      <a:pt x="1536" y="1149"/>
                      <a:pt x="1353" y="1286"/>
                      <a:pt x="1099" y="1286"/>
                    </a:cubicBezTo>
                    <a:cubicBezTo>
                      <a:pt x="1045" y="1286"/>
                      <a:pt x="987" y="1279"/>
                      <a:pt x="927" y="1267"/>
                    </a:cubicBezTo>
                    <a:lnTo>
                      <a:pt x="600" y="1198"/>
                    </a:lnTo>
                    <a:lnTo>
                      <a:pt x="791" y="292"/>
                    </a:lnTo>
                    <a:cubicBezTo>
                      <a:pt x="799" y="291"/>
                      <a:pt x="808" y="291"/>
                      <a:pt x="817" y="291"/>
                    </a:cubicBezTo>
                    <a:close/>
                    <a:moveTo>
                      <a:pt x="520" y="1"/>
                    </a:moveTo>
                    <a:lnTo>
                      <a:pt x="1" y="2446"/>
                    </a:lnTo>
                    <a:lnTo>
                      <a:pt x="321" y="2514"/>
                    </a:lnTo>
                    <a:lnTo>
                      <a:pt x="549" y="1440"/>
                    </a:lnTo>
                    <a:lnTo>
                      <a:pt x="850" y="1504"/>
                    </a:lnTo>
                    <a:cubicBezTo>
                      <a:pt x="1138" y="1576"/>
                      <a:pt x="1242" y="1734"/>
                      <a:pt x="1244" y="2091"/>
                    </a:cubicBezTo>
                    <a:cubicBezTo>
                      <a:pt x="1247" y="2415"/>
                      <a:pt x="1258" y="2640"/>
                      <a:pt x="1283" y="2720"/>
                    </a:cubicBezTo>
                    <a:lnTo>
                      <a:pt x="1614" y="2789"/>
                    </a:lnTo>
                    <a:cubicBezTo>
                      <a:pt x="1583" y="2681"/>
                      <a:pt x="1575" y="2431"/>
                      <a:pt x="1567" y="2067"/>
                    </a:cubicBezTo>
                    <a:cubicBezTo>
                      <a:pt x="1564" y="1797"/>
                      <a:pt x="1487" y="1597"/>
                      <a:pt x="1309" y="1490"/>
                    </a:cubicBezTo>
                    <a:lnTo>
                      <a:pt x="1312" y="1478"/>
                    </a:lnTo>
                    <a:cubicBezTo>
                      <a:pt x="1592" y="1446"/>
                      <a:pt x="1844" y="1272"/>
                      <a:pt x="1913" y="946"/>
                    </a:cubicBezTo>
                    <a:cubicBezTo>
                      <a:pt x="1953" y="755"/>
                      <a:pt x="1920" y="570"/>
                      <a:pt x="1818" y="434"/>
                    </a:cubicBezTo>
                    <a:cubicBezTo>
                      <a:pt x="1694" y="261"/>
                      <a:pt x="1487" y="151"/>
                      <a:pt x="1144" y="79"/>
                    </a:cubicBezTo>
                    <a:cubicBezTo>
                      <a:pt x="924" y="33"/>
                      <a:pt x="689" y="2"/>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5"/>
              <p:cNvSpPr/>
              <p:nvPr/>
            </p:nvSpPr>
            <p:spPr>
              <a:xfrm>
                <a:off x="2249875" y="2018775"/>
                <a:ext cx="48875" cy="69725"/>
              </a:xfrm>
              <a:custGeom>
                <a:rect b="b" l="l" r="r" t="t"/>
                <a:pathLst>
                  <a:path extrusionOk="0" h="2789" w="1955">
                    <a:moveTo>
                      <a:pt x="821" y="292"/>
                    </a:moveTo>
                    <a:cubicBezTo>
                      <a:pt x="883" y="292"/>
                      <a:pt x="984" y="303"/>
                      <a:pt x="1115" y="331"/>
                    </a:cubicBezTo>
                    <a:cubicBezTo>
                      <a:pt x="1451" y="407"/>
                      <a:pt x="1655" y="595"/>
                      <a:pt x="1586" y="915"/>
                    </a:cubicBezTo>
                    <a:cubicBezTo>
                      <a:pt x="1537" y="1149"/>
                      <a:pt x="1354" y="1285"/>
                      <a:pt x="1099" y="1285"/>
                    </a:cubicBezTo>
                    <a:cubicBezTo>
                      <a:pt x="1045" y="1285"/>
                      <a:pt x="988" y="1279"/>
                      <a:pt x="928" y="1266"/>
                    </a:cubicBezTo>
                    <a:lnTo>
                      <a:pt x="600" y="1197"/>
                    </a:lnTo>
                    <a:lnTo>
                      <a:pt x="791" y="293"/>
                    </a:lnTo>
                    <a:cubicBezTo>
                      <a:pt x="800" y="293"/>
                      <a:pt x="810" y="292"/>
                      <a:pt x="821" y="292"/>
                    </a:cubicBezTo>
                    <a:close/>
                    <a:moveTo>
                      <a:pt x="521" y="0"/>
                    </a:moveTo>
                    <a:lnTo>
                      <a:pt x="1" y="2443"/>
                    </a:lnTo>
                    <a:lnTo>
                      <a:pt x="321" y="2511"/>
                    </a:lnTo>
                    <a:lnTo>
                      <a:pt x="549" y="1438"/>
                    </a:lnTo>
                    <a:lnTo>
                      <a:pt x="851" y="1503"/>
                    </a:lnTo>
                    <a:cubicBezTo>
                      <a:pt x="1139" y="1576"/>
                      <a:pt x="1243" y="1732"/>
                      <a:pt x="1244" y="2091"/>
                    </a:cubicBezTo>
                    <a:cubicBezTo>
                      <a:pt x="1249" y="2415"/>
                      <a:pt x="1258" y="2639"/>
                      <a:pt x="1284" y="2718"/>
                    </a:cubicBezTo>
                    <a:lnTo>
                      <a:pt x="1614" y="2788"/>
                    </a:lnTo>
                    <a:cubicBezTo>
                      <a:pt x="1583" y="2682"/>
                      <a:pt x="1575" y="2431"/>
                      <a:pt x="1568" y="2068"/>
                    </a:cubicBezTo>
                    <a:cubicBezTo>
                      <a:pt x="1564" y="1798"/>
                      <a:pt x="1488" y="1596"/>
                      <a:pt x="1311" y="1490"/>
                    </a:cubicBezTo>
                    <a:lnTo>
                      <a:pt x="1312" y="1478"/>
                    </a:lnTo>
                    <a:cubicBezTo>
                      <a:pt x="1593" y="1446"/>
                      <a:pt x="1843" y="1271"/>
                      <a:pt x="1914" y="945"/>
                    </a:cubicBezTo>
                    <a:cubicBezTo>
                      <a:pt x="1955" y="755"/>
                      <a:pt x="1921" y="570"/>
                      <a:pt x="1820" y="434"/>
                    </a:cubicBezTo>
                    <a:cubicBezTo>
                      <a:pt x="1694" y="260"/>
                      <a:pt x="1486" y="151"/>
                      <a:pt x="1145" y="79"/>
                    </a:cubicBezTo>
                    <a:cubicBezTo>
                      <a:pt x="924" y="32"/>
                      <a:pt x="690" y="1"/>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5"/>
              <p:cNvSpPr/>
              <p:nvPr/>
            </p:nvSpPr>
            <p:spPr>
              <a:xfrm>
                <a:off x="2313100" y="2031400"/>
                <a:ext cx="21225" cy="63675"/>
              </a:xfrm>
              <a:custGeom>
                <a:rect b="b" l="l" r="r" t="t"/>
                <a:pathLst>
                  <a:path extrusionOk="0" h="2547" w="849">
                    <a:moveTo>
                      <a:pt x="529" y="1"/>
                    </a:moveTo>
                    <a:lnTo>
                      <a:pt x="1" y="2478"/>
                    </a:lnTo>
                    <a:lnTo>
                      <a:pt x="320" y="2546"/>
                    </a:lnTo>
                    <a:lnTo>
                      <a:pt x="849" y="69"/>
                    </a:lnTo>
                    <a:lnTo>
                      <a:pt x="5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5"/>
              <p:cNvSpPr/>
              <p:nvPr/>
            </p:nvSpPr>
            <p:spPr>
              <a:xfrm>
                <a:off x="2355400" y="2037600"/>
                <a:ext cx="51200" cy="68125"/>
              </a:xfrm>
              <a:custGeom>
                <a:rect b="b" l="l" r="r" t="t"/>
                <a:pathLst>
                  <a:path extrusionOk="0" h="2725" w="2048">
                    <a:moveTo>
                      <a:pt x="1" y="1"/>
                    </a:moveTo>
                    <a:lnTo>
                      <a:pt x="283" y="2651"/>
                    </a:lnTo>
                    <a:lnTo>
                      <a:pt x="634" y="2724"/>
                    </a:lnTo>
                    <a:lnTo>
                      <a:pt x="2048" y="435"/>
                    </a:lnTo>
                    <a:lnTo>
                      <a:pt x="1706" y="363"/>
                    </a:lnTo>
                    <a:lnTo>
                      <a:pt x="1026" y="1498"/>
                    </a:lnTo>
                    <a:cubicBezTo>
                      <a:pt x="847" y="1798"/>
                      <a:pt x="679" y="2089"/>
                      <a:pt x="546" y="2360"/>
                    </a:cubicBezTo>
                    <a:lnTo>
                      <a:pt x="540" y="2359"/>
                    </a:lnTo>
                    <a:cubicBezTo>
                      <a:pt x="536" y="2055"/>
                      <a:pt x="508" y="1734"/>
                      <a:pt x="473" y="1377"/>
                    </a:cubicBezTo>
                    <a:lnTo>
                      <a:pt x="346" y="74"/>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5"/>
              <p:cNvSpPr/>
              <p:nvPr/>
            </p:nvSpPr>
            <p:spPr>
              <a:xfrm>
                <a:off x="2414025" y="2052850"/>
                <a:ext cx="46700" cy="69375"/>
              </a:xfrm>
              <a:custGeom>
                <a:rect b="b" l="l" r="r" t="t"/>
                <a:pathLst>
                  <a:path extrusionOk="0" h="2775" w="1868">
                    <a:moveTo>
                      <a:pt x="528" y="0"/>
                    </a:moveTo>
                    <a:lnTo>
                      <a:pt x="1" y="2478"/>
                    </a:lnTo>
                    <a:lnTo>
                      <a:pt x="1394" y="2775"/>
                    </a:lnTo>
                    <a:lnTo>
                      <a:pt x="1450" y="2506"/>
                    </a:lnTo>
                    <a:lnTo>
                      <a:pt x="376" y="2278"/>
                    </a:lnTo>
                    <a:lnTo>
                      <a:pt x="565" y="1384"/>
                    </a:lnTo>
                    <a:lnTo>
                      <a:pt x="1529" y="1589"/>
                    </a:lnTo>
                    <a:lnTo>
                      <a:pt x="1589" y="1325"/>
                    </a:lnTo>
                    <a:lnTo>
                      <a:pt x="625" y="1120"/>
                    </a:lnTo>
                    <a:lnTo>
                      <a:pt x="791" y="337"/>
                    </a:lnTo>
                    <a:lnTo>
                      <a:pt x="1811" y="553"/>
                    </a:lnTo>
                    <a:lnTo>
                      <a:pt x="1867" y="285"/>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5"/>
              <p:cNvSpPr/>
              <p:nvPr/>
            </p:nvSpPr>
            <p:spPr>
              <a:xfrm>
                <a:off x="2011450" y="2082325"/>
                <a:ext cx="51200" cy="68125"/>
              </a:xfrm>
              <a:custGeom>
                <a:rect b="b" l="l" r="r" t="t"/>
                <a:pathLst>
                  <a:path extrusionOk="0" h="2725" w="2048">
                    <a:moveTo>
                      <a:pt x="0" y="1"/>
                    </a:moveTo>
                    <a:lnTo>
                      <a:pt x="283" y="2650"/>
                    </a:lnTo>
                    <a:lnTo>
                      <a:pt x="635" y="2724"/>
                    </a:lnTo>
                    <a:lnTo>
                      <a:pt x="2047" y="435"/>
                    </a:lnTo>
                    <a:lnTo>
                      <a:pt x="1706" y="363"/>
                    </a:lnTo>
                    <a:lnTo>
                      <a:pt x="1026" y="1498"/>
                    </a:lnTo>
                    <a:cubicBezTo>
                      <a:pt x="846" y="1798"/>
                      <a:pt x="678" y="2088"/>
                      <a:pt x="546" y="2360"/>
                    </a:cubicBezTo>
                    <a:lnTo>
                      <a:pt x="540" y="2359"/>
                    </a:lnTo>
                    <a:cubicBezTo>
                      <a:pt x="536" y="2055"/>
                      <a:pt x="508" y="1734"/>
                      <a:pt x="473" y="1376"/>
                    </a:cubicBezTo>
                    <a:lnTo>
                      <a:pt x="346" y="74"/>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5"/>
              <p:cNvSpPr/>
              <p:nvPr/>
            </p:nvSpPr>
            <p:spPr>
              <a:xfrm>
                <a:off x="2069975" y="2097600"/>
                <a:ext cx="21200" cy="63675"/>
              </a:xfrm>
              <a:custGeom>
                <a:rect b="b" l="l" r="r" t="t"/>
                <a:pathLst>
                  <a:path extrusionOk="0" h="2547" w="848">
                    <a:moveTo>
                      <a:pt x="527" y="0"/>
                    </a:moveTo>
                    <a:lnTo>
                      <a:pt x="0" y="2478"/>
                    </a:lnTo>
                    <a:lnTo>
                      <a:pt x="320" y="2547"/>
                    </a:lnTo>
                    <a:lnTo>
                      <a:pt x="847" y="6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5"/>
              <p:cNvSpPr/>
              <p:nvPr/>
            </p:nvSpPr>
            <p:spPr>
              <a:xfrm>
                <a:off x="2103250" y="2107375"/>
                <a:ext cx="47175" cy="64125"/>
              </a:xfrm>
              <a:custGeom>
                <a:rect b="b" l="l" r="r" t="t"/>
                <a:pathLst>
                  <a:path extrusionOk="0" h="2565" w="1887">
                    <a:moveTo>
                      <a:pt x="1133" y="0"/>
                    </a:moveTo>
                    <a:cubicBezTo>
                      <a:pt x="764" y="0"/>
                      <a:pt x="488" y="206"/>
                      <a:pt x="419" y="528"/>
                    </a:cubicBezTo>
                    <a:cubicBezTo>
                      <a:pt x="346" y="877"/>
                      <a:pt x="551" y="1141"/>
                      <a:pt x="925" y="1370"/>
                    </a:cubicBezTo>
                    <a:cubicBezTo>
                      <a:pt x="1232" y="1570"/>
                      <a:pt x="1336" y="1731"/>
                      <a:pt x="1288" y="1962"/>
                    </a:cubicBezTo>
                    <a:cubicBezTo>
                      <a:pt x="1244" y="2168"/>
                      <a:pt x="1081" y="2294"/>
                      <a:pt x="844" y="2294"/>
                    </a:cubicBezTo>
                    <a:cubicBezTo>
                      <a:pt x="792" y="2294"/>
                      <a:pt x="737" y="2288"/>
                      <a:pt x="679" y="2275"/>
                    </a:cubicBezTo>
                    <a:cubicBezTo>
                      <a:pt x="458" y="2229"/>
                      <a:pt x="264" y="2110"/>
                      <a:pt x="139" y="1992"/>
                    </a:cubicBezTo>
                    <a:lnTo>
                      <a:pt x="0" y="2241"/>
                    </a:lnTo>
                    <a:cubicBezTo>
                      <a:pt x="114" y="2359"/>
                      <a:pt x="360" y="2484"/>
                      <a:pt x="599" y="2534"/>
                    </a:cubicBezTo>
                    <a:cubicBezTo>
                      <a:pt x="697" y="2555"/>
                      <a:pt x="788" y="2565"/>
                      <a:pt x="873" y="2565"/>
                    </a:cubicBezTo>
                    <a:cubicBezTo>
                      <a:pt x="1295" y="2565"/>
                      <a:pt x="1551" y="2324"/>
                      <a:pt x="1619" y="2006"/>
                    </a:cubicBezTo>
                    <a:cubicBezTo>
                      <a:pt x="1696" y="1642"/>
                      <a:pt x="1526" y="1394"/>
                      <a:pt x="1141" y="1143"/>
                    </a:cubicBezTo>
                    <a:cubicBezTo>
                      <a:pt x="829" y="938"/>
                      <a:pt x="702" y="791"/>
                      <a:pt x="751" y="560"/>
                    </a:cubicBezTo>
                    <a:cubicBezTo>
                      <a:pt x="782" y="418"/>
                      <a:pt x="908" y="272"/>
                      <a:pt x="1148" y="272"/>
                    </a:cubicBezTo>
                    <a:cubicBezTo>
                      <a:pt x="1193" y="272"/>
                      <a:pt x="1243" y="277"/>
                      <a:pt x="1296" y="288"/>
                    </a:cubicBezTo>
                    <a:cubicBezTo>
                      <a:pt x="1521" y="336"/>
                      <a:pt x="1672" y="445"/>
                      <a:pt x="1743" y="506"/>
                    </a:cubicBezTo>
                    <a:lnTo>
                      <a:pt x="1886" y="264"/>
                    </a:lnTo>
                    <a:cubicBezTo>
                      <a:pt x="1789" y="177"/>
                      <a:pt x="1618" y="79"/>
                      <a:pt x="1363" y="25"/>
                    </a:cubicBezTo>
                    <a:cubicBezTo>
                      <a:pt x="1283" y="8"/>
                      <a:pt x="1207"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5"/>
              <p:cNvSpPr/>
              <p:nvPr/>
            </p:nvSpPr>
            <p:spPr>
              <a:xfrm>
                <a:off x="2164875" y="2117750"/>
                <a:ext cx="21200" cy="63675"/>
              </a:xfrm>
              <a:custGeom>
                <a:rect b="b" l="l" r="r" t="t"/>
                <a:pathLst>
                  <a:path extrusionOk="0" h="2547" w="848">
                    <a:moveTo>
                      <a:pt x="527" y="0"/>
                    </a:moveTo>
                    <a:lnTo>
                      <a:pt x="0" y="2479"/>
                    </a:lnTo>
                    <a:lnTo>
                      <a:pt x="320" y="2547"/>
                    </a:lnTo>
                    <a:lnTo>
                      <a:pt x="847" y="69"/>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5"/>
              <p:cNvSpPr/>
              <p:nvPr/>
            </p:nvSpPr>
            <p:spPr>
              <a:xfrm>
                <a:off x="2205250" y="2123875"/>
                <a:ext cx="47350" cy="67725"/>
              </a:xfrm>
              <a:custGeom>
                <a:rect b="b" l="l" r="r" t="t"/>
                <a:pathLst>
                  <a:path extrusionOk="0" h="2709" w="1894">
                    <a:moveTo>
                      <a:pt x="59" y="1"/>
                    </a:moveTo>
                    <a:lnTo>
                      <a:pt x="1" y="273"/>
                    </a:lnTo>
                    <a:lnTo>
                      <a:pt x="755" y="433"/>
                    </a:lnTo>
                    <a:lnTo>
                      <a:pt x="285" y="2638"/>
                    </a:lnTo>
                    <a:lnTo>
                      <a:pt x="609" y="2708"/>
                    </a:lnTo>
                    <a:lnTo>
                      <a:pt x="1078" y="501"/>
                    </a:lnTo>
                    <a:lnTo>
                      <a:pt x="1835" y="662"/>
                    </a:lnTo>
                    <a:lnTo>
                      <a:pt x="1893" y="390"/>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5"/>
              <p:cNvSpPr/>
              <p:nvPr/>
            </p:nvSpPr>
            <p:spPr>
              <a:xfrm>
                <a:off x="2293375" y="2145825"/>
                <a:ext cx="48775" cy="62950"/>
              </a:xfrm>
              <a:custGeom>
                <a:rect b="b" l="l" r="r" t="t"/>
                <a:pathLst>
                  <a:path extrusionOk="0" h="2518" w="1951">
                    <a:moveTo>
                      <a:pt x="811" y="300"/>
                    </a:moveTo>
                    <a:cubicBezTo>
                      <a:pt x="873" y="300"/>
                      <a:pt x="974" y="312"/>
                      <a:pt x="1099" y="338"/>
                    </a:cubicBezTo>
                    <a:cubicBezTo>
                      <a:pt x="1452" y="414"/>
                      <a:pt x="1650" y="621"/>
                      <a:pt x="1581" y="949"/>
                    </a:cubicBezTo>
                    <a:cubicBezTo>
                      <a:pt x="1522" y="1226"/>
                      <a:pt x="1329" y="1369"/>
                      <a:pt x="1052" y="1369"/>
                    </a:cubicBezTo>
                    <a:cubicBezTo>
                      <a:pt x="988" y="1369"/>
                      <a:pt x="919" y="1362"/>
                      <a:pt x="846" y="1346"/>
                    </a:cubicBezTo>
                    <a:cubicBezTo>
                      <a:pt x="740" y="1322"/>
                      <a:pt x="653" y="1297"/>
                      <a:pt x="587" y="1264"/>
                    </a:cubicBezTo>
                    <a:lnTo>
                      <a:pt x="793" y="300"/>
                    </a:lnTo>
                    <a:cubicBezTo>
                      <a:pt x="798" y="300"/>
                      <a:pt x="805" y="300"/>
                      <a:pt x="811" y="300"/>
                    </a:cubicBezTo>
                    <a:close/>
                    <a:moveTo>
                      <a:pt x="521" y="1"/>
                    </a:moveTo>
                    <a:lnTo>
                      <a:pt x="0" y="2449"/>
                    </a:lnTo>
                    <a:lnTo>
                      <a:pt x="320" y="2517"/>
                    </a:lnTo>
                    <a:lnTo>
                      <a:pt x="532" y="1524"/>
                    </a:lnTo>
                    <a:cubicBezTo>
                      <a:pt x="602" y="1559"/>
                      <a:pt x="689" y="1580"/>
                      <a:pt x="784" y="1601"/>
                    </a:cubicBezTo>
                    <a:cubicBezTo>
                      <a:pt x="887" y="1623"/>
                      <a:pt x="988" y="1634"/>
                      <a:pt x="1085" y="1634"/>
                    </a:cubicBezTo>
                    <a:cubicBezTo>
                      <a:pt x="1282" y="1634"/>
                      <a:pt x="1460" y="1588"/>
                      <a:pt x="1600" y="1491"/>
                    </a:cubicBezTo>
                    <a:cubicBezTo>
                      <a:pt x="1753" y="1387"/>
                      <a:pt x="1856" y="1226"/>
                      <a:pt x="1904" y="1002"/>
                    </a:cubicBezTo>
                    <a:cubicBezTo>
                      <a:pt x="1950" y="781"/>
                      <a:pt x="1908" y="584"/>
                      <a:pt x="1798" y="437"/>
                    </a:cubicBezTo>
                    <a:cubicBezTo>
                      <a:pt x="1677" y="274"/>
                      <a:pt x="1462" y="150"/>
                      <a:pt x="1146" y="83"/>
                    </a:cubicBezTo>
                    <a:cubicBezTo>
                      <a:pt x="890" y="30"/>
                      <a:pt x="681" y="7"/>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5"/>
              <p:cNvSpPr/>
              <p:nvPr/>
            </p:nvSpPr>
            <p:spPr>
              <a:xfrm>
                <a:off x="2343725" y="2160250"/>
                <a:ext cx="51825" cy="68525"/>
              </a:xfrm>
              <a:custGeom>
                <a:rect b="b" l="l" r="r" t="t"/>
                <a:pathLst>
                  <a:path extrusionOk="0" h="2741" w="2073">
                    <a:moveTo>
                      <a:pt x="1489" y="322"/>
                    </a:moveTo>
                    <a:lnTo>
                      <a:pt x="1496" y="325"/>
                    </a:lnTo>
                    <a:cubicBezTo>
                      <a:pt x="1503" y="475"/>
                      <a:pt x="1508" y="631"/>
                      <a:pt x="1528" y="804"/>
                    </a:cubicBezTo>
                    <a:lnTo>
                      <a:pt x="1618" y="1569"/>
                    </a:lnTo>
                    <a:lnTo>
                      <a:pt x="873" y="1411"/>
                    </a:lnTo>
                    <a:lnTo>
                      <a:pt x="1269" y="745"/>
                    </a:lnTo>
                    <a:cubicBezTo>
                      <a:pt x="1349" y="604"/>
                      <a:pt x="1421" y="462"/>
                      <a:pt x="1489" y="322"/>
                    </a:cubicBezTo>
                    <a:close/>
                    <a:moveTo>
                      <a:pt x="1368" y="1"/>
                    </a:moveTo>
                    <a:lnTo>
                      <a:pt x="0" y="2300"/>
                    </a:lnTo>
                    <a:lnTo>
                      <a:pt x="330" y="2371"/>
                    </a:lnTo>
                    <a:lnTo>
                      <a:pt x="753" y="1646"/>
                    </a:lnTo>
                    <a:lnTo>
                      <a:pt x="1631" y="1833"/>
                    </a:lnTo>
                    <a:lnTo>
                      <a:pt x="1731" y="2669"/>
                    </a:lnTo>
                    <a:lnTo>
                      <a:pt x="2072" y="2741"/>
                    </a:lnTo>
                    <a:lnTo>
                      <a:pt x="1754" y="83"/>
                    </a:lnTo>
                    <a:lnTo>
                      <a:pt x="13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5"/>
              <p:cNvSpPr/>
              <p:nvPr/>
            </p:nvSpPr>
            <p:spPr>
              <a:xfrm>
                <a:off x="2415950" y="2173900"/>
                <a:ext cx="47150" cy="64125"/>
              </a:xfrm>
              <a:custGeom>
                <a:rect b="b" l="l" r="r" t="t"/>
                <a:pathLst>
                  <a:path extrusionOk="0" h="2565" w="1886">
                    <a:moveTo>
                      <a:pt x="1132" y="1"/>
                    </a:moveTo>
                    <a:cubicBezTo>
                      <a:pt x="764" y="1"/>
                      <a:pt x="488" y="206"/>
                      <a:pt x="419" y="528"/>
                    </a:cubicBezTo>
                    <a:cubicBezTo>
                      <a:pt x="346" y="877"/>
                      <a:pt x="550" y="1140"/>
                      <a:pt x="925" y="1370"/>
                    </a:cubicBezTo>
                    <a:cubicBezTo>
                      <a:pt x="1231" y="1570"/>
                      <a:pt x="1336" y="1731"/>
                      <a:pt x="1287" y="1962"/>
                    </a:cubicBezTo>
                    <a:cubicBezTo>
                      <a:pt x="1244" y="2167"/>
                      <a:pt x="1080" y="2294"/>
                      <a:pt x="842" y="2294"/>
                    </a:cubicBezTo>
                    <a:cubicBezTo>
                      <a:pt x="791" y="2294"/>
                      <a:pt x="736" y="2288"/>
                      <a:pt x="678" y="2275"/>
                    </a:cubicBezTo>
                    <a:cubicBezTo>
                      <a:pt x="457" y="2229"/>
                      <a:pt x="263" y="2110"/>
                      <a:pt x="139" y="1992"/>
                    </a:cubicBezTo>
                    <a:lnTo>
                      <a:pt x="0" y="2241"/>
                    </a:lnTo>
                    <a:cubicBezTo>
                      <a:pt x="114" y="2358"/>
                      <a:pt x="359" y="2484"/>
                      <a:pt x="599" y="2534"/>
                    </a:cubicBezTo>
                    <a:cubicBezTo>
                      <a:pt x="696" y="2555"/>
                      <a:pt x="787" y="2565"/>
                      <a:pt x="872" y="2565"/>
                    </a:cubicBezTo>
                    <a:cubicBezTo>
                      <a:pt x="1294" y="2565"/>
                      <a:pt x="1551" y="2323"/>
                      <a:pt x="1618" y="2005"/>
                    </a:cubicBezTo>
                    <a:cubicBezTo>
                      <a:pt x="1695" y="1642"/>
                      <a:pt x="1525" y="1394"/>
                      <a:pt x="1141" y="1143"/>
                    </a:cubicBezTo>
                    <a:cubicBezTo>
                      <a:pt x="828" y="936"/>
                      <a:pt x="702" y="791"/>
                      <a:pt x="750" y="560"/>
                    </a:cubicBezTo>
                    <a:cubicBezTo>
                      <a:pt x="780" y="417"/>
                      <a:pt x="906" y="270"/>
                      <a:pt x="1147" y="270"/>
                    </a:cubicBezTo>
                    <a:cubicBezTo>
                      <a:pt x="1193" y="270"/>
                      <a:pt x="1242" y="276"/>
                      <a:pt x="1296" y="287"/>
                    </a:cubicBezTo>
                    <a:cubicBezTo>
                      <a:pt x="1520" y="336"/>
                      <a:pt x="1672" y="444"/>
                      <a:pt x="1742" y="506"/>
                    </a:cubicBezTo>
                    <a:lnTo>
                      <a:pt x="1885" y="263"/>
                    </a:lnTo>
                    <a:cubicBezTo>
                      <a:pt x="1788" y="178"/>
                      <a:pt x="1617" y="80"/>
                      <a:pt x="1363" y="26"/>
                    </a:cubicBezTo>
                    <a:cubicBezTo>
                      <a:pt x="1283" y="9"/>
                      <a:pt x="1205"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5"/>
              <p:cNvSpPr/>
              <p:nvPr/>
            </p:nvSpPr>
            <p:spPr>
              <a:xfrm>
                <a:off x="2475050" y="2186500"/>
                <a:ext cx="47125" cy="64150"/>
              </a:xfrm>
              <a:custGeom>
                <a:rect b="b" l="l" r="r" t="t"/>
                <a:pathLst>
                  <a:path extrusionOk="0" h="2566" w="1885">
                    <a:moveTo>
                      <a:pt x="1132" y="0"/>
                    </a:moveTo>
                    <a:cubicBezTo>
                      <a:pt x="764" y="0"/>
                      <a:pt x="488" y="206"/>
                      <a:pt x="419" y="528"/>
                    </a:cubicBezTo>
                    <a:cubicBezTo>
                      <a:pt x="346" y="877"/>
                      <a:pt x="551" y="1140"/>
                      <a:pt x="924" y="1370"/>
                    </a:cubicBezTo>
                    <a:cubicBezTo>
                      <a:pt x="1232" y="1570"/>
                      <a:pt x="1336" y="1730"/>
                      <a:pt x="1287" y="1962"/>
                    </a:cubicBezTo>
                    <a:cubicBezTo>
                      <a:pt x="1243" y="2167"/>
                      <a:pt x="1082" y="2293"/>
                      <a:pt x="845" y="2293"/>
                    </a:cubicBezTo>
                    <a:cubicBezTo>
                      <a:pt x="793" y="2293"/>
                      <a:pt x="737" y="2286"/>
                      <a:pt x="678" y="2274"/>
                    </a:cubicBezTo>
                    <a:cubicBezTo>
                      <a:pt x="458" y="2227"/>
                      <a:pt x="263" y="2109"/>
                      <a:pt x="139" y="1990"/>
                    </a:cubicBezTo>
                    <a:lnTo>
                      <a:pt x="1" y="2242"/>
                    </a:lnTo>
                    <a:cubicBezTo>
                      <a:pt x="114" y="2357"/>
                      <a:pt x="361" y="2484"/>
                      <a:pt x="599" y="2535"/>
                    </a:cubicBezTo>
                    <a:cubicBezTo>
                      <a:pt x="697" y="2556"/>
                      <a:pt x="788" y="2565"/>
                      <a:pt x="872" y="2565"/>
                    </a:cubicBezTo>
                    <a:cubicBezTo>
                      <a:pt x="1294" y="2565"/>
                      <a:pt x="1552" y="2324"/>
                      <a:pt x="1620" y="2006"/>
                    </a:cubicBezTo>
                    <a:cubicBezTo>
                      <a:pt x="1697" y="1642"/>
                      <a:pt x="1526" y="1393"/>
                      <a:pt x="1141" y="1143"/>
                    </a:cubicBezTo>
                    <a:cubicBezTo>
                      <a:pt x="827" y="938"/>
                      <a:pt x="702" y="792"/>
                      <a:pt x="750" y="560"/>
                    </a:cubicBezTo>
                    <a:cubicBezTo>
                      <a:pt x="780" y="418"/>
                      <a:pt x="907" y="271"/>
                      <a:pt x="1148" y="271"/>
                    </a:cubicBezTo>
                    <a:cubicBezTo>
                      <a:pt x="1193" y="271"/>
                      <a:pt x="1242" y="276"/>
                      <a:pt x="1296" y="288"/>
                    </a:cubicBezTo>
                    <a:cubicBezTo>
                      <a:pt x="1521" y="335"/>
                      <a:pt x="1671" y="446"/>
                      <a:pt x="1743" y="505"/>
                    </a:cubicBezTo>
                    <a:lnTo>
                      <a:pt x="1885" y="263"/>
                    </a:lnTo>
                    <a:cubicBezTo>
                      <a:pt x="1789" y="178"/>
                      <a:pt x="1617" y="80"/>
                      <a:pt x="1363" y="26"/>
                    </a:cubicBezTo>
                    <a:cubicBezTo>
                      <a:pt x="1283" y="8"/>
                      <a:pt x="120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5"/>
              <p:cNvSpPr/>
              <p:nvPr/>
            </p:nvSpPr>
            <p:spPr>
              <a:xfrm>
                <a:off x="2253475" y="1858350"/>
                <a:ext cx="143175" cy="131075"/>
              </a:xfrm>
              <a:custGeom>
                <a:rect b="b" l="l" r="r" t="t"/>
                <a:pathLst>
                  <a:path extrusionOk="0" h="5243" w="5727">
                    <a:moveTo>
                      <a:pt x="3678" y="1"/>
                    </a:moveTo>
                    <a:cubicBezTo>
                      <a:pt x="3678" y="1"/>
                      <a:pt x="3370" y="139"/>
                      <a:pt x="3306" y="378"/>
                    </a:cubicBezTo>
                    <a:cubicBezTo>
                      <a:pt x="3241" y="619"/>
                      <a:pt x="3039" y="1603"/>
                      <a:pt x="3039" y="1603"/>
                    </a:cubicBezTo>
                    <a:lnTo>
                      <a:pt x="2476" y="1892"/>
                    </a:lnTo>
                    <a:cubicBezTo>
                      <a:pt x="2467" y="1833"/>
                      <a:pt x="2425" y="1785"/>
                      <a:pt x="2364" y="1771"/>
                    </a:cubicBezTo>
                    <a:lnTo>
                      <a:pt x="2169" y="1730"/>
                    </a:lnTo>
                    <a:cubicBezTo>
                      <a:pt x="2159" y="1728"/>
                      <a:pt x="2149" y="1727"/>
                      <a:pt x="2139" y="1727"/>
                    </a:cubicBezTo>
                    <a:cubicBezTo>
                      <a:pt x="2072" y="1727"/>
                      <a:pt x="2011" y="1774"/>
                      <a:pt x="1997" y="1843"/>
                    </a:cubicBezTo>
                    <a:lnTo>
                      <a:pt x="1932" y="2142"/>
                    </a:lnTo>
                    <a:cubicBezTo>
                      <a:pt x="1930" y="2152"/>
                      <a:pt x="1932" y="2161"/>
                      <a:pt x="1932" y="2172"/>
                    </a:cubicBezTo>
                    <a:lnTo>
                      <a:pt x="766" y="2770"/>
                    </a:lnTo>
                    <a:cubicBezTo>
                      <a:pt x="766" y="2770"/>
                      <a:pt x="0" y="3141"/>
                      <a:pt x="139" y="3462"/>
                    </a:cubicBezTo>
                    <a:lnTo>
                      <a:pt x="2783" y="2879"/>
                    </a:lnTo>
                    <a:lnTo>
                      <a:pt x="2471" y="4449"/>
                    </a:lnTo>
                    <a:lnTo>
                      <a:pt x="1980" y="4702"/>
                    </a:lnTo>
                    <a:cubicBezTo>
                      <a:pt x="1980" y="4702"/>
                      <a:pt x="1754" y="4812"/>
                      <a:pt x="1795" y="4906"/>
                    </a:cubicBezTo>
                    <a:lnTo>
                      <a:pt x="2435" y="4766"/>
                    </a:lnTo>
                    <a:lnTo>
                      <a:pt x="2435" y="4766"/>
                    </a:lnTo>
                    <a:cubicBezTo>
                      <a:pt x="2430" y="4867"/>
                      <a:pt x="2496" y="4962"/>
                      <a:pt x="2599" y="4983"/>
                    </a:cubicBezTo>
                    <a:cubicBezTo>
                      <a:pt x="2614" y="4986"/>
                      <a:pt x="2628" y="4988"/>
                      <a:pt x="2642" y="4988"/>
                    </a:cubicBezTo>
                    <a:cubicBezTo>
                      <a:pt x="2729" y="4988"/>
                      <a:pt x="2806" y="4933"/>
                      <a:pt x="2837" y="4850"/>
                    </a:cubicBezTo>
                    <a:lnTo>
                      <a:pt x="3364" y="5242"/>
                    </a:lnTo>
                    <a:cubicBezTo>
                      <a:pt x="3440" y="5173"/>
                      <a:pt x="3278" y="4980"/>
                      <a:pt x="3278" y="4980"/>
                    </a:cubicBezTo>
                    <a:lnTo>
                      <a:pt x="2922" y="4534"/>
                    </a:lnTo>
                    <a:lnTo>
                      <a:pt x="3291" y="2990"/>
                    </a:lnTo>
                    <a:cubicBezTo>
                      <a:pt x="3294" y="2991"/>
                      <a:pt x="3297" y="2992"/>
                      <a:pt x="3299" y="2992"/>
                    </a:cubicBezTo>
                    <a:lnTo>
                      <a:pt x="5465" y="4606"/>
                    </a:lnTo>
                    <a:cubicBezTo>
                      <a:pt x="5726" y="4369"/>
                      <a:pt x="5179" y="3716"/>
                      <a:pt x="5179" y="3716"/>
                    </a:cubicBezTo>
                    <a:lnTo>
                      <a:pt x="4395" y="2735"/>
                    </a:lnTo>
                    <a:cubicBezTo>
                      <a:pt x="4410" y="2719"/>
                      <a:pt x="4420" y="2699"/>
                      <a:pt x="4425" y="2676"/>
                    </a:cubicBezTo>
                    <a:lnTo>
                      <a:pt x="4489" y="2377"/>
                    </a:lnTo>
                    <a:cubicBezTo>
                      <a:pt x="4506" y="2298"/>
                      <a:pt x="4456" y="2220"/>
                      <a:pt x="4377" y="2204"/>
                    </a:cubicBezTo>
                    <a:lnTo>
                      <a:pt x="4183" y="2162"/>
                    </a:lnTo>
                    <a:cubicBezTo>
                      <a:pt x="4173" y="2161"/>
                      <a:pt x="4163" y="2160"/>
                      <a:pt x="4154" y="2160"/>
                    </a:cubicBezTo>
                    <a:cubicBezTo>
                      <a:pt x="4126" y="2160"/>
                      <a:pt x="4100" y="2167"/>
                      <a:pt x="4077" y="2181"/>
                    </a:cubicBezTo>
                    <a:lnTo>
                      <a:pt x="4075" y="2179"/>
                    </a:lnTo>
                    <a:lnTo>
                      <a:pt x="4075" y="2182"/>
                    </a:lnTo>
                    <a:cubicBezTo>
                      <a:pt x="4047" y="2200"/>
                      <a:pt x="4028" y="2227"/>
                      <a:pt x="4016" y="2259"/>
                    </a:cubicBezTo>
                    <a:lnTo>
                      <a:pt x="3619" y="1761"/>
                    </a:lnTo>
                    <a:lnTo>
                      <a:pt x="3593" y="1724"/>
                    </a:lnTo>
                    <a:cubicBezTo>
                      <a:pt x="3593" y="1724"/>
                      <a:pt x="3819" y="745"/>
                      <a:pt x="3860" y="500"/>
                    </a:cubicBezTo>
                    <a:cubicBezTo>
                      <a:pt x="3901" y="255"/>
                      <a:pt x="3678" y="1"/>
                      <a:pt x="3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5"/>
              <p:cNvSpPr/>
              <p:nvPr/>
            </p:nvSpPr>
            <p:spPr>
              <a:xfrm>
                <a:off x="1936525" y="1786750"/>
                <a:ext cx="8875" cy="26575"/>
              </a:xfrm>
              <a:custGeom>
                <a:rect b="b" l="l" r="r" t="t"/>
                <a:pathLst>
                  <a:path extrusionOk="0" h="1063" w="355">
                    <a:moveTo>
                      <a:pt x="221" y="1"/>
                    </a:moveTo>
                    <a:lnTo>
                      <a:pt x="1" y="1033"/>
                    </a:lnTo>
                    <a:lnTo>
                      <a:pt x="136" y="1062"/>
                    </a:lnTo>
                    <a:lnTo>
                      <a:pt x="355" y="29"/>
                    </a:lnTo>
                    <a:lnTo>
                      <a:pt x="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5"/>
              <p:cNvSpPr/>
              <p:nvPr/>
            </p:nvSpPr>
            <p:spPr>
              <a:xfrm>
                <a:off x="1951450" y="1789900"/>
                <a:ext cx="24900" cy="29925"/>
              </a:xfrm>
              <a:custGeom>
                <a:rect b="b" l="l" r="r" t="t"/>
                <a:pathLst>
                  <a:path extrusionOk="0" h="1197" w="996">
                    <a:moveTo>
                      <a:pt x="220" y="1"/>
                    </a:moveTo>
                    <a:lnTo>
                      <a:pt x="0" y="1034"/>
                    </a:lnTo>
                    <a:lnTo>
                      <a:pt x="126" y="1058"/>
                    </a:lnTo>
                    <a:lnTo>
                      <a:pt x="221" y="618"/>
                    </a:lnTo>
                    <a:cubicBezTo>
                      <a:pt x="258" y="445"/>
                      <a:pt x="280" y="320"/>
                      <a:pt x="301" y="189"/>
                    </a:cubicBezTo>
                    <a:lnTo>
                      <a:pt x="306" y="189"/>
                    </a:lnTo>
                    <a:cubicBezTo>
                      <a:pt x="335" y="312"/>
                      <a:pt x="378" y="444"/>
                      <a:pt x="425" y="574"/>
                    </a:cubicBezTo>
                    <a:lnTo>
                      <a:pt x="642" y="1168"/>
                    </a:lnTo>
                    <a:lnTo>
                      <a:pt x="777" y="1196"/>
                    </a:lnTo>
                    <a:lnTo>
                      <a:pt x="996" y="165"/>
                    </a:lnTo>
                    <a:lnTo>
                      <a:pt x="871" y="138"/>
                    </a:lnTo>
                    <a:lnTo>
                      <a:pt x="779" y="569"/>
                    </a:lnTo>
                    <a:cubicBezTo>
                      <a:pt x="744" y="731"/>
                      <a:pt x="720" y="857"/>
                      <a:pt x="703" y="997"/>
                    </a:cubicBezTo>
                    <a:lnTo>
                      <a:pt x="701" y="999"/>
                    </a:lnTo>
                    <a:cubicBezTo>
                      <a:pt x="674" y="883"/>
                      <a:pt x="636" y="760"/>
                      <a:pt x="586" y="624"/>
                    </a:cubicBezTo>
                    <a:lnTo>
                      <a:pt x="366" y="32"/>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5"/>
              <p:cNvSpPr/>
              <p:nvPr/>
            </p:nvSpPr>
            <p:spPr>
              <a:xfrm>
                <a:off x="1984350" y="1795900"/>
                <a:ext cx="19775" cy="28250"/>
              </a:xfrm>
              <a:custGeom>
                <a:rect b="b" l="l" r="r" t="t"/>
                <a:pathLst>
                  <a:path extrusionOk="0" h="1130" w="791">
                    <a:moveTo>
                      <a:pt x="26" y="1"/>
                    </a:moveTo>
                    <a:lnTo>
                      <a:pt x="1" y="113"/>
                    </a:lnTo>
                    <a:lnTo>
                      <a:pt x="314" y="179"/>
                    </a:lnTo>
                    <a:lnTo>
                      <a:pt x="122" y="1101"/>
                    </a:lnTo>
                    <a:lnTo>
                      <a:pt x="256" y="1130"/>
                    </a:lnTo>
                    <a:lnTo>
                      <a:pt x="450" y="209"/>
                    </a:lnTo>
                    <a:lnTo>
                      <a:pt x="766" y="276"/>
                    </a:lnTo>
                    <a:lnTo>
                      <a:pt x="790" y="163"/>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5"/>
              <p:cNvSpPr/>
              <p:nvPr/>
            </p:nvSpPr>
            <p:spPr>
              <a:xfrm>
                <a:off x="2007200" y="1801800"/>
                <a:ext cx="19450" cy="28900"/>
              </a:xfrm>
              <a:custGeom>
                <a:rect b="b" l="l" r="r" t="t"/>
                <a:pathLst>
                  <a:path extrusionOk="0" h="1156" w="778">
                    <a:moveTo>
                      <a:pt x="221" y="0"/>
                    </a:moveTo>
                    <a:lnTo>
                      <a:pt x="1" y="1032"/>
                    </a:lnTo>
                    <a:lnTo>
                      <a:pt x="582" y="1156"/>
                    </a:lnTo>
                    <a:lnTo>
                      <a:pt x="605" y="1044"/>
                    </a:lnTo>
                    <a:lnTo>
                      <a:pt x="158" y="948"/>
                    </a:lnTo>
                    <a:lnTo>
                      <a:pt x="236" y="576"/>
                    </a:lnTo>
                    <a:lnTo>
                      <a:pt x="638" y="663"/>
                    </a:lnTo>
                    <a:lnTo>
                      <a:pt x="661" y="552"/>
                    </a:lnTo>
                    <a:lnTo>
                      <a:pt x="261" y="468"/>
                    </a:lnTo>
                    <a:lnTo>
                      <a:pt x="330" y="142"/>
                    </a:lnTo>
                    <a:lnTo>
                      <a:pt x="754" y="231"/>
                    </a:lnTo>
                    <a:lnTo>
                      <a:pt x="778" y="119"/>
                    </a:lnTo>
                    <a:lnTo>
                      <a:pt x="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5"/>
              <p:cNvSpPr/>
              <p:nvPr/>
            </p:nvSpPr>
            <p:spPr>
              <a:xfrm>
                <a:off x="2031800" y="1807375"/>
                <a:ext cx="20375" cy="29075"/>
              </a:xfrm>
              <a:custGeom>
                <a:rect b="b" l="l" r="r" t="t"/>
                <a:pathLst>
                  <a:path extrusionOk="0" h="1163" w="815">
                    <a:moveTo>
                      <a:pt x="340" y="121"/>
                    </a:moveTo>
                    <a:cubicBezTo>
                      <a:pt x="365" y="121"/>
                      <a:pt x="407" y="124"/>
                      <a:pt x="463" y="136"/>
                    </a:cubicBezTo>
                    <a:cubicBezTo>
                      <a:pt x="604" y="168"/>
                      <a:pt x="687" y="248"/>
                      <a:pt x="660" y="380"/>
                    </a:cubicBezTo>
                    <a:cubicBezTo>
                      <a:pt x="639" y="478"/>
                      <a:pt x="562" y="535"/>
                      <a:pt x="456" y="535"/>
                    </a:cubicBezTo>
                    <a:cubicBezTo>
                      <a:pt x="434" y="535"/>
                      <a:pt x="411" y="533"/>
                      <a:pt x="386" y="527"/>
                    </a:cubicBezTo>
                    <a:lnTo>
                      <a:pt x="249" y="497"/>
                    </a:lnTo>
                    <a:lnTo>
                      <a:pt x="329" y="121"/>
                    </a:lnTo>
                    <a:cubicBezTo>
                      <a:pt x="333" y="121"/>
                      <a:pt x="336" y="121"/>
                      <a:pt x="340" y="121"/>
                    </a:cubicBezTo>
                    <a:close/>
                    <a:moveTo>
                      <a:pt x="217" y="0"/>
                    </a:moveTo>
                    <a:lnTo>
                      <a:pt x="0" y="1019"/>
                    </a:lnTo>
                    <a:lnTo>
                      <a:pt x="133" y="1048"/>
                    </a:lnTo>
                    <a:lnTo>
                      <a:pt x="228" y="601"/>
                    </a:lnTo>
                    <a:lnTo>
                      <a:pt x="354" y="627"/>
                    </a:lnTo>
                    <a:cubicBezTo>
                      <a:pt x="474" y="657"/>
                      <a:pt x="517" y="721"/>
                      <a:pt x="517" y="871"/>
                    </a:cubicBezTo>
                    <a:cubicBezTo>
                      <a:pt x="519" y="1007"/>
                      <a:pt x="524" y="1101"/>
                      <a:pt x="535" y="1133"/>
                    </a:cubicBezTo>
                    <a:lnTo>
                      <a:pt x="672" y="1163"/>
                    </a:lnTo>
                    <a:cubicBezTo>
                      <a:pt x="660" y="1117"/>
                      <a:pt x="656" y="1013"/>
                      <a:pt x="653" y="863"/>
                    </a:cubicBezTo>
                    <a:cubicBezTo>
                      <a:pt x="651" y="749"/>
                      <a:pt x="619" y="665"/>
                      <a:pt x="546" y="621"/>
                    </a:cubicBezTo>
                    <a:lnTo>
                      <a:pt x="547" y="616"/>
                    </a:lnTo>
                    <a:cubicBezTo>
                      <a:pt x="664" y="604"/>
                      <a:pt x="768" y="531"/>
                      <a:pt x="798" y="394"/>
                    </a:cubicBezTo>
                    <a:cubicBezTo>
                      <a:pt x="814" y="314"/>
                      <a:pt x="800" y="236"/>
                      <a:pt x="758" y="181"/>
                    </a:cubicBezTo>
                    <a:cubicBezTo>
                      <a:pt x="706" y="107"/>
                      <a:pt x="619" y="63"/>
                      <a:pt x="476" y="32"/>
                    </a:cubicBezTo>
                    <a:cubicBezTo>
                      <a:pt x="386" y="12"/>
                      <a:pt x="287"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5"/>
              <p:cNvSpPr/>
              <p:nvPr/>
            </p:nvSpPr>
            <p:spPr>
              <a:xfrm>
                <a:off x="2058125" y="1812600"/>
                <a:ext cx="24925" cy="29925"/>
              </a:xfrm>
              <a:custGeom>
                <a:rect b="b" l="l" r="r" t="t"/>
                <a:pathLst>
                  <a:path extrusionOk="0" h="1197" w="997">
                    <a:moveTo>
                      <a:pt x="220" y="1"/>
                    </a:moveTo>
                    <a:lnTo>
                      <a:pt x="1" y="1033"/>
                    </a:lnTo>
                    <a:lnTo>
                      <a:pt x="128" y="1057"/>
                    </a:lnTo>
                    <a:lnTo>
                      <a:pt x="221" y="615"/>
                    </a:lnTo>
                    <a:cubicBezTo>
                      <a:pt x="259" y="444"/>
                      <a:pt x="280" y="319"/>
                      <a:pt x="301" y="187"/>
                    </a:cubicBezTo>
                    <a:lnTo>
                      <a:pt x="306" y="187"/>
                    </a:lnTo>
                    <a:cubicBezTo>
                      <a:pt x="335" y="310"/>
                      <a:pt x="379" y="443"/>
                      <a:pt x="427" y="573"/>
                    </a:cubicBezTo>
                    <a:lnTo>
                      <a:pt x="643" y="1167"/>
                    </a:lnTo>
                    <a:lnTo>
                      <a:pt x="778" y="1196"/>
                    </a:lnTo>
                    <a:lnTo>
                      <a:pt x="996" y="165"/>
                    </a:lnTo>
                    <a:lnTo>
                      <a:pt x="871" y="138"/>
                    </a:lnTo>
                    <a:lnTo>
                      <a:pt x="780" y="569"/>
                    </a:lnTo>
                    <a:cubicBezTo>
                      <a:pt x="746" y="731"/>
                      <a:pt x="721" y="857"/>
                      <a:pt x="704" y="997"/>
                    </a:cubicBezTo>
                    <a:lnTo>
                      <a:pt x="701" y="999"/>
                    </a:lnTo>
                    <a:cubicBezTo>
                      <a:pt x="674" y="883"/>
                      <a:pt x="637" y="760"/>
                      <a:pt x="587" y="624"/>
                    </a:cubicBezTo>
                    <a:lnTo>
                      <a:pt x="366" y="31"/>
                    </a:lnTo>
                    <a:lnTo>
                      <a:pt x="2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5"/>
              <p:cNvSpPr/>
              <p:nvPr/>
            </p:nvSpPr>
            <p:spPr>
              <a:xfrm>
                <a:off x="2087125" y="1820625"/>
                <a:ext cx="21625" cy="28600"/>
              </a:xfrm>
              <a:custGeom>
                <a:rect b="b" l="l" r="r" t="t"/>
                <a:pathLst>
                  <a:path extrusionOk="0" h="1144" w="865">
                    <a:moveTo>
                      <a:pt x="625" y="137"/>
                    </a:moveTo>
                    <a:cubicBezTo>
                      <a:pt x="628" y="200"/>
                      <a:pt x="629" y="264"/>
                      <a:pt x="638" y="337"/>
                    </a:cubicBezTo>
                    <a:lnTo>
                      <a:pt x="676" y="655"/>
                    </a:lnTo>
                    <a:lnTo>
                      <a:pt x="364" y="590"/>
                    </a:lnTo>
                    <a:lnTo>
                      <a:pt x="530" y="312"/>
                    </a:lnTo>
                    <a:cubicBezTo>
                      <a:pt x="562" y="254"/>
                      <a:pt x="593" y="194"/>
                      <a:pt x="620" y="137"/>
                    </a:cubicBezTo>
                    <a:close/>
                    <a:moveTo>
                      <a:pt x="571" y="0"/>
                    </a:moveTo>
                    <a:lnTo>
                      <a:pt x="0" y="959"/>
                    </a:lnTo>
                    <a:lnTo>
                      <a:pt x="139" y="989"/>
                    </a:lnTo>
                    <a:lnTo>
                      <a:pt x="315" y="687"/>
                    </a:lnTo>
                    <a:lnTo>
                      <a:pt x="680" y="766"/>
                    </a:lnTo>
                    <a:lnTo>
                      <a:pt x="722" y="1114"/>
                    </a:lnTo>
                    <a:lnTo>
                      <a:pt x="865" y="1144"/>
                    </a:lnTo>
                    <a:lnTo>
                      <a:pt x="732" y="35"/>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5"/>
              <p:cNvSpPr/>
              <p:nvPr/>
            </p:nvSpPr>
            <p:spPr>
              <a:xfrm>
                <a:off x="2117275" y="1824150"/>
                <a:ext cx="19750" cy="28250"/>
              </a:xfrm>
              <a:custGeom>
                <a:rect b="b" l="l" r="r" t="t"/>
                <a:pathLst>
                  <a:path extrusionOk="0" h="1130" w="790">
                    <a:moveTo>
                      <a:pt x="25" y="1"/>
                    </a:moveTo>
                    <a:lnTo>
                      <a:pt x="0" y="114"/>
                    </a:lnTo>
                    <a:lnTo>
                      <a:pt x="314" y="181"/>
                    </a:lnTo>
                    <a:lnTo>
                      <a:pt x="120" y="1101"/>
                    </a:lnTo>
                    <a:lnTo>
                      <a:pt x="254" y="1129"/>
                    </a:lnTo>
                    <a:lnTo>
                      <a:pt x="449"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5"/>
              <p:cNvSpPr/>
              <p:nvPr/>
            </p:nvSpPr>
            <p:spPr>
              <a:xfrm>
                <a:off x="2140125" y="1830075"/>
                <a:ext cx="8825" cy="26525"/>
              </a:xfrm>
              <a:custGeom>
                <a:rect b="b" l="l" r="r" t="t"/>
                <a:pathLst>
                  <a:path extrusionOk="0" h="1061" w="353">
                    <a:moveTo>
                      <a:pt x="220" y="0"/>
                    </a:moveTo>
                    <a:lnTo>
                      <a:pt x="1" y="1033"/>
                    </a:lnTo>
                    <a:lnTo>
                      <a:pt x="134" y="1061"/>
                    </a:lnTo>
                    <a:lnTo>
                      <a:pt x="352" y="28"/>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5"/>
              <p:cNvSpPr/>
              <p:nvPr/>
            </p:nvSpPr>
            <p:spPr>
              <a:xfrm>
                <a:off x="2154550" y="1834750"/>
                <a:ext cx="26975" cy="27175"/>
              </a:xfrm>
              <a:custGeom>
                <a:rect b="b" l="l" r="r" t="t"/>
                <a:pathLst>
                  <a:path extrusionOk="0" h="1087" w="1079">
                    <a:moveTo>
                      <a:pt x="562" y="112"/>
                    </a:moveTo>
                    <a:cubicBezTo>
                      <a:pt x="584" y="112"/>
                      <a:pt x="608" y="114"/>
                      <a:pt x="632" y="119"/>
                    </a:cubicBezTo>
                    <a:cubicBezTo>
                      <a:pt x="854" y="167"/>
                      <a:pt x="916" y="404"/>
                      <a:pt x="872" y="610"/>
                    </a:cubicBezTo>
                    <a:cubicBezTo>
                      <a:pt x="828" y="818"/>
                      <a:pt x="695" y="976"/>
                      <a:pt x="517" y="976"/>
                    </a:cubicBezTo>
                    <a:cubicBezTo>
                      <a:pt x="495" y="976"/>
                      <a:pt x="473" y="973"/>
                      <a:pt x="450" y="969"/>
                    </a:cubicBezTo>
                    <a:cubicBezTo>
                      <a:pt x="239" y="923"/>
                      <a:pt x="161" y="700"/>
                      <a:pt x="209" y="480"/>
                    </a:cubicBezTo>
                    <a:cubicBezTo>
                      <a:pt x="252" y="277"/>
                      <a:pt x="378" y="112"/>
                      <a:pt x="562" y="112"/>
                    </a:cubicBezTo>
                    <a:close/>
                    <a:moveTo>
                      <a:pt x="556" y="0"/>
                    </a:moveTo>
                    <a:cubicBezTo>
                      <a:pt x="325" y="0"/>
                      <a:pt x="127" y="167"/>
                      <a:pt x="66" y="453"/>
                    </a:cubicBezTo>
                    <a:cubicBezTo>
                      <a:pt x="0" y="764"/>
                      <a:pt x="147" y="1017"/>
                      <a:pt x="419" y="1075"/>
                    </a:cubicBezTo>
                    <a:cubicBezTo>
                      <a:pt x="456" y="1083"/>
                      <a:pt x="492" y="1087"/>
                      <a:pt x="528" y="1087"/>
                    </a:cubicBezTo>
                    <a:cubicBezTo>
                      <a:pt x="750" y="1087"/>
                      <a:pt x="949" y="938"/>
                      <a:pt x="1014" y="633"/>
                    </a:cubicBezTo>
                    <a:cubicBezTo>
                      <a:pt x="1079" y="326"/>
                      <a:pt x="943" y="72"/>
                      <a:pt x="661"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5"/>
              <p:cNvSpPr/>
              <p:nvPr/>
            </p:nvSpPr>
            <p:spPr>
              <a:xfrm>
                <a:off x="2187150" y="1840075"/>
                <a:ext cx="24875" cy="30000"/>
              </a:xfrm>
              <a:custGeom>
                <a:rect b="b" l="l" r="r" t="t"/>
                <a:pathLst>
                  <a:path extrusionOk="0" h="1200" w="995">
                    <a:moveTo>
                      <a:pt x="219" y="0"/>
                    </a:moveTo>
                    <a:lnTo>
                      <a:pt x="1" y="1032"/>
                    </a:lnTo>
                    <a:lnTo>
                      <a:pt x="125" y="1061"/>
                    </a:lnTo>
                    <a:lnTo>
                      <a:pt x="219" y="619"/>
                    </a:lnTo>
                    <a:cubicBezTo>
                      <a:pt x="255" y="448"/>
                      <a:pt x="278" y="323"/>
                      <a:pt x="299" y="191"/>
                    </a:cubicBezTo>
                    <a:lnTo>
                      <a:pt x="304" y="191"/>
                    </a:lnTo>
                    <a:cubicBezTo>
                      <a:pt x="333" y="314"/>
                      <a:pt x="377" y="447"/>
                      <a:pt x="425" y="577"/>
                    </a:cubicBezTo>
                    <a:lnTo>
                      <a:pt x="641" y="1170"/>
                    </a:lnTo>
                    <a:lnTo>
                      <a:pt x="775" y="1199"/>
                    </a:lnTo>
                    <a:lnTo>
                      <a:pt x="994" y="165"/>
                    </a:lnTo>
                    <a:lnTo>
                      <a:pt x="869" y="139"/>
                    </a:lnTo>
                    <a:lnTo>
                      <a:pt x="777" y="571"/>
                    </a:lnTo>
                    <a:cubicBezTo>
                      <a:pt x="743" y="733"/>
                      <a:pt x="720" y="859"/>
                      <a:pt x="703" y="999"/>
                    </a:cubicBezTo>
                    <a:lnTo>
                      <a:pt x="700" y="1000"/>
                    </a:lnTo>
                    <a:cubicBezTo>
                      <a:pt x="673" y="883"/>
                      <a:pt x="636" y="762"/>
                      <a:pt x="586" y="625"/>
                    </a:cubicBezTo>
                    <a:lnTo>
                      <a:pt x="365" y="31"/>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5"/>
              <p:cNvSpPr/>
              <p:nvPr/>
            </p:nvSpPr>
            <p:spPr>
              <a:xfrm>
                <a:off x="2216125" y="1848075"/>
                <a:ext cx="21625" cy="28550"/>
              </a:xfrm>
              <a:custGeom>
                <a:rect b="b" l="l" r="r" t="t"/>
                <a:pathLst>
                  <a:path extrusionOk="0" h="1142" w="865">
                    <a:moveTo>
                      <a:pt x="622" y="134"/>
                    </a:moveTo>
                    <a:lnTo>
                      <a:pt x="626" y="136"/>
                    </a:lnTo>
                    <a:cubicBezTo>
                      <a:pt x="627" y="199"/>
                      <a:pt x="630" y="263"/>
                      <a:pt x="639" y="336"/>
                    </a:cubicBezTo>
                    <a:lnTo>
                      <a:pt x="678" y="654"/>
                    </a:lnTo>
                    <a:lnTo>
                      <a:pt x="365" y="588"/>
                    </a:lnTo>
                    <a:lnTo>
                      <a:pt x="530" y="311"/>
                    </a:lnTo>
                    <a:cubicBezTo>
                      <a:pt x="562" y="252"/>
                      <a:pt x="593" y="193"/>
                      <a:pt x="622" y="134"/>
                    </a:cubicBezTo>
                    <a:close/>
                    <a:moveTo>
                      <a:pt x="571" y="0"/>
                    </a:moveTo>
                    <a:lnTo>
                      <a:pt x="0" y="959"/>
                    </a:lnTo>
                    <a:lnTo>
                      <a:pt x="138" y="989"/>
                    </a:lnTo>
                    <a:lnTo>
                      <a:pt x="315" y="686"/>
                    </a:lnTo>
                    <a:lnTo>
                      <a:pt x="680" y="763"/>
                    </a:lnTo>
                    <a:lnTo>
                      <a:pt x="721" y="1110"/>
                    </a:lnTo>
                    <a:lnTo>
                      <a:pt x="865" y="1141"/>
                    </a:lnTo>
                    <a:lnTo>
                      <a:pt x="865" y="1141"/>
                    </a:lnTo>
                    <a:lnTo>
                      <a:pt x="732" y="34"/>
                    </a:lnTo>
                    <a:lnTo>
                      <a:pt x="5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5"/>
              <p:cNvSpPr/>
              <p:nvPr/>
            </p:nvSpPr>
            <p:spPr>
              <a:xfrm>
                <a:off x="2247325" y="1852850"/>
                <a:ext cx="14950" cy="28900"/>
              </a:xfrm>
              <a:custGeom>
                <a:rect b="b" l="l" r="r" t="t"/>
                <a:pathLst>
                  <a:path extrusionOk="0" h="1156" w="598">
                    <a:moveTo>
                      <a:pt x="219" y="0"/>
                    </a:moveTo>
                    <a:lnTo>
                      <a:pt x="1" y="1034"/>
                    </a:lnTo>
                    <a:lnTo>
                      <a:pt x="575" y="1156"/>
                    </a:lnTo>
                    <a:lnTo>
                      <a:pt x="598" y="1044"/>
                    </a:lnTo>
                    <a:lnTo>
                      <a:pt x="157" y="949"/>
                    </a:lnTo>
                    <a:lnTo>
                      <a:pt x="353" y="29"/>
                    </a:lnTo>
                    <a:lnTo>
                      <a:pt x="2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5"/>
              <p:cNvSpPr/>
              <p:nvPr/>
            </p:nvSpPr>
            <p:spPr>
              <a:xfrm>
                <a:off x="2447850" y="1896625"/>
                <a:ext cx="19650" cy="26750"/>
              </a:xfrm>
              <a:custGeom>
                <a:rect b="b" l="l" r="r" t="t"/>
                <a:pathLst>
                  <a:path extrusionOk="0" h="1070" w="786">
                    <a:moveTo>
                      <a:pt x="471" y="1"/>
                    </a:moveTo>
                    <a:cubicBezTo>
                      <a:pt x="317" y="1"/>
                      <a:pt x="202" y="87"/>
                      <a:pt x="175" y="221"/>
                    </a:cubicBezTo>
                    <a:cubicBezTo>
                      <a:pt x="144" y="366"/>
                      <a:pt x="228" y="476"/>
                      <a:pt x="385" y="571"/>
                    </a:cubicBezTo>
                    <a:cubicBezTo>
                      <a:pt x="512" y="654"/>
                      <a:pt x="557" y="721"/>
                      <a:pt x="536" y="818"/>
                    </a:cubicBezTo>
                    <a:cubicBezTo>
                      <a:pt x="516" y="904"/>
                      <a:pt x="450" y="956"/>
                      <a:pt x="351" y="956"/>
                    </a:cubicBezTo>
                    <a:cubicBezTo>
                      <a:pt x="330" y="956"/>
                      <a:pt x="307" y="953"/>
                      <a:pt x="282" y="948"/>
                    </a:cubicBezTo>
                    <a:cubicBezTo>
                      <a:pt x="190" y="930"/>
                      <a:pt x="109" y="880"/>
                      <a:pt x="57" y="831"/>
                    </a:cubicBezTo>
                    <a:lnTo>
                      <a:pt x="0" y="936"/>
                    </a:lnTo>
                    <a:cubicBezTo>
                      <a:pt x="47" y="983"/>
                      <a:pt x="150" y="1036"/>
                      <a:pt x="249" y="1056"/>
                    </a:cubicBezTo>
                    <a:cubicBezTo>
                      <a:pt x="290" y="1065"/>
                      <a:pt x="329" y="1069"/>
                      <a:pt x="364" y="1069"/>
                    </a:cubicBezTo>
                    <a:cubicBezTo>
                      <a:pt x="540" y="1069"/>
                      <a:pt x="647" y="970"/>
                      <a:pt x="675" y="837"/>
                    </a:cubicBezTo>
                    <a:cubicBezTo>
                      <a:pt x="707" y="684"/>
                      <a:pt x="635" y="581"/>
                      <a:pt x="475" y="477"/>
                    </a:cubicBezTo>
                    <a:cubicBezTo>
                      <a:pt x="345" y="391"/>
                      <a:pt x="292" y="331"/>
                      <a:pt x="313" y="234"/>
                    </a:cubicBezTo>
                    <a:cubicBezTo>
                      <a:pt x="326" y="174"/>
                      <a:pt x="378" y="114"/>
                      <a:pt x="478" y="114"/>
                    </a:cubicBezTo>
                    <a:cubicBezTo>
                      <a:pt x="497" y="114"/>
                      <a:pt x="518" y="116"/>
                      <a:pt x="540" y="121"/>
                    </a:cubicBezTo>
                    <a:cubicBezTo>
                      <a:pt x="633" y="140"/>
                      <a:pt x="696" y="185"/>
                      <a:pt x="726" y="210"/>
                    </a:cubicBezTo>
                    <a:lnTo>
                      <a:pt x="786" y="110"/>
                    </a:lnTo>
                    <a:cubicBezTo>
                      <a:pt x="744" y="74"/>
                      <a:pt x="674" y="34"/>
                      <a:pt x="568" y="11"/>
                    </a:cubicBezTo>
                    <a:cubicBezTo>
                      <a:pt x="534" y="4"/>
                      <a:pt x="502"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5"/>
              <p:cNvSpPr/>
              <p:nvPr/>
            </p:nvSpPr>
            <p:spPr>
              <a:xfrm>
                <a:off x="2472725" y="1922600"/>
                <a:ext cx="5200" cy="4975"/>
              </a:xfrm>
              <a:custGeom>
                <a:rect b="b" l="l" r="r" t="t"/>
                <a:pathLst>
                  <a:path extrusionOk="0" h="199" w="208">
                    <a:moveTo>
                      <a:pt x="103" y="0"/>
                    </a:moveTo>
                    <a:cubicBezTo>
                      <a:pt x="60" y="0"/>
                      <a:pt x="23" y="32"/>
                      <a:pt x="12" y="80"/>
                    </a:cubicBezTo>
                    <a:cubicBezTo>
                      <a:pt x="0" y="135"/>
                      <a:pt x="28" y="185"/>
                      <a:pt x="83" y="196"/>
                    </a:cubicBezTo>
                    <a:cubicBezTo>
                      <a:pt x="90" y="197"/>
                      <a:pt x="97" y="198"/>
                      <a:pt x="104" y="198"/>
                    </a:cubicBezTo>
                    <a:cubicBezTo>
                      <a:pt x="150" y="198"/>
                      <a:pt x="184" y="167"/>
                      <a:pt x="195" y="119"/>
                    </a:cubicBezTo>
                    <a:cubicBezTo>
                      <a:pt x="207" y="62"/>
                      <a:pt x="179" y="14"/>
                      <a:pt x="125" y="3"/>
                    </a:cubicBezTo>
                    <a:cubicBezTo>
                      <a:pt x="118" y="1"/>
                      <a:pt x="110"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5"/>
              <p:cNvSpPr/>
              <p:nvPr/>
            </p:nvSpPr>
            <p:spPr>
              <a:xfrm>
                <a:off x="2485225" y="1905325"/>
                <a:ext cx="21625" cy="28575"/>
              </a:xfrm>
              <a:custGeom>
                <a:rect b="b" l="l" r="r" t="t"/>
                <a:pathLst>
                  <a:path extrusionOk="0" h="1143" w="865">
                    <a:moveTo>
                      <a:pt x="621" y="134"/>
                    </a:moveTo>
                    <a:lnTo>
                      <a:pt x="625" y="135"/>
                    </a:lnTo>
                    <a:cubicBezTo>
                      <a:pt x="627" y="199"/>
                      <a:pt x="629" y="263"/>
                      <a:pt x="637" y="335"/>
                    </a:cubicBezTo>
                    <a:lnTo>
                      <a:pt x="676" y="654"/>
                    </a:lnTo>
                    <a:lnTo>
                      <a:pt x="364" y="588"/>
                    </a:lnTo>
                    <a:lnTo>
                      <a:pt x="529" y="310"/>
                    </a:lnTo>
                    <a:cubicBezTo>
                      <a:pt x="562" y="251"/>
                      <a:pt x="593" y="192"/>
                      <a:pt x="621" y="134"/>
                    </a:cubicBezTo>
                    <a:close/>
                    <a:moveTo>
                      <a:pt x="570" y="1"/>
                    </a:moveTo>
                    <a:lnTo>
                      <a:pt x="0" y="959"/>
                    </a:lnTo>
                    <a:lnTo>
                      <a:pt x="139" y="988"/>
                    </a:lnTo>
                    <a:lnTo>
                      <a:pt x="315" y="686"/>
                    </a:lnTo>
                    <a:lnTo>
                      <a:pt x="680" y="764"/>
                    </a:lnTo>
                    <a:lnTo>
                      <a:pt x="722" y="1113"/>
                    </a:lnTo>
                    <a:lnTo>
                      <a:pt x="864" y="1143"/>
                    </a:lnTo>
                    <a:lnTo>
                      <a:pt x="732" y="35"/>
                    </a:lnTo>
                    <a:lnTo>
                      <a:pt x="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5"/>
              <p:cNvSpPr/>
              <p:nvPr/>
            </p:nvSpPr>
            <p:spPr>
              <a:xfrm>
                <a:off x="2515575" y="1931725"/>
                <a:ext cx="5200" cy="4975"/>
              </a:xfrm>
              <a:custGeom>
                <a:rect b="b" l="l" r="r" t="t"/>
                <a:pathLst>
                  <a:path extrusionOk="0" h="199" w="208">
                    <a:moveTo>
                      <a:pt x="105" y="0"/>
                    </a:moveTo>
                    <a:cubicBezTo>
                      <a:pt x="60" y="0"/>
                      <a:pt x="23" y="30"/>
                      <a:pt x="13" y="80"/>
                    </a:cubicBezTo>
                    <a:cubicBezTo>
                      <a:pt x="1" y="135"/>
                      <a:pt x="29" y="185"/>
                      <a:pt x="82" y="196"/>
                    </a:cubicBezTo>
                    <a:cubicBezTo>
                      <a:pt x="90" y="198"/>
                      <a:pt x="97" y="198"/>
                      <a:pt x="104" y="198"/>
                    </a:cubicBezTo>
                    <a:cubicBezTo>
                      <a:pt x="150" y="198"/>
                      <a:pt x="185" y="167"/>
                      <a:pt x="195" y="119"/>
                    </a:cubicBezTo>
                    <a:cubicBezTo>
                      <a:pt x="207" y="62"/>
                      <a:pt x="179" y="14"/>
                      <a:pt x="125" y="2"/>
                    </a:cubicBezTo>
                    <a:cubicBezTo>
                      <a:pt x="118" y="1"/>
                      <a:pt x="111"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5"/>
              <p:cNvSpPr/>
              <p:nvPr/>
            </p:nvSpPr>
            <p:spPr>
              <a:xfrm>
                <a:off x="2541975" y="1917350"/>
                <a:ext cx="21600" cy="28600"/>
              </a:xfrm>
              <a:custGeom>
                <a:rect b="b" l="l" r="r" t="t"/>
                <a:pathLst>
                  <a:path extrusionOk="0" h="1144" w="864">
                    <a:moveTo>
                      <a:pt x="625" y="137"/>
                    </a:moveTo>
                    <a:cubicBezTo>
                      <a:pt x="627" y="200"/>
                      <a:pt x="629" y="264"/>
                      <a:pt x="637" y="337"/>
                    </a:cubicBezTo>
                    <a:lnTo>
                      <a:pt x="675" y="655"/>
                    </a:lnTo>
                    <a:lnTo>
                      <a:pt x="364" y="590"/>
                    </a:lnTo>
                    <a:lnTo>
                      <a:pt x="529" y="312"/>
                    </a:lnTo>
                    <a:cubicBezTo>
                      <a:pt x="561" y="254"/>
                      <a:pt x="593" y="194"/>
                      <a:pt x="620" y="137"/>
                    </a:cubicBezTo>
                    <a:close/>
                    <a:moveTo>
                      <a:pt x="570" y="0"/>
                    </a:moveTo>
                    <a:lnTo>
                      <a:pt x="0" y="959"/>
                    </a:lnTo>
                    <a:lnTo>
                      <a:pt x="139" y="989"/>
                    </a:lnTo>
                    <a:lnTo>
                      <a:pt x="315" y="688"/>
                    </a:lnTo>
                    <a:lnTo>
                      <a:pt x="680" y="764"/>
                    </a:lnTo>
                    <a:lnTo>
                      <a:pt x="722" y="1113"/>
                    </a:lnTo>
                    <a:lnTo>
                      <a:pt x="864" y="1144"/>
                    </a:lnTo>
                    <a:lnTo>
                      <a:pt x="864" y="1144"/>
                    </a:lnTo>
                    <a:lnTo>
                      <a:pt x="732" y="36"/>
                    </a:lnTo>
                    <a:lnTo>
                      <a:pt x="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5"/>
              <p:cNvSpPr/>
              <p:nvPr/>
            </p:nvSpPr>
            <p:spPr>
              <a:xfrm>
                <a:off x="2573125" y="1922150"/>
                <a:ext cx="8850" cy="26550"/>
              </a:xfrm>
              <a:custGeom>
                <a:rect b="b" l="l" r="r" t="t"/>
                <a:pathLst>
                  <a:path extrusionOk="0" h="1062" w="354">
                    <a:moveTo>
                      <a:pt x="220" y="0"/>
                    </a:moveTo>
                    <a:lnTo>
                      <a:pt x="1" y="1033"/>
                    </a:lnTo>
                    <a:lnTo>
                      <a:pt x="134" y="1061"/>
                    </a:lnTo>
                    <a:lnTo>
                      <a:pt x="354" y="29"/>
                    </a:lnTo>
                    <a:lnTo>
                      <a:pt x="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5"/>
              <p:cNvSpPr/>
              <p:nvPr/>
            </p:nvSpPr>
            <p:spPr>
              <a:xfrm>
                <a:off x="2588025" y="1925650"/>
                <a:ext cx="20400" cy="29100"/>
              </a:xfrm>
              <a:custGeom>
                <a:rect b="b" l="l" r="r" t="t"/>
                <a:pathLst>
                  <a:path extrusionOk="0" h="1164" w="816">
                    <a:moveTo>
                      <a:pt x="344" y="123"/>
                    </a:moveTo>
                    <a:cubicBezTo>
                      <a:pt x="370" y="123"/>
                      <a:pt x="412" y="128"/>
                      <a:pt x="465" y="139"/>
                    </a:cubicBezTo>
                    <a:cubicBezTo>
                      <a:pt x="606" y="171"/>
                      <a:pt x="690" y="249"/>
                      <a:pt x="661" y="382"/>
                    </a:cubicBezTo>
                    <a:cubicBezTo>
                      <a:pt x="640" y="480"/>
                      <a:pt x="563" y="537"/>
                      <a:pt x="458" y="537"/>
                    </a:cubicBezTo>
                    <a:cubicBezTo>
                      <a:pt x="435" y="537"/>
                      <a:pt x="412" y="534"/>
                      <a:pt x="387" y="529"/>
                    </a:cubicBezTo>
                    <a:lnTo>
                      <a:pt x="250" y="500"/>
                    </a:lnTo>
                    <a:lnTo>
                      <a:pt x="331" y="124"/>
                    </a:lnTo>
                    <a:cubicBezTo>
                      <a:pt x="335" y="123"/>
                      <a:pt x="339" y="123"/>
                      <a:pt x="344" y="123"/>
                    </a:cubicBezTo>
                    <a:close/>
                    <a:moveTo>
                      <a:pt x="217" y="1"/>
                    </a:moveTo>
                    <a:lnTo>
                      <a:pt x="0" y="1020"/>
                    </a:lnTo>
                    <a:lnTo>
                      <a:pt x="134" y="1049"/>
                    </a:lnTo>
                    <a:lnTo>
                      <a:pt x="229" y="601"/>
                    </a:lnTo>
                    <a:lnTo>
                      <a:pt x="355" y="629"/>
                    </a:lnTo>
                    <a:cubicBezTo>
                      <a:pt x="475" y="658"/>
                      <a:pt x="518" y="723"/>
                      <a:pt x="518" y="873"/>
                    </a:cubicBezTo>
                    <a:cubicBezTo>
                      <a:pt x="520" y="1008"/>
                      <a:pt x="525" y="1102"/>
                      <a:pt x="536" y="1134"/>
                    </a:cubicBezTo>
                    <a:lnTo>
                      <a:pt x="673" y="1164"/>
                    </a:lnTo>
                    <a:cubicBezTo>
                      <a:pt x="660" y="1119"/>
                      <a:pt x="656" y="1014"/>
                      <a:pt x="654" y="863"/>
                    </a:cubicBezTo>
                    <a:cubicBezTo>
                      <a:pt x="652" y="750"/>
                      <a:pt x="620" y="667"/>
                      <a:pt x="547" y="622"/>
                    </a:cubicBezTo>
                    <a:lnTo>
                      <a:pt x="548" y="617"/>
                    </a:lnTo>
                    <a:cubicBezTo>
                      <a:pt x="664" y="604"/>
                      <a:pt x="769" y="532"/>
                      <a:pt x="799" y="395"/>
                    </a:cubicBezTo>
                    <a:cubicBezTo>
                      <a:pt x="815" y="315"/>
                      <a:pt x="801" y="238"/>
                      <a:pt x="758" y="181"/>
                    </a:cubicBezTo>
                    <a:cubicBezTo>
                      <a:pt x="707" y="110"/>
                      <a:pt x="620" y="64"/>
                      <a:pt x="477" y="34"/>
                    </a:cubicBezTo>
                    <a:cubicBezTo>
                      <a:pt x="386" y="13"/>
                      <a:pt x="288"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5"/>
              <p:cNvSpPr/>
              <p:nvPr/>
            </p:nvSpPr>
            <p:spPr>
              <a:xfrm>
                <a:off x="2614375" y="1931225"/>
                <a:ext cx="20325" cy="26275"/>
              </a:xfrm>
              <a:custGeom>
                <a:rect b="b" l="l" r="r" t="t"/>
                <a:pathLst>
                  <a:path extrusionOk="0" h="1051" w="813">
                    <a:moveTo>
                      <a:pt x="331" y="124"/>
                    </a:moveTo>
                    <a:cubicBezTo>
                      <a:pt x="355" y="124"/>
                      <a:pt x="401" y="129"/>
                      <a:pt x="459" y="141"/>
                    </a:cubicBezTo>
                    <a:cubicBezTo>
                      <a:pt x="605" y="174"/>
                      <a:pt x="687" y="259"/>
                      <a:pt x="659" y="396"/>
                    </a:cubicBezTo>
                    <a:cubicBezTo>
                      <a:pt x="634" y="512"/>
                      <a:pt x="554" y="571"/>
                      <a:pt x="437" y="571"/>
                    </a:cubicBezTo>
                    <a:cubicBezTo>
                      <a:pt x="411" y="571"/>
                      <a:pt x="382" y="568"/>
                      <a:pt x="352" y="562"/>
                    </a:cubicBezTo>
                    <a:cubicBezTo>
                      <a:pt x="308" y="552"/>
                      <a:pt x="272" y="541"/>
                      <a:pt x="244" y="527"/>
                    </a:cubicBezTo>
                    <a:lnTo>
                      <a:pt x="331" y="124"/>
                    </a:lnTo>
                    <a:close/>
                    <a:moveTo>
                      <a:pt x="217" y="1"/>
                    </a:moveTo>
                    <a:lnTo>
                      <a:pt x="0" y="1022"/>
                    </a:lnTo>
                    <a:lnTo>
                      <a:pt x="134" y="1051"/>
                    </a:lnTo>
                    <a:lnTo>
                      <a:pt x="221" y="636"/>
                    </a:lnTo>
                    <a:cubicBezTo>
                      <a:pt x="250" y="651"/>
                      <a:pt x="286" y="660"/>
                      <a:pt x="326" y="669"/>
                    </a:cubicBezTo>
                    <a:cubicBezTo>
                      <a:pt x="368" y="678"/>
                      <a:pt x="410" y="682"/>
                      <a:pt x="450" y="682"/>
                    </a:cubicBezTo>
                    <a:cubicBezTo>
                      <a:pt x="533" y="682"/>
                      <a:pt x="608" y="663"/>
                      <a:pt x="666" y="623"/>
                    </a:cubicBezTo>
                    <a:cubicBezTo>
                      <a:pt x="730" y="579"/>
                      <a:pt x="772" y="511"/>
                      <a:pt x="793" y="418"/>
                    </a:cubicBezTo>
                    <a:cubicBezTo>
                      <a:pt x="812" y="326"/>
                      <a:pt x="795" y="244"/>
                      <a:pt x="747" y="182"/>
                    </a:cubicBezTo>
                    <a:cubicBezTo>
                      <a:pt x="699" y="114"/>
                      <a:pt x="608" y="64"/>
                      <a:pt x="477" y="36"/>
                    </a:cubicBezTo>
                    <a:cubicBezTo>
                      <a:pt x="370" y="12"/>
                      <a:pt x="283" y="5"/>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5"/>
              <p:cNvSpPr/>
              <p:nvPr/>
            </p:nvSpPr>
            <p:spPr>
              <a:xfrm>
                <a:off x="2640025" y="1937950"/>
                <a:ext cx="26975" cy="27200"/>
              </a:xfrm>
              <a:custGeom>
                <a:rect b="b" l="l" r="r" t="t"/>
                <a:pathLst>
                  <a:path extrusionOk="0" h="1088" w="1079">
                    <a:moveTo>
                      <a:pt x="561" y="115"/>
                    </a:moveTo>
                    <a:cubicBezTo>
                      <a:pt x="584" y="115"/>
                      <a:pt x="607" y="117"/>
                      <a:pt x="631" y="123"/>
                    </a:cubicBezTo>
                    <a:cubicBezTo>
                      <a:pt x="854" y="170"/>
                      <a:pt x="915" y="407"/>
                      <a:pt x="872" y="613"/>
                    </a:cubicBezTo>
                    <a:cubicBezTo>
                      <a:pt x="827" y="820"/>
                      <a:pt x="695" y="978"/>
                      <a:pt x="517" y="978"/>
                    </a:cubicBezTo>
                    <a:cubicBezTo>
                      <a:pt x="496" y="978"/>
                      <a:pt x="473" y="976"/>
                      <a:pt x="450" y="971"/>
                    </a:cubicBezTo>
                    <a:cubicBezTo>
                      <a:pt x="239" y="925"/>
                      <a:pt x="161" y="702"/>
                      <a:pt x="210" y="483"/>
                    </a:cubicBezTo>
                    <a:cubicBezTo>
                      <a:pt x="252" y="279"/>
                      <a:pt x="378" y="115"/>
                      <a:pt x="561" y="115"/>
                    </a:cubicBezTo>
                    <a:close/>
                    <a:moveTo>
                      <a:pt x="556" y="0"/>
                    </a:moveTo>
                    <a:cubicBezTo>
                      <a:pt x="324" y="0"/>
                      <a:pt x="126" y="167"/>
                      <a:pt x="66" y="453"/>
                    </a:cubicBezTo>
                    <a:cubicBezTo>
                      <a:pt x="0" y="766"/>
                      <a:pt x="147" y="1017"/>
                      <a:pt x="419" y="1076"/>
                    </a:cubicBezTo>
                    <a:cubicBezTo>
                      <a:pt x="456" y="1084"/>
                      <a:pt x="493" y="1088"/>
                      <a:pt x="529" y="1088"/>
                    </a:cubicBezTo>
                    <a:cubicBezTo>
                      <a:pt x="751" y="1088"/>
                      <a:pt x="949" y="939"/>
                      <a:pt x="1014" y="634"/>
                    </a:cubicBezTo>
                    <a:cubicBezTo>
                      <a:pt x="1078" y="329"/>
                      <a:pt x="943" y="73"/>
                      <a:pt x="660" y="11"/>
                    </a:cubicBezTo>
                    <a:cubicBezTo>
                      <a:pt x="625" y="4"/>
                      <a:pt x="590"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5"/>
              <p:cNvSpPr/>
              <p:nvPr/>
            </p:nvSpPr>
            <p:spPr>
              <a:xfrm>
                <a:off x="2672625" y="1943675"/>
                <a:ext cx="20400" cy="29125"/>
              </a:xfrm>
              <a:custGeom>
                <a:rect b="b" l="l" r="r" t="t"/>
                <a:pathLst>
                  <a:path extrusionOk="0" h="1165" w="816">
                    <a:moveTo>
                      <a:pt x="340" y="120"/>
                    </a:moveTo>
                    <a:cubicBezTo>
                      <a:pt x="366" y="120"/>
                      <a:pt x="409" y="124"/>
                      <a:pt x="466" y="136"/>
                    </a:cubicBezTo>
                    <a:cubicBezTo>
                      <a:pt x="606" y="168"/>
                      <a:pt x="690" y="246"/>
                      <a:pt x="662" y="380"/>
                    </a:cubicBezTo>
                    <a:cubicBezTo>
                      <a:pt x="640" y="478"/>
                      <a:pt x="563" y="534"/>
                      <a:pt x="456" y="534"/>
                    </a:cubicBezTo>
                    <a:cubicBezTo>
                      <a:pt x="434" y="534"/>
                      <a:pt x="411" y="532"/>
                      <a:pt x="387" y="527"/>
                    </a:cubicBezTo>
                    <a:lnTo>
                      <a:pt x="250" y="498"/>
                    </a:lnTo>
                    <a:lnTo>
                      <a:pt x="331" y="121"/>
                    </a:lnTo>
                    <a:cubicBezTo>
                      <a:pt x="334" y="120"/>
                      <a:pt x="337" y="120"/>
                      <a:pt x="340" y="120"/>
                    </a:cubicBezTo>
                    <a:close/>
                    <a:moveTo>
                      <a:pt x="218" y="1"/>
                    </a:moveTo>
                    <a:lnTo>
                      <a:pt x="0" y="1022"/>
                    </a:lnTo>
                    <a:lnTo>
                      <a:pt x="133" y="1050"/>
                    </a:lnTo>
                    <a:lnTo>
                      <a:pt x="228" y="602"/>
                    </a:lnTo>
                    <a:lnTo>
                      <a:pt x="353" y="630"/>
                    </a:lnTo>
                    <a:cubicBezTo>
                      <a:pt x="474" y="659"/>
                      <a:pt x="517" y="724"/>
                      <a:pt x="517" y="874"/>
                    </a:cubicBezTo>
                    <a:cubicBezTo>
                      <a:pt x="518" y="1009"/>
                      <a:pt x="523" y="1103"/>
                      <a:pt x="534" y="1136"/>
                    </a:cubicBezTo>
                    <a:lnTo>
                      <a:pt x="672" y="1165"/>
                    </a:lnTo>
                    <a:cubicBezTo>
                      <a:pt x="659" y="1120"/>
                      <a:pt x="656" y="1015"/>
                      <a:pt x="652" y="865"/>
                    </a:cubicBezTo>
                    <a:cubicBezTo>
                      <a:pt x="651" y="751"/>
                      <a:pt x="619" y="667"/>
                      <a:pt x="546" y="623"/>
                    </a:cubicBezTo>
                    <a:lnTo>
                      <a:pt x="547" y="618"/>
                    </a:lnTo>
                    <a:cubicBezTo>
                      <a:pt x="663" y="605"/>
                      <a:pt x="769" y="533"/>
                      <a:pt x="797" y="396"/>
                    </a:cubicBezTo>
                    <a:cubicBezTo>
                      <a:pt x="815" y="316"/>
                      <a:pt x="801" y="239"/>
                      <a:pt x="759" y="183"/>
                    </a:cubicBezTo>
                    <a:cubicBezTo>
                      <a:pt x="707" y="110"/>
                      <a:pt x="620" y="65"/>
                      <a:pt x="477" y="34"/>
                    </a:cubicBezTo>
                    <a:cubicBezTo>
                      <a:pt x="387" y="13"/>
                      <a:pt x="289"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5"/>
              <p:cNvSpPr/>
              <p:nvPr/>
            </p:nvSpPr>
            <p:spPr>
              <a:xfrm>
                <a:off x="2701275" y="1948350"/>
                <a:ext cx="19750" cy="28250"/>
              </a:xfrm>
              <a:custGeom>
                <a:rect b="b" l="l" r="r" t="t"/>
                <a:pathLst>
                  <a:path extrusionOk="0" h="1130" w="790">
                    <a:moveTo>
                      <a:pt x="25" y="1"/>
                    </a:moveTo>
                    <a:lnTo>
                      <a:pt x="0" y="114"/>
                    </a:lnTo>
                    <a:lnTo>
                      <a:pt x="314" y="181"/>
                    </a:lnTo>
                    <a:lnTo>
                      <a:pt x="120" y="1101"/>
                    </a:lnTo>
                    <a:lnTo>
                      <a:pt x="256" y="1129"/>
                    </a:lnTo>
                    <a:lnTo>
                      <a:pt x="450" y="209"/>
                    </a:lnTo>
                    <a:lnTo>
                      <a:pt x="765" y="276"/>
                    </a:lnTo>
                    <a:lnTo>
                      <a:pt x="790" y="163"/>
                    </a:lnTo>
                    <a:lnTo>
                      <a:pt x="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5"/>
              <p:cNvSpPr/>
              <p:nvPr/>
            </p:nvSpPr>
            <p:spPr>
              <a:xfrm>
                <a:off x="1871100" y="1958075"/>
                <a:ext cx="51775" cy="52625"/>
              </a:xfrm>
              <a:custGeom>
                <a:rect b="b" l="l" r="r" t="t"/>
                <a:pathLst>
                  <a:path extrusionOk="0" h="2105" w="2071">
                    <a:moveTo>
                      <a:pt x="1195" y="1"/>
                    </a:moveTo>
                    <a:lnTo>
                      <a:pt x="738" y="582"/>
                    </a:lnTo>
                    <a:lnTo>
                      <a:pt x="0" y="532"/>
                    </a:lnTo>
                    <a:lnTo>
                      <a:pt x="411" y="1146"/>
                    </a:lnTo>
                    <a:lnTo>
                      <a:pt x="138" y="1832"/>
                    </a:lnTo>
                    <a:lnTo>
                      <a:pt x="847" y="1633"/>
                    </a:lnTo>
                    <a:lnTo>
                      <a:pt x="1417" y="2104"/>
                    </a:lnTo>
                    <a:lnTo>
                      <a:pt x="1445" y="1367"/>
                    </a:lnTo>
                    <a:lnTo>
                      <a:pt x="2070" y="973"/>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5"/>
              <p:cNvSpPr/>
              <p:nvPr/>
            </p:nvSpPr>
            <p:spPr>
              <a:xfrm>
                <a:off x="1888125" y="1878050"/>
                <a:ext cx="51775" cy="52625"/>
              </a:xfrm>
              <a:custGeom>
                <a:rect b="b" l="l" r="r" t="t"/>
                <a:pathLst>
                  <a:path extrusionOk="0" h="2105" w="2071">
                    <a:moveTo>
                      <a:pt x="1195" y="0"/>
                    </a:moveTo>
                    <a:lnTo>
                      <a:pt x="738" y="580"/>
                    </a:lnTo>
                    <a:lnTo>
                      <a:pt x="0" y="530"/>
                    </a:lnTo>
                    <a:lnTo>
                      <a:pt x="411" y="1146"/>
                    </a:lnTo>
                    <a:lnTo>
                      <a:pt x="138" y="1833"/>
                    </a:lnTo>
                    <a:lnTo>
                      <a:pt x="847" y="1631"/>
                    </a:lnTo>
                    <a:lnTo>
                      <a:pt x="1417" y="2105"/>
                    </a:lnTo>
                    <a:lnTo>
                      <a:pt x="1445" y="1365"/>
                    </a:lnTo>
                    <a:lnTo>
                      <a:pt x="2070" y="972"/>
                    </a:lnTo>
                    <a:lnTo>
                      <a:pt x="1378" y="715"/>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5"/>
              <p:cNvSpPr/>
              <p:nvPr/>
            </p:nvSpPr>
            <p:spPr>
              <a:xfrm>
                <a:off x="1854225" y="2037375"/>
                <a:ext cx="51800" cy="52625"/>
              </a:xfrm>
              <a:custGeom>
                <a:rect b="b" l="l" r="r" t="t"/>
                <a:pathLst>
                  <a:path extrusionOk="0" h="2105" w="2072">
                    <a:moveTo>
                      <a:pt x="1195" y="0"/>
                    </a:moveTo>
                    <a:lnTo>
                      <a:pt x="738" y="579"/>
                    </a:lnTo>
                    <a:lnTo>
                      <a:pt x="1" y="532"/>
                    </a:lnTo>
                    <a:lnTo>
                      <a:pt x="1" y="532"/>
                    </a:lnTo>
                    <a:lnTo>
                      <a:pt x="411" y="1146"/>
                    </a:lnTo>
                    <a:lnTo>
                      <a:pt x="138" y="1832"/>
                    </a:lnTo>
                    <a:lnTo>
                      <a:pt x="849" y="1631"/>
                    </a:lnTo>
                    <a:lnTo>
                      <a:pt x="1417" y="2104"/>
                    </a:lnTo>
                    <a:lnTo>
                      <a:pt x="1445" y="1366"/>
                    </a:lnTo>
                    <a:lnTo>
                      <a:pt x="2071" y="971"/>
                    </a:lnTo>
                    <a:lnTo>
                      <a:pt x="1378"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5"/>
              <p:cNvSpPr/>
              <p:nvPr/>
            </p:nvSpPr>
            <p:spPr>
              <a:xfrm>
                <a:off x="2663875" y="2126725"/>
                <a:ext cx="51750" cy="52625"/>
              </a:xfrm>
              <a:custGeom>
                <a:rect b="b" l="l" r="r" t="t"/>
                <a:pathLst>
                  <a:path extrusionOk="0" h="2105" w="2070">
                    <a:moveTo>
                      <a:pt x="1195" y="0"/>
                    </a:moveTo>
                    <a:lnTo>
                      <a:pt x="737" y="579"/>
                    </a:lnTo>
                    <a:lnTo>
                      <a:pt x="0" y="532"/>
                    </a:lnTo>
                    <a:lnTo>
                      <a:pt x="409" y="1146"/>
                    </a:lnTo>
                    <a:lnTo>
                      <a:pt x="136" y="1832"/>
                    </a:lnTo>
                    <a:lnTo>
                      <a:pt x="848" y="1631"/>
                    </a:lnTo>
                    <a:lnTo>
                      <a:pt x="1415" y="2104"/>
                    </a:lnTo>
                    <a:lnTo>
                      <a:pt x="1445" y="1366"/>
                    </a:lnTo>
                    <a:lnTo>
                      <a:pt x="2069" y="971"/>
                    </a:lnTo>
                    <a:lnTo>
                      <a:pt x="1377" y="716"/>
                    </a:lnTo>
                    <a:lnTo>
                      <a:pt x="1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5"/>
              <p:cNvSpPr/>
              <p:nvPr/>
            </p:nvSpPr>
            <p:spPr>
              <a:xfrm>
                <a:off x="2680900" y="2046650"/>
                <a:ext cx="51750" cy="52625"/>
              </a:xfrm>
              <a:custGeom>
                <a:rect b="b" l="l" r="r" t="t"/>
                <a:pathLst>
                  <a:path extrusionOk="0" h="2105" w="2070">
                    <a:moveTo>
                      <a:pt x="1194" y="1"/>
                    </a:moveTo>
                    <a:lnTo>
                      <a:pt x="737" y="582"/>
                    </a:lnTo>
                    <a:lnTo>
                      <a:pt x="0" y="532"/>
                    </a:lnTo>
                    <a:lnTo>
                      <a:pt x="411" y="1147"/>
                    </a:lnTo>
                    <a:lnTo>
                      <a:pt x="136" y="1833"/>
                    </a:lnTo>
                    <a:lnTo>
                      <a:pt x="847" y="1632"/>
                    </a:lnTo>
                    <a:lnTo>
                      <a:pt x="1415" y="2104"/>
                    </a:lnTo>
                    <a:lnTo>
                      <a:pt x="1445" y="1367"/>
                    </a:lnTo>
                    <a:lnTo>
                      <a:pt x="2069" y="974"/>
                    </a:lnTo>
                    <a:lnTo>
                      <a:pt x="1377" y="717"/>
                    </a:lnTo>
                    <a:lnTo>
                      <a:pt x="11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5"/>
              <p:cNvSpPr/>
              <p:nvPr/>
            </p:nvSpPr>
            <p:spPr>
              <a:xfrm>
                <a:off x="2647000" y="2205950"/>
                <a:ext cx="51750" cy="52650"/>
              </a:xfrm>
              <a:custGeom>
                <a:rect b="b" l="l" r="r" t="t"/>
                <a:pathLst>
                  <a:path extrusionOk="0" h="2106" w="2070">
                    <a:moveTo>
                      <a:pt x="1195" y="1"/>
                    </a:moveTo>
                    <a:lnTo>
                      <a:pt x="737" y="582"/>
                    </a:lnTo>
                    <a:lnTo>
                      <a:pt x="1" y="534"/>
                    </a:lnTo>
                    <a:lnTo>
                      <a:pt x="411" y="1148"/>
                    </a:lnTo>
                    <a:lnTo>
                      <a:pt x="137" y="1834"/>
                    </a:lnTo>
                    <a:lnTo>
                      <a:pt x="137" y="1834"/>
                    </a:lnTo>
                    <a:lnTo>
                      <a:pt x="848" y="1634"/>
                    </a:lnTo>
                    <a:lnTo>
                      <a:pt x="1415" y="2106"/>
                    </a:lnTo>
                    <a:lnTo>
                      <a:pt x="1445" y="1367"/>
                    </a:lnTo>
                    <a:lnTo>
                      <a:pt x="2069" y="974"/>
                    </a:lnTo>
                    <a:lnTo>
                      <a:pt x="1377" y="717"/>
                    </a:lnTo>
                    <a:lnTo>
                      <a:pt x="1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65"/>
            <p:cNvGrpSpPr/>
            <p:nvPr/>
          </p:nvGrpSpPr>
          <p:grpSpPr>
            <a:xfrm>
              <a:off x="380139" y="539997"/>
              <a:ext cx="1277466" cy="546912"/>
              <a:chOff x="2011750" y="3107325"/>
              <a:chExt cx="1510900" cy="646850"/>
            </a:xfrm>
          </p:grpSpPr>
          <p:sp>
            <p:nvSpPr>
              <p:cNvPr id="5058" name="Google Shape;5058;p65"/>
              <p:cNvSpPr/>
              <p:nvPr/>
            </p:nvSpPr>
            <p:spPr>
              <a:xfrm>
                <a:off x="2012125" y="3107325"/>
                <a:ext cx="1510525" cy="121225"/>
              </a:xfrm>
              <a:custGeom>
                <a:rect b="b" l="l" r="r" t="t"/>
                <a:pathLst>
                  <a:path extrusionOk="0" h="4849" w="60421">
                    <a:moveTo>
                      <a:pt x="30150" y="1"/>
                    </a:moveTo>
                    <a:cubicBezTo>
                      <a:pt x="22599" y="1"/>
                      <a:pt x="18749" y="1068"/>
                      <a:pt x="15025" y="2101"/>
                    </a:cubicBezTo>
                    <a:cubicBezTo>
                      <a:pt x="11362" y="3119"/>
                      <a:pt x="7572" y="4182"/>
                      <a:pt x="183" y="4182"/>
                    </a:cubicBezTo>
                    <a:cubicBezTo>
                      <a:pt x="123" y="4182"/>
                      <a:pt x="63" y="4181"/>
                      <a:pt x="2" y="4181"/>
                    </a:cubicBezTo>
                    <a:lnTo>
                      <a:pt x="0" y="4800"/>
                    </a:lnTo>
                    <a:lnTo>
                      <a:pt x="65" y="4800"/>
                    </a:lnTo>
                    <a:cubicBezTo>
                      <a:pt x="7617" y="4800"/>
                      <a:pt x="11467" y="3732"/>
                      <a:pt x="15191" y="2699"/>
                    </a:cubicBezTo>
                    <a:cubicBezTo>
                      <a:pt x="18874" y="1676"/>
                      <a:pt x="22682" y="620"/>
                      <a:pt x="30151" y="620"/>
                    </a:cubicBezTo>
                    <a:lnTo>
                      <a:pt x="30214" y="620"/>
                    </a:lnTo>
                    <a:cubicBezTo>
                      <a:pt x="37724" y="627"/>
                      <a:pt x="41542" y="1693"/>
                      <a:pt x="45234" y="2723"/>
                    </a:cubicBezTo>
                    <a:cubicBezTo>
                      <a:pt x="48966" y="3765"/>
                      <a:pt x="52825" y="4843"/>
                      <a:pt x="60421" y="4849"/>
                    </a:cubicBezTo>
                    <a:lnTo>
                      <a:pt x="60421" y="4230"/>
                    </a:lnTo>
                    <a:cubicBezTo>
                      <a:pt x="52911" y="4224"/>
                      <a:pt x="49093" y="3157"/>
                      <a:pt x="45400" y="2126"/>
                    </a:cubicBezTo>
                    <a:cubicBezTo>
                      <a:pt x="41669" y="1084"/>
                      <a:pt x="37809" y="8"/>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5"/>
              <p:cNvSpPr/>
              <p:nvPr/>
            </p:nvSpPr>
            <p:spPr>
              <a:xfrm>
                <a:off x="2012075" y="3212500"/>
                <a:ext cx="1510525" cy="121175"/>
              </a:xfrm>
              <a:custGeom>
                <a:rect b="b" l="l" r="r" t="t"/>
                <a:pathLst>
                  <a:path extrusionOk="0" h="4847" w="60421">
                    <a:moveTo>
                      <a:pt x="30148" y="0"/>
                    </a:moveTo>
                    <a:cubicBezTo>
                      <a:pt x="22596" y="0"/>
                      <a:pt x="18747" y="1067"/>
                      <a:pt x="15025" y="2101"/>
                    </a:cubicBezTo>
                    <a:cubicBezTo>
                      <a:pt x="11342" y="3123"/>
                      <a:pt x="7535" y="4180"/>
                      <a:pt x="66" y="4180"/>
                    </a:cubicBezTo>
                    <a:lnTo>
                      <a:pt x="3" y="4180"/>
                    </a:lnTo>
                    <a:lnTo>
                      <a:pt x="1" y="4799"/>
                    </a:lnTo>
                    <a:lnTo>
                      <a:pt x="66" y="4799"/>
                    </a:lnTo>
                    <a:cubicBezTo>
                      <a:pt x="7617" y="4799"/>
                      <a:pt x="11467" y="3731"/>
                      <a:pt x="15190" y="2698"/>
                    </a:cubicBezTo>
                    <a:cubicBezTo>
                      <a:pt x="18874" y="1675"/>
                      <a:pt x="22681" y="619"/>
                      <a:pt x="30148" y="619"/>
                    </a:cubicBezTo>
                    <a:lnTo>
                      <a:pt x="30214" y="619"/>
                    </a:lnTo>
                    <a:cubicBezTo>
                      <a:pt x="37724" y="624"/>
                      <a:pt x="41542" y="1690"/>
                      <a:pt x="45233" y="2721"/>
                    </a:cubicBezTo>
                    <a:cubicBezTo>
                      <a:pt x="48965" y="3763"/>
                      <a:pt x="52824" y="4840"/>
                      <a:pt x="60419" y="4846"/>
                    </a:cubicBezTo>
                    <a:lnTo>
                      <a:pt x="60421" y="4227"/>
                    </a:lnTo>
                    <a:cubicBezTo>
                      <a:pt x="52912" y="4222"/>
                      <a:pt x="49094" y="3155"/>
                      <a:pt x="45401" y="2124"/>
                    </a:cubicBezTo>
                    <a:cubicBezTo>
                      <a:pt x="41668" y="1083"/>
                      <a:pt x="37810" y="6"/>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5"/>
              <p:cNvSpPr/>
              <p:nvPr/>
            </p:nvSpPr>
            <p:spPr>
              <a:xfrm>
                <a:off x="2011950" y="3317550"/>
                <a:ext cx="1510525" cy="121250"/>
              </a:xfrm>
              <a:custGeom>
                <a:rect b="b" l="l" r="r" t="t"/>
                <a:pathLst>
                  <a:path extrusionOk="0" h="4850" w="60421">
                    <a:moveTo>
                      <a:pt x="30096" y="0"/>
                    </a:moveTo>
                    <a:cubicBezTo>
                      <a:pt x="22561" y="0"/>
                      <a:pt x="18740" y="1072"/>
                      <a:pt x="15026" y="2103"/>
                    </a:cubicBezTo>
                    <a:cubicBezTo>
                      <a:pt x="11343" y="3126"/>
                      <a:pt x="7534" y="4182"/>
                      <a:pt x="66" y="4182"/>
                    </a:cubicBezTo>
                    <a:lnTo>
                      <a:pt x="2" y="4182"/>
                    </a:lnTo>
                    <a:lnTo>
                      <a:pt x="1" y="4801"/>
                    </a:lnTo>
                    <a:lnTo>
                      <a:pt x="66" y="4801"/>
                    </a:lnTo>
                    <a:cubicBezTo>
                      <a:pt x="7618" y="4801"/>
                      <a:pt x="11468" y="3733"/>
                      <a:pt x="15191" y="2701"/>
                    </a:cubicBezTo>
                    <a:cubicBezTo>
                      <a:pt x="18875" y="1677"/>
                      <a:pt x="22683" y="622"/>
                      <a:pt x="30153" y="622"/>
                    </a:cubicBezTo>
                    <a:lnTo>
                      <a:pt x="30215" y="622"/>
                    </a:lnTo>
                    <a:cubicBezTo>
                      <a:pt x="37725" y="628"/>
                      <a:pt x="41542" y="1695"/>
                      <a:pt x="45235" y="2724"/>
                    </a:cubicBezTo>
                    <a:cubicBezTo>
                      <a:pt x="48967" y="3766"/>
                      <a:pt x="52826" y="4844"/>
                      <a:pt x="60420" y="4850"/>
                    </a:cubicBezTo>
                    <a:lnTo>
                      <a:pt x="60420" y="4230"/>
                    </a:lnTo>
                    <a:cubicBezTo>
                      <a:pt x="52911" y="4223"/>
                      <a:pt x="49094" y="3157"/>
                      <a:pt x="45401" y="2126"/>
                    </a:cubicBezTo>
                    <a:cubicBezTo>
                      <a:pt x="41668" y="1084"/>
                      <a:pt x="37810" y="8"/>
                      <a:pt x="30215" y="0"/>
                    </a:cubicBezTo>
                    <a:cubicBezTo>
                      <a:pt x="30175" y="0"/>
                      <a:pt x="30135" y="0"/>
                      <a:pt x="30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5"/>
              <p:cNvSpPr/>
              <p:nvPr/>
            </p:nvSpPr>
            <p:spPr>
              <a:xfrm>
                <a:off x="2011875" y="3422725"/>
                <a:ext cx="1510525" cy="121200"/>
              </a:xfrm>
              <a:custGeom>
                <a:rect b="b" l="l" r="r" t="t"/>
                <a:pathLst>
                  <a:path extrusionOk="0" h="4848" w="60421">
                    <a:moveTo>
                      <a:pt x="30150" y="1"/>
                    </a:moveTo>
                    <a:cubicBezTo>
                      <a:pt x="22598" y="1"/>
                      <a:pt x="18749" y="1069"/>
                      <a:pt x="15025" y="2102"/>
                    </a:cubicBezTo>
                    <a:cubicBezTo>
                      <a:pt x="11342" y="3124"/>
                      <a:pt x="7534" y="4181"/>
                      <a:pt x="65" y="4181"/>
                    </a:cubicBezTo>
                    <a:lnTo>
                      <a:pt x="2" y="4181"/>
                    </a:lnTo>
                    <a:lnTo>
                      <a:pt x="1" y="4800"/>
                    </a:lnTo>
                    <a:lnTo>
                      <a:pt x="65" y="4800"/>
                    </a:lnTo>
                    <a:cubicBezTo>
                      <a:pt x="7617" y="4800"/>
                      <a:pt x="11467" y="3732"/>
                      <a:pt x="15190" y="2699"/>
                    </a:cubicBezTo>
                    <a:cubicBezTo>
                      <a:pt x="18847" y="1684"/>
                      <a:pt x="22639" y="620"/>
                      <a:pt x="29991" y="620"/>
                    </a:cubicBezTo>
                    <a:cubicBezTo>
                      <a:pt x="30065" y="620"/>
                      <a:pt x="30139" y="620"/>
                      <a:pt x="30214" y="620"/>
                    </a:cubicBezTo>
                    <a:cubicBezTo>
                      <a:pt x="37724" y="625"/>
                      <a:pt x="41541" y="1692"/>
                      <a:pt x="45234" y="2722"/>
                    </a:cubicBezTo>
                    <a:cubicBezTo>
                      <a:pt x="48966" y="3764"/>
                      <a:pt x="52825" y="4841"/>
                      <a:pt x="60420" y="4847"/>
                    </a:cubicBezTo>
                    <a:lnTo>
                      <a:pt x="60420" y="4228"/>
                    </a:lnTo>
                    <a:cubicBezTo>
                      <a:pt x="52910" y="4223"/>
                      <a:pt x="49093" y="3156"/>
                      <a:pt x="45400" y="2126"/>
                    </a:cubicBezTo>
                    <a:cubicBezTo>
                      <a:pt x="41668" y="1084"/>
                      <a:pt x="37809" y="7"/>
                      <a:pt x="30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5"/>
              <p:cNvSpPr/>
              <p:nvPr/>
            </p:nvSpPr>
            <p:spPr>
              <a:xfrm>
                <a:off x="2011800" y="3527775"/>
                <a:ext cx="1510525" cy="121250"/>
              </a:xfrm>
              <a:custGeom>
                <a:rect b="b" l="l" r="r" t="t"/>
                <a:pathLst>
                  <a:path extrusionOk="0" h="4850" w="60421">
                    <a:moveTo>
                      <a:pt x="30215" y="0"/>
                    </a:moveTo>
                    <a:cubicBezTo>
                      <a:pt x="22607" y="26"/>
                      <a:pt x="18759" y="1067"/>
                      <a:pt x="15025" y="2103"/>
                    </a:cubicBezTo>
                    <a:cubicBezTo>
                      <a:pt x="11342" y="3125"/>
                      <a:pt x="7533" y="4182"/>
                      <a:pt x="65" y="4182"/>
                    </a:cubicBezTo>
                    <a:lnTo>
                      <a:pt x="2" y="4182"/>
                    </a:lnTo>
                    <a:lnTo>
                      <a:pt x="1" y="4801"/>
                    </a:lnTo>
                    <a:lnTo>
                      <a:pt x="65" y="4801"/>
                    </a:lnTo>
                    <a:cubicBezTo>
                      <a:pt x="7616" y="4801"/>
                      <a:pt x="11468" y="3733"/>
                      <a:pt x="15190" y="2700"/>
                    </a:cubicBezTo>
                    <a:cubicBezTo>
                      <a:pt x="18874" y="1677"/>
                      <a:pt x="22683" y="621"/>
                      <a:pt x="30153" y="621"/>
                    </a:cubicBezTo>
                    <a:lnTo>
                      <a:pt x="30215" y="621"/>
                    </a:lnTo>
                    <a:cubicBezTo>
                      <a:pt x="37725" y="628"/>
                      <a:pt x="41542" y="1694"/>
                      <a:pt x="45234" y="2724"/>
                    </a:cubicBezTo>
                    <a:cubicBezTo>
                      <a:pt x="48967" y="3766"/>
                      <a:pt x="52826" y="4843"/>
                      <a:pt x="60420" y="4850"/>
                    </a:cubicBezTo>
                    <a:lnTo>
                      <a:pt x="60420" y="4229"/>
                    </a:lnTo>
                    <a:cubicBezTo>
                      <a:pt x="52910" y="4223"/>
                      <a:pt x="49093" y="3156"/>
                      <a:pt x="45400" y="2126"/>
                    </a:cubicBezTo>
                    <a:cubicBezTo>
                      <a:pt x="41668" y="1084"/>
                      <a:pt x="37809" y="7"/>
                      <a:pt x="30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5"/>
              <p:cNvSpPr/>
              <p:nvPr/>
            </p:nvSpPr>
            <p:spPr>
              <a:xfrm>
                <a:off x="2011750" y="3632975"/>
                <a:ext cx="1510525" cy="121200"/>
              </a:xfrm>
              <a:custGeom>
                <a:rect b="b" l="l" r="r" t="t"/>
                <a:pathLst>
                  <a:path extrusionOk="0" h="4848" w="60421">
                    <a:moveTo>
                      <a:pt x="30150" y="1"/>
                    </a:moveTo>
                    <a:cubicBezTo>
                      <a:pt x="22598" y="1"/>
                      <a:pt x="18749" y="1069"/>
                      <a:pt x="15025" y="2101"/>
                    </a:cubicBezTo>
                    <a:cubicBezTo>
                      <a:pt x="11370" y="3116"/>
                      <a:pt x="7606" y="4181"/>
                      <a:pt x="235" y="4181"/>
                    </a:cubicBezTo>
                    <a:cubicBezTo>
                      <a:pt x="158" y="4181"/>
                      <a:pt x="80" y="4181"/>
                      <a:pt x="2" y="4180"/>
                    </a:cubicBezTo>
                    <a:lnTo>
                      <a:pt x="1" y="4800"/>
                    </a:lnTo>
                    <a:lnTo>
                      <a:pt x="65" y="4800"/>
                    </a:lnTo>
                    <a:cubicBezTo>
                      <a:pt x="7616" y="4800"/>
                      <a:pt x="11465" y="3732"/>
                      <a:pt x="15189" y="2699"/>
                    </a:cubicBezTo>
                    <a:cubicBezTo>
                      <a:pt x="18872" y="1676"/>
                      <a:pt x="22681" y="620"/>
                      <a:pt x="30150" y="620"/>
                    </a:cubicBezTo>
                    <a:lnTo>
                      <a:pt x="30212" y="620"/>
                    </a:lnTo>
                    <a:cubicBezTo>
                      <a:pt x="37723" y="625"/>
                      <a:pt x="41540" y="1692"/>
                      <a:pt x="45233" y="2723"/>
                    </a:cubicBezTo>
                    <a:cubicBezTo>
                      <a:pt x="48965" y="3765"/>
                      <a:pt x="52823" y="4841"/>
                      <a:pt x="60418" y="4848"/>
                    </a:cubicBezTo>
                    <a:lnTo>
                      <a:pt x="60420" y="4229"/>
                    </a:lnTo>
                    <a:cubicBezTo>
                      <a:pt x="52910" y="4224"/>
                      <a:pt x="49093" y="3157"/>
                      <a:pt x="45400" y="2126"/>
                    </a:cubicBezTo>
                    <a:cubicBezTo>
                      <a:pt x="41668" y="1084"/>
                      <a:pt x="37809" y="7"/>
                      <a:pt x="30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4" name="Google Shape;5064;p65"/>
          <p:cNvGrpSpPr/>
          <p:nvPr/>
        </p:nvGrpSpPr>
        <p:grpSpPr>
          <a:xfrm>
            <a:off x="1712915" y="867025"/>
            <a:ext cx="1722793" cy="1742286"/>
            <a:chOff x="3636950" y="4013525"/>
            <a:chExt cx="746800" cy="755250"/>
          </a:xfrm>
        </p:grpSpPr>
        <p:sp>
          <p:nvSpPr>
            <p:cNvPr id="5065" name="Google Shape;5065;p65"/>
            <p:cNvSpPr/>
            <p:nvPr/>
          </p:nvSpPr>
          <p:spPr>
            <a:xfrm>
              <a:off x="3694900" y="4067825"/>
              <a:ext cx="645075" cy="645025"/>
            </a:xfrm>
            <a:custGeom>
              <a:rect b="b" l="l" r="r" t="t"/>
              <a:pathLst>
                <a:path extrusionOk="0" h="25801" w="25803">
                  <a:moveTo>
                    <a:pt x="12673" y="1895"/>
                  </a:moveTo>
                  <a:lnTo>
                    <a:pt x="12526" y="3078"/>
                  </a:lnTo>
                  <a:cubicBezTo>
                    <a:pt x="11793" y="3106"/>
                    <a:pt x="11080" y="3215"/>
                    <a:pt x="10396" y="3395"/>
                  </a:cubicBezTo>
                  <a:lnTo>
                    <a:pt x="10090" y="2256"/>
                  </a:lnTo>
                  <a:cubicBezTo>
                    <a:pt x="10917" y="2037"/>
                    <a:pt x="11781" y="1914"/>
                    <a:pt x="12673" y="1895"/>
                  </a:cubicBezTo>
                  <a:close/>
                  <a:moveTo>
                    <a:pt x="13137" y="1895"/>
                  </a:moveTo>
                  <a:cubicBezTo>
                    <a:pt x="14026" y="1914"/>
                    <a:pt x="14892" y="2037"/>
                    <a:pt x="15718" y="2256"/>
                  </a:cubicBezTo>
                  <a:lnTo>
                    <a:pt x="15413" y="3395"/>
                  </a:lnTo>
                  <a:cubicBezTo>
                    <a:pt x="14728" y="3215"/>
                    <a:pt x="14015" y="3106"/>
                    <a:pt x="13282" y="3078"/>
                  </a:cubicBezTo>
                  <a:lnTo>
                    <a:pt x="13137" y="1895"/>
                  </a:lnTo>
                  <a:close/>
                  <a:moveTo>
                    <a:pt x="10019" y="2276"/>
                  </a:moveTo>
                  <a:lnTo>
                    <a:pt x="10325" y="3415"/>
                  </a:lnTo>
                  <a:cubicBezTo>
                    <a:pt x="9511" y="3637"/>
                    <a:pt x="8739" y="3959"/>
                    <a:pt x="8022" y="4370"/>
                  </a:cubicBezTo>
                  <a:lnTo>
                    <a:pt x="7433" y="3349"/>
                  </a:lnTo>
                  <a:cubicBezTo>
                    <a:pt x="8237" y="2888"/>
                    <a:pt x="9105" y="2524"/>
                    <a:pt x="10019" y="2276"/>
                  </a:cubicBezTo>
                  <a:close/>
                  <a:moveTo>
                    <a:pt x="15790" y="2276"/>
                  </a:moveTo>
                  <a:cubicBezTo>
                    <a:pt x="16704" y="2524"/>
                    <a:pt x="17571" y="2888"/>
                    <a:pt x="18376" y="3350"/>
                  </a:cubicBezTo>
                  <a:lnTo>
                    <a:pt x="17787" y="4371"/>
                  </a:lnTo>
                  <a:cubicBezTo>
                    <a:pt x="17071" y="3961"/>
                    <a:pt x="16299" y="3637"/>
                    <a:pt x="15485" y="3416"/>
                  </a:cubicBezTo>
                  <a:lnTo>
                    <a:pt x="15790" y="2276"/>
                  </a:lnTo>
                  <a:close/>
                  <a:moveTo>
                    <a:pt x="18440" y="3388"/>
                  </a:moveTo>
                  <a:cubicBezTo>
                    <a:pt x="19251" y="3861"/>
                    <a:pt x="19996" y="4436"/>
                    <a:pt x="20659" y="5094"/>
                  </a:cubicBezTo>
                  <a:cubicBezTo>
                    <a:pt x="20677" y="5111"/>
                    <a:pt x="20695" y="5129"/>
                    <a:pt x="20711" y="5145"/>
                  </a:cubicBezTo>
                  <a:cubicBezTo>
                    <a:pt x="21368" y="5809"/>
                    <a:pt x="21944" y="6553"/>
                    <a:pt x="22417" y="7365"/>
                  </a:cubicBezTo>
                  <a:lnTo>
                    <a:pt x="21395" y="7955"/>
                  </a:lnTo>
                  <a:cubicBezTo>
                    <a:pt x="20974" y="7232"/>
                    <a:pt x="20461" y="6569"/>
                    <a:pt x="19876" y="5979"/>
                  </a:cubicBezTo>
                  <a:cubicBezTo>
                    <a:pt x="19860" y="5960"/>
                    <a:pt x="19841" y="5944"/>
                    <a:pt x="19825" y="5927"/>
                  </a:cubicBezTo>
                  <a:cubicBezTo>
                    <a:pt x="19236" y="5341"/>
                    <a:pt x="18571" y="4829"/>
                    <a:pt x="17849" y="4407"/>
                  </a:cubicBezTo>
                  <a:lnTo>
                    <a:pt x="18440" y="3388"/>
                  </a:lnTo>
                  <a:close/>
                  <a:moveTo>
                    <a:pt x="7369" y="3388"/>
                  </a:moveTo>
                  <a:lnTo>
                    <a:pt x="7958" y="4409"/>
                  </a:lnTo>
                  <a:cubicBezTo>
                    <a:pt x="7236" y="4830"/>
                    <a:pt x="6573" y="5343"/>
                    <a:pt x="5983" y="5928"/>
                  </a:cubicBezTo>
                  <a:cubicBezTo>
                    <a:pt x="5964" y="5945"/>
                    <a:pt x="5948" y="5963"/>
                    <a:pt x="5931" y="5980"/>
                  </a:cubicBezTo>
                  <a:cubicBezTo>
                    <a:pt x="5345" y="6569"/>
                    <a:pt x="4833" y="7233"/>
                    <a:pt x="4411" y="7956"/>
                  </a:cubicBezTo>
                  <a:lnTo>
                    <a:pt x="3390" y="7366"/>
                  </a:lnTo>
                  <a:cubicBezTo>
                    <a:pt x="3864" y="6553"/>
                    <a:pt x="4439" y="5809"/>
                    <a:pt x="5097" y="5145"/>
                  </a:cubicBezTo>
                  <a:cubicBezTo>
                    <a:pt x="5115" y="5128"/>
                    <a:pt x="5133" y="5111"/>
                    <a:pt x="5149" y="5094"/>
                  </a:cubicBezTo>
                  <a:cubicBezTo>
                    <a:pt x="5812" y="4436"/>
                    <a:pt x="6557" y="3861"/>
                    <a:pt x="7369" y="3388"/>
                  </a:cubicBezTo>
                  <a:close/>
                  <a:moveTo>
                    <a:pt x="12108" y="6481"/>
                  </a:moveTo>
                  <a:lnTo>
                    <a:pt x="11932" y="7915"/>
                  </a:lnTo>
                  <a:cubicBezTo>
                    <a:pt x="11713" y="7959"/>
                    <a:pt x="11498" y="8015"/>
                    <a:pt x="11290" y="8086"/>
                  </a:cubicBezTo>
                  <a:cubicBezTo>
                    <a:pt x="11066" y="8161"/>
                    <a:pt x="10848" y="8251"/>
                    <a:pt x="10641" y="8356"/>
                  </a:cubicBezTo>
                  <a:cubicBezTo>
                    <a:pt x="10481" y="8435"/>
                    <a:pt x="10325" y="8524"/>
                    <a:pt x="10175" y="8620"/>
                  </a:cubicBezTo>
                  <a:lnTo>
                    <a:pt x="8857" y="7858"/>
                  </a:lnTo>
                  <a:cubicBezTo>
                    <a:pt x="9285" y="7513"/>
                    <a:pt x="9758" y="7223"/>
                    <a:pt x="10264" y="6996"/>
                  </a:cubicBezTo>
                  <a:cubicBezTo>
                    <a:pt x="10373" y="6948"/>
                    <a:pt x="10483" y="6901"/>
                    <a:pt x="10596" y="6858"/>
                  </a:cubicBezTo>
                  <a:cubicBezTo>
                    <a:pt x="11075" y="6674"/>
                    <a:pt x="11582" y="6546"/>
                    <a:pt x="12108" y="6481"/>
                  </a:cubicBezTo>
                  <a:close/>
                  <a:moveTo>
                    <a:pt x="13700" y="6481"/>
                  </a:moveTo>
                  <a:lnTo>
                    <a:pt x="13700" y="6481"/>
                  </a:lnTo>
                  <a:cubicBezTo>
                    <a:pt x="14226" y="6546"/>
                    <a:pt x="14733" y="6673"/>
                    <a:pt x="15213" y="6858"/>
                  </a:cubicBezTo>
                  <a:cubicBezTo>
                    <a:pt x="15325" y="6900"/>
                    <a:pt x="15435" y="6948"/>
                    <a:pt x="15544" y="6996"/>
                  </a:cubicBezTo>
                  <a:cubicBezTo>
                    <a:pt x="16052" y="7223"/>
                    <a:pt x="16523" y="7513"/>
                    <a:pt x="16951" y="7858"/>
                  </a:cubicBezTo>
                  <a:lnTo>
                    <a:pt x="15634" y="8620"/>
                  </a:lnTo>
                  <a:cubicBezTo>
                    <a:pt x="15484" y="8523"/>
                    <a:pt x="15327" y="8435"/>
                    <a:pt x="15167" y="8356"/>
                  </a:cubicBezTo>
                  <a:cubicBezTo>
                    <a:pt x="14959" y="8251"/>
                    <a:pt x="14742" y="8161"/>
                    <a:pt x="14519" y="8086"/>
                  </a:cubicBezTo>
                  <a:cubicBezTo>
                    <a:pt x="14310" y="8015"/>
                    <a:pt x="14096" y="7959"/>
                    <a:pt x="13877" y="7915"/>
                  </a:cubicBezTo>
                  <a:lnTo>
                    <a:pt x="13700" y="6481"/>
                  </a:lnTo>
                  <a:close/>
                  <a:moveTo>
                    <a:pt x="11923" y="8000"/>
                  </a:moveTo>
                  <a:lnTo>
                    <a:pt x="11874" y="8399"/>
                  </a:lnTo>
                  <a:cubicBezTo>
                    <a:pt x="11754" y="8426"/>
                    <a:pt x="11637" y="8457"/>
                    <a:pt x="11520" y="8493"/>
                  </a:cubicBezTo>
                  <a:cubicBezTo>
                    <a:pt x="11259" y="8576"/>
                    <a:pt x="11006" y="8682"/>
                    <a:pt x="10766" y="8808"/>
                  </a:cubicBezTo>
                  <a:cubicBezTo>
                    <a:pt x="10719" y="8833"/>
                    <a:pt x="10674" y="8857"/>
                    <a:pt x="10630" y="8883"/>
                  </a:cubicBezTo>
                  <a:lnTo>
                    <a:pt x="10253" y="8665"/>
                  </a:lnTo>
                  <a:cubicBezTo>
                    <a:pt x="10385" y="8581"/>
                    <a:pt x="10522" y="8506"/>
                    <a:pt x="10663" y="8434"/>
                  </a:cubicBezTo>
                  <a:cubicBezTo>
                    <a:pt x="10877" y="8326"/>
                    <a:pt x="11100" y="8233"/>
                    <a:pt x="11331" y="8157"/>
                  </a:cubicBezTo>
                  <a:cubicBezTo>
                    <a:pt x="11523" y="8093"/>
                    <a:pt x="11720" y="8039"/>
                    <a:pt x="11923" y="8000"/>
                  </a:cubicBezTo>
                  <a:close/>
                  <a:moveTo>
                    <a:pt x="13887" y="8000"/>
                  </a:moveTo>
                  <a:lnTo>
                    <a:pt x="13887" y="8000"/>
                  </a:lnTo>
                  <a:cubicBezTo>
                    <a:pt x="14088" y="8039"/>
                    <a:pt x="14285" y="8093"/>
                    <a:pt x="14478" y="8157"/>
                  </a:cubicBezTo>
                  <a:cubicBezTo>
                    <a:pt x="14708" y="8233"/>
                    <a:pt x="14932" y="8326"/>
                    <a:pt x="15146" y="8434"/>
                  </a:cubicBezTo>
                  <a:cubicBezTo>
                    <a:pt x="15286" y="8506"/>
                    <a:pt x="15423" y="8583"/>
                    <a:pt x="15556" y="8665"/>
                  </a:cubicBezTo>
                  <a:lnTo>
                    <a:pt x="15180" y="8883"/>
                  </a:lnTo>
                  <a:cubicBezTo>
                    <a:pt x="15134" y="8857"/>
                    <a:pt x="15089" y="8833"/>
                    <a:pt x="15043" y="8808"/>
                  </a:cubicBezTo>
                  <a:cubicBezTo>
                    <a:pt x="14803" y="8682"/>
                    <a:pt x="14551" y="8576"/>
                    <a:pt x="14288" y="8493"/>
                  </a:cubicBezTo>
                  <a:cubicBezTo>
                    <a:pt x="14174" y="8457"/>
                    <a:pt x="14055" y="8426"/>
                    <a:pt x="13936" y="8399"/>
                  </a:cubicBezTo>
                  <a:lnTo>
                    <a:pt x="13887" y="8000"/>
                  </a:lnTo>
                  <a:close/>
                  <a:moveTo>
                    <a:pt x="13966" y="8652"/>
                  </a:moveTo>
                  <a:cubicBezTo>
                    <a:pt x="14035" y="8671"/>
                    <a:pt x="14100" y="8688"/>
                    <a:pt x="14166" y="8708"/>
                  </a:cubicBezTo>
                  <a:cubicBezTo>
                    <a:pt x="14434" y="8789"/>
                    <a:pt x="14691" y="8895"/>
                    <a:pt x="14935" y="9022"/>
                  </a:cubicBezTo>
                  <a:lnTo>
                    <a:pt x="14074" y="9520"/>
                  </a:lnTo>
                  <a:lnTo>
                    <a:pt x="14008" y="8986"/>
                  </a:lnTo>
                  <a:lnTo>
                    <a:pt x="13966" y="8652"/>
                  </a:lnTo>
                  <a:close/>
                  <a:moveTo>
                    <a:pt x="11842" y="8653"/>
                  </a:moveTo>
                  <a:lnTo>
                    <a:pt x="11801" y="8987"/>
                  </a:lnTo>
                  <a:lnTo>
                    <a:pt x="11735" y="9522"/>
                  </a:lnTo>
                  <a:lnTo>
                    <a:pt x="10873" y="9023"/>
                  </a:lnTo>
                  <a:cubicBezTo>
                    <a:pt x="11117" y="8895"/>
                    <a:pt x="11375" y="8788"/>
                    <a:pt x="11643" y="8708"/>
                  </a:cubicBezTo>
                  <a:cubicBezTo>
                    <a:pt x="11708" y="8688"/>
                    <a:pt x="11775" y="8671"/>
                    <a:pt x="11842" y="8653"/>
                  </a:cubicBezTo>
                  <a:close/>
                  <a:moveTo>
                    <a:pt x="12984" y="1317"/>
                  </a:moveTo>
                  <a:lnTo>
                    <a:pt x="13046" y="1823"/>
                  </a:lnTo>
                  <a:lnTo>
                    <a:pt x="13055" y="1898"/>
                  </a:lnTo>
                  <a:lnTo>
                    <a:pt x="13201" y="3081"/>
                  </a:lnTo>
                  <a:lnTo>
                    <a:pt x="13210" y="3154"/>
                  </a:lnTo>
                  <a:lnTo>
                    <a:pt x="13598" y="6310"/>
                  </a:lnTo>
                  <a:lnTo>
                    <a:pt x="13608" y="6393"/>
                  </a:lnTo>
                  <a:lnTo>
                    <a:pt x="13619" y="6475"/>
                  </a:lnTo>
                  <a:lnTo>
                    <a:pt x="13794" y="7905"/>
                  </a:lnTo>
                  <a:lnTo>
                    <a:pt x="13804" y="7989"/>
                  </a:lnTo>
                  <a:lnTo>
                    <a:pt x="13854" y="8385"/>
                  </a:lnTo>
                  <a:lnTo>
                    <a:pt x="13885" y="8640"/>
                  </a:lnTo>
                  <a:lnTo>
                    <a:pt x="13943" y="9110"/>
                  </a:lnTo>
                  <a:lnTo>
                    <a:pt x="13999" y="9570"/>
                  </a:lnTo>
                  <a:lnTo>
                    <a:pt x="13527" y="9843"/>
                  </a:lnTo>
                  <a:lnTo>
                    <a:pt x="13029" y="10132"/>
                  </a:lnTo>
                  <a:cubicBezTo>
                    <a:pt x="13014" y="10132"/>
                    <a:pt x="13000" y="10131"/>
                    <a:pt x="12985" y="10131"/>
                  </a:cubicBezTo>
                  <a:lnTo>
                    <a:pt x="12985" y="8524"/>
                  </a:lnTo>
                  <a:lnTo>
                    <a:pt x="12984" y="8524"/>
                  </a:lnTo>
                  <a:lnTo>
                    <a:pt x="12984" y="8284"/>
                  </a:lnTo>
                  <a:lnTo>
                    <a:pt x="12984" y="7904"/>
                  </a:lnTo>
                  <a:lnTo>
                    <a:pt x="12984" y="7825"/>
                  </a:lnTo>
                  <a:lnTo>
                    <a:pt x="12984" y="6434"/>
                  </a:lnTo>
                  <a:lnTo>
                    <a:pt x="12984" y="6354"/>
                  </a:lnTo>
                  <a:lnTo>
                    <a:pt x="12984" y="6274"/>
                  </a:lnTo>
                  <a:lnTo>
                    <a:pt x="12984" y="3148"/>
                  </a:lnTo>
                  <a:lnTo>
                    <a:pt x="12984" y="3074"/>
                  </a:lnTo>
                  <a:lnTo>
                    <a:pt x="12984" y="1895"/>
                  </a:lnTo>
                  <a:lnTo>
                    <a:pt x="12984" y="1822"/>
                  </a:lnTo>
                  <a:lnTo>
                    <a:pt x="12984" y="1317"/>
                  </a:lnTo>
                  <a:close/>
                  <a:moveTo>
                    <a:pt x="3353" y="7429"/>
                  </a:moveTo>
                  <a:lnTo>
                    <a:pt x="4374" y="8019"/>
                  </a:lnTo>
                  <a:cubicBezTo>
                    <a:pt x="3963" y="8735"/>
                    <a:pt x="3640" y="9507"/>
                    <a:pt x="3419" y="10321"/>
                  </a:cubicBezTo>
                  <a:lnTo>
                    <a:pt x="2280" y="10015"/>
                  </a:lnTo>
                  <a:cubicBezTo>
                    <a:pt x="2527" y="9101"/>
                    <a:pt x="2892" y="8233"/>
                    <a:pt x="3353" y="7429"/>
                  </a:cubicBezTo>
                  <a:close/>
                  <a:moveTo>
                    <a:pt x="22456" y="7429"/>
                  </a:moveTo>
                  <a:cubicBezTo>
                    <a:pt x="22918" y="8233"/>
                    <a:pt x="23281" y="9101"/>
                    <a:pt x="23529" y="10015"/>
                  </a:cubicBezTo>
                  <a:lnTo>
                    <a:pt x="22390" y="10321"/>
                  </a:lnTo>
                  <a:cubicBezTo>
                    <a:pt x="22168" y="9507"/>
                    <a:pt x="21846" y="8735"/>
                    <a:pt x="21434" y="8019"/>
                  </a:cubicBezTo>
                  <a:lnTo>
                    <a:pt x="22456" y="7429"/>
                  </a:lnTo>
                  <a:close/>
                  <a:moveTo>
                    <a:pt x="6985" y="6868"/>
                  </a:moveTo>
                  <a:lnTo>
                    <a:pt x="8642" y="7827"/>
                  </a:lnTo>
                  <a:lnTo>
                    <a:pt x="8713" y="7868"/>
                  </a:lnTo>
                  <a:lnTo>
                    <a:pt x="8789" y="7911"/>
                  </a:lnTo>
                  <a:lnTo>
                    <a:pt x="10099" y="8669"/>
                  </a:lnTo>
                  <a:lnTo>
                    <a:pt x="10178" y="8714"/>
                  </a:lnTo>
                  <a:lnTo>
                    <a:pt x="10549" y="8930"/>
                  </a:lnTo>
                  <a:lnTo>
                    <a:pt x="10791" y="9069"/>
                  </a:lnTo>
                  <a:lnTo>
                    <a:pt x="10848" y="9102"/>
                  </a:lnTo>
                  <a:lnTo>
                    <a:pt x="11724" y="9608"/>
                  </a:lnTo>
                  <a:lnTo>
                    <a:pt x="11762" y="9631"/>
                  </a:lnTo>
                  <a:lnTo>
                    <a:pt x="11799" y="9653"/>
                  </a:lnTo>
                  <a:lnTo>
                    <a:pt x="12359" y="9977"/>
                  </a:lnTo>
                  <a:lnTo>
                    <a:pt x="12638" y="10138"/>
                  </a:lnTo>
                  <a:cubicBezTo>
                    <a:pt x="12578" y="10143"/>
                    <a:pt x="12520" y="10151"/>
                    <a:pt x="12463" y="10159"/>
                  </a:cubicBezTo>
                  <a:cubicBezTo>
                    <a:pt x="12197" y="10203"/>
                    <a:pt x="11943" y="10282"/>
                    <a:pt x="11709" y="10396"/>
                  </a:cubicBezTo>
                  <a:cubicBezTo>
                    <a:pt x="11694" y="10402"/>
                    <a:pt x="11680" y="10410"/>
                    <a:pt x="11667" y="10417"/>
                  </a:cubicBezTo>
                  <a:cubicBezTo>
                    <a:pt x="11652" y="10426"/>
                    <a:pt x="11638" y="10432"/>
                    <a:pt x="11623" y="10440"/>
                  </a:cubicBezTo>
                  <a:cubicBezTo>
                    <a:pt x="11504" y="10503"/>
                    <a:pt x="11389" y="10574"/>
                    <a:pt x="11280" y="10653"/>
                  </a:cubicBezTo>
                  <a:cubicBezTo>
                    <a:pt x="11181" y="10724"/>
                    <a:pt x="11088" y="10801"/>
                    <a:pt x="11000" y="10884"/>
                  </a:cubicBezTo>
                  <a:lnTo>
                    <a:pt x="9867" y="9751"/>
                  </a:lnTo>
                  <a:lnTo>
                    <a:pt x="9697" y="9581"/>
                  </a:lnTo>
                  <a:lnTo>
                    <a:pt x="9429" y="9312"/>
                  </a:lnTo>
                  <a:lnTo>
                    <a:pt x="9372" y="9256"/>
                  </a:lnTo>
                  <a:lnTo>
                    <a:pt x="8389" y="8273"/>
                  </a:lnTo>
                  <a:lnTo>
                    <a:pt x="8330" y="8214"/>
                  </a:lnTo>
                  <a:lnTo>
                    <a:pt x="8275" y="8160"/>
                  </a:lnTo>
                  <a:lnTo>
                    <a:pt x="6985" y="6868"/>
                  </a:lnTo>
                  <a:close/>
                  <a:moveTo>
                    <a:pt x="9027" y="10869"/>
                  </a:moveTo>
                  <a:lnTo>
                    <a:pt x="9526" y="11731"/>
                  </a:lnTo>
                  <a:lnTo>
                    <a:pt x="8991" y="11797"/>
                  </a:lnTo>
                  <a:lnTo>
                    <a:pt x="8657" y="11838"/>
                  </a:lnTo>
                  <a:cubicBezTo>
                    <a:pt x="8672" y="11771"/>
                    <a:pt x="8692" y="11705"/>
                    <a:pt x="8712" y="11639"/>
                  </a:cubicBezTo>
                  <a:cubicBezTo>
                    <a:pt x="8793" y="11371"/>
                    <a:pt x="8898" y="11114"/>
                    <a:pt x="9027" y="10869"/>
                  </a:cubicBezTo>
                  <a:close/>
                  <a:moveTo>
                    <a:pt x="16781" y="10869"/>
                  </a:moveTo>
                  <a:cubicBezTo>
                    <a:pt x="16909" y="11113"/>
                    <a:pt x="17016" y="11371"/>
                    <a:pt x="17096" y="11639"/>
                  </a:cubicBezTo>
                  <a:cubicBezTo>
                    <a:pt x="17115" y="11705"/>
                    <a:pt x="17135" y="11771"/>
                    <a:pt x="17151" y="11838"/>
                  </a:cubicBezTo>
                  <a:lnTo>
                    <a:pt x="16817" y="11797"/>
                  </a:lnTo>
                  <a:lnTo>
                    <a:pt x="16284" y="11731"/>
                  </a:lnTo>
                  <a:lnTo>
                    <a:pt x="16781" y="10869"/>
                  </a:lnTo>
                  <a:close/>
                  <a:moveTo>
                    <a:pt x="8667" y="10249"/>
                  </a:moveTo>
                  <a:lnTo>
                    <a:pt x="8885" y="10626"/>
                  </a:lnTo>
                  <a:cubicBezTo>
                    <a:pt x="8859" y="10670"/>
                    <a:pt x="8835" y="10716"/>
                    <a:pt x="8811" y="10762"/>
                  </a:cubicBezTo>
                  <a:cubicBezTo>
                    <a:pt x="8684" y="11002"/>
                    <a:pt x="8579" y="11253"/>
                    <a:pt x="8496" y="11516"/>
                  </a:cubicBezTo>
                  <a:cubicBezTo>
                    <a:pt x="8460" y="11632"/>
                    <a:pt x="8429" y="11750"/>
                    <a:pt x="8402" y="11869"/>
                  </a:cubicBezTo>
                  <a:lnTo>
                    <a:pt x="8002" y="11918"/>
                  </a:lnTo>
                  <a:cubicBezTo>
                    <a:pt x="8042" y="11716"/>
                    <a:pt x="8097" y="11519"/>
                    <a:pt x="8160" y="11327"/>
                  </a:cubicBezTo>
                  <a:cubicBezTo>
                    <a:pt x="8236" y="11096"/>
                    <a:pt x="8329" y="10872"/>
                    <a:pt x="8437" y="10659"/>
                  </a:cubicBezTo>
                  <a:cubicBezTo>
                    <a:pt x="8507" y="10519"/>
                    <a:pt x="8585" y="10381"/>
                    <a:pt x="8667" y="10249"/>
                  </a:cubicBezTo>
                  <a:close/>
                  <a:moveTo>
                    <a:pt x="17141" y="10250"/>
                  </a:moveTo>
                  <a:cubicBezTo>
                    <a:pt x="17225" y="10382"/>
                    <a:pt x="17301" y="10520"/>
                    <a:pt x="17371" y="10660"/>
                  </a:cubicBezTo>
                  <a:cubicBezTo>
                    <a:pt x="17480" y="10874"/>
                    <a:pt x="17573" y="11097"/>
                    <a:pt x="17649" y="11328"/>
                  </a:cubicBezTo>
                  <a:cubicBezTo>
                    <a:pt x="17714" y="11520"/>
                    <a:pt x="17766" y="11717"/>
                    <a:pt x="17807" y="11920"/>
                  </a:cubicBezTo>
                  <a:lnTo>
                    <a:pt x="17406" y="11871"/>
                  </a:lnTo>
                  <a:cubicBezTo>
                    <a:pt x="17379" y="11752"/>
                    <a:pt x="17349" y="11634"/>
                    <a:pt x="17312" y="11519"/>
                  </a:cubicBezTo>
                  <a:cubicBezTo>
                    <a:pt x="17230" y="11255"/>
                    <a:pt x="17123" y="11003"/>
                    <a:pt x="16998" y="10763"/>
                  </a:cubicBezTo>
                  <a:cubicBezTo>
                    <a:pt x="16973" y="10717"/>
                    <a:pt x="16949" y="10672"/>
                    <a:pt x="16923" y="10627"/>
                  </a:cubicBezTo>
                  <a:lnTo>
                    <a:pt x="17141" y="10250"/>
                  </a:lnTo>
                  <a:close/>
                  <a:moveTo>
                    <a:pt x="7860" y="8853"/>
                  </a:moveTo>
                  <a:lnTo>
                    <a:pt x="8623" y="10172"/>
                  </a:lnTo>
                  <a:cubicBezTo>
                    <a:pt x="8527" y="10321"/>
                    <a:pt x="8438" y="10477"/>
                    <a:pt x="8358" y="10637"/>
                  </a:cubicBezTo>
                  <a:cubicBezTo>
                    <a:pt x="8254" y="10846"/>
                    <a:pt x="8164" y="11062"/>
                    <a:pt x="8088" y="11285"/>
                  </a:cubicBezTo>
                  <a:cubicBezTo>
                    <a:pt x="8019" y="11495"/>
                    <a:pt x="7961" y="11708"/>
                    <a:pt x="7918" y="11928"/>
                  </a:cubicBezTo>
                  <a:lnTo>
                    <a:pt x="6484" y="12104"/>
                  </a:lnTo>
                  <a:cubicBezTo>
                    <a:pt x="6550" y="11578"/>
                    <a:pt x="6678" y="11072"/>
                    <a:pt x="6861" y="10592"/>
                  </a:cubicBezTo>
                  <a:cubicBezTo>
                    <a:pt x="6903" y="10479"/>
                    <a:pt x="6949" y="10370"/>
                    <a:pt x="6999" y="10261"/>
                  </a:cubicBezTo>
                  <a:cubicBezTo>
                    <a:pt x="7226" y="9754"/>
                    <a:pt x="7516" y="9281"/>
                    <a:pt x="7860" y="8853"/>
                  </a:cubicBezTo>
                  <a:close/>
                  <a:moveTo>
                    <a:pt x="17948" y="8854"/>
                  </a:moveTo>
                  <a:cubicBezTo>
                    <a:pt x="18293" y="9282"/>
                    <a:pt x="18582" y="9755"/>
                    <a:pt x="18809" y="10262"/>
                  </a:cubicBezTo>
                  <a:cubicBezTo>
                    <a:pt x="18859" y="10370"/>
                    <a:pt x="18905" y="10481"/>
                    <a:pt x="18948" y="10593"/>
                  </a:cubicBezTo>
                  <a:cubicBezTo>
                    <a:pt x="19132" y="11073"/>
                    <a:pt x="19260" y="11580"/>
                    <a:pt x="19324" y="12106"/>
                  </a:cubicBezTo>
                  <a:lnTo>
                    <a:pt x="17890" y="11929"/>
                  </a:lnTo>
                  <a:cubicBezTo>
                    <a:pt x="17847" y="11709"/>
                    <a:pt x="17790" y="11495"/>
                    <a:pt x="17720" y="11287"/>
                  </a:cubicBezTo>
                  <a:cubicBezTo>
                    <a:pt x="17646" y="11064"/>
                    <a:pt x="17555" y="10846"/>
                    <a:pt x="17451" y="10638"/>
                  </a:cubicBezTo>
                  <a:cubicBezTo>
                    <a:pt x="17370" y="10478"/>
                    <a:pt x="17281" y="10322"/>
                    <a:pt x="17187" y="10173"/>
                  </a:cubicBezTo>
                  <a:lnTo>
                    <a:pt x="17948" y="8854"/>
                  </a:lnTo>
                  <a:close/>
                  <a:moveTo>
                    <a:pt x="13292" y="3152"/>
                  </a:moveTo>
                  <a:cubicBezTo>
                    <a:pt x="14015" y="3180"/>
                    <a:pt x="14719" y="3287"/>
                    <a:pt x="15393" y="3465"/>
                  </a:cubicBezTo>
                  <a:cubicBezTo>
                    <a:pt x="15417" y="3472"/>
                    <a:pt x="15441" y="3478"/>
                    <a:pt x="15465" y="3484"/>
                  </a:cubicBezTo>
                  <a:cubicBezTo>
                    <a:pt x="16271" y="3705"/>
                    <a:pt x="17039" y="4025"/>
                    <a:pt x="17749" y="4433"/>
                  </a:cubicBezTo>
                  <a:cubicBezTo>
                    <a:pt x="17771" y="4446"/>
                    <a:pt x="17791" y="4458"/>
                    <a:pt x="17812" y="4471"/>
                  </a:cubicBezTo>
                  <a:cubicBezTo>
                    <a:pt x="18529" y="4890"/>
                    <a:pt x="19186" y="5397"/>
                    <a:pt x="19772" y="5979"/>
                  </a:cubicBezTo>
                  <a:cubicBezTo>
                    <a:pt x="19790" y="5995"/>
                    <a:pt x="19806" y="6014"/>
                    <a:pt x="19824" y="6030"/>
                  </a:cubicBezTo>
                  <a:cubicBezTo>
                    <a:pt x="20405" y="6615"/>
                    <a:pt x="20912" y="7275"/>
                    <a:pt x="21331" y="7991"/>
                  </a:cubicBezTo>
                  <a:cubicBezTo>
                    <a:pt x="21343" y="8011"/>
                    <a:pt x="21356" y="8033"/>
                    <a:pt x="21368" y="8054"/>
                  </a:cubicBezTo>
                  <a:cubicBezTo>
                    <a:pt x="21776" y="8765"/>
                    <a:pt x="22097" y="9530"/>
                    <a:pt x="22317" y="10338"/>
                  </a:cubicBezTo>
                  <a:cubicBezTo>
                    <a:pt x="22324" y="10361"/>
                    <a:pt x="22331" y="10385"/>
                    <a:pt x="22337" y="10409"/>
                  </a:cubicBezTo>
                  <a:cubicBezTo>
                    <a:pt x="22515" y="11085"/>
                    <a:pt x="22622" y="11788"/>
                    <a:pt x="22651" y="12511"/>
                  </a:cubicBezTo>
                  <a:lnTo>
                    <a:pt x="19486" y="12123"/>
                  </a:lnTo>
                  <a:cubicBezTo>
                    <a:pt x="19422" y="11563"/>
                    <a:pt x="19286" y="11023"/>
                    <a:pt x="19088" y="10512"/>
                  </a:cubicBezTo>
                  <a:lnTo>
                    <a:pt x="20228" y="9867"/>
                  </a:lnTo>
                  <a:lnTo>
                    <a:pt x="18966" y="10216"/>
                  </a:lnTo>
                  <a:cubicBezTo>
                    <a:pt x="18722" y="9669"/>
                    <a:pt x="18409" y="9161"/>
                    <a:pt x="18034" y="8704"/>
                  </a:cubicBezTo>
                  <a:lnTo>
                    <a:pt x="19313" y="6492"/>
                  </a:lnTo>
                  <a:lnTo>
                    <a:pt x="17101" y="7771"/>
                  </a:lnTo>
                  <a:cubicBezTo>
                    <a:pt x="16643" y="7396"/>
                    <a:pt x="16135" y="7083"/>
                    <a:pt x="15588" y="6839"/>
                  </a:cubicBezTo>
                  <a:lnTo>
                    <a:pt x="15938" y="5576"/>
                  </a:lnTo>
                  <a:lnTo>
                    <a:pt x="15293" y="6716"/>
                  </a:lnTo>
                  <a:cubicBezTo>
                    <a:pt x="14783" y="6519"/>
                    <a:pt x="14242" y="6382"/>
                    <a:pt x="13680" y="6316"/>
                  </a:cubicBezTo>
                  <a:lnTo>
                    <a:pt x="13292" y="3152"/>
                  </a:lnTo>
                  <a:close/>
                  <a:moveTo>
                    <a:pt x="12515" y="3154"/>
                  </a:moveTo>
                  <a:lnTo>
                    <a:pt x="12127" y="6319"/>
                  </a:lnTo>
                  <a:cubicBezTo>
                    <a:pt x="11567" y="6382"/>
                    <a:pt x="11027" y="6519"/>
                    <a:pt x="10516" y="6716"/>
                  </a:cubicBezTo>
                  <a:lnTo>
                    <a:pt x="9871" y="5576"/>
                  </a:lnTo>
                  <a:lnTo>
                    <a:pt x="10220" y="6839"/>
                  </a:lnTo>
                  <a:cubicBezTo>
                    <a:pt x="9673" y="7083"/>
                    <a:pt x="9165" y="7396"/>
                    <a:pt x="8708" y="7771"/>
                  </a:cubicBezTo>
                  <a:lnTo>
                    <a:pt x="6495" y="6492"/>
                  </a:lnTo>
                  <a:lnTo>
                    <a:pt x="6495" y="6492"/>
                  </a:lnTo>
                  <a:lnTo>
                    <a:pt x="7775" y="8704"/>
                  </a:lnTo>
                  <a:cubicBezTo>
                    <a:pt x="7399" y="9162"/>
                    <a:pt x="7087" y="9669"/>
                    <a:pt x="6843" y="10216"/>
                  </a:cubicBezTo>
                  <a:lnTo>
                    <a:pt x="5580" y="9866"/>
                  </a:lnTo>
                  <a:lnTo>
                    <a:pt x="6720" y="10511"/>
                  </a:lnTo>
                  <a:cubicBezTo>
                    <a:pt x="6522" y="11022"/>
                    <a:pt x="6386" y="11563"/>
                    <a:pt x="6320" y="12125"/>
                  </a:cubicBezTo>
                  <a:lnTo>
                    <a:pt x="3156" y="12513"/>
                  </a:lnTo>
                  <a:cubicBezTo>
                    <a:pt x="3184" y="11790"/>
                    <a:pt x="3291" y="11086"/>
                    <a:pt x="3469" y="10411"/>
                  </a:cubicBezTo>
                  <a:cubicBezTo>
                    <a:pt x="3476" y="10387"/>
                    <a:pt x="3482" y="10364"/>
                    <a:pt x="3488" y="10340"/>
                  </a:cubicBezTo>
                  <a:cubicBezTo>
                    <a:pt x="3709" y="9533"/>
                    <a:pt x="4029" y="8766"/>
                    <a:pt x="4437" y="8056"/>
                  </a:cubicBezTo>
                  <a:cubicBezTo>
                    <a:pt x="4449" y="8034"/>
                    <a:pt x="4462" y="8013"/>
                    <a:pt x="4475" y="7993"/>
                  </a:cubicBezTo>
                  <a:cubicBezTo>
                    <a:pt x="4894" y="7277"/>
                    <a:pt x="5401" y="6618"/>
                    <a:pt x="5983" y="6032"/>
                  </a:cubicBezTo>
                  <a:cubicBezTo>
                    <a:pt x="5999" y="6015"/>
                    <a:pt x="6018" y="5997"/>
                    <a:pt x="6034" y="5981"/>
                  </a:cubicBezTo>
                  <a:cubicBezTo>
                    <a:pt x="6619" y="5399"/>
                    <a:pt x="7279" y="4892"/>
                    <a:pt x="7995" y="4473"/>
                  </a:cubicBezTo>
                  <a:cubicBezTo>
                    <a:pt x="8015" y="4460"/>
                    <a:pt x="8037" y="4449"/>
                    <a:pt x="8058" y="4436"/>
                  </a:cubicBezTo>
                  <a:cubicBezTo>
                    <a:pt x="8768" y="4029"/>
                    <a:pt x="9534" y="3707"/>
                    <a:pt x="10342" y="3487"/>
                  </a:cubicBezTo>
                  <a:cubicBezTo>
                    <a:pt x="10365" y="3480"/>
                    <a:pt x="10389" y="3474"/>
                    <a:pt x="10413" y="3467"/>
                  </a:cubicBezTo>
                  <a:cubicBezTo>
                    <a:pt x="11088" y="3289"/>
                    <a:pt x="11791" y="3183"/>
                    <a:pt x="12515" y="3154"/>
                  </a:cubicBezTo>
                  <a:close/>
                  <a:moveTo>
                    <a:pt x="18937" y="6984"/>
                  </a:moveTo>
                  <a:lnTo>
                    <a:pt x="17979" y="8641"/>
                  </a:lnTo>
                  <a:lnTo>
                    <a:pt x="17938" y="8712"/>
                  </a:lnTo>
                  <a:lnTo>
                    <a:pt x="17894" y="8787"/>
                  </a:lnTo>
                  <a:lnTo>
                    <a:pt x="17137" y="10098"/>
                  </a:lnTo>
                  <a:lnTo>
                    <a:pt x="17092" y="10177"/>
                  </a:lnTo>
                  <a:lnTo>
                    <a:pt x="16877" y="10548"/>
                  </a:lnTo>
                  <a:lnTo>
                    <a:pt x="16738" y="10789"/>
                  </a:lnTo>
                  <a:lnTo>
                    <a:pt x="16704" y="10848"/>
                  </a:lnTo>
                  <a:lnTo>
                    <a:pt x="16197" y="11723"/>
                  </a:lnTo>
                  <a:lnTo>
                    <a:pt x="16175" y="11761"/>
                  </a:lnTo>
                  <a:lnTo>
                    <a:pt x="16153" y="11798"/>
                  </a:lnTo>
                  <a:lnTo>
                    <a:pt x="15830" y="12357"/>
                  </a:lnTo>
                  <a:lnTo>
                    <a:pt x="15668" y="12636"/>
                  </a:lnTo>
                  <a:cubicBezTo>
                    <a:pt x="15663" y="12576"/>
                    <a:pt x="15655" y="12517"/>
                    <a:pt x="15646" y="12460"/>
                  </a:cubicBezTo>
                  <a:cubicBezTo>
                    <a:pt x="15604" y="12195"/>
                    <a:pt x="15523" y="11941"/>
                    <a:pt x="15410" y="11706"/>
                  </a:cubicBezTo>
                  <a:cubicBezTo>
                    <a:pt x="15404" y="11692"/>
                    <a:pt x="15395" y="11678"/>
                    <a:pt x="15388" y="11664"/>
                  </a:cubicBezTo>
                  <a:cubicBezTo>
                    <a:pt x="15381" y="11649"/>
                    <a:pt x="15374" y="11635"/>
                    <a:pt x="15367" y="11621"/>
                  </a:cubicBezTo>
                  <a:cubicBezTo>
                    <a:pt x="15304" y="11501"/>
                    <a:pt x="15232" y="11386"/>
                    <a:pt x="15154" y="11277"/>
                  </a:cubicBezTo>
                  <a:cubicBezTo>
                    <a:pt x="15083" y="11179"/>
                    <a:pt x="15005" y="11086"/>
                    <a:pt x="14923" y="10998"/>
                  </a:cubicBezTo>
                  <a:lnTo>
                    <a:pt x="16055" y="9865"/>
                  </a:lnTo>
                  <a:lnTo>
                    <a:pt x="16225" y="9695"/>
                  </a:lnTo>
                  <a:lnTo>
                    <a:pt x="16493" y="9427"/>
                  </a:lnTo>
                  <a:lnTo>
                    <a:pt x="16550" y="9370"/>
                  </a:lnTo>
                  <a:lnTo>
                    <a:pt x="17533" y="8388"/>
                  </a:lnTo>
                  <a:lnTo>
                    <a:pt x="17592" y="8328"/>
                  </a:lnTo>
                  <a:lnTo>
                    <a:pt x="17647" y="8274"/>
                  </a:lnTo>
                  <a:lnTo>
                    <a:pt x="18937" y="6984"/>
                  </a:lnTo>
                  <a:close/>
                  <a:moveTo>
                    <a:pt x="2259" y="10086"/>
                  </a:moveTo>
                  <a:lnTo>
                    <a:pt x="3398" y="10392"/>
                  </a:lnTo>
                  <a:cubicBezTo>
                    <a:pt x="3218" y="11077"/>
                    <a:pt x="3109" y="11790"/>
                    <a:pt x="3080" y="12522"/>
                  </a:cubicBezTo>
                  <a:lnTo>
                    <a:pt x="1898" y="12669"/>
                  </a:lnTo>
                  <a:cubicBezTo>
                    <a:pt x="1918" y="11778"/>
                    <a:pt x="2041" y="10913"/>
                    <a:pt x="2259" y="10086"/>
                  </a:cubicBezTo>
                  <a:close/>
                  <a:moveTo>
                    <a:pt x="23548" y="10086"/>
                  </a:moveTo>
                  <a:cubicBezTo>
                    <a:pt x="23767" y="10913"/>
                    <a:pt x="23891" y="11778"/>
                    <a:pt x="23909" y="12669"/>
                  </a:cubicBezTo>
                  <a:lnTo>
                    <a:pt x="22726" y="12522"/>
                  </a:lnTo>
                  <a:cubicBezTo>
                    <a:pt x="22698" y="11789"/>
                    <a:pt x="22590" y="11076"/>
                    <a:pt x="22409" y="10392"/>
                  </a:cubicBezTo>
                  <a:lnTo>
                    <a:pt x="23548" y="10086"/>
                  </a:lnTo>
                  <a:close/>
                  <a:moveTo>
                    <a:pt x="9570" y="11805"/>
                  </a:moveTo>
                  <a:lnTo>
                    <a:pt x="9842" y="12278"/>
                  </a:lnTo>
                  <a:lnTo>
                    <a:pt x="10131" y="12777"/>
                  </a:lnTo>
                  <a:cubicBezTo>
                    <a:pt x="10131" y="12790"/>
                    <a:pt x="10130" y="12805"/>
                    <a:pt x="10130" y="12819"/>
                  </a:cubicBezTo>
                  <a:lnTo>
                    <a:pt x="1822" y="12819"/>
                  </a:lnTo>
                  <a:lnTo>
                    <a:pt x="1822" y="12820"/>
                  </a:lnTo>
                  <a:lnTo>
                    <a:pt x="1318" y="12820"/>
                  </a:lnTo>
                  <a:lnTo>
                    <a:pt x="1824" y="12758"/>
                  </a:lnTo>
                  <a:lnTo>
                    <a:pt x="1898" y="12749"/>
                  </a:lnTo>
                  <a:lnTo>
                    <a:pt x="3080" y="12604"/>
                  </a:lnTo>
                  <a:lnTo>
                    <a:pt x="3155" y="12594"/>
                  </a:lnTo>
                  <a:lnTo>
                    <a:pt x="6310" y="12206"/>
                  </a:lnTo>
                  <a:lnTo>
                    <a:pt x="6392" y="12196"/>
                  </a:lnTo>
                  <a:lnTo>
                    <a:pt x="6475" y="12186"/>
                  </a:lnTo>
                  <a:lnTo>
                    <a:pt x="7905" y="12010"/>
                  </a:lnTo>
                  <a:lnTo>
                    <a:pt x="7989" y="12000"/>
                  </a:lnTo>
                  <a:lnTo>
                    <a:pt x="8385" y="11952"/>
                  </a:lnTo>
                  <a:lnTo>
                    <a:pt x="8639" y="11921"/>
                  </a:lnTo>
                  <a:lnTo>
                    <a:pt x="9110" y="11862"/>
                  </a:lnTo>
                  <a:lnTo>
                    <a:pt x="9570" y="11805"/>
                  </a:lnTo>
                  <a:close/>
                  <a:moveTo>
                    <a:pt x="24489" y="12982"/>
                  </a:moveTo>
                  <a:lnTo>
                    <a:pt x="23984" y="13044"/>
                  </a:lnTo>
                  <a:lnTo>
                    <a:pt x="23910" y="13052"/>
                  </a:lnTo>
                  <a:lnTo>
                    <a:pt x="22728" y="13198"/>
                  </a:lnTo>
                  <a:lnTo>
                    <a:pt x="22654" y="13207"/>
                  </a:lnTo>
                  <a:lnTo>
                    <a:pt x="19499" y="13595"/>
                  </a:lnTo>
                  <a:lnTo>
                    <a:pt x="19416" y="13606"/>
                  </a:lnTo>
                  <a:lnTo>
                    <a:pt x="19334" y="13616"/>
                  </a:lnTo>
                  <a:lnTo>
                    <a:pt x="17904" y="13791"/>
                  </a:lnTo>
                  <a:lnTo>
                    <a:pt x="17819" y="13802"/>
                  </a:lnTo>
                  <a:lnTo>
                    <a:pt x="17424" y="13851"/>
                  </a:lnTo>
                  <a:lnTo>
                    <a:pt x="17169" y="13882"/>
                  </a:lnTo>
                  <a:lnTo>
                    <a:pt x="16699" y="13940"/>
                  </a:lnTo>
                  <a:lnTo>
                    <a:pt x="16238" y="13997"/>
                  </a:lnTo>
                  <a:lnTo>
                    <a:pt x="15966" y="13524"/>
                  </a:lnTo>
                  <a:lnTo>
                    <a:pt x="15677" y="13026"/>
                  </a:lnTo>
                  <a:cubicBezTo>
                    <a:pt x="15677" y="13011"/>
                    <a:pt x="15678" y="12997"/>
                    <a:pt x="15678" y="12982"/>
                  </a:cubicBezTo>
                  <a:close/>
                  <a:moveTo>
                    <a:pt x="8656" y="13964"/>
                  </a:moveTo>
                  <a:lnTo>
                    <a:pt x="8990" y="14005"/>
                  </a:lnTo>
                  <a:lnTo>
                    <a:pt x="9524" y="14070"/>
                  </a:lnTo>
                  <a:lnTo>
                    <a:pt x="9026" y="14931"/>
                  </a:lnTo>
                  <a:cubicBezTo>
                    <a:pt x="8898" y="14688"/>
                    <a:pt x="8791" y="14430"/>
                    <a:pt x="8712" y="14162"/>
                  </a:cubicBezTo>
                  <a:cubicBezTo>
                    <a:pt x="8692" y="14098"/>
                    <a:pt x="8672" y="14031"/>
                    <a:pt x="8656" y="13964"/>
                  </a:cubicBezTo>
                  <a:close/>
                  <a:moveTo>
                    <a:pt x="17152" y="13965"/>
                  </a:moveTo>
                  <a:cubicBezTo>
                    <a:pt x="17135" y="14031"/>
                    <a:pt x="17116" y="14098"/>
                    <a:pt x="17097" y="14163"/>
                  </a:cubicBezTo>
                  <a:cubicBezTo>
                    <a:pt x="17016" y="14431"/>
                    <a:pt x="16910" y="14688"/>
                    <a:pt x="16782" y="14933"/>
                  </a:cubicBezTo>
                  <a:lnTo>
                    <a:pt x="16285" y="14072"/>
                  </a:lnTo>
                  <a:lnTo>
                    <a:pt x="16818" y="14006"/>
                  </a:lnTo>
                  <a:lnTo>
                    <a:pt x="17152" y="13965"/>
                  </a:lnTo>
                  <a:close/>
                  <a:moveTo>
                    <a:pt x="12905" y="10443"/>
                  </a:moveTo>
                  <a:cubicBezTo>
                    <a:pt x="12917" y="10443"/>
                    <a:pt x="12932" y="10444"/>
                    <a:pt x="12944" y="10444"/>
                  </a:cubicBezTo>
                  <a:cubicBezTo>
                    <a:pt x="12957" y="10444"/>
                    <a:pt x="12972" y="10444"/>
                    <a:pt x="12984" y="10446"/>
                  </a:cubicBezTo>
                  <a:cubicBezTo>
                    <a:pt x="13049" y="10448"/>
                    <a:pt x="13112" y="10452"/>
                    <a:pt x="13174" y="10459"/>
                  </a:cubicBezTo>
                  <a:cubicBezTo>
                    <a:pt x="13183" y="10460"/>
                    <a:pt x="13194" y="10462"/>
                    <a:pt x="13202" y="10463"/>
                  </a:cubicBezTo>
                  <a:cubicBezTo>
                    <a:pt x="13238" y="10467"/>
                    <a:pt x="13273" y="10472"/>
                    <a:pt x="13309" y="10478"/>
                  </a:cubicBezTo>
                  <a:cubicBezTo>
                    <a:pt x="13349" y="10484"/>
                    <a:pt x="13390" y="10493"/>
                    <a:pt x="13429" y="10501"/>
                  </a:cubicBezTo>
                  <a:cubicBezTo>
                    <a:pt x="13686" y="10558"/>
                    <a:pt x="13927" y="10654"/>
                    <a:pt x="14148" y="10784"/>
                  </a:cubicBezTo>
                  <a:cubicBezTo>
                    <a:pt x="14161" y="10793"/>
                    <a:pt x="14177" y="10800"/>
                    <a:pt x="14191" y="10809"/>
                  </a:cubicBezTo>
                  <a:cubicBezTo>
                    <a:pt x="14206" y="10819"/>
                    <a:pt x="14221" y="10829"/>
                    <a:pt x="14235" y="10838"/>
                  </a:cubicBezTo>
                  <a:cubicBezTo>
                    <a:pt x="14305" y="10883"/>
                    <a:pt x="14373" y="10932"/>
                    <a:pt x="14438" y="10985"/>
                  </a:cubicBezTo>
                  <a:cubicBezTo>
                    <a:pt x="14486" y="11025"/>
                    <a:pt x="14534" y="11066"/>
                    <a:pt x="14581" y="11110"/>
                  </a:cubicBezTo>
                  <a:cubicBezTo>
                    <a:pt x="14592" y="11119"/>
                    <a:pt x="14600" y="11128"/>
                    <a:pt x="14610" y="11138"/>
                  </a:cubicBezTo>
                  <a:cubicBezTo>
                    <a:pt x="14620" y="11147"/>
                    <a:pt x="14630" y="11155"/>
                    <a:pt x="14640" y="11164"/>
                  </a:cubicBezTo>
                  <a:cubicBezTo>
                    <a:pt x="14649" y="11174"/>
                    <a:pt x="14659" y="11184"/>
                    <a:pt x="14667" y="11194"/>
                  </a:cubicBezTo>
                  <a:cubicBezTo>
                    <a:pt x="14676" y="11205"/>
                    <a:pt x="14686" y="11213"/>
                    <a:pt x="14695" y="11223"/>
                  </a:cubicBezTo>
                  <a:cubicBezTo>
                    <a:pt x="14738" y="11270"/>
                    <a:pt x="14779" y="11318"/>
                    <a:pt x="14820" y="11367"/>
                  </a:cubicBezTo>
                  <a:cubicBezTo>
                    <a:pt x="14871" y="11432"/>
                    <a:pt x="14920" y="11500"/>
                    <a:pt x="14966" y="11569"/>
                  </a:cubicBezTo>
                  <a:cubicBezTo>
                    <a:pt x="14975" y="11583"/>
                    <a:pt x="14986" y="11599"/>
                    <a:pt x="14995" y="11613"/>
                  </a:cubicBezTo>
                  <a:cubicBezTo>
                    <a:pt x="15004" y="11628"/>
                    <a:pt x="15013" y="11643"/>
                    <a:pt x="15021" y="11657"/>
                  </a:cubicBezTo>
                  <a:cubicBezTo>
                    <a:pt x="15151" y="11876"/>
                    <a:pt x="15247" y="12119"/>
                    <a:pt x="15304" y="12376"/>
                  </a:cubicBezTo>
                  <a:cubicBezTo>
                    <a:pt x="15312" y="12416"/>
                    <a:pt x="15320" y="12455"/>
                    <a:pt x="15326" y="12495"/>
                  </a:cubicBezTo>
                  <a:cubicBezTo>
                    <a:pt x="15332" y="12530"/>
                    <a:pt x="15337" y="12567"/>
                    <a:pt x="15342" y="12603"/>
                  </a:cubicBezTo>
                  <a:cubicBezTo>
                    <a:pt x="15343" y="12611"/>
                    <a:pt x="15344" y="12621"/>
                    <a:pt x="15346" y="12631"/>
                  </a:cubicBezTo>
                  <a:cubicBezTo>
                    <a:pt x="15352" y="12693"/>
                    <a:pt x="15357" y="12757"/>
                    <a:pt x="15358" y="12820"/>
                  </a:cubicBezTo>
                  <a:cubicBezTo>
                    <a:pt x="15358" y="12833"/>
                    <a:pt x="15360" y="12847"/>
                    <a:pt x="15360" y="12861"/>
                  </a:cubicBezTo>
                  <a:cubicBezTo>
                    <a:pt x="15360" y="12873"/>
                    <a:pt x="15361" y="12887"/>
                    <a:pt x="15361" y="12901"/>
                  </a:cubicBezTo>
                  <a:cubicBezTo>
                    <a:pt x="15361" y="12913"/>
                    <a:pt x="15360" y="12928"/>
                    <a:pt x="15360" y="12940"/>
                  </a:cubicBezTo>
                  <a:cubicBezTo>
                    <a:pt x="15360" y="12953"/>
                    <a:pt x="15360" y="12968"/>
                    <a:pt x="15358" y="12980"/>
                  </a:cubicBezTo>
                  <a:cubicBezTo>
                    <a:pt x="15356" y="13045"/>
                    <a:pt x="15352" y="13108"/>
                    <a:pt x="15346" y="13170"/>
                  </a:cubicBezTo>
                  <a:cubicBezTo>
                    <a:pt x="15344" y="13179"/>
                    <a:pt x="15343" y="13190"/>
                    <a:pt x="15342" y="13198"/>
                  </a:cubicBezTo>
                  <a:cubicBezTo>
                    <a:pt x="15338" y="13234"/>
                    <a:pt x="15332" y="13269"/>
                    <a:pt x="15326" y="13305"/>
                  </a:cubicBezTo>
                  <a:cubicBezTo>
                    <a:pt x="15320" y="13346"/>
                    <a:pt x="15312" y="13386"/>
                    <a:pt x="15304" y="13425"/>
                  </a:cubicBezTo>
                  <a:cubicBezTo>
                    <a:pt x="15247" y="13682"/>
                    <a:pt x="15151" y="13923"/>
                    <a:pt x="15021" y="14144"/>
                  </a:cubicBezTo>
                  <a:cubicBezTo>
                    <a:pt x="15012" y="14158"/>
                    <a:pt x="15004" y="14173"/>
                    <a:pt x="14995" y="14187"/>
                  </a:cubicBezTo>
                  <a:cubicBezTo>
                    <a:pt x="14986" y="14202"/>
                    <a:pt x="14975" y="14217"/>
                    <a:pt x="14966" y="14232"/>
                  </a:cubicBezTo>
                  <a:cubicBezTo>
                    <a:pt x="14922" y="14301"/>
                    <a:pt x="14872" y="14369"/>
                    <a:pt x="14820" y="14434"/>
                  </a:cubicBezTo>
                  <a:cubicBezTo>
                    <a:pt x="14779" y="14483"/>
                    <a:pt x="14738" y="14531"/>
                    <a:pt x="14695" y="14577"/>
                  </a:cubicBezTo>
                  <a:cubicBezTo>
                    <a:pt x="14686" y="14588"/>
                    <a:pt x="14676" y="14596"/>
                    <a:pt x="14667" y="14606"/>
                  </a:cubicBezTo>
                  <a:cubicBezTo>
                    <a:pt x="14659" y="14616"/>
                    <a:pt x="14649" y="14626"/>
                    <a:pt x="14640" y="14636"/>
                  </a:cubicBezTo>
                  <a:cubicBezTo>
                    <a:pt x="14631" y="14646"/>
                    <a:pt x="14621" y="14655"/>
                    <a:pt x="14610" y="14663"/>
                  </a:cubicBezTo>
                  <a:cubicBezTo>
                    <a:pt x="14602" y="14672"/>
                    <a:pt x="14592" y="14682"/>
                    <a:pt x="14581" y="14691"/>
                  </a:cubicBezTo>
                  <a:cubicBezTo>
                    <a:pt x="14534" y="14734"/>
                    <a:pt x="14486" y="14776"/>
                    <a:pt x="14438" y="14816"/>
                  </a:cubicBezTo>
                  <a:cubicBezTo>
                    <a:pt x="14373" y="14867"/>
                    <a:pt x="14305" y="14916"/>
                    <a:pt x="14235" y="14962"/>
                  </a:cubicBezTo>
                  <a:cubicBezTo>
                    <a:pt x="14221" y="14972"/>
                    <a:pt x="14206" y="14982"/>
                    <a:pt x="14191" y="14991"/>
                  </a:cubicBezTo>
                  <a:cubicBezTo>
                    <a:pt x="14177" y="15000"/>
                    <a:pt x="14161" y="15009"/>
                    <a:pt x="14148" y="15017"/>
                  </a:cubicBezTo>
                  <a:cubicBezTo>
                    <a:pt x="13928" y="15147"/>
                    <a:pt x="13686" y="15243"/>
                    <a:pt x="13429" y="15300"/>
                  </a:cubicBezTo>
                  <a:cubicBezTo>
                    <a:pt x="13390" y="15308"/>
                    <a:pt x="13349" y="15316"/>
                    <a:pt x="13309" y="15322"/>
                  </a:cubicBezTo>
                  <a:cubicBezTo>
                    <a:pt x="13274" y="15329"/>
                    <a:pt x="13238" y="15333"/>
                    <a:pt x="13202" y="15338"/>
                  </a:cubicBezTo>
                  <a:cubicBezTo>
                    <a:pt x="13194" y="15339"/>
                    <a:pt x="13183" y="15341"/>
                    <a:pt x="13174" y="15342"/>
                  </a:cubicBezTo>
                  <a:cubicBezTo>
                    <a:pt x="13112" y="15348"/>
                    <a:pt x="13049" y="15352"/>
                    <a:pt x="12984" y="15354"/>
                  </a:cubicBezTo>
                  <a:cubicBezTo>
                    <a:pt x="12972" y="15354"/>
                    <a:pt x="12957" y="15356"/>
                    <a:pt x="12944" y="15356"/>
                  </a:cubicBezTo>
                  <a:cubicBezTo>
                    <a:pt x="12932" y="15356"/>
                    <a:pt x="12917" y="15357"/>
                    <a:pt x="12905" y="15357"/>
                  </a:cubicBezTo>
                  <a:cubicBezTo>
                    <a:pt x="12891" y="15357"/>
                    <a:pt x="12877" y="15356"/>
                    <a:pt x="12864" y="15356"/>
                  </a:cubicBezTo>
                  <a:cubicBezTo>
                    <a:pt x="12851" y="15356"/>
                    <a:pt x="12837" y="15356"/>
                    <a:pt x="12824" y="15354"/>
                  </a:cubicBezTo>
                  <a:cubicBezTo>
                    <a:pt x="12759" y="15352"/>
                    <a:pt x="12696" y="15348"/>
                    <a:pt x="12634" y="15342"/>
                  </a:cubicBezTo>
                  <a:cubicBezTo>
                    <a:pt x="12625" y="15341"/>
                    <a:pt x="12615" y="15339"/>
                    <a:pt x="12607" y="15338"/>
                  </a:cubicBezTo>
                  <a:cubicBezTo>
                    <a:pt x="12570" y="15334"/>
                    <a:pt x="12535" y="15329"/>
                    <a:pt x="12499" y="15322"/>
                  </a:cubicBezTo>
                  <a:cubicBezTo>
                    <a:pt x="12459" y="15316"/>
                    <a:pt x="12419" y="15308"/>
                    <a:pt x="12380" y="15300"/>
                  </a:cubicBezTo>
                  <a:cubicBezTo>
                    <a:pt x="12123" y="15243"/>
                    <a:pt x="11881" y="15147"/>
                    <a:pt x="11660" y="15017"/>
                  </a:cubicBezTo>
                  <a:cubicBezTo>
                    <a:pt x="11647" y="15008"/>
                    <a:pt x="11632" y="15000"/>
                    <a:pt x="11617" y="14991"/>
                  </a:cubicBezTo>
                  <a:cubicBezTo>
                    <a:pt x="11603" y="14982"/>
                    <a:pt x="11587" y="14972"/>
                    <a:pt x="11574" y="14962"/>
                  </a:cubicBezTo>
                  <a:cubicBezTo>
                    <a:pt x="11504" y="14918"/>
                    <a:pt x="11436" y="14868"/>
                    <a:pt x="11371" y="14816"/>
                  </a:cubicBezTo>
                  <a:cubicBezTo>
                    <a:pt x="11322" y="14776"/>
                    <a:pt x="11275" y="14734"/>
                    <a:pt x="11228" y="14691"/>
                  </a:cubicBezTo>
                  <a:cubicBezTo>
                    <a:pt x="11217" y="14682"/>
                    <a:pt x="11209" y="14672"/>
                    <a:pt x="11198" y="14663"/>
                  </a:cubicBezTo>
                  <a:cubicBezTo>
                    <a:pt x="11189" y="14655"/>
                    <a:pt x="11179" y="14646"/>
                    <a:pt x="11168" y="14636"/>
                  </a:cubicBezTo>
                  <a:cubicBezTo>
                    <a:pt x="11159" y="14627"/>
                    <a:pt x="11151" y="14617"/>
                    <a:pt x="11141" y="14606"/>
                  </a:cubicBezTo>
                  <a:cubicBezTo>
                    <a:pt x="11132" y="14598"/>
                    <a:pt x="11123" y="14588"/>
                    <a:pt x="11114" y="14577"/>
                  </a:cubicBezTo>
                  <a:cubicBezTo>
                    <a:pt x="11070" y="14531"/>
                    <a:pt x="11029" y="14483"/>
                    <a:pt x="10989" y="14434"/>
                  </a:cubicBezTo>
                  <a:cubicBezTo>
                    <a:pt x="10937" y="14369"/>
                    <a:pt x="10889" y="14301"/>
                    <a:pt x="10842" y="14232"/>
                  </a:cubicBezTo>
                  <a:cubicBezTo>
                    <a:pt x="10833" y="14217"/>
                    <a:pt x="10823" y="14202"/>
                    <a:pt x="10813" y="14187"/>
                  </a:cubicBezTo>
                  <a:cubicBezTo>
                    <a:pt x="10804" y="14173"/>
                    <a:pt x="10796" y="14158"/>
                    <a:pt x="10788" y="14144"/>
                  </a:cubicBezTo>
                  <a:cubicBezTo>
                    <a:pt x="10658" y="13924"/>
                    <a:pt x="10562" y="13682"/>
                    <a:pt x="10506" y="13425"/>
                  </a:cubicBezTo>
                  <a:cubicBezTo>
                    <a:pt x="10497" y="13386"/>
                    <a:pt x="10488" y="13346"/>
                    <a:pt x="10482" y="13305"/>
                  </a:cubicBezTo>
                  <a:cubicBezTo>
                    <a:pt x="10476" y="13270"/>
                    <a:pt x="10472" y="13234"/>
                    <a:pt x="10467" y="13198"/>
                  </a:cubicBezTo>
                  <a:cubicBezTo>
                    <a:pt x="10466" y="13190"/>
                    <a:pt x="10465" y="13179"/>
                    <a:pt x="10463" y="13170"/>
                  </a:cubicBezTo>
                  <a:cubicBezTo>
                    <a:pt x="10456" y="13107"/>
                    <a:pt x="10451" y="13043"/>
                    <a:pt x="10450" y="12980"/>
                  </a:cubicBezTo>
                  <a:cubicBezTo>
                    <a:pt x="10450" y="12968"/>
                    <a:pt x="10448" y="12953"/>
                    <a:pt x="10448" y="12940"/>
                  </a:cubicBezTo>
                  <a:cubicBezTo>
                    <a:pt x="10448" y="12928"/>
                    <a:pt x="10447" y="12913"/>
                    <a:pt x="10447" y="12901"/>
                  </a:cubicBezTo>
                  <a:cubicBezTo>
                    <a:pt x="10447" y="12887"/>
                    <a:pt x="10448" y="12873"/>
                    <a:pt x="10448" y="12861"/>
                  </a:cubicBezTo>
                  <a:cubicBezTo>
                    <a:pt x="10448" y="12847"/>
                    <a:pt x="10448" y="12833"/>
                    <a:pt x="10450" y="12820"/>
                  </a:cubicBezTo>
                  <a:cubicBezTo>
                    <a:pt x="10452" y="12755"/>
                    <a:pt x="10456" y="12692"/>
                    <a:pt x="10463" y="12631"/>
                  </a:cubicBezTo>
                  <a:cubicBezTo>
                    <a:pt x="10465" y="12621"/>
                    <a:pt x="10466" y="12611"/>
                    <a:pt x="10467" y="12603"/>
                  </a:cubicBezTo>
                  <a:cubicBezTo>
                    <a:pt x="10471" y="12567"/>
                    <a:pt x="10476" y="12531"/>
                    <a:pt x="10482" y="12495"/>
                  </a:cubicBezTo>
                  <a:cubicBezTo>
                    <a:pt x="10488" y="12455"/>
                    <a:pt x="10497" y="12415"/>
                    <a:pt x="10506" y="12376"/>
                  </a:cubicBezTo>
                  <a:cubicBezTo>
                    <a:pt x="10562" y="12119"/>
                    <a:pt x="10658" y="11877"/>
                    <a:pt x="10788" y="11657"/>
                  </a:cubicBezTo>
                  <a:cubicBezTo>
                    <a:pt x="10797" y="11643"/>
                    <a:pt x="10804" y="11628"/>
                    <a:pt x="10813" y="11613"/>
                  </a:cubicBezTo>
                  <a:cubicBezTo>
                    <a:pt x="10823" y="11599"/>
                    <a:pt x="10833" y="11583"/>
                    <a:pt x="10842" y="11569"/>
                  </a:cubicBezTo>
                  <a:cubicBezTo>
                    <a:pt x="10887" y="11500"/>
                    <a:pt x="10936" y="11432"/>
                    <a:pt x="10989" y="11367"/>
                  </a:cubicBezTo>
                  <a:cubicBezTo>
                    <a:pt x="11029" y="11318"/>
                    <a:pt x="11070" y="11270"/>
                    <a:pt x="11114" y="11223"/>
                  </a:cubicBezTo>
                  <a:cubicBezTo>
                    <a:pt x="11123" y="11213"/>
                    <a:pt x="11132" y="11205"/>
                    <a:pt x="11141" y="11194"/>
                  </a:cubicBezTo>
                  <a:cubicBezTo>
                    <a:pt x="11150" y="11185"/>
                    <a:pt x="11159" y="11175"/>
                    <a:pt x="11168" y="11164"/>
                  </a:cubicBezTo>
                  <a:cubicBezTo>
                    <a:pt x="11178" y="11155"/>
                    <a:pt x="11188" y="11147"/>
                    <a:pt x="11198" y="11138"/>
                  </a:cubicBezTo>
                  <a:cubicBezTo>
                    <a:pt x="11206" y="11128"/>
                    <a:pt x="11217" y="11119"/>
                    <a:pt x="11228" y="11110"/>
                  </a:cubicBezTo>
                  <a:cubicBezTo>
                    <a:pt x="11275" y="11066"/>
                    <a:pt x="11322" y="11025"/>
                    <a:pt x="11371" y="10985"/>
                  </a:cubicBezTo>
                  <a:cubicBezTo>
                    <a:pt x="11436" y="10933"/>
                    <a:pt x="11504" y="10885"/>
                    <a:pt x="11574" y="10838"/>
                  </a:cubicBezTo>
                  <a:cubicBezTo>
                    <a:pt x="11587" y="10829"/>
                    <a:pt x="11603" y="10819"/>
                    <a:pt x="11617" y="10809"/>
                  </a:cubicBezTo>
                  <a:cubicBezTo>
                    <a:pt x="11632" y="10800"/>
                    <a:pt x="11647" y="10792"/>
                    <a:pt x="11660" y="10784"/>
                  </a:cubicBezTo>
                  <a:cubicBezTo>
                    <a:pt x="11880" y="10654"/>
                    <a:pt x="12123" y="10558"/>
                    <a:pt x="12380" y="10501"/>
                  </a:cubicBezTo>
                  <a:cubicBezTo>
                    <a:pt x="12419" y="10493"/>
                    <a:pt x="12459" y="10484"/>
                    <a:pt x="12499" y="10478"/>
                  </a:cubicBezTo>
                  <a:cubicBezTo>
                    <a:pt x="12534" y="10472"/>
                    <a:pt x="12570" y="10468"/>
                    <a:pt x="12607" y="10463"/>
                  </a:cubicBezTo>
                  <a:cubicBezTo>
                    <a:pt x="12615" y="10462"/>
                    <a:pt x="12625" y="10460"/>
                    <a:pt x="12634" y="10459"/>
                  </a:cubicBezTo>
                  <a:cubicBezTo>
                    <a:pt x="12697" y="10452"/>
                    <a:pt x="12761" y="10447"/>
                    <a:pt x="12824" y="10446"/>
                  </a:cubicBezTo>
                  <a:cubicBezTo>
                    <a:pt x="12837" y="10446"/>
                    <a:pt x="12851" y="10444"/>
                    <a:pt x="12864" y="10444"/>
                  </a:cubicBezTo>
                  <a:cubicBezTo>
                    <a:pt x="12877" y="10444"/>
                    <a:pt x="12891" y="10443"/>
                    <a:pt x="12905" y="10443"/>
                  </a:cubicBezTo>
                  <a:close/>
                  <a:moveTo>
                    <a:pt x="8002" y="13882"/>
                  </a:moveTo>
                  <a:lnTo>
                    <a:pt x="8402" y="13931"/>
                  </a:lnTo>
                  <a:cubicBezTo>
                    <a:pt x="8429" y="14049"/>
                    <a:pt x="8460" y="14168"/>
                    <a:pt x="8496" y="14283"/>
                  </a:cubicBezTo>
                  <a:cubicBezTo>
                    <a:pt x="8579" y="14548"/>
                    <a:pt x="8686" y="14799"/>
                    <a:pt x="8811" y="15039"/>
                  </a:cubicBezTo>
                  <a:cubicBezTo>
                    <a:pt x="8835" y="15085"/>
                    <a:pt x="8860" y="15130"/>
                    <a:pt x="8886" y="15176"/>
                  </a:cubicBezTo>
                  <a:lnTo>
                    <a:pt x="8667" y="15552"/>
                  </a:lnTo>
                  <a:cubicBezTo>
                    <a:pt x="8584" y="15419"/>
                    <a:pt x="8507" y="15282"/>
                    <a:pt x="8437" y="15142"/>
                  </a:cubicBezTo>
                  <a:cubicBezTo>
                    <a:pt x="8329" y="14928"/>
                    <a:pt x="8236" y="14704"/>
                    <a:pt x="8160" y="14474"/>
                  </a:cubicBezTo>
                  <a:cubicBezTo>
                    <a:pt x="8095" y="14281"/>
                    <a:pt x="8042" y="14084"/>
                    <a:pt x="8002" y="13882"/>
                  </a:cubicBezTo>
                  <a:close/>
                  <a:moveTo>
                    <a:pt x="17806" y="13884"/>
                  </a:moveTo>
                  <a:lnTo>
                    <a:pt x="17806" y="13884"/>
                  </a:lnTo>
                  <a:cubicBezTo>
                    <a:pt x="17765" y="14085"/>
                    <a:pt x="17713" y="14281"/>
                    <a:pt x="17648" y="14475"/>
                  </a:cubicBezTo>
                  <a:cubicBezTo>
                    <a:pt x="17571" y="14706"/>
                    <a:pt x="17479" y="14929"/>
                    <a:pt x="17370" y="15143"/>
                  </a:cubicBezTo>
                  <a:cubicBezTo>
                    <a:pt x="17300" y="15283"/>
                    <a:pt x="17223" y="15420"/>
                    <a:pt x="17140" y="15553"/>
                  </a:cubicBezTo>
                  <a:lnTo>
                    <a:pt x="16921" y="15177"/>
                  </a:lnTo>
                  <a:cubicBezTo>
                    <a:pt x="16947" y="15131"/>
                    <a:pt x="16972" y="15086"/>
                    <a:pt x="16997" y="15040"/>
                  </a:cubicBezTo>
                  <a:cubicBezTo>
                    <a:pt x="17123" y="14800"/>
                    <a:pt x="17229" y="14549"/>
                    <a:pt x="17311" y="14285"/>
                  </a:cubicBezTo>
                  <a:cubicBezTo>
                    <a:pt x="17347" y="14171"/>
                    <a:pt x="17378" y="14052"/>
                    <a:pt x="17405" y="13934"/>
                  </a:cubicBezTo>
                  <a:lnTo>
                    <a:pt x="17806" y="13884"/>
                  </a:lnTo>
                  <a:close/>
                  <a:moveTo>
                    <a:pt x="23909" y="13133"/>
                  </a:moveTo>
                  <a:cubicBezTo>
                    <a:pt x="23891" y="14023"/>
                    <a:pt x="23767" y="14888"/>
                    <a:pt x="23548" y="15714"/>
                  </a:cubicBezTo>
                  <a:lnTo>
                    <a:pt x="22409" y="15409"/>
                  </a:lnTo>
                  <a:cubicBezTo>
                    <a:pt x="22590" y="14724"/>
                    <a:pt x="22698" y="14012"/>
                    <a:pt x="22727" y="13278"/>
                  </a:cubicBezTo>
                  <a:lnTo>
                    <a:pt x="23909" y="13133"/>
                  </a:lnTo>
                  <a:close/>
                  <a:moveTo>
                    <a:pt x="1899" y="13134"/>
                  </a:moveTo>
                  <a:lnTo>
                    <a:pt x="3082" y="13279"/>
                  </a:lnTo>
                  <a:cubicBezTo>
                    <a:pt x="3110" y="14013"/>
                    <a:pt x="3219" y="14727"/>
                    <a:pt x="3399" y="15410"/>
                  </a:cubicBezTo>
                  <a:lnTo>
                    <a:pt x="2260" y="15715"/>
                  </a:lnTo>
                  <a:cubicBezTo>
                    <a:pt x="2041" y="14888"/>
                    <a:pt x="1918" y="14023"/>
                    <a:pt x="1899" y="13134"/>
                  </a:cubicBezTo>
                  <a:close/>
                  <a:moveTo>
                    <a:pt x="6484" y="13696"/>
                  </a:moveTo>
                  <a:lnTo>
                    <a:pt x="7918" y="13873"/>
                  </a:lnTo>
                  <a:cubicBezTo>
                    <a:pt x="7963" y="14093"/>
                    <a:pt x="8019" y="14306"/>
                    <a:pt x="8088" y="14516"/>
                  </a:cubicBezTo>
                  <a:cubicBezTo>
                    <a:pt x="8164" y="14738"/>
                    <a:pt x="8254" y="14956"/>
                    <a:pt x="8358" y="15163"/>
                  </a:cubicBezTo>
                  <a:cubicBezTo>
                    <a:pt x="8438" y="15323"/>
                    <a:pt x="8527" y="15480"/>
                    <a:pt x="8623" y="15630"/>
                  </a:cubicBezTo>
                  <a:lnTo>
                    <a:pt x="7860" y="16947"/>
                  </a:lnTo>
                  <a:cubicBezTo>
                    <a:pt x="7516" y="16519"/>
                    <a:pt x="7226" y="16048"/>
                    <a:pt x="6999" y="15540"/>
                  </a:cubicBezTo>
                  <a:cubicBezTo>
                    <a:pt x="6949" y="15432"/>
                    <a:pt x="6903" y="15321"/>
                    <a:pt x="6861" y="15209"/>
                  </a:cubicBezTo>
                  <a:cubicBezTo>
                    <a:pt x="6676" y="14729"/>
                    <a:pt x="6548" y="14223"/>
                    <a:pt x="6484" y="13696"/>
                  </a:cubicBezTo>
                  <a:close/>
                  <a:moveTo>
                    <a:pt x="19323" y="13696"/>
                  </a:moveTo>
                  <a:cubicBezTo>
                    <a:pt x="19258" y="14224"/>
                    <a:pt x="19131" y="14730"/>
                    <a:pt x="18947" y="15209"/>
                  </a:cubicBezTo>
                  <a:cubicBezTo>
                    <a:pt x="18904" y="15321"/>
                    <a:pt x="18858" y="15431"/>
                    <a:pt x="18808" y="15540"/>
                  </a:cubicBezTo>
                  <a:cubicBezTo>
                    <a:pt x="18581" y="16048"/>
                    <a:pt x="18292" y="16519"/>
                    <a:pt x="17947" y="16947"/>
                  </a:cubicBezTo>
                  <a:lnTo>
                    <a:pt x="17184" y="15630"/>
                  </a:lnTo>
                  <a:cubicBezTo>
                    <a:pt x="17280" y="15480"/>
                    <a:pt x="17369" y="15323"/>
                    <a:pt x="17450" y="15163"/>
                  </a:cubicBezTo>
                  <a:cubicBezTo>
                    <a:pt x="17554" y="14955"/>
                    <a:pt x="17644" y="14738"/>
                    <a:pt x="17719" y="14516"/>
                  </a:cubicBezTo>
                  <a:cubicBezTo>
                    <a:pt x="17788" y="14306"/>
                    <a:pt x="17846" y="14093"/>
                    <a:pt x="17889" y="13873"/>
                  </a:cubicBezTo>
                  <a:lnTo>
                    <a:pt x="19323" y="13696"/>
                  </a:lnTo>
                  <a:close/>
                  <a:moveTo>
                    <a:pt x="11735" y="16280"/>
                  </a:moveTo>
                  <a:lnTo>
                    <a:pt x="11801" y="16813"/>
                  </a:lnTo>
                  <a:lnTo>
                    <a:pt x="11842" y="17148"/>
                  </a:lnTo>
                  <a:cubicBezTo>
                    <a:pt x="11775" y="17132"/>
                    <a:pt x="11708" y="17113"/>
                    <a:pt x="11643" y="17093"/>
                  </a:cubicBezTo>
                  <a:cubicBezTo>
                    <a:pt x="11375" y="17012"/>
                    <a:pt x="11118" y="16906"/>
                    <a:pt x="10873" y="16777"/>
                  </a:cubicBezTo>
                  <a:lnTo>
                    <a:pt x="11735" y="16280"/>
                  </a:lnTo>
                  <a:close/>
                  <a:moveTo>
                    <a:pt x="14074" y="16281"/>
                  </a:moveTo>
                  <a:lnTo>
                    <a:pt x="14935" y="16778"/>
                  </a:lnTo>
                  <a:cubicBezTo>
                    <a:pt x="14692" y="16906"/>
                    <a:pt x="14434" y="17013"/>
                    <a:pt x="14166" y="17095"/>
                  </a:cubicBezTo>
                  <a:cubicBezTo>
                    <a:pt x="14100" y="17113"/>
                    <a:pt x="14035" y="17132"/>
                    <a:pt x="13967" y="17149"/>
                  </a:cubicBezTo>
                  <a:lnTo>
                    <a:pt x="14009" y="16814"/>
                  </a:lnTo>
                  <a:lnTo>
                    <a:pt x="14074" y="16281"/>
                  </a:lnTo>
                  <a:close/>
                  <a:moveTo>
                    <a:pt x="10630" y="16920"/>
                  </a:moveTo>
                  <a:cubicBezTo>
                    <a:pt x="10674" y="16945"/>
                    <a:pt x="10719" y="16969"/>
                    <a:pt x="10766" y="16994"/>
                  </a:cubicBezTo>
                  <a:cubicBezTo>
                    <a:pt x="11006" y="17121"/>
                    <a:pt x="11257" y="17226"/>
                    <a:pt x="11520" y="17309"/>
                  </a:cubicBezTo>
                  <a:cubicBezTo>
                    <a:pt x="11636" y="17345"/>
                    <a:pt x="11754" y="17376"/>
                    <a:pt x="11873" y="17402"/>
                  </a:cubicBezTo>
                  <a:lnTo>
                    <a:pt x="11921" y="17803"/>
                  </a:lnTo>
                  <a:cubicBezTo>
                    <a:pt x="11720" y="17762"/>
                    <a:pt x="11523" y="17709"/>
                    <a:pt x="11331" y="17645"/>
                  </a:cubicBezTo>
                  <a:cubicBezTo>
                    <a:pt x="11100" y="17570"/>
                    <a:pt x="10877" y="17477"/>
                    <a:pt x="10663" y="17368"/>
                  </a:cubicBezTo>
                  <a:cubicBezTo>
                    <a:pt x="10522" y="17297"/>
                    <a:pt x="10385" y="17220"/>
                    <a:pt x="10253" y="17137"/>
                  </a:cubicBezTo>
                  <a:lnTo>
                    <a:pt x="10630" y="16920"/>
                  </a:lnTo>
                  <a:close/>
                  <a:moveTo>
                    <a:pt x="15180" y="16920"/>
                  </a:moveTo>
                  <a:lnTo>
                    <a:pt x="15556" y="17137"/>
                  </a:lnTo>
                  <a:cubicBezTo>
                    <a:pt x="15423" y="17221"/>
                    <a:pt x="15286" y="17297"/>
                    <a:pt x="15146" y="17368"/>
                  </a:cubicBezTo>
                  <a:cubicBezTo>
                    <a:pt x="14931" y="17477"/>
                    <a:pt x="14708" y="17570"/>
                    <a:pt x="14478" y="17645"/>
                  </a:cubicBezTo>
                  <a:cubicBezTo>
                    <a:pt x="14285" y="17710"/>
                    <a:pt x="14088" y="17762"/>
                    <a:pt x="13886" y="17803"/>
                  </a:cubicBezTo>
                  <a:lnTo>
                    <a:pt x="13934" y="17402"/>
                  </a:lnTo>
                  <a:cubicBezTo>
                    <a:pt x="14055" y="17376"/>
                    <a:pt x="14172" y="17345"/>
                    <a:pt x="14288" y="17309"/>
                  </a:cubicBezTo>
                  <a:cubicBezTo>
                    <a:pt x="14550" y="17226"/>
                    <a:pt x="14802" y="17121"/>
                    <a:pt x="15043" y="16994"/>
                  </a:cubicBezTo>
                  <a:cubicBezTo>
                    <a:pt x="15089" y="16969"/>
                    <a:pt x="15134" y="16945"/>
                    <a:pt x="15180" y="16920"/>
                  </a:cubicBezTo>
                  <a:close/>
                  <a:moveTo>
                    <a:pt x="3418" y="15480"/>
                  </a:moveTo>
                  <a:cubicBezTo>
                    <a:pt x="3640" y="16293"/>
                    <a:pt x="3961" y="17066"/>
                    <a:pt x="4373" y="17782"/>
                  </a:cubicBezTo>
                  <a:lnTo>
                    <a:pt x="3352" y="18371"/>
                  </a:lnTo>
                  <a:cubicBezTo>
                    <a:pt x="2892" y="17570"/>
                    <a:pt x="2527" y="16701"/>
                    <a:pt x="2279" y="15786"/>
                  </a:cubicBezTo>
                  <a:lnTo>
                    <a:pt x="3418" y="15480"/>
                  </a:lnTo>
                  <a:close/>
                  <a:moveTo>
                    <a:pt x="22390" y="15481"/>
                  </a:moveTo>
                  <a:lnTo>
                    <a:pt x="23529" y="15787"/>
                  </a:lnTo>
                  <a:cubicBezTo>
                    <a:pt x="23281" y="16701"/>
                    <a:pt x="22918" y="17570"/>
                    <a:pt x="22456" y="18372"/>
                  </a:cubicBezTo>
                  <a:lnTo>
                    <a:pt x="21434" y="17783"/>
                  </a:lnTo>
                  <a:cubicBezTo>
                    <a:pt x="21846" y="17067"/>
                    <a:pt x="22170" y="16295"/>
                    <a:pt x="22390" y="15481"/>
                  </a:cubicBezTo>
                  <a:close/>
                  <a:moveTo>
                    <a:pt x="10141" y="13167"/>
                  </a:moveTo>
                  <a:cubicBezTo>
                    <a:pt x="10146" y="13227"/>
                    <a:pt x="10153" y="13285"/>
                    <a:pt x="10162" y="13341"/>
                  </a:cubicBezTo>
                  <a:cubicBezTo>
                    <a:pt x="10205" y="13608"/>
                    <a:pt x="10285" y="13861"/>
                    <a:pt x="10399" y="14096"/>
                  </a:cubicBezTo>
                  <a:cubicBezTo>
                    <a:pt x="10405" y="14110"/>
                    <a:pt x="10413" y="14124"/>
                    <a:pt x="10420" y="14139"/>
                  </a:cubicBezTo>
                  <a:cubicBezTo>
                    <a:pt x="10429" y="14152"/>
                    <a:pt x="10435" y="14167"/>
                    <a:pt x="10442" y="14182"/>
                  </a:cubicBezTo>
                  <a:cubicBezTo>
                    <a:pt x="10506" y="14302"/>
                    <a:pt x="10576" y="14418"/>
                    <a:pt x="10656" y="14527"/>
                  </a:cubicBezTo>
                  <a:cubicBezTo>
                    <a:pt x="10726" y="14625"/>
                    <a:pt x="10803" y="14718"/>
                    <a:pt x="10886" y="14805"/>
                  </a:cubicBezTo>
                  <a:lnTo>
                    <a:pt x="9754" y="15937"/>
                  </a:lnTo>
                  <a:lnTo>
                    <a:pt x="9584" y="16108"/>
                  </a:lnTo>
                  <a:lnTo>
                    <a:pt x="9315" y="16376"/>
                  </a:lnTo>
                  <a:lnTo>
                    <a:pt x="9259" y="16433"/>
                  </a:lnTo>
                  <a:lnTo>
                    <a:pt x="8275" y="17416"/>
                  </a:lnTo>
                  <a:lnTo>
                    <a:pt x="8216" y="17475"/>
                  </a:lnTo>
                  <a:lnTo>
                    <a:pt x="8162" y="17529"/>
                  </a:lnTo>
                  <a:lnTo>
                    <a:pt x="6871" y="18820"/>
                  </a:lnTo>
                  <a:lnTo>
                    <a:pt x="7830" y="17163"/>
                  </a:lnTo>
                  <a:lnTo>
                    <a:pt x="7871" y="17092"/>
                  </a:lnTo>
                  <a:lnTo>
                    <a:pt x="7914" y="17015"/>
                  </a:lnTo>
                  <a:lnTo>
                    <a:pt x="8671" y="15705"/>
                  </a:lnTo>
                  <a:lnTo>
                    <a:pt x="8717" y="15627"/>
                  </a:lnTo>
                  <a:lnTo>
                    <a:pt x="8932" y="15255"/>
                  </a:lnTo>
                  <a:lnTo>
                    <a:pt x="9072" y="15014"/>
                  </a:lnTo>
                  <a:lnTo>
                    <a:pt x="9105" y="14956"/>
                  </a:lnTo>
                  <a:lnTo>
                    <a:pt x="9611" y="14080"/>
                  </a:lnTo>
                  <a:lnTo>
                    <a:pt x="9634" y="14043"/>
                  </a:lnTo>
                  <a:lnTo>
                    <a:pt x="9656" y="14006"/>
                  </a:lnTo>
                  <a:lnTo>
                    <a:pt x="9980" y="13446"/>
                  </a:lnTo>
                  <a:lnTo>
                    <a:pt x="10141" y="13167"/>
                  </a:lnTo>
                  <a:close/>
                  <a:moveTo>
                    <a:pt x="14808" y="14919"/>
                  </a:moveTo>
                  <a:lnTo>
                    <a:pt x="15940" y="16051"/>
                  </a:lnTo>
                  <a:lnTo>
                    <a:pt x="16110" y="16221"/>
                  </a:lnTo>
                  <a:lnTo>
                    <a:pt x="16380" y="16489"/>
                  </a:lnTo>
                  <a:lnTo>
                    <a:pt x="16436" y="16546"/>
                  </a:lnTo>
                  <a:lnTo>
                    <a:pt x="17420" y="17529"/>
                  </a:lnTo>
                  <a:lnTo>
                    <a:pt x="17479" y="17588"/>
                  </a:lnTo>
                  <a:lnTo>
                    <a:pt x="17533" y="17643"/>
                  </a:lnTo>
                  <a:lnTo>
                    <a:pt x="18824" y="18934"/>
                  </a:lnTo>
                  <a:lnTo>
                    <a:pt x="17167" y="17975"/>
                  </a:lnTo>
                  <a:lnTo>
                    <a:pt x="17096" y="17934"/>
                  </a:lnTo>
                  <a:lnTo>
                    <a:pt x="17019" y="17890"/>
                  </a:lnTo>
                  <a:lnTo>
                    <a:pt x="15709" y="17133"/>
                  </a:lnTo>
                  <a:lnTo>
                    <a:pt x="15631" y="17088"/>
                  </a:lnTo>
                  <a:lnTo>
                    <a:pt x="15259" y="16873"/>
                  </a:lnTo>
                  <a:lnTo>
                    <a:pt x="15018" y="16734"/>
                  </a:lnTo>
                  <a:lnTo>
                    <a:pt x="14960" y="16700"/>
                  </a:lnTo>
                  <a:lnTo>
                    <a:pt x="14084" y="16193"/>
                  </a:lnTo>
                  <a:lnTo>
                    <a:pt x="14047" y="16172"/>
                  </a:lnTo>
                  <a:lnTo>
                    <a:pt x="14010" y="16149"/>
                  </a:lnTo>
                  <a:lnTo>
                    <a:pt x="13450" y="15826"/>
                  </a:lnTo>
                  <a:lnTo>
                    <a:pt x="13171" y="15664"/>
                  </a:lnTo>
                  <a:cubicBezTo>
                    <a:pt x="13231" y="15659"/>
                    <a:pt x="13289" y="15651"/>
                    <a:pt x="13345" y="15642"/>
                  </a:cubicBezTo>
                  <a:cubicBezTo>
                    <a:pt x="13611" y="15600"/>
                    <a:pt x="13865" y="15519"/>
                    <a:pt x="14100" y="15406"/>
                  </a:cubicBezTo>
                  <a:cubicBezTo>
                    <a:pt x="14114" y="15400"/>
                    <a:pt x="14128" y="15393"/>
                    <a:pt x="14143" y="15384"/>
                  </a:cubicBezTo>
                  <a:cubicBezTo>
                    <a:pt x="14156" y="15377"/>
                    <a:pt x="14171" y="15370"/>
                    <a:pt x="14185" y="15363"/>
                  </a:cubicBezTo>
                  <a:cubicBezTo>
                    <a:pt x="14305" y="15300"/>
                    <a:pt x="14419" y="15228"/>
                    <a:pt x="14530" y="15150"/>
                  </a:cubicBezTo>
                  <a:cubicBezTo>
                    <a:pt x="14628" y="15079"/>
                    <a:pt x="14721" y="15001"/>
                    <a:pt x="14808" y="14919"/>
                  </a:cubicBezTo>
                  <a:close/>
                  <a:moveTo>
                    <a:pt x="10176" y="17183"/>
                  </a:moveTo>
                  <a:cubicBezTo>
                    <a:pt x="10325" y="17278"/>
                    <a:pt x="10481" y="17366"/>
                    <a:pt x="10641" y="17447"/>
                  </a:cubicBezTo>
                  <a:cubicBezTo>
                    <a:pt x="10849" y="17551"/>
                    <a:pt x="11066" y="17642"/>
                    <a:pt x="11290" y="17716"/>
                  </a:cubicBezTo>
                  <a:cubicBezTo>
                    <a:pt x="11498" y="17785"/>
                    <a:pt x="11713" y="17844"/>
                    <a:pt x="11932" y="17886"/>
                  </a:cubicBezTo>
                  <a:lnTo>
                    <a:pt x="12108" y="19320"/>
                  </a:lnTo>
                  <a:cubicBezTo>
                    <a:pt x="11582" y="19254"/>
                    <a:pt x="11075" y="19127"/>
                    <a:pt x="10596" y="18944"/>
                  </a:cubicBezTo>
                  <a:cubicBezTo>
                    <a:pt x="10483" y="18902"/>
                    <a:pt x="10374" y="18855"/>
                    <a:pt x="10264" y="18806"/>
                  </a:cubicBezTo>
                  <a:cubicBezTo>
                    <a:pt x="9758" y="18579"/>
                    <a:pt x="9285" y="18289"/>
                    <a:pt x="8857" y="17944"/>
                  </a:cubicBezTo>
                  <a:lnTo>
                    <a:pt x="10176" y="17183"/>
                  </a:lnTo>
                  <a:close/>
                  <a:moveTo>
                    <a:pt x="15632" y="17183"/>
                  </a:moveTo>
                  <a:lnTo>
                    <a:pt x="16950" y="17944"/>
                  </a:lnTo>
                  <a:cubicBezTo>
                    <a:pt x="16522" y="18289"/>
                    <a:pt x="16050" y="18579"/>
                    <a:pt x="15543" y="18806"/>
                  </a:cubicBezTo>
                  <a:cubicBezTo>
                    <a:pt x="15435" y="18855"/>
                    <a:pt x="15324" y="18902"/>
                    <a:pt x="15212" y="18944"/>
                  </a:cubicBezTo>
                  <a:cubicBezTo>
                    <a:pt x="14732" y="19129"/>
                    <a:pt x="14225" y="19256"/>
                    <a:pt x="13699" y="19320"/>
                  </a:cubicBezTo>
                  <a:lnTo>
                    <a:pt x="13876" y="17886"/>
                  </a:lnTo>
                  <a:cubicBezTo>
                    <a:pt x="14096" y="17844"/>
                    <a:pt x="14310" y="17786"/>
                    <a:pt x="14517" y="17716"/>
                  </a:cubicBezTo>
                  <a:cubicBezTo>
                    <a:pt x="14741" y="17642"/>
                    <a:pt x="14959" y="17551"/>
                    <a:pt x="15166" y="17447"/>
                  </a:cubicBezTo>
                  <a:cubicBezTo>
                    <a:pt x="15326" y="17366"/>
                    <a:pt x="15482" y="17278"/>
                    <a:pt x="15632" y="17183"/>
                  </a:cubicBezTo>
                  <a:close/>
                  <a:moveTo>
                    <a:pt x="15938" y="20224"/>
                  </a:moveTo>
                  <a:lnTo>
                    <a:pt x="15938" y="20224"/>
                  </a:lnTo>
                  <a:lnTo>
                    <a:pt x="15938" y="20224"/>
                  </a:lnTo>
                  <a:close/>
                  <a:moveTo>
                    <a:pt x="21397" y="17845"/>
                  </a:moveTo>
                  <a:lnTo>
                    <a:pt x="22419" y="18434"/>
                  </a:lnTo>
                  <a:cubicBezTo>
                    <a:pt x="21944" y="19247"/>
                    <a:pt x="21370" y="19994"/>
                    <a:pt x="20711" y="20656"/>
                  </a:cubicBezTo>
                  <a:cubicBezTo>
                    <a:pt x="20695" y="20673"/>
                    <a:pt x="20676" y="20691"/>
                    <a:pt x="20659" y="20707"/>
                  </a:cubicBezTo>
                  <a:cubicBezTo>
                    <a:pt x="19996" y="21364"/>
                    <a:pt x="19251" y="21940"/>
                    <a:pt x="18439" y="22414"/>
                  </a:cubicBezTo>
                  <a:lnTo>
                    <a:pt x="17850" y="21392"/>
                  </a:lnTo>
                  <a:cubicBezTo>
                    <a:pt x="18572" y="20970"/>
                    <a:pt x="19236" y="20458"/>
                    <a:pt x="19826" y="19872"/>
                  </a:cubicBezTo>
                  <a:cubicBezTo>
                    <a:pt x="19844" y="19856"/>
                    <a:pt x="19861" y="19837"/>
                    <a:pt x="19877" y="19821"/>
                  </a:cubicBezTo>
                  <a:cubicBezTo>
                    <a:pt x="20463" y="19232"/>
                    <a:pt x="20975" y="18567"/>
                    <a:pt x="21397" y="17845"/>
                  </a:cubicBezTo>
                  <a:close/>
                  <a:moveTo>
                    <a:pt x="4412" y="17848"/>
                  </a:moveTo>
                  <a:cubicBezTo>
                    <a:pt x="4834" y="18570"/>
                    <a:pt x="5346" y="19233"/>
                    <a:pt x="5932" y="19824"/>
                  </a:cubicBezTo>
                  <a:cubicBezTo>
                    <a:pt x="5949" y="19841"/>
                    <a:pt x="5967" y="19858"/>
                    <a:pt x="5984" y="19876"/>
                  </a:cubicBezTo>
                  <a:cubicBezTo>
                    <a:pt x="6573" y="20461"/>
                    <a:pt x="7237" y="20971"/>
                    <a:pt x="7960" y="21394"/>
                  </a:cubicBezTo>
                  <a:lnTo>
                    <a:pt x="7369" y="22415"/>
                  </a:lnTo>
                  <a:cubicBezTo>
                    <a:pt x="6557" y="21941"/>
                    <a:pt x="5812" y="21366"/>
                    <a:pt x="5149" y="20708"/>
                  </a:cubicBezTo>
                  <a:cubicBezTo>
                    <a:pt x="5131" y="20692"/>
                    <a:pt x="5115" y="20673"/>
                    <a:pt x="5097" y="20657"/>
                  </a:cubicBezTo>
                  <a:cubicBezTo>
                    <a:pt x="4440" y="19994"/>
                    <a:pt x="3864" y="19248"/>
                    <a:pt x="3391" y="18437"/>
                  </a:cubicBezTo>
                  <a:lnTo>
                    <a:pt x="4412" y="17848"/>
                  </a:lnTo>
                  <a:close/>
                  <a:moveTo>
                    <a:pt x="22652" y="13288"/>
                  </a:moveTo>
                  <a:lnTo>
                    <a:pt x="22652" y="13288"/>
                  </a:lnTo>
                  <a:cubicBezTo>
                    <a:pt x="22623" y="14011"/>
                    <a:pt x="22517" y="14715"/>
                    <a:pt x="22338" y="15389"/>
                  </a:cubicBezTo>
                  <a:cubicBezTo>
                    <a:pt x="22332" y="15413"/>
                    <a:pt x="22326" y="15437"/>
                    <a:pt x="22320" y="15461"/>
                  </a:cubicBezTo>
                  <a:cubicBezTo>
                    <a:pt x="22099" y="16267"/>
                    <a:pt x="21779" y="17035"/>
                    <a:pt x="21370" y="17745"/>
                  </a:cubicBezTo>
                  <a:cubicBezTo>
                    <a:pt x="21358" y="17767"/>
                    <a:pt x="21346" y="17787"/>
                    <a:pt x="21332" y="17808"/>
                  </a:cubicBezTo>
                  <a:cubicBezTo>
                    <a:pt x="20913" y="18525"/>
                    <a:pt x="20407" y="19182"/>
                    <a:pt x="19825" y="19768"/>
                  </a:cubicBezTo>
                  <a:cubicBezTo>
                    <a:pt x="19808" y="19786"/>
                    <a:pt x="19790" y="19803"/>
                    <a:pt x="19773" y="19820"/>
                  </a:cubicBezTo>
                  <a:cubicBezTo>
                    <a:pt x="19188" y="20402"/>
                    <a:pt x="18529" y="20908"/>
                    <a:pt x="17813" y="21327"/>
                  </a:cubicBezTo>
                  <a:cubicBezTo>
                    <a:pt x="17792" y="21341"/>
                    <a:pt x="17771" y="21352"/>
                    <a:pt x="17750" y="21364"/>
                  </a:cubicBezTo>
                  <a:cubicBezTo>
                    <a:pt x="17039" y="21772"/>
                    <a:pt x="16273" y="22094"/>
                    <a:pt x="15466" y="22314"/>
                  </a:cubicBezTo>
                  <a:cubicBezTo>
                    <a:pt x="15443" y="22321"/>
                    <a:pt x="15418" y="22327"/>
                    <a:pt x="15394" y="22333"/>
                  </a:cubicBezTo>
                  <a:cubicBezTo>
                    <a:pt x="14719" y="22512"/>
                    <a:pt x="14016" y="22618"/>
                    <a:pt x="13293" y="22647"/>
                  </a:cubicBezTo>
                  <a:lnTo>
                    <a:pt x="13681" y="19483"/>
                  </a:lnTo>
                  <a:cubicBezTo>
                    <a:pt x="14242" y="19418"/>
                    <a:pt x="14783" y="19283"/>
                    <a:pt x="15293" y="19084"/>
                  </a:cubicBezTo>
                  <a:lnTo>
                    <a:pt x="15938" y="20224"/>
                  </a:lnTo>
                  <a:lnTo>
                    <a:pt x="15588" y="18962"/>
                  </a:lnTo>
                  <a:cubicBezTo>
                    <a:pt x="16135" y="18718"/>
                    <a:pt x="16645" y="18404"/>
                    <a:pt x="17101" y="18030"/>
                  </a:cubicBezTo>
                  <a:lnTo>
                    <a:pt x="19313" y="19309"/>
                  </a:lnTo>
                  <a:lnTo>
                    <a:pt x="18034" y="17097"/>
                  </a:lnTo>
                  <a:cubicBezTo>
                    <a:pt x="18409" y="16639"/>
                    <a:pt x="18722" y="16131"/>
                    <a:pt x="18966" y="15584"/>
                  </a:cubicBezTo>
                  <a:lnTo>
                    <a:pt x="20228" y="15934"/>
                  </a:lnTo>
                  <a:lnTo>
                    <a:pt x="20228" y="15934"/>
                  </a:lnTo>
                  <a:lnTo>
                    <a:pt x="19088" y="15289"/>
                  </a:lnTo>
                  <a:cubicBezTo>
                    <a:pt x="19286" y="14779"/>
                    <a:pt x="19422" y="14238"/>
                    <a:pt x="19488" y="13676"/>
                  </a:cubicBezTo>
                  <a:lnTo>
                    <a:pt x="22652" y="13288"/>
                  </a:lnTo>
                  <a:close/>
                  <a:moveTo>
                    <a:pt x="3158" y="13289"/>
                  </a:moveTo>
                  <a:lnTo>
                    <a:pt x="6323" y="13677"/>
                  </a:lnTo>
                  <a:cubicBezTo>
                    <a:pt x="6386" y="14239"/>
                    <a:pt x="6523" y="14780"/>
                    <a:pt x="6720" y="15289"/>
                  </a:cubicBezTo>
                  <a:lnTo>
                    <a:pt x="5580" y="15934"/>
                  </a:lnTo>
                  <a:lnTo>
                    <a:pt x="5580" y="15934"/>
                  </a:lnTo>
                  <a:lnTo>
                    <a:pt x="6843" y="15584"/>
                  </a:lnTo>
                  <a:cubicBezTo>
                    <a:pt x="7087" y="16131"/>
                    <a:pt x="7400" y="16641"/>
                    <a:pt x="7775" y="17097"/>
                  </a:cubicBezTo>
                  <a:lnTo>
                    <a:pt x="6495" y="19309"/>
                  </a:lnTo>
                  <a:lnTo>
                    <a:pt x="8708" y="18030"/>
                  </a:lnTo>
                  <a:cubicBezTo>
                    <a:pt x="9166" y="18404"/>
                    <a:pt x="9673" y="18718"/>
                    <a:pt x="10220" y="18961"/>
                  </a:cubicBezTo>
                  <a:lnTo>
                    <a:pt x="9871" y="20224"/>
                  </a:lnTo>
                  <a:lnTo>
                    <a:pt x="10516" y="19084"/>
                  </a:lnTo>
                  <a:cubicBezTo>
                    <a:pt x="11027" y="19281"/>
                    <a:pt x="11567" y="19418"/>
                    <a:pt x="12129" y="19484"/>
                  </a:cubicBezTo>
                  <a:lnTo>
                    <a:pt x="12518" y="22648"/>
                  </a:lnTo>
                  <a:cubicBezTo>
                    <a:pt x="11794" y="22619"/>
                    <a:pt x="11090" y="22513"/>
                    <a:pt x="10415" y="22334"/>
                  </a:cubicBezTo>
                  <a:cubicBezTo>
                    <a:pt x="10392" y="22328"/>
                    <a:pt x="10368" y="22322"/>
                    <a:pt x="10344" y="22315"/>
                  </a:cubicBezTo>
                  <a:cubicBezTo>
                    <a:pt x="9537" y="22095"/>
                    <a:pt x="8769" y="21775"/>
                    <a:pt x="8061" y="21365"/>
                  </a:cubicBezTo>
                  <a:cubicBezTo>
                    <a:pt x="8038" y="21353"/>
                    <a:pt x="8017" y="21342"/>
                    <a:pt x="7997" y="21328"/>
                  </a:cubicBezTo>
                  <a:cubicBezTo>
                    <a:pt x="7280" y="20909"/>
                    <a:pt x="6622" y="20403"/>
                    <a:pt x="6036" y="19821"/>
                  </a:cubicBezTo>
                  <a:cubicBezTo>
                    <a:pt x="6019" y="19804"/>
                    <a:pt x="6002" y="19786"/>
                    <a:pt x="5985" y="19769"/>
                  </a:cubicBezTo>
                  <a:cubicBezTo>
                    <a:pt x="5404" y="19183"/>
                    <a:pt x="4896" y="18525"/>
                    <a:pt x="4477" y="17809"/>
                  </a:cubicBezTo>
                  <a:cubicBezTo>
                    <a:pt x="4465" y="17788"/>
                    <a:pt x="4453" y="17767"/>
                    <a:pt x="4440" y="17746"/>
                  </a:cubicBezTo>
                  <a:cubicBezTo>
                    <a:pt x="4033" y="17035"/>
                    <a:pt x="3712" y="16268"/>
                    <a:pt x="3491" y="15462"/>
                  </a:cubicBezTo>
                  <a:cubicBezTo>
                    <a:pt x="3485" y="15438"/>
                    <a:pt x="3478" y="15414"/>
                    <a:pt x="3471" y="15390"/>
                  </a:cubicBezTo>
                  <a:cubicBezTo>
                    <a:pt x="3294" y="14715"/>
                    <a:pt x="3187" y="14012"/>
                    <a:pt x="3158" y="13289"/>
                  </a:cubicBezTo>
                  <a:close/>
                  <a:moveTo>
                    <a:pt x="8021" y="21430"/>
                  </a:moveTo>
                  <a:cubicBezTo>
                    <a:pt x="8737" y="21842"/>
                    <a:pt x="9509" y="22166"/>
                    <a:pt x="10323" y="22386"/>
                  </a:cubicBezTo>
                  <a:lnTo>
                    <a:pt x="10019" y="23526"/>
                  </a:lnTo>
                  <a:cubicBezTo>
                    <a:pt x="9105" y="23277"/>
                    <a:pt x="8237" y="22915"/>
                    <a:pt x="7432" y="22452"/>
                  </a:cubicBezTo>
                  <a:lnTo>
                    <a:pt x="8021" y="21430"/>
                  </a:lnTo>
                  <a:close/>
                  <a:moveTo>
                    <a:pt x="17786" y="21431"/>
                  </a:moveTo>
                  <a:lnTo>
                    <a:pt x="18375" y="22453"/>
                  </a:lnTo>
                  <a:cubicBezTo>
                    <a:pt x="17571" y="22915"/>
                    <a:pt x="16704" y="23277"/>
                    <a:pt x="15790" y="23526"/>
                  </a:cubicBezTo>
                  <a:lnTo>
                    <a:pt x="15484" y="22388"/>
                  </a:lnTo>
                  <a:cubicBezTo>
                    <a:pt x="16297" y="22166"/>
                    <a:pt x="17070" y="21843"/>
                    <a:pt x="17786" y="21431"/>
                  </a:cubicBezTo>
                  <a:close/>
                  <a:moveTo>
                    <a:pt x="10396" y="22406"/>
                  </a:moveTo>
                  <a:cubicBezTo>
                    <a:pt x="11081" y="22587"/>
                    <a:pt x="11794" y="22695"/>
                    <a:pt x="12526" y="22724"/>
                  </a:cubicBezTo>
                  <a:lnTo>
                    <a:pt x="12673" y="23907"/>
                  </a:lnTo>
                  <a:cubicBezTo>
                    <a:pt x="11781" y="23887"/>
                    <a:pt x="10917" y="23763"/>
                    <a:pt x="10090" y="23545"/>
                  </a:cubicBezTo>
                  <a:lnTo>
                    <a:pt x="10396" y="22406"/>
                  </a:lnTo>
                  <a:close/>
                  <a:moveTo>
                    <a:pt x="15413" y="22406"/>
                  </a:moveTo>
                  <a:lnTo>
                    <a:pt x="15718" y="23545"/>
                  </a:lnTo>
                  <a:cubicBezTo>
                    <a:pt x="14892" y="23763"/>
                    <a:pt x="14026" y="23887"/>
                    <a:pt x="13137" y="23907"/>
                  </a:cubicBezTo>
                  <a:lnTo>
                    <a:pt x="13282" y="22724"/>
                  </a:lnTo>
                  <a:cubicBezTo>
                    <a:pt x="14016" y="22695"/>
                    <a:pt x="14729" y="22587"/>
                    <a:pt x="15413" y="22406"/>
                  </a:cubicBezTo>
                  <a:close/>
                  <a:moveTo>
                    <a:pt x="12780" y="15671"/>
                  </a:moveTo>
                  <a:cubicBezTo>
                    <a:pt x="12794" y="15671"/>
                    <a:pt x="12809" y="15672"/>
                    <a:pt x="12823" y="15672"/>
                  </a:cubicBezTo>
                  <a:lnTo>
                    <a:pt x="12823" y="17278"/>
                  </a:lnTo>
                  <a:lnTo>
                    <a:pt x="12824" y="17278"/>
                  </a:lnTo>
                  <a:lnTo>
                    <a:pt x="12824" y="17519"/>
                  </a:lnTo>
                  <a:lnTo>
                    <a:pt x="12824" y="17898"/>
                  </a:lnTo>
                  <a:lnTo>
                    <a:pt x="12824" y="17978"/>
                  </a:lnTo>
                  <a:lnTo>
                    <a:pt x="12824" y="19368"/>
                  </a:lnTo>
                  <a:lnTo>
                    <a:pt x="12824" y="19448"/>
                  </a:lnTo>
                  <a:lnTo>
                    <a:pt x="12824" y="19528"/>
                  </a:lnTo>
                  <a:lnTo>
                    <a:pt x="12824" y="22654"/>
                  </a:lnTo>
                  <a:lnTo>
                    <a:pt x="12824" y="22728"/>
                  </a:lnTo>
                  <a:lnTo>
                    <a:pt x="12824" y="23907"/>
                  </a:lnTo>
                  <a:lnTo>
                    <a:pt x="12824" y="23980"/>
                  </a:lnTo>
                  <a:lnTo>
                    <a:pt x="12824" y="24484"/>
                  </a:lnTo>
                  <a:lnTo>
                    <a:pt x="12762" y="23979"/>
                  </a:lnTo>
                  <a:lnTo>
                    <a:pt x="12753" y="23905"/>
                  </a:lnTo>
                  <a:lnTo>
                    <a:pt x="12608" y="22721"/>
                  </a:lnTo>
                  <a:lnTo>
                    <a:pt x="12598" y="22648"/>
                  </a:lnTo>
                  <a:lnTo>
                    <a:pt x="12210" y="19492"/>
                  </a:lnTo>
                  <a:lnTo>
                    <a:pt x="12200" y="19409"/>
                  </a:lnTo>
                  <a:lnTo>
                    <a:pt x="12190" y="19327"/>
                  </a:lnTo>
                  <a:lnTo>
                    <a:pt x="12014" y="17897"/>
                  </a:lnTo>
                  <a:lnTo>
                    <a:pt x="12004" y="17813"/>
                  </a:lnTo>
                  <a:lnTo>
                    <a:pt x="11954" y="17417"/>
                  </a:lnTo>
                  <a:lnTo>
                    <a:pt x="11924" y="17163"/>
                  </a:lnTo>
                  <a:lnTo>
                    <a:pt x="11866" y="16693"/>
                  </a:lnTo>
                  <a:lnTo>
                    <a:pt x="11809" y="16231"/>
                  </a:lnTo>
                  <a:lnTo>
                    <a:pt x="12282" y="15960"/>
                  </a:lnTo>
                  <a:lnTo>
                    <a:pt x="12780" y="15671"/>
                  </a:lnTo>
                  <a:close/>
                  <a:moveTo>
                    <a:pt x="12902" y="1"/>
                  </a:moveTo>
                  <a:lnTo>
                    <a:pt x="12679" y="1819"/>
                  </a:lnTo>
                  <a:cubicBezTo>
                    <a:pt x="12441" y="1824"/>
                    <a:pt x="12206" y="1837"/>
                    <a:pt x="11973" y="1857"/>
                  </a:cubicBezTo>
                  <a:lnTo>
                    <a:pt x="11943" y="1514"/>
                  </a:lnTo>
                  <a:lnTo>
                    <a:pt x="11870" y="1522"/>
                  </a:lnTo>
                  <a:lnTo>
                    <a:pt x="11900" y="1862"/>
                  </a:lnTo>
                  <a:cubicBezTo>
                    <a:pt x="11601" y="1889"/>
                    <a:pt x="11306" y="1927"/>
                    <a:pt x="11014" y="1978"/>
                  </a:cubicBezTo>
                  <a:lnTo>
                    <a:pt x="10955" y="1641"/>
                  </a:lnTo>
                  <a:lnTo>
                    <a:pt x="10882" y="1654"/>
                  </a:lnTo>
                  <a:lnTo>
                    <a:pt x="10941" y="1991"/>
                  </a:lnTo>
                  <a:cubicBezTo>
                    <a:pt x="10646" y="2044"/>
                    <a:pt x="10356" y="2107"/>
                    <a:pt x="10069" y="2183"/>
                  </a:cubicBezTo>
                  <a:lnTo>
                    <a:pt x="9982" y="1854"/>
                  </a:lnTo>
                  <a:lnTo>
                    <a:pt x="9911" y="1873"/>
                  </a:lnTo>
                  <a:lnTo>
                    <a:pt x="9998" y="2203"/>
                  </a:lnTo>
                  <a:cubicBezTo>
                    <a:pt x="9709" y="2281"/>
                    <a:pt x="9426" y="2373"/>
                    <a:pt x="9147" y="2473"/>
                  </a:cubicBezTo>
                  <a:lnTo>
                    <a:pt x="9030" y="2152"/>
                  </a:lnTo>
                  <a:lnTo>
                    <a:pt x="8960" y="2178"/>
                  </a:lnTo>
                  <a:lnTo>
                    <a:pt x="9078" y="2499"/>
                  </a:lnTo>
                  <a:cubicBezTo>
                    <a:pt x="8798" y="2602"/>
                    <a:pt x="8522" y="2716"/>
                    <a:pt x="8253" y="2840"/>
                  </a:cubicBezTo>
                  <a:lnTo>
                    <a:pt x="8108" y="2530"/>
                  </a:lnTo>
                  <a:lnTo>
                    <a:pt x="8041" y="2561"/>
                  </a:lnTo>
                  <a:lnTo>
                    <a:pt x="8185" y="2871"/>
                  </a:lnTo>
                  <a:cubicBezTo>
                    <a:pt x="7916" y="2999"/>
                    <a:pt x="7650" y="3136"/>
                    <a:pt x="7393" y="3284"/>
                  </a:cubicBezTo>
                  <a:lnTo>
                    <a:pt x="7222" y="2988"/>
                  </a:lnTo>
                  <a:lnTo>
                    <a:pt x="7159" y="3025"/>
                  </a:lnTo>
                  <a:lnTo>
                    <a:pt x="7330" y="3323"/>
                  </a:lnTo>
                  <a:cubicBezTo>
                    <a:pt x="7072" y="3474"/>
                    <a:pt x="6823" y="3635"/>
                    <a:pt x="6578" y="3805"/>
                  </a:cubicBezTo>
                  <a:lnTo>
                    <a:pt x="6380" y="3521"/>
                  </a:lnTo>
                  <a:lnTo>
                    <a:pt x="6319" y="3564"/>
                  </a:lnTo>
                  <a:lnTo>
                    <a:pt x="6518" y="3848"/>
                  </a:lnTo>
                  <a:cubicBezTo>
                    <a:pt x="6274" y="4019"/>
                    <a:pt x="6038" y="4201"/>
                    <a:pt x="5809" y="4392"/>
                  </a:cubicBezTo>
                  <a:lnTo>
                    <a:pt x="5586" y="4127"/>
                  </a:lnTo>
                  <a:lnTo>
                    <a:pt x="5530" y="4174"/>
                  </a:lnTo>
                  <a:lnTo>
                    <a:pt x="5753" y="4439"/>
                  </a:lnTo>
                  <a:cubicBezTo>
                    <a:pt x="5526" y="4632"/>
                    <a:pt x="5306" y="4831"/>
                    <a:pt x="5094" y="5042"/>
                  </a:cubicBezTo>
                  <a:lnTo>
                    <a:pt x="4849" y="4797"/>
                  </a:lnTo>
                  <a:lnTo>
                    <a:pt x="4797" y="4849"/>
                  </a:lnTo>
                  <a:lnTo>
                    <a:pt x="5043" y="5094"/>
                  </a:lnTo>
                  <a:cubicBezTo>
                    <a:pt x="4832" y="5305"/>
                    <a:pt x="4632" y="5526"/>
                    <a:pt x="4440" y="5753"/>
                  </a:cubicBezTo>
                  <a:lnTo>
                    <a:pt x="4174" y="5530"/>
                  </a:lnTo>
                  <a:lnTo>
                    <a:pt x="4127" y="5587"/>
                  </a:lnTo>
                  <a:lnTo>
                    <a:pt x="4393" y="5810"/>
                  </a:lnTo>
                  <a:cubicBezTo>
                    <a:pt x="4202" y="6038"/>
                    <a:pt x="4019" y="6274"/>
                    <a:pt x="3848" y="6517"/>
                  </a:cubicBezTo>
                  <a:lnTo>
                    <a:pt x="3564" y="6319"/>
                  </a:lnTo>
                  <a:lnTo>
                    <a:pt x="3522" y="6379"/>
                  </a:lnTo>
                  <a:lnTo>
                    <a:pt x="3806" y="6578"/>
                  </a:lnTo>
                  <a:cubicBezTo>
                    <a:pt x="3635" y="6822"/>
                    <a:pt x="3474" y="7072"/>
                    <a:pt x="3323" y="7330"/>
                  </a:cubicBezTo>
                  <a:lnTo>
                    <a:pt x="3026" y="7158"/>
                  </a:lnTo>
                  <a:lnTo>
                    <a:pt x="2987" y="7222"/>
                  </a:lnTo>
                  <a:lnTo>
                    <a:pt x="3285" y="7393"/>
                  </a:lnTo>
                  <a:cubicBezTo>
                    <a:pt x="3136" y="7651"/>
                    <a:pt x="3000" y="7915"/>
                    <a:pt x="2872" y="8185"/>
                  </a:cubicBezTo>
                  <a:lnTo>
                    <a:pt x="2561" y="8039"/>
                  </a:lnTo>
                  <a:lnTo>
                    <a:pt x="2530" y="8106"/>
                  </a:lnTo>
                  <a:lnTo>
                    <a:pt x="2841" y="8251"/>
                  </a:lnTo>
                  <a:cubicBezTo>
                    <a:pt x="2716" y="8520"/>
                    <a:pt x="2603" y="8795"/>
                    <a:pt x="2499" y="9076"/>
                  </a:cubicBezTo>
                  <a:lnTo>
                    <a:pt x="2178" y="8958"/>
                  </a:lnTo>
                  <a:lnTo>
                    <a:pt x="2152" y="9029"/>
                  </a:lnTo>
                  <a:lnTo>
                    <a:pt x="2474" y="9146"/>
                  </a:lnTo>
                  <a:cubicBezTo>
                    <a:pt x="2373" y="9425"/>
                    <a:pt x="2281" y="9709"/>
                    <a:pt x="2202" y="9997"/>
                  </a:cubicBezTo>
                  <a:lnTo>
                    <a:pt x="1873" y="9910"/>
                  </a:lnTo>
                  <a:lnTo>
                    <a:pt x="1855" y="9980"/>
                  </a:lnTo>
                  <a:lnTo>
                    <a:pt x="2183" y="10068"/>
                  </a:lnTo>
                  <a:cubicBezTo>
                    <a:pt x="2107" y="10354"/>
                    <a:pt x="2043" y="10645"/>
                    <a:pt x="1991" y="10939"/>
                  </a:cubicBezTo>
                  <a:lnTo>
                    <a:pt x="1654" y="10881"/>
                  </a:lnTo>
                  <a:lnTo>
                    <a:pt x="1641" y="10953"/>
                  </a:lnTo>
                  <a:lnTo>
                    <a:pt x="1978" y="11012"/>
                  </a:lnTo>
                  <a:cubicBezTo>
                    <a:pt x="1928" y="11304"/>
                    <a:pt x="1889" y="11599"/>
                    <a:pt x="1862" y="11898"/>
                  </a:cubicBezTo>
                  <a:lnTo>
                    <a:pt x="1521" y="11869"/>
                  </a:lnTo>
                  <a:lnTo>
                    <a:pt x="1515" y="11942"/>
                  </a:lnTo>
                  <a:lnTo>
                    <a:pt x="1857" y="11972"/>
                  </a:lnTo>
                  <a:cubicBezTo>
                    <a:pt x="1837" y="12205"/>
                    <a:pt x="1825" y="12440"/>
                    <a:pt x="1820" y="12677"/>
                  </a:cubicBezTo>
                  <a:lnTo>
                    <a:pt x="1" y="12901"/>
                  </a:lnTo>
                  <a:lnTo>
                    <a:pt x="1820" y="13124"/>
                  </a:lnTo>
                  <a:cubicBezTo>
                    <a:pt x="1825" y="13361"/>
                    <a:pt x="1837" y="13595"/>
                    <a:pt x="1857" y="13829"/>
                  </a:cubicBezTo>
                  <a:lnTo>
                    <a:pt x="1515" y="13858"/>
                  </a:lnTo>
                  <a:lnTo>
                    <a:pt x="1521" y="13933"/>
                  </a:lnTo>
                  <a:lnTo>
                    <a:pt x="1862" y="13903"/>
                  </a:lnTo>
                  <a:cubicBezTo>
                    <a:pt x="1889" y="14202"/>
                    <a:pt x="1928" y="14497"/>
                    <a:pt x="1978" y="14789"/>
                  </a:cubicBezTo>
                  <a:lnTo>
                    <a:pt x="1641" y="14848"/>
                  </a:lnTo>
                  <a:lnTo>
                    <a:pt x="1654" y="14920"/>
                  </a:lnTo>
                  <a:lnTo>
                    <a:pt x="1991" y="14861"/>
                  </a:lnTo>
                  <a:cubicBezTo>
                    <a:pt x="2043" y="15156"/>
                    <a:pt x="2107" y="15446"/>
                    <a:pt x="2183" y="15733"/>
                  </a:cubicBezTo>
                  <a:lnTo>
                    <a:pt x="1855" y="15821"/>
                  </a:lnTo>
                  <a:lnTo>
                    <a:pt x="1873" y="15891"/>
                  </a:lnTo>
                  <a:lnTo>
                    <a:pt x="2202" y="15803"/>
                  </a:lnTo>
                  <a:cubicBezTo>
                    <a:pt x="2281" y="16092"/>
                    <a:pt x="2373" y="16376"/>
                    <a:pt x="2474" y="16654"/>
                  </a:cubicBezTo>
                  <a:lnTo>
                    <a:pt x="2152" y="16772"/>
                  </a:lnTo>
                  <a:lnTo>
                    <a:pt x="2178" y="16842"/>
                  </a:lnTo>
                  <a:lnTo>
                    <a:pt x="2499" y="16725"/>
                  </a:lnTo>
                  <a:cubicBezTo>
                    <a:pt x="2603" y="17004"/>
                    <a:pt x="2717" y="17281"/>
                    <a:pt x="2841" y="17550"/>
                  </a:cubicBezTo>
                  <a:lnTo>
                    <a:pt x="2530" y="17694"/>
                  </a:lnTo>
                  <a:lnTo>
                    <a:pt x="2561" y="17761"/>
                  </a:lnTo>
                  <a:lnTo>
                    <a:pt x="2872" y="17617"/>
                  </a:lnTo>
                  <a:cubicBezTo>
                    <a:pt x="3000" y="17886"/>
                    <a:pt x="3136" y="18152"/>
                    <a:pt x="3285" y="18408"/>
                  </a:cubicBezTo>
                  <a:lnTo>
                    <a:pt x="2987" y="18581"/>
                  </a:lnTo>
                  <a:lnTo>
                    <a:pt x="3026" y="18644"/>
                  </a:lnTo>
                  <a:lnTo>
                    <a:pt x="3323" y="18472"/>
                  </a:lnTo>
                  <a:cubicBezTo>
                    <a:pt x="3474" y="18730"/>
                    <a:pt x="3635" y="18980"/>
                    <a:pt x="3806" y="19223"/>
                  </a:cubicBezTo>
                  <a:lnTo>
                    <a:pt x="3522" y="19423"/>
                  </a:lnTo>
                  <a:lnTo>
                    <a:pt x="3564" y="19483"/>
                  </a:lnTo>
                  <a:lnTo>
                    <a:pt x="3848" y="19284"/>
                  </a:lnTo>
                  <a:cubicBezTo>
                    <a:pt x="4019" y="19528"/>
                    <a:pt x="4202" y="19764"/>
                    <a:pt x="4393" y="19992"/>
                  </a:cubicBezTo>
                  <a:lnTo>
                    <a:pt x="4127" y="20216"/>
                  </a:lnTo>
                  <a:lnTo>
                    <a:pt x="4174" y="20273"/>
                  </a:lnTo>
                  <a:lnTo>
                    <a:pt x="4440" y="20049"/>
                  </a:lnTo>
                  <a:cubicBezTo>
                    <a:pt x="4632" y="20276"/>
                    <a:pt x="4832" y="20497"/>
                    <a:pt x="5043" y="20708"/>
                  </a:cubicBezTo>
                  <a:lnTo>
                    <a:pt x="4797" y="20954"/>
                  </a:lnTo>
                  <a:lnTo>
                    <a:pt x="4849" y="21005"/>
                  </a:lnTo>
                  <a:lnTo>
                    <a:pt x="5094" y="20760"/>
                  </a:lnTo>
                  <a:cubicBezTo>
                    <a:pt x="5306" y="20970"/>
                    <a:pt x="5526" y="21170"/>
                    <a:pt x="5753" y="21362"/>
                  </a:cubicBezTo>
                  <a:lnTo>
                    <a:pt x="5530" y="21627"/>
                  </a:lnTo>
                  <a:lnTo>
                    <a:pt x="5586" y="21676"/>
                  </a:lnTo>
                  <a:lnTo>
                    <a:pt x="5809" y="21410"/>
                  </a:lnTo>
                  <a:cubicBezTo>
                    <a:pt x="6038" y="21601"/>
                    <a:pt x="6274" y="21782"/>
                    <a:pt x="6518" y="21955"/>
                  </a:cubicBezTo>
                  <a:lnTo>
                    <a:pt x="6319" y="22238"/>
                  </a:lnTo>
                  <a:lnTo>
                    <a:pt x="6380" y="22281"/>
                  </a:lnTo>
                  <a:lnTo>
                    <a:pt x="6578" y="21997"/>
                  </a:lnTo>
                  <a:cubicBezTo>
                    <a:pt x="6823" y="22167"/>
                    <a:pt x="7072" y="22328"/>
                    <a:pt x="7330" y="22479"/>
                  </a:cubicBezTo>
                  <a:lnTo>
                    <a:pt x="7159" y="22777"/>
                  </a:lnTo>
                  <a:lnTo>
                    <a:pt x="7222" y="22814"/>
                  </a:lnTo>
                  <a:lnTo>
                    <a:pt x="7393" y="22518"/>
                  </a:lnTo>
                  <a:cubicBezTo>
                    <a:pt x="7651" y="22666"/>
                    <a:pt x="7916" y="22803"/>
                    <a:pt x="8185" y="22931"/>
                  </a:cubicBezTo>
                  <a:lnTo>
                    <a:pt x="8041" y="23241"/>
                  </a:lnTo>
                  <a:lnTo>
                    <a:pt x="8108" y="23272"/>
                  </a:lnTo>
                  <a:lnTo>
                    <a:pt x="8253" y="22962"/>
                  </a:lnTo>
                  <a:cubicBezTo>
                    <a:pt x="8522" y="23086"/>
                    <a:pt x="8796" y="23200"/>
                    <a:pt x="9078" y="23303"/>
                  </a:cubicBezTo>
                  <a:lnTo>
                    <a:pt x="8960" y="23624"/>
                  </a:lnTo>
                  <a:lnTo>
                    <a:pt x="9030" y="23650"/>
                  </a:lnTo>
                  <a:lnTo>
                    <a:pt x="9147" y="23329"/>
                  </a:lnTo>
                  <a:cubicBezTo>
                    <a:pt x="9426" y="23430"/>
                    <a:pt x="9709" y="23521"/>
                    <a:pt x="9998" y="23600"/>
                  </a:cubicBezTo>
                  <a:lnTo>
                    <a:pt x="9911" y="23928"/>
                  </a:lnTo>
                  <a:lnTo>
                    <a:pt x="9982" y="23948"/>
                  </a:lnTo>
                  <a:lnTo>
                    <a:pt x="10069" y="23619"/>
                  </a:lnTo>
                  <a:cubicBezTo>
                    <a:pt x="10356" y="23695"/>
                    <a:pt x="10647" y="23758"/>
                    <a:pt x="10941" y="23812"/>
                  </a:cubicBezTo>
                  <a:lnTo>
                    <a:pt x="10882" y="24148"/>
                  </a:lnTo>
                  <a:lnTo>
                    <a:pt x="10955" y="24160"/>
                  </a:lnTo>
                  <a:lnTo>
                    <a:pt x="11014" y="23824"/>
                  </a:lnTo>
                  <a:cubicBezTo>
                    <a:pt x="11306" y="23875"/>
                    <a:pt x="11601" y="23913"/>
                    <a:pt x="11900" y="23941"/>
                  </a:cubicBezTo>
                  <a:lnTo>
                    <a:pt x="11870" y="24281"/>
                  </a:lnTo>
                  <a:lnTo>
                    <a:pt x="11943" y="24287"/>
                  </a:lnTo>
                  <a:lnTo>
                    <a:pt x="11973" y="23946"/>
                  </a:lnTo>
                  <a:cubicBezTo>
                    <a:pt x="12206" y="23964"/>
                    <a:pt x="12441" y="23978"/>
                    <a:pt x="12679" y="23983"/>
                  </a:cubicBezTo>
                  <a:lnTo>
                    <a:pt x="12902" y="25801"/>
                  </a:lnTo>
                  <a:lnTo>
                    <a:pt x="13125" y="23983"/>
                  </a:lnTo>
                  <a:cubicBezTo>
                    <a:pt x="13362" y="23978"/>
                    <a:pt x="13597" y="23964"/>
                    <a:pt x="13830" y="23946"/>
                  </a:cubicBezTo>
                  <a:lnTo>
                    <a:pt x="13860" y="24287"/>
                  </a:lnTo>
                  <a:lnTo>
                    <a:pt x="13933" y="24281"/>
                  </a:lnTo>
                  <a:lnTo>
                    <a:pt x="13903" y="23941"/>
                  </a:lnTo>
                  <a:cubicBezTo>
                    <a:pt x="14203" y="23913"/>
                    <a:pt x="14499" y="23875"/>
                    <a:pt x="14790" y="23824"/>
                  </a:cubicBezTo>
                  <a:lnTo>
                    <a:pt x="14850" y="24160"/>
                  </a:lnTo>
                  <a:lnTo>
                    <a:pt x="14922" y="24148"/>
                  </a:lnTo>
                  <a:lnTo>
                    <a:pt x="14862" y="23812"/>
                  </a:lnTo>
                  <a:cubicBezTo>
                    <a:pt x="15157" y="23758"/>
                    <a:pt x="15448" y="23695"/>
                    <a:pt x="15734" y="23619"/>
                  </a:cubicBezTo>
                  <a:lnTo>
                    <a:pt x="15822" y="23948"/>
                  </a:lnTo>
                  <a:lnTo>
                    <a:pt x="15893" y="23928"/>
                  </a:lnTo>
                  <a:lnTo>
                    <a:pt x="15805" y="23600"/>
                  </a:lnTo>
                  <a:cubicBezTo>
                    <a:pt x="16094" y="23521"/>
                    <a:pt x="16378" y="23430"/>
                    <a:pt x="16656" y="23329"/>
                  </a:cubicBezTo>
                  <a:lnTo>
                    <a:pt x="16774" y="23650"/>
                  </a:lnTo>
                  <a:lnTo>
                    <a:pt x="16843" y="23624"/>
                  </a:lnTo>
                  <a:lnTo>
                    <a:pt x="16725" y="23303"/>
                  </a:lnTo>
                  <a:cubicBezTo>
                    <a:pt x="17006" y="23200"/>
                    <a:pt x="17281" y="23085"/>
                    <a:pt x="17551" y="22962"/>
                  </a:cubicBezTo>
                  <a:lnTo>
                    <a:pt x="17695" y="23272"/>
                  </a:lnTo>
                  <a:lnTo>
                    <a:pt x="17762" y="23241"/>
                  </a:lnTo>
                  <a:lnTo>
                    <a:pt x="17618" y="22931"/>
                  </a:lnTo>
                  <a:cubicBezTo>
                    <a:pt x="17888" y="22803"/>
                    <a:pt x="18153" y="22666"/>
                    <a:pt x="18410" y="22518"/>
                  </a:cubicBezTo>
                  <a:lnTo>
                    <a:pt x="18581" y="22814"/>
                  </a:lnTo>
                  <a:lnTo>
                    <a:pt x="18644" y="22777"/>
                  </a:lnTo>
                  <a:lnTo>
                    <a:pt x="18473" y="22479"/>
                  </a:lnTo>
                  <a:cubicBezTo>
                    <a:pt x="18731" y="22328"/>
                    <a:pt x="18982" y="22167"/>
                    <a:pt x="19225" y="21997"/>
                  </a:cubicBezTo>
                  <a:lnTo>
                    <a:pt x="19423" y="22281"/>
                  </a:lnTo>
                  <a:lnTo>
                    <a:pt x="19484" y="22238"/>
                  </a:lnTo>
                  <a:lnTo>
                    <a:pt x="19286" y="21955"/>
                  </a:lnTo>
                  <a:cubicBezTo>
                    <a:pt x="19530" y="21782"/>
                    <a:pt x="19766" y="21601"/>
                    <a:pt x="19994" y="21410"/>
                  </a:cubicBezTo>
                  <a:lnTo>
                    <a:pt x="20217" y="21676"/>
                  </a:lnTo>
                  <a:lnTo>
                    <a:pt x="20274" y="21627"/>
                  </a:lnTo>
                  <a:lnTo>
                    <a:pt x="20051" y="21362"/>
                  </a:lnTo>
                  <a:cubicBezTo>
                    <a:pt x="20278" y="21170"/>
                    <a:pt x="20498" y="20970"/>
                    <a:pt x="20710" y="20760"/>
                  </a:cubicBezTo>
                  <a:lnTo>
                    <a:pt x="20955" y="21005"/>
                  </a:lnTo>
                  <a:lnTo>
                    <a:pt x="21006" y="20954"/>
                  </a:lnTo>
                  <a:lnTo>
                    <a:pt x="20762" y="20708"/>
                  </a:lnTo>
                  <a:cubicBezTo>
                    <a:pt x="20971" y="20497"/>
                    <a:pt x="21171" y="20276"/>
                    <a:pt x="21363" y="20049"/>
                  </a:cubicBezTo>
                  <a:lnTo>
                    <a:pt x="21629" y="20273"/>
                  </a:lnTo>
                  <a:lnTo>
                    <a:pt x="21677" y="20216"/>
                  </a:lnTo>
                  <a:lnTo>
                    <a:pt x="21412" y="19992"/>
                  </a:lnTo>
                  <a:cubicBezTo>
                    <a:pt x="21602" y="19764"/>
                    <a:pt x="21784" y="19528"/>
                    <a:pt x="21955" y="19284"/>
                  </a:cubicBezTo>
                  <a:lnTo>
                    <a:pt x="22239" y="19483"/>
                  </a:lnTo>
                  <a:lnTo>
                    <a:pt x="22281" y="19423"/>
                  </a:lnTo>
                  <a:lnTo>
                    <a:pt x="21998" y="19223"/>
                  </a:lnTo>
                  <a:cubicBezTo>
                    <a:pt x="22168" y="18980"/>
                    <a:pt x="22330" y="18730"/>
                    <a:pt x="22480" y="18472"/>
                  </a:cubicBezTo>
                  <a:lnTo>
                    <a:pt x="22779" y="18644"/>
                  </a:lnTo>
                  <a:lnTo>
                    <a:pt x="22816" y="18581"/>
                  </a:lnTo>
                  <a:lnTo>
                    <a:pt x="22519" y="18408"/>
                  </a:lnTo>
                  <a:cubicBezTo>
                    <a:pt x="22667" y="18150"/>
                    <a:pt x="22804" y="17886"/>
                    <a:pt x="22931" y="17617"/>
                  </a:cubicBezTo>
                  <a:lnTo>
                    <a:pt x="23243" y="17762"/>
                  </a:lnTo>
                  <a:lnTo>
                    <a:pt x="23274" y="17695"/>
                  </a:lnTo>
                  <a:lnTo>
                    <a:pt x="22962" y="17551"/>
                  </a:lnTo>
                  <a:cubicBezTo>
                    <a:pt x="23088" y="17282"/>
                    <a:pt x="23202" y="17007"/>
                    <a:pt x="23305" y="16726"/>
                  </a:cubicBezTo>
                  <a:lnTo>
                    <a:pt x="23626" y="16843"/>
                  </a:lnTo>
                  <a:lnTo>
                    <a:pt x="23652" y="16773"/>
                  </a:lnTo>
                  <a:lnTo>
                    <a:pt x="23331" y="16656"/>
                  </a:lnTo>
                  <a:cubicBezTo>
                    <a:pt x="23431" y="16378"/>
                    <a:pt x="23523" y="16094"/>
                    <a:pt x="23601" y="15805"/>
                  </a:cubicBezTo>
                  <a:lnTo>
                    <a:pt x="23930" y="15893"/>
                  </a:lnTo>
                  <a:lnTo>
                    <a:pt x="23950" y="15822"/>
                  </a:lnTo>
                  <a:lnTo>
                    <a:pt x="23621" y="15734"/>
                  </a:lnTo>
                  <a:cubicBezTo>
                    <a:pt x="23697" y="15447"/>
                    <a:pt x="23760" y="15156"/>
                    <a:pt x="23812" y="14862"/>
                  </a:cubicBezTo>
                  <a:lnTo>
                    <a:pt x="24149" y="14921"/>
                  </a:lnTo>
                  <a:lnTo>
                    <a:pt x="24162" y="14849"/>
                  </a:lnTo>
                  <a:lnTo>
                    <a:pt x="23826" y="14790"/>
                  </a:lnTo>
                  <a:cubicBezTo>
                    <a:pt x="23875" y="14498"/>
                    <a:pt x="23915" y="14203"/>
                    <a:pt x="23941" y="13904"/>
                  </a:cubicBezTo>
                  <a:lnTo>
                    <a:pt x="24282" y="13934"/>
                  </a:lnTo>
                  <a:lnTo>
                    <a:pt x="24288" y="13859"/>
                  </a:lnTo>
                  <a:lnTo>
                    <a:pt x="23947" y="13830"/>
                  </a:lnTo>
                  <a:cubicBezTo>
                    <a:pt x="23966" y="13596"/>
                    <a:pt x="23979" y="13362"/>
                    <a:pt x="23984" y="13125"/>
                  </a:cubicBezTo>
                  <a:lnTo>
                    <a:pt x="25803" y="12901"/>
                  </a:lnTo>
                  <a:lnTo>
                    <a:pt x="23984" y="12677"/>
                  </a:lnTo>
                  <a:cubicBezTo>
                    <a:pt x="23979" y="12440"/>
                    <a:pt x="23966" y="12205"/>
                    <a:pt x="23947" y="11972"/>
                  </a:cubicBezTo>
                  <a:lnTo>
                    <a:pt x="24288" y="11942"/>
                  </a:lnTo>
                  <a:lnTo>
                    <a:pt x="24282" y="11869"/>
                  </a:lnTo>
                  <a:lnTo>
                    <a:pt x="23941" y="11898"/>
                  </a:lnTo>
                  <a:cubicBezTo>
                    <a:pt x="23915" y="11599"/>
                    <a:pt x="23875" y="11304"/>
                    <a:pt x="23826" y="11012"/>
                  </a:cubicBezTo>
                  <a:lnTo>
                    <a:pt x="24162" y="10953"/>
                  </a:lnTo>
                  <a:lnTo>
                    <a:pt x="24149" y="10881"/>
                  </a:lnTo>
                  <a:lnTo>
                    <a:pt x="23812" y="10939"/>
                  </a:lnTo>
                  <a:cubicBezTo>
                    <a:pt x="23760" y="10644"/>
                    <a:pt x="23697" y="10354"/>
                    <a:pt x="23621" y="10068"/>
                  </a:cubicBezTo>
                  <a:lnTo>
                    <a:pt x="23950" y="9980"/>
                  </a:lnTo>
                  <a:lnTo>
                    <a:pt x="23930" y="9910"/>
                  </a:lnTo>
                  <a:lnTo>
                    <a:pt x="23601" y="9997"/>
                  </a:lnTo>
                  <a:cubicBezTo>
                    <a:pt x="23523" y="9709"/>
                    <a:pt x="23431" y="9425"/>
                    <a:pt x="23331" y="9146"/>
                  </a:cubicBezTo>
                  <a:lnTo>
                    <a:pt x="23652" y="9029"/>
                  </a:lnTo>
                  <a:lnTo>
                    <a:pt x="23626" y="8958"/>
                  </a:lnTo>
                  <a:lnTo>
                    <a:pt x="23305" y="9076"/>
                  </a:lnTo>
                  <a:cubicBezTo>
                    <a:pt x="23202" y="8796"/>
                    <a:pt x="23086" y="8520"/>
                    <a:pt x="22962" y="8251"/>
                  </a:cubicBezTo>
                  <a:lnTo>
                    <a:pt x="23274" y="8106"/>
                  </a:lnTo>
                  <a:lnTo>
                    <a:pt x="23243" y="8039"/>
                  </a:lnTo>
                  <a:lnTo>
                    <a:pt x="22931" y="8185"/>
                  </a:lnTo>
                  <a:cubicBezTo>
                    <a:pt x="22804" y="7915"/>
                    <a:pt x="22667" y="7650"/>
                    <a:pt x="22519" y="7393"/>
                  </a:cubicBezTo>
                  <a:lnTo>
                    <a:pt x="22816" y="7222"/>
                  </a:lnTo>
                  <a:lnTo>
                    <a:pt x="22779" y="7158"/>
                  </a:lnTo>
                  <a:lnTo>
                    <a:pt x="22480" y="7330"/>
                  </a:lnTo>
                  <a:cubicBezTo>
                    <a:pt x="22330" y="7072"/>
                    <a:pt x="22168" y="6822"/>
                    <a:pt x="21998" y="6578"/>
                  </a:cubicBezTo>
                  <a:lnTo>
                    <a:pt x="22281" y="6379"/>
                  </a:lnTo>
                  <a:lnTo>
                    <a:pt x="22239" y="6319"/>
                  </a:lnTo>
                  <a:lnTo>
                    <a:pt x="21955" y="6517"/>
                  </a:lnTo>
                  <a:cubicBezTo>
                    <a:pt x="21784" y="6274"/>
                    <a:pt x="21602" y="6038"/>
                    <a:pt x="21412" y="5810"/>
                  </a:cubicBezTo>
                  <a:lnTo>
                    <a:pt x="21677" y="5587"/>
                  </a:lnTo>
                  <a:lnTo>
                    <a:pt x="21629" y="5530"/>
                  </a:lnTo>
                  <a:lnTo>
                    <a:pt x="21363" y="5753"/>
                  </a:lnTo>
                  <a:cubicBezTo>
                    <a:pt x="21171" y="5526"/>
                    <a:pt x="20971" y="5305"/>
                    <a:pt x="20762" y="5094"/>
                  </a:cubicBezTo>
                  <a:lnTo>
                    <a:pt x="21006" y="4849"/>
                  </a:lnTo>
                  <a:lnTo>
                    <a:pt x="20955" y="4797"/>
                  </a:lnTo>
                  <a:lnTo>
                    <a:pt x="20710" y="5042"/>
                  </a:lnTo>
                  <a:cubicBezTo>
                    <a:pt x="20498" y="4831"/>
                    <a:pt x="20278" y="4632"/>
                    <a:pt x="20051" y="4439"/>
                  </a:cubicBezTo>
                  <a:lnTo>
                    <a:pt x="20274" y="4174"/>
                  </a:lnTo>
                  <a:lnTo>
                    <a:pt x="20217" y="4127"/>
                  </a:lnTo>
                  <a:lnTo>
                    <a:pt x="19994" y="4392"/>
                  </a:lnTo>
                  <a:cubicBezTo>
                    <a:pt x="19766" y="4201"/>
                    <a:pt x="19530" y="4019"/>
                    <a:pt x="19286" y="3848"/>
                  </a:cubicBezTo>
                  <a:lnTo>
                    <a:pt x="19484" y="3564"/>
                  </a:lnTo>
                  <a:lnTo>
                    <a:pt x="19423" y="3521"/>
                  </a:lnTo>
                  <a:lnTo>
                    <a:pt x="19225" y="3805"/>
                  </a:lnTo>
                  <a:cubicBezTo>
                    <a:pt x="18982" y="3635"/>
                    <a:pt x="18731" y="3474"/>
                    <a:pt x="18473" y="3323"/>
                  </a:cubicBezTo>
                  <a:lnTo>
                    <a:pt x="18644" y="3025"/>
                  </a:lnTo>
                  <a:lnTo>
                    <a:pt x="18581" y="2988"/>
                  </a:lnTo>
                  <a:lnTo>
                    <a:pt x="18410" y="3284"/>
                  </a:lnTo>
                  <a:cubicBezTo>
                    <a:pt x="18152" y="3136"/>
                    <a:pt x="17888" y="2999"/>
                    <a:pt x="17618" y="2871"/>
                  </a:cubicBezTo>
                  <a:lnTo>
                    <a:pt x="17762" y="2561"/>
                  </a:lnTo>
                  <a:lnTo>
                    <a:pt x="17695" y="2530"/>
                  </a:lnTo>
                  <a:lnTo>
                    <a:pt x="17551" y="2840"/>
                  </a:lnTo>
                  <a:cubicBezTo>
                    <a:pt x="17281" y="2715"/>
                    <a:pt x="17007" y="2602"/>
                    <a:pt x="16725" y="2499"/>
                  </a:cubicBezTo>
                  <a:lnTo>
                    <a:pt x="16843" y="2178"/>
                  </a:lnTo>
                  <a:lnTo>
                    <a:pt x="16774" y="2152"/>
                  </a:lnTo>
                  <a:lnTo>
                    <a:pt x="16656" y="2473"/>
                  </a:lnTo>
                  <a:cubicBezTo>
                    <a:pt x="16378" y="2373"/>
                    <a:pt x="16094" y="2281"/>
                    <a:pt x="15805" y="2203"/>
                  </a:cubicBezTo>
                  <a:lnTo>
                    <a:pt x="15893" y="1873"/>
                  </a:lnTo>
                  <a:lnTo>
                    <a:pt x="15822" y="1854"/>
                  </a:lnTo>
                  <a:lnTo>
                    <a:pt x="15734" y="2183"/>
                  </a:lnTo>
                  <a:cubicBezTo>
                    <a:pt x="15448" y="2107"/>
                    <a:pt x="15156" y="2044"/>
                    <a:pt x="14862" y="1991"/>
                  </a:cubicBezTo>
                  <a:lnTo>
                    <a:pt x="14922" y="1654"/>
                  </a:lnTo>
                  <a:lnTo>
                    <a:pt x="14850" y="1641"/>
                  </a:lnTo>
                  <a:lnTo>
                    <a:pt x="14790" y="1978"/>
                  </a:lnTo>
                  <a:cubicBezTo>
                    <a:pt x="14499" y="1927"/>
                    <a:pt x="14203" y="1889"/>
                    <a:pt x="13903" y="1862"/>
                  </a:cubicBezTo>
                  <a:lnTo>
                    <a:pt x="13933" y="1522"/>
                  </a:lnTo>
                  <a:lnTo>
                    <a:pt x="13860" y="1514"/>
                  </a:lnTo>
                  <a:lnTo>
                    <a:pt x="13830" y="1857"/>
                  </a:lnTo>
                  <a:cubicBezTo>
                    <a:pt x="13597" y="1837"/>
                    <a:pt x="13362" y="1824"/>
                    <a:pt x="13125" y="1819"/>
                  </a:cubicBezTo>
                  <a:lnTo>
                    <a:pt x="129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5"/>
            <p:cNvSpPr/>
            <p:nvPr/>
          </p:nvSpPr>
          <p:spPr>
            <a:xfrm>
              <a:off x="3963050" y="4335925"/>
              <a:ext cx="108825" cy="108800"/>
            </a:xfrm>
            <a:custGeom>
              <a:rect b="b" l="l" r="r" t="t"/>
              <a:pathLst>
                <a:path extrusionOk="0" h="4352" w="4353">
                  <a:moveTo>
                    <a:pt x="2217" y="244"/>
                  </a:moveTo>
                  <a:cubicBezTo>
                    <a:pt x="2229" y="244"/>
                    <a:pt x="2244" y="244"/>
                    <a:pt x="2257" y="245"/>
                  </a:cubicBezTo>
                  <a:cubicBezTo>
                    <a:pt x="2446" y="254"/>
                    <a:pt x="2630" y="289"/>
                    <a:pt x="2801" y="348"/>
                  </a:cubicBezTo>
                  <a:lnTo>
                    <a:pt x="2781" y="666"/>
                  </a:lnTo>
                  <a:lnTo>
                    <a:pt x="2779" y="707"/>
                  </a:lnTo>
                  <a:lnTo>
                    <a:pt x="2776" y="746"/>
                  </a:lnTo>
                  <a:lnTo>
                    <a:pt x="2770" y="862"/>
                  </a:lnTo>
                  <a:lnTo>
                    <a:pt x="2866" y="758"/>
                  </a:lnTo>
                  <a:lnTo>
                    <a:pt x="2899" y="722"/>
                  </a:lnTo>
                  <a:lnTo>
                    <a:pt x="2933" y="686"/>
                  </a:lnTo>
                  <a:lnTo>
                    <a:pt x="3115" y="487"/>
                  </a:lnTo>
                  <a:cubicBezTo>
                    <a:pt x="3248" y="560"/>
                    <a:pt x="3371" y="651"/>
                    <a:pt x="3483" y="753"/>
                  </a:cubicBezTo>
                  <a:lnTo>
                    <a:pt x="3486" y="755"/>
                  </a:lnTo>
                  <a:lnTo>
                    <a:pt x="3509" y="779"/>
                  </a:lnTo>
                  <a:lnTo>
                    <a:pt x="3514" y="784"/>
                  </a:lnTo>
                  <a:cubicBezTo>
                    <a:pt x="3518" y="787"/>
                    <a:pt x="3522" y="791"/>
                    <a:pt x="3526" y="794"/>
                  </a:cubicBezTo>
                  <a:lnTo>
                    <a:pt x="3521" y="797"/>
                  </a:lnTo>
                  <a:lnTo>
                    <a:pt x="3513" y="805"/>
                  </a:lnTo>
                  <a:lnTo>
                    <a:pt x="3478" y="832"/>
                  </a:lnTo>
                  <a:lnTo>
                    <a:pt x="3411" y="887"/>
                  </a:lnTo>
                  <a:lnTo>
                    <a:pt x="3115" y="1127"/>
                  </a:lnTo>
                  <a:lnTo>
                    <a:pt x="2816" y="1368"/>
                  </a:lnTo>
                  <a:cubicBezTo>
                    <a:pt x="2827" y="1377"/>
                    <a:pt x="2837" y="1384"/>
                    <a:pt x="2847" y="1394"/>
                  </a:cubicBezTo>
                  <a:cubicBezTo>
                    <a:pt x="2858" y="1403"/>
                    <a:pt x="2867" y="1411"/>
                    <a:pt x="2877" y="1421"/>
                  </a:cubicBezTo>
                  <a:cubicBezTo>
                    <a:pt x="2888" y="1430"/>
                    <a:pt x="2898" y="1439"/>
                    <a:pt x="2907" y="1447"/>
                  </a:cubicBezTo>
                  <a:cubicBezTo>
                    <a:pt x="2915" y="1457"/>
                    <a:pt x="2925" y="1467"/>
                    <a:pt x="2934" y="1477"/>
                  </a:cubicBezTo>
                  <a:cubicBezTo>
                    <a:pt x="2943" y="1488"/>
                    <a:pt x="2952" y="1497"/>
                    <a:pt x="2961" y="1507"/>
                  </a:cubicBezTo>
                  <a:cubicBezTo>
                    <a:pt x="2970" y="1518"/>
                    <a:pt x="2977" y="1528"/>
                    <a:pt x="2987" y="1538"/>
                  </a:cubicBezTo>
                  <a:lnTo>
                    <a:pt x="3228" y="1240"/>
                  </a:lnTo>
                  <a:lnTo>
                    <a:pt x="3467" y="944"/>
                  </a:lnTo>
                  <a:lnTo>
                    <a:pt x="3522" y="877"/>
                  </a:lnTo>
                  <a:lnTo>
                    <a:pt x="3550" y="842"/>
                  </a:lnTo>
                  <a:lnTo>
                    <a:pt x="3557" y="833"/>
                  </a:lnTo>
                  <a:lnTo>
                    <a:pt x="3560" y="828"/>
                  </a:lnTo>
                  <a:cubicBezTo>
                    <a:pt x="3564" y="832"/>
                    <a:pt x="3569" y="837"/>
                    <a:pt x="3571" y="841"/>
                  </a:cubicBezTo>
                  <a:lnTo>
                    <a:pt x="3576" y="846"/>
                  </a:lnTo>
                  <a:lnTo>
                    <a:pt x="3599" y="869"/>
                  </a:lnTo>
                  <a:lnTo>
                    <a:pt x="3602" y="872"/>
                  </a:lnTo>
                  <a:cubicBezTo>
                    <a:pt x="3712" y="991"/>
                    <a:pt x="3806" y="1124"/>
                    <a:pt x="3883" y="1267"/>
                  </a:cubicBezTo>
                  <a:lnTo>
                    <a:pt x="3673" y="1453"/>
                  </a:lnTo>
                  <a:lnTo>
                    <a:pt x="3637" y="1486"/>
                  </a:lnTo>
                  <a:lnTo>
                    <a:pt x="3600" y="1518"/>
                  </a:lnTo>
                  <a:lnTo>
                    <a:pt x="3501" y="1605"/>
                  </a:lnTo>
                  <a:lnTo>
                    <a:pt x="3611" y="1600"/>
                  </a:lnTo>
                  <a:lnTo>
                    <a:pt x="3651" y="1599"/>
                  </a:lnTo>
                  <a:lnTo>
                    <a:pt x="3691" y="1597"/>
                  </a:lnTo>
                  <a:lnTo>
                    <a:pt x="4017" y="1584"/>
                  </a:lnTo>
                  <a:cubicBezTo>
                    <a:pt x="4070" y="1746"/>
                    <a:pt x="4101" y="1917"/>
                    <a:pt x="4109" y="2096"/>
                  </a:cubicBezTo>
                  <a:cubicBezTo>
                    <a:pt x="4109" y="2110"/>
                    <a:pt x="4110" y="2123"/>
                    <a:pt x="4110" y="2137"/>
                  </a:cubicBezTo>
                  <a:lnTo>
                    <a:pt x="4110" y="2152"/>
                  </a:lnTo>
                  <a:lnTo>
                    <a:pt x="3962" y="2137"/>
                  </a:lnTo>
                  <a:lnTo>
                    <a:pt x="3754" y="2115"/>
                  </a:lnTo>
                  <a:lnTo>
                    <a:pt x="3713" y="2111"/>
                  </a:lnTo>
                  <a:lnTo>
                    <a:pt x="3582" y="2096"/>
                  </a:lnTo>
                  <a:lnTo>
                    <a:pt x="3199" y="2056"/>
                  </a:lnTo>
                  <a:lnTo>
                    <a:pt x="3199" y="2056"/>
                  </a:lnTo>
                  <a:cubicBezTo>
                    <a:pt x="3201" y="2070"/>
                    <a:pt x="3202" y="2084"/>
                    <a:pt x="3203" y="2096"/>
                  </a:cubicBezTo>
                  <a:cubicBezTo>
                    <a:pt x="3205" y="2110"/>
                    <a:pt x="3205" y="2123"/>
                    <a:pt x="3206" y="2137"/>
                  </a:cubicBezTo>
                  <a:cubicBezTo>
                    <a:pt x="3206" y="2149"/>
                    <a:pt x="3208" y="2163"/>
                    <a:pt x="3208" y="2177"/>
                  </a:cubicBezTo>
                  <a:cubicBezTo>
                    <a:pt x="3208" y="2189"/>
                    <a:pt x="3207" y="2204"/>
                    <a:pt x="3206" y="2216"/>
                  </a:cubicBezTo>
                  <a:cubicBezTo>
                    <a:pt x="3206" y="2229"/>
                    <a:pt x="3204" y="2244"/>
                    <a:pt x="3203" y="2256"/>
                  </a:cubicBezTo>
                  <a:cubicBezTo>
                    <a:pt x="3202" y="2270"/>
                    <a:pt x="3201" y="2283"/>
                    <a:pt x="3199" y="2297"/>
                  </a:cubicBezTo>
                  <a:lnTo>
                    <a:pt x="3582" y="2256"/>
                  </a:lnTo>
                  <a:lnTo>
                    <a:pt x="3713" y="2242"/>
                  </a:lnTo>
                  <a:lnTo>
                    <a:pt x="3754" y="2239"/>
                  </a:lnTo>
                  <a:lnTo>
                    <a:pt x="3962" y="2216"/>
                  </a:lnTo>
                  <a:lnTo>
                    <a:pt x="4110" y="2201"/>
                  </a:lnTo>
                  <a:lnTo>
                    <a:pt x="4110" y="2216"/>
                  </a:lnTo>
                  <a:cubicBezTo>
                    <a:pt x="4110" y="2229"/>
                    <a:pt x="4110" y="2244"/>
                    <a:pt x="4109" y="2256"/>
                  </a:cubicBezTo>
                  <a:cubicBezTo>
                    <a:pt x="4101" y="2446"/>
                    <a:pt x="4066" y="2629"/>
                    <a:pt x="4007" y="2801"/>
                  </a:cubicBezTo>
                  <a:lnTo>
                    <a:pt x="3688" y="2781"/>
                  </a:lnTo>
                  <a:lnTo>
                    <a:pt x="3649" y="2778"/>
                  </a:lnTo>
                  <a:lnTo>
                    <a:pt x="3609" y="2776"/>
                  </a:lnTo>
                  <a:lnTo>
                    <a:pt x="3492" y="2770"/>
                  </a:lnTo>
                  <a:lnTo>
                    <a:pt x="3597" y="2865"/>
                  </a:lnTo>
                  <a:lnTo>
                    <a:pt x="3634" y="2899"/>
                  </a:lnTo>
                  <a:lnTo>
                    <a:pt x="3670" y="2932"/>
                  </a:lnTo>
                  <a:lnTo>
                    <a:pt x="3868" y="3114"/>
                  </a:lnTo>
                  <a:cubicBezTo>
                    <a:pt x="3794" y="3247"/>
                    <a:pt x="3704" y="3371"/>
                    <a:pt x="3602" y="3483"/>
                  </a:cubicBezTo>
                  <a:lnTo>
                    <a:pt x="3599" y="3485"/>
                  </a:lnTo>
                  <a:lnTo>
                    <a:pt x="3576" y="3509"/>
                  </a:lnTo>
                  <a:lnTo>
                    <a:pt x="3572" y="3514"/>
                  </a:lnTo>
                  <a:cubicBezTo>
                    <a:pt x="3567" y="3518"/>
                    <a:pt x="3563" y="3521"/>
                    <a:pt x="3560" y="3525"/>
                  </a:cubicBezTo>
                  <a:lnTo>
                    <a:pt x="3557" y="3520"/>
                  </a:lnTo>
                  <a:lnTo>
                    <a:pt x="3550" y="3513"/>
                  </a:lnTo>
                  <a:lnTo>
                    <a:pt x="3522" y="3478"/>
                  </a:lnTo>
                  <a:lnTo>
                    <a:pt x="3468" y="3411"/>
                  </a:lnTo>
                  <a:lnTo>
                    <a:pt x="3228" y="3114"/>
                  </a:lnTo>
                  <a:lnTo>
                    <a:pt x="2987" y="2817"/>
                  </a:lnTo>
                  <a:cubicBezTo>
                    <a:pt x="2978" y="2827"/>
                    <a:pt x="2970" y="2837"/>
                    <a:pt x="2961" y="2847"/>
                  </a:cubicBezTo>
                  <a:cubicBezTo>
                    <a:pt x="2953" y="2857"/>
                    <a:pt x="2943" y="2866"/>
                    <a:pt x="2934" y="2876"/>
                  </a:cubicBezTo>
                  <a:cubicBezTo>
                    <a:pt x="2925" y="2887"/>
                    <a:pt x="2915" y="2897"/>
                    <a:pt x="2907" y="2906"/>
                  </a:cubicBezTo>
                  <a:cubicBezTo>
                    <a:pt x="2898" y="2916"/>
                    <a:pt x="2888" y="2924"/>
                    <a:pt x="2877" y="2933"/>
                  </a:cubicBezTo>
                  <a:cubicBezTo>
                    <a:pt x="2867" y="2942"/>
                    <a:pt x="2858" y="2952"/>
                    <a:pt x="2847" y="2960"/>
                  </a:cubicBezTo>
                  <a:cubicBezTo>
                    <a:pt x="2837" y="2969"/>
                    <a:pt x="2827" y="2977"/>
                    <a:pt x="2816" y="2986"/>
                  </a:cubicBezTo>
                  <a:lnTo>
                    <a:pt x="3115" y="3227"/>
                  </a:lnTo>
                  <a:lnTo>
                    <a:pt x="3411" y="3468"/>
                  </a:lnTo>
                  <a:lnTo>
                    <a:pt x="3478" y="3521"/>
                  </a:lnTo>
                  <a:lnTo>
                    <a:pt x="3513" y="3550"/>
                  </a:lnTo>
                  <a:lnTo>
                    <a:pt x="3521" y="3556"/>
                  </a:lnTo>
                  <a:lnTo>
                    <a:pt x="3526" y="3560"/>
                  </a:lnTo>
                  <a:cubicBezTo>
                    <a:pt x="3522" y="3565"/>
                    <a:pt x="3518" y="3568"/>
                    <a:pt x="3514" y="3571"/>
                  </a:cubicBezTo>
                  <a:lnTo>
                    <a:pt x="3509" y="3576"/>
                  </a:lnTo>
                  <a:lnTo>
                    <a:pt x="3486" y="3599"/>
                  </a:lnTo>
                  <a:lnTo>
                    <a:pt x="3483" y="3602"/>
                  </a:lnTo>
                  <a:cubicBezTo>
                    <a:pt x="3363" y="3711"/>
                    <a:pt x="3230" y="3805"/>
                    <a:pt x="3088" y="3882"/>
                  </a:cubicBezTo>
                  <a:lnTo>
                    <a:pt x="2902" y="3673"/>
                  </a:lnTo>
                  <a:lnTo>
                    <a:pt x="2870" y="3637"/>
                  </a:lnTo>
                  <a:lnTo>
                    <a:pt x="2837" y="3601"/>
                  </a:lnTo>
                  <a:lnTo>
                    <a:pt x="2749" y="3501"/>
                  </a:lnTo>
                  <a:lnTo>
                    <a:pt x="2749" y="3501"/>
                  </a:lnTo>
                  <a:lnTo>
                    <a:pt x="2754" y="3611"/>
                  </a:lnTo>
                  <a:lnTo>
                    <a:pt x="2757" y="3650"/>
                  </a:lnTo>
                  <a:lnTo>
                    <a:pt x="2758" y="3690"/>
                  </a:lnTo>
                  <a:lnTo>
                    <a:pt x="2772" y="4016"/>
                  </a:lnTo>
                  <a:cubicBezTo>
                    <a:pt x="2609" y="4070"/>
                    <a:pt x="2438" y="4101"/>
                    <a:pt x="2258" y="4108"/>
                  </a:cubicBezTo>
                  <a:cubicBezTo>
                    <a:pt x="2246" y="4108"/>
                    <a:pt x="2231" y="4109"/>
                    <a:pt x="2218" y="4109"/>
                  </a:cubicBezTo>
                  <a:lnTo>
                    <a:pt x="2202" y="4109"/>
                  </a:lnTo>
                  <a:lnTo>
                    <a:pt x="2218" y="3962"/>
                  </a:lnTo>
                  <a:lnTo>
                    <a:pt x="2241" y="3753"/>
                  </a:lnTo>
                  <a:lnTo>
                    <a:pt x="2244" y="3712"/>
                  </a:lnTo>
                  <a:lnTo>
                    <a:pt x="2258" y="3581"/>
                  </a:lnTo>
                  <a:lnTo>
                    <a:pt x="2298" y="3199"/>
                  </a:lnTo>
                  <a:lnTo>
                    <a:pt x="2298" y="3199"/>
                  </a:lnTo>
                  <a:cubicBezTo>
                    <a:pt x="2285" y="3200"/>
                    <a:pt x="2272" y="3201"/>
                    <a:pt x="2258" y="3202"/>
                  </a:cubicBezTo>
                  <a:cubicBezTo>
                    <a:pt x="2246" y="3204"/>
                    <a:pt x="2231" y="3204"/>
                    <a:pt x="2218" y="3205"/>
                  </a:cubicBezTo>
                  <a:cubicBezTo>
                    <a:pt x="2206" y="3205"/>
                    <a:pt x="2191" y="3209"/>
                    <a:pt x="2179" y="3209"/>
                  </a:cubicBezTo>
                  <a:cubicBezTo>
                    <a:pt x="2164" y="3209"/>
                    <a:pt x="2151" y="3207"/>
                    <a:pt x="2138" y="3205"/>
                  </a:cubicBezTo>
                  <a:cubicBezTo>
                    <a:pt x="2125" y="3204"/>
                    <a:pt x="2111" y="3204"/>
                    <a:pt x="2098" y="3202"/>
                  </a:cubicBezTo>
                  <a:cubicBezTo>
                    <a:pt x="2085" y="3201"/>
                    <a:pt x="2071" y="3200"/>
                    <a:pt x="2058" y="3199"/>
                  </a:cubicBezTo>
                  <a:lnTo>
                    <a:pt x="2058" y="3199"/>
                  </a:lnTo>
                  <a:lnTo>
                    <a:pt x="2098" y="3581"/>
                  </a:lnTo>
                  <a:lnTo>
                    <a:pt x="2113" y="3712"/>
                  </a:lnTo>
                  <a:lnTo>
                    <a:pt x="2116" y="3753"/>
                  </a:lnTo>
                  <a:lnTo>
                    <a:pt x="2138" y="3962"/>
                  </a:lnTo>
                  <a:lnTo>
                    <a:pt x="2154" y="4109"/>
                  </a:lnTo>
                  <a:lnTo>
                    <a:pt x="2138" y="4109"/>
                  </a:lnTo>
                  <a:cubicBezTo>
                    <a:pt x="2125" y="4109"/>
                    <a:pt x="2111" y="4109"/>
                    <a:pt x="2098" y="4108"/>
                  </a:cubicBezTo>
                  <a:cubicBezTo>
                    <a:pt x="1908" y="4101"/>
                    <a:pt x="1726" y="4066"/>
                    <a:pt x="1553" y="4006"/>
                  </a:cubicBezTo>
                  <a:lnTo>
                    <a:pt x="1573" y="3688"/>
                  </a:lnTo>
                  <a:lnTo>
                    <a:pt x="1576" y="3648"/>
                  </a:lnTo>
                  <a:lnTo>
                    <a:pt x="1578" y="3608"/>
                  </a:lnTo>
                  <a:lnTo>
                    <a:pt x="1584" y="3492"/>
                  </a:lnTo>
                  <a:lnTo>
                    <a:pt x="1490" y="3597"/>
                  </a:lnTo>
                  <a:lnTo>
                    <a:pt x="1455" y="3633"/>
                  </a:lnTo>
                  <a:lnTo>
                    <a:pt x="1422" y="3669"/>
                  </a:lnTo>
                  <a:lnTo>
                    <a:pt x="1241" y="3867"/>
                  </a:lnTo>
                  <a:cubicBezTo>
                    <a:pt x="1108" y="3794"/>
                    <a:pt x="984" y="3703"/>
                    <a:pt x="872" y="3602"/>
                  </a:cubicBezTo>
                  <a:lnTo>
                    <a:pt x="869" y="3599"/>
                  </a:lnTo>
                  <a:lnTo>
                    <a:pt x="846" y="3576"/>
                  </a:lnTo>
                  <a:lnTo>
                    <a:pt x="841" y="3571"/>
                  </a:lnTo>
                  <a:cubicBezTo>
                    <a:pt x="836" y="3567"/>
                    <a:pt x="833" y="3562"/>
                    <a:pt x="829" y="3560"/>
                  </a:cubicBezTo>
                  <a:lnTo>
                    <a:pt x="834" y="3556"/>
                  </a:lnTo>
                  <a:lnTo>
                    <a:pt x="842" y="3550"/>
                  </a:lnTo>
                  <a:lnTo>
                    <a:pt x="877" y="3521"/>
                  </a:lnTo>
                  <a:lnTo>
                    <a:pt x="944" y="3468"/>
                  </a:lnTo>
                  <a:lnTo>
                    <a:pt x="1241" y="3227"/>
                  </a:lnTo>
                  <a:lnTo>
                    <a:pt x="1538" y="2986"/>
                  </a:lnTo>
                  <a:cubicBezTo>
                    <a:pt x="1528" y="2977"/>
                    <a:pt x="1517" y="2969"/>
                    <a:pt x="1507" y="2960"/>
                  </a:cubicBezTo>
                  <a:cubicBezTo>
                    <a:pt x="1497" y="2952"/>
                    <a:pt x="1488" y="2942"/>
                    <a:pt x="1478" y="2933"/>
                  </a:cubicBezTo>
                  <a:cubicBezTo>
                    <a:pt x="1468" y="2924"/>
                    <a:pt x="1458" y="2916"/>
                    <a:pt x="1448" y="2906"/>
                  </a:cubicBezTo>
                  <a:cubicBezTo>
                    <a:pt x="1439" y="2897"/>
                    <a:pt x="1430" y="2887"/>
                    <a:pt x="1421" y="2876"/>
                  </a:cubicBezTo>
                  <a:cubicBezTo>
                    <a:pt x="1412" y="2866"/>
                    <a:pt x="1403" y="2857"/>
                    <a:pt x="1394" y="2846"/>
                  </a:cubicBezTo>
                  <a:cubicBezTo>
                    <a:pt x="1385" y="2836"/>
                    <a:pt x="1377" y="2826"/>
                    <a:pt x="1368" y="2815"/>
                  </a:cubicBezTo>
                  <a:lnTo>
                    <a:pt x="1127" y="3114"/>
                  </a:lnTo>
                  <a:lnTo>
                    <a:pt x="887" y="3411"/>
                  </a:lnTo>
                  <a:lnTo>
                    <a:pt x="833" y="3478"/>
                  </a:lnTo>
                  <a:lnTo>
                    <a:pt x="804" y="3513"/>
                  </a:lnTo>
                  <a:lnTo>
                    <a:pt x="798" y="3520"/>
                  </a:lnTo>
                  <a:lnTo>
                    <a:pt x="794" y="3525"/>
                  </a:lnTo>
                  <a:cubicBezTo>
                    <a:pt x="790" y="3521"/>
                    <a:pt x="787" y="3518"/>
                    <a:pt x="784" y="3514"/>
                  </a:cubicBezTo>
                  <a:lnTo>
                    <a:pt x="779" y="3509"/>
                  </a:lnTo>
                  <a:lnTo>
                    <a:pt x="756" y="3485"/>
                  </a:lnTo>
                  <a:lnTo>
                    <a:pt x="753" y="3483"/>
                  </a:lnTo>
                  <a:cubicBezTo>
                    <a:pt x="643" y="3363"/>
                    <a:pt x="550" y="3230"/>
                    <a:pt x="472" y="3087"/>
                  </a:cubicBezTo>
                  <a:lnTo>
                    <a:pt x="682" y="2901"/>
                  </a:lnTo>
                  <a:lnTo>
                    <a:pt x="718" y="2869"/>
                  </a:lnTo>
                  <a:lnTo>
                    <a:pt x="754" y="2837"/>
                  </a:lnTo>
                  <a:lnTo>
                    <a:pt x="854" y="2749"/>
                  </a:lnTo>
                  <a:lnTo>
                    <a:pt x="744" y="2755"/>
                  </a:lnTo>
                  <a:lnTo>
                    <a:pt x="704" y="2756"/>
                  </a:lnTo>
                  <a:lnTo>
                    <a:pt x="664" y="2757"/>
                  </a:lnTo>
                  <a:lnTo>
                    <a:pt x="338" y="2771"/>
                  </a:lnTo>
                  <a:cubicBezTo>
                    <a:pt x="284" y="2608"/>
                    <a:pt x="253" y="2437"/>
                    <a:pt x="246" y="2257"/>
                  </a:cubicBezTo>
                  <a:cubicBezTo>
                    <a:pt x="246" y="2245"/>
                    <a:pt x="245" y="2230"/>
                    <a:pt x="245" y="2218"/>
                  </a:cubicBezTo>
                  <a:lnTo>
                    <a:pt x="245" y="2203"/>
                  </a:lnTo>
                  <a:lnTo>
                    <a:pt x="393" y="2218"/>
                  </a:lnTo>
                  <a:lnTo>
                    <a:pt x="601" y="2240"/>
                  </a:lnTo>
                  <a:lnTo>
                    <a:pt x="642" y="2244"/>
                  </a:lnTo>
                  <a:lnTo>
                    <a:pt x="773" y="2257"/>
                  </a:lnTo>
                  <a:lnTo>
                    <a:pt x="1155" y="2298"/>
                  </a:lnTo>
                  <a:cubicBezTo>
                    <a:pt x="1154" y="2285"/>
                    <a:pt x="1153" y="2271"/>
                    <a:pt x="1151" y="2257"/>
                  </a:cubicBezTo>
                  <a:cubicBezTo>
                    <a:pt x="1150" y="2245"/>
                    <a:pt x="1150" y="2230"/>
                    <a:pt x="1149" y="2218"/>
                  </a:cubicBezTo>
                  <a:cubicBezTo>
                    <a:pt x="1149" y="2205"/>
                    <a:pt x="1146" y="2190"/>
                    <a:pt x="1146" y="2178"/>
                  </a:cubicBezTo>
                  <a:cubicBezTo>
                    <a:pt x="1146" y="2164"/>
                    <a:pt x="1148" y="2151"/>
                    <a:pt x="1149" y="2138"/>
                  </a:cubicBezTo>
                  <a:cubicBezTo>
                    <a:pt x="1149" y="2125"/>
                    <a:pt x="1150" y="2111"/>
                    <a:pt x="1151" y="2097"/>
                  </a:cubicBezTo>
                  <a:cubicBezTo>
                    <a:pt x="1153" y="2085"/>
                    <a:pt x="1154" y="2071"/>
                    <a:pt x="1155" y="2058"/>
                  </a:cubicBezTo>
                  <a:lnTo>
                    <a:pt x="1155" y="2058"/>
                  </a:lnTo>
                  <a:lnTo>
                    <a:pt x="773" y="2097"/>
                  </a:lnTo>
                  <a:lnTo>
                    <a:pt x="642" y="2112"/>
                  </a:lnTo>
                  <a:lnTo>
                    <a:pt x="601" y="2116"/>
                  </a:lnTo>
                  <a:lnTo>
                    <a:pt x="393" y="2138"/>
                  </a:lnTo>
                  <a:lnTo>
                    <a:pt x="245" y="2153"/>
                  </a:lnTo>
                  <a:lnTo>
                    <a:pt x="245" y="2138"/>
                  </a:lnTo>
                  <a:cubicBezTo>
                    <a:pt x="245" y="2125"/>
                    <a:pt x="245" y="2111"/>
                    <a:pt x="246" y="2097"/>
                  </a:cubicBezTo>
                  <a:cubicBezTo>
                    <a:pt x="253" y="1909"/>
                    <a:pt x="289" y="1725"/>
                    <a:pt x="348" y="1554"/>
                  </a:cubicBezTo>
                  <a:lnTo>
                    <a:pt x="666" y="1573"/>
                  </a:lnTo>
                  <a:lnTo>
                    <a:pt x="706" y="1575"/>
                  </a:lnTo>
                  <a:lnTo>
                    <a:pt x="747" y="1578"/>
                  </a:lnTo>
                  <a:lnTo>
                    <a:pt x="862" y="1585"/>
                  </a:lnTo>
                  <a:lnTo>
                    <a:pt x="758" y="1489"/>
                  </a:lnTo>
                  <a:lnTo>
                    <a:pt x="722" y="1456"/>
                  </a:lnTo>
                  <a:lnTo>
                    <a:pt x="686" y="1422"/>
                  </a:lnTo>
                  <a:lnTo>
                    <a:pt x="488" y="1240"/>
                  </a:lnTo>
                  <a:cubicBezTo>
                    <a:pt x="561" y="1107"/>
                    <a:pt x="651" y="983"/>
                    <a:pt x="753" y="872"/>
                  </a:cubicBezTo>
                  <a:lnTo>
                    <a:pt x="756" y="869"/>
                  </a:lnTo>
                  <a:lnTo>
                    <a:pt x="779" y="846"/>
                  </a:lnTo>
                  <a:lnTo>
                    <a:pt x="784" y="841"/>
                  </a:lnTo>
                  <a:cubicBezTo>
                    <a:pt x="788" y="837"/>
                    <a:pt x="792" y="832"/>
                    <a:pt x="794" y="828"/>
                  </a:cubicBezTo>
                  <a:lnTo>
                    <a:pt x="798" y="833"/>
                  </a:lnTo>
                  <a:lnTo>
                    <a:pt x="804" y="842"/>
                  </a:lnTo>
                  <a:lnTo>
                    <a:pt x="833" y="877"/>
                  </a:lnTo>
                  <a:lnTo>
                    <a:pt x="887" y="944"/>
                  </a:lnTo>
                  <a:lnTo>
                    <a:pt x="1127" y="1240"/>
                  </a:lnTo>
                  <a:lnTo>
                    <a:pt x="1368" y="1538"/>
                  </a:lnTo>
                  <a:cubicBezTo>
                    <a:pt x="1377" y="1528"/>
                    <a:pt x="1385" y="1518"/>
                    <a:pt x="1394" y="1507"/>
                  </a:cubicBezTo>
                  <a:cubicBezTo>
                    <a:pt x="1403" y="1497"/>
                    <a:pt x="1412" y="1488"/>
                    <a:pt x="1421" y="1477"/>
                  </a:cubicBezTo>
                  <a:cubicBezTo>
                    <a:pt x="1430" y="1467"/>
                    <a:pt x="1439" y="1457"/>
                    <a:pt x="1448" y="1447"/>
                  </a:cubicBezTo>
                  <a:cubicBezTo>
                    <a:pt x="1458" y="1439"/>
                    <a:pt x="1468" y="1430"/>
                    <a:pt x="1478" y="1421"/>
                  </a:cubicBezTo>
                  <a:cubicBezTo>
                    <a:pt x="1488" y="1411"/>
                    <a:pt x="1497" y="1403"/>
                    <a:pt x="1507" y="1394"/>
                  </a:cubicBezTo>
                  <a:cubicBezTo>
                    <a:pt x="1517" y="1384"/>
                    <a:pt x="1528" y="1377"/>
                    <a:pt x="1538" y="1368"/>
                  </a:cubicBezTo>
                  <a:lnTo>
                    <a:pt x="1241" y="1127"/>
                  </a:lnTo>
                  <a:lnTo>
                    <a:pt x="944" y="887"/>
                  </a:lnTo>
                  <a:lnTo>
                    <a:pt x="877" y="832"/>
                  </a:lnTo>
                  <a:lnTo>
                    <a:pt x="842" y="805"/>
                  </a:lnTo>
                  <a:lnTo>
                    <a:pt x="834" y="797"/>
                  </a:lnTo>
                  <a:lnTo>
                    <a:pt x="829" y="794"/>
                  </a:lnTo>
                  <a:cubicBezTo>
                    <a:pt x="833" y="790"/>
                    <a:pt x="836" y="786"/>
                    <a:pt x="841" y="784"/>
                  </a:cubicBezTo>
                  <a:lnTo>
                    <a:pt x="846" y="779"/>
                  </a:lnTo>
                  <a:lnTo>
                    <a:pt x="869" y="755"/>
                  </a:lnTo>
                  <a:lnTo>
                    <a:pt x="872" y="753"/>
                  </a:lnTo>
                  <a:cubicBezTo>
                    <a:pt x="991" y="643"/>
                    <a:pt x="1124" y="549"/>
                    <a:pt x="1268" y="471"/>
                  </a:cubicBezTo>
                  <a:lnTo>
                    <a:pt x="1453" y="682"/>
                  </a:lnTo>
                  <a:lnTo>
                    <a:pt x="1485" y="718"/>
                  </a:lnTo>
                  <a:lnTo>
                    <a:pt x="1517" y="754"/>
                  </a:lnTo>
                  <a:lnTo>
                    <a:pt x="1605" y="853"/>
                  </a:lnTo>
                  <a:lnTo>
                    <a:pt x="1600" y="744"/>
                  </a:lnTo>
                  <a:lnTo>
                    <a:pt x="1599" y="703"/>
                  </a:lnTo>
                  <a:lnTo>
                    <a:pt x="1598" y="663"/>
                  </a:lnTo>
                  <a:lnTo>
                    <a:pt x="1583" y="337"/>
                  </a:lnTo>
                  <a:cubicBezTo>
                    <a:pt x="1746" y="285"/>
                    <a:pt x="1918" y="254"/>
                    <a:pt x="2097" y="245"/>
                  </a:cubicBezTo>
                  <a:cubicBezTo>
                    <a:pt x="2110" y="245"/>
                    <a:pt x="2124" y="244"/>
                    <a:pt x="2136" y="244"/>
                  </a:cubicBezTo>
                  <a:lnTo>
                    <a:pt x="2152" y="244"/>
                  </a:lnTo>
                  <a:lnTo>
                    <a:pt x="2136" y="393"/>
                  </a:lnTo>
                  <a:lnTo>
                    <a:pt x="2115" y="600"/>
                  </a:lnTo>
                  <a:lnTo>
                    <a:pt x="2111" y="642"/>
                  </a:lnTo>
                  <a:lnTo>
                    <a:pt x="2097" y="774"/>
                  </a:lnTo>
                  <a:lnTo>
                    <a:pt x="2057" y="1155"/>
                  </a:lnTo>
                  <a:cubicBezTo>
                    <a:pt x="2069" y="1153"/>
                    <a:pt x="2084" y="1152"/>
                    <a:pt x="2097" y="1151"/>
                  </a:cubicBezTo>
                  <a:cubicBezTo>
                    <a:pt x="2110" y="1150"/>
                    <a:pt x="2124" y="1150"/>
                    <a:pt x="2136" y="1148"/>
                  </a:cubicBezTo>
                  <a:cubicBezTo>
                    <a:pt x="2150" y="1148"/>
                    <a:pt x="2164" y="1146"/>
                    <a:pt x="2177" y="1146"/>
                  </a:cubicBezTo>
                  <a:cubicBezTo>
                    <a:pt x="2191" y="1146"/>
                    <a:pt x="2204" y="1147"/>
                    <a:pt x="2217" y="1148"/>
                  </a:cubicBezTo>
                  <a:cubicBezTo>
                    <a:pt x="2229" y="1148"/>
                    <a:pt x="2244" y="1150"/>
                    <a:pt x="2257" y="1151"/>
                  </a:cubicBezTo>
                  <a:cubicBezTo>
                    <a:pt x="2270" y="1152"/>
                    <a:pt x="2284" y="1153"/>
                    <a:pt x="2296" y="1155"/>
                  </a:cubicBezTo>
                  <a:lnTo>
                    <a:pt x="2257" y="774"/>
                  </a:lnTo>
                  <a:lnTo>
                    <a:pt x="2243" y="642"/>
                  </a:lnTo>
                  <a:lnTo>
                    <a:pt x="2239" y="600"/>
                  </a:lnTo>
                  <a:lnTo>
                    <a:pt x="2217" y="393"/>
                  </a:lnTo>
                  <a:lnTo>
                    <a:pt x="2201" y="244"/>
                  </a:lnTo>
                  <a:close/>
                  <a:moveTo>
                    <a:pt x="2177" y="1"/>
                  </a:moveTo>
                  <a:cubicBezTo>
                    <a:pt x="2164" y="1"/>
                    <a:pt x="2150" y="2"/>
                    <a:pt x="2136" y="2"/>
                  </a:cubicBezTo>
                  <a:cubicBezTo>
                    <a:pt x="2124" y="2"/>
                    <a:pt x="2110" y="2"/>
                    <a:pt x="2097" y="3"/>
                  </a:cubicBezTo>
                  <a:cubicBezTo>
                    <a:pt x="2084" y="3"/>
                    <a:pt x="2072" y="3"/>
                    <a:pt x="2059" y="4"/>
                  </a:cubicBezTo>
                  <a:cubicBezTo>
                    <a:pt x="1623" y="28"/>
                    <a:pt x="1220" y="181"/>
                    <a:pt x="888" y="426"/>
                  </a:cubicBezTo>
                  <a:cubicBezTo>
                    <a:pt x="873" y="437"/>
                    <a:pt x="859" y="450"/>
                    <a:pt x="844" y="461"/>
                  </a:cubicBezTo>
                  <a:cubicBezTo>
                    <a:pt x="828" y="472"/>
                    <a:pt x="814" y="484"/>
                    <a:pt x="798" y="496"/>
                  </a:cubicBezTo>
                  <a:cubicBezTo>
                    <a:pt x="773" y="517"/>
                    <a:pt x="749" y="537"/>
                    <a:pt x="725" y="559"/>
                  </a:cubicBezTo>
                  <a:cubicBezTo>
                    <a:pt x="716" y="567"/>
                    <a:pt x="706" y="576"/>
                    <a:pt x="697" y="584"/>
                  </a:cubicBezTo>
                  <a:cubicBezTo>
                    <a:pt x="687" y="593"/>
                    <a:pt x="679" y="601"/>
                    <a:pt x="668" y="611"/>
                  </a:cubicBezTo>
                  <a:cubicBezTo>
                    <a:pt x="659" y="620"/>
                    <a:pt x="649" y="629"/>
                    <a:pt x="638" y="637"/>
                  </a:cubicBezTo>
                  <a:cubicBezTo>
                    <a:pt x="629" y="647"/>
                    <a:pt x="620" y="657"/>
                    <a:pt x="611" y="667"/>
                  </a:cubicBezTo>
                  <a:cubicBezTo>
                    <a:pt x="602" y="677"/>
                    <a:pt x="593" y="687"/>
                    <a:pt x="584" y="697"/>
                  </a:cubicBezTo>
                  <a:cubicBezTo>
                    <a:pt x="576" y="707"/>
                    <a:pt x="567" y="715"/>
                    <a:pt x="560" y="724"/>
                  </a:cubicBezTo>
                  <a:cubicBezTo>
                    <a:pt x="537" y="749"/>
                    <a:pt x="517" y="772"/>
                    <a:pt x="496" y="797"/>
                  </a:cubicBezTo>
                  <a:cubicBezTo>
                    <a:pt x="485" y="812"/>
                    <a:pt x="473" y="827"/>
                    <a:pt x="462" y="843"/>
                  </a:cubicBezTo>
                  <a:cubicBezTo>
                    <a:pt x="450" y="857"/>
                    <a:pt x="438" y="873"/>
                    <a:pt x="427" y="888"/>
                  </a:cubicBezTo>
                  <a:cubicBezTo>
                    <a:pt x="181" y="1219"/>
                    <a:pt x="29" y="1622"/>
                    <a:pt x="5" y="2059"/>
                  </a:cubicBezTo>
                  <a:cubicBezTo>
                    <a:pt x="4" y="2072"/>
                    <a:pt x="4" y="2083"/>
                    <a:pt x="4" y="2096"/>
                  </a:cubicBezTo>
                  <a:cubicBezTo>
                    <a:pt x="4" y="2109"/>
                    <a:pt x="3" y="2123"/>
                    <a:pt x="3" y="2137"/>
                  </a:cubicBezTo>
                  <a:cubicBezTo>
                    <a:pt x="3" y="2149"/>
                    <a:pt x="1" y="2163"/>
                    <a:pt x="1" y="2177"/>
                  </a:cubicBezTo>
                  <a:cubicBezTo>
                    <a:pt x="1" y="2189"/>
                    <a:pt x="3" y="2204"/>
                    <a:pt x="3" y="2216"/>
                  </a:cubicBezTo>
                  <a:cubicBezTo>
                    <a:pt x="3" y="2229"/>
                    <a:pt x="3" y="2244"/>
                    <a:pt x="4" y="2256"/>
                  </a:cubicBezTo>
                  <a:cubicBezTo>
                    <a:pt x="4" y="2270"/>
                    <a:pt x="4" y="2281"/>
                    <a:pt x="5" y="2293"/>
                  </a:cubicBezTo>
                  <a:cubicBezTo>
                    <a:pt x="29" y="2731"/>
                    <a:pt x="181" y="3133"/>
                    <a:pt x="427" y="3464"/>
                  </a:cubicBezTo>
                  <a:cubicBezTo>
                    <a:pt x="438" y="3480"/>
                    <a:pt x="450" y="3494"/>
                    <a:pt x="462" y="3510"/>
                  </a:cubicBezTo>
                  <a:cubicBezTo>
                    <a:pt x="473" y="3525"/>
                    <a:pt x="485" y="3540"/>
                    <a:pt x="496" y="3555"/>
                  </a:cubicBezTo>
                  <a:cubicBezTo>
                    <a:pt x="517" y="3579"/>
                    <a:pt x="537" y="3604"/>
                    <a:pt x="560" y="3629"/>
                  </a:cubicBezTo>
                  <a:cubicBezTo>
                    <a:pt x="567" y="3638"/>
                    <a:pt x="576" y="3647"/>
                    <a:pt x="584" y="3655"/>
                  </a:cubicBezTo>
                  <a:cubicBezTo>
                    <a:pt x="593" y="3666"/>
                    <a:pt x="602" y="3675"/>
                    <a:pt x="611" y="3685"/>
                  </a:cubicBezTo>
                  <a:cubicBezTo>
                    <a:pt x="620" y="3695"/>
                    <a:pt x="629" y="3705"/>
                    <a:pt x="638" y="3715"/>
                  </a:cubicBezTo>
                  <a:cubicBezTo>
                    <a:pt x="648" y="3725"/>
                    <a:pt x="658" y="3733"/>
                    <a:pt x="668" y="3742"/>
                  </a:cubicBezTo>
                  <a:cubicBezTo>
                    <a:pt x="677" y="3751"/>
                    <a:pt x="687" y="3760"/>
                    <a:pt x="697" y="3769"/>
                  </a:cubicBezTo>
                  <a:cubicBezTo>
                    <a:pt x="706" y="3777"/>
                    <a:pt x="716" y="3785"/>
                    <a:pt x="725" y="3794"/>
                  </a:cubicBezTo>
                  <a:cubicBezTo>
                    <a:pt x="749" y="3815"/>
                    <a:pt x="772" y="3836"/>
                    <a:pt x="798" y="3857"/>
                  </a:cubicBezTo>
                  <a:cubicBezTo>
                    <a:pt x="813" y="3868"/>
                    <a:pt x="828" y="3880"/>
                    <a:pt x="844" y="3892"/>
                  </a:cubicBezTo>
                  <a:cubicBezTo>
                    <a:pt x="857" y="3903"/>
                    <a:pt x="873" y="3914"/>
                    <a:pt x="888" y="3927"/>
                  </a:cubicBezTo>
                  <a:cubicBezTo>
                    <a:pt x="1220" y="4171"/>
                    <a:pt x="1623" y="4325"/>
                    <a:pt x="2059" y="4349"/>
                  </a:cubicBezTo>
                  <a:cubicBezTo>
                    <a:pt x="2072" y="4350"/>
                    <a:pt x="2084" y="4350"/>
                    <a:pt x="2097" y="4350"/>
                  </a:cubicBezTo>
                  <a:cubicBezTo>
                    <a:pt x="2110" y="4350"/>
                    <a:pt x="2124" y="4351"/>
                    <a:pt x="2136" y="4351"/>
                  </a:cubicBezTo>
                  <a:cubicBezTo>
                    <a:pt x="2150" y="4351"/>
                    <a:pt x="2164" y="4352"/>
                    <a:pt x="2177" y="4352"/>
                  </a:cubicBezTo>
                  <a:cubicBezTo>
                    <a:pt x="2190" y="4352"/>
                    <a:pt x="2205" y="4351"/>
                    <a:pt x="2217" y="4351"/>
                  </a:cubicBezTo>
                  <a:cubicBezTo>
                    <a:pt x="2230" y="4351"/>
                    <a:pt x="2244" y="4351"/>
                    <a:pt x="2257" y="4350"/>
                  </a:cubicBezTo>
                  <a:cubicBezTo>
                    <a:pt x="2270" y="4350"/>
                    <a:pt x="2282" y="4350"/>
                    <a:pt x="2294" y="4349"/>
                  </a:cubicBezTo>
                  <a:cubicBezTo>
                    <a:pt x="2732" y="4325"/>
                    <a:pt x="3134" y="4171"/>
                    <a:pt x="3465" y="3927"/>
                  </a:cubicBezTo>
                  <a:cubicBezTo>
                    <a:pt x="3482" y="3915"/>
                    <a:pt x="3496" y="3903"/>
                    <a:pt x="3512" y="3892"/>
                  </a:cubicBezTo>
                  <a:cubicBezTo>
                    <a:pt x="3527" y="3880"/>
                    <a:pt x="3542" y="3869"/>
                    <a:pt x="3557" y="3857"/>
                  </a:cubicBezTo>
                  <a:cubicBezTo>
                    <a:pt x="3582" y="3836"/>
                    <a:pt x="3606" y="3815"/>
                    <a:pt x="3630" y="3794"/>
                  </a:cubicBezTo>
                  <a:cubicBezTo>
                    <a:pt x="3640" y="3785"/>
                    <a:pt x="3649" y="3777"/>
                    <a:pt x="3657" y="3769"/>
                  </a:cubicBezTo>
                  <a:cubicBezTo>
                    <a:pt x="3668" y="3760"/>
                    <a:pt x="3677" y="3751"/>
                    <a:pt x="3686" y="3742"/>
                  </a:cubicBezTo>
                  <a:cubicBezTo>
                    <a:pt x="3695" y="3733"/>
                    <a:pt x="3706" y="3724"/>
                    <a:pt x="3716" y="3715"/>
                  </a:cubicBezTo>
                  <a:cubicBezTo>
                    <a:pt x="3724" y="3706"/>
                    <a:pt x="3734" y="3696"/>
                    <a:pt x="3743" y="3685"/>
                  </a:cubicBezTo>
                  <a:cubicBezTo>
                    <a:pt x="3752" y="3676"/>
                    <a:pt x="3760" y="3666"/>
                    <a:pt x="3770" y="3655"/>
                  </a:cubicBezTo>
                  <a:cubicBezTo>
                    <a:pt x="3778" y="3647"/>
                    <a:pt x="3786" y="3638"/>
                    <a:pt x="3794" y="3629"/>
                  </a:cubicBezTo>
                  <a:cubicBezTo>
                    <a:pt x="3816" y="3604"/>
                    <a:pt x="3837" y="3581"/>
                    <a:pt x="3857" y="3555"/>
                  </a:cubicBezTo>
                  <a:cubicBezTo>
                    <a:pt x="3869" y="3541"/>
                    <a:pt x="3881" y="3525"/>
                    <a:pt x="3892" y="3510"/>
                  </a:cubicBezTo>
                  <a:cubicBezTo>
                    <a:pt x="3904" y="3495"/>
                    <a:pt x="3915" y="3480"/>
                    <a:pt x="3928" y="3464"/>
                  </a:cubicBezTo>
                  <a:cubicBezTo>
                    <a:pt x="4172" y="3133"/>
                    <a:pt x="4326" y="2731"/>
                    <a:pt x="4349" y="2293"/>
                  </a:cubicBezTo>
                  <a:cubicBezTo>
                    <a:pt x="4351" y="2281"/>
                    <a:pt x="4351" y="2270"/>
                    <a:pt x="4351" y="2256"/>
                  </a:cubicBezTo>
                  <a:cubicBezTo>
                    <a:pt x="4351" y="2244"/>
                    <a:pt x="4352" y="2229"/>
                    <a:pt x="4352" y="2216"/>
                  </a:cubicBezTo>
                  <a:cubicBezTo>
                    <a:pt x="4352" y="2204"/>
                    <a:pt x="4353" y="2189"/>
                    <a:pt x="4353" y="2177"/>
                  </a:cubicBezTo>
                  <a:cubicBezTo>
                    <a:pt x="4353" y="2163"/>
                    <a:pt x="4352" y="2149"/>
                    <a:pt x="4352" y="2137"/>
                  </a:cubicBezTo>
                  <a:cubicBezTo>
                    <a:pt x="4352" y="2123"/>
                    <a:pt x="4352" y="2109"/>
                    <a:pt x="4351" y="2096"/>
                  </a:cubicBezTo>
                  <a:cubicBezTo>
                    <a:pt x="4351" y="2083"/>
                    <a:pt x="4351" y="2072"/>
                    <a:pt x="4349" y="2059"/>
                  </a:cubicBezTo>
                  <a:cubicBezTo>
                    <a:pt x="4326" y="1622"/>
                    <a:pt x="4172" y="1219"/>
                    <a:pt x="3928" y="888"/>
                  </a:cubicBezTo>
                  <a:cubicBezTo>
                    <a:pt x="3915" y="873"/>
                    <a:pt x="3904" y="858"/>
                    <a:pt x="3892" y="843"/>
                  </a:cubicBezTo>
                  <a:cubicBezTo>
                    <a:pt x="3881" y="827"/>
                    <a:pt x="3869" y="813"/>
                    <a:pt x="3857" y="797"/>
                  </a:cubicBezTo>
                  <a:cubicBezTo>
                    <a:pt x="3837" y="774"/>
                    <a:pt x="3816" y="749"/>
                    <a:pt x="3794" y="724"/>
                  </a:cubicBezTo>
                  <a:cubicBezTo>
                    <a:pt x="3786" y="715"/>
                    <a:pt x="3778" y="707"/>
                    <a:pt x="3770" y="697"/>
                  </a:cubicBezTo>
                  <a:cubicBezTo>
                    <a:pt x="3760" y="687"/>
                    <a:pt x="3752" y="678"/>
                    <a:pt x="3743" y="667"/>
                  </a:cubicBezTo>
                  <a:cubicBezTo>
                    <a:pt x="3734" y="658"/>
                    <a:pt x="3724" y="648"/>
                    <a:pt x="3716" y="637"/>
                  </a:cubicBezTo>
                  <a:cubicBezTo>
                    <a:pt x="3707" y="629"/>
                    <a:pt x="3696" y="620"/>
                    <a:pt x="3686" y="611"/>
                  </a:cubicBezTo>
                  <a:cubicBezTo>
                    <a:pt x="3677" y="601"/>
                    <a:pt x="3667" y="593"/>
                    <a:pt x="3656" y="584"/>
                  </a:cubicBezTo>
                  <a:cubicBezTo>
                    <a:pt x="3647" y="576"/>
                    <a:pt x="3639" y="567"/>
                    <a:pt x="3629" y="559"/>
                  </a:cubicBezTo>
                  <a:cubicBezTo>
                    <a:pt x="3605" y="537"/>
                    <a:pt x="3582" y="517"/>
                    <a:pt x="3556" y="496"/>
                  </a:cubicBezTo>
                  <a:cubicBezTo>
                    <a:pt x="3542" y="485"/>
                    <a:pt x="3526" y="472"/>
                    <a:pt x="3511" y="461"/>
                  </a:cubicBezTo>
                  <a:cubicBezTo>
                    <a:pt x="3496" y="450"/>
                    <a:pt x="3481" y="438"/>
                    <a:pt x="3465" y="426"/>
                  </a:cubicBezTo>
                  <a:cubicBezTo>
                    <a:pt x="3134" y="181"/>
                    <a:pt x="2732" y="28"/>
                    <a:pt x="2294" y="4"/>
                  </a:cubicBezTo>
                  <a:cubicBezTo>
                    <a:pt x="2282" y="3"/>
                    <a:pt x="2270" y="3"/>
                    <a:pt x="2257" y="3"/>
                  </a:cubicBezTo>
                  <a:cubicBezTo>
                    <a:pt x="2244" y="3"/>
                    <a:pt x="2230" y="2"/>
                    <a:pt x="2217" y="2"/>
                  </a:cubicBezTo>
                  <a:cubicBezTo>
                    <a:pt x="2205" y="2"/>
                    <a:pt x="2190" y="1"/>
                    <a:pt x="2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5"/>
            <p:cNvSpPr/>
            <p:nvPr/>
          </p:nvSpPr>
          <p:spPr>
            <a:xfrm>
              <a:off x="3894875" y="4215625"/>
              <a:ext cx="5325" cy="6775"/>
            </a:xfrm>
            <a:custGeom>
              <a:rect b="b" l="l" r="r" t="t"/>
              <a:pathLst>
                <a:path extrusionOk="0" h="271" w="213">
                  <a:moveTo>
                    <a:pt x="46" y="1"/>
                  </a:moveTo>
                  <a:lnTo>
                    <a:pt x="1" y="33"/>
                  </a:lnTo>
                  <a:lnTo>
                    <a:pt x="167" y="270"/>
                  </a:lnTo>
                  <a:cubicBezTo>
                    <a:pt x="182" y="260"/>
                    <a:pt x="197" y="249"/>
                    <a:pt x="212" y="239"/>
                  </a:cubicBezTo>
                  <a:lnTo>
                    <a:pt x="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5"/>
            <p:cNvSpPr/>
            <p:nvPr/>
          </p:nvSpPr>
          <p:spPr>
            <a:xfrm>
              <a:off x="3880200" y="4226925"/>
              <a:ext cx="5775" cy="6475"/>
            </a:xfrm>
            <a:custGeom>
              <a:rect b="b" l="l" r="r" t="t"/>
              <a:pathLst>
                <a:path extrusionOk="0" h="259" w="231">
                  <a:moveTo>
                    <a:pt x="43" y="1"/>
                  </a:moveTo>
                  <a:lnTo>
                    <a:pt x="1" y="35"/>
                  </a:lnTo>
                  <a:lnTo>
                    <a:pt x="187" y="259"/>
                  </a:lnTo>
                  <a:lnTo>
                    <a:pt x="231" y="224"/>
                  </a:lnTo>
                  <a:lnTo>
                    <a:pt x="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5"/>
            <p:cNvSpPr/>
            <p:nvPr/>
          </p:nvSpPr>
          <p:spPr>
            <a:xfrm>
              <a:off x="3926975" y="4197200"/>
              <a:ext cx="4325" cy="7125"/>
            </a:xfrm>
            <a:custGeom>
              <a:rect b="b" l="l" r="r" t="t"/>
              <a:pathLst>
                <a:path extrusionOk="0" h="285" w="173">
                  <a:moveTo>
                    <a:pt x="50" y="0"/>
                  </a:moveTo>
                  <a:lnTo>
                    <a:pt x="0" y="24"/>
                  </a:lnTo>
                  <a:lnTo>
                    <a:pt x="122" y="285"/>
                  </a:lnTo>
                  <a:lnTo>
                    <a:pt x="173" y="262"/>
                  </a:lnTo>
                  <a:lnTo>
                    <a:pt x="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5"/>
            <p:cNvSpPr/>
            <p:nvPr/>
          </p:nvSpPr>
          <p:spPr>
            <a:xfrm>
              <a:off x="3910525" y="4205725"/>
              <a:ext cx="4800" cy="7000"/>
            </a:xfrm>
            <a:custGeom>
              <a:rect b="b" l="l" r="r" t="t"/>
              <a:pathLst>
                <a:path extrusionOk="0" h="280" w="192">
                  <a:moveTo>
                    <a:pt x="47" y="1"/>
                  </a:moveTo>
                  <a:lnTo>
                    <a:pt x="0" y="28"/>
                  </a:lnTo>
                  <a:lnTo>
                    <a:pt x="144" y="279"/>
                  </a:lnTo>
                  <a:cubicBezTo>
                    <a:pt x="160" y="271"/>
                    <a:pt x="175" y="261"/>
                    <a:pt x="192" y="251"/>
                  </a:cubicBezTo>
                  <a:lnTo>
                    <a:pt x="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5"/>
            <p:cNvSpPr/>
            <p:nvPr/>
          </p:nvSpPr>
          <p:spPr>
            <a:xfrm>
              <a:off x="3979875" y="4180675"/>
              <a:ext cx="2625" cy="7375"/>
            </a:xfrm>
            <a:custGeom>
              <a:rect b="b" l="l" r="r" t="t"/>
              <a:pathLst>
                <a:path extrusionOk="0" h="295" w="105">
                  <a:moveTo>
                    <a:pt x="54" y="1"/>
                  </a:moveTo>
                  <a:lnTo>
                    <a:pt x="0" y="10"/>
                  </a:lnTo>
                  <a:lnTo>
                    <a:pt x="50" y="295"/>
                  </a:lnTo>
                  <a:cubicBezTo>
                    <a:pt x="69" y="293"/>
                    <a:pt x="87" y="289"/>
                    <a:pt x="105" y="285"/>
                  </a:cubicBezTo>
                  <a:lnTo>
                    <a:pt x="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5"/>
            <p:cNvSpPr/>
            <p:nvPr/>
          </p:nvSpPr>
          <p:spPr>
            <a:xfrm>
              <a:off x="3961750" y="4184650"/>
              <a:ext cx="3225" cy="7375"/>
            </a:xfrm>
            <a:custGeom>
              <a:rect b="b" l="l" r="r" t="t"/>
              <a:pathLst>
                <a:path extrusionOk="0" h="295" w="129">
                  <a:moveTo>
                    <a:pt x="54" y="1"/>
                  </a:moveTo>
                  <a:lnTo>
                    <a:pt x="0" y="15"/>
                  </a:lnTo>
                  <a:lnTo>
                    <a:pt x="75" y="295"/>
                  </a:lnTo>
                  <a:cubicBezTo>
                    <a:pt x="93" y="289"/>
                    <a:pt x="110" y="284"/>
                    <a:pt x="128" y="280"/>
                  </a:cubicBezTo>
                  <a:lnTo>
                    <a:pt x="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5"/>
            <p:cNvSpPr/>
            <p:nvPr/>
          </p:nvSpPr>
          <p:spPr>
            <a:xfrm>
              <a:off x="3824350" y="4299800"/>
              <a:ext cx="7150" cy="4325"/>
            </a:xfrm>
            <a:custGeom>
              <a:rect b="b" l="l" r="r" t="t"/>
              <a:pathLst>
                <a:path extrusionOk="0" h="173" w="286">
                  <a:moveTo>
                    <a:pt x="25" y="0"/>
                  </a:moveTo>
                  <a:lnTo>
                    <a:pt x="1" y="50"/>
                  </a:lnTo>
                  <a:lnTo>
                    <a:pt x="263" y="173"/>
                  </a:lnTo>
                  <a:lnTo>
                    <a:pt x="286" y="122"/>
                  </a:lnTo>
                  <a:lnTo>
                    <a:pt x="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5"/>
            <p:cNvSpPr/>
            <p:nvPr/>
          </p:nvSpPr>
          <p:spPr>
            <a:xfrm>
              <a:off x="3807825" y="4352700"/>
              <a:ext cx="7375" cy="2625"/>
            </a:xfrm>
            <a:custGeom>
              <a:rect b="b" l="l" r="r" t="t"/>
              <a:pathLst>
                <a:path extrusionOk="0" h="105" w="295">
                  <a:moveTo>
                    <a:pt x="10" y="0"/>
                  </a:moveTo>
                  <a:lnTo>
                    <a:pt x="1" y="54"/>
                  </a:lnTo>
                  <a:lnTo>
                    <a:pt x="285" y="105"/>
                  </a:lnTo>
                  <a:cubicBezTo>
                    <a:pt x="288" y="87"/>
                    <a:pt x="291" y="69"/>
                    <a:pt x="295" y="50"/>
                  </a:cubicBez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5"/>
            <p:cNvSpPr/>
            <p:nvPr/>
          </p:nvSpPr>
          <p:spPr>
            <a:xfrm>
              <a:off x="3817300" y="4316900"/>
              <a:ext cx="7250" cy="3825"/>
            </a:xfrm>
            <a:custGeom>
              <a:rect b="b" l="l" r="r" t="t"/>
              <a:pathLst>
                <a:path extrusionOk="0" h="153" w="290">
                  <a:moveTo>
                    <a:pt x="19" y="0"/>
                  </a:moveTo>
                  <a:lnTo>
                    <a:pt x="0" y="52"/>
                  </a:lnTo>
                  <a:lnTo>
                    <a:pt x="272" y="152"/>
                  </a:lnTo>
                  <a:cubicBezTo>
                    <a:pt x="278" y="135"/>
                    <a:pt x="283" y="117"/>
                    <a:pt x="289" y="100"/>
                  </a:cubicBezTo>
                  <a:lnTo>
                    <a:pt x="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5"/>
            <p:cNvSpPr/>
            <p:nvPr/>
          </p:nvSpPr>
          <p:spPr>
            <a:xfrm>
              <a:off x="3854050" y="4253025"/>
              <a:ext cx="6475" cy="5775"/>
            </a:xfrm>
            <a:custGeom>
              <a:rect b="b" l="l" r="r" t="t"/>
              <a:pathLst>
                <a:path extrusionOk="0" h="231" w="259">
                  <a:moveTo>
                    <a:pt x="36" y="1"/>
                  </a:moveTo>
                  <a:lnTo>
                    <a:pt x="0" y="43"/>
                  </a:lnTo>
                  <a:lnTo>
                    <a:pt x="224" y="231"/>
                  </a:lnTo>
                  <a:lnTo>
                    <a:pt x="258" y="188"/>
                  </a:lnTo>
                  <a:lnTo>
                    <a:pt x="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5"/>
            <p:cNvSpPr/>
            <p:nvPr/>
          </p:nvSpPr>
          <p:spPr>
            <a:xfrm>
              <a:off x="4222125" y="4371125"/>
              <a:ext cx="7425" cy="2000"/>
            </a:xfrm>
            <a:custGeom>
              <a:rect b="b" l="l" r="r" t="t"/>
              <a:pathLst>
                <a:path extrusionOk="0" h="80" w="297">
                  <a:moveTo>
                    <a:pt x="292" y="0"/>
                  </a:moveTo>
                  <a:lnTo>
                    <a:pt x="1" y="26"/>
                  </a:lnTo>
                  <a:cubicBezTo>
                    <a:pt x="4" y="44"/>
                    <a:pt x="5" y="62"/>
                    <a:pt x="6" y="80"/>
                  </a:cubicBezTo>
                  <a:lnTo>
                    <a:pt x="297" y="54"/>
                  </a:lnTo>
                  <a:lnTo>
                    <a:pt x="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5"/>
            <p:cNvSpPr/>
            <p:nvPr/>
          </p:nvSpPr>
          <p:spPr>
            <a:xfrm>
              <a:off x="3811800" y="4334625"/>
              <a:ext cx="7375" cy="3200"/>
            </a:xfrm>
            <a:custGeom>
              <a:rect b="b" l="l" r="r" t="t"/>
              <a:pathLst>
                <a:path extrusionOk="0" h="128" w="295">
                  <a:moveTo>
                    <a:pt x="14" y="0"/>
                  </a:moveTo>
                  <a:lnTo>
                    <a:pt x="0" y="53"/>
                  </a:lnTo>
                  <a:lnTo>
                    <a:pt x="280" y="127"/>
                  </a:lnTo>
                  <a:cubicBezTo>
                    <a:pt x="285" y="110"/>
                    <a:pt x="289" y="93"/>
                    <a:pt x="295" y="75"/>
                  </a:cubicBezTo>
                  <a:lnTo>
                    <a:pt x="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5"/>
            <p:cNvSpPr/>
            <p:nvPr/>
          </p:nvSpPr>
          <p:spPr>
            <a:xfrm>
              <a:off x="3998300" y="4178300"/>
              <a:ext cx="2000" cy="7400"/>
            </a:xfrm>
            <a:custGeom>
              <a:rect b="b" l="l" r="r" t="t"/>
              <a:pathLst>
                <a:path extrusionOk="0" h="296" w="80">
                  <a:moveTo>
                    <a:pt x="54" y="1"/>
                  </a:moveTo>
                  <a:lnTo>
                    <a:pt x="0" y="6"/>
                  </a:lnTo>
                  <a:lnTo>
                    <a:pt x="26" y="296"/>
                  </a:lnTo>
                  <a:cubicBezTo>
                    <a:pt x="42" y="295"/>
                    <a:pt x="60" y="292"/>
                    <a:pt x="80" y="291"/>
                  </a:cubicBezTo>
                  <a:lnTo>
                    <a:pt x="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5"/>
            <p:cNvSpPr/>
            <p:nvPr/>
          </p:nvSpPr>
          <p:spPr>
            <a:xfrm>
              <a:off x="3842800" y="4267725"/>
              <a:ext cx="6750" cy="5325"/>
            </a:xfrm>
            <a:custGeom>
              <a:rect b="b" l="l" r="r" t="t"/>
              <a:pathLst>
                <a:path extrusionOk="0" h="213" w="270">
                  <a:moveTo>
                    <a:pt x="33" y="1"/>
                  </a:moveTo>
                  <a:lnTo>
                    <a:pt x="1" y="46"/>
                  </a:lnTo>
                  <a:lnTo>
                    <a:pt x="239" y="212"/>
                  </a:lnTo>
                  <a:cubicBezTo>
                    <a:pt x="249" y="197"/>
                    <a:pt x="260" y="182"/>
                    <a:pt x="270" y="167"/>
                  </a:cubicBezTo>
                  <a:lnTo>
                    <a:pt x="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5"/>
            <p:cNvSpPr/>
            <p:nvPr/>
          </p:nvSpPr>
          <p:spPr>
            <a:xfrm>
              <a:off x="3832875" y="4283350"/>
              <a:ext cx="6975" cy="4800"/>
            </a:xfrm>
            <a:custGeom>
              <a:rect b="b" l="l" r="r" t="t"/>
              <a:pathLst>
                <a:path extrusionOk="0" h="192" w="279">
                  <a:moveTo>
                    <a:pt x="27" y="0"/>
                  </a:moveTo>
                  <a:lnTo>
                    <a:pt x="0" y="48"/>
                  </a:lnTo>
                  <a:lnTo>
                    <a:pt x="251" y="192"/>
                  </a:lnTo>
                  <a:cubicBezTo>
                    <a:pt x="259" y="177"/>
                    <a:pt x="269" y="161"/>
                    <a:pt x="279" y="145"/>
                  </a:cubicBez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5"/>
            <p:cNvSpPr/>
            <p:nvPr/>
          </p:nvSpPr>
          <p:spPr>
            <a:xfrm>
              <a:off x="3805475" y="4371125"/>
              <a:ext cx="7400" cy="2000"/>
            </a:xfrm>
            <a:custGeom>
              <a:rect b="b" l="l" r="r" t="t"/>
              <a:pathLst>
                <a:path extrusionOk="0" h="80" w="296">
                  <a:moveTo>
                    <a:pt x="6" y="0"/>
                  </a:moveTo>
                  <a:lnTo>
                    <a:pt x="1" y="54"/>
                  </a:lnTo>
                  <a:lnTo>
                    <a:pt x="291" y="80"/>
                  </a:lnTo>
                  <a:cubicBezTo>
                    <a:pt x="292" y="62"/>
                    <a:pt x="295" y="44"/>
                    <a:pt x="296" y="26"/>
                  </a:cubicBezTo>
                  <a:lnTo>
                    <a:pt x="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5"/>
            <p:cNvSpPr/>
            <p:nvPr/>
          </p:nvSpPr>
          <p:spPr>
            <a:xfrm>
              <a:off x="4185450" y="4267725"/>
              <a:ext cx="6750" cy="5325"/>
            </a:xfrm>
            <a:custGeom>
              <a:rect b="b" l="l" r="r" t="t"/>
              <a:pathLst>
                <a:path extrusionOk="0" h="213" w="270">
                  <a:moveTo>
                    <a:pt x="239" y="1"/>
                  </a:moveTo>
                  <a:lnTo>
                    <a:pt x="1" y="167"/>
                  </a:lnTo>
                  <a:cubicBezTo>
                    <a:pt x="11" y="182"/>
                    <a:pt x="21" y="197"/>
                    <a:pt x="31" y="212"/>
                  </a:cubicBezTo>
                  <a:lnTo>
                    <a:pt x="270" y="46"/>
                  </a:lnTo>
                  <a:lnTo>
                    <a:pt x="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5"/>
            <p:cNvSpPr/>
            <p:nvPr/>
          </p:nvSpPr>
          <p:spPr>
            <a:xfrm>
              <a:off x="4203500" y="4299800"/>
              <a:ext cx="7150" cy="4325"/>
            </a:xfrm>
            <a:custGeom>
              <a:rect b="b" l="l" r="r" t="t"/>
              <a:pathLst>
                <a:path extrusionOk="0" h="173" w="286">
                  <a:moveTo>
                    <a:pt x="263" y="0"/>
                  </a:moveTo>
                  <a:lnTo>
                    <a:pt x="1" y="122"/>
                  </a:lnTo>
                  <a:lnTo>
                    <a:pt x="23" y="173"/>
                  </a:lnTo>
                  <a:lnTo>
                    <a:pt x="286" y="50"/>
                  </a:lnTo>
                  <a:lnTo>
                    <a:pt x="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5"/>
            <p:cNvSpPr/>
            <p:nvPr/>
          </p:nvSpPr>
          <p:spPr>
            <a:xfrm>
              <a:off x="4174500" y="4253025"/>
              <a:ext cx="6450" cy="5775"/>
            </a:xfrm>
            <a:custGeom>
              <a:rect b="b" l="l" r="r" t="t"/>
              <a:pathLst>
                <a:path extrusionOk="0" h="231" w="258">
                  <a:moveTo>
                    <a:pt x="223" y="1"/>
                  </a:moveTo>
                  <a:lnTo>
                    <a:pt x="0" y="188"/>
                  </a:lnTo>
                  <a:lnTo>
                    <a:pt x="35" y="231"/>
                  </a:lnTo>
                  <a:lnTo>
                    <a:pt x="258" y="43"/>
                  </a:lnTo>
                  <a:lnTo>
                    <a:pt x="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5"/>
            <p:cNvSpPr/>
            <p:nvPr/>
          </p:nvSpPr>
          <p:spPr>
            <a:xfrm>
              <a:off x="4195125" y="4283350"/>
              <a:ext cx="6975" cy="4800"/>
            </a:xfrm>
            <a:custGeom>
              <a:rect b="b" l="l" r="r" t="t"/>
              <a:pathLst>
                <a:path extrusionOk="0" h="192" w="279">
                  <a:moveTo>
                    <a:pt x="252" y="0"/>
                  </a:moveTo>
                  <a:lnTo>
                    <a:pt x="0" y="145"/>
                  </a:lnTo>
                  <a:cubicBezTo>
                    <a:pt x="10" y="160"/>
                    <a:pt x="20" y="175"/>
                    <a:pt x="28" y="192"/>
                  </a:cubicBezTo>
                  <a:lnTo>
                    <a:pt x="279" y="48"/>
                  </a:lnTo>
                  <a:lnTo>
                    <a:pt x="2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5"/>
            <p:cNvSpPr/>
            <p:nvPr/>
          </p:nvSpPr>
          <p:spPr>
            <a:xfrm>
              <a:off x="4219775" y="4352700"/>
              <a:ext cx="7375" cy="2625"/>
            </a:xfrm>
            <a:custGeom>
              <a:rect b="b" l="l" r="r" t="t"/>
              <a:pathLst>
                <a:path extrusionOk="0" h="105" w="295">
                  <a:moveTo>
                    <a:pt x="286" y="0"/>
                  </a:moveTo>
                  <a:lnTo>
                    <a:pt x="1" y="51"/>
                  </a:lnTo>
                  <a:cubicBezTo>
                    <a:pt x="5" y="69"/>
                    <a:pt x="7" y="87"/>
                    <a:pt x="10" y="105"/>
                  </a:cubicBezTo>
                  <a:lnTo>
                    <a:pt x="295" y="54"/>
                  </a:lnTo>
                  <a:lnTo>
                    <a:pt x="2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5"/>
            <p:cNvSpPr/>
            <p:nvPr/>
          </p:nvSpPr>
          <p:spPr>
            <a:xfrm>
              <a:off x="4215825" y="4334625"/>
              <a:ext cx="7400" cy="3200"/>
            </a:xfrm>
            <a:custGeom>
              <a:rect b="b" l="l" r="r" t="t"/>
              <a:pathLst>
                <a:path extrusionOk="0" h="128" w="296">
                  <a:moveTo>
                    <a:pt x="282" y="0"/>
                  </a:moveTo>
                  <a:lnTo>
                    <a:pt x="1" y="75"/>
                  </a:lnTo>
                  <a:cubicBezTo>
                    <a:pt x="7" y="93"/>
                    <a:pt x="12" y="110"/>
                    <a:pt x="15" y="127"/>
                  </a:cubicBezTo>
                  <a:lnTo>
                    <a:pt x="296" y="53"/>
                  </a:lnTo>
                  <a:lnTo>
                    <a:pt x="2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5"/>
            <p:cNvSpPr/>
            <p:nvPr/>
          </p:nvSpPr>
          <p:spPr>
            <a:xfrm>
              <a:off x="4210400" y="4316900"/>
              <a:ext cx="7300" cy="3825"/>
            </a:xfrm>
            <a:custGeom>
              <a:rect b="b" l="l" r="r" t="t"/>
              <a:pathLst>
                <a:path extrusionOk="0" h="153" w="292">
                  <a:moveTo>
                    <a:pt x="272" y="0"/>
                  </a:moveTo>
                  <a:lnTo>
                    <a:pt x="0" y="100"/>
                  </a:lnTo>
                  <a:cubicBezTo>
                    <a:pt x="7" y="117"/>
                    <a:pt x="14" y="135"/>
                    <a:pt x="20" y="152"/>
                  </a:cubicBezTo>
                  <a:lnTo>
                    <a:pt x="291" y="52"/>
                  </a:lnTo>
                  <a:lnTo>
                    <a:pt x="2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5"/>
            <p:cNvSpPr/>
            <p:nvPr/>
          </p:nvSpPr>
          <p:spPr>
            <a:xfrm>
              <a:off x="4052500" y="4180675"/>
              <a:ext cx="2650" cy="7375"/>
            </a:xfrm>
            <a:custGeom>
              <a:rect b="b" l="l" r="r" t="t"/>
              <a:pathLst>
                <a:path extrusionOk="0" h="295" w="106">
                  <a:moveTo>
                    <a:pt x="51" y="1"/>
                  </a:moveTo>
                  <a:lnTo>
                    <a:pt x="1" y="285"/>
                  </a:lnTo>
                  <a:cubicBezTo>
                    <a:pt x="19" y="289"/>
                    <a:pt x="37" y="291"/>
                    <a:pt x="56" y="295"/>
                  </a:cubicBezTo>
                  <a:lnTo>
                    <a:pt x="105" y="10"/>
                  </a:lnTo>
                  <a:lnTo>
                    <a:pt x="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5"/>
            <p:cNvSpPr/>
            <p:nvPr/>
          </p:nvSpPr>
          <p:spPr>
            <a:xfrm>
              <a:off x="4070025" y="4184625"/>
              <a:ext cx="3225" cy="7375"/>
            </a:xfrm>
            <a:custGeom>
              <a:rect b="b" l="l" r="r" t="t"/>
              <a:pathLst>
                <a:path extrusionOk="0" h="295" w="129">
                  <a:moveTo>
                    <a:pt x="75" y="1"/>
                  </a:moveTo>
                  <a:lnTo>
                    <a:pt x="0" y="280"/>
                  </a:lnTo>
                  <a:cubicBezTo>
                    <a:pt x="18" y="285"/>
                    <a:pt x="35" y="289"/>
                    <a:pt x="53" y="295"/>
                  </a:cubicBezTo>
                  <a:lnTo>
                    <a:pt x="128" y="14"/>
                  </a:lnTo>
                  <a:lnTo>
                    <a:pt x="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5"/>
            <p:cNvSpPr/>
            <p:nvPr/>
          </p:nvSpPr>
          <p:spPr>
            <a:xfrm>
              <a:off x="4149050" y="4226875"/>
              <a:ext cx="5750" cy="6475"/>
            </a:xfrm>
            <a:custGeom>
              <a:rect b="b" l="l" r="r" t="t"/>
              <a:pathLst>
                <a:path extrusionOk="0" h="259" w="230">
                  <a:moveTo>
                    <a:pt x="187" y="1"/>
                  </a:moveTo>
                  <a:lnTo>
                    <a:pt x="1" y="224"/>
                  </a:lnTo>
                  <a:lnTo>
                    <a:pt x="43" y="259"/>
                  </a:lnTo>
                  <a:lnTo>
                    <a:pt x="230" y="36"/>
                  </a:lnTo>
                  <a:lnTo>
                    <a:pt x="1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5"/>
            <p:cNvSpPr/>
            <p:nvPr/>
          </p:nvSpPr>
          <p:spPr>
            <a:xfrm>
              <a:off x="4034700" y="4178300"/>
              <a:ext cx="2050" cy="7400"/>
            </a:xfrm>
            <a:custGeom>
              <a:rect b="b" l="l" r="r" t="t"/>
              <a:pathLst>
                <a:path extrusionOk="0" h="296" w="82">
                  <a:moveTo>
                    <a:pt x="27" y="1"/>
                  </a:moveTo>
                  <a:lnTo>
                    <a:pt x="1" y="291"/>
                  </a:lnTo>
                  <a:cubicBezTo>
                    <a:pt x="19" y="292"/>
                    <a:pt x="37" y="295"/>
                    <a:pt x="56" y="296"/>
                  </a:cubicBezTo>
                  <a:lnTo>
                    <a:pt x="81" y="6"/>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5"/>
            <p:cNvSpPr/>
            <p:nvPr/>
          </p:nvSpPr>
          <p:spPr>
            <a:xfrm>
              <a:off x="4087150" y="4190125"/>
              <a:ext cx="3800" cy="7300"/>
            </a:xfrm>
            <a:custGeom>
              <a:rect b="b" l="l" r="r" t="t"/>
              <a:pathLst>
                <a:path extrusionOk="0" h="292" w="152">
                  <a:moveTo>
                    <a:pt x="100" y="0"/>
                  </a:moveTo>
                  <a:lnTo>
                    <a:pt x="0" y="273"/>
                  </a:lnTo>
                  <a:cubicBezTo>
                    <a:pt x="17" y="279"/>
                    <a:pt x="35" y="284"/>
                    <a:pt x="52" y="291"/>
                  </a:cubicBezTo>
                  <a:lnTo>
                    <a:pt x="151" y="20"/>
                  </a:lnTo>
                  <a:lnTo>
                    <a:pt x="1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5"/>
            <p:cNvSpPr/>
            <p:nvPr/>
          </p:nvSpPr>
          <p:spPr>
            <a:xfrm>
              <a:off x="4134800" y="4215650"/>
              <a:ext cx="5300" cy="6750"/>
            </a:xfrm>
            <a:custGeom>
              <a:rect b="b" l="l" r="r" t="t"/>
              <a:pathLst>
                <a:path extrusionOk="0" h="270" w="212">
                  <a:moveTo>
                    <a:pt x="166" y="1"/>
                  </a:moveTo>
                  <a:lnTo>
                    <a:pt x="0" y="238"/>
                  </a:lnTo>
                  <a:cubicBezTo>
                    <a:pt x="16" y="248"/>
                    <a:pt x="30" y="259"/>
                    <a:pt x="46" y="269"/>
                  </a:cubicBezTo>
                  <a:lnTo>
                    <a:pt x="212" y="32"/>
                  </a:lnTo>
                  <a:lnTo>
                    <a:pt x="1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5"/>
            <p:cNvSpPr/>
            <p:nvPr/>
          </p:nvSpPr>
          <p:spPr>
            <a:xfrm>
              <a:off x="4103725" y="4197225"/>
              <a:ext cx="4375" cy="7150"/>
            </a:xfrm>
            <a:custGeom>
              <a:rect b="b" l="l" r="r" t="t"/>
              <a:pathLst>
                <a:path extrusionOk="0" h="286" w="175">
                  <a:moveTo>
                    <a:pt x="124" y="0"/>
                  </a:moveTo>
                  <a:lnTo>
                    <a:pt x="1" y="262"/>
                  </a:lnTo>
                  <a:lnTo>
                    <a:pt x="51" y="286"/>
                  </a:lnTo>
                  <a:lnTo>
                    <a:pt x="174" y="24"/>
                  </a:lnTo>
                  <a:lnTo>
                    <a:pt x="1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5"/>
            <p:cNvSpPr/>
            <p:nvPr/>
          </p:nvSpPr>
          <p:spPr>
            <a:xfrm>
              <a:off x="4119675" y="4205725"/>
              <a:ext cx="4825" cy="7000"/>
            </a:xfrm>
            <a:custGeom>
              <a:rect b="b" l="l" r="r" t="t"/>
              <a:pathLst>
                <a:path extrusionOk="0" h="280" w="193">
                  <a:moveTo>
                    <a:pt x="145" y="1"/>
                  </a:moveTo>
                  <a:lnTo>
                    <a:pt x="1" y="251"/>
                  </a:lnTo>
                  <a:cubicBezTo>
                    <a:pt x="16" y="261"/>
                    <a:pt x="31" y="269"/>
                    <a:pt x="48" y="279"/>
                  </a:cubicBezTo>
                  <a:lnTo>
                    <a:pt x="192" y="28"/>
                  </a:lnTo>
                  <a:lnTo>
                    <a:pt x="1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5"/>
            <p:cNvSpPr/>
            <p:nvPr/>
          </p:nvSpPr>
          <p:spPr>
            <a:xfrm>
              <a:off x="3944075" y="4190175"/>
              <a:ext cx="3800" cy="7250"/>
            </a:xfrm>
            <a:custGeom>
              <a:rect b="b" l="l" r="r" t="t"/>
              <a:pathLst>
                <a:path extrusionOk="0" h="290" w="152">
                  <a:moveTo>
                    <a:pt x="52" y="0"/>
                  </a:moveTo>
                  <a:lnTo>
                    <a:pt x="0" y="18"/>
                  </a:lnTo>
                  <a:lnTo>
                    <a:pt x="100" y="289"/>
                  </a:lnTo>
                  <a:cubicBezTo>
                    <a:pt x="117" y="282"/>
                    <a:pt x="134" y="276"/>
                    <a:pt x="152" y="271"/>
                  </a:cubicBezTo>
                  <a:lnTo>
                    <a:pt x="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5"/>
            <p:cNvSpPr/>
            <p:nvPr/>
          </p:nvSpPr>
          <p:spPr>
            <a:xfrm>
              <a:off x="4149050" y="4547325"/>
              <a:ext cx="5750" cy="6475"/>
            </a:xfrm>
            <a:custGeom>
              <a:rect b="b" l="l" r="r" t="t"/>
              <a:pathLst>
                <a:path extrusionOk="0" h="259" w="230">
                  <a:moveTo>
                    <a:pt x="43" y="0"/>
                  </a:moveTo>
                  <a:lnTo>
                    <a:pt x="1" y="35"/>
                  </a:lnTo>
                  <a:lnTo>
                    <a:pt x="187" y="258"/>
                  </a:lnTo>
                  <a:lnTo>
                    <a:pt x="230" y="223"/>
                  </a:lnTo>
                  <a:lnTo>
                    <a:pt x="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5"/>
            <p:cNvSpPr/>
            <p:nvPr/>
          </p:nvSpPr>
          <p:spPr>
            <a:xfrm>
              <a:off x="4174500" y="4521900"/>
              <a:ext cx="6450" cy="5750"/>
            </a:xfrm>
            <a:custGeom>
              <a:rect b="b" l="l" r="r" t="t"/>
              <a:pathLst>
                <a:path extrusionOk="0" h="230" w="258">
                  <a:moveTo>
                    <a:pt x="35" y="1"/>
                  </a:moveTo>
                  <a:lnTo>
                    <a:pt x="0" y="43"/>
                  </a:lnTo>
                  <a:lnTo>
                    <a:pt x="223" y="230"/>
                  </a:lnTo>
                  <a:lnTo>
                    <a:pt x="258" y="188"/>
                  </a:lnTo>
                  <a:lnTo>
                    <a:pt x="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5"/>
            <p:cNvSpPr/>
            <p:nvPr/>
          </p:nvSpPr>
          <p:spPr>
            <a:xfrm>
              <a:off x="4119675" y="4567975"/>
              <a:ext cx="4825" cy="7000"/>
            </a:xfrm>
            <a:custGeom>
              <a:rect b="b" l="l" r="r" t="t"/>
              <a:pathLst>
                <a:path extrusionOk="0" h="280" w="193">
                  <a:moveTo>
                    <a:pt x="48" y="1"/>
                  </a:moveTo>
                  <a:cubicBezTo>
                    <a:pt x="33" y="10"/>
                    <a:pt x="17" y="20"/>
                    <a:pt x="1" y="29"/>
                  </a:cubicBezTo>
                  <a:lnTo>
                    <a:pt x="145" y="279"/>
                  </a:lnTo>
                  <a:lnTo>
                    <a:pt x="192" y="252"/>
                  </a:lnTo>
                  <a:lnTo>
                    <a:pt x="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5"/>
            <p:cNvSpPr/>
            <p:nvPr/>
          </p:nvSpPr>
          <p:spPr>
            <a:xfrm>
              <a:off x="4134800" y="4558300"/>
              <a:ext cx="5300" cy="6750"/>
            </a:xfrm>
            <a:custGeom>
              <a:rect b="b" l="l" r="r" t="t"/>
              <a:pathLst>
                <a:path extrusionOk="0" h="270" w="212">
                  <a:moveTo>
                    <a:pt x="46" y="1"/>
                  </a:moveTo>
                  <a:cubicBezTo>
                    <a:pt x="30" y="11"/>
                    <a:pt x="16" y="21"/>
                    <a:pt x="0" y="32"/>
                  </a:cubicBezTo>
                  <a:lnTo>
                    <a:pt x="166" y="270"/>
                  </a:lnTo>
                  <a:lnTo>
                    <a:pt x="212" y="238"/>
                  </a:lnTo>
                  <a:lnTo>
                    <a:pt x="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5"/>
            <p:cNvSpPr/>
            <p:nvPr/>
          </p:nvSpPr>
          <p:spPr>
            <a:xfrm>
              <a:off x="4052500" y="4592600"/>
              <a:ext cx="2650" cy="7375"/>
            </a:xfrm>
            <a:custGeom>
              <a:rect b="b" l="l" r="r" t="t"/>
              <a:pathLst>
                <a:path extrusionOk="0" h="295" w="106">
                  <a:moveTo>
                    <a:pt x="56" y="1"/>
                  </a:moveTo>
                  <a:cubicBezTo>
                    <a:pt x="37" y="4"/>
                    <a:pt x="19" y="7"/>
                    <a:pt x="1" y="10"/>
                  </a:cubicBezTo>
                  <a:lnTo>
                    <a:pt x="51" y="295"/>
                  </a:lnTo>
                  <a:lnTo>
                    <a:pt x="105" y="286"/>
                  </a:ln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5"/>
            <p:cNvSpPr/>
            <p:nvPr/>
          </p:nvSpPr>
          <p:spPr>
            <a:xfrm>
              <a:off x="4103700" y="4576325"/>
              <a:ext cx="4375" cy="7150"/>
            </a:xfrm>
            <a:custGeom>
              <a:rect b="b" l="l" r="r" t="t"/>
              <a:pathLst>
                <a:path extrusionOk="0" h="286" w="175">
                  <a:moveTo>
                    <a:pt x="51" y="1"/>
                  </a:moveTo>
                  <a:lnTo>
                    <a:pt x="1" y="24"/>
                  </a:lnTo>
                  <a:lnTo>
                    <a:pt x="124" y="286"/>
                  </a:lnTo>
                  <a:lnTo>
                    <a:pt x="174" y="263"/>
                  </a:lnTo>
                  <a:lnTo>
                    <a:pt x="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5"/>
            <p:cNvSpPr/>
            <p:nvPr/>
          </p:nvSpPr>
          <p:spPr>
            <a:xfrm>
              <a:off x="4034700" y="4595000"/>
              <a:ext cx="2050" cy="7400"/>
            </a:xfrm>
            <a:custGeom>
              <a:rect b="b" l="l" r="r" t="t"/>
              <a:pathLst>
                <a:path extrusionOk="0" h="296" w="82">
                  <a:moveTo>
                    <a:pt x="56" y="1"/>
                  </a:moveTo>
                  <a:cubicBezTo>
                    <a:pt x="37" y="2"/>
                    <a:pt x="19" y="3"/>
                    <a:pt x="1" y="6"/>
                  </a:cubicBezTo>
                  <a:lnTo>
                    <a:pt x="27" y="296"/>
                  </a:lnTo>
                  <a:lnTo>
                    <a:pt x="81" y="291"/>
                  </a:ln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5"/>
            <p:cNvSpPr/>
            <p:nvPr/>
          </p:nvSpPr>
          <p:spPr>
            <a:xfrm>
              <a:off x="4087150" y="4583275"/>
              <a:ext cx="3800" cy="7250"/>
            </a:xfrm>
            <a:custGeom>
              <a:rect b="b" l="l" r="r" t="t"/>
              <a:pathLst>
                <a:path extrusionOk="0" h="290" w="152">
                  <a:moveTo>
                    <a:pt x="52" y="0"/>
                  </a:moveTo>
                  <a:cubicBezTo>
                    <a:pt x="35" y="7"/>
                    <a:pt x="17" y="13"/>
                    <a:pt x="0" y="18"/>
                  </a:cubicBezTo>
                  <a:lnTo>
                    <a:pt x="100" y="289"/>
                  </a:lnTo>
                  <a:lnTo>
                    <a:pt x="151" y="271"/>
                  </a:lnTo>
                  <a:lnTo>
                    <a:pt x="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5"/>
            <p:cNvSpPr/>
            <p:nvPr/>
          </p:nvSpPr>
          <p:spPr>
            <a:xfrm>
              <a:off x="4070025" y="4588700"/>
              <a:ext cx="3225" cy="7375"/>
            </a:xfrm>
            <a:custGeom>
              <a:rect b="b" l="l" r="r" t="t"/>
              <a:pathLst>
                <a:path extrusionOk="0" h="295" w="129">
                  <a:moveTo>
                    <a:pt x="53" y="0"/>
                  </a:moveTo>
                  <a:cubicBezTo>
                    <a:pt x="35" y="5"/>
                    <a:pt x="18" y="10"/>
                    <a:pt x="0" y="13"/>
                  </a:cubicBezTo>
                  <a:lnTo>
                    <a:pt x="75" y="294"/>
                  </a:lnTo>
                  <a:lnTo>
                    <a:pt x="128" y="280"/>
                  </a:lnTo>
                  <a:lnTo>
                    <a:pt x="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5"/>
            <p:cNvSpPr/>
            <p:nvPr/>
          </p:nvSpPr>
          <p:spPr>
            <a:xfrm>
              <a:off x="4222125" y="4407550"/>
              <a:ext cx="7425" cy="2025"/>
            </a:xfrm>
            <a:custGeom>
              <a:rect b="b" l="l" r="r" t="t"/>
              <a:pathLst>
                <a:path extrusionOk="0" h="81" w="297">
                  <a:moveTo>
                    <a:pt x="6" y="0"/>
                  </a:moveTo>
                  <a:cubicBezTo>
                    <a:pt x="5" y="19"/>
                    <a:pt x="3" y="36"/>
                    <a:pt x="1" y="55"/>
                  </a:cubicBezTo>
                  <a:lnTo>
                    <a:pt x="292" y="80"/>
                  </a:lnTo>
                  <a:lnTo>
                    <a:pt x="297" y="26"/>
                  </a:lnTo>
                  <a:lnTo>
                    <a:pt x="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5"/>
            <p:cNvSpPr/>
            <p:nvPr/>
          </p:nvSpPr>
          <p:spPr>
            <a:xfrm>
              <a:off x="4215825" y="4442875"/>
              <a:ext cx="7400" cy="3225"/>
            </a:xfrm>
            <a:custGeom>
              <a:rect b="b" l="l" r="r" t="t"/>
              <a:pathLst>
                <a:path extrusionOk="0" h="129" w="296">
                  <a:moveTo>
                    <a:pt x="15" y="1"/>
                  </a:moveTo>
                  <a:cubicBezTo>
                    <a:pt x="10" y="19"/>
                    <a:pt x="6" y="36"/>
                    <a:pt x="1" y="53"/>
                  </a:cubicBezTo>
                  <a:lnTo>
                    <a:pt x="282" y="128"/>
                  </a:lnTo>
                  <a:lnTo>
                    <a:pt x="296" y="76"/>
                  </a:lnTo>
                  <a:lnTo>
                    <a:pt x="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5"/>
            <p:cNvSpPr/>
            <p:nvPr/>
          </p:nvSpPr>
          <p:spPr>
            <a:xfrm>
              <a:off x="4219775" y="4425325"/>
              <a:ext cx="7375" cy="2650"/>
            </a:xfrm>
            <a:custGeom>
              <a:rect b="b" l="l" r="r" t="t"/>
              <a:pathLst>
                <a:path extrusionOk="0" h="106" w="295">
                  <a:moveTo>
                    <a:pt x="10" y="1"/>
                  </a:moveTo>
                  <a:cubicBezTo>
                    <a:pt x="7" y="19"/>
                    <a:pt x="5" y="37"/>
                    <a:pt x="1" y="56"/>
                  </a:cubicBezTo>
                  <a:lnTo>
                    <a:pt x="286" y="105"/>
                  </a:lnTo>
                  <a:lnTo>
                    <a:pt x="295" y="51"/>
                  </a:lnTo>
                  <a:lnTo>
                    <a:pt x="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5"/>
            <p:cNvSpPr/>
            <p:nvPr/>
          </p:nvSpPr>
          <p:spPr>
            <a:xfrm>
              <a:off x="4210450" y="4459975"/>
              <a:ext cx="7250" cy="3800"/>
            </a:xfrm>
            <a:custGeom>
              <a:rect b="b" l="l" r="r" t="t"/>
              <a:pathLst>
                <a:path extrusionOk="0" h="152" w="290">
                  <a:moveTo>
                    <a:pt x="18" y="1"/>
                  </a:moveTo>
                  <a:cubicBezTo>
                    <a:pt x="12" y="17"/>
                    <a:pt x="6" y="35"/>
                    <a:pt x="0" y="52"/>
                  </a:cubicBezTo>
                  <a:lnTo>
                    <a:pt x="271" y="151"/>
                  </a:lnTo>
                  <a:lnTo>
                    <a:pt x="289" y="100"/>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5"/>
            <p:cNvSpPr/>
            <p:nvPr/>
          </p:nvSpPr>
          <p:spPr>
            <a:xfrm>
              <a:off x="4195150" y="4492500"/>
              <a:ext cx="7000" cy="4825"/>
            </a:xfrm>
            <a:custGeom>
              <a:rect b="b" l="l" r="r" t="t"/>
              <a:pathLst>
                <a:path extrusionOk="0" h="193" w="280">
                  <a:moveTo>
                    <a:pt x="29" y="1"/>
                  </a:moveTo>
                  <a:cubicBezTo>
                    <a:pt x="20" y="16"/>
                    <a:pt x="11" y="32"/>
                    <a:pt x="0" y="48"/>
                  </a:cubicBezTo>
                  <a:lnTo>
                    <a:pt x="252" y="193"/>
                  </a:lnTo>
                  <a:lnTo>
                    <a:pt x="279" y="145"/>
                  </a:lnTo>
                  <a:lnTo>
                    <a:pt x="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5"/>
            <p:cNvSpPr/>
            <p:nvPr/>
          </p:nvSpPr>
          <p:spPr>
            <a:xfrm>
              <a:off x="4203500" y="4476550"/>
              <a:ext cx="7150" cy="4375"/>
            </a:xfrm>
            <a:custGeom>
              <a:rect b="b" l="l" r="r" t="t"/>
              <a:pathLst>
                <a:path extrusionOk="0" h="175" w="286">
                  <a:moveTo>
                    <a:pt x="23" y="1"/>
                  </a:moveTo>
                  <a:lnTo>
                    <a:pt x="1" y="52"/>
                  </a:lnTo>
                  <a:lnTo>
                    <a:pt x="263" y="174"/>
                  </a:lnTo>
                  <a:lnTo>
                    <a:pt x="286" y="124"/>
                  </a:lnTo>
                  <a:lnTo>
                    <a:pt x="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5"/>
            <p:cNvSpPr/>
            <p:nvPr/>
          </p:nvSpPr>
          <p:spPr>
            <a:xfrm>
              <a:off x="4185450" y="4507650"/>
              <a:ext cx="6750" cy="5300"/>
            </a:xfrm>
            <a:custGeom>
              <a:rect b="b" l="l" r="r" t="t"/>
              <a:pathLst>
                <a:path extrusionOk="0" h="212" w="270">
                  <a:moveTo>
                    <a:pt x="31" y="0"/>
                  </a:moveTo>
                  <a:cubicBezTo>
                    <a:pt x="21" y="16"/>
                    <a:pt x="11" y="30"/>
                    <a:pt x="1" y="46"/>
                  </a:cubicBezTo>
                  <a:lnTo>
                    <a:pt x="238" y="212"/>
                  </a:lnTo>
                  <a:lnTo>
                    <a:pt x="270" y="167"/>
                  </a:lnTo>
                  <a:lnTo>
                    <a:pt x="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5"/>
            <p:cNvSpPr/>
            <p:nvPr/>
          </p:nvSpPr>
          <p:spPr>
            <a:xfrm>
              <a:off x="3979875" y="4592625"/>
              <a:ext cx="2625" cy="7375"/>
            </a:xfrm>
            <a:custGeom>
              <a:rect b="b" l="l" r="r" t="t"/>
              <a:pathLst>
                <a:path extrusionOk="0" h="295" w="105">
                  <a:moveTo>
                    <a:pt x="51" y="1"/>
                  </a:moveTo>
                  <a:lnTo>
                    <a:pt x="0" y="287"/>
                  </a:lnTo>
                  <a:lnTo>
                    <a:pt x="54" y="295"/>
                  </a:lnTo>
                  <a:lnTo>
                    <a:pt x="105" y="10"/>
                  </a:lnTo>
                  <a:cubicBezTo>
                    <a:pt x="87" y="8"/>
                    <a:pt x="69" y="5"/>
                    <a:pt x="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5"/>
            <p:cNvSpPr/>
            <p:nvPr/>
          </p:nvSpPr>
          <p:spPr>
            <a:xfrm>
              <a:off x="3824350" y="4476550"/>
              <a:ext cx="7150" cy="4375"/>
            </a:xfrm>
            <a:custGeom>
              <a:rect b="b" l="l" r="r" t="t"/>
              <a:pathLst>
                <a:path extrusionOk="0" h="175" w="286">
                  <a:moveTo>
                    <a:pt x="263" y="1"/>
                  </a:moveTo>
                  <a:lnTo>
                    <a:pt x="1" y="124"/>
                  </a:lnTo>
                  <a:lnTo>
                    <a:pt x="25" y="174"/>
                  </a:lnTo>
                  <a:lnTo>
                    <a:pt x="286" y="52"/>
                  </a:lnTo>
                  <a:lnTo>
                    <a:pt x="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5"/>
            <p:cNvSpPr/>
            <p:nvPr/>
          </p:nvSpPr>
          <p:spPr>
            <a:xfrm>
              <a:off x="3832900" y="4492500"/>
              <a:ext cx="7000" cy="4825"/>
            </a:xfrm>
            <a:custGeom>
              <a:rect b="b" l="l" r="r" t="t"/>
              <a:pathLst>
                <a:path extrusionOk="0" h="193" w="280">
                  <a:moveTo>
                    <a:pt x="251" y="1"/>
                  </a:moveTo>
                  <a:lnTo>
                    <a:pt x="0" y="145"/>
                  </a:lnTo>
                  <a:lnTo>
                    <a:pt x="28" y="193"/>
                  </a:lnTo>
                  <a:lnTo>
                    <a:pt x="279" y="48"/>
                  </a:lnTo>
                  <a:cubicBezTo>
                    <a:pt x="271" y="33"/>
                    <a:pt x="260" y="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5"/>
            <p:cNvSpPr/>
            <p:nvPr/>
          </p:nvSpPr>
          <p:spPr>
            <a:xfrm>
              <a:off x="3854050" y="4521875"/>
              <a:ext cx="6475" cy="5750"/>
            </a:xfrm>
            <a:custGeom>
              <a:rect b="b" l="l" r="r" t="t"/>
              <a:pathLst>
                <a:path extrusionOk="0" h="230" w="259">
                  <a:moveTo>
                    <a:pt x="224" y="1"/>
                  </a:moveTo>
                  <a:lnTo>
                    <a:pt x="0" y="188"/>
                  </a:lnTo>
                  <a:lnTo>
                    <a:pt x="36" y="230"/>
                  </a:lnTo>
                  <a:lnTo>
                    <a:pt x="258" y="43"/>
                  </a:lnTo>
                  <a:lnTo>
                    <a:pt x="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5"/>
            <p:cNvSpPr/>
            <p:nvPr/>
          </p:nvSpPr>
          <p:spPr>
            <a:xfrm>
              <a:off x="3842800" y="4507650"/>
              <a:ext cx="6750" cy="5300"/>
            </a:xfrm>
            <a:custGeom>
              <a:rect b="b" l="l" r="r" t="t"/>
              <a:pathLst>
                <a:path extrusionOk="0" h="212" w="270">
                  <a:moveTo>
                    <a:pt x="239" y="0"/>
                  </a:moveTo>
                  <a:lnTo>
                    <a:pt x="1" y="167"/>
                  </a:lnTo>
                  <a:lnTo>
                    <a:pt x="32" y="212"/>
                  </a:lnTo>
                  <a:lnTo>
                    <a:pt x="270" y="46"/>
                  </a:lnTo>
                  <a:cubicBezTo>
                    <a:pt x="260" y="30"/>
                    <a:pt x="249" y="16"/>
                    <a:pt x="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5"/>
            <p:cNvSpPr/>
            <p:nvPr/>
          </p:nvSpPr>
          <p:spPr>
            <a:xfrm>
              <a:off x="3807850" y="4425325"/>
              <a:ext cx="7375" cy="2650"/>
            </a:xfrm>
            <a:custGeom>
              <a:rect b="b" l="l" r="r" t="t"/>
              <a:pathLst>
                <a:path extrusionOk="0" h="106" w="295">
                  <a:moveTo>
                    <a:pt x="285" y="1"/>
                  </a:moveTo>
                  <a:lnTo>
                    <a:pt x="1" y="51"/>
                  </a:lnTo>
                  <a:lnTo>
                    <a:pt x="10" y="105"/>
                  </a:lnTo>
                  <a:lnTo>
                    <a:pt x="295" y="56"/>
                  </a:lnTo>
                  <a:cubicBezTo>
                    <a:pt x="291" y="37"/>
                    <a:pt x="288" y="19"/>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5"/>
            <p:cNvSpPr/>
            <p:nvPr/>
          </p:nvSpPr>
          <p:spPr>
            <a:xfrm>
              <a:off x="3811800" y="4442875"/>
              <a:ext cx="7375" cy="3225"/>
            </a:xfrm>
            <a:custGeom>
              <a:rect b="b" l="l" r="r" t="t"/>
              <a:pathLst>
                <a:path extrusionOk="0" h="129" w="295">
                  <a:moveTo>
                    <a:pt x="280" y="1"/>
                  </a:moveTo>
                  <a:lnTo>
                    <a:pt x="0" y="75"/>
                  </a:lnTo>
                  <a:lnTo>
                    <a:pt x="14" y="128"/>
                  </a:lnTo>
                  <a:lnTo>
                    <a:pt x="295" y="53"/>
                  </a:lnTo>
                  <a:cubicBezTo>
                    <a:pt x="289" y="36"/>
                    <a:pt x="284" y="17"/>
                    <a:pt x="2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5"/>
            <p:cNvSpPr/>
            <p:nvPr/>
          </p:nvSpPr>
          <p:spPr>
            <a:xfrm>
              <a:off x="3817350" y="4460000"/>
              <a:ext cx="7275" cy="3800"/>
            </a:xfrm>
            <a:custGeom>
              <a:rect b="b" l="l" r="r" t="t"/>
              <a:pathLst>
                <a:path extrusionOk="0" h="152" w="291">
                  <a:moveTo>
                    <a:pt x="271" y="1"/>
                  </a:moveTo>
                  <a:lnTo>
                    <a:pt x="0" y="100"/>
                  </a:lnTo>
                  <a:lnTo>
                    <a:pt x="19" y="151"/>
                  </a:lnTo>
                  <a:lnTo>
                    <a:pt x="290" y="52"/>
                  </a:lnTo>
                  <a:cubicBezTo>
                    <a:pt x="282" y="36"/>
                    <a:pt x="277" y="17"/>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5"/>
            <p:cNvSpPr/>
            <p:nvPr/>
          </p:nvSpPr>
          <p:spPr>
            <a:xfrm>
              <a:off x="3910525" y="4567975"/>
              <a:ext cx="4800" cy="7000"/>
            </a:xfrm>
            <a:custGeom>
              <a:rect b="b" l="l" r="r" t="t"/>
              <a:pathLst>
                <a:path extrusionOk="0" h="280" w="192">
                  <a:moveTo>
                    <a:pt x="144" y="1"/>
                  </a:moveTo>
                  <a:lnTo>
                    <a:pt x="0" y="252"/>
                  </a:lnTo>
                  <a:lnTo>
                    <a:pt x="47" y="279"/>
                  </a:lnTo>
                  <a:lnTo>
                    <a:pt x="192" y="29"/>
                  </a:lnTo>
                  <a:cubicBezTo>
                    <a:pt x="176" y="20"/>
                    <a:pt x="161" y="1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5"/>
            <p:cNvSpPr/>
            <p:nvPr/>
          </p:nvSpPr>
          <p:spPr>
            <a:xfrm>
              <a:off x="3805475" y="4407575"/>
              <a:ext cx="7400" cy="2025"/>
            </a:xfrm>
            <a:custGeom>
              <a:rect b="b" l="l" r="r" t="t"/>
              <a:pathLst>
                <a:path extrusionOk="0" h="81" w="296">
                  <a:moveTo>
                    <a:pt x="291" y="0"/>
                  </a:moveTo>
                  <a:lnTo>
                    <a:pt x="1" y="26"/>
                  </a:lnTo>
                  <a:lnTo>
                    <a:pt x="6" y="81"/>
                  </a:lnTo>
                  <a:lnTo>
                    <a:pt x="296" y="55"/>
                  </a:lnTo>
                  <a:cubicBezTo>
                    <a:pt x="293" y="36"/>
                    <a:pt x="292" y="19"/>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5"/>
            <p:cNvSpPr/>
            <p:nvPr/>
          </p:nvSpPr>
          <p:spPr>
            <a:xfrm>
              <a:off x="3944050" y="4583275"/>
              <a:ext cx="3775" cy="7275"/>
            </a:xfrm>
            <a:custGeom>
              <a:rect b="b" l="l" r="r" t="t"/>
              <a:pathLst>
                <a:path extrusionOk="0" h="291" w="151">
                  <a:moveTo>
                    <a:pt x="99" y="0"/>
                  </a:moveTo>
                  <a:lnTo>
                    <a:pt x="0" y="271"/>
                  </a:lnTo>
                  <a:lnTo>
                    <a:pt x="52" y="290"/>
                  </a:lnTo>
                  <a:lnTo>
                    <a:pt x="151" y="18"/>
                  </a:lnTo>
                  <a:cubicBezTo>
                    <a:pt x="134" y="12"/>
                    <a:pt x="117" y="7"/>
                    <a:pt x="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5"/>
            <p:cNvSpPr/>
            <p:nvPr/>
          </p:nvSpPr>
          <p:spPr>
            <a:xfrm>
              <a:off x="3961775" y="4588725"/>
              <a:ext cx="3225" cy="7375"/>
            </a:xfrm>
            <a:custGeom>
              <a:rect b="b" l="l" r="r" t="t"/>
              <a:pathLst>
                <a:path extrusionOk="0" h="295" w="129">
                  <a:moveTo>
                    <a:pt x="75" y="0"/>
                  </a:moveTo>
                  <a:lnTo>
                    <a:pt x="0" y="280"/>
                  </a:lnTo>
                  <a:lnTo>
                    <a:pt x="54" y="294"/>
                  </a:lnTo>
                  <a:lnTo>
                    <a:pt x="128" y="15"/>
                  </a:lnTo>
                  <a:cubicBezTo>
                    <a:pt x="111" y="9"/>
                    <a:pt x="94" y="5"/>
                    <a:pt x="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5"/>
            <p:cNvSpPr/>
            <p:nvPr/>
          </p:nvSpPr>
          <p:spPr>
            <a:xfrm>
              <a:off x="3880175" y="4547325"/>
              <a:ext cx="5750" cy="6475"/>
            </a:xfrm>
            <a:custGeom>
              <a:rect b="b" l="l" r="r" t="t"/>
              <a:pathLst>
                <a:path extrusionOk="0" h="259" w="230">
                  <a:moveTo>
                    <a:pt x="187" y="0"/>
                  </a:moveTo>
                  <a:lnTo>
                    <a:pt x="1" y="223"/>
                  </a:lnTo>
                  <a:lnTo>
                    <a:pt x="43" y="258"/>
                  </a:lnTo>
                  <a:lnTo>
                    <a:pt x="230" y="35"/>
                  </a:lnTo>
                  <a:lnTo>
                    <a:pt x="1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5"/>
            <p:cNvSpPr/>
            <p:nvPr/>
          </p:nvSpPr>
          <p:spPr>
            <a:xfrm>
              <a:off x="3998300" y="4595000"/>
              <a:ext cx="2000" cy="7400"/>
            </a:xfrm>
            <a:custGeom>
              <a:rect b="b" l="l" r="r" t="t"/>
              <a:pathLst>
                <a:path extrusionOk="0" h="296" w="80">
                  <a:moveTo>
                    <a:pt x="26" y="1"/>
                  </a:moveTo>
                  <a:lnTo>
                    <a:pt x="0" y="291"/>
                  </a:lnTo>
                  <a:lnTo>
                    <a:pt x="54" y="296"/>
                  </a:lnTo>
                  <a:lnTo>
                    <a:pt x="80" y="6"/>
                  </a:lnTo>
                  <a:cubicBezTo>
                    <a:pt x="62" y="4"/>
                    <a:pt x="43" y="3"/>
                    <a:pt x="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5"/>
            <p:cNvSpPr/>
            <p:nvPr/>
          </p:nvSpPr>
          <p:spPr>
            <a:xfrm>
              <a:off x="3894875" y="4558300"/>
              <a:ext cx="5325" cy="6725"/>
            </a:xfrm>
            <a:custGeom>
              <a:rect b="b" l="l" r="r" t="t"/>
              <a:pathLst>
                <a:path extrusionOk="0" h="269" w="213">
                  <a:moveTo>
                    <a:pt x="167" y="1"/>
                  </a:moveTo>
                  <a:lnTo>
                    <a:pt x="1" y="238"/>
                  </a:lnTo>
                  <a:lnTo>
                    <a:pt x="46" y="269"/>
                  </a:lnTo>
                  <a:lnTo>
                    <a:pt x="212" y="32"/>
                  </a:lnTo>
                  <a:cubicBezTo>
                    <a:pt x="197" y="21"/>
                    <a:pt x="182" y="1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5"/>
            <p:cNvSpPr/>
            <p:nvPr/>
          </p:nvSpPr>
          <p:spPr>
            <a:xfrm>
              <a:off x="3926925" y="4576325"/>
              <a:ext cx="4350" cy="7150"/>
            </a:xfrm>
            <a:custGeom>
              <a:rect b="b" l="l" r="r" t="t"/>
              <a:pathLst>
                <a:path extrusionOk="0" h="286" w="174">
                  <a:moveTo>
                    <a:pt x="123" y="1"/>
                  </a:moveTo>
                  <a:lnTo>
                    <a:pt x="0" y="263"/>
                  </a:lnTo>
                  <a:lnTo>
                    <a:pt x="51" y="286"/>
                  </a:lnTo>
                  <a:lnTo>
                    <a:pt x="174" y="24"/>
                  </a:lnTo>
                  <a:lnTo>
                    <a:pt x="1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5"/>
            <p:cNvSpPr/>
            <p:nvPr/>
          </p:nvSpPr>
          <p:spPr>
            <a:xfrm>
              <a:off x="3998575" y="4371450"/>
              <a:ext cx="37800" cy="37825"/>
            </a:xfrm>
            <a:custGeom>
              <a:rect b="b" l="l" r="r" t="t"/>
              <a:pathLst>
                <a:path extrusionOk="0" h="1513" w="1512">
                  <a:moveTo>
                    <a:pt x="756" y="1"/>
                  </a:moveTo>
                  <a:cubicBezTo>
                    <a:pt x="741" y="1"/>
                    <a:pt x="729" y="3"/>
                    <a:pt x="715" y="4"/>
                  </a:cubicBezTo>
                  <a:cubicBezTo>
                    <a:pt x="703" y="5"/>
                    <a:pt x="689" y="5"/>
                    <a:pt x="676" y="6"/>
                  </a:cubicBezTo>
                  <a:cubicBezTo>
                    <a:pt x="652" y="9"/>
                    <a:pt x="628" y="13"/>
                    <a:pt x="605" y="16"/>
                  </a:cubicBezTo>
                  <a:cubicBezTo>
                    <a:pt x="508" y="36"/>
                    <a:pt x="419" y="75"/>
                    <a:pt x="339" y="126"/>
                  </a:cubicBezTo>
                  <a:cubicBezTo>
                    <a:pt x="320" y="139"/>
                    <a:pt x="301" y="153"/>
                    <a:pt x="281" y="169"/>
                  </a:cubicBezTo>
                  <a:cubicBezTo>
                    <a:pt x="271" y="178"/>
                    <a:pt x="260" y="186"/>
                    <a:pt x="251" y="196"/>
                  </a:cubicBezTo>
                  <a:cubicBezTo>
                    <a:pt x="241" y="205"/>
                    <a:pt x="231" y="214"/>
                    <a:pt x="222" y="222"/>
                  </a:cubicBezTo>
                  <a:cubicBezTo>
                    <a:pt x="213" y="232"/>
                    <a:pt x="204" y="242"/>
                    <a:pt x="194" y="252"/>
                  </a:cubicBezTo>
                  <a:cubicBezTo>
                    <a:pt x="186" y="263"/>
                    <a:pt x="177" y="272"/>
                    <a:pt x="168" y="282"/>
                  </a:cubicBezTo>
                  <a:cubicBezTo>
                    <a:pt x="152" y="300"/>
                    <a:pt x="140" y="319"/>
                    <a:pt x="125" y="340"/>
                  </a:cubicBezTo>
                  <a:cubicBezTo>
                    <a:pt x="73" y="418"/>
                    <a:pt x="34" y="509"/>
                    <a:pt x="16" y="606"/>
                  </a:cubicBezTo>
                  <a:cubicBezTo>
                    <a:pt x="11" y="629"/>
                    <a:pt x="8" y="653"/>
                    <a:pt x="6" y="676"/>
                  </a:cubicBezTo>
                  <a:cubicBezTo>
                    <a:pt x="4" y="690"/>
                    <a:pt x="4" y="704"/>
                    <a:pt x="2" y="717"/>
                  </a:cubicBezTo>
                  <a:cubicBezTo>
                    <a:pt x="1" y="730"/>
                    <a:pt x="0" y="743"/>
                    <a:pt x="0" y="757"/>
                  </a:cubicBezTo>
                  <a:cubicBezTo>
                    <a:pt x="0" y="769"/>
                    <a:pt x="1" y="784"/>
                    <a:pt x="2" y="797"/>
                  </a:cubicBezTo>
                  <a:cubicBezTo>
                    <a:pt x="4" y="809"/>
                    <a:pt x="4" y="824"/>
                    <a:pt x="6" y="836"/>
                  </a:cubicBezTo>
                  <a:cubicBezTo>
                    <a:pt x="8" y="860"/>
                    <a:pt x="12" y="885"/>
                    <a:pt x="16" y="907"/>
                  </a:cubicBezTo>
                  <a:cubicBezTo>
                    <a:pt x="34" y="1004"/>
                    <a:pt x="74" y="1093"/>
                    <a:pt x="125" y="1174"/>
                  </a:cubicBezTo>
                  <a:cubicBezTo>
                    <a:pt x="138" y="1192"/>
                    <a:pt x="152" y="1212"/>
                    <a:pt x="168" y="1231"/>
                  </a:cubicBezTo>
                  <a:cubicBezTo>
                    <a:pt x="177" y="1242"/>
                    <a:pt x="186" y="1252"/>
                    <a:pt x="194" y="1261"/>
                  </a:cubicBezTo>
                  <a:cubicBezTo>
                    <a:pt x="204" y="1272"/>
                    <a:pt x="213" y="1282"/>
                    <a:pt x="222" y="1290"/>
                  </a:cubicBezTo>
                  <a:cubicBezTo>
                    <a:pt x="231" y="1300"/>
                    <a:pt x="241" y="1309"/>
                    <a:pt x="251" y="1318"/>
                  </a:cubicBezTo>
                  <a:cubicBezTo>
                    <a:pt x="261" y="1326"/>
                    <a:pt x="271" y="1336"/>
                    <a:pt x="281" y="1345"/>
                  </a:cubicBezTo>
                  <a:cubicBezTo>
                    <a:pt x="300" y="1360"/>
                    <a:pt x="318" y="1373"/>
                    <a:pt x="339" y="1387"/>
                  </a:cubicBezTo>
                  <a:cubicBezTo>
                    <a:pt x="418" y="1440"/>
                    <a:pt x="508" y="1478"/>
                    <a:pt x="605" y="1497"/>
                  </a:cubicBezTo>
                  <a:cubicBezTo>
                    <a:pt x="628" y="1502"/>
                    <a:pt x="651" y="1505"/>
                    <a:pt x="676" y="1507"/>
                  </a:cubicBezTo>
                  <a:cubicBezTo>
                    <a:pt x="689" y="1509"/>
                    <a:pt x="703" y="1509"/>
                    <a:pt x="715" y="1510"/>
                  </a:cubicBezTo>
                  <a:cubicBezTo>
                    <a:pt x="729" y="1511"/>
                    <a:pt x="743" y="1512"/>
                    <a:pt x="756" y="1512"/>
                  </a:cubicBezTo>
                  <a:cubicBezTo>
                    <a:pt x="770" y="1512"/>
                    <a:pt x="783" y="1511"/>
                    <a:pt x="796" y="1510"/>
                  </a:cubicBezTo>
                  <a:cubicBezTo>
                    <a:pt x="808" y="1509"/>
                    <a:pt x="823" y="1509"/>
                    <a:pt x="836" y="1507"/>
                  </a:cubicBezTo>
                  <a:cubicBezTo>
                    <a:pt x="859" y="1505"/>
                    <a:pt x="884" y="1501"/>
                    <a:pt x="906" y="1497"/>
                  </a:cubicBezTo>
                  <a:cubicBezTo>
                    <a:pt x="1003" y="1478"/>
                    <a:pt x="1092" y="1439"/>
                    <a:pt x="1173" y="1387"/>
                  </a:cubicBezTo>
                  <a:cubicBezTo>
                    <a:pt x="1192" y="1375"/>
                    <a:pt x="1211" y="1360"/>
                    <a:pt x="1230" y="1345"/>
                  </a:cubicBezTo>
                  <a:cubicBezTo>
                    <a:pt x="1241" y="1336"/>
                    <a:pt x="1251" y="1326"/>
                    <a:pt x="1260" y="1318"/>
                  </a:cubicBezTo>
                  <a:cubicBezTo>
                    <a:pt x="1271" y="1309"/>
                    <a:pt x="1281" y="1300"/>
                    <a:pt x="1290" y="1290"/>
                  </a:cubicBezTo>
                  <a:cubicBezTo>
                    <a:pt x="1298" y="1281"/>
                    <a:pt x="1308" y="1272"/>
                    <a:pt x="1317" y="1261"/>
                  </a:cubicBezTo>
                  <a:cubicBezTo>
                    <a:pt x="1326" y="1251"/>
                    <a:pt x="1334" y="1242"/>
                    <a:pt x="1344" y="1231"/>
                  </a:cubicBezTo>
                  <a:cubicBezTo>
                    <a:pt x="1359" y="1213"/>
                    <a:pt x="1373" y="1194"/>
                    <a:pt x="1387" y="1174"/>
                  </a:cubicBezTo>
                  <a:cubicBezTo>
                    <a:pt x="1440" y="1094"/>
                    <a:pt x="1477" y="1004"/>
                    <a:pt x="1496" y="907"/>
                  </a:cubicBezTo>
                  <a:cubicBezTo>
                    <a:pt x="1501" y="883"/>
                    <a:pt x="1504" y="860"/>
                    <a:pt x="1507" y="836"/>
                  </a:cubicBezTo>
                  <a:cubicBezTo>
                    <a:pt x="1508" y="824"/>
                    <a:pt x="1508" y="809"/>
                    <a:pt x="1509" y="797"/>
                  </a:cubicBezTo>
                  <a:cubicBezTo>
                    <a:pt x="1511" y="784"/>
                    <a:pt x="1512" y="769"/>
                    <a:pt x="1512" y="757"/>
                  </a:cubicBezTo>
                  <a:cubicBezTo>
                    <a:pt x="1512" y="743"/>
                    <a:pt x="1510" y="730"/>
                    <a:pt x="1509" y="717"/>
                  </a:cubicBezTo>
                  <a:cubicBezTo>
                    <a:pt x="1508" y="704"/>
                    <a:pt x="1508" y="690"/>
                    <a:pt x="1507" y="676"/>
                  </a:cubicBezTo>
                  <a:cubicBezTo>
                    <a:pt x="1504" y="654"/>
                    <a:pt x="1501" y="629"/>
                    <a:pt x="1496" y="606"/>
                  </a:cubicBezTo>
                  <a:cubicBezTo>
                    <a:pt x="1477" y="509"/>
                    <a:pt x="1439" y="421"/>
                    <a:pt x="1387" y="340"/>
                  </a:cubicBezTo>
                  <a:cubicBezTo>
                    <a:pt x="1374" y="320"/>
                    <a:pt x="1359" y="301"/>
                    <a:pt x="1344" y="282"/>
                  </a:cubicBezTo>
                  <a:cubicBezTo>
                    <a:pt x="1336" y="272"/>
                    <a:pt x="1326" y="262"/>
                    <a:pt x="1317" y="252"/>
                  </a:cubicBezTo>
                  <a:cubicBezTo>
                    <a:pt x="1308" y="242"/>
                    <a:pt x="1299" y="232"/>
                    <a:pt x="1290" y="222"/>
                  </a:cubicBezTo>
                  <a:cubicBezTo>
                    <a:pt x="1281" y="214"/>
                    <a:pt x="1271" y="205"/>
                    <a:pt x="1260" y="196"/>
                  </a:cubicBezTo>
                  <a:cubicBezTo>
                    <a:pt x="1250" y="186"/>
                    <a:pt x="1241" y="178"/>
                    <a:pt x="1230" y="169"/>
                  </a:cubicBezTo>
                  <a:cubicBezTo>
                    <a:pt x="1213" y="153"/>
                    <a:pt x="1193" y="140"/>
                    <a:pt x="1173" y="126"/>
                  </a:cubicBezTo>
                  <a:cubicBezTo>
                    <a:pt x="1094" y="73"/>
                    <a:pt x="1003" y="36"/>
                    <a:pt x="906" y="16"/>
                  </a:cubicBezTo>
                  <a:cubicBezTo>
                    <a:pt x="884" y="11"/>
                    <a:pt x="860" y="9"/>
                    <a:pt x="836" y="6"/>
                  </a:cubicBezTo>
                  <a:cubicBezTo>
                    <a:pt x="823" y="5"/>
                    <a:pt x="808" y="5"/>
                    <a:pt x="796" y="4"/>
                  </a:cubicBezTo>
                  <a:cubicBezTo>
                    <a:pt x="783" y="3"/>
                    <a:pt x="769"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5"/>
            <p:cNvSpPr/>
            <p:nvPr/>
          </p:nvSpPr>
          <p:spPr>
            <a:xfrm>
              <a:off x="4000800" y="4013525"/>
              <a:ext cx="33425" cy="31500"/>
            </a:xfrm>
            <a:custGeom>
              <a:rect b="b" l="l" r="r" t="t"/>
              <a:pathLst>
                <a:path extrusionOk="0" h="1260" w="1337">
                  <a:moveTo>
                    <a:pt x="0" y="1"/>
                  </a:moveTo>
                  <a:lnTo>
                    <a:pt x="0" y="100"/>
                  </a:lnTo>
                  <a:lnTo>
                    <a:pt x="161" y="100"/>
                  </a:lnTo>
                  <a:lnTo>
                    <a:pt x="161" y="1139"/>
                  </a:lnTo>
                  <a:lnTo>
                    <a:pt x="0" y="1139"/>
                  </a:lnTo>
                  <a:lnTo>
                    <a:pt x="0" y="1238"/>
                  </a:lnTo>
                  <a:lnTo>
                    <a:pt x="435" y="1238"/>
                  </a:lnTo>
                  <a:lnTo>
                    <a:pt x="435" y="1139"/>
                  </a:lnTo>
                  <a:lnTo>
                    <a:pt x="275" y="1139"/>
                  </a:lnTo>
                  <a:lnTo>
                    <a:pt x="275" y="291"/>
                  </a:lnTo>
                  <a:lnTo>
                    <a:pt x="257" y="154"/>
                  </a:lnTo>
                  <a:lnTo>
                    <a:pt x="263" y="154"/>
                  </a:lnTo>
                  <a:lnTo>
                    <a:pt x="342" y="290"/>
                  </a:lnTo>
                  <a:lnTo>
                    <a:pt x="1061" y="1260"/>
                  </a:lnTo>
                  <a:lnTo>
                    <a:pt x="1175" y="1260"/>
                  </a:lnTo>
                  <a:lnTo>
                    <a:pt x="1175" y="100"/>
                  </a:lnTo>
                  <a:lnTo>
                    <a:pt x="1336" y="100"/>
                  </a:lnTo>
                  <a:lnTo>
                    <a:pt x="1336" y="1"/>
                  </a:lnTo>
                  <a:lnTo>
                    <a:pt x="902" y="1"/>
                  </a:lnTo>
                  <a:lnTo>
                    <a:pt x="902" y="100"/>
                  </a:lnTo>
                  <a:lnTo>
                    <a:pt x="1062" y="100"/>
                  </a:lnTo>
                  <a:lnTo>
                    <a:pt x="1062" y="833"/>
                  </a:lnTo>
                  <a:lnTo>
                    <a:pt x="1073" y="985"/>
                  </a:lnTo>
                  <a:lnTo>
                    <a:pt x="1064" y="985"/>
                  </a:lnTo>
                  <a:lnTo>
                    <a:pt x="971" y="833"/>
                  </a:lnTo>
                  <a:lnTo>
                    <a:pt x="3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5"/>
            <p:cNvSpPr/>
            <p:nvPr/>
          </p:nvSpPr>
          <p:spPr>
            <a:xfrm>
              <a:off x="4007050" y="4736825"/>
              <a:ext cx="21200" cy="31950"/>
            </a:xfrm>
            <a:custGeom>
              <a:rect b="b" l="l" r="r" t="t"/>
              <a:pathLst>
                <a:path extrusionOk="0" h="1278" w="848">
                  <a:moveTo>
                    <a:pt x="422" y="0"/>
                  </a:moveTo>
                  <a:cubicBezTo>
                    <a:pt x="293" y="0"/>
                    <a:pt x="190" y="29"/>
                    <a:pt x="114" y="85"/>
                  </a:cubicBezTo>
                  <a:cubicBezTo>
                    <a:pt x="38" y="140"/>
                    <a:pt x="1" y="219"/>
                    <a:pt x="1" y="318"/>
                  </a:cubicBezTo>
                  <a:cubicBezTo>
                    <a:pt x="1" y="386"/>
                    <a:pt x="17" y="443"/>
                    <a:pt x="49" y="487"/>
                  </a:cubicBezTo>
                  <a:cubicBezTo>
                    <a:pt x="81" y="532"/>
                    <a:pt x="122" y="570"/>
                    <a:pt x="171" y="602"/>
                  </a:cubicBezTo>
                  <a:cubicBezTo>
                    <a:pt x="219" y="634"/>
                    <a:pt x="271" y="661"/>
                    <a:pt x="328" y="684"/>
                  </a:cubicBezTo>
                  <a:cubicBezTo>
                    <a:pt x="385" y="707"/>
                    <a:pt x="436" y="732"/>
                    <a:pt x="485" y="757"/>
                  </a:cubicBezTo>
                  <a:cubicBezTo>
                    <a:pt x="533" y="781"/>
                    <a:pt x="575" y="809"/>
                    <a:pt x="607" y="841"/>
                  </a:cubicBezTo>
                  <a:cubicBezTo>
                    <a:pt x="639" y="874"/>
                    <a:pt x="655" y="914"/>
                    <a:pt x="655" y="962"/>
                  </a:cubicBezTo>
                  <a:cubicBezTo>
                    <a:pt x="655" y="999"/>
                    <a:pt x="648" y="1031"/>
                    <a:pt x="632" y="1058"/>
                  </a:cubicBezTo>
                  <a:cubicBezTo>
                    <a:pt x="617" y="1086"/>
                    <a:pt x="596" y="1108"/>
                    <a:pt x="569" y="1125"/>
                  </a:cubicBezTo>
                  <a:cubicBezTo>
                    <a:pt x="542" y="1144"/>
                    <a:pt x="511" y="1156"/>
                    <a:pt x="474" y="1165"/>
                  </a:cubicBezTo>
                  <a:cubicBezTo>
                    <a:pt x="438" y="1175"/>
                    <a:pt x="400" y="1179"/>
                    <a:pt x="358" y="1179"/>
                  </a:cubicBezTo>
                  <a:cubicBezTo>
                    <a:pt x="312" y="1179"/>
                    <a:pt x="272" y="1174"/>
                    <a:pt x="235" y="1163"/>
                  </a:cubicBezTo>
                  <a:cubicBezTo>
                    <a:pt x="198" y="1153"/>
                    <a:pt x="169" y="1139"/>
                    <a:pt x="147" y="1125"/>
                  </a:cubicBezTo>
                  <a:lnTo>
                    <a:pt x="115" y="1083"/>
                  </a:lnTo>
                  <a:lnTo>
                    <a:pt x="115" y="872"/>
                  </a:lnTo>
                  <a:lnTo>
                    <a:pt x="2" y="872"/>
                  </a:lnTo>
                  <a:lnTo>
                    <a:pt x="2" y="1194"/>
                  </a:lnTo>
                  <a:cubicBezTo>
                    <a:pt x="30" y="1215"/>
                    <a:pt x="75" y="1232"/>
                    <a:pt x="136" y="1251"/>
                  </a:cubicBezTo>
                  <a:cubicBezTo>
                    <a:pt x="196" y="1268"/>
                    <a:pt x="270" y="1278"/>
                    <a:pt x="353" y="1278"/>
                  </a:cubicBezTo>
                  <a:cubicBezTo>
                    <a:pt x="505" y="1278"/>
                    <a:pt x="626" y="1248"/>
                    <a:pt x="715" y="1186"/>
                  </a:cubicBezTo>
                  <a:cubicBezTo>
                    <a:pt x="803" y="1125"/>
                    <a:pt x="848" y="1037"/>
                    <a:pt x="848" y="924"/>
                  </a:cubicBezTo>
                  <a:cubicBezTo>
                    <a:pt x="848" y="860"/>
                    <a:pt x="830" y="805"/>
                    <a:pt x="798" y="762"/>
                  </a:cubicBezTo>
                  <a:cubicBezTo>
                    <a:pt x="766" y="722"/>
                    <a:pt x="726" y="684"/>
                    <a:pt x="678" y="654"/>
                  </a:cubicBezTo>
                  <a:cubicBezTo>
                    <a:pt x="630" y="623"/>
                    <a:pt x="577" y="594"/>
                    <a:pt x="520" y="571"/>
                  </a:cubicBezTo>
                  <a:cubicBezTo>
                    <a:pt x="463" y="546"/>
                    <a:pt x="412" y="521"/>
                    <a:pt x="363" y="496"/>
                  </a:cubicBezTo>
                  <a:cubicBezTo>
                    <a:pt x="313" y="470"/>
                    <a:pt x="274" y="441"/>
                    <a:pt x="241" y="408"/>
                  </a:cubicBezTo>
                  <a:cubicBezTo>
                    <a:pt x="209" y="376"/>
                    <a:pt x="193" y="336"/>
                    <a:pt x="193" y="287"/>
                  </a:cubicBezTo>
                  <a:cubicBezTo>
                    <a:pt x="193" y="227"/>
                    <a:pt x="213" y="183"/>
                    <a:pt x="252" y="150"/>
                  </a:cubicBezTo>
                  <a:cubicBezTo>
                    <a:pt x="292" y="118"/>
                    <a:pt x="348" y="102"/>
                    <a:pt x="419" y="102"/>
                  </a:cubicBezTo>
                  <a:cubicBezTo>
                    <a:pt x="460" y="102"/>
                    <a:pt x="501" y="104"/>
                    <a:pt x="544" y="108"/>
                  </a:cubicBezTo>
                  <a:cubicBezTo>
                    <a:pt x="586" y="113"/>
                    <a:pt x="618" y="119"/>
                    <a:pt x="641" y="128"/>
                  </a:cubicBezTo>
                  <a:lnTo>
                    <a:pt x="668" y="173"/>
                  </a:lnTo>
                  <a:lnTo>
                    <a:pt x="668" y="364"/>
                  </a:lnTo>
                  <a:lnTo>
                    <a:pt x="782" y="364"/>
                  </a:lnTo>
                  <a:lnTo>
                    <a:pt x="782" y="59"/>
                  </a:lnTo>
                  <a:cubicBezTo>
                    <a:pt x="741" y="41"/>
                    <a:pt x="690" y="26"/>
                    <a:pt x="632" y="16"/>
                  </a:cubicBezTo>
                  <a:cubicBezTo>
                    <a:pt x="574" y="6"/>
                    <a:pt x="50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5"/>
            <p:cNvSpPr/>
            <p:nvPr/>
          </p:nvSpPr>
          <p:spPr>
            <a:xfrm>
              <a:off x="3636950" y="4372175"/>
              <a:ext cx="46700" cy="30950"/>
            </a:xfrm>
            <a:custGeom>
              <a:rect b="b" l="l" r="r" t="t"/>
              <a:pathLst>
                <a:path extrusionOk="0" h="1238" w="1868">
                  <a:moveTo>
                    <a:pt x="0" y="0"/>
                  </a:moveTo>
                  <a:lnTo>
                    <a:pt x="0" y="100"/>
                  </a:lnTo>
                  <a:lnTo>
                    <a:pt x="152" y="100"/>
                  </a:lnTo>
                  <a:lnTo>
                    <a:pt x="461" y="1238"/>
                  </a:lnTo>
                  <a:lnTo>
                    <a:pt x="667" y="1238"/>
                  </a:lnTo>
                  <a:lnTo>
                    <a:pt x="944" y="258"/>
                  </a:lnTo>
                  <a:lnTo>
                    <a:pt x="1220" y="1238"/>
                  </a:lnTo>
                  <a:lnTo>
                    <a:pt x="1425" y="1238"/>
                  </a:lnTo>
                  <a:lnTo>
                    <a:pt x="1720" y="100"/>
                  </a:lnTo>
                  <a:lnTo>
                    <a:pt x="1868" y="100"/>
                  </a:lnTo>
                  <a:lnTo>
                    <a:pt x="1868" y="0"/>
                  </a:lnTo>
                  <a:lnTo>
                    <a:pt x="1432" y="0"/>
                  </a:lnTo>
                  <a:lnTo>
                    <a:pt x="1432" y="98"/>
                  </a:lnTo>
                  <a:lnTo>
                    <a:pt x="1583" y="98"/>
                  </a:lnTo>
                  <a:lnTo>
                    <a:pt x="1410" y="848"/>
                  </a:lnTo>
                  <a:lnTo>
                    <a:pt x="1357" y="1086"/>
                  </a:lnTo>
                  <a:lnTo>
                    <a:pt x="1348" y="1086"/>
                  </a:lnTo>
                  <a:lnTo>
                    <a:pt x="1294" y="852"/>
                  </a:lnTo>
                  <a:lnTo>
                    <a:pt x="1042" y="0"/>
                  </a:lnTo>
                  <a:lnTo>
                    <a:pt x="912" y="0"/>
                  </a:lnTo>
                  <a:cubicBezTo>
                    <a:pt x="867" y="156"/>
                    <a:pt x="827" y="296"/>
                    <a:pt x="792" y="420"/>
                  </a:cubicBezTo>
                  <a:cubicBezTo>
                    <a:pt x="776" y="474"/>
                    <a:pt x="763" y="526"/>
                    <a:pt x="748" y="577"/>
                  </a:cubicBezTo>
                  <a:cubicBezTo>
                    <a:pt x="734" y="629"/>
                    <a:pt x="721" y="673"/>
                    <a:pt x="709" y="713"/>
                  </a:cubicBezTo>
                  <a:cubicBezTo>
                    <a:pt x="698" y="754"/>
                    <a:pt x="688" y="786"/>
                    <a:pt x="681" y="811"/>
                  </a:cubicBezTo>
                  <a:cubicBezTo>
                    <a:pt x="675" y="837"/>
                    <a:pt x="671" y="851"/>
                    <a:pt x="671" y="852"/>
                  </a:cubicBezTo>
                  <a:lnTo>
                    <a:pt x="603" y="1090"/>
                  </a:lnTo>
                  <a:lnTo>
                    <a:pt x="596" y="1090"/>
                  </a:lnTo>
                  <a:lnTo>
                    <a:pt x="549" y="856"/>
                  </a:lnTo>
                  <a:lnTo>
                    <a:pt x="360" y="100"/>
                  </a:lnTo>
                  <a:lnTo>
                    <a:pt x="527" y="100"/>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5"/>
            <p:cNvSpPr/>
            <p:nvPr/>
          </p:nvSpPr>
          <p:spPr>
            <a:xfrm>
              <a:off x="4359475" y="4372175"/>
              <a:ext cx="24275" cy="30900"/>
            </a:xfrm>
            <a:custGeom>
              <a:rect b="b" l="l" r="r" t="t"/>
              <a:pathLst>
                <a:path extrusionOk="0" h="1236" w="971">
                  <a:moveTo>
                    <a:pt x="1" y="0"/>
                  </a:moveTo>
                  <a:lnTo>
                    <a:pt x="1" y="98"/>
                  </a:lnTo>
                  <a:lnTo>
                    <a:pt x="161" y="98"/>
                  </a:lnTo>
                  <a:lnTo>
                    <a:pt x="161" y="1137"/>
                  </a:lnTo>
                  <a:lnTo>
                    <a:pt x="1" y="1137"/>
                  </a:lnTo>
                  <a:lnTo>
                    <a:pt x="1" y="1235"/>
                  </a:lnTo>
                  <a:lnTo>
                    <a:pt x="971" y="1235"/>
                  </a:lnTo>
                  <a:lnTo>
                    <a:pt x="971" y="929"/>
                  </a:lnTo>
                  <a:lnTo>
                    <a:pt x="857" y="929"/>
                  </a:lnTo>
                  <a:lnTo>
                    <a:pt x="857" y="1101"/>
                  </a:lnTo>
                  <a:lnTo>
                    <a:pt x="821" y="1137"/>
                  </a:lnTo>
                  <a:lnTo>
                    <a:pt x="360" y="1137"/>
                  </a:lnTo>
                  <a:lnTo>
                    <a:pt x="360" y="656"/>
                  </a:lnTo>
                  <a:lnTo>
                    <a:pt x="658" y="656"/>
                  </a:lnTo>
                  <a:lnTo>
                    <a:pt x="685" y="683"/>
                  </a:lnTo>
                  <a:lnTo>
                    <a:pt x="685" y="758"/>
                  </a:lnTo>
                  <a:lnTo>
                    <a:pt x="797" y="758"/>
                  </a:lnTo>
                  <a:lnTo>
                    <a:pt x="797" y="455"/>
                  </a:lnTo>
                  <a:lnTo>
                    <a:pt x="685" y="455"/>
                  </a:lnTo>
                  <a:lnTo>
                    <a:pt x="685" y="531"/>
                  </a:lnTo>
                  <a:lnTo>
                    <a:pt x="658" y="557"/>
                  </a:lnTo>
                  <a:lnTo>
                    <a:pt x="360" y="557"/>
                  </a:lnTo>
                  <a:lnTo>
                    <a:pt x="360" y="98"/>
                  </a:lnTo>
                  <a:lnTo>
                    <a:pt x="792" y="98"/>
                  </a:lnTo>
                  <a:lnTo>
                    <a:pt x="828" y="139"/>
                  </a:lnTo>
                  <a:lnTo>
                    <a:pt x="828" y="289"/>
                  </a:lnTo>
                  <a:lnTo>
                    <a:pt x="940" y="289"/>
                  </a:lnTo>
                  <a:lnTo>
                    <a:pt x="9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5"/>
            <p:cNvSpPr/>
            <p:nvPr/>
          </p:nvSpPr>
          <p:spPr>
            <a:xfrm>
              <a:off x="3816750" y="4202225"/>
              <a:ext cx="19600" cy="20675"/>
            </a:xfrm>
            <a:custGeom>
              <a:rect b="b" l="l" r="r" t="t"/>
              <a:pathLst>
                <a:path extrusionOk="0" h="827" w="784">
                  <a:moveTo>
                    <a:pt x="430" y="0"/>
                  </a:moveTo>
                  <a:lnTo>
                    <a:pt x="290" y="141"/>
                  </a:lnTo>
                  <a:lnTo>
                    <a:pt x="324" y="171"/>
                  </a:lnTo>
                  <a:lnTo>
                    <a:pt x="375" y="120"/>
                  </a:lnTo>
                  <a:lnTo>
                    <a:pt x="609" y="356"/>
                  </a:lnTo>
                  <a:lnTo>
                    <a:pt x="662" y="402"/>
                  </a:lnTo>
                  <a:lnTo>
                    <a:pt x="660" y="404"/>
                  </a:lnTo>
                  <a:lnTo>
                    <a:pt x="581" y="385"/>
                  </a:lnTo>
                  <a:lnTo>
                    <a:pt x="114" y="316"/>
                  </a:lnTo>
                  <a:lnTo>
                    <a:pt x="1" y="429"/>
                  </a:lnTo>
                  <a:lnTo>
                    <a:pt x="33" y="462"/>
                  </a:lnTo>
                  <a:lnTo>
                    <a:pt x="84" y="411"/>
                  </a:lnTo>
                  <a:lnTo>
                    <a:pt x="418" y="744"/>
                  </a:lnTo>
                  <a:lnTo>
                    <a:pt x="367" y="796"/>
                  </a:lnTo>
                  <a:lnTo>
                    <a:pt x="399" y="827"/>
                  </a:lnTo>
                  <a:lnTo>
                    <a:pt x="538" y="687"/>
                  </a:lnTo>
                  <a:lnTo>
                    <a:pt x="506" y="655"/>
                  </a:lnTo>
                  <a:lnTo>
                    <a:pt x="455" y="707"/>
                  </a:lnTo>
                  <a:lnTo>
                    <a:pt x="182" y="435"/>
                  </a:lnTo>
                  <a:lnTo>
                    <a:pt x="133" y="396"/>
                  </a:lnTo>
                  <a:lnTo>
                    <a:pt x="135" y="393"/>
                  </a:lnTo>
                  <a:lnTo>
                    <a:pt x="203" y="413"/>
                  </a:lnTo>
                  <a:lnTo>
                    <a:pt x="747" y="493"/>
                  </a:lnTo>
                  <a:lnTo>
                    <a:pt x="784" y="457"/>
                  </a:lnTo>
                  <a:lnTo>
                    <a:pt x="411" y="84"/>
                  </a:lnTo>
                  <a:lnTo>
                    <a:pt x="463" y="32"/>
                  </a:lnTo>
                  <a:lnTo>
                    <a:pt x="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5"/>
            <p:cNvSpPr/>
            <p:nvPr/>
          </p:nvSpPr>
          <p:spPr>
            <a:xfrm>
              <a:off x="3827850" y="4186775"/>
              <a:ext cx="21500" cy="21250"/>
            </a:xfrm>
            <a:custGeom>
              <a:rect b="b" l="l" r="r" t="t"/>
              <a:pathLst>
                <a:path extrusionOk="0" h="850" w="860">
                  <a:moveTo>
                    <a:pt x="603" y="0"/>
                  </a:moveTo>
                  <a:lnTo>
                    <a:pt x="463" y="139"/>
                  </a:lnTo>
                  <a:lnTo>
                    <a:pt x="495" y="173"/>
                  </a:lnTo>
                  <a:lnTo>
                    <a:pt x="545" y="123"/>
                  </a:lnTo>
                  <a:lnTo>
                    <a:pt x="729" y="420"/>
                  </a:lnTo>
                  <a:lnTo>
                    <a:pt x="788" y="514"/>
                  </a:lnTo>
                  <a:lnTo>
                    <a:pt x="785" y="516"/>
                  </a:lnTo>
                  <a:lnTo>
                    <a:pt x="693" y="458"/>
                  </a:lnTo>
                  <a:lnTo>
                    <a:pt x="339" y="265"/>
                  </a:lnTo>
                  <a:lnTo>
                    <a:pt x="295" y="308"/>
                  </a:lnTo>
                  <a:cubicBezTo>
                    <a:pt x="331" y="372"/>
                    <a:pt x="364" y="430"/>
                    <a:pt x="392" y="482"/>
                  </a:cubicBezTo>
                  <a:cubicBezTo>
                    <a:pt x="404" y="504"/>
                    <a:pt x="417" y="525"/>
                    <a:pt x="428" y="546"/>
                  </a:cubicBezTo>
                  <a:cubicBezTo>
                    <a:pt x="440" y="567"/>
                    <a:pt x="450" y="586"/>
                    <a:pt x="459" y="603"/>
                  </a:cubicBezTo>
                  <a:cubicBezTo>
                    <a:pt x="469" y="619"/>
                    <a:pt x="476" y="633"/>
                    <a:pt x="481" y="643"/>
                  </a:cubicBezTo>
                  <a:cubicBezTo>
                    <a:pt x="488" y="653"/>
                    <a:pt x="490" y="658"/>
                    <a:pt x="490" y="659"/>
                  </a:cubicBezTo>
                  <a:lnTo>
                    <a:pt x="545" y="759"/>
                  </a:lnTo>
                  <a:lnTo>
                    <a:pt x="542" y="762"/>
                  </a:lnTo>
                  <a:lnTo>
                    <a:pt x="452" y="701"/>
                  </a:lnTo>
                  <a:lnTo>
                    <a:pt x="149" y="519"/>
                  </a:lnTo>
                  <a:lnTo>
                    <a:pt x="202" y="464"/>
                  </a:lnTo>
                  <a:lnTo>
                    <a:pt x="170" y="433"/>
                  </a:lnTo>
                  <a:lnTo>
                    <a:pt x="0" y="603"/>
                  </a:lnTo>
                  <a:lnTo>
                    <a:pt x="32" y="635"/>
                  </a:lnTo>
                  <a:lnTo>
                    <a:pt x="86" y="583"/>
                  </a:lnTo>
                  <a:lnTo>
                    <a:pt x="550" y="849"/>
                  </a:lnTo>
                  <a:lnTo>
                    <a:pt x="615" y="783"/>
                  </a:lnTo>
                  <a:lnTo>
                    <a:pt x="390" y="380"/>
                  </a:lnTo>
                  <a:lnTo>
                    <a:pt x="794" y="606"/>
                  </a:lnTo>
                  <a:lnTo>
                    <a:pt x="860" y="540"/>
                  </a:lnTo>
                  <a:lnTo>
                    <a:pt x="588" y="80"/>
                  </a:lnTo>
                  <a:lnTo>
                    <a:pt x="635" y="33"/>
                  </a:lnTo>
                  <a:lnTo>
                    <a:pt x="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5"/>
            <p:cNvSpPr/>
            <p:nvPr/>
          </p:nvSpPr>
          <p:spPr>
            <a:xfrm>
              <a:off x="4187800" y="4192500"/>
              <a:ext cx="20675" cy="19550"/>
            </a:xfrm>
            <a:custGeom>
              <a:rect b="b" l="l" r="r" t="t"/>
              <a:pathLst>
                <a:path extrusionOk="0" h="782" w="827">
                  <a:moveTo>
                    <a:pt x="399" y="0"/>
                  </a:moveTo>
                  <a:lnTo>
                    <a:pt x="367" y="32"/>
                  </a:lnTo>
                  <a:lnTo>
                    <a:pt x="418" y="84"/>
                  </a:lnTo>
                  <a:lnTo>
                    <a:pt x="84" y="418"/>
                  </a:lnTo>
                  <a:lnTo>
                    <a:pt x="32" y="367"/>
                  </a:lnTo>
                  <a:lnTo>
                    <a:pt x="0" y="397"/>
                  </a:lnTo>
                  <a:lnTo>
                    <a:pt x="141" y="538"/>
                  </a:lnTo>
                  <a:lnTo>
                    <a:pt x="172" y="506"/>
                  </a:lnTo>
                  <a:lnTo>
                    <a:pt x="120" y="454"/>
                  </a:lnTo>
                  <a:lnTo>
                    <a:pt x="393" y="182"/>
                  </a:lnTo>
                  <a:lnTo>
                    <a:pt x="432" y="131"/>
                  </a:lnTo>
                  <a:lnTo>
                    <a:pt x="434" y="134"/>
                  </a:lnTo>
                  <a:lnTo>
                    <a:pt x="416" y="202"/>
                  </a:lnTo>
                  <a:lnTo>
                    <a:pt x="335" y="745"/>
                  </a:lnTo>
                  <a:lnTo>
                    <a:pt x="372" y="781"/>
                  </a:lnTo>
                  <a:lnTo>
                    <a:pt x="744" y="409"/>
                  </a:lnTo>
                  <a:lnTo>
                    <a:pt x="796" y="461"/>
                  </a:lnTo>
                  <a:lnTo>
                    <a:pt x="827" y="429"/>
                  </a:lnTo>
                  <a:lnTo>
                    <a:pt x="688" y="290"/>
                  </a:lnTo>
                  <a:lnTo>
                    <a:pt x="656" y="321"/>
                  </a:lnTo>
                  <a:lnTo>
                    <a:pt x="707" y="373"/>
                  </a:lnTo>
                  <a:lnTo>
                    <a:pt x="473" y="609"/>
                  </a:lnTo>
                  <a:lnTo>
                    <a:pt x="428" y="661"/>
                  </a:lnTo>
                  <a:lnTo>
                    <a:pt x="423" y="657"/>
                  </a:lnTo>
                  <a:lnTo>
                    <a:pt x="443" y="580"/>
                  </a:lnTo>
                  <a:lnTo>
                    <a:pt x="512" y="114"/>
                  </a:lnTo>
                  <a:lnTo>
                    <a:pt x="3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5"/>
            <p:cNvSpPr/>
            <p:nvPr/>
          </p:nvSpPr>
          <p:spPr>
            <a:xfrm>
              <a:off x="4199425" y="4204125"/>
              <a:ext cx="17550" cy="17750"/>
            </a:xfrm>
            <a:custGeom>
              <a:rect b="b" l="l" r="r" t="t"/>
              <a:pathLst>
                <a:path extrusionOk="0" h="710" w="702">
                  <a:moveTo>
                    <a:pt x="399" y="1"/>
                  </a:moveTo>
                  <a:lnTo>
                    <a:pt x="367" y="33"/>
                  </a:lnTo>
                  <a:lnTo>
                    <a:pt x="419" y="84"/>
                  </a:lnTo>
                  <a:lnTo>
                    <a:pt x="85" y="418"/>
                  </a:lnTo>
                  <a:lnTo>
                    <a:pt x="34" y="366"/>
                  </a:lnTo>
                  <a:lnTo>
                    <a:pt x="1" y="398"/>
                  </a:lnTo>
                  <a:lnTo>
                    <a:pt x="313" y="709"/>
                  </a:lnTo>
                  <a:lnTo>
                    <a:pt x="412" y="610"/>
                  </a:lnTo>
                  <a:lnTo>
                    <a:pt x="375" y="574"/>
                  </a:lnTo>
                  <a:lnTo>
                    <a:pt x="320" y="630"/>
                  </a:lnTo>
                  <a:lnTo>
                    <a:pt x="298" y="630"/>
                  </a:lnTo>
                  <a:lnTo>
                    <a:pt x="148" y="481"/>
                  </a:lnTo>
                  <a:lnTo>
                    <a:pt x="304" y="327"/>
                  </a:lnTo>
                  <a:lnTo>
                    <a:pt x="399" y="423"/>
                  </a:lnTo>
                  <a:lnTo>
                    <a:pt x="399" y="440"/>
                  </a:lnTo>
                  <a:lnTo>
                    <a:pt x="375" y="464"/>
                  </a:lnTo>
                  <a:lnTo>
                    <a:pt x="411" y="500"/>
                  </a:lnTo>
                  <a:lnTo>
                    <a:pt x="508" y="403"/>
                  </a:lnTo>
                  <a:lnTo>
                    <a:pt x="472" y="367"/>
                  </a:lnTo>
                  <a:lnTo>
                    <a:pt x="449" y="390"/>
                  </a:lnTo>
                  <a:lnTo>
                    <a:pt x="432" y="390"/>
                  </a:lnTo>
                  <a:lnTo>
                    <a:pt x="335" y="295"/>
                  </a:lnTo>
                  <a:lnTo>
                    <a:pt x="483" y="147"/>
                  </a:lnTo>
                  <a:lnTo>
                    <a:pt x="622" y="286"/>
                  </a:lnTo>
                  <a:lnTo>
                    <a:pt x="620" y="310"/>
                  </a:lnTo>
                  <a:lnTo>
                    <a:pt x="571" y="359"/>
                  </a:lnTo>
                  <a:lnTo>
                    <a:pt x="607" y="395"/>
                  </a:lnTo>
                  <a:lnTo>
                    <a:pt x="701" y="302"/>
                  </a:lnTo>
                  <a:lnTo>
                    <a:pt x="3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5"/>
            <p:cNvSpPr/>
            <p:nvPr/>
          </p:nvSpPr>
          <p:spPr>
            <a:xfrm>
              <a:off x="4199550" y="4561550"/>
              <a:ext cx="14150" cy="15400"/>
            </a:xfrm>
            <a:custGeom>
              <a:rect b="b" l="l" r="r" t="t"/>
              <a:pathLst>
                <a:path extrusionOk="0" h="616" w="566">
                  <a:moveTo>
                    <a:pt x="238" y="1"/>
                  </a:moveTo>
                  <a:cubicBezTo>
                    <a:pt x="223" y="4"/>
                    <a:pt x="202" y="13"/>
                    <a:pt x="176" y="25"/>
                  </a:cubicBezTo>
                  <a:cubicBezTo>
                    <a:pt x="150" y="40"/>
                    <a:pt x="125" y="60"/>
                    <a:pt x="98" y="87"/>
                  </a:cubicBezTo>
                  <a:cubicBezTo>
                    <a:pt x="49" y="137"/>
                    <a:pt x="19" y="185"/>
                    <a:pt x="10" y="233"/>
                  </a:cubicBezTo>
                  <a:cubicBezTo>
                    <a:pt x="1" y="281"/>
                    <a:pt x="15" y="324"/>
                    <a:pt x="51" y="360"/>
                  </a:cubicBezTo>
                  <a:cubicBezTo>
                    <a:pt x="72" y="380"/>
                    <a:pt x="96" y="393"/>
                    <a:pt x="120" y="396"/>
                  </a:cubicBezTo>
                  <a:cubicBezTo>
                    <a:pt x="129" y="397"/>
                    <a:pt x="138" y="398"/>
                    <a:pt x="147" y="398"/>
                  </a:cubicBezTo>
                  <a:cubicBezTo>
                    <a:pt x="163" y="398"/>
                    <a:pt x="179" y="396"/>
                    <a:pt x="195" y="393"/>
                  </a:cubicBezTo>
                  <a:cubicBezTo>
                    <a:pt x="221" y="388"/>
                    <a:pt x="246" y="380"/>
                    <a:pt x="272" y="368"/>
                  </a:cubicBezTo>
                  <a:cubicBezTo>
                    <a:pt x="298" y="358"/>
                    <a:pt x="322" y="349"/>
                    <a:pt x="347" y="342"/>
                  </a:cubicBezTo>
                  <a:cubicBezTo>
                    <a:pt x="370" y="335"/>
                    <a:pt x="393" y="332"/>
                    <a:pt x="414" y="332"/>
                  </a:cubicBezTo>
                  <a:cubicBezTo>
                    <a:pt x="434" y="332"/>
                    <a:pt x="453" y="340"/>
                    <a:pt x="468" y="356"/>
                  </a:cubicBezTo>
                  <a:cubicBezTo>
                    <a:pt x="488" y="375"/>
                    <a:pt x="495" y="396"/>
                    <a:pt x="493" y="419"/>
                  </a:cubicBezTo>
                  <a:cubicBezTo>
                    <a:pt x="490" y="442"/>
                    <a:pt x="477" y="465"/>
                    <a:pt x="455" y="487"/>
                  </a:cubicBezTo>
                  <a:cubicBezTo>
                    <a:pt x="442" y="500"/>
                    <a:pt x="428" y="512"/>
                    <a:pt x="413" y="525"/>
                  </a:cubicBezTo>
                  <a:cubicBezTo>
                    <a:pt x="397" y="536"/>
                    <a:pt x="385" y="545"/>
                    <a:pt x="375" y="549"/>
                  </a:cubicBezTo>
                  <a:lnTo>
                    <a:pt x="352" y="543"/>
                  </a:lnTo>
                  <a:lnTo>
                    <a:pt x="290" y="481"/>
                  </a:lnTo>
                  <a:lnTo>
                    <a:pt x="254" y="518"/>
                  </a:lnTo>
                  <a:lnTo>
                    <a:pt x="352" y="616"/>
                  </a:lnTo>
                  <a:cubicBezTo>
                    <a:pt x="371" y="608"/>
                    <a:pt x="392" y="597"/>
                    <a:pt x="414" y="582"/>
                  </a:cubicBezTo>
                  <a:cubicBezTo>
                    <a:pt x="436" y="566"/>
                    <a:pt x="460" y="545"/>
                    <a:pt x="486" y="520"/>
                  </a:cubicBezTo>
                  <a:cubicBezTo>
                    <a:pt x="527" y="478"/>
                    <a:pt x="552" y="435"/>
                    <a:pt x="558" y="393"/>
                  </a:cubicBezTo>
                  <a:cubicBezTo>
                    <a:pt x="565" y="350"/>
                    <a:pt x="552" y="313"/>
                    <a:pt x="520" y="280"/>
                  </a:cubicBezTo>
                  <a:cubicBezTo>
                    <a:pt x="497" y="262"/>
                    <a:pt x="474" y="248"/>
                    <a:pt x="450" y="245"/>
                  </a:cubicBezTo>
                  <a:cubicBezTo>
                    <a:pt x="439" y="243"/>
                    <a:pt x="428" y="242"/>
                    <a:pt x="417" y="242"/>
                  </a:cubicBezTo>
                  <a:cubicBezTo>
                    <a:pt x="403" y="242"/>
                    <a:pt x="389" y="244"/>
                    <a:pt x="374" y="247"/>
                  </a:cubicBezTo>
                  <a:cubicBezTo>
                    <a:pt x="349" y="252"/>
                    <a:pt x="323" y="261"/>
                    <a:pt x="297" y="271"/>
                  </a:cubicBezTo>
                  <a:cubicBezTo>
                    <a:pt x="271" y="280"/>
                    <a:pt x="246" y="290"/>
                    <a:pt x="223" y="298"/>
                  </a:cubicBezTo>
                  <a:cubicBezTo>
                    <a:pt x="200" y="305"/>
                    <a:pt x="178" y="309"/>
                    <a:pt x="158" y="309"/>
                  </a:cubicBezTo>
                  <a:cubicBezTo>
                    <a:pt x="136" y="309"/>
                    <a:pt x="118" y="302"/>
                    <a:pt x="103" y="286"/>
                  </a:cubicBezTo>
                  <a:cubicBezTo>
                    <a:pt x="92" y="274"/>
                    <a:pt x="83" y="262"/>
                    <a:pt x="80" y="247"/>
                  </a:cubicBezTo>
                  <a:cubicBezTo>
                    <a:pt x="76" y="233"/>
                    <a:pt x="76" y="219"/>
                    <a:pt x="78" y="205"/>
                  </a:cubicBezTo>
                  <a:cubicBezTo>
                    <a:pt x="81" y="190"/>
                    <a:pt x="88" y="176"/>
                    <a:pt x="97" y="163"/>
                  </a:cubicBezTo>
                  <a:cubicBezTo>
                    <a:pt x="106" y="148"/>
                    <a:pt x="115" y="134"/>
                    <a:pt x="130" y="119"/>
                  </a:cubicBezTo>
                  <a:cubicBezTo>
                    <a:pt x="144" y="106"/>
                    <a:pt x="160" y="93"/>
                    <a:pt x="174" y="85"/>
                  </a:cubicBezTo>
                  <a:cubicBezTo>
                    <a:pt x="190" y="76"/>
                    <a:pt x="202" y="71"/>
                    <a:pt x="213" y="70"/>
                  </a:cubicBezTo>
                  <a:lnTo>
                    <a:pt x="238" y="73"/>
                  </a:lnTo>
                  <a:lnTo>
                    <a:pt x="305" y="140"/>
                  </a:lnTo>
                  <a:lnTo>
                    <a:pt x="341" y="104"/>
                  </a:lnTo>
                  <a:lnTo>
                    <a:pt x="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5"/>
            <p:cNvSpPr/>
            <p:nvPr/>
          </p:nvSpPr>
          <p:spPr>
            <a:xfrm>
              <a:off x="4189175" y="4569100"/>
              <a:ext cx="17725" cy="17550"/>
            </a:xfrm>
            <a:custGeom>
              <a:rect b="b" l="l" r="r" t="t"/>
              <a:pathLst>
                <a:path extrusionOk="0" h="702" w="709">
                  <a:moveTo>
                    <a:pt x="312" y="1"/>
                  </a:moveTo>
                  <a:lnTo>
                    <a:pt x="0" y="313"/>
                  </a:lnTo>
                  <a:lnTo>
                    <a:pt x="99" y="413"/>
                  </a:lnTo>
                  <a:lnTo>
                    <a:pt x="135" y="374"/>
                  </a:lnTo>
                  <a:lnTo>
                    <a:pt x="80" y="320"/>
                  </a:lnTo>
                  <a:lnTo>
                    <a:pt x="80" y="297"/>
                  </a:lnTo>
                  <a:lnTo>
                    <a:pt x="228" y="147"/>
                  </a:lnTo>
                  <a:lnTo>
                    <a:pt x="383" y="304"/>
                  </a:lnTo>
                  <a:lnTo>
                    <a:pt x="287" y="399"/>
                  </a:lnTo>
                  <a:lnTo>
                    <a:pt x="269" y="399"/>
                  </a:lnTo>
                  <a:lnTo>
                    <a:pt x="246" y="374"/>
                  </a:lnTo>
                  <a:lnTo>
                    <a:pt x="208" y="411"/>
                  </a:lnTo>
                  <a:lnTo>
                    <a:pt x="307" y="509"/>
                  </a:lnTo>
                  <a:lnTo>
                    <a:pt x="343" y="471"/>
                  </a:lnTo>
                  <a:lnTo>
                    <a:pt x="318" y="449"/>
                  </a:lnTo>
                  <a:lnTo>
                    <a:pt x="318" y="431"/>
                  </a:lnTo>
                  <a:lnTo>
                    <a:pt x="415" y="335"/>
                  </a:lnTo>
                  <a:lnTo>
                    <a:pt x="562" y="482"/>
                  </a:lnTo>
                  <a:lnTo>
                    <a:pt x="422" y="621"/>
                  </a:lnTo>
                  <a:lnTo>
                    <a:pt x="398" y="620"/>
                  </a:lnTo>
                  <a:lnTo>
                    <a:pt x="351" y="570"/>
                  </a:lnTo>
                  <a:lnTo>
                    <a:pt x="313" y="607"/>
                  </a:lnTo>
                  <a:lnTo>
                    <a:pt x="408" y="702"/>
                  </a:lnTo>
                  <a:lnTo>
                    <a:pt x="709" y="399"/>
                  </a:lnTo>
                  <a:lnTo>
                    <a:pt x="677" y="367"/>
                  </a:lnTo>
                  <a:lnTo>
                    <a:pt x="625" y="419"/>
                  </a:lnTo>
                  <a:lnTo>
                    <a:pt x="291" y="85"/>
                  </a:lnTo>
                  <a:lnTo>
                    <a:pt x="343" y="33"/>
                  </a:lnTo>
                  <a:lnTo>
                    <a:pt x="3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5"/>
            <p:cNvSpPr/>
            <p:nvPr/>
          </p:nvSpPr>
          <p:spPr>
            <a:xfrm>
              <a:off x="3830825" y="4572575"/>
              <a:ext cx="15475" cy="13850"/>
            </a:xfrm>
            <a:custGeom>
              <a:rect b="b" l="l" r="r" t="t"/>
              <a:pathLst>
                <a:path extrusionOk="0" h="554" w="619">
                  <a:moveTo>
                    <a:pt x="359" y="1"/>
                  </a:moveTo>
                  <a:cubicBezTo>
                    <a:pt x="322" y="1"/>
                    <a:pt x="288" y="15"/>
                    <a:pt x="259" y="45"/>
                  </a:cubicBezTo>
                  <a:cubicBezTo>
                    <a:pt x="238" y="65"/>
                    <a:pt x="226" y="89"/>
                    <a:pt x="223" y="114"/>
                  </a:cubicBezTo>
                  <a:cubicBezTo>
                    <a:pt x="220" y="137"/>
                    <a:pt x="221" y="162"/>
                    <a:pt x="226" y="188"/>
                  </a:cubicBezTo>
                  <a:cubicBezTo>
                    <a:pt x="231" y="214"/>
                    <a:pt x="238" y="240"/>
                    <a:pt x="250" y="265"/>
                  </a:cubicBezTo>
                  <a:cubicBezTo>
                    <a:pt x="260" y="291"/>
                    <a:pt x="269" y="316"/>
                    <a:pt x="275" y="341"/>
                  </a:cubicBezTo>
                  <a:cubicBezTo>
                    <a:pt x="284" y="363"/>
                    <a:pt x="286" y="387"/>
                    <a:pt x="286" y="408"/>
                  </a:cubicBezTo>
                  <a:cubicBezTo>
                    <a:pt x="286" y="428"/>
                    <a:pt x="278" y="446"/>
                    <a:pt x="263" y="461"/>
                  </a:cubicBezTo>
                  <a:cubicBezTo>
                    <a:pt x="246" y="479"/>
                    <a:pt x="227" y="486"/>
                    <a:pt x="207" y="486"/>
                  </a:cubicBezTo>
                  <a:cubicBezTo>
                    <a:pt x="205" y="486"/>
                    <a:pt x="203" y="486"/>
                    <a:pt x="200" y="486"/>
                  </a:cubicBezTo>
                  <a:cubicBezTo>
                    <a:pt x="176" y="483"/>
                    <a:pt x="154" y="471"/>
                    <a:pt x="131" y="449"/>
                  </a:cubicBezTo>
                  <a:cubicBezTo>
                    <a:pt x="119" y="436"/>
                    <a:pt x="105" y="421"/>
                    <a:pt x="93" y="406"/>
                  </a:cubicBezTo>
                  <a:cubicBezTo>
                    <a:pt x="81" y="390"/>
                    <a:pt x="72" y="378"/>
                    <a:pt x="68" y="369"/>
                  </a:cubicBezTo>
                  <a:lnTo>
                    <a:pt x="73" y="346"/>
                  </a:lnTo>
                  <a:lnTo>
                    <a:pt x="135" y="284"/>
                  </a:lnTo>
                  <a:lnTo>
                    <a:pt x="99" y="248"/>
                  </a:lnTo>
                  <a:lnTo>
                    <a:pt x="1" y="346"/>
                  </a:lnTo>
                  <a:cubicBezTo>
                    <a:pt x="9" y="364"/>
                    <a:pt x="21" y="385"/>
                    <a:pt x="36" y="408"/>
                  </a:cubicBezTo>
                  <a:cubicBezTo>
                    <a:pt x="51" y="429"/>
                    <a:pt x="72" y="454"/>
                    <a:pt x="98" y="480"/>
                  </a:cubicBezTo>
                  <a:cubicBezTo>
                    <a:pt x="139" y="521"/>
                    <a:pt x="181" y="545"/>
                    <a:pt x="224" y="552"/>
                  </a:cubicBezTo>
                  <a:cubicBezTo>
                    <a:pt x="231" y="553"/>
                    <a:pt x="237" y="554"/>
                    <a:pt x="244" y="554"/>
                  </a:cubicBezTo>
                  <a:cubicBezTo>
                    <a:pt x="279" y="554"/>
                    <a:pt x="309" y="540"/>
                    <a:pt x="336" y="513"/>
                  </a:cubicBezTo>
                  <a:cubicBezTo>
                    <a:pt x="358" y="491"/>
                    <a:pt x="371" y="468"/>
                    <a:pt x="375" y="444"/>
                  </a:cubicBezTo>
                  <a:cubicBezTo>
                    <a:pt x="379" y="419"/>
                    <a:pt x="379" y="393"/>
                    <a:pt x="372" y="368"/>
                  </a:cubicBezTo>
                  <a:cubicBezTo>
                    <a:pt x="367" y="342"/>
                    <a:pt x="360" y="316"/>
                    <a:pt x="350" y="290"/>
                  </a:cubicBezTo>
                  <a:cubicBezTo>
                    <a:pt x="339" y="264"/>
                    <a:pt x="330" y="240"/>
                    <a:pt x="322" y="217"/>
                  </a:cubicBezTo>
                  <a:cubicBezTo>
                    <a:pt x="315" y="193"/>
                    <a:pt x="310" y="171"/>
                    <a:pt x="310" y="151"/>
                  </a:cubicBezTo>
                  <a:cubicBezTo>
                    <a:pt x="310" y="130"/>
                    <a:pt x="319" y="112"/>
                    <a:pt x="334" y="96"/>
                  </a:cubicBezTo>
                  <a:cubicBezTo>
                    <a:pt x="346" y="85"/>
                    <a:pt x="358" y="78"/>
                    <a:pt x="372" y="73"/>
                  </a:cubicBezTo>
                  <a:cubicBezTo>
                    <a:pt x="380" y="71"/>
                    <a:pt x="388" y="70"/>
                    <a:pt x="395" y="70"/>
                  </a:cubicBezTo>
                  <a:cubicBezTo>
                    <a:pt x="401" y="70"/>
                    <a:pt x="408" y="71"/>
                    <a:pt x="415" y="72"/>
                  </a:cubicBezTo>
                  <a:cubicBezTo>
                    <a:pt x="429" y="74"/>
                    <a:pt x="444" y="81"/>
                    <a:pt x="458" y="90"/>
                  </a:cubicBezTo>
                  <a:cubicBezTo>
                    <a:pt x="472" y="99"/>
                    <a:pt x="486" y="110"/>
                    <a:pt x="500" y="124"/>
                  </a:cubicBezTo>
                  <a:cubicBezTo>
                    <a:pt x="515" y="137"/>
                    <a:pt x="526" y="153"/>
                    <a:pt x="535" y="167"/>
                  </a:cubicBezTo>
                  <a:cubicBezTo>
                    <a:pt x="544" y="183"/>
                    <a:pt x="550" y="196"/>
                    <a:pt x="551" y="208"/>
                  </a:cubicBezTo>
                  <a:lnTo>
                    <a:pt x="547" y="232"/>
                  </a:lnTo>
                  <a:lnTo>
                    <a:pt x="480" y="299"/>
                  </a:lnTo>
                  <a:lnTo>
                    <a:pt x="516" y="336"/>
                  </a:lnTo>
                  <a:lnTo>
                    <a:pt x="619" y="232"/>
                  </a:lnTo>
                  <a:cubicBezTo>
                    <a:pt x="617" y="217"/>
                    <a:pt x="609" y="196"/>
                    <a:pt x="594" y="170"/>
                  </a:cubicBezTo>
                  <a:cubicBezTo>
                    <a:pt x="578" y="145"/>
                    <a:pt x="558" y="119"/>
                    <a:pt x="531" y="91"/>
                  </a:cubicBezTo>
                  <a:cubicBezTo>
                    <a:pt x="483" y="43"/>
                    <a:pt x="433" y="13"/>
                    <a:pt x="386" y="3"/>
                  </a:cubicBezTo>
                  <a:cubicBezTo>
                    <a:pt x="377" y="2"/>
                    <a:pt x="368"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5"/>
            <p:cNvSpPr/>
            <p:nvPr/>
          </p:nvSpPr>
          <p:spPr>
            <a:xfrm>
              <a:off x="3814200" y="4558825"/>
              <a:ext cx="21275" cy="21450"/>
            </a:xfrm>
            <a:custGeom>
              <a:rect b="b" l="l" r="r" t="t"/>
              <a:pathLst>
                <a:path extrusionOk="0" h="858" w="851">
                  <a:moveTo>
                    <a:pt x="541" y="0"/>
                  </a:moveTo>
                  <a:lnTo>
                    <a:pt x="81" y="272"/>
                  </a:lnTo>
                  <a:lnTo>
                    <a:pt x="33" y="223"/>
                  </a:lnTo>
                  <a:lnTo>
                    <a:pt x="0" y="256"/>
                  </a:lnTo>
                  <a:lnTo>
                    <a:pt x="140" y="394"/>
                  </a:lnTo>
                  <a:lnTo>
                    <a:pt x="173" y="362"/>
                  </a:lnTo>
                  <a:lnTo>
                    <a:pt x="123" y="314"/>
                  </a:lnTo>
                  <a:lnTo>
                    <a:pt x="420" y="129"/>
                  </a:lnTo>
                  <a:lnTo>
                    <a:pt x="514" y="70"/>
                  </a:lnTo>
                  <a:lnTo>
                    <a:pt x="516" y="72"/>
                  </a:lnTo>
                  <a:lnTo>
                    <a:pt x="459" y="165"/>
                  </a:lnTo>
                  <a:lnTo>
                    <a:pt x="266" y="520"/>
                  </a:lnTo>
                  <a:lnTo>
                    <a:pt x="308" y="563"/>
                  </a:lnTo>
                  <a:cubicBezTo>
                    <a:pt x="372" y="526"/>
                    <a:pt x="431" y="494"/>
                    <a:pt x="482" y="466"/>
                  </a:cubicBezTo>
                  <a:cubicBezTo>
                    <a:pt x="504" y="454"/>
                    <a:pt x="526" y="442"/>
                    <a:pt x="546" y="429"/>
                  </a:cubicBezTo>
                  <a:cubicBezTo>
                    <a:pt x="567" y="418"/>
                    <a:pt x="586" y="408"/>
                    <a:pt x="603" y="399"/>
                  </a:cubicBezTo>
                  <a:cubicBezTo>
                    <a:pt x="619" y="390"/>
                    <a:pt x="633" y="382"/>
                    <a:pt x="643" y="377"/>
                  </a:cubicBezTo>
                  <a:cubicBezTo>
                    <a:pt x="654" y="371"/>
                    <a:pt x="659" y="368"/>
                    <a:pt x="660" y="368"/>
                  </a:cubicBezTo>
                  <a:lnTo>
                    <a:pt x="759" y="314"/>
                  </a:lnTo>
                  <a:lnTo>
                    <a:pt x="762" y="316"/>
                  </a:lnTo>
                  <a:lnTo>
                    <a:pt x="701" y="407"/>
                  </a:lnTo>
                  <a:lnTo>
                    <a:pt x="519" y="710"/>
                  </a:lnTo>
                  <a:lnTo>
                    <a:pt x="465" y="655"/>
                  </a:lnTo>
                  <a:lnTo>
                    <a:pt x="433" y="687"/>
                  </a:lnTo>
                  <a:lnTo>
                    <a:pt x="603" y="858"/>
                  </a:lnTo>
                  <a:lnTo>
                    <a:pt x="635" y="826"/>
                  </a:lnTo>
                  <a:lnTo>
                    <a:pt x="586" y="777"/>
                  </a:lnTo>
                  <a:lnTo>
                    <a:pt x="851" y="310"/>
                  </a:lnTo>
                  <a:lnTo>
                    <a:pt x="785" y="244"/>
                  </a:lnTo>
                  <a:lnTo>
                    <a:pt x="381" y="470"/>
                  </a:lnTo>
                  <a:lnTo>
                    <a:pt x="381" y="470"/>
                  </a:lnTo>
                  <a:lnTo>
                    <a:pt x="607" y="66"/>
                  </a:lnTo>
                  <a:lnTo>
                    <a:pt x="5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5"/>
            <p:cNvSpPr/>
            <p:nvPr/>
          </p:nvSpPr>
          <p:spPr>
            <a:xfrm>
              <a:off x="3904800" y="4153225"/>
              <a:ext cx="4575" cy="4025"/>
            </a:xfrm>
            <a:custGeom>
              <a:rect b="b" l="l" r="r" t="t"/>
              <a:pathLst>
                <a:path extrusionOk="0" h="161" w="183">
                  <a:moveTo>
                    <a:pt x="91" y="0"/>
                  </a:moveTo>
                  <a:cubicBezTo>
                    <a:pt x="81" y="0"/>
                    <a:pt x="70" y="2"/>
                    <a:pt x="61" y="6"/>
                  </a:cubicBezTo>
                  <a:cubicBezTo>
                    <a:pt x="21" y="24"/>
                    <a:pt x="1" y="71"/>
                    <a:pt x="18" y="111"/>
                  </a:cubicBezTo>
                  <a:cubicBezTo>
                    <a:pt x="30" y="142"/>
                    <a:pt x="61" y="161"/>
                    <a:pt x="92" y="161"/>
                  </a:cubicBezTo>
                  <a:cubicBezTo>
                    <a:pt x="102" y="161"/>
                    <a:pt x="112" y="159"/>
                    <a:pt x="122" y="155"/>
                  </a:cubicBezTo>
                  <a:cubicBezTo>
                    <a:pt x="163" y="138"/>
                    <a:pt x="183" y="91"/>
                    <a:pt x="166" y="50"/>
                  </a:cubicBezTo>
                  <a:cubicBezTo>
                    <a:pt x="154" y="19"/>
                    <a:pt x="123" y="0"/>
                    <a:pt x="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5"/>
            <p:cNvSpPr/>
            <p:nvPr/>
          </p:nvSpPr>
          <p:spPr>
            <a:xfrm>
              <a:off x="3915625" y="4147800"/>
              <a:ext cx="4550" cy="4025"/>
            </a:xfrm>
            <a:custGeom>
              <a:rect b="b" l="l" r="r" t="t"/>
              <a:pathLst>
                <a:path extrusionOk="0" h="161" w="182">
                  <a:moveTo>
                    <a:pt x="90" y="1"/>
                  </a:moveTo>
                  <a:cubicBezTo>
                    <a:pt x="80" y="1"/>
                    <a:pt x="70" y="2"/>
                    <a:pt x="60" y="6"/>
                  </a:cubicBezTo>
                  <a:cubicBezTo>
                    <a:pt x="19" y="24"/>
                    <a:pt x="0" y="71"/>
                    <a:pt x="17" y="112"/>
                  </a:cubicBezTo>
                  <a:cubicBezTo>
                    <a:pt x="29" y="143"/>
                    <a:pt x="59" y="161"/>
                    <a:pt x="90" y="161"/>
                  </a:cubicBezTo>
                  <a:cubicBezTo>
                    <a:pt x="100" y="161"/>
                    <a:pt x="111" y="159"/>
                    <a:pt x="121" y="155"/>
                  </a:cubicBezTo>
                  <a:cubicBezTo>
                    <a:pt x="162" y="138"/>
                    <a:pt x="182" y="91"/>
                    <a:pt x="165" y="51"/>
                  </a:cubicBezTo>
                  <a:cubicBezTo>
                    <a:pt x="152" y="19"/>
                    <a:pt x="121" y="1"/>
                    <a:pt x="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5"/>
            <p:cNvSpPr/>
            <p:nvPr/>
          </p:nvSpPr>
          <p:spPr>
            <a:xfrm>
              <a:off x="3927050" y="4144000"/>
              <a:ext cx="4575" cy="4050"/>
            </a:xfrm>
            <a:custGeom>
              <a:rect b="b" l="l" r="r" t="t"/>
              <a:pathLst>
                <a:path extrusionOk="0" h="162" w="183">
                  <a:moveTo>
                    <a:pt x="92" y="0"/>
                  </a:moveTo>
                  <a:cubicBezTo>
                    <a:pt x="82" y="0"/>
                    <a:pt x="71" y="2"/>
                    <a:pt x="61" y="7"/>
                  </a:cubicBezTo>
                  <a:cubicBezTo>
                    <a:pt x="20" y="23"/>
                    <a:pt x="0" y="71"/>
                    <a:pt x="18" y="111"/>
                  </a:cubicBezTo>
                  <a:cubicBezTo>
                    <a:pt x="31" y="142"/>
                    <a:pt x="61" y="161"/>
                    <a:pt x="93" y="161"/>
                  </a:cubicBezTo>
                  <a:cubicBezTo>
                    <a:pt x="102" y="161"/>
                    <a:pt x="112" y="159"/>
                    <a:pt x="122" y="155"/>
                  </a:cubicBezTo>
                  <a:cubicBezTo>
                    <a:pt x="163" y="138"/>
                    <a:pt x="183" y="90"/>
                    <a:pt x="165" y="50"/>
                  </a:cubicBezTo>
                  <a:cubicBezTo>
                    <a:pt x="153" y="19"/>
                    <a:pt x="123" y="0"/>
                    <a:pt x="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5"/>
            <p:cNvSpPr/>
            <p:nvPr/>
          </p:nvSpPr>
          <p:spPr>
            <a:xfrm>
              <a:off x="3770900" y="4300150"/>
              <a:ext cx="4575" cy="4025"/>
            </a:xfrm>
            <a:custGeom>
              <a:rect b="b" l="l" r="r" t="t"/>
              <a:pathLst>
                <a:path extrusionOk="0" h="161" w="183">
                  <a:moveTo>
                    <a:pt x="91" y="1"/>
                  </a:moveTo>
                  <a:cubicBezTo>
                    <a:pt x="59" y="1"/>
                    <a:pt x="30" y="19"/>
                    <a:pt x="18" y="50"/>
                  </a:cubicBezTo>
                  <a:cubicBezTo>
                    <a:pt x="0" y="92"/>
                    <a:pt x="20" y="138"/>
                    <a:pt x="61" y="155"/>
                  </a:cubicBezTo>
                  <a:cubicBezTo>
                    <a:pt x="71" y="159"/>
                    <a:pt x="82" y="161"/>
                    <a:pt x="92" y="161"/>
                  </a:cubicBezTo>
                  <a:cubicBezTo>
                    <a:pt x="124" y="161"/>
                    <a:pt x="153" y="142"/>
                    <a:pt x="166" y="111"/>
                  </a:cubicBezTo>
                  <a:cubicBezTo>
                    <a:pt x="183" y="70"/>
                    <a:pt x="163" y="24"/>
                    <a:pt x="122" y="7"/>
                  </a:cubicBezTo>
                  <a:cubicBezTo>
                    <a:pt x="112" y="3"/>
                    <a:pt x="101"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5"/>
            <p:cNvSpPr/>
            <p:nvPr/>
          </p:nvSpPr>
          <p:spPr>
            <a:xfrm>
              <a:off x="3774700" y="4288700"/>
              <a:ext cx="4575" cy="4050"/>
            </a:xfrm>
            <a:custGeom>
              <a:rect b="b" l="l" r="r" t="t"/>
              <a:pathLst>
                <a:path extrusionOk="0" h="162" w="183">
                  <a:moveTo>
                    <a:pt x="92" y="1"/>
                  </a:moveTo>
                  <a:cubicBezTo>
                    <a:pt x="60" y="1"/>
                    <a:pt x="31" y="19"/>
                    <a:pt x="17" y="50"/>
                  </a:cubicBezTo>
                  <a:cubicBezTo>
                    <a:pt x="1" y="92"/>
                    <a:pt x="20" y="138"/>
                    <a:pt x="62" y="155"/>
                  </a:cubicBezTo>
                  <a:cubicBezTo>
                    <a:pt x="72" y="159"/>
                    <a:pt x="82" y="161"/>
                    <a:pt x="92" y="161"/>
                  </a:cubicBezTo>
                  <a:cubicBezTo>
                    <a:pt x="124" y="161"/>
                    <a:pt x="153" y="142"/>
                    <a:pt x="166" y="111"/>
                  </a:cubicBezTo>
                  <a:cubicBezTo>
                    <a:pt x="182" y="70"/>
                    <a:pt x="164" y="23"/>
                    <a:pt x="123" y="7"/>
                  </a:cubicBezTo>
                  <a:cubicBezTo>
                    <a:pt x="112" y="3"/>
                    <a:pt x="102"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5"/>
            <p:cNvSpPr/>
            <p:nvPr/>
          </p:nvSpPr>
          <p:spPr>
            <a:xfrm>
              <a:off x="3780100" y="4277925"/>
              <a:ext cx="4575" cy="4050"/>
            </a:xfrm>
            <a:custGeom>
              <a:rect b="b" l="l" r="r" t="t"/>
              <a:pathLst>
                <a:path extrusionOk="0" h="162" w="183">
                  <a:moveTo>
                    <a:pt x="91" y="1"/>
                  </a:moveTo>
                  <a:cubicBezTo>
                    <a:pt x="59" y="1"/>
                    <a:pt x="30" y="20"/>
                    <a:pt x="17" y="51"/>
                  </a:cubicBezTo>
                  <a:cubicBezTo>
                    <a:pt x="0" y="91"/>
                    <a:pt x="20" y="138"/>
                    <a:pt x="61" y="155"/>
                  </a:cubicBezTo>
                  <a:cubicBezTo>
                    <a:pt x="71" y="159"/>
                    <a:pt x="82" y="161"/>
                    <a:pt x="92" y="161"/>
                  </a:cubicBezTo>
                  <a:cubicBezTo>
                    <a:pt x="124" y="161"/>
                    <a:pt x="153" y="143"/>
                    <a:pt x="166" y="112"/>
                  </a:cubicBezTo>
                  <a:cubicBezTo>
                    <a:pt x="182" y="71"/>
                    <a:pt x="162" y="24"/>
                    <a:pt x="121" y="7"/>
                  </a:cubicBezTo>
                  <a:cubicBezTo>
                    <a:pt x="111" y="3"/>
                    <a:pt x="101"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5"/>
            <p:cNvSpPr/>
            <p:nvPr/>
          </p:nvSpPr>
          <p:spPr>
            <a:xfrm>
              <a:off x="3780100" y="4498725"/>
              <a:ext cx="4600" cy="4050"/>
            </a:xfrm>
            <a:custGeom>
              <a:rect b="b" l="l" r="r" t="t"/>
              <a:pathLst>
                <a:path extrusionOk="0" h="162" w="184">
                  <a:moveTo>
                    <a:pt x="91" y="1"/>
                  </a:moveTo>
                  <a:cubicBezTo>
                    <a:pt x="81" y="1"/>
                    <a:pt x="71" y="3"/>
                    <a:pt x="61" y="6"/>
                  </a:cubicBezTo>
                  <a:cubicBezTo>
                    <a:pt x="20" y="24"/>
                    <a:pt x="0" y="71"/>
                    <a:pt x="17" y="112"/>
                  </a:cubicBezTo>
                  <a:cubicBezTo>
                    <a:pt x="29" y="143"/>
                    <a:pt x="60" y="161"/>
                    <a:pt x="91" y="161"/>
                  </a:cubicBezTo>
                  <a:cubicBezTo>
                    <a:pt x="101" y="161"/>
                    <a:pt x="112" y="159"/>
                    <a:pt x="121" y="155"/>
                  </a:cubicBezTo>
                  <a:cubicBezTo>
                    <a:pt x="162" y="139"/>
                    <a:pt x="183" y="91"/>
                    <a:pt x="166" y="51"/>
                  </a:cubicBezTo>
                  <a:cubicBezTo>
                    <a:pt x="153" y="19"/>
                    <a:pt x="122"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5"/>
            <p:cNvSpPr/>
            <p:nvPr/>
          </p:nvSpPr>
          <p:spPr>
            <a:xfrm>
              <a:off x="3774675" y="4487975"/>
              <a:ext cx="4575" cy="4025"/>
            </a:xfrm>
            <a:custGeom>
              <a:rect b="b" l="l" r="r" t="t"/>
              <a:pathLst>
                <a:path extrusionOk="0" h="161" w="183">
                  <a:moveTo>
                    <a:pt x="93" y="0"/>
                  </a:moveTo>
                  <a:cubicBezTo>
                    <a:pt x="82" y="0"/>
                    <a:pt x="72" y="2"/>
                    <a:pt x="62" y="6"/>
                  </a:cubicBezTo>
                  <a:cubicBezTo>
                    <a:pt x="20" y="23"/>
                    <a:pt x="1" y="70"/>
                    <a:pt x="17" y="110"/>
                  </a:cubicBezTo>
                  <a:cubicBezTo>
                    <a:pt x="30" y="142"/>
                    <a:pt x="61" y="161"/>
                    <a:pt x="92" y="161"/>
                  </a:cubicBezTo>
                  <a:cubicBezTo>
                    <a:pt x="102" y="161"/>
                    <a:pt x="112" y="159"/>
                    <a:pt x="121" y="155"/>
                  </a:cubicBezTo>
                  <a:cubicBezTo>
                    <a:pt x="163" y="137"/>
                    <a:pt x="182" y="90"/>
                    <a:pt x="166" y="50"/>
                  </a:cubicBezTo>
                  <a:cubicBezTo>
                    <a:pt x="153" y="18"/>
                    <a:pt x="124" y="0"/>
                    <a:pt x="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5"/>
            <p:cNvSpPr/>
            <p:nvPr/>
          </p:nvSpPr>
          <p:spPr>
            <a:xfrm>
              <a:off x="3770650" y="4476450"/>
              <a:ext cx="4475" cy="4025"/>
            </a:xfrm>
            <a:custGeom>
              <a:rect b="b" l="l" r="r" t="t"/>
              <a:pathLst>
                <a:path extrusionOk="0" h="161" w="179">
                  <a:moveTo>
                    <a:pt x="89" y="0"/>
                  </a:moveTo>
                  <a:cubicBezTo>
                    <a:pt x="70" y="0"/>
                    <a:pt x="50" y="7"/>
                    <a:pt x="35" y="22"/>
                  </a:cubicBezTo>
                  <a:cubicBezTo>
                    <a:pt x="3" y="51"/>
                    <a:pt x="1" y="102"/>
                    <a:pt x="30" y="135"/>
                  </a:cubicBezTo>
                  <a:cubicBezTo>
                    <a:pt x="46" y="152"/>
                    <a:pt x="67" y="160"/>
                    <a:pt x="89" y="160"/>
                  </a:cubicBezTo>
                  <a:cubicBezTo>
                    <a:pt x="108" y="160"/>
                    <a:pt x="128" y="154"/>
                    <a:pt x="143" y="140"/>
                  </a:cubicBezTo>
                  <a:cubicBezTo>
                    <a:pt x="176" y="110"/>
                    <a:pt x="178" y="60"/>
                    <a:pt x="148" y="27"/>
                  </a:cubicBezTo>
                  <a:cubicBezTo>
                    <a:pt x="133" y="9"/>
                    <a:pt x="111" y="0"/>
                    <a:pt x="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5"/>
            <p:cNvSpPr/>
            <p:nvPr/>
          </p:nvSpPr>
          <p:spPr>
            <a:xfrm>
              <a:off x="3927050" y="4632625"/>
              <a:ext cx="4575" cy="4025"/>
            </a:xfrm>
            <a:custGeom>
              <a:rect b="b" l="l" r="r" t="t"/>
              <a:pathLst>
                <a:path extrusionOk="0" h="161" w="183">
                  <a:moveTo>
                    <a:pt x="91" y="1"/>
                  </a:moveTo>
                  <a:cubicBezTo>
                    <a:pt x="60" y="1"/>
                    <a:pt x="30" y="20"/>
                    <a:pt x="18" y="51"/>
                  </a:cubicBezTo>
                  <a:cubicBezTo>
                    <a:pt x="0" y="92"/>
                    <a:pt x="20" y="138"/>
                    <a:pt x="61" y="155"/>
                  </a:cubicBezTo>
                  <a:cubicBezTo>
                    <a:pt x="71" y="159"/>
                    <a:pt x="82" y="161"/>
                    <a:pt x="92" y="161"/>
                  </a:cubicBezTo>
                  <a:cubicBezTo>
                    <a:pt x="124" y="161"/>
                    <a:pt x="153" y="143"/>
                    <a:pt x="165" y="112"/>
                  </a:cubicBezTo>
                  <a:cubicBezTo>
                    <a:pt x="183" y="71"/>
                    <a:pt x="163" y="25"/>
                    <a:pt x="122" y="7"/>
                  </a:cubicBezTo>
                  <a:cubicBezTo>
                    <a:pt x="112" y="3"/>
                    <a:pt x="101"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5"/>
            <p:cNvSpPr/>
            <p:nvPr/>
          </p:nvSpPr>
          <p:spPr>
            <a:xfrm>
              <a:off x="3915625" y="4628850"/>
              <a:ext cx="4550" cy="4050"/>
            </a:xfrm>
            <a:custGeom>
              <a:rect b="b" l="l" r="r" t="t"/>
              <a:pathLst>
                <a:path extrusionOk="0" h="162" w="182">
                  <a:moveTo>
                    <a:pt x="91" y="1"/>
                  </a:moveTo>
                  <a:cubicBezTo>
                    <a:pt x="59" y="1"/>
                    <a:pt x="29" y="20"/>
                    <a:pt x="17" y="51"/>
                  </a:cubicBezTo>
                  <a:cubicBezTo>
                    <a:pt x="0" y="92"/>
                    <a:pt x="19" y="139"/>
                    <a:pt x="60" y="155"/>
                  </a:cubicBezTo>
                  <a:cubicBezTo>
                    <a:pt x="70" y="159"/>
                    <a:pt x="81" y="161"/>
                    <a:pt x="91" y="161"/>
                  </a:cubicBezTo>
                  <a:cubicBezTo>
                    <a:pt x="123" y="161"/>
                    <a:pt x="152" y="143"/>
                    <a:pt x="165" y="112"/>
                  </a:cubicBezTo>
                  <a:cubicBezTo>
                    <a:pt x="182" y="71"/>
                    <a:pt x="161" y="24"/>
                    <a:pt x="121" y="7"/>
                  </a:cubicBezTo>
                  <a:cubicBezTo>
                    <a:pt x="111" y="3"/>
                    <a:pt x="101"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5"/>
            <p:cNvSpPr/>
            <p:nvPr/>
          </p:nvSpPr>
          <p:spPr>
            <a:xfrm>
              <a:off x="3904800" y="4623450"/>
              <a:ext cx="4575" cy="4025"/>
            </a:xfrm>
            <a:custGeom>
              <a:rect b="b" l="l" r="r" t="t"/>
              <a:pathLst>
                <a:path extrusionOk="0" h="161" w="183">
                  <a:moveTo>
                    <a:pt x="92" y="0"/>
                  </a:moveTo>
                  <a:cubicBezTo>
                    <a:pt x="60" y="0"/>
                    <a:pt x="30" y="19"/>
                    <a:pt x="18" y="50"/>
                  </a:cubicBezTo>
                  <a:cubicBezTo>
                    <a:pt x="1" y="92"/>
                    <a:pt x="21" y="138"/>
                    <a:pt x="61" y="155"/>
                  </a:cubicBezTo>
                  <a:cubicBezTo>
                    <a:pt x="71" y="159"/>
                    <a:pt x="81" y="160"/>
                    <a:pt x="91" y="160"/>
                  </a:cubicBezTo>
                  <a:cubicBezTo>
                    <a:pt x="123" y="160"/>
                    <a:pt x="154" y="142"/>
                    <a:pt x="166" y="111"/>
                  </a:cubicBezTo>
                  <a:cubicBezTo>
                    <a:pt x="183" y="70"/>
                    <a:pt x="163" y="24"/>
                    <a:pt x="122" y="6"/>
                  </a:cubicBezTo>
                  <a:cubicBezTo>
                    <a:pt x="112" y="2"/>
                    <a:pt x="102" y="0"/>
                    <a:pt x="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5"/>
            <p:cNvSpPr/>
            <p:nvPr/>
          </p:nvSpPr>
          <p:spPr>
            <a:xfrm>
              <a:off x="4125600" y="4623450"/>
              <a:ext cx="4575" cy="4025"/>
            </a:xfrm>
            <a:custGeom>
              <a:rect b="b" l="l" r="r" t="t"/>
              <a:pathLst>
                <a:path extrusionOk="0" h="161" w="183">
                  <a:moveTo>
                    <a:pt x="92" y="0"/>
                  </a:moveTo>
                  <a:cubicBezTo>
                    <a:pt x="82" y="0"/>
                    <a:pt x="72" y="2"/>
                    <a:pt x="62" y="6"/>
                  </a:cubicBezTo>
                  <a:cubicBezTo>
                    <a:pt x="20" y="23"/>
                    <a:pt x="1" y="71"/>
                    <a:pt x="17" y="111"/>
                  </a:cubicBezTo>
                  <a:cubicBezTo>
                    <a:pt x="30" y="142"/>
                    <a:pt x="60" y="161"/>
                    <a:pt x="92" y="161"/>
                  </a:cubicBezTo>
                  <a:cubicBezTo>
                    <a:pt x="102" y="161"/>
                    <a:pt x="112" y="159"/>
                    <a:pt x="122" y="155"/>
                  </a:cubicBezTo>
                  <a:cubicBezTo>
                    <a:pt x="163" y="138"/>
                    <a:pt x="182" y="91"/>
                    <a:pt x="166" y="50"/>
                  </a:cubicBezTo>
                  <a:cubicBezTo>
                    <a:pt x="154" y="19"/>
                    <a:pt x="124" y="0"/>
                    <a:pt x="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5"/>
            <p:cNvSpPr/>
            <p:nvPr/>
          </p:nvSpPr>
          <p:spPr>
            <a:xfrm>
              <a:off x="4114825" y="4628850"/>
              <a:ext cx="4600" cy="4050"/>
            </a:xfrm>
            <a:custGeom>
              <a:rect b="b" l="l" r="r" t="t"/>
              <a:pathLst>
                <a:path extrusionOk="0" h="162" w="184">
                  <a:moveTo>
                    <a:pt x="92" y="1"/>
                  </a:moveTo>
                  <a:cubicBezTo>
                    <a:pt x="82" y="1"/>
                    <a:pt x="71" y="3"/>
                    <a:pt x="61" y="7"/>
                  </a:cubicBezTo>
                  <a:cubicBezTo>
                    <a:pt x="20" y="24"/>
                    <a:pt x="1" y="72"/>
                    <a:pt x="18" y="112"/>
                  </a:cubicBezTo>
                  <a:cubicBezTo>
                    <a:pt x="31" y="143"/>
                    <a:pt x="61" y="161"/>
                    <a:pt x="92" y="161"/>
                  </a:cubicBezTo>
                  <a:cubicBezTo>
                    <a:pt x="102" y="161"/>
                    <a:pt x="112" y="159"/>
                    <a:pt x="122" y="155"/>
                  </a:cubicBezTo>
                  <a:cubicBezTo>
                    <a:pt x="163" y="139"/>
                    <a:pt x="183" y="91"/>
                    <a:pt x="166" y="51"/>
                  </a:cubicBezTo>
                  <a:cubicBezTo>
                    <a:pt x="153" y="20"/>
                    <a:pt x="123"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5"/>
            <p:cNvSpPr/>
            <p:nvPr/>
          </p:nvSpPr>
          <p:spPr>
            <a:xfrm>
              <a:off x="4103400" y="4632625"/>
              <a:ext cx="4575" cy="4050"/>
            </a:xfrm>
            <a:custGeom>
              <a:rect b="b" l="l" r="r" t="t"/>
              <a:pathLst>
                <a:path extrusionOk="0" h="162" w="183">
                  <a:moveTo>
                    <a:pt x="92" y="1"/>
                  </a:moveTo>
                  <a:cubicBezTo>
                    <a:pt x="81" y="1"/>
                    <a:pt x="71" y="3"/>
                    <a:pt x="60" y="7"/>
                  </a:cubicBezTo>
                  <a:cubicBezTo>
                    <a:pt x="19" y="24"/>
                    <a:pt x="0" y="71"/>
                    <a:pt x="17" y="112"/>
                  </a:cubicBezTo>
                  <a:cubicBezTo>
                    <a:pt x="29" y="143"/>
                    <a:pt x="59" y="161"/>
                    <a:pt x="90" y="161"/>
                  </a:cubicBezTo>
                  <a:cubicBezTo>
                    <a:pt x="101" y="161"/>
                    <a:pt x="111" y="159"/>
                    <a:pt x="121" y="155"/>
                  </a:cubicBezTo>
                  <a:cubicBezTo>
                    <a:pt x="162" y="138"/>
                    <a:pt x="182" y="91"/>
                    <a:pt x="166" y="51"/>
                  </a:cubicBezTo>
                  <a:cubicBezTo>
                    <a:pt x="152" y="20"/>
                    <a:pt x="123"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5"/>
            <p:cNvSpPr/>
            <p:nvPr/>
          </p:nvSpPr>
          <p:spPr>
            <a:xfrm>
              <a:off x="4259525" y="4476525"/>
              <a:ext cx="4600" cy="4025"/>
            </a:xfrm>
            <a:custGeom>
              <a:rect b="b" l="l" r="r" t="t"/>
              <a:pathLst>
                <a:path extrusionOk="0" h="161" w="184">
                  <a:moveTo>
                    <a:pt x="92" y="0"/>
                  </a:moveTo>
                  <a:cubicBezTo>
                    <a:pt x="61" y="0"/>
                    <a:pt x="31" y="19"/>
                    <a:pt x="18" y="50"/>
                  </a:cubicBezTo>
                  <a:cubicBezTo>
                    <a:pt x="1" y="90"/>
                    <a:pt x="20" y="138"/>
                    <a:pt x="62" y="155"/>
                  </a:cubicBezTo>
                  <a:cubicBezTo>
                    <a:pt x="71" y="159"/>
                    <a:pt x="82" y="161"/>
                    <a:pt x="92" y="161"/>
                  </a:cubicBezTo>
                  <a:cubicBezTo>
                    <a:pt x="123" y="161"/>
                    <a:pt x="153" y="142"/>
                    <a:pt x="166" y="110"/>
                  </a:cubicBezTo>
                  <a:cubicBezTo>
                    <a:pt x="183" y="69"/>
                    <a:pt x="164" y="23"/>
                    <a:pt x="122" y="6"/>
                  </a:cubicBezTo>
                  <a:cubicBezTo>
                    <a:pt x="113" y="2"/>
                    <a:pt x="102" y="0"/>
                    <a:pt x="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5"/>
            <p:cNvSpPr/>
            <p:nvPr/>
          </p:nvSpPr>
          <p:spPr>
            <a:xfrm>
              <a:off x="4255750" y="4487975"/>
              <a:ext cx="4550" cy="4025"/>
            </a:xfrm>
            <a:custGeom>
              <a:rect b="b" l="l" r="r" t="t"/>
              <a:pathLst>
                <a:path extrusionOk="0" h="161" w="182">
                  <a:moveTo>
                    <a:pt x="90" y="0"/>
                  </a:moveTo>
                  <a:cubicBezTo>
                    <a:pt x="58" y="0"/>
                    <a:pt x="29" y="18"/>
                    <a:pt x="17" y="50"/>
                  </a:cubicBezTo>
                  <a:cubicBezTo>
                    <a:pt x="0" y="90"/>
                    <a:pt x="20" y="137"/>
                    <a:pt x="61" y="155"/>
                  </a:cubicBezTo>
                  <a:cubicBezTo>
                    <a:pt x="71" y="159"/>
                    <a:pt x="81" y="161"/>
                    <a:pt x="91" y="161"/>
                  </a:cubicBezTo>
                  <a:cubicBezTo>
                    <a:pt x="123" y="161"/>
                    <a:pt x="153" y="142"/>
                    <a:pt x="165" y="110"/>
                  </a:cubicBezTo>
                  <a:cubicBezTo>
                    <a:pt x="182" y="69"/>
                    <a:pt x="162" y="23"/>
                    <a:pt x="121" y="6"/>
                  </a:cubicBezTo>
                  <a:cubicBezTo>
                    <a:pt x="111" y="2"/>
                    <a:pt x="100" y="0"/>
                    <a:pt x="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5"/>
            <p:cNvSpPr/>
            <p:nvPr/>
          </p:nvSpPr>
          <p:spPr>
            <a:xfrm>
              <a:off x="4250350" y="4498725"/>
              <a:ext cx="4550" cy="4050"/>
            </a:xfrm>
            <a:custGeom>
              <a:rect b="b" l="l" r="r" t="t"/>
              <a:pathLst>
                <a:path extrusionOk="0" h="162" w="182">
                  <a:moveTo>
                    <a:pt x="92" y="1"/>
                  </a:moveTo>
                  <a:cubicBezTo>
                    <a:pt x="60" y="1"/>
                    <a:pt x="30" y="19"/>
                    <a:pt x="17" y="51"/>
                  </a:cubicBezTo>
                  <a:cubicBezTo>
                    <a:pt x="0" y="92"/>
                    <a:pt x="20" y="139"/>
                    <a:pt x="61" y="155"/>
                  </a:cubicBezTo>
                  <a:cubicBezTo>
                    <a:pt x="71" y="159"/>
                    <a:pt x="82" y="161"/>
                    <a:pt x="92" y="161"/>
                  </a:cubicBezTo>
                  <a:cubicBezTo>
                    <a:pt x="124" y="161"/>
                    <a:pt x="153" y="143"/>
                    <a:pt x="165" y="112"/>
                  </a:cubicBezTo>
                  <a:cubicBezTo>
                    <a:pt x="182" y="71"/>
                    <a:pt x="163" y="24"/>
                    <a:pt x="122" y="6"/>
                  </a:cubicBezTo>
                  <a:cubicBezTo>
                    <a:pt x="112" y="3"/>
                    <a:pt x="102"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5"/>
            <p:cNvSpPr/>
            <p:nvPr/>
          </p:nvSpPr>
          <p:spPr>
            <a:xfrm>
              <a:off x="4250325" y="4277925"/>
              <a:ext cx="4550" cy="4050"/>
            </a:xfrm>
            <a:custGeom>
              <a:rect b="b" l="l" r="r" t="t"/>
              <a:pathLst>
                <a:path extrusionOk="0" h="162" w="182">
                  <a:moveTo>
                    <a:pt x="91" y="1"/>
                  </a:moveTo>
                  <a:cubicBezTo>
                    <a:pt x="81" y="1"/>
                    <a:pt x="71" y="3"/>
                    <a:pt x="61" y="7"/>
                  </a:cubicBezTo>
                  <a:cubicBezTo>
                    <a:pt x="20" y="24"/>
                    <a:pt x="0" y="71"/>
                    <a:pt x="17" y="112"/>
                  </a:cubicBezTo>
                  <a:cubicBezTo>
                    <a:pt x="29" y="143"/>
                    <a:pt x="60" y="161"/>
                    <a:pt x="91" y="161"/>
                  </a:cubicBezTo>
                  <a:cubicBezTo>
                    <a:pt x="101" y="161"/>
                    <a:pt x="111" y="159"/>
                    <a:pt x="121" y="155"/>
                  </a:cubicBezTo>
                  <a:cubicBezTo>
                    <a:pt x="162" y="139"/>
                    <a:pt x="182" y="91"/>
                    <a:pt x="165" y="51"/>
                  </a:cubicBezTo>
                  <a:cubicBezTo>
                    <a:pt x="153" y="20"/>
                    <a:pt x="122"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5"/>
            <p:cNvSpPr/>
            <p:nvPr/>
          </p:nvSpPr>
          <p:spPr>
            <a:xfrm>
              <a:off x="4255775" y="4288700"/>
              <a:ext cx="4550" cy="4050"/>
            </a:xfrm>
            <a:custGeom>
              <a:rect b="b" l="l" r="r" t="t"/>
              <a:pathLst>
                <a:path extrusionOk="0" h="162" w="182">
                  <a:moveTo>
                    <a:pt x="91" y="1"/>
                  </a:moveTo>
                  <a:cubicBezTo>
                    <a:pt x="81" y="1"/>
                    <a:pt x="71" y="3"/>
                    <a:pt x="61" y="7"/>
                  </a:cubicBezTo>
                  <a:cubicBezTo>
                    <a:pt x="20" y="23"/>
                    <a:pt x="0" y="71"/>
                    <a:pt x="17" y="111"/>
                  </a:cubicBezTo>
                  <a:cubicBezTo>
                    <a:pt x="30" y="142"/>
                    <a:pt x="59" y="161"/>
                    <a:pt x="91" y="161"/>
                  </a:cubicBezTo>
                  <a:cubicBezTo>
                    <a:pt x="101" y="161"/>
                    <a:pt x="112" y="159"/>
                    <a:pt x="122" y="155"/>
                  </a:cubicBezTo>
                  <a:cubicBezTo>
                    <a:pt x="163" y="138"/>
                    <a:pt x="182" y="90"/>
                    <a:pt x="165" y="50"/>
                  </a:cubicBezTo>
                  <a:cubicBezTo>
                    <a:pt x="153" y="19"/>
                    <a:pt x="123"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5"/>
            <p:cNvSpPr/>
            <p:nvPr/>
          </p:nvSpPr>
          <p:spPr>
            <a:xfrm>
              <a:off x="4259525" y="4300150"/>
              <a:ext cx="4600" cy="4025"/>
            </a:xfrm>
            <a:custGeom>
              <a:rect b="b" l="l" r="r" t="t"/>
              <a:pathLst>
                <a:path extrusionOk="0" h="161" w="184">
                  <a:moveTo>
                    <a:pt x="92" y="1"/>
                  </a:moveTo>
                  <a:cubicBezTo>
                    <a:pt x="82" y="1"/>
                    <a:pt x="72" y="3"/>
                    <a:pt x="62" y="7"/>
                  </a:cubicBezTo>
                  <a:cubicBezTo>
                    <a:pt x="21" y="24"/>
                    <a:pt x="1" y="70"/>
                    <a:pt x="18" y="111"/>
                  </a:cubicBezTo>
                  <a:cubicBezTo>
                    <a:pt x="31" y="142"/>
                    <a:pt x="61" y="161"/>
                    <a:pt x="92" y="161"/>
                  </a:cubicBezTo>
                  <a:cubicBezTo>
                    <a:pt x="102" y="161"/>
                    <a:pt x="112" y="159"/>
                    <a:pt x="122" y="155"/>
                  </a:cubicBezTo>
                  <a:cubicBezTo>
                    <a:pt x="164" y="138"/>
                    <a:pt x="183" y="91"/>
                    <a:pt x="166" y="50"/>
                  </a:cubicBezTo>
                  <a:cubicBezTo>
                    <a:pt x="153" y="19"/>
                    <a:pt x="124"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5"/>
            <p:cNvSpPr/>
            <p:nvPr/>
          </p:nvSpPr>
          <p:spPr>
            <a:xfrm>
              <a:off x="4103400" y="4144000"/>
              <a:ext cx="4575" cy="4050"/>
            </a:xfrm>
            <a:custGeom>
              <a:rect b="b" l="l" r="r" t="t"/>
              <a:pathLst>
                <a:path extrusionOk="0" h="162" w="183">
                  <a:moveTo>
                    <a:pt x="90" y="0"/>
                  </a:moveTo>
                  <a:cubicBezTo>
                    <a:pt x="59" y="0"/>
                    <a:pt x="29" y="19"/>
                    <a:pt x="17" y="50"/>
                  </a:cubicBezTo>
                  <a:cubicBezTo>
                    <a:pt x="0" y="91"/>
                    <a:pt x="19" y="138"/>
                    <a:pt x="60" y="155"/>
                  </a:cubicBezTo>
                  <a:cubicBezTo>
                    <a:pt x="70" y="159"/>
                    <a:pt x="80" y="161"/>
                    <a:pt x="90" y="161"/>
                  </a:cubicBezTo>
                  <a:cubicBezTo>
                    <a:pt x="122" y="161"/>
                    <a:pt x="152" y="142"/>
                    <a:pt x="166" y="111"/>
                  </a:cubicBezTo>
                  <a:cubicBezTo>
                    <a:pt x="182" y="70"/>
                    <a:pt x="162" y="23"/>
                    <a:pt x="121" y="7"/>
                  </a:cubicBezTo>
                  <a:cubicBezTo>
                    <a:pt x="111" y="2"/>
                    <a:pt x="100" y="0"/>
                    <a:pt x="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5"/>
            <p:cNvSpPr/>
            <p:nvPr/>
          </p:nvSpPr>
          <p:spPr>
            <a:xfrm>
              <a:off x="4114825" y="4147800"/>
              <a:ext cx="4600" cy="4025"/>
            </a:xfrm>
            <a:custGeom>
              <a:rect b="b" l="l" r="r" t="t"/>
              <a:pathLst>
                <a:path extrusionOk="0" h="161" w="184">
                  <a:moveTo>
                    <a:pt x="92" y="1"/>
                  </a:moveTo>
                  <a:cubicBezTo>
                    <a:pt x="60" y="1"/>
                    <a:pt x="31" y="19"/>
                    <a:pt x="18" y="51"/>
                  </a:cubicBezTo>
                  <a:cubicBezTo>
                    <a:pt x="1" y="91"/>
                    <a:pt x="20" y="138"/>
                    <a:pt x="61" y="155"/>
                  </a:cubicBezTo>
                  <a:cubicBezTo>
                    <a:pt x="72" y="159"/>
                    <a:pt x="82" y="161"/>
                    <a:pt x="92" y="161"/>
                  </a:cubicBezTo>
                  <a:cubicBezTo>
                    <a:pt x="124" y="161"/>
                    <a:pt x="153" y="143"/>
                    <a:pt x="166" y="112"/>
                  </a:cubicBezTo>
                  <a:cubicBezTo>
                    <a:pt x="183" y="70"/>
                    <a:pt x="164" y="24"/>
                    <a:pt x="122" y="6"/>
                  </a:cubicBezTo>
                  <a:cubicBezTo>
                    <a:pt x="112" y="2"/>
                    <a:pt x="102"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5"/>
            <p:cNvSpPr/>
            <p:nvPr/>
          </p:nvSpPr>
          <p:spPr>
            <a:xfrm>
              <a:off x="4125600" y="4153225"/>
              <a:ext cx="4575" cy="4025"/>
            </a:xfrm>
            <a:custGeom>
              <a:rect b="b" l="l" r="r" t="t"/>
              <a:pathLst>
                <a:path extrusionOk="0" h="161" w="183">
                  <a:moveTo>
                    <a:pt x="91" y="0"/>
                  </a:moveTo>
                  <a:cubicBezTo>
                    <a:pt x="60" y="0"/>
                    <a:pt x="30" y="19"/>
                    <a:pt x="17" y="50"/>
                  </a:cubicBezTo>
                  <a:cubicBezTo>
                    <a:pt x="1" y="91"/>
                    <a:pt x="21" y="138"/>
                    <a:pt x="62" y="155"/>
                  </a:cubicBezTo>
                  <a:cubicBezTo>
                    <a:pt x="72" y="159"/>
                    <a:pt x="82" y="161"/>
                    <a:pt x="93" y="161"/>
                  </a:cubicBezTo>
                  <a:cubicBezTo>
                    <a:pt x="124" y="161"/>
                    <a:pt x="153" y="142"/>
                    <a:pt x="166" y="111"/>
                  </a:cubicBezTo>
                  <a:cubicBezTo>
                    <a:pt x="182" y="70"/>
                    <a:pt x="163" y="24"/>
                    <a:pt x="122" y="6"/>
                  </a:cubicBezTo>
                  <a:cubicBezTo>
                    <a:pt x="112" y="2"/>
                    <a:pt x="101" y="0"/>
                    <a:pt x="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8" name="Google Shape;5168;p65"/>
          <p:cNvSpPr/>
          <p:nvPr/>
        </p:nvSpPr>
        <p:spPr>
          <a:xfrm>
            <a:off x="3523600" y="-205550"/>
            <a:ext cx="1942114" cy="5568145"/>
          </a:xfrm>
          <a:custGeom>
            <a:rect b="b" l="l" r="r" t="t"/>
            <a:pathLst>
              <a:path extrusionOk="0" h="222370" w="62664">
                <a:moveTo>
                  <a:pt x="0" y="0"/>
                </a:moveTo>
                <a:cubicBezTo>
                  <a:pt x="14700" y="20582"/>
                  <a:pt x="36563" y="38379"/>
                  <a:pt x="42253" y="63023"/>
                </a:cubicBezTo>
                <a:cubicBezTo>
                  <a:pt x="49865" y="95993"/>
                  <a:pt x="23664" y="131175"/>
                  <a:pt x="31869" y="164002"/>
                </a:cubicBezTo>
                <a:cubicBezTo>
                  <a:pt x="37203" y="185343"/>
                  <a:pt x="52826" y="202695"/>
                  <a:pt x="62664" y="222370"/>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72" name="Shape 5172"/>
        <p:cNvGrpSpPr/>
        <p:nvPr/>
      </p:nvGrpSpPr>
      <p:grpSpPr>
        <a:xfrm>
          <a:off x="0" y="0"/>
          <a:ext cx="0" cy="0"/>
          <a:chOff x="0" y="0"/>
          <a:chExt cx="0" cy="0"/>
        </a:xfrm>
      </p:grpSpPr>
      <p:sp>
        <p:nvSpPr>
          <p:cNvPr id="5173" name="Google Shape;5173;p66"/>
          <p:cNvSpPr txBox="1"/>
          <p:nvPr>
            <p:ph type="title"/>
          </p:nvPr>
        </p:nvSpPr>
        <p:spPr>
          <a:xfrm>
            <a:off x="653625" y="540000"/>
            <a:ext cx="78369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5174" name="Google Shape;5174;p66"/>
          <p:cNvGrpSpPr/>
          <p:nvPr/>
        </p:nvGrpSpPr>
        <p:grpSpPr>
          <a:xfrm>
            <a:off x="7221130" y="3811848"/>
            <a:ext cx="479957" cy="462577"/>
            <a:chOff x="7134129" y="3947253"/>
            <a:chExt cx="542631" cy="522981"/>
          </a:xfrm>
        </p:grpSpPr>
        <p:sp>
          <p:nvSpPr>
            <p:cNvPr id="5175" name="Google Shape;5175;p66"/>
            <p:cNvSpPr/>
            <p:nvPr/>
          </p:nvSpPr>
          <p:spPr>
            <a:xfrm>
              <a:off x="7205858" y="4040392"/>
              <a:ext cx="15534" cy="15600"/>
            </a:xfrm>
            <a:custGeom>
              <a:rect b="b" l="l" r="r" t="t"/>
              <a:pathLst>
                <a:path extrusionOk="0" h="470" w="468">
                  <a:moveTo>
                    <a:pt x="1" y="1"/>
                  </a:moveTo>
                  <a:lnTo>
                    <a:pt x="1"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6"/>
            <p:cNvSpPr/>
            <p:nvPr/>
          </p:nvSpPr>
          <p:spPr>
            <a:xfrm>
              <a:off x="7496060" y="4203002"/>
              <a:ext cx="139807" cy="139807"/>
            </a:xfrm>
            <a:custGeom>
              <a:rect b="b" l="l" r="r" t="t"/>
              <a:pathLst>
                <a:path extrusionOk="0" h="4212" w="4212">
                  <a:moveTo>
                    <a:pt x="2106" y="469"/>
                  </a:moveTo>
                  <a:cubicBezTo>
                    <a:pt x="3010" y="469"/>
                    <a:pt x="3744" y="1203"/>
                    <a:pt x="3744" y="2107"/>
                  </a:cubicBezTo>
                  <a:cubicBezTo>
                    <a:pt x="3744" y="3010"/>
                    <a:pt x="3010" y="3745"/>
                    <a:pt x="2106" y="3745"/>
                  </a:cubicBezTo>
                  <a:cubicBezTo>
                    <a:pt x="1202" y="3745"/>
                    <a:pt x="468" y="3011"/>
                    <a:pt x="468" y="2107"/>
                  </a:cubicBezTo>
                  <a:cubicBezTo>
                    <a:pt x="468" y="1204"/>
                    <a:pt x="1202" y="469"/>
                    <a:pt x="2106" y="469"/>
                  </a:cubicBezTo>
                  <a:close/>
                  <a:moveTo>
                    <a:pt x="2106" y="1"/>
                  </a:moveTo>
                  <a:cubicBezTo>
                    <a:pt x="944" y="1"/>
                    <a:pt x="0" y="946"/>
                    <a:pt x="0" y="2106"/>
                  </a:cubicBezTo>
                  <a:cubicBezTo>
                    <a:pt x="0" y="3266"/>
                    <a:pt x="944" y="4212"/>
                    <a:pt x="2106" y="4212"/>
                  </a:cubicBezTo>
                  <a:cubicBezTo>
                    <a:pt x="3266" y="4212"/>
                    <a:pt x="4211" y="3266"/>
                    <a:pt x="4211" y="2106"/>
                  </a:cubicBezTo>
                  <a:cubicBezTo>
                    <a:pt x="4211" y="946"/>
                    <a:pt x="3266" y="1"/>
                    <a:pt x="2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6"/>
            <p:cNvSpPr/>
            <p:nvPr/>
          </p:nvSpPr>
          <p:spPr>
            <a:xfrm>
              <a:off x="7441690" y="4172000"/>
              <a:ext cx="235069" cy="298235"/>
            </a:xfrm>
            <a:custGeom>
              <a:rect b="b" l="l" r="r" t="t"/>
              <a:pathLst>
                <a:path extrusionOk="0" h="8985" w="7082">
                  <a:moveTo>
                    <a:pt x="3744" y="468"/>
                  </a:moveTo>
                  <a:cubicBezTo>
                    <a:pt x="4403" y="468"/>
                    <a:pt x="5062" y="718"/>
                    <a:pt x="5564" y="1220"/>
                  </a:cubicBezTo>
                  <a:cubicBezTo>
                    <a:pt x="6567" y="2223"/>
                    <a:pt x="6567" y="3857"/>
                    <a:pt x="5564" y="4860"/>
                  </a:cubicBezTo>
                  <a:lnTo>
                    <a:pt x="3744" y="6680"/>
                  </a:lnTo>
                  <a:lnTo>
                    <a:pt x="1924" y="4860"/>
                  </a:lnTo>
                  <a:cubicBezTo>
                    <a:pt x="920" y="3857"/>
                    <a:pt x="920" y="2224"/>
                    <a:pt x="1924" y="1220"/>
                  </a:cubicBezTo>
                  <a:cubicBezTo>
                    <a:pt x="2425" y="718"/>
                    <a:pt x="3084" y="468"/>
                    <a:pt x="3744" y="468"/>
                  </a:cubicBezTo>
                  <a:close/>
                  <a:moveTo>
                    <a:pt x="4663" y="6425"/>
                  </a:moveTo>
                  <a:cubicBezTo>
                    <a:pt x="5092" y="6559"/>
                    <a:pt x="5382" y="6785"/>
                    <a:pt x="5382" y="6996"/>
                  </a:cubicBezTo>
                  <a:cubicBezTo>
                    <a:pt x="5382" y="7327"/>
                    <a:pt x="4681" y="7698"/>
                    <a:pt x="3744" y="7698"/>
                  </a:cubicBezTo>
                  <a:cubicBezTo>
                    <a:pt x="2807" y="7698"/>
                    <a:pt x="2106" y="7327"/>
                    <a:pt x="2106" y="6996"/>
                  </a:cubicBezTo>
                  <a:cubicBezTo>
                    <a:pt x="2106" y="6785"/>
                    <a:pt x="2395" y="6559"/>
                    <a:pt x="2824" y="6425"/>
                  </a:cubicBezTo>
                  <a:lnTo>
                    <a:pt x="3744" y="7343"/>
                  </a:lnTo>
                  <a:lnTo>
                    <a:pt x="4663" y="6425"/>
                  </a:lnTo>
                  <a:close/>
                  <a:moveTo>
                    <a:pt x="5297" y="5790"/>
                  </a:moveTo>
                  <a:cubicBezTo>
                    <a:pt x="5938" y="6081"/>
                    <a:pt x="6317" y="6524"/>
                    <a:pt x="6317" y="6996"/>
                  </a:cubicBezTo>
                  <a:cubicBezTo>
                    <a:pt x="6318" y="7382"/>
                    <a:pt x="6065" y="7751"/>
                    <a:pt x="5605" y="8038"/>
                  </a:cubicBezTo>
                  <a:cubicBezTo>
                    <a:pt x="5111" y="8346"/>
                    <a:pt x="4451" y="8516"/>
                    <a:pt x="3744" y="8516"/>
                  </a:cubicBezTo>
                  <a:cubicBezTo>
                    <a:pt x="3036" y="8516"/>
                    <a:pt x="2376" y="8346"/>
                    <a:pt x="1882" y="8038"/>
                  </a:cubicBezTo>
                  <a:cubicBezTo>
                    <a:pt x="1423" y="7751"/>
                    <a:pt x="1170" y="7379"/>
                    <a:pt x="1170" y="6996"/>
                  </a:cubicBezTo>
                  <a:cubicBezTo>
                    <a:pt x="1170" y="6524"/>
                    <a:pt x="1548" y="6079"/>
                    <a:pt x="2190" y="5790"/>
                  </a:cubicBezTo>
                  <a:lnTo>
                    <a:pt x="2459" y="6060"/>
                  </a:lnTo>
                  <a:cubicBezTo>
                    <a:pt x="1944" y="6275"/>
                    <a:pt x="1637" y="6616"/>
                    <a:pt x="1637" y="6996"/>
                  </a:cubicBezTo>
                  <a:cubicBezTo>
                    <a:pt x="1637" y="7340"/>
                    <a:pt x="1878" y="7648"/>
                    <a:pt x="2315" y="7867"/>
                  </a:cubicBezTo>
                  <a:cubicBezTo>
                    <a:pt x="2700" y="8060"/>
                    <a:pt x="3208" y="8165"/>
                    <a:pt x="3744" y="8165"/>
                  </a:cubicBezTo>
                  <a:cubicBezTo>
                    <a:pt x="4279" y="8165"/>
                    <a:pt x="4786" y="8060"/>
                    <a:pt x="5172" y="7867"/>
                  </a:cubicBezTo>
                  <a:cubicBezTo>
                    <a:pt x="5608" y="7648"/>
                    <a:pt x="5849" y="7340"/>
                    <a:pt x="5849" y="6996"/>
                  </a:cubicBezTo>
                  <a:cubicBezTo>
                    <a:pt x="5849" y="6614"/>
                    <a:pt x="5543" y="6275"/>
                    <a:pt x="5027" y="6060"/>
                  </a:cubicBezTo>
                  <a:lnTo>
                    <a:pt x="5297" y="5790"/>
                  </a:lnTo>
                  <a:close/>
                  <a:moveTo>
                    <a:pt x="3743" y="0"/>
                  </a:moveTo>
                  <a:cubicBezTo>
                    <a:pt x="2965" y="0"/>
                    <a:pt x="2186" y="297"/>
                    <a:pt x="1593" y="890"/>
                  </a:cubicBezTo>
                  <a:cubicBezTo>
                    <a:pt x="406" y="2077"/>
                    <a:pt x="406" y="4006"/>
                    <a:pt x="1593" y="5192"/>
                  </a:cubicBezTo>
                  <a:lnTo>
                    <a:pt x="1840" y="5439"/>
                  </a:lnTo>
                  <a:cubicBezTo>
                    <a:pt x="1212" y="5765"/>
                    <a:pt x="814" y="6237"/>
                    <a:pt x="723" y="6762"/>
                  </a:cubicBezTo>
                  <a:lnTo>
                    <a:pt x="0" y="6762"/>
                  </a:lnTo>
                  <a:lnTo>
                    <a:pt x="0" y="7229"/>
                  </a:lnTo>
                  <a:lnTo>
                    <a:pt x="723" y="7229"/>
                  </a:lnTo>
                  <a:cubicBezTo>
                    <a:pt x="803" y="7692"/>
                    <a:pt x="1119" y="8113"/>
                    <a:pt x="1635" y="8434"/>
                  </a:cubicBezTo>
                  <a:cubicBezTo>
                    <a:pt x="2203" y="8789"/>
                    <a:pt x="2952" y="8984"/>
                    <a:pt x="3745" y="8984"/>
                  </a:cubicBezTo>
                  <a:cubicBezTo>
                    <a:pt x="4539" y="8984"/>
                    <a:pt x="5287" y="8789"/>
                    <a:pt x="5855" y="8434"/>
                  </a:cubicBezTo>
                  <a:cubicBezTo>
                    <a:pt x="6455" y="8059"/>
                    <a:pt x="6786" y="7548"/>
                    <a:pt x="6786" y="6995"/>
                  </a:cubicBezTo>
                  <a:cubicBezTo>
                    <a:pt x="6785" y="6376"/>
                    <a:pt x="6366" y="5812"/>
                    <a:pt x="5648" y="5439"/>
                  </a:cubicBezTo>
                  <a:lnTo>
                    <a:pt x="5895" y="5192"/>
                  </a:lnTo>
                  <a:cubicBezTo>
                    <a:pt x="7081" y="4006"/>
                    <a:pt x="7081" y="2077"/>
                    <a:pt x="5895" y="890"/>
                  </a:cubicBezTo>
                  <a:cubicBezTo>
                    <a:pt x="5301" y="297"/>
                    <a:pt x="4522" y="0"/>
                    <a:pt x="37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6"/>
            <p:cNvSpPr/>
            <p:nvPr/>
          </p:nvSpPr>
          <p:spPr>
            <a:xfrm>
              <a:off x="7174989" y="3978288"/>
              <a:ext cx="139840" cy="139807"/>
            </a:xfrm>
            <a:custGeom>
              <a:rect b="b" l="l" r="r" t="t"/>
              <a:pathLst>
                <a:path extrusionOk="0" h="4212" w="4213">
                  <a:moveTo>
                    <a:pt x="2106" y="468"/>
                  </a:moveTo>
                  <a:cubicBezTo>
                    <a:pt x="3010" y="468"/>
                    <a:pt x="3744" y="1203"/>
                    <a:pt x="3744" y="2106"/>
                  </a:cubicBezTo>
                  <a:cubicBezTo>
                    <a:pt x="3744" y="3010"/>
                    <a:pt x="3009" y="3745"/>
                    <a:pt x="2106" y="3745"/>
                  </a:cubicBezTo>
                  <a:cubicBezTo>
                    <a:pt x="1204" y="3745"/>
                    <a:pt x="469" y="3010"/>
                    <a:pt x="469" y="2106"/>
                  </a:cubicBezTo>
                  <a:cubicBezTo>
                    <a:pt x="469" y="1203"/>
                    <a:pt x="1204" y="468"/>
                    <a:pt x="2106" y="468"/>
                  </a:cubicBezTo>
                  <a:close/>
                  <a:moveTo>
                    <a:pt x="2106" y="1"/>
                  </a:moveTo>
                  <a:cubicBezTo>
                    <a:pt x="946" y="1"/>
                    <a:pt x="1" y="945"/>
                    <a:pt x="1" y="2106"/>
                  </a:cubicBezTo>
                  <a:cubicBezTo>
                    <a:pt x="1" y="3267"/>
                    <a:pt x="946" y="4212"/>
                    <a:pt x="2106" y="4212"/>
                  </a:cubicBezTo>
                  <a:cubicBezTo>
                    <a:pt x="3268" y="4212"/>
                    <a:pt x="4213" y="3267"/>
                    <a:pt x="4213" y="2106"/>
                  </a:cubicBezTo>
                  <a:cubicBezTo>
                    <a:pt x="4213" y="945"/>
                    <a:pt x="3268" y="1"/>
                    <a:pt x="2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6"/>
            <p:cNvSpPr/>
            <p:nvPr/>
          </p:nvSpPr>
          <p:spPr>
            <a:xfrm>
              <a:off x="7134129" y="3947253"/>
              <a:ext cx="306002" cy="357317"/>
            </a:xfrm>
            <a:custGeom>
              <a:rect b="b" l="l" r="r" t="t"/>
              <a:pathLst>
                <a:path extrusionOk="0" h="10765" w="9219">
                  <a:moveTo>
                    <a:pt x="3337" y="468"/>
                  </a:moveTo>
                  <a:cubicBezTo>
                    <a:pt x="3997" y="468"/>
                    <a:pt x="4656" y="720"/>
                    <a:pt x="5157" y="1221"/>
                  </a:cubicBezTo>
                  <a:cubicBezTo>
                    <a:pt x="6161" y="2224"/>
                    <a:pt x="6161" y="3858"/>
                    <a:pt x="5157" y="4862"/>
                  </a:cubicBezTo>
                  <a:lnTo>
                    <a:pt x="3337" y="6682"/>
                  </a:lnTo>
                  <a:lnTo>
                    <a:pt x="1517" y="4862"/>
                  </a:lnTo>
                  <a:cubicBezTo>
                    <a:pt x="513" y="3858"/>
                    <a:pt x="513" y="2224"/>
                    <a:pt x="1517" y="1221"/>
                  </a:cubicBezTo>
                  <a:cubicBezTo>
                    <a:pt x="2019" y="720"/>
                    <a:pt x="2679" y="468"/>
                    <a:pt x="3337" y="468"/>
                  </a:cubicBezTo>
                  <a:close/>
                  <a:moveTo>
                    <a:pt x="4256" y="6424"/>
                  </a:moveTo>
                  <a:cubicBezTo>
                    <a:pt x="4685" y="6559"/>
                    <a:pt x="4974" y="6785"/>
                    <a:pt x="4974" y="6996"/>
                  </a:cubicBezTo>
                  <a:cubicBezTo>
                    <a:pt x="4974" y="7327"/>
                    <a:pt x="4273" y="7697"/>
                    <a:pt x="3336" y="7697"/>
                  </a:cubicBezTo>
                  <a:cubicBezTo>
                    <a:pt x="2399" y="7697"/>
                    <a:pt x="1698" y="7326"/>
                    <a:pt x="1698" y="6996"/>
                  </a:cubicBezTo>
                  <a:cubicBezTo>
                    <a:pt x="1698" y="6785"/>
                    <a:pt x="1988" y="6559"/>
                    <a:pt x="2417" y="6424"/>
                  </a:cubicBezTo>
                  <a:lnTo>
                    <a:pt x="3336" y="7344"/>
                  </a:lnTo>
                  <a:lnTo>
                    <a:pt x="4256" y="6424"/>
                  </a:lnTo>
                  <a:close/>
                  <a:moveTo>
                    <a:pt x="4892" y="5791"/>
                  </a:moveTo>
                  <a:cubicBezTo>
                    <a:pt x="5533" y="6082"/>
                    <a:pt x="5911" y="6525"/>
                    <a:pt x="5911" y="6997"/>
                  </a:cubicBezTo>
                  <a:cubicBezTo>
                    <a:pt x="5911" y="7381"/>
                    <a:pt x="5658" y="7752"/>
                    <a:pt x="5199" y="8039"/>
                  </a:cubicBezTo>
                  <a:cubicBezTo>
                    <a:pt x="4706" y="8348"/>
                    <a:pt x="4045" y="8517"/>
                    <a:pt x="3337" y="8517"/>
                  </a:cubicBezTo>
                  <a:cubicBezTo>
                    <a:pt x="2631" y="8517"/>
                    <a:pt x="1970" y="8348"/>
                    <a:pt x="1476" y="8039"/>
                  </a:cubicBezTo>
                  <a:cubicBezTo>
                    <a:pt x="1018" y="7752"/>
                    <a:pt x="764" y="7381"/>
                    <a:pt x="764" y="6997"/>
                  </a:cubicBezTo>
                  <a:cubicBezTo>
                    <a:pt x="764" y="6525"/>
                    <a:pt x="1143" y="6080"/>
                    <a:pt x="1784" y="5791"/>
                  </a:cubicBezTo>
                  <a:lnTo>
                    <a:pt x="2054" y="6061"/>
                  </a:lnTo>
                  <a:cubicBezTo>
                    <a:pt x="1538" y="6275"/>
                    <a:pt x="1232" y="6617"/>
                    <a:pt x="1232" y="6997"/>
                  </a:cubicBezTo>
                  <a:cubicBezTo>
                    <a:pt x="1232" y="7340"/>
                    <a:pt x="1473" y="7650"/>
                    <a:pt x="1909" y="7868"/>
                  </a:cubicBezTo>
                  <a:cubicBezTo>
                    <a:pt x="2294" y="8060"/>
                    <a:pt x="2803" y="8167"/>
                    <a:pt x="3337" y="8167"/>
                  </a:cubicBezTo>
                  <a:cubicBezTo>
                    <a:pt x="3873" y="8167"/>
                    <a:pt x="4381" y="8060"/>
                    <a:pt x="4767" y="7868"/>
                  </a:cubicBezTo>
                  <a:cubicBezTo>
                    <a:pt x="5203" y="7650"/>
                    <a:pt x="5443" y="7340"/>
                    <a:pt x="5443" y="6997"/>
                  </a:cubicBezTo>
                  <a:cubicBezTo>
                    <a:pt x="5443" y="6616"/>
                    <a:pt x="5137" y="6275"/>
                    <a:pt x="4621" y="6061"/>
                  </a:cubicBezTo>
                  <a:lnTo>
                    <a:pt x="4892" y="5791"/>
                  </a:lnTo>
                  <a:close/>
                  <a:moveTo>
                    <a:pt x="3338" y="1"/>
                  </a:moveTo>
                  <a:cubicBezTo>
                    <a:pt x="2559" y="1"/>
                    <a:pt x="1780" y="298"/>
                    <a:pt x="1186" y="891"/>
                  </a:cubicBezTo>
                  <a:cubicBezTo>
                    <a:pt x="0" y="2078"/>
                    <a:pt x="0" y="4006"/>
                    <a:pt x="1186" y="5194"/>
                  </a:cubicBezTo>
                  <a:lnTo>
                    <a:pt x="1433" y="5441"/>
                  </a:lnTo>
                  <a:cubicBezTo>
                    <a:pt x="715" y="5813"/>
                    <a:pt x="296" y="6379"/>
                    <a:pt x="296" y="6997"/>
                  </a:cubicBezTo>
                  <a:cubicBezTo>
                    <a:pt x="296" y="7549"/>
                    <a:pt x="627" y="8060"/>
                    <a:pt x="1228" y="8437"/>
                  </a:cubicBezTo>
                  <a:cubicBezTo>
                    <a:pt x="1795" y="8791"/>
                    <a:pt x="2544" y="8986"/>
                    <a:pt x="3337" y="8986"/>
                  </a:cubicBezTo>
                  <a:cubicBezTo>
                    <a:pt x="4132" y="8986"/>
                    <a:pt x="4880" y="8791"/>
                    <a:pt x="5447" y="8437"/>
                  </a:cubicBezTo>
                  <a:cubicBezTo>
                    <a:pt x="5959" y="8116"/>
                    <a:pt x="6276" y="7697"/>
                    <a:pt x="6359" y="7240"/>
                  </a:cubicBezTo>
                  <a:lnTo>
                    <a:pt x="7223" y="7240"/>
                  </a:lnTo>
                  <a:cubicBezTo>
                    <a:pt x="7631" y="7240"/>
                    <a:pt x="8015" y="7398"/>
                    <a:pt x="8303" y="7687"/>
                  </a:cubicBezTo>
                  <a:cubicBezTo>
                    <a:pt x="8591" y="7975"/>
                    <a:pt x="8750" y="8359"/>
                    <a:pt x="8750" y="8768"/>
                  </a:cubicBezTo>
                  <a:cubicBezTo>
                    <a:pt x="8750" y="9604"/>
                    <a:pt x="8071" y="10290"/>
                    <a:pt x="7235" y="10297"/>
                  </a:cubicBezTo>
                  <a:lnTo>
                    <a:pt x="7239" y="10765"/>
                  </a:lnTo>
                  <a:cubicBezTo>
                    <a:pt x="8330" y="10756"/>
                    <a:pt x="9219" y="9860"/>
                    <a:pt x="9219" y="8768"/>
                  </a:cubicBezTo>
                  <a:cubicBezTo>
                    <a:pt x="9219" y="8233"/>
                    <a:pt x="9012" y="7731"/>
                    <a:pt x="8634" y="7355"/>
                  </a:cubicBezTo>
                  <a:cubicBezTo>
                    <a:pt x="8257" y="6977"/>
                    <a:pt x="7755" y="6771"/>
                    <a:pt x="7223" y="6771"/>
                  </a:cubicBezTo>
                  <a:lnTo>
                    <a:pt x="6360" y="6771"/>
                  </a:lnTo>
                  <a:cubicBezTo>
                    <a:pt x="6270" y="6242"/>
                    <a:pt x="5871" y="5767"/>
                    <a:pt x="5241" y="5441"/>
                  </a:cubicBezTo>
                  <a:lnTo>
                    <a:pt x="5488" y="5194"/>
                  </a:lnTo>
                  <a:cubicBezTo>
                    <a:pt x="6676" y="4007"/>
                    <a:pt x="6676" y="2078"/>
                    <a:pt x="5488" y="891"/>
                  </a:cubicBezTo>
                  <a:cubicBezTo>
                    <a:pt x="4895" y="298"/>
                    <a:pt x="4117" y="1"/>
                    <a:pt x="33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6"/>
            <p:cNvSpPr/>
            <p:nvPr/>
          </p:nvSpPr>
          <p:spPr>
            <a:xfrm>
              <a:off x="7343308" y="4289003"/>
              <a:ext cx="15534" cy="15534"/>
            </a:xfrm>
            <a:custGeom>
              <a:rect b="b" l="l" r="r" t="t"/>
              <a:pathLst>
                <a:path extrusionOk="0" h="468" w="468">
                  <a:moveTo>
                    <a:pt x="0" y="0"/>
                  </a:moveTo>
                  <a:lnTo>
                    <a:pt x="0" y="468"/>
                  </a:lnTo>
                  <a:lnTo>
                    <a:pt x="468" y="468"/>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6"/>
            <p:cNvSpPr/>
            <p:nvPr/>
          </p:nvSpPr>
          <p:spPr>
            <a:xfrm>
              <a:off x="7410556" y="4396448"/>
              <a:ext cx="15567" cy="15534"/>
            </a:xfrm>
            <a:custGeom>
              <a:rect b="b" l="l" r="r" t="t"/>
              <a:pathLst>
                <a:path extrusionOk="0" h="468" w="469">
                  <a:moveTo>
                    <a:pt x="0" y="0"/>
                  </a:moveTo>
                  <a:lnTo>
                    <a:pt x="0" y="467"/>
                  </a:lnTo>
                  <a:lnTo>
                    <a:pt x="469" y="467"/>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6"/>
            <p:cNvSpPr/>
            <p:nvPr/>
          </p:nvSpPr>
          <p:spPr>
            <a:xfrm>
              <a:off x="7234536" y="4396448"/>
              <a:ext cx="15534" cy="15534"/>
            </a:xfrm>
            <a:custGeom>
              <a:rect b="b" l="l" r="r" t="t"/>
              <a:pathLst>
                <a:path extrusionOk="0" h="468" w="468">
                  <a:moveTo>
                    <a:pt x="0" y="0"/>
                  </a:moveTo>
                  <a:lnTo>
                    <a:pt x="0" y="467"/>
                  </a:lnTo>
                  <a:lnTo>
                    <a:pt x="467" y="467"/>
                  </a:lnTo>
                  <a:lnTo>
                    <a:pt x="4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6"/>
            <p:cNvSpPr/>
            <p:nvPr/>
          </p:nvSpPr>
          <p:spPr>
            <a:xfrm>
              <a:off x="7143887" y="4257935"/>
              <a:ext cx="183853" cy="154046"/>
            </a:xfrm>
            <a:custGeom>
              <a:rect b="b" l="l" r="r" t="t"/>
              <a:pathLst>
                <a:path extrusionOk="0" h="4641" w="5539">
                  <a:moveTo>
                    <a:pt x="3667" y="468"/>
                  </a:moveTo>
                  <a:cubicBezTo>
                    <a:pt x="4054" y="468"/>
                    <a:pt x="4369" y="783"/>
                    <a:pt x="4369" y="1170"/>
                  </a:cubicBezTo>
                  <a:cubicBezTo>
                    <a:pt x="4369" y="1557"/>
                    <a:pt x="4055" y="1872"/>
                    <a:pt x="3667" y="1872"/>
                  </a:cubicBezTo>
                  <a:cubicBezTo>
                    <a:pt x="3280" y="1872"/>
                    <a:pt x="2965" y="1557"/>
                    <a:pt x="2965" y="1170"/>
                  </a:cubicBezTo>
                  <a:cubicBezTo>
                    <a:pt x="2965" y="783"/>
                    <a:pt x="3280" y="468"/>
                    <a:pt x="3667" y="468"/>
                  </a:cubicBezTo>
                  <a:close/>
                  <a:moveTo>
                    <a:pt x="3667" y="0"/>
                  </a:moveTo>
                  <a:cubicBezTo>
                    <a:pt x="3102" y="0"/>
                    <a:pt x="2629" y="402"/>
                    <a:pt x="2520" y="936"/>
                  </a:cubicBezTo>
                  <a:lnTo>
                    <a:pt x="1853" y="936"/>
                  </a:lnTo>
                  <a:cubicBezTo>
                    <a:pt x="831" y="936"/>
                    <a:pt x="1" y="1767"/>
                    <a:pt x="1" y="2788"/>
                  </a:cubicBezTo>
                  <a:cubicBezTo>
                    <a:pt x="1" y="3809"/>
                    <a:pt x="831" y="4640"/>
                    <a:pt x="1853" y="4640"/>
                  </a:cubicBezTo>
                  <a:lnTo>
                    <a:pt x="2263" y="4640"/>
                  </a:lnTo>
                  <a:lnTo>
                    <a:pt x="2263" y="4173"/>
                  </a:lnTo>
                  <a:lnTo>
                    <a:pt x="1853" y="4173"/>
                  </a:lnTo>
                  <a:cubicBezTo>
                    <a:pt x="1089" y="4173"/>
                    <a:pt x="468" y="3553"/>
                    <a:pt x="468" y="2788"/>
                  </a:cubicBezTo>
                  <a:cubicBezTo>
                    <a:pt x="468" y="2024"/>
                    <a:pt x="1089" y="1404"/>
                    <a:pt x="1853" y="1404"/>
                  </a:cubicBezTo>
                  <a:lnTo>
                    <a:pt x="2520" y="1404"/>
                  </a:lnTo>
                  <a:cubicBezTo>
                    <a:pt x="2629" y="1937"/>
                    <a:pt x="3102" y="2339"/>
                    <a:pt x="3667" y="2339"/>
                  </a:cubicBezTo>
                  <a:cubicBezTo>
                    <a:pt x="4232" y="2339"/>
                    <a:pt x="4705" y="1937"/>
                    <a:pt x="4814" y="1404"/>
                  </a:cubicBezTo>
                  <a:lnTo>
                    <a:pt x="5539" y="1404"/>
                  </a:lnTo>
                  <a:lnTo>
                    <a:pt x="5539" y="936"/>
                  </a:lnTo>
                  <a:lnTo>
                    <a:pt x="4814" y="936"/>
                  </a:lnTo>
                  <a:cubicBezTo>
                    <a:pt x="4705" y="402"/>
                    <a:pt x="4232" y="0"/>
                    <a:pt x="36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6"/>
            <p:cNvSpPr/>
            <p:nvPr/>
          </p:nvSpPr>
          <p:spPr>
            <a:xfrm>
              <a:off x="7265571" y="4365612"/>
              <a:ext cx="129484" cy="77704"/>
            </a:xfrm>
            <a:custGeom>
              <a:rect b="b" l="l" r="r" t="t"/>
              <a:pathLst>
                <a:path extrusionOk="0" h="2341" w="3901">
                  <a:moveTo>
                    <a:pt x="1874" y="469"/>
                  </a:moveTo>
                  <a:cubicBezTo>
                    <a:pt x="2261" y="469"/>
                    <a:pt x="2576" y="784"/>
                    <a:pt x="2576" y="1171"/>
                  </a:cubicBezTo>
                  <a:cubicBezTo>
                    <a:pt x="2576" y="1557"/>
                    <a:pt x="2261" y="1872"/>
                    <a:pt x="1874" y="1872"/>
                  </a:cubicBezTo>
                  <a:cubicBezTo>
                    <a:pt x="1487" y="1872"/>
                    <a:pt x="1172" y="1557"/>
                    <a:pt x="1172" y="1171"/>
                  </a:cubicBezTo>
                  <a:cubicBezTo>
                    <a:pt x="1172" y="784"/>
                    <a:pt x="1487" y="469"/>
                    <a:pt x="1874" y="469"/>
                  </a:cubicBezTo>
                  <a:close/>
                  <a:moveTo>
                    <a:pt x="1873" y="0"/>
                  </a:moveTo>
                  <a:cubicBezTo>
                    <a:pt x="1310" y="0"/>
                    <a:pt x="840" y="399"/>
                    <a:pt x="727" y="929"/>
                  </a:cubicBezTo>
                  <a:lnTo>
                    <a:pt x="1" y="929"/>
                  </a:lnTo>
                  <a:lnTo>
                    <a:pt x="1" y="1396"/>
                  </a:lnTo>
                  <a:lnTo>
                    <a:pt x="725" y="1396"/>
                  </a:lnTo>
                  <a:cubicBezTo>
                    <a:pt x="830" y="1934"/>
                    <a:pt x="1305" y="2341"/>
                    <a:pt x="1873" y="2341"/>
                  </a:cubicBezTo>
                  <a:cubicBezTo>
                    <a:pt x="2439" y="2341"/>
                    <a:pt x="2914" y="1933"/>
                    <a:pt x="3021" y="1396"/>
                  </a:cubicBezTo>
                  <a:lnTo>
                    <a:pt x="3901" y="1396"/>
                  </a:lnTo>
                  <a:lnTo>
                    <a:pt x="3901" y="929"/>
                  </a:lnTo>
                  <a:lnTo>
                    <a:pt x="3018" y="929"/>
                  </a:lnTo>
                  <a:cubicBezTo>
                    <a:pt x="2907" y="399"/>
                    <a:pt x="2435" y="0"/>
                    <a:pt x="18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6"/>
            <p:cNvSpPr/>
            <p:nvPr/>
          </p:nvSpPr>
          <p:spPr>
            <a:xfrm>
              <a:off x="7558163" y="4296239"/>
              <a:ext cx="15567" cy="15534"/>
            </a:xfrm>
            <a:custGeom>
              <a:rect b="b" l="l" r="r" t="t"/>
              <a:pathLst>
                <a:path extrusionOk="0" h="468" w="469">
                  <a:moveTo>
                    <a:pt x="0" y="0"/>
                  </a:moveTo>
                  <a:lnTo>
                    <a:pt x="0"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6"/>
            <p:cNvSpPr/>
            <p:nvPr/>
          </p:nvSpPr>
          <p:spPr>
            <a:xfrm>
              <a:off x="7558163" y="4234070"/>
              <a:ext cx="15567" cy="15534"/>
            </a:xfrm>
            <a:custGeom>
              <a:rect b="b" l="l" r="r" t="t"/>
              <a:pathLst>
                <a:path extrusionOk="0" h="468" w="469">
                  <a:moveTo>
                    <a:pt x="0" y="0"/>
                  </a:moveTo>
                  <a:lnTo>
                    <a:pt x="0"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6"/>
            <p:cNvSpPr/>
            <p:nvPr/>
          </p:nvSpPr>
          <p:spPr>
            <a:xfrm>
              <a:off x="7558163" y="4265171"/>
              <a:ext cx="15567" cy="15567"/>
            </a:xfrm>
            <a:custGeom>
              <a:rect b="b" l="l" r="r" t="t"/>
              <a:pathLst>
                <a:path extrusionOk="0" h="469" w="469">
                  <a:moveTo>
                    <a:pt x="0" y="0"/>
                  </a:moveTo>
                  <a:lnTo>
                    <a:pt x="0"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6"/>
            <p:cNvSpPr/>
            <p:nvPr/>
          </p:nvSpPr>
          <p:spPr>
            <a:xfrm>
              <a:off x="7589264" y="4265171"/>
              <a:ext cx="15534" cy="15567"/>
            </a:xfrm>
            <a:custGeom>
              <a:rect b="b" l="l" r="r" t="t"/>
              <a:pathLst>
                <a:path extrusionOk="0" h="469" w="468">
                  <a:moveTo>
                    <a:pt x="0" y="0"/>
                  </a:moveTo>
                  <a:lnTo>
                    <a:pt x="0" y="469"/>
                  </a:lnTo>
                  <a:lnTo>
                    <a:pt x="467" y="469"/>
                  </a:lnTo>
                  <a:lnTo>
                    <a:pt x="4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6"/>
            <p:cNvSpPr/>
            <p:nvPr/>
          </p:nvSpPr>
          <p:spPr>
            <a:xfrm>
              <a:off x="7527128" y="4265171"/>
              <a:ext cx="15534" cy="15567"/>
            </a:xfrm>
            <a:custGeom>
              <a:rect b="b" l="l" r="r" t="t"/>
              <a:pathLst>
                <a:path extrusionOk="0" h="469" w="468">
                  <a:moveTo>
                    <a:pt x="0" y="0"/>
                  </a:moveTo>
                  <a:lnTo>
                    <a:pt x="0"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6"/>
            <p:cNvSpPr/>
            <p:nvPr/>
          </p:nvSpPr>
          <p:spPr>
            <a:xfrm>
              <a:off x="7237125" y="4071493"/>
              <a:ext cx="15567" cy="15567"/>
            </a:xfrm>
            <a:custGeom>
              <a:rect b="b" l="l" r="r" t="t"/>
              <a:pathLst>
                <a:path extrusionOk="0" h="469" w="469">
                  <a:moveTo>
                    <a:pt x="1" y="1"/>
                  </a:moveTo>
                  <a:lnTo>
                    <a:pt x="1"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6"/>
            <p:cNvSpPr/>
            <p:nvPr/>
          </p:nvSpPr>
          <p:spPr>
            <a:xfrm>
              <a:off x="7237125" y="4009357"/>
              <a:ext cx="15567" cy="15567"/>
            </a:xfrm>
            <a:custGeom>
              <a:rect b="b" l="l" r="r" t="t"/>
              <a:pathLst>
                <a:path extrusionOk="0" h="469" w="469">
                  <a:moveTo>
                    <a:pt x="1" y="1"/>
                  </a:moveTo>
                  <a:lnTo>
                    <a:pt x="1"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6"/>
            <p:cNvSpPr/>
            <p:nvPr/>
          </p:nvSpPr>
          <p:spPr>
            <a:xfrm>
              <a:off x="7237125" y="4040392"/>
              <a:ext cx="15567" cy="15600"/>
            </a:xfrm>
            <a:custGeom>
              <a:rect b="b" l="l" r="r" t="t"/>
              <a:pathLst>
                <a:path extrusionOk="0" h="470" w="469">
                  <a:moveTo>
                    <a:pt x="1" y="1"/>
                  </a:moveTo>
                  <a:lnTo>
                    <a:pt x="1"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6"/>
            <p:cNvSpPr/>
            <p:nvPr/>
          </p:nvSpPr>
          <p:spPr>
            <a:xfrm>
              <a:off x="7268193" y="4040392"/>
              <a:ext cx="15600" cy="15600"/>
            </a:xfrm>
            <a:custGeom>
              <a:rect b="b" l="l" r="r" t="t"/>
              <a:pathLst>
                <a:path extrusionOk="0" h="470" w="470">
                  <a:moveTo>
                    <a:pt x="1" y="1"/>
                  </a:moveTo>
                  <a:lnTo>
                    <a:pt x="1" y="469"/>
                  </a:lnTo>
                  <a:lnTo>
                    <a:pt x="469" y="469"/>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6"/>
            <p:cNvSpPr/>
            <p:nvPr/>
          </p:nvSpPr>
          <p:spPr>
            <a:xfrm>
              <a:off x="7558163" y="4356318"/>
              <a:ext cx="15567" cy="15534"/>
            </a:xfrm>
            <a:custGeom>
              <a:rect b="b" l="l" r="r" t="t"/>
              <a:pathLst>
                <a:path extrusionOk="0" h="468" w="469">
                  <a:moveTo>
                    <a:pt x="0" y="0"/>
                  </a:moveTo>
                  <a:lnTo>
                    <a:pt x="0"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6"/>
            <p:cNvSpPr/>
            <p:nvPr/>
          </p:nvSpPr>
          <p:spPr>
            <a:xfrm>
              <a:off x="7237125" y="4131571"/>
              <a:ext cx="15567" cy="15534"/>
            </a:xfrm>
            <a:custGeom>
              <a:rect b="b" l="l" r="r" t="t"/>
              <a:pathLst>
                <a:path extrusionOk="0" h="468" w="469">
                  <a:moveTo>
                    <a:pt x="1" y="0"/>
                  </a:moveTo>
                  <a:lnTo>
                    <a:pt x="1" y="468"/>
                  </a:lnTo>
                  <a:lnTo>
                    <a:pt x="468" y="468"/>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6"/>
            <p:cNvSpPr/>
            <p:nvPr/>
          </p:nvSpPr>
          <p:spPr>
            <a:xfrm>
              <a:off x="7257804" y="4289003"/>
              <a:ext cx="15567" cy="15534"/>
            </a:xfrm>
            <a:custGeom>
              <a:rect b="b" l="l" r="r" t="t"/>
              <a:pathLst>
                <a:path extrusionOk="0" h="468" w="469">
                  <a:moveTo>
                    <a:pt x="0" y="0"/>
                  </a:moveTo>
                  <a:lnTo>
                    <a:pt x="0"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6"/>
            <p:cNvSpPr/>
            <p:nvPr/>
          </p:nvSpPr>
          <p:spPr>
            <a:xfrm>
              <a:off x="7319940" y="4396680"/>
              <a:ext cx="15567" cy="15567"/>
            </a:xfrm>
            <a:custGeom>
              <a:rect b="b" l="l" r="r" t="t"/>
              <a:pathLst>
                <a:path extrusionOk="0" h="469" w="469">
                  <a:moveTo>
                    <a:pt x="0" y="0"/>
                  </a:moveTo>
                  <a:lnTo>
                    <a:pt x="0"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66"/>
          <p:cNvGrpSpPr/>
          <p:nvPr/>
        </p:nvGrpSpPr>
        <p:grpSpPr>
          <a:xfrm>
            <a:off x="6623666" y="3811819"/>
            <a:ext cx="421357" cy="462635"/>
            <a:chOff x="6554854" y="3571243"/>
            <a:chExt cx="476379" cy="523047"/>
          </a:xfrm>
        </p:grpSpPr>
        <p:sp>
          <p:nvSpPr>
            <p:cNvPr id="5199" name="Google Shape;5199;p66"/>
            <p:cNvSpPr/>
            <p:nvPr/>
          </p:nvSpPr>
          <p:spPr>
            <a:xfrm>
              <a:off x="6562621" y="3571243"/>
              <a:ext cx="429810" cy="518799"/>
            </a:xfrm>
            <a:custGeom>
              <a:rect b="b" l="l" r="r" t="t"/>
              <a:pathLst>
                <a:path extrusionOk="0" h="15630" w="12949">
                  <a:moveTo>
                    <a:pt x="6474" y="469"/>
                  </a:moveTo>
                  <a:cubicBezTo>
                    <a:pt x="8078" y="469"/>
                    <a:pt x="9587" y="1094"/>
                    <a:pt x="10720" y="2229"/>
                  </a:cubicBezTo>
                  <a:cubicBezTo>
                    <a:pt x="11856" y="3364"/>
                    <a:pt x="12481" y="4871"/>
                    <a:pt x="12481" y="6476"/>
                  </a:cubicBezTo>
                  <a:cubicBezTo>
                    <a:pt x="12481" y="8079"/>
                    <a:pt x="11856" y="9588"/>
                    <a:pt x="10720" y="10722"/>
                  </a:cubicBezTo>
                  <a:lnTo>
                    <a:pt x="6474" y="14968"/>
                  </a:lnTo>
                  <a:lnTo>
                    <a:pt x="2228" y="10722"/>
                  </a:lnTo>
                  <a:cubicBezTo>
                    <a:pt x="1092" y="9588"/>
                    <a:pt x="469" y="8080"/>
                    <a:pt x="469" y="6476"/>
                  </a:cubicBezTo>
                  <a:cubicBezTo>
                    <a:pt x="469" y="4871"/>
                    <a:pt x="1092" y="3363"/>
                    <a:pt x="2228" y="2229"/>
                  </a:cubicBezTo>
                  <a:cubicBezTo>
                    <a:pt x="3362" y="1094"/>
                    <a:pt x="4870" y="469"/>
                    <a:pt x="6474" y="469"/>
                  </a:cubicBezTo>
                  <a:close/>
                  <a:moveTo>
                    <a:pt x="6474" y="1"/>
                  </a:moveTo>
                  <a:cubicBezTo>
                    <a:pt x="4745" y="1"/>
                    <a:pt x="3119" y="674"/>
                    <a:pt x="1897" y="1897"/>
                  </a:cubicBezTo>
                  <a:cubicBezTo>
                    <a:pt x="674" y="3120"/>
                    <a:pt x="0" y="4746"/>
                    <a:pt x="0" y="6475"/>
                  </a:cubicBezTo>
                  <a:cubicBezTo>
                    <a:pt x="0" y="8203"/>
                    <a:pt x="674" y="9829"/>
                    <a:pt x="1897" y="11052"/>
                  </a:cubicBezTo>
                  <a:lnTo>
                    <a:pt x="6474" y="15629"/>
                  </a:lnTo>
                  <a:lnTo>
                    <a:pt x="11051" y="11052"/>
                  </a:lnTo>
                  <a:cubicBezTo>
                    <a:pt x="12275" y="9829"/>
                    <a:pt x="12948" y="8203"/>
                    <a:pt x="12948" y="6475"/>
                  </a:cubicBezTo>
                  <a:cubicBezTo>
                    <a:pt x="12948" y="4746"/>
                    <a:pt x="12275" y="3120"/>
                    <a:pt x="11051" y="1897"/>
                  </a:cubicBezTo>
                  <a:cubicBezTo>
                    <a:pt x="9829" y="674"/>
                    <a:pt x="8202" y="1"/>
                    <a:pt x="64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6"/>
            <p:cNvSpPr/>
            <p:nvPr/>
          </p:nvSpPr>
          <p:spPr>
            <a:xfrm>
              <a:off x="6635080" y="3643768"/>
              <a:ext cx="284858" cy="284825"/>
            </a:xfrm>
            <a:custGeom>
              <a:rect b="b" l="l" r="r" t="t"/>
              <a:pathLst>
                <a:path extrusionOk="0" h="8581" w="8582">
                  <a:moveTo>
                    <a:pt x="4291" y="467"/>
                  </a:moveTo>
                  <a:cubicBezTo>
                    <a:pt x="6400" y="467"/>
                    <a:pt x="8113" y="2181"/>
                    <a:pt x="8113" y="4289"/>
                  </a:cubicBezTo>
                  <a:cubicBezTo>
                    <a:pt x="8113" y="6397"/>
                    <a:pt x="6399" y="8112"/>
                    <a:pt x="4291" y="8112"/>
                  </a:cubicBezTo>
                  <a:cubicBezTo>
                    <a:pt x="2185" y="8112"/>
                    <a:pt x="469" y="6397"/>
                    <a:pt x="469" y="4289"/>
                  </a:cubicBezTo>
                  <a:cubicBezTo>
                    <a:pt x="469" y="2181"/>
                    <a:pt x="2183" y="467"/>
                    <a:pt x="4291" y="467"/>
                  </a:cubicBezTo>
                  <a:close/>
                  <a:moveTo>
                    <a:pt x="4291" y="0"/>
                  </a:moveTo>
                  <a:cubicBezTo>
                    <a:pt x="1926" y="0"/>
                    <a:pt x="0" y="1925"/>
                    <a:pt x="0" y="4291"/>
                  </a:cubicBezTo>
                  <a:cubicBezTo>
                    <a:pt x="0" y="6656"/>
                    <a:pt x="1926" y="8581"/>
                    <a:pt x="4291" y="8581"/>
                  </a:cubicBezTo>
                  <a:cubicBezTo>
                    <a:pt x="6657" y="8581"/>
                    <a:pt x="8582" y="6656"/>
                    <a:pt x="8582" y="4291"/>
                  </a:cubicBezTo>
                  <a:cubicBezTo>
                    <a:pt x="8582" y="1925"/>
                    <a:pt x="6657" y="0"/>
                    <a:pt x="4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6"/>
            <p:cNvSpPr/>
            <p:nvPr/>
          </p:nvSpPr>
          <p:spPr>
            <a:xfrm>
              <a:off x="6769742" y="4012935"/>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6"/>
            <p:cNvSpPr/>
            <p:nvPr/>
          </p:nvSpPr>
          <p:spPr>
            <a:xfrm>
              <a:off x="6769742" y="3950799"/>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6"/>
            <p:cNvSpPr/>
            <p:nvPr/>
          </p:nvSpPr>
          <p:spPr>
            <a:xfrm>
              <a:off x="6769742" y="3981867"/>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6"/>
            <p:cNvSpPr/>
            <p:nvPr/>
          </p:nvSpPr>
          <p:spPr>
            <a:xfrm>
              <a:off x="6943206" y="4078723"/>
              <a:ext cx="15567" cy="15567"/>
            </a:xfrm>
            <a:custGeom>
              <a:rect b="b" l="l" r="r" t="t"/>
              <a:pathLst>
                <a:path extrusionOk="0" h="469" w="469">
                  <a:moveTo>
                    <a:pt x="0" y="0"/>
                  </a:moveTo>
                  <a:lnTo>
                    <a:pt x="0"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6"/>
            <p:cNvSpPr/>
            <p:nvPr/>
          </p:nvSpPr>
          <p:spPr>
            <a:xfrm>
              <a:off x="6824111" y="4078723"/>
              <a:ext cx="103594" cy="15567"/>
            </a:xfrm>
            <a:custGeom>
              <a:rect b="b" l="l" r="r" t="t"/>
              <a:pathLst>
                <a:path extrusionOk="0" h="469" w="3121">
                  <a:moveTo>
                    <a:pt x="1" y="0"/>
                  </a:moveTo>
                  <a:lnTo>
                    <a:pt x="1" y="469"/>
                  </a:lnTo>
                  <a:lnTo>
                    <a:pt x="3121" y="469"/>
                  </a:lnTo>
                  <a:lnTo>
                    <a:pt x="3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6"/>
            <p:cNvSpPr/>
            <p:nvPr/>
          </p:nvSpPr>
          <p:spPr>
            <a:xfrm>
              <a:off x="6974307" y="4078723"/>
              <a:ext cx="15534" cy="15567"/>
            </a:xfrm>
            <a:custGeom>
              <a:rect b="b" l="l" r="r" t="t"/>
              <a:pathLst>
                <a:path extrusionOk="0" h="469" w="468">
                  <a:moveTo>
                    <a:pt x="0" y="0"/>
                  </a:moveTo>
                  <a:lnTo>
                    <a:pt x="0" y="469"/>
                  </a:lnTo>
                  <a:lnTo>
                    <a:pt x="467" y="469"/>
                  </a:lnTo>
                  <a:lnTo>
                    <a:pt x="4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6"/>
            <p:cNvSpPr/>
            <p:nvPr/>
          </p:nvSpPr>
          <p:spPr>
            <a:xfrm>
              <a:off x="7015698" y="4037265"/>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6"/>
            <p:cNvSpPr/>
            <p:nvPr/>
          </p:nvSpPr>
          <p:spPr>
            <a:xfrm>
              <a:off x="6984630" y="4037265"/>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6"/>
            <p:cNvSpPr/>
            <p:nvPr/>
          </p:nvSpPr>
          <p:spPr>
            <a:xfrm>
              <a:off x="6865535" y="4037265"/>
              <a:ext cx="103594" cy="15567"/>
            </a:xfrm>
            <a:custGeom>
              <a:rect b="b" l="l" r="r" t="t"/>
              <a:pathLst>
                <a:path extrusionOk="0" h="469" w="3121">
                  <a:moveTo>
                    <a:pt x="1" y="1"/>
                  </a:moveTo>
                  <a:lnTo>
                    <a:pt x="1" y="468"/>
                  </a:lnTo>
                  <a:lnTo>
                    <a:pt x="3121" y="468"/>
                  </a:lnTo>
                  <a:lnTo>
                    <a:pt x="31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6"/>
            <p:cNvSpPr/>
            <p:nvPr/>
          </p:nvSpPr>
          <p:spPr>
            <a:xfrm>
              <a:off x="6596245" y="4078723"/>
              <a:ext cx="15600" cy="15567"/>
            </a:xfrm>
            <a:custGeom>
              <a:rect b="b" l="l" r="r" t="t"/>
              <a:pathLst>
                <a:path extrusionOk="0" h="469" w="470">
                  <a:moveTo>
                    <a:pt x="1" y="0"/>
                  </a:moveTo>
                  <a:lnTo>
                    <a:pt x="1"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6"/>
            <p:cNvSpPr/>
            <p:nvPr/>
          </p:nvSpPr>
          <p:spPr>
            <a:xfrm>
              <a:off x="6627313" y="4078723"/>
              <a:ext cx="103627" cy="15567"/>
            </a:xfrm>
            <a:custGeom>
              <a:rect b="b" l="l" r="r" t="t"/>
              <a:pathLst>
                <a:path extrusionOk="0" h="469" w="3122">
                  <a:moveTo>
                    <a:pt x="1" y="0"/>
                  </a:moveTo>
                  <a:lnTo>
                    <a:pt x="1" y="469"/>
                  </a:lnTo>
                  <a:lnTo>
                    <a:pt x="3122" y="469"/>
                  </a:lnTo>
                  <a:lnTo>
                    <a:pt x="31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6"/>
            <p:cNvSpPr/>
            <p:nvPr/>
          </p:nvSpPr>
          <p:spPr>
            <a:xfrm>
              <a:off x="6565176" y="4078723"/>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6"/>
            <p:cNvSpPr/>
            <p:nvPr/>
          </p:nvSpPr>
          <p:spPr>
            <a:xfrm>
              <a:off x="6585922" y="4037265"/>
              <a:ext cx="103594" cy="15567"/>
            </a:xfrm>
            <a:custGeom>
              <a:rect b="b" l="l" r="r" t="t"/>
              <a:pathLst>
                <a:path extrusionOk="0" h="469" w="3121">
                  <a:moveTo>
                    <a:pt x="1" y="1"/>
                  </a:moveTo>
                  <a:lnTo>
                    <a:pt x="1" y="468"/>
                  </a:lnTo>
                  <a:lnTo>
                    <a:pt x="3121" y="468"/>
                  </a:lnTo>
                  <a:lnTo>
                    <a:pt x="31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6"/>
            <p:cNvSpPr/>
            <p:nvPr/>
          </p:nvSpPr>
          <p:spPr>
            <a:xfrm>
              <a:off x="6554854" y="4037265"/>
              <a:ext cx="15567" cy="15567"/>
            </a:xfrm>
            <a:custGeom>
              <a:rect b="b" l="l" r="r" t="t"/>
              <a:pathLst>
                <a:path extrusionOk="0" h="469" w="469">
                  <a:moveTo>
                    <a:pt x="1" y="1"/>
                  </a:moveTo>
                  <a:lnTo>
                    <a:pt x="1"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6"/>
            <p:cNvSpPr/>
            <p:nvPr/>
          </p:nvSpPr>
          <p:spPr>
            <a:xfrm>
              <a:off x="6663559" y="3672214"/>
              <a:ext cx="227900" cy="227867"/>
            </a:xfrm>
            <a:custGeom>
              <a:rect b="b" l="l" r="r" t="t"/>
              <a:pathLst>
                <a:path extrusionOk="0" h="6865" w="6866">
                  <a:moveTo>
                    <a:pt x="3667" y="1025"/>
                  </a:moveTo>
                  <a:cubicBezTo>
                    <a:pt x="4814" y="1136"/>
                    <a:pt x="5729" y="2050"/>
                    <a:pt x="5841" y="3198"/>
                  </a:cubicBezTo>
                  <a:lnTo>
                    <a:pt x="5306" y="3198"/>
                  </a:lnTo>
                  <a:lnTo>
                    <a:pt x="5306" y="3667"/>
                  </a:lnTo>
                  <a:lnTo>
                    <a:pt x="5841" y="3667"/>
                  </a:lnTo>
                  <a:cubicBezTo>
                    <a:pt x="5729" y="4814"/>
                    <a:pt x="4814" y="5728"/>
                    <a:pt x="3667" y="5839"/>
                  </a:cubicBezTo>
                  <a:lnTo>
                    <a:pt x="3667" y="5306"/>
                  </a:lnTo>
                  <a:lnTo>
                    <a:pt x="3199" y="5306"/>
                  </a:lnTo>
                  <a:lnTo>
                    <a:pt x="3199" y="5839"/>
                  </a:lnTo>
                  <a:cubicBezTo>
                    <a:pt x="2053" y="5728"/>
                    <a:pt x="1137" y="4814"/>
                    <a:pt x="1027" y="3667"/>
                  </a:cubicBezTo>
                  <a:lnTo>
                    <a:pt x="1560" y="3667"/>
                  </a:lnTo>
                  <a:lnTo>
                    <a:pt x="1560" y="3198"/>
                  </a:lnTo>
                  <a:lnTo>
                    <a:pt x="1027" y="3198"/>
                  </a:lnTo>
                  <a:cubicBezTo>
                    <a:pt x="1137" y="2051"/>
                    <a:pt x="2052" y="1136"/>
                    <a:pt x="3199" y="1025"/>
                  </a:cubicBezTo>
                  <a:lnTo>
                    <a:pt x="3199" y="1559"/>
                  </a:lnTo>
                  <a:lnTo>
                    <a:pt x="3667" y="1559"/>
                  </a:lnTo>
                  <a:lnTo>
                    <a:pt x="3667" y="1025"/>
                  </a:lnTo>
                  <a:close/>
                  <a:moveTo>
                    <a:pt x="3199" y="0"/>
                  </a:moveTo>
                  <a:lnTo>
                    <a:pt x="3199" y="556"/>
                  </a:lnTo>
                  <a:cubicBezTo>
                    <a:pt x="1794" y="670"/>
                    <a:pt x="669" y="1794"/>
                    <a:pt x="557" y="3198"/>
                  </a:cubicBezTo>
                  <a:lnTo>
                    <a:pt x="1" y="3198"/>
                  </a:lnTo>
                  <a:lnTo>
                    <a:pt x="1" y="3667"/>
                  </a:lnTo>
                  <a:lnTo>
                    <a:pt x="557" y="3667"/>
                  </a:lnTo>
                  <a:cubicBezTo>
                    <a:pt x="671" y="5072"/>
                    <a:pt x="1794" y="6196"/>
                    <a:pt x="3199" y="6309"/>
                  </a:cubicBezTo>
                  <a:lnTo>
                    <a:pt x="3199" y="6864"/>
                  </a:lnTo>
                  <a:lnTo>
                    <a:pt x="3667" y="6864"/>
                  </a:lnTo>
                  <a:lnTo>
                    <a:pt x="3667" y="6309"/>
                  </a:lnTo>
                  <a:cubicBezTo>
                    <a:pt x="5072" y="6195"/>
                    <a:pt x="6198" y="5072"/>
                    <a:pt x="6309" y="3667"/>
                  </a:cubicBezTo>
                  <a:lnTo>
                    <a:pt x="6866" y="3667"/>
                  </a:lnTo>
                  <a:lnTo>
                    <a:pt x="6866" y="3198"/>
                  </a:lnTo>
                  <a:lnTo>
                    <a:pt x="6309" y="3198"/>
                  </a:lnTo>
                  <a:cubicBezTo>
                    <a:pt x="6195" y="1794"/>
                    <a:pt x="5072" y="669"/>
                    <a:pt x="3667" y="556"/>
                  </a:cubicBezTo>
                  <a:lnTo>
                    <a:pt x="36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6"/>
            <p:cNvSpPr/>
            <p:nvPr/>
          </p:nvSpPr>
          <p:spPr>
            <a:xfrm>
              <a:off x="6733496" y="3742151"/>
              <a:ext cx="88093" cy="88060"/>
            </a:xfrm>
            <a:custGeom>
              <a:rect b="b" l="l" r="r" t="t"/>
              <a:pathLst>
                <a:path extrusionOk="0" h="2653" w="2654">
                  <a:moveTo>
                    <a:pt x="1326" y="467"/>
                  </a:moveTo>
                  <a:cubicBezTo>
                    <a:pt x="1800" y="467"/>
                    <a:pt x="2185" y="852"/>
                    <a:pt x="2185" y="1326"/>
                  </a:cubicBezTo>
                  <a:cubicBezTo>
                    <a:pt x="2185" y="1798"/>
                    <a:pt x="1800" y="2184"/>
                    <a:pt x="1326" y="2184"/>
                  </a:cubicBezTo>
                  <a:cubicBezTo>
                    <a:pt x="854" y="2184"/>
                    <a:pt x="468" y="1798"/>
                    <a:pt x="468" y="1326"/>
                  </a:cubicBezTo>
                  <a:cubicBezTo>
                    <a:pt x="468" y="852"/>
                    <a:pt x="854" y="467"/>
                    <a:pt x="1326" y="467"/>
                  </a:cubicBezTo>
                  <a:close/>
                  <a:moveTo>
                    <a:pt x="1326" y="0"/>
                  </a:moveTo>
                  <a:cubicBezTo>
                    <a:pt x="595" y="0"/>
                    <a:pt x="0" y="595"/>
                    <a:pt x="0" y="1327"/>
                  </a:cubicBezTo>
                  <a:cubicBezTo>
                    <a:pt x="0" y="2058"/>
                    <a:pt x="595" y="2653"/>
                    <a:pt x="1326" y="2653"/>
                  </a:cubicBezTo>
                  <a:cubicBezTo>
                    <a:pt x="2058" y="2653"/>
                    <a:pt x="2653" y="2058"/>
                    <a:pt x="2653" y="1327"/>
                  </a:cubicBezTo>
                  <a:cubicBezTo>
                    <a:pt x="2653" y="595"/>
                    <a:pt x="2058" y="0"/>
                    <a:pt x="13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6"/>
            <p:cNvSpPr/>
            <p:nvPr/>
          </p:nvSpPr>
          <p:spPr>
            <a:xfrm>
              <a:off x="6594187" y="3778364"/>
              <a:ext cx="25923" cy="15567"/>
            </a:xfrm>
            <a:custGeom>
              <a:rect b="b" l="l" r="r" t="t"/>
              <a:pathLst>
                <a:path extrusionOk="0" h="469" w="781">
                  <a:moveTo>
                    <a:pt x="1" y="0"/>
                  </a:moveTo>
                  <a:lnTo>
                    <a:pt x="1" y="469"/>
                  </a:lnTo>
                  <a:lnTo>
                    <a:pt x="781" y="469"/>
                  </a:lnTo>
                  <a:lnTo>
                    <a:pt x="7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6"/>
            <p:cNvSpPr/>
            <p:nvPr/>
          </p:nvSpPr>
          <p:spPr>
            <a:xfrm>
              <a:off x="6934908" y="3778364"/>
              <a:ext cx="25923" cy="15567"/>
            </a:xfrm>
            <a:custGeom>
              <a:rect b="b" l="l" r="r" t="t"/>
              <a:pathLst>
                <a:path extrusionOk="0" h="469" w="781">
                  <a:moveTo>
                    <a:pt x="1" y="0"/>
                  </a:moveTo>
                  <a:lnTo>
                    <a:pt x="1" y="469"/>
                  </a:lnTo>
                  <a:lnTo>
                    <a:pt x="781" y="469"/>
                  </a:lnTo>
                  <a:lnTo>
                    <a:pt x="7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6"/>
            <p:cNvSpPr/>
            <p:nvPr/>
          </p:nvSpPr>
          <p:spPr>
            <a:xfrm>
              <a:off x="6769742" y="3602842"/>
              <a:ext cx="15534" cy="25890"/>
            </a:xfrm>
            <a:custGeom>
              <a:rect b="b" l="l" r="r" t="t"/>
              <a:pathLst>
                <a:path extrusionOk="0" h="780" w="468">
                  <a:moveTo>
                    <a:pt x="0" y="0"/>
                  </a:moveTo>
                  <a:lnTo>
                    <a:pt x="0" y="779"/>
                  </a:lnTo>
                  <a:lnTo>
                    <a:pt x="468" y="77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6"/>
            <p:cNvSpPr/>
            <p:nvPr/>
          </p:nvSpPr>
          <p:spPr>
            <a:xfrm>
              <a:off x="6704917" y="3614791"/>
              <a:ext cx="26122" cy="22239"/>
            </a:xfrm>
            <a:custGeom>
              <a:rect b="b" l="l" r="r" t="t"/>
              <a:pathLst>
                <a:path extrusionOk="0" h="670" w="787">
                  <a:moveTo>
                    <a:pt x="655" y="0"/>
                  </a:moveTo>
                  <a:cubicBezTo>
                    <a:pt x="431" y="66"/>
                    <a:pt x="212" y="146"/>
                    <a:pt x="1" y="241"/>
                  </a:cubicBezTo>
                  <a:lnTo>
                    <a:pt x="191" y="669"/>
                  </a:lnTo>
                  <a:cubicBezTo>
                    <a:pt x="384" y="584"/>
                    <a:pt x="584" y="510"/>
                    <a:pt x="787" y="449"/>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6"/>
            <p:cNvSpPr/>
            <p:nvPr/>
          </p:nvSpPr>
          <p:spPr>
            <a:xfrm>
              <a:off x="6604111" y="3727281"/>
              <a:ext cx="19285" cy="19318"/>
            </a:xfrm>
            <a:custGeom>
              <a:rect b="b" l="l" r="r" t="t"/>
              <a:pathLst>
                <a:path extrusionOk="0" h="582" w="581">
                  <a:moveTo>
                    <a:pt x="138" y="0"/>
                  </a:moveTo>
                  <a:cubicBezTo>
                    <a:pt x="85" y="153"/>
                    <a:pt x="39" y="312"/>
                    <a:pt x="1" y="469"/>
                  </a:cubicBezTo>
                  <a:lnTo>
                    <a:pt x="455" y="581"/>
                  </a:lnTo>
                  <a:cubicBezTo>
                    <a:pt x="491" y="438"/>
                    <a:pt x="533" y="293"/>
                    <a:pt x="581" y="153"/>
                  </a:cubicBezTo>
                  <a:lnTo>
                    <a:pt x="1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6"/>
            <p:cNvSpPr/>
            <p:nvPr/>
          </p:nvSpPr>
          <p:spPr>
            <a:xfrm>
              <a:off x="6614799" y="3697706"/>
              <a:ext cx="20944" cy="20944"/>
            </a:xfrm>
            <a:custGeom>
              <a:rect b="b" l="l" r="r" t="t"/>
              <a:pathLst>
                <a:path extrusionOk="0" h="631" w="631">
                  <a:moveTo>
                    <a:pt x="224" y="1"/>
                  </a:moveTo>
                  <a:cubicBezTo>
                    <a:pt x="143" y="142"/>
                    <a:pt x="67" y="289"/>
                    <a:pt x="0" y="437"/>
                  </a:cubicBezTo>
                  <a:lnTo>
                    <a:pt x="427" y="631"/>
                  </a:lnTo>
                  <a:cubicBezTo>
                    <a:pt x="487" y="496"/>
                    <a:pt x="557" y="362"/>
                    <a:pt x="630" y="234"/>
                  </a:cubicBezTo>
                  <a:lnTo>
                    <a:pt x="2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6"/>
            <p:cNvSpPr/>
            <p:nvPr/>
          </p:nvSpPr>
          <p:spPr>
            <a:xfrm>
              <a:off x="6630864" y="3647453"/>
              <a:ext cx="43847" cy="45573"/>
            </a:xfrm>
            <a:custGeom>
              <a:rect b="b" l="l" r="r" t="t"/>
              <a:pathLst>
                <a:path extrusionOk="0" h="1373" w="1321">
                  <a:moveTo>
                    <a:pt x="1025" y="1"/>
                  </a:moveTo>
                  <a:cubicBezTo>
                    <a:pt x="881" y="117"/>
                    <a:pt x="743" y="242"/>
                    <a:pt x="611" y="374"/>
                  </a:cubicBezTo>
                  <a:cubicBezTo>
                    <a:pt x="386" y="599"/>
                    <a:pt x="179" y="845"/>
                    <a:pt x="0" y="1103"/>
                  </a:cubicBezTo>
                  <a:lnTo>
                    <a:pt x="384" y="1372"/>
                  </a:lnTo>
                  <a:cubicBezTo>
                    <a:pt x="549" y="1135"/>
                    <a:pt x="737" y="912"/>
                    <a:pt x="943" y="705"/>
                  </a:cubicBezTo>
                  <a:cubicBezTo>
                    <a:pt x="1063" y="584"/>
                    <a:pt x="1191" y="469"/>
                    <a:pt x="1321" y="364"/>
                  </a:cubicBezTo>
                  <a:lnTo>
                    <a:pt x="1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6"/>
            <p:cNvSpPr/>
            <p:nvPr/>
          </p:nvSpPr>
          <p:spPr>
            <a:xfrm>
              <a:off x="6605207" y="3829646"/>
              <a:ext cx="21940" cy="25923"/>
            </a:xfrm>
            <a:custGeom>
              <a:rect b="b" l="l" r="r" t="t"/>
              <a:pathLst>
                <a:path extrusionOk="0" h="781" w="661">
                  <a:moveTo>
                    <a:pt x="453" y="0"/>
                  </a:moveTo>
                  <a:lnTo>
                    <a:pt x="1" y="124"/>
                  </a:lnTo>
                  <a:cubicBezTo>
                    <a:pt x="62" y="347"/>
                    <a:pt x="139" y="568"/>
                    <a:pt x="228" y="781"/>
                  </a:cubicBezTo>
                  <a:lnTo>
                    <a:pt x="661" y="599"/>
                  </a:lnTo>
                  <a:cubicBezTo>
                    <a:pt x="579" y="407"/>
                    <a:pt x="510" y="205"/>
                    <a:pt x="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6"/>
            <p:cNvSpPr/>
            <p:nvPr/>
          </p:nvSpPr>
          <p:spPr>
            <a:xfrm>
              <a:off x="6619811" y="3862938"/>
              <a:ext cx="21310" cy="21310"/>
            </a:xfrm>
            <a:custGeom>
              <a:rect b="b" l="l" r="r" t="t"/>
              <a:pathLst>
                <a:path extrusionOk="0" h="642" w="642">
                  <a:moveTo>
                    <a:pt x="413" y="0"/>
                  </a:moveTo>
                  <a:lnTo>
                    <a:pt x="0" y="222"/>
                  </a:lnTo>
                  <a:cubicBezTo>
                    <a:pt x="77" y="365"/>
                    <a:pt x="161" y="506"/>
                    <a:pt x="252" y="641"/>
                  </a:cubicBezTo>
                  <a:lnTo>
                    <a:pt x="641" y="384"/>
                  </a:lnTo>
                  <a:cubicBezTo>
                    <a:pt x="559" y="259"/>
                    <a:pt x="483" y="131"/>
                    <a:pt x="4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6"/>
            <p:cNvSpPr/>
            <p:nvPr/>
          </p:nvSpPr>
          <p:spPr>
            <a:xfrm>
              <a:off x="6651145" y="3901475"/>
              <a:ext cx="58751" cy="58784"/>
            </a:xfrm>
            <a:custGeom>
              <a:rect b="b" l="l" r="r" t="t"/>
              <a:pathLst>
                <a:path extrusionOk="0" h="1771" w="1770">
                  <a:moveTo>
                    <a:pt x="331" y="1"/>
                  </a:moveTo>
                  <a:lnTo>
                    <a:pt x="0" y="332"/>
                  </a:lnTo>
                  <a:lnTo>
                    <a:pt x="1439" y="1770"/>
                  </a:lnTo>
                  <a:lnTo>
                    <a:pt x="1770" y="1439"/>
                  </a:lnTo>
                  <a:lnTo>
                    <a:pt x="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6"/>
            <p:cNvSpPr/>
            <p:nvPr/>
          </p:nvSpPr>
          <p:spPr>
            <a:xfrm>
              <a:off x="6709829" y="3960225"/>
              <a:ext cx="22007" cy="21973"/>
            </a:xfrm>
            <a:custGeom>
              <a:rect b="b" l="l" r="r" t="t"/>
              <a:pathLst>
                <a:path extrusionOk="0" h="662" w="663">
                  <a:moveTo>
                    <a:pt x="332" y="0"/>
                  </a:moveTo>
                  <a:lnTo>
                    <a:pt x="1" y="331"/>
                  </a:lnTo>
                  <a:lnTo>
                    <a:pt x="332" y="662"/>
                  </a:lnTo>
                  <a:lnTo>
                    <a:pt x="663" y="331"/>
                  </a:lnTo>
                  <a:lnTo>
                    <a:pt x="3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6"/>
            <p:cNvSpPr/>
            <p:nvPr/>
          </p:nvSpPr>
          <p:spPr>
            <a:xfrm>
              <a:off x="6808610" y="3974731"/>
              <a:ext cx="21973" cy="22007"/>
            </a:xfrm>
            <a:custGeom>
              <a:rect b="b" l="l" r="r" t="t"/>
              <a:pathLst>
                <a:path extrusionOk="0" h="663" w="662">
                  <a:moveTo>
                    <a:pt x="331" y="1"/>
                  </a:moveTo>
                  <a:lnTo>
                    <a:pt x="0" y="331"/>
                  </a:lnTo>
                  <a:lnTo>
                    <a:pt x="331" y="662"/>
                  </a:lnTo>
                  <a:lnTo>
                    <a:pt x="662" y="331"/>
                  </a:lnTo>
                  <a:lnTo>
                    <a:pt x="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6"/>
            <p:cNvSpPr/>
            <p:nvPr/>
          </p:nvSpPr>
          <p:spPr>
            <a:xfrm>
              <a:off x="6830484" y="3933904"/>
              <a:ext cx="40860" cy="40860"/>
            </a:xfrm>
            <a:custGeom>
              <a:rect b="b" l="l" r="r" t="t"/>
              <a:pathLst>
                <a:path extrusionOk="0" h="1231" w="1231">
                  <a:moveTo>
                    <a:pt x="900" y="1"/>
                  </a:moveTo>
                  <a:lnTo>
                    <a:pt x="1" y="900"/>
                  </a:lnTo>
                  <a:lnTo>
                    <a:pt x="332" y="1231"/>
                  </a:lnTo>
                  <a:lnTo>
                    <a:pt x="1231" y="332"/>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6"/>
            <p:cNvSpPr/>
            <p:nvPr/>
          </p:nvSpPr>
          <p:spPr>
            <a:xfrm>
              <a:off x="6902080" y="3879767"/>
              <a:ext cx="21807" cy="21774"/>
            </a:xfrm>
            <a:custGeom>
              <a:rect b="b" l="l" r="r" t="t"/>
              <a:pathLst>
                <a:path extrusionOk="0" h="656" w="657">
                  <a:moveTo>
                    <a:pt x="274" y="0"/>
                  </a:moveTo>
                  <a:cubicBezTo>
                    <a:pt x="188" y="120"/>
                    <a:pt x="97" y="239"/>
                    <a:pt x="0" y="353"/>
                  </a:cubicBezTo>
                  <a:lnTo>
                    <a:pt x="357" y="656"/>
                  </a:lnTo>
                  <a:cubicBezTo>
                    <a:pt x="461" y="532"/>
                    <a:pt x="563" y="401"/>
                    <a:pt x="657" y="269"/>
                  </a:cubicBezTo>
                  <a:lnTo>
                    <a:pt x="2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6"/>
            <p:cNvSpPr/>
            <p:nvPr/>
          </p:nvSpPr>
          <p:spPr>
            <a:xfrm>
              <a:off x="6919108" y="3839538"/>
              <a:ext cx="27317" cy="35483"/>
            </a:xfrm>
            <a:custGeom>
              <a:rect b="b" l="l" r="r" t="t"/>
              <a:pathLst>
                <a:path extrusionOk="0" h="1069" w="823">
                  <a:moveTo>
                    <a:pt x="381" y="1"/>
                  </a:moveTo>
                  <a:cubicBezTo>
                    <a:pt x="280" y="290"/>
                    <a:pt x="153" y="571"/>
                    <a:pt x="0" y="836"/>
                  </a:cubicBezTo>
                  <a:lnTo>
                    <a:pt x="407" y="1068"/>
                  </a:lnTo>
                  <a:cubicBezTo>
                    <a:pt x="573" y="778"/>
                    <a:pt x="714" y="471"/>
                    <a:pt x="822" y="153"/>
                  </a:cubicBezTo>
                  <a:lnTo>
                    <a:pt x="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6"/>
            <p:cNvSpPr/>
            <p:nvPr/>
          </p:nvSpPr>
          <p:spPr>
            <a:xfrm>
              <a:off x="6928336" y="3717920"/>
              <a:ext cx="23334" cy="31666"/>
            </a:xfrm>
            <a:custGeom>
              <a:rect b="b" l="l" r="r" t="t"/>
              <a:pathLst>
                <a:path extrusionOk="0" h="954" w="703">
                  <a:moveTo>
                    <a:pt x="434" y="1"/>
                  </a:moveTo>
                  <a:lnTo>
                    <a:pt x="0" y="180"/>
                  </a:lnTo>
                  <a:cubicBezTo>
                    <a:pt x="104" y="429"/>
                    <a:pt x="186" y="690"/>
                    <a:pt x="245" y="953"/>
                  </a:cubicBezTo>
                  <a:lnTo>
                    <a:pt x="702" y="850"/>
                  </a:lnTo>
                  <a:cubicBezTo>
                    <a:pt x="637" y="559"/>
                    <a:pt x="547" y="275"/>
                    <a:pt x="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6"/>
            <p:cNvSpPr/>
            <p:nvPr/>
          </p:nvSpPr>
          <p:spPr>
            <a:xfrm>
              <a:off x="6821024" y="3613895"/>
              <a:ext cx="55398" cy="36379"/>
            </a:xfrm>
            <a:custGeom>
              <a:rect b="b" l="l" r="r" t="t"/>
              <a:pathLst>
                <a:path extrusionOk="0" h="1096" w="1669">
                  <a:moveTo>
                    <a:pt x="125" y="0"/>
                  </a:moveTo>
                  <a:lnTo>
                    <a:pt x="1" y="451"/>
                  </a:lnTo>
                  <a:cubicBezTo>
                    <a:pt x="501" y="590"/>
                    <a:pt x="976" y="806"/>
                    <a:pt x="1409" y="1096"/>
                  </a:cubicBezTo>
                  <a:lnTo>
                    <a:pt x="1669" y="707"/>
                  </a:lnTo>
                  <a:cubicBezTo>
                    <a:pt x="1193" y="389"/>
                    <a:pt x="674" y="151"/>
                    <a:pt x="1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6"/>
            <p:cNvSpPr/>
            <p:nvPr/>
          </p:nvSpPr>
          <p:spPr>
            <a:xfrm>
              <a:off x="6879742" y="3646921"/>
              <a:ext cx="21973" cy="21973"/>
            </a:xfrm>
            <a:custGeom>
              <a:rect b="b" l="l" r="r" t="t"/>
              <a:pathLst>
                <a:path extrusionOk="0" h="662" w="662">
                  <a:moveTo>
                    <a:pt x="295" y="0"/>
                  </a:moveTo>
                  <a:lnTo>
                    <a:pt x="1" y="365"/>
                  </a:lnTo>
                  <a:cubicBezTo>
                    <a:pt x="116" y="458"/>
                    <a:pt x="228" y="558"/>
                    <a:pt x="335" y="661"/>
                  </a:cubicBezTo>
                  <a:lnTo>
                    <a:pt x="662" y="325"/>
                  </a:lnTo>
                  <a:cubicBezTo>
                    <a:pt x="543" y="211"/>
                    <a:pt x="420" y="102"/>
                    <a:pt x="2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6"/>
            <p:cNvSpPr/>
            <p:nvPr/>
          </p:nvSpPr>
          <p:spPr>
            <a:xfrm>
              <a:off x="6901051" y="3669459"/>
              <a:ext cx="21807" cy="21841"/>
            </a:xfrm>
            <a:custGeom>
              <a:rect b="b" l="l" r="r" t="t"/>
              <a:pathLst>
                <a:path extrusionOk="0" h="658" w="657">
                  <a:moveTo>
                    <a:pt x="354" y="1"/>
                  </a:moveTo>
                  <a:lnTo>
                    <a:pt x="0" y="307"/>
                  </a:lnTo>
                  <a:cubicBezTo>
                    <a:pt x="97" y="420"/>
                    <a:pt x="190" y="536"/>
                    <a:pt x="276" y="657"/>
                  </a:cubicBezTo>
                  <a:lnTo>
                    <a:pt x="657" y="384"/>
                  </a:lnTo>
                  <a:cubicBezTo>
                    <a:pt x="563" y="252"/>
                    <a:pt x="460" y="123"/>
                    <a:pt x="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6"/>
            <p:cNvSpPr/>
            <p:nvPr/>
          </p:nvSpPr>
          <p:spPr>
            <a:xfrm>
              <a:off x="6769742" y="3778364"/>
              <a:ext cx="15534" cy="15567"/>
            </a:xfrm>
            <a:custGeom>
              <a:rect b="b" l="l" r="r" t="t"/>
              <a:pathLst>
                <a:path extrusionOk="0" h="469" w="468">
                  <a:moveTo>
                    <a:pt x="0" y="0"/>
                  </a:moveTo>
                  <a:lnTo>
                    <a:pt x="0"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66"/>
          <p:cNvGrpSpPr/>
          <p:nvPr/>
        </p:nvGrpSpPr>
        <p:grpSpPr>
          <a:xfrm>
            <a:off x="5962552" y="3811819"/>
            <a:ext cx="562308" cy="462635"/>
            <a:chOff x="5903617" y="3571243"/>
            <a:chExt cx="635736" cy="523047"/>
          </a:xfrm>
        </p:grpSpPr>
        <p:sp>
          <p:nvSpPr>
            <p:cNvPr id="5238" name="Google Shape;5238;p66"/>
            <p:cNvSpPr/>
            <p:nvPr/>
          </p:nvSpPr>
          <p:spPr>
            <a:xfrm>
              <a:off x="6523785" y="4037265"/>
              <a:ext cx="15567" cy="15567"/>
            </a:xfrm>
            <a:custGeom>
              <a:rect b="b" l="l" r="r" t="t"/>
              <a:pathLst>
                <a:path extrusionOk="0" h="469" w="469">
                  <a:moveTo>
                    <a:pt x="1" y="1"/>
                  </a:moveTo>
                  <a:lnTo>
                    <a:pt x="1"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6"/>
            <p:cNvSpPr/>
            <p:nvPr/>
          </p:nvSpPr>
          <p:spPr>
            <a:xfrm>
              <a:off x="5942518" y="3571243"/>
              <a:ext cx="429776" cy="518799"/>
            </a:xfrm>
            <a:custGeom>
              <a:rect b="b" l="l" r="r" t="t"/>
              <a:pathLst>
                <a:path extrusionOk="0" h="15630" w="12948">
                  <a:moveTo>
                    <a:pt x="6474" y="469"/>
                  </a:moveTo>
                  <a:cubicBezTo>
                    <a:pt x="8078" y="469"/>
                    <a:pt x="9587" y="1094"/>
                    <a:pt x="10720" y="2229"/>
                  </a:cubicBezTo>
                  <a:cubicBezTo>
                    <a:pt x="11856" y="3364"/>
                    <a:pt x="12480" y="4871"/>
                    <a:pt x="12480" y="6476"/>
                  </a:cubicBezTo>
                  <a:cubicBezTo>
                    <a:pt x="12478" y="8079"/>
                    <a:pt x="11855" y="9588"/>
                    <a:pt x="10720" y="10722"/>
                  </a:cubicBezTo>
                  <a:lnTo>
                    <a:pt x="6474" y="14968"/>
                  </a:lnTo>
                  <a:lnTo>
                    <a:pt x="2228" y="10722"/>
                  </a:lnTo>
                  <a:cubicBezTo>
                    <a:pt x="1092" y="9588"/>
                    <a:pt x="469" y="8080"/>
                    <a:pt x="469" y="6476"/>
                  </a:cubicBezTo>
                  <a:cubicBezTo>
                    <a:pt x="469" y="4871"/>
                    <a:pt x="1092" y="3363"/>
                    <a:pt x="2228" y="2229"/>
                  </a:cubicBezTo>
                  <a:cubicBezTo>
                    <a:pt x="3362" y="1094"/>
                    <a:pt x="4870" y="469"/>
                    <a:pt x="6474" y="469"/>
                  </a:cubicBezTo>
                  <a:close/>
                  <a:moveTo>
                    <a:pt x="6474" y="1"/>
                  </a:moveTo>
                  <a:cubicBezTo>
                    <a:pt x="4745" y="1"/>
                    <a:pt x="3119" y="674"/>
                    <a:pt x="1897" y="1897"/>
                  </a:cubicBezTo>
                  <a:cubicBezTo>
                    <a:pt x="673" y="3120"/>
                    <a:pt x="0" y="4746"/>
                    <a:pt x="0" y="6475"/>
                  </a:cubicBezTo>
                  <a:cubicBezTo>
                    <a:pt x="0" y="8203"/>
                    <a:pt x="673" y="9829"/>
                    <a:pt x="1897" y="11052"/>
                  </a:cubicBezTo>
                  <a:lnTo>
                    <a:pt x="6474" y="15629"/>
                  </a:lnTo>
                  <a:lnTo>
                    <a:pt x="11051" y="11052"/>
                  </a:lnTo>
                  <a:cubicBezTo>
                    <a:pt x="12275" y="9829"/>
                    <a:pt x="12948" y="8203"/>
                    <a:pt x="12948" y="6475"/>
                  </a:cubicBezTo>
                  <a:cubicBezTo>
                    <a:pt x="12948" y="4746"/>
                    <a:pt x="12275" y="3120"/>
                    <a:pt x="11051" y="1897"/>
                  </a:cubicBezTo>
                  <a:cubicBezTo>
                    <a:pt x="9829" y="674"/>
                    <a:pt x="8202" y="1"/>
                    <a:pt x="64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6"/>
            <p:cNvSpPr/>
            <p:nvPr/>
          </p:nvSpPr>
          <p:spPr>
            <a:xfrm>
              <a:off x="6014944" y="3643768"/>
              <a:ext cx="284858" cy="284825"/>
            </a:xfrm>
            <a:custGeom>
              <a:rect b="b" l="l" r="r" t="t"/>
              <a:pathLst>
                <a:path extrusionOk="0" h="8581" w="8582">
                  <a:moveTo>
                    <a:pt x="4291" y="467"/>
                  </a:moveTo>
                  <a:cubicBezTo>
                    <a:pt x="6398" y="467"/>
                    <a:pt x="8113" y="2181"/>
                    <a:pt x="8113" y="4289"/>
                  </a:cubicBezTo>
                  <a:cubicBezTo>
                    <a:pt x="8113" y="6397"/>
                    <a:pt x="6400" y="8112"/>
                    <a:pt x="4291" y="8112"/>
                  </a:cubicBezTo>
                  <a:cubicBezTo>
                    <a:pt x="2183" y="8112"/>
                    <a:pt x="469" y="6397"/>
                    <a:pt x="469" y="4289"/>
                  </a:cubicBezTo>
                  <a:cubicBezTo>
                    <a:pt x="469" y="2181"/>
                    <a:pt x="2182" y="467"/>
                    <a:pt x="4291" y="467"/>
                  </a:cubicBezTo>
                  <a:close/>
                  <a:moveTo>
                    <a:pt x="4291" y="0"/>
                  </a:moveTo>
                  <a:cubicBezTo>
                    <a:pt x="1925" y="0"/>
                    <a:pt x="0" y="1925"/>
                    <a:pt x="0" y="4291"/>
                  </a:cubicBezTo>
                  <a:cubicBezTo>
                    <a:pt x="0" y="6656"/>
                    <a:pt x="1925" y="8581"/>
                    <a:pt x="4291" y="8581"/>
                  </a:cubicBezTo>
                  <a:cubicBezTo>
                    <a:pt x="6656" y="8581"/>
                    <a:pt x="8582" y="6656"/>
                    <a:pt x="8582" y="4291"/>
                  </a:cubicBezTo>
                  <a:cubicBezTo>
                    <a:pt x="8582" y="1925"/>
                    <a:pt x="6656" y="0"/>
                    <a:pt x="4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6"/>
            <p:cNvSpPr/>
            <p:nvPr/>
          </p:nvSpPr>
          <p:spPr>
            <a:xfrm>
              <a:off x="6063804" y="3680944"/>
              <a:ext cx="187139" cy="179306"/>
            </a:xfrm>
            <a:custGeom>
              <a:rect b="b" l="l" r="r" t="t"/>
              <a:pathLst>
                <a:path extrusionOk="0" h="5402" w="5638">
                  <a:moveTo>
                    <a:pt x="3209" y="3529"/>
                  </a:moveTo>
                  <a:lnTo>
                    <a:pt x="3209" y="4933"/>
                  </a:lnTo>
                  <a:lnTo>
                    <a:pt x="2430" y="4933"/>
                  </a:lnTo>
                  <a:lnTo>
                    <a:pt x="2430" y="3529"/>
                  </a:lnTo>
                  <a:close/>
                  <a:moveTo>
                    <a:pt x="2819" y="662"/>
                  </a:moveTo>
                  <a:lnTo>
                    <a:pt x="4300" y="2143"/>
                  </a:lnTo>
                  <a:lnTo>
                    <a:pt x="4300" y="4933"/>
                  </a:lnTo>
                  <a:lnTo>
                    <a:pt x="3677" y="4933"/>
                  </a:lnTo>
                  <a:lnTo>
                    <a:pt x="3677" y="3061"/>
                  </a:lnTo>
                  <a:lnTo>
                    <a:pt x="1962" y="3061"/>
                  </a:lnTo>
                  <a:lnTo>
                    <a:pt x="1962" y="4933"/>
                  </a:lnTo>
                  <a:lnTo>
                    <a:pt x="1337" y="4933"/>
                  </a:lnTo>
                  <a:lnTo>
                    <a:pt x="1337" y="2143"/>
                  </a:lnTo>
                  <a:lnTo>
                    <a:pt x="2819" y="662"/>
                  </a:lnTo>
                  <a:close/>
                  <a:moveTo>
                    <a:pt x="2819" y="0"/>
                  </a:moveTo>
                  <a:lnTo>
                    <a:pt x="1" y="2818"/>
                  </a:lnTo>
                  <a:lnTo>
                    <a:pt x="332" y="3149"/>
                  </a:lnTo>
                  <a:lnTo>
                    <a:pt x="869" y="2612"/>
                  </a:lnTo>
                  <a:lnTo>
                    <a:pt x="869" y="4934"/>
                  </a:lnTo>
                  <a:lnTo>
                    <a:pt x="323" y="4934"/>
                  </a:lnTo>
                  <a:lnTo>
                    <a:pt x="323" y="5402"/>
                  </a:lnTo>
                  <a:lnTo>
                    <a:pt x="5315" y="5402"/>
                  </a:lnTo>
                  <a:lnTo>
                    <a:pt x="5315" y="4934"/>
                  </a:lnTo>
                  <a:lnTo>
                    <a:pt x="4769" y="4934"/>
                  </a:lnTo>
                  <a:lnTo>
                    <a:pt x="4769" y="2612"/>
                  </a:lnTo>
                  <a:lnTo>
                    <a:pt x="5306" y="3149"/>
                  </a:lnTo>
                  <a:lnTo>
                    <a:pt x="5637" y="2818"/>
                  </a:lnTo>
                  <a:lnTo>
                    <a:pt x="28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6"/>
            <p:cNvSpPr/>
            <p:nvPr/>
          </p:nvSpPr>
          <p:spPr>
            <a:xfrm>
              <a:off x="6149606" y="4012935"/>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6"/>
            <p:cNvSpPr/>
            <p:nvPr/>
          </p:nvSpPr>
          <p:spPr>
            <a:xfrm>
              <a:off x="6149606" y="3950799"/>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6"/>
            <p:cNvSpPr/>
            <p:nvPr/>
          </p:nvSpPr>
          <p:spPr>
            <a:xfrm>
              <a:off x="6149606" y="3981867"/>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6"/>
            <p:cNvSpPr/>
            <p:nvPr/>
          </p:nvSpPr>
          <p:spPr>
            <a:xfrm>
              <a:off x="6323037" y="4078723"/>
              <a:ext cx="15600" cy="15567"/>
            </a:xfrm>
            <a:custGeom>
              <a:rect b="b" l="l" r="r" t="t"/>
              <a:pathLst>
                <a:path extrusionOk="0" h="469" w="470">
                  <a:moveTo>
                    <a:pt x="1" y="0"/>
                  </a:moveTo>
                  <a:lnTo>
                    <a:pt x="1"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6"/>
            <p:cNvSpPr/>
            <p:nvPr/>
          </p:nvSpPr>
          <p:spPr>
            <a:xfrm>
              <a:off x="6203942" y="4078723"/>
              <a:ext cx="103627" cy="15567"/>
            </a:xfrm>
            <a:custGeom>
              <a:rect b="b" l="l" r="r" t="t"/>
              <a:pathLst>
                <a:path extrusionOk="0" h="469" w="3122">
                  <a:moveTo>
                    <a:pt x="0" y="0"/>
                  </a:moveTo>
                  <a:lnTo>
                    <a:pt x="0" y="469"/>
                  </a:lnTo>
                  <a:lnTo>
                    <a:pt x="3121" y="469"/>
                  </a:lnTo>
                  <a:lnTo>
                    <a:pt x="3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6"/>
            <p:cNvSpPr/>
            <p:nvPr/>
          </p:nvSpPr>
          <p:spPr>
            <a:xfrm>
              <a:off x="6354105" y="4078723"/>
              <a:ext cx="15600" cy="15567"/>
            </a:xfrm>
            <a:custGeom>
              <a:rect b="b" l="l" r="r" t="t"/>
              <a:pathLst>
                <a:path extrusionOk="0" h="469" w="470">
                  <a:moveTo>
                    <a:pt x="1" y="0"/>
                  </a:moveTo>
                  <a:lnTo>
                    <a:pt x="1"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6"/>
            <p:cNvSpPr/>
            <p:nvPr/>
          </p:nvSpPr>
          <p:spPr>
            <a:xfrm>
              <a:off x="6395596" y="4037265"/>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6"/>
            <p:cNvSpPr/>
            <p:nvPr/>
          </p:nvSpPr>
          <p:spPr>
            <a:xfrm>
              <a:off x="6364461" y="4037265"/>
              <a:ext cx="15567" cy="15567"/>
            </a:xfrm>
            <a:custGeom>
              <a:rect b="b" l="l" r="r" t="t"/>
              <a:pathLst>
                <a:path extrusionOk="0" h="469" w="469">
                  <a:moveTo>
                    <a:pt x="0" y="1"/>
                  </a:moveTo>
                  <a:lnTo>
                    <a:pt x="0"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6"/>
            <p:cNvSpPr/>
            <p:nvPr/>
          </p:nvSpPr>
          <p:spPr>
            <a:xfrm>
              <a:off x="6245400" y="4037265"/>
              <a:ext cx="103594" cy="15567"/>
            </a:xfrm>
            <a:custGeom>
              <a:rect b="b" l="l" r="r" t="t"/>
              <a:pathLst>
                <a:path extrusionOk="0" h="469" w="3121">
                  <a:moveTo>
                    <a:pt x="1" y="1"/>
                  </a:moveTo>
                  <a:lnTo>
                    <a:pt x="1" y="468"/>
                  </a:lnTo>
                  <a:lnTo>
                    <a:pt x="3121" y="468"/>
                  </a:lnTo>
                  <a:lnTo>
                    <a:pt x="31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6"/>
            <p:cNvSpPr/>
            <p:nvPr/>
          </p:nvSpPr>
          <p:spPr>
            <a:xfrm>
              <a:off x="5945041" y="4078723"/>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6"/>
            <p:cNvSpPr/>
            <p:nvPr/>
          </p:nvSpPr>
          <p:spPr>
            <a:xfrm>
              <a:off x="5976109" y="4078723"/>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6"/>
            <p:cNvSpPr/>
            <p:nvPr/>
          </p:nvSpPr>
          <p:spPr>
            <a:xfrm>
              <a:off x="6007177" y="4078723"/>
              <a:ext cx="103594" cy="15567"/>
            </a:xfrm>
            <a:custGeom>
              <a:rect b="b" l="l" r="r" t="t"/>
              <a:pathLst>
                <a:path extrusionOk="0" h="469" w="3121">
                  <a:moveTo>
                    <a:pt x="1" y="0"/>
                  </a:moveTo>
                  <a:lnTo>
                    <a:pt x="1" y="469"/>
                  </a:lnTo>
                  <a:lnTo>
                    <a:pt x="3121" y="469"/>
                  </a:lnTo>
                  <a:lnTo>
                    <a:pt x="3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6"/>
            <p:cNvSpPr/>
            <p:nvPr/>
          </p:nvSpPr>
          <p:spPr>
            <a:xfrm>
              <a:off x="5903617" y="4037265"/>
              <a:ext cx="15567" cy="15567"/>
            </a:xfrm>
            <a:custGeom>
              <a:rect b="b" l="l" r="r" t="t"/>
              <a:pathLst>
                <a:path extrusionOk="0" h="469" w="469">
                  <a:moveTo>
                    <a:pt x="1" y="1"/>
                  </a:moveTo>
                  <a:lnTo>
                    <a:pt x="1"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6"/>
            <p:cNvSpPr/>
            <p:nvPr/>
          </p:nvSpPr>
          <p:spPr>
            <a:xfrm>
              <a:off x="5965753" y="4037265"/>
              <a:ext cx="103627" cy="15567"/>
            </a:xfrm>
            <a:custGeom>
              <a:rect b="b" l="l" r="r" t="t"/>
              <a:pathLst>
                <a:path extrusionOk="0" h="469" w="3122">
                  <a:moveTo>
                    <a:pt x="0" y="1"/>
                  </a:moveTo>
                  <a:lnTo>
                    <a:pt x="0" y="468"/>
                  </a:lnTo>
                  <a:lnTo>
                    <a:pt x="3121" y="468"/>
                  </a:lnTo>
                  <a:lnTo>
                    <a:pt x="31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6"/>
            <p:cNvSpPr/>
            <p:nvPr/>
          </p:nvSpPr>
          <p:spPr>
            <a:xfrm>
              <a:off x="5934718" y="4037265"/>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6"/>
            <p:cNvSpPr/>
            <p:nvPr/>
          </p:nvSpPr>
          <p:spPr>
            <a:xfrm>
              <a:off x="6103203" y="3973702"/>
              <a:ext cx="21940" cy="21973"/>
            </a:xfrm>
            <a:custGeom>
              <a:rect b="b" l="l" r="r" t="t"/>
              <a:pathLst>
                <a:path extrusionOk="0" h="662" w="661">
                  <a:moveTo>
                    <a:pt x="331" y="1"/>
                  </a:moveTo>
                  <a:lnTo>
                    <a:pt x="0" y="330"/>
                  </a:lnTo>
                  <a:lnTo>
                    <a:pt x="331" y="661"/>
                  </a:lnTo>
                  <a:lnTo>
                    <a:pt x="661" y="330"/>
                  </a:lnTo>
                  <a:lnTo>
                    <a:pt x="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6"/>
            <p:cNvSpPr/>
            <p:nvPr/>
          </p:nvSpPr>
          <p:spPr>
            <a:xfrm>
              <a:off x="6067554" y="3938086"/>
              <a:ext cx="35682" cy="35649"/>
            </a:xfrm>
            <a:custGeom>
              <a:rect b="b" l="l" r="r" t="t"/>
              <a:pathLst>
                <a:path extrusionOk="0" h="1074" w="1075">
                  <a:moveTo>
                    <a:pt x="332" y="0"/>
                  </a:moveTo>
                  <a:lnTo>
                    <a:pt x="1" y="331"/>
                  </a:lnTo>
                  <a:lnTo>
                    <a:pt x="743" y="1074"/>
                  </a:lnTo>
                  <a:lnTo>
                    <a:pt x="1074" y="743"/>
                  </a:lnTo>
                  <a:lnTo>
                    <a:pt x="3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6"/>
            <p:cNvSpPr/>
            <p:nvPr/>
          </p:nvSpPr>
          <p:spPr>
            <a:xfrm>
              <a:off x="6221103" y="3621728"/>
              <a:ext cx="20779" cy="20712"/>
            </a:xfrm>
            <a:custGeom>
              <a:rect b="b" l="l" r="r" t="t"/>
              <a:pathLst>
                <a:path extrusionOk="0" h="624" w="626">
                  <a:moveTo>
                    <a:pt x="185" y="0"/>
                  </a:moveTo>
                  <a:lnTo>
                    <a:pt x="0" y="430"/>
                  </a:lnTo>
                  <a:cubicBezTo>
                    <a:pt x="138" y="488"/>
                    <a:pt x="272" y="552"/>
                    <a:pt x="403" y="624"/>
                  </a:cubicBezTo>
                  <a:lnTo>
                    <a:pt x="625" y="212"/>
                  </a:lnTo>
                  <a:cubicBezTo>
                    <a:pt x="481" y="136"/>
                    <a:pt x="333" y="64"/>
                    <a:pt x="1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6"/>
            <p:cNvSpPr/>
            <p:nvPr/>
          </p:nvSpPr>
          <p:spPr>
            <a:xfrm>
              <a:off x="6121658" y="3607555"/>
              <a:ext cx="90350" cy="23368"/>
            </a:xfrm>
            <a:custGeom>
              <a:rect b="b" l="l" r="r" t="t"/>
              <a:pathLst>
                <a:path extrusionOk="0" h="704" w="2722">
                  <a:moveTo>
                    <a:pt x="1061" y="0"/>
                  </a:moveTo>
                  <a:cubicBezTo>
                    <a:pt x="704" y="0"/>
                    <a:pt x="347" y="36"/>
                    <a:pt x="0" y="108"/>
                  </a:cubicBezTo>
                  <a:lnTo>
                    <a:pt x="94" y="566"/>
                  </a:lnTo>
                  <a:cubicBezTo>
                    <a:pt x="415" y="501"/>
                    <a:pt x="745" y="468"/>
                    <a:pt x="1076" y="468"/>
                  </a:cubicBezTo>
                  <a:cubicBezTo>
                    <a:pt x="1589" y="468"/>
                    <a:pt x="2095" y="547"/>
                    <a:pt x="2578" y="703"/>
                  </a:cubicBezTo>
                  <a:lnTo>
                    <a:pt x="2721" y="258"/>
                  </a:lnTo>
                  <a:cubicBezTo>
                    <a:pt x="2192" y="87"/>
                    <a:pt x="1637" y="0"/>
                    <a:pt x="1076" y="0"/>
                  </a:cubicBezTo>
                  <a:cubicBezTo>
                    <a:pt x="1071" y="0"/>
                    <a:pt x="1066" y="0"/>
                    <a:pt x="10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6"/>
            <p:cNvSpPr/>
            <p:nvPr/>
          </p:nvSpPr>
          <p:spPr>
            <a:xfrm>
              <a:off x="5989320" y="3710485"/>
              <a:ext cx="20281" cy="20314"/>
            </a:xfrm>
            <a:custGeom>
              <a:rect b="b" l="l" r="r" t="t"/>
              <a:pathLst>
                <a:path extrusionOk="0" h="612" w="611">
                  <a:moveTo>
                    <a:pt x="187" y="1"/>
                  </a:moveTo>
                  <a:cubicBezTo>
                    <a:pt x="119" y="147"/>
                    <a:pt x="55" y="300"/>
                    <a:pt x="1" y="452"/>
                  </a:cubicBezTo>
                  <a:lnTo>
                    <a:pt x="440" y="612"/>
                  </a:lnTo>
                  <a:cubicBezTo>
                    <a:pt x="491" y="472"/>
                    <a:pt x="549" y="334"/>
                    <a:pt x="611" y="199"/>
                  </a:cubicBezTo>
                  <a:lnTo>
                    <a:pt x="1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6"/>
            <p:cNvSpPr/>
            <p:nvPr/>
          </p:nvSpPr>
          <p:spPr>
            <a:xfrm>
              <a:off x="6003095" y="3667069"/>
              <a:ext cx="32827" cy="36976"/>
            </a:xfrm>
            <a:custGeom>
              <a:rect b="b" l="l" r="r" t="t"/>
              <a:pathLst>
                <a:path extrusionOk="0" h="1114" w="989">
                  <a:moveTo>
                    <a:pt x="641" y="0"/>
                  </a:moveTo>
                  <a:cubicBezTo>
                    <a:pt x="399" y="270"/>
                    <a:pt x="185" y="565"/>
                    <a:pt x="1" y="876"/>
                  </a:cubicBezTo>
                  <a:lnTo>
                    <a:pt x="404" y="1113"/>
                  </a:lnTo>
                  <a:cubicBezTo>
                    <a:pt x="570" y="829"/>
                    <a:pt x="767" y="559"/>
                    <a:pt x="988" y="313"/>
                  </a:cubicBezTo>
                  <a:lnTo>
                    <a:pt x="6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6"/>
            <p:cNvSpPr/>
            <p:nvPr/>
          </p:nvSpPr>
          <p:spPr>
            <a:xfrm>
              <a:off x="6012355" y="3881327"/>
              <a:ext cx="21841" cy="21841"/>
            </a:xfrm>
            <a:custGeom>
              <a:rect b="b" l="l" r="r" t="t"/>
              <a:pathLst>
                <a:path extrusionOk="0" h="658" w="658">
                  <a:moveTo>
                    <a:pt x="381" y="1"/>
                  </a:moveTo>
                  <a:lnTo>
                    <a:pt x="1" y="275"/>
                  </a:lnTo>
                  <a:cubicBezTo>
                    <a:pt x="95" y="407"/>
                    <a:pt x="197" y="536"/>
                    <a:pt x="305" y="657"/>
                  </a:cubicBezTo>
                  <a:lnTo>
                    <a:pt x="657" y="351"/>
                  </a:lnTo>
                  <a:cubicBezTo>
                    <a:pt x="560" y="238"/>
                    <a:pt x="467" y="122"/>
                    <a:pt x="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6"/>
            <p:cNvSpPr/>
            <p:nvPr/>
          </p:nvSpPr>
          <p:spPr>
            <a:xfrm>
              <a:off x="5978731" y="3786131"/>
              <a:ext cx="38171" cy="90748"/>
            </a:xfrm>
            <a:custGeom>
              <a:rect b="b" l="l" r="r" t="t"/>
              <a:pathLst>
                <a:path extrusionOk="0" h="2734" w="1150">
                  <a:moveTo>
                    <a:pt x="0" y="1"/>
                  </a:moveTo>
                  <a:cubicBezTo>
                    <a:pt x="0" y="963"/>
                    <a:pt x="259" y="1907"/>
                    <a:pt x="746" y="2733"/>
                  </a:cubicBezTo>
                  <a:lnTo>
                    <a:pt x="1149" y="2495"/>
                  </a:lnTo>
                  <a:cubicBezTo>
                    <a:pt x="703" y="1741"/>
                    <a:pt x="469" y="880"/>
                    <a:pt x="4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6"/>
            <p:cNvSpPr/>
            <p:nvPr/>
          </p:nvSpPr>
          <p:spPr>
            <a:xfrm>
              <a:off x="6033632" y="3903699"/>
              <a:ext cx="21940" cy="21940"/>
            </a:xfrm>
            <a:custGeom>
              <a:rect b="b" l="l" r="r" t="t"/>
              <a:pathLst>
                <a:path extrusionOk="0" h="661" w="661">
                  <a:moveTo>
                    <a:pt x="326" y="1"/>
                  </a:moveTo>
                  <a:lnTo>
                    <a:pt x="1" y="338"/>
                  </a:lnTo>
                  <a:cubicBezTo>
                    <a:pt x="119" y="451"/>
                    <a:pt x="242" y="559"/>
                    <a:pt x="368" y="661"/>
                  </a:cubicBezTo>
                  <a:lnTo>
                    <a:pt x="661" y="296"/>
                  </a:lnTo>
                  <a:cubicBezTo>
                    <a:pt x="545" y="204"/>
                    <a:pt x="433" y="104"/>
                    <a:pt x="3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6"/>
            <p:cNvSpPr/>
            <p:nvPr/>
          </p:nvSpPr>
          <p:spPr>
            <a:xfrm>
              <a:off x="6201851" y="3938385"/>
              <a:ext cx="19650" cy="19650"/>
            </a:xfrm>
            <a:custGeom>
              <a:rect b="b" l="l" r="r" t="t"/>
              <a:pathLst>
                <a:path extrusionOk="0" h="592" w="592">
                  <a:moveTo>
                    <a:pt x="424" y="0"/>
                  </a:moveTo>
                  <a:cubicBezTo>
                    <a:pt x="285" y="54"/>
                    <a:pt x="143" y="102"/>
                    <a:pt x="0" y="142"/>
                  </a:cubicBezTo>
                  <a:lnTo>
                    <a:pt x="129" y="592"/>
                  </a:lnTo>
                  <a:cubicBezTo>
                    <a:pt x="285" y="548"/>
                    <a:pt x="441" y="495"/>
                    <a:pt x="592" y="437"/>
                  </a:cubicBezTo>
                  <a:lnTo>
                    <a:pt x="4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6229467" y="3915648"/>
              <a:ext cx="36479" cy="30736"/>
            </a:xfrm>
            <a:custGeom>
              <a:rect b="b" l="l" r="r" t="t"/>
              <a:pathLst>
                <a:path extrusionOk="0" h="926" w="1099">
                  <a:moveTo>
                    <a:pt x="813" y="1"/>
                  </a:moveTo>
                  <a:cubicBezTo>
                    <a:pt x="559" y="195"/>
                    <a:pt x="286" y="366"/>
                    <a:pt x="1" y="506"/>
                  </a:cubicBezTo>
                  <a:lnTo>
                    <a:pt x="209" y="925"/>
                  </a:lnTo>
                  <a:cubicBezTo>
                    <a:pt x="522" y="770"/>
                    <a:pt x="821" y="584"/>
                    <a:pt x="1098" y="372"/>
                  </a:cubicBezTo>
                  <a:lnTo>
                    <a:pt x="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6"/>
            <p:cNvSpPr/>
            <p:nvPr/>
          </p:nvSpPr>
          <p:spPr>
            <a:xfrm>
              <a:off x="6293363" y="3848433"/>
              <a:ext cx="29176" cy="36279"/>
            </a:xfrm>
            <a:custGeom>
              <a:rect b="b" l="l" r="r" t="t"/>
              <a:pathLst>
                <a:path extrusionOk="0" h="1093" w="879">
                  <a:moveTo>
                    <a:pt x="445" y="1"/>
                  </a:moveTo>
                  <a:cubicBezTo>
                    <a:pt x="325" y="291"/>
                    <a:pt x="175" y="572"/>
                    <a:pt x="0" y="834"/>
                  </a:cubicBezTo>
                  <a:lnTo>
                    <a:pt x="391" y="1093"/>
                  </a:lnTo>
                  <a:cubicBezTo>
                    <a:pt x="583" y="804"/>
                    <a:pt x="747" y="498"/>
                    <a:pt x="878" y="179"/>
                  </a:cubicBezTo>
                  <a:lnTo>
                    <a:pt x="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6"/>
            <p:cNvSpPr/>
            <p:nvPr/>
          </p:nvSpPr>
          <p:spPr>
            <a:xfrm>
              <a:off x="6289214" y="3681143"/>
              <a:ext cx="41358" cy="64925"/>
            </a:xfrm>
            <a:custGeom>
              <a:rect b="b" l="l" r="r" t="t"/>
              <a:pathLst>
                <a:path extrusionOk="0" h="1956" w="1246">
                  <a:moveTo>
                    <a:pt x="379" y="0"/>
                  </a:moveTo>
                  <a:lnTo>
                    <a:pt x="0" y="275"/>
                  </a:lnTo>
                  <a:cubicBezTo>
                    <a:pt x="372" y="784"/>
                    <a:pt x="637" y="1350"/>
                    <a:pt x="791" y="1956"/>
                  </a:cubicBezTo>
                  <a:lnTo>
                    <a:pt x="1245" y="1841"/>
                  </a:lnTo>
                  <a:cubicBezTo>
                    <a:pt x="1077" y="1176"/>
                    <a:pt x="786" y="558"/>
                    <a:pt x="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6319419" y="3790147"/>
              <a:ext cx="16596" cy="16629"/>
            </a:xfrm>
            <a:custGeom>
              <a:rect b="b" l="l" r="r" t="t"/>
              <a:pathLst>
                <a:path extrusionOk="0" h="501" w="500">
                  <a:moveTo>
                    <a:pt x="31" y="1"/>
                  </a:moveTo>
                  <a:cubicBezTo>
                    <a:pt x="27" y="150"/>
                    <a:pt x="17" y="300"/>
                    <a:pt x="0" y="447"/>
                  </a:cubicBezTo>
                  <a:lnTo>
                    <a:pt x="466" y="500"/>
                  </a:lnTo>
                  <a:cubicBezTo>
                    <a:pt x="484" y="338"/>
                    <a:pt x="496" y="175"/>
                    <a:pt x="500" y="12"/>
                  </a:cubicBezTo>
                  <a:lnTo>
                    <a:pt x="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6318490" y="3758150"/>
              <a:ext cx="17194" cy="17127"/>
            </a:xfrm>
            <a:custGeom>
              <a:rect b="b" l="l" r="r" t="t"/>
              <a:pathLst>
                <a:path extrusionOk="0" h="516" w="518">
                  <a:moveTo>
                    <a:pt x="463" y="1"/>
                  </a:moveTo>
                  <a:lnTo>
                    <a:pt x="0" y="73"/>
                  </a:lnTo>
                  <a:cubicBezTo>
                    <a:pt x="23" y="219"/>
                    <a:pt x="40" y="369"/>
                    <a:pt x="49" y="516"/>
                  </a:cubicBezTo>
                  <a:lnTo>
                    <a:pt x="517" y="487"/>
                  </a:lnTo>
                  <a:cubicBezTo>
                    <a:pt x="507" y="325"/>
                    <a:pt x="489" y="161"/>
                    <a:pt x="4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6"/>
            <p:cNvSpPr/>
            <p:nvPr/>
          </p:nvSpPr>
          <p:spPr>
            <a:xfrm>
              <a:off x="6068318" y="3701590"/>
              <a:ext cx="26820" cy="27151"/>
            </a:xfrm>
            <a:custGeom>
              <a:rect b="b" l="l" r="r" t="t"/>
              <a:pathLst>
                <a:path extrusionOk="0" h="818" w="808">
                  <a:moveTo>
                    <a:pt x="503" y="1"/>
                  </a:moveTo>
                  <a:cubicBezTo>
                    <a:pt x="317" y="161"/>
                    <a:pt x="148" y="341"/>
                    <a:pt x="0" y="537"/>
                  </a:cubicBezTo>
                  <a:lnTo>
                    <a:pt x="374" y="818"/>
                  </a:lnTo>
                  <a:cubicBezTo>
                    <a:pt x="501" y="648"/>
                    <a:pt x="647" y="493"/>
                    <a:pt x="807" y="356"/>
                  </a:cubicBezTo>
                  <a:lnTo>
                    <a:pt x="5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6"/>
            <p:cNvSpPr/>
            <p:nvPr/>
          </p:nvSpPr>
          <p:spPr>
            <a:xfrm>
              <a:off x="6131782" y="3879369"/>
              <a:ext cx="44843" cy="18090"/>
            </a:xfrm>
            <a:custGeom>
              <a:rect b="b" l="l" r="r" t="t"/>
              <a:pathLst>
                <a:path extrusionOk="0" h="545" w="1351">
                  <a:moveTo>
                    <a:pt x="108" y="1"/>
                  </a:moveTo>
                  <a:lnTo>
                    <a:pt x="1" y="456"/>
                  </a:lnTo>
                  <a:cubicBezTo>
                    <a:pt x="253" y="515"/>
                    <a:pt x="511" y="545"/>
                    <a:pt x="772" y="545"/>
                  </a:cubicBezTo>
                  <a:cubicBezTo>
                    <a:pt x="966" y="545"/>
                    <a:pt x="1161" y="528"/>
                    <a:pt x="1350" y="494"/>
                  </a:cubicBezTo>
                  <a:lnTo>
                    <a:pt x="1269" y="33"/>
                  </a:lnTo>
                  <a:cubicBezTo>
                    <a:pt x="1105" y="62"/>
                    <a:pt x="936" y="77"/>
                    <a:pt x="768" y="77"/>
                  </a:cubicBezTo>
                  <a:cubicBezTo>
                    <a:pt x="545" y="77"/>
                    <a:pt x="323" y="51"/>
                    <a:pt x="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6187778" y="3871436"/>
              <a:ext cx="20314" cy="20314"/>
            </a:xfrm>
            <a:custGeom>
              <a:rect b="b" l="l" r="r" t="t"/>
              <a:pathLst>
                <a:path extrusionOk="0" h="612" w="612">
                  <a:moveTo>
                    <a:pt x="398" y="1"/>
                  </a:moveTo>
                  <a:cubicBezTo>
                    <a:pt x="270" y="66"/>
                    <a:pt x="136" y="123"/>
                    <a:pt x="0" y="168"/>
                  </a:cubicBezTo>
                  <a:lnTo>
                    <a:pt x="149" y="612"/>
                  </a:lnTo>
                  <a:cubicBezTo>
                    <a:pt x="308" y="558"/>
                    <a:pt x="464" y="493"/>
                    <a:pt x="611" y="416"/>
                  </a:cubicBezTo>
                  <a:lnTo>
                    <a:pt x="3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6230297" y="3714103"/>
              <a:ext cx="21708" cy="21675"/>
            </a:xfrm>
            <a:custGeom>
              <a:rect b="b" l="l" r="r" t="t"/>
              <a:pathLst>
                <a:path extrusionOk="0" h="653" w="654">
                  <a:moveTo>
                    <a:pt x="357" y="0"/>
                  </a:moveTo>
                  <a:lnTo>
                    <a:pt x="1" y="303"/>
                  </a:lnTo>
                  <a:cubicBezTo>
                    <a:pt x="94" y="414"/>
                    <a:pt x="181" y="532"/>
                    <a:pt x="255" y="653"/>
                  </a:cubicBezTo>
                  <a:lnTo>
                    <a:pt x="653" y="406"/>
                  </a:lnTo>
                  <a:cubicBezTo>
                    <a:pt x="565" y="264"/>
                    <a:pt x="466" y="126"/>
                    <a:pt x="3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6202847" y="3688180"/>
              <a:ext cx="27649" cy="25757"/>
            </a:xfrm>
            <a:custGeom>
              <a:rect b="b" l="l" r="r" t="t"/>
              <a:pathLst>
                <a:path extrusionOk="0" h="776" w="833">
                  <a:moveTo>
                    <a:pt x="223" y="0"/>
                  </a:moveTo>
                  <a:lnTo>
                    <a:pt x="0" y="411"/>
                  </a:lnTo>
                  <a:cubicBezTo>
                    <a:pt x="187" y="512"/>
                    <a:pt x="363" y="634"/>
                    <a:pt x="525" y="776"/>
                  </a:cubicBezTo>
                  <a:lnTo>
                    <a:pt x="833" y="423"/>
                  </a:lnTo>
                  <a:cubicBezTo>
                    <a:pt x="646" y="260"/>
                    <a:pt x="440" y="118"/>
                    <a:pt x="2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6168559" y="3747063"/>
              <a:ext cx="22007" cy="22007"/>
            </a:xfrm>
            <a:custGeom>
              <a:rect b="b" l="l" r="r" t="t"/>
              <a:pathLst>
                <a:path extrusionOk="0" h="663" w="663">
                  <a:moveTo>
                    <a:pt x="331" y="1"/>
                  </a:moveTo>
                  <a:lnTo>
                    <a:pt x="0" y="332"/>
                  </a:lnTo>
                  <a:lnTo>
                    <a:pt x="331" y="663"/>
                  </a:lnTo>
                  <a:lnTo>
                    <a:pt x="662" y="332"/>
                  </a:lnTo>
                  <a:lnTo>
                    <a:pt x="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6146420" y="3724924"/>
              <a:ext cx="22173" cy="22173"/>
            </a:xfrm>
            <a:custGeom>
              <a:rect b="b" l="l" r="r" t="t"/>
              <a:pathLst>
                <a:path extrusionOk="0" h="668" w="668">
                  <a:moveTo>
                    <a:pt x="331" y="1"/>
                  </a:moveTo>
                  <a:lnTo>
                    <a:pt x="0" y="332"/>
                  </a:lnTo>
                  <a:lnTo>
                    <a:pt x="336" y="668"/>
                  </a:lnTo>
                  <a:lnTo>
                    <a:pt x="667" y="337"/>
                  </a:lnTo>
                  <a:lnTo>
                    <a:pt x="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66"/>
          <p:cNvGrpSpPr/>
          <p:nvPr/>
        </p:nvGrpSpPr>
        <p:grpSpPr>
          <a:xfrm>
            <a:off x="5315237" y="3811834"/>
            <a:ext cx="462606" cy="462606"/>
            <a:chOff x="5267980" y="3947220"/>
            <a:chExt cx="523014" cy="523014"/>
          </a:xfrm>
        </p:grpSpPr>
        <p:sp>
          <p:nvSpPr>
            <p:cNvPr id="5280" name="Google Shape;5280;p66"/>
            <p:cNvSpPr/>
            <p:nvPr/>
          </p:nvSpPr>
          <p:spPr>
            <a:xfrm>
              <a:off x="5267980" y="3947220"/>
              <a:ext cx="523014" cy="523014"/>
            </a:xfrm>
            <a:custGeom>
              <a:rect b="b" l="l" r="r" t="t"/>
              <a:pathLst>
                <a:path extrusionOk="0" h="15757" w="15757">
                  <a:moveTo>
                    <a:pt x="15289" y="2462"/>
                  </a:moveTo>
                  <a:lnTo>
                    <a:pt x="15289" y="9781"/>
                  </a:lnTo>
                  <a:lnTo>
                    <a:pt x="14018" y="10184"/>
                  </a:lnTo>
                  <a:lnTo>
                    <a:pt x="12953" y="9610"/>
                  </a:lnTo>
                  <a:lnTo>
                    <a:pt x="11941" y="7616"/>
                  </a:lnTo>
                  <a:lnTo>
                    <a:pt x="13000" y="6614"/>
                  </a:lnTo>
                  <a:lnTo>
                    <a:pt x="13740" y="5065"/>
                  </a:lnTo>
                  <a:lnTo>
                    <a:pt x="12555" y="3667"/>
                  </a:lnTo>
                  <a:lnTo>
                    <a:pt x="13454" y="2612"/>
                  </a:lnTo>
                  <a:lnTo>
                    <a:pt x="15289" y="2462"/>
                  </a:lnTo>
                  <a:close/>
                  <a:moveTo>
                    <a:pt x="9196" y="469"/>
                  </a:moveTo>
                  <a:lnTo>
                    <a:pt x="8866" y="1631"/>
                  </a:lnTo>
                  <a:lnTo>
                    <a:pt x="7360" y="2354"/>
                  </a:lnTo>
                  <a:lnTo>
                    <a:pt x="6255" y="3570"/>
                  </a:lnTo>
                  <a:lnTo>
                    <a:pt x="4418" y="3998"/>
                  </a:lnTo>
                  <a:lnTo>
                    <a:pt x="4913" y="5400"/>
                  </a:lnTo>
                  <a:lnTo>
                    <a:pt x="6101" y="5932"/>
                  </a:lnTo>
                  <a:lnTo>
                    <a:pt x="6786" y="7768"/>
                  </a:lnTo>
                  <a:lnTo>
                    <a:pt x="5265" y="8931"/>
                  </a:lnTo>
                  <a:lnTo>
                    <a:pt x="4739" y="11291"/>
                  </a:lnTo>
                  <a:lnTo>
                    <a:pt x="3434" y="10872"/>
                  </a:lnTo>
                  <a:lnTo>
                    <a:pt x="1889" y="7140"/>
                  </a:lnTo>
                  <a:lnTo>
                    <a:pt x="2854" y="6357"/>
                  </a:lnTo>
                  <a:lnTo>
                    <a:pt x="2661" y="4817"/>
                  </a:lnTo>
                  <a:lnTo>
                    <a:pt x="467" y="4317"/>
                  </a:lnTo>
                  <a:lnTo>
                    <a:pt x="467" y="1483"/>
                  </a:lnTo>
                  <a:cubicBezTo>
                    <a:pt x="467" y="923"/>
                    <a:pt x="922" y="469"/>
                    <a:pt x="1481" y="469"/>
                  </a:cubicBezTo>
                  <a:close/>
                  <a:moveTo>
                    <a:pt x="14274" y="468"/>
                  </a:moveTo>
                  <a:cubicBezTo>
                    <a:pt x="14835" y="468"/>
                    <a:pt x="15288" y="923"/>
                    <a:pt x="15288" y="1482"/>
                  </a:cubicBezTo>
                  <a:lnTo>
                    <a:pt x="15289" y="1994"/>
                  </a:lnTo>
                  <a:lnTo>
                    <a:pt x="13223" y="2162"/>
                  </a:lnTo>
                  <a:lnTo>
                    <a:pt x="11939" y="3667"/>
                  </a:lnTo>
                  <a:lnTo>
                    <a:pt x="13186" y="5138"/>
                  </a:lnTo>
                  <a:lnTo>
                    <a:pt x="12616" y="6335"/>
                  </a:lnTo>
                  <a:lnTo>
                    <a:pt x="11365" y="7516"/>
                  </a:lnTo>
                  <a:lnTo>
                    <a:pt x="12601" y="9953"/>
                  </a:lnTo>
                  <a:lnTo>
                    <a:pt x="13970" y="10690"/>
                  </a:lnTo>
                  <a:lnTo>
                    <a:pt x="15289" y="10272"/>
                  </a:lnTo>
                  <a:lnTo>
                    <a:pt x="15289" y="13197"/>
                  </a:lnTo>
                  <a:cubicBezTo>
                    <a:pt x="15023" y="12947"/>
                    <a:pt x="14666" y="12794"/>
                    <a:pt x="14275" y="12794"/>
                  </a:cubicBezTo>
                  <a:lnTo>
                    <a:pt x="1483" y="12794"/>
                  </a:lnTo>
                  <a:cubicBezTo>
                    <a:pt x="1091" y="12794"/>
                    <a:pt x="734" y="12947"/>
                    <a:pt x="469" y="13197"/>
                  </a:cubicBezTo>
                  <a:lnTo>
                    <a:pt x="469" y="4796"/>
                  </a:lnTo>
                  <a:lnTo>
                    <a:pt x="2239" y="5201"/>
                  </a:lnTo>
                  <a:lnTo>
                    <a:pt x="2359" y="6157"/>
                  </a:lnTo>
                  <a:lnTo>
                    <a:pt x="1326" y="6997"/>
                  </a:lnTo>
                  <a:lnTo>
                    <a:pt x="3088" y="11253"/>
                  </a:lnTo>
                  <a:lnTo>
                    <a:pt x="5089" y="11895"/>
                  </a:lnTo>
                  <a:lnTo>
                    <a:pt x="5688" y="9201"/>
                  </a:lnTo>
                  <a:lnTo>
                    <a:pt x="7349" y="7930"/>
                  </a:lnTo>
                  <a:lnTo>
                    <a:pt x="6474" y="5585"/>
                  </a:lnTo>
                  <a:lnTo>
                    <a:pt x="5291" y="5055"/>
                  </a:lnTo>
                  <a:lnTo>
                    <a:pt x="5036" y="4335"/>
                  </a:lnTo>
                  <a:lnTo>
                    <a:pt x="6506" y="3993"/>
                  </a:lnTo>
                  <a:lnTo>
                    <a:pt x="7648" y="2734"/>
                  </a:lnTo>
                  <a:lnTo>
                    <a:pt x="9261" y="1961"/>
                  </a:lnTo>
                  <a:lnTo>
                    <a:pt x="9685" y="468"/>
                  </a:lnTo>
                  <a:close/>
                  <a:moveTo>
                    <a:pt x="4056" y="13262"/>
                  </a:moveTo>
                  <a:lnTo>
                    <a:pt x="4056" y="15289"/>
                  </a:lnTo>
                  <a:lnTo>
                    <a:pt x="1483" y="15289"/>
                  </a:lnTo>
                  <a:cubicBezTo>
                    <a:pt x="922" y="15289"/>
                    <a:pt x="469" y="14834"/>
                    <a:pt x="469" y="14276"/>
                  </a:cubicBezTo>
                  <a:cubicBezTo>
                    <a:pt x="469" y="13716"/>
                    <a:pt x="924" y="13262"/>
                    <a:pt x="1483" y="13262"/>
                  </a:cubicBezTo>
                  <a:close/>
                  <a:moveTo>
                    <a:pt x="14273" y="13261"/>
                  </a:moveTo>
                  <a:cubicBezTo>
                    <a:pt x="14834" y="13261"/>
                    <a:pt x="15287" y="13716"/>
                    <a:pt x="15287" y="14275"/>
                  </a:cubicBezTo>
                  <a:cubicBezTo>
                    <a:pt x="15289" y="14834"/>
                    <a:pt x="14834" y="15289"/>
                    <a:pt x="14273" y="15289"/>
                  </a:cubicBezTo>
                  <a:lnTo>
                    <a:pt x="11700" y="15289"/>
                  </a:lnTo>
                  <a:lnTo>
                    <a:pt x="11700" y="13261"/>
                  </a:lnTo>
                  <a:close/>
                  <a:moveTo>
                    <a:pt x="1483" y="1"/>
                  </a:moveTo>
                  <a:cubicBezTo>
                    <a:pt x="665" y="1"/>
                    <a:pt x="1" y="665"/>
                    <a:pt x="1" y="1482"/>
                  </a:cubicBezTo>
                  <a:lnTo>
                    <a:pt x="1" y="14275"/>
                  </a:lnTo>
                  <a:cubicBezTo>
                    <a:pt x="1" y="15092"/>
                    <a:pt x="665" y="15756"/>
                    <a:pt x="1483" y="15756"/>
                  </a:cubicBezTo>
                  <a:lnTo>
                    <a:pt x="4524" y="15756"/>
                  </a:lnTo>
                  <a:lnTo>
                    <a:pt x="4524" y="13260"/>
                  </a:lnTo>
                  <a:lnTo>
                    <a:pt x="11232" y="13260"/>
                  </a:lnTo>
                  <a:lnTo>
                    <a:pt x="11232" y="15756"/>
                  </a:lnTo>
                  <a:lnTo>
                    <a:pt x="14273" y="15756"/>
                  </a:lnTo>
                  <a:cubicBezTo>
                    <a:pt x="15090" y="15756"/>
                    <a:pt x="15755" y="15092"/>
                    <a:pt x="15755" y="14275"/>
                  </a:cubicBezTo>
                  <a:lnTo>
                    <a:pt x="15755" y="1482"/>
                  </a:lnTo>
                  <a:cubicBezTo>
                    <a:pt x="15756" y="666"/>
                    <a:pt x="15092" y="1"/>
                    <a:pt x="14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6"/>
            <p:cNvSpPr/>
            <p:nvPr/>
          </p:nvSpPr>
          <p:spPr>
            <a:xfrm>
              <a:off x="5494253" y="4190090"/>
              <a:ext cx="165763" cy="165730"/>
            </a:xfrm>
            <a:custGeom>
              <a:rect b="b" l="l" r="r" t="t"/>
              <a:pathLst>
                <a:path extrusionOk="0" h="4993" w="4994">
                  <a:moveTo>
                    <a:pt x="2263" y="1033"/>
                  </a:moveTo>
                  <a:lnTo>
                    <a:pt x="2263" y="2262"/>
                  </a:lnTo>
                  <a:lnTo>
                    <a:pt x="1033" y="2262"/>
                  </a:lnTo>
                  <a:cubicBezTo>
                    <a:pt x="1135" y="1633"/>
                    <a:pt x="1633" y="1134"/>
                    <a:pt x="2263" y="1033"/>
                  </a:cubicBezTo>
                  <a:close/>
                  <a:moveTo>
                    <a:pt x="2730" y="1033"/>
                  </a:moveTo>
                  <a:cubicBezTo>
                    <a:pt x="3360" y="1134"/>
                    <a:pt x="3859" y="1633"/>
                    <a:pt x="3960" y="2262"/>
                  </a:cubicBezTo>
                  <a:lnTo>
                    <a:pt x="2730" y="2262"/>
                  </a:lnTo>
                  <a:lnTo>
                    <a:pt x="2730" y="1033"/>
                  </a:lnTo>
                  <a:close/>
                  <a:moveTo>
                    <a:pt x="2263" y="2731"/>
                  </a:moveTo>
                  <a:lnTo>
                    <a:pt x="2263" y="3959"/>
                  </a:lnTo>
                  <a:cubicBezTo>
                    <a:pt x="1633" y="3859"/>
                    <a:pt x="1135" y="3360"/>
                    <a:pt x="1033" y="2731"/>
                  </a:cubicBezTo>
                  <a:close/>
                  <a:moveTo>
                    <a:pt x="3960" y="2731"/>
                  </a:moveTo>
                  <a:cubicBezTo>
                    <a:pt x="3860" y="3360"/>
                    <a:pt x="3360" y="3859"/>
                    <a:pt x="2730" y="3959"/>
                  </a:cubicBezTo>
                  <a:lnTo>
                    <a:pt x="2730" y="2731"/>
                  </a:lnTo>
                  <a:close/>
                  <a:moveTo>
                    <a:pt x="2263" y="1"/>
                  </a:moveTo>
                  <a:lnTo>
                    <a:pt x="2263" y="561"/>
                  </a:lnTo>
                  <a:cubicBezTo>
                    <a:pt x="1374" y="669"/>
                    <a:pt x="667" y="1374"/>
                    <a:pt x="562" y="2262"/>
                  </a:cubicBezTo>
                  <a:lnTo>
                    <a:pt x="0" y="2262"/>
                  </a:lnTo>
                  <a:lnTo>
                    <a:pt x="0" y="2731"/>
                  </a:lnTo>
                  <a:lnTo>
                    <a:pt x="562" y="2731"/>
                  </a:lnTo>
                  <a:cubicBezTo>
                    <a:pt x="668" y="3618"/>
                    <a:pt x="1374" y="4326"/>
                    <a:pt x="2263" y="4432"/>
                  </a:cubicBezTo>
                  <a:lnTo>
                    <a:pt x="2263" y="4993"/>
                  </a:lnTo>
                  <a:lnTo>
                    <a:pt x="2730" y="4993"/>
                  </a:lnTo>
                  <a:lnTo>
                    <a:pt x="2730" y="4432"/>
                  </a:lnTo>
                  <a:cubicBezTo>
                    <a:pt x="3619" y="4325"/>
                    <a:pt x="4326" y="3618"/>
                    <a:pt x="4431" y="2731"/>
                  </a:cubicBezTo>
                  <a:lnTo>
                    <a:pt x="4993" y="2731"/>
                  </a:lnTo>
                  <a:lnTo>
                    <a:pt x="4993" y="2262"/>
                  </a:lnTo>
                  <a:lnTo>
                    <a:pt x="4431" y="2262"/>
                  </a:lnTo>
                  <a:cubicBezTo>
                    <a:pt x="4325" y="1374"/>
                    <a:pt x="3619" y="668"/>
                    <a:pt x="2730" y="561"/>
                  </a:cubicBezTo>
                  <a:lnTo>
                    <a:pt x="27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6"/>
            <p:cNvSpPr/>
            <p:nvPr/>
          </p:nvSpPr>
          <p:spPr>
            <a:xfrm>
              <a:off x="5538266" y="4121215"/>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5600403" y="4121215"/>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5569335" y="4121215"/>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5297156" y="4062531"/>
              <a:ext cx="18654" cy="18654"/>
            </a:xfrm>
            <a:custGeom>
              <a:rect b="b" l="l" r="r" t="t"/>
              <a:pathLst>
                <a:path extrusionOk="0" h="562" w="562">
                  <a:moveTo>
                    <a:pt x="105" y="1"/>
                  </a:moveTo>
                  <a:lnTo>
                    <a:pt x="1" y="457"/>
                  </a:lnTo>
                  <a:lnTo>
                    <a:pt x="457" y="561"/>
                  </a:lnTo>
                  <a:lnTo>
                    <a:pt x="561" y="105"/>
                  </a:lnTo>
                  <a:lnTo>
                    <a:pt x="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6"/>
            <p:cNvSpPr/>
            <p:nvPr/>
          </p:nvSpPr>
          <p:spPr>
            <a:xfrm>
              <a:off x="5327461" y="4069468"/>
              <a:ext cx="35350" cy="22438"/>
            </a:xfrm>
            <a:custGeom>
              <a:rect b="b" l="l" r="r" t="t"/>
              <a:pathLst>
                <a:path extrusionOk="0" h="676" w="1065">
                  <a:moveTo>
                    <a:pt x="105" y="1"/>
                  </a:moveTo>
                  <a:lnTo>
                    <a:pt x="0" y="457"/>
                  </a:lnTo>
                  <a:lnTo>
                    <a:pt x="960" y="676"/>
                  </a:lnTo>
                  <a:lnTo>
                    <a:pt x="1064" y="220"/>
                  </a:lnTo>
                  <a:lnTo>
                    <a:pt x="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6"/>
            <p:cNvSpPr/>
            <p:nvPr/>
          </p:nvSpPr>
          <p:spPr>
            <a:xfrm>
              <a:off x="5409612" y="4045570"/>
              <a:ext cx="18687" cy="18721"/>
            </a:xfrm>
            <a:custGeom>
              <a:rect b="b" l="l" r="r" t="t"/>
              <a:pathLst>
                <a:path extrusionOk="0" h="564" w="563">
                  <a:moveTo>
                    <a:pt x="457" y="1"/>
                  </a:moveTo>
                  <a:lnTo>
                    <a:pt x="1" y="107"/>
                  </a:lnTo>
                  <a:lnTo>
                    <a:pt x="107" y="563"/>
                  </a:lnTo>
                  <a:lnTo>
                    <a:pt x="562" y="457"/>
                  </a:lnTo>
                  <a:lnTo>
                    <a:pt x="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5439851" y="4037039"/>
              <a:ext cx="25094" cy="20181"/>
            </a:xfrm>
            <a:custGeom>
              <a:rect b="b" l="l" r="r" t="t"/>
              <a:pathLst>
                <a:path extrusionOk="0" h="608" w="756">
                  <a:moveTo>
                    <a:pt x="649" y="0"/>
                  </a:moveTo>
                  <a:lnTo>
                    <a:pt x="1" y="151"/>
                  </a:lnTo>
                  <a:lnTo>
                    <a:pt x="107" y="607"/>
                  </a:lnTo>
                  <a:lnTo>
                    <a:pt x="756" y="456"/>
                  </a:lnTo>
                  <a:lnTo>
                    <a:pt x="6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5409247" y="4136550"/>
              <a:ext cx="63464" cy="63165"/>
            </a:xfrm>
            <a:custGeom>
              <a:rect b="b" l="l" r="r" t="t"/>
              <a:pathLst>
                <a:path extrusionOk="0" h="1903" w="1912">
                  <a:moveTo>
                    <a:pt x="192" y="0"/>
                  </a:moveTo>
                  <a:lnTo>
                    <a:pt x="1" y="426"/>
                  </a:lnTo>
                  <a:lnTo>
                    <a:pt x="1106" y="922"/>
                  </a:lnTo>
                  <a:lnTo>
                    <a:pt x="1472" y="1902"/>
                  </a:lnTo>
                  <a:lnTo>
                    <a:pt x="1912" y="1740"/>
                  </a:lnTo>
                  <a:lnTo>
                    <a:pt x="1475" y="574"/>
                  </a:lnTo>
                  <a:lnTo>
                    <a:pt x="1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5356106" y="4199649"/>
              <a:ext cx="33558" cy="52311"/>
            </a:xfrm>
            <a:custGeom>
              <a:rect b="b" l="l" r="r" t="t"/>
              <a:pathLst>
                <a:path extrusionOk="0" h="1576" w="1011">
                  <a:moveTo>
                    <a:pt x="433" y="0"/>
                  </a:moveTo>
                  <a:lnTo>
                    <a:pt x="1" y="179"/>
                  </a:lnTo>
                  <a:lnTo>
                    <a:pt x="579" y="1575"/>
                  </a:lnTo>
                  <a:lnTo>
                    <a:pt x="1011" y="1396"/>
                  </a:lnTo>
                  <a:lnTo>
                    <a:pt x="4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5381233" y="4260325"/>
              <a:ext cx="20314" cy="20314"/>
            </a:xfrm>
            <a:custGeom>
              <a:rect b="b" l="l" r="r" t="t"/>
              <a:pathLst>
                <a:path extrusionOk="0" h="612" w="612">
                  <a:moveTo>
                    <a:pt x="433" y="1"/>
                  </a:moveTo>
                  <a:lnTo>
                    <a:pt x="1" y="179"/>
                  </a:lnTo>
                  <a:lnTo>
                    <a:pt x="180" y="612"/>
                  </a:lnTo>
                  <a:lnTo>
                    <a:pt x="612" y="433"/>
                  </a:lnTo>
                  <a:lnTo>
                    <a:pt x="4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5511380" y="4032259"/>
              <a:ext cx="64991" cy="50751"/>
            </a:xfrm>
            <a:custGeom>
              <a:rect b="b" l="l" r="r" t="t"/>
              <a:pathLst>
                <a:path extrusionOk="0" h="1529" w="1958">
                  <a:moveTo>
                    <a:pt x="1754" y="1"/>
                  </a:moveTo>
                  <a:lnTo>
                    <a:pt x="599" y="555"/>
                  </a:lnTo>
                  <a:lnTo>
                    <a:pt x="0" y="1214"/>
                  </a:lnTo>
                  <a:lnTo>
                    <a:pt x="347" y="1528"/>
                  </a:lnTo>
                  <a:lnTo>
                    <a:pt x="883" y="938"/>
                  </a:lnTo>
                  <a:lnTo>
                    <a:pt x="1958" y="423"/>
                  </a:lnTo>
                  <a:lnTo>
                    <a:pt x="17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5490602" y="4084007"/>
              <a:ext cx="21973" cy="21940"/>
            </a:xfrm>
            <a:custGeom>
              <a:rect b="b" l="l" r="r" t="t"/>
              <a:pathLst>
                <a:path extrusionOk="0" h="661" w="662">
                  <a:moveTo>
                    <a:pt x="315" y="0"/>
                  </a:moveTo>
                  <a:lnTo>
                    <a:pt x="0" y="347"/>
                  </a:lnTo>
                  <a:lnTo>
                    <a:pt x="347" y="661"/>
                  </a:lnTo>
                  <a:lnTo>
                    <a:pt x="661" y="314"/>
                  </a:lnTo>
                  <a:lnTo>
                    <a:pt x="3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5683450" y="4175054"/>
              <a:ext cx="40561" cy="77637"/>
            </a:xfrm>
            <a:custGeom>
              <a:rect b="b" l="l" r="r" t="t"/>
              <a:pathLst>
                <a:path extrusionOk="0" h="2339" w="1222">
                  <a:moveTo>
                    <a:pt x="900" y="1"/>
                  </a:moveTo>
                  <a:lnTo>
                    <a:pt x="0" y="853"/>
                  </a:lnTo>
                  <a:lnTo>
                    <a:pt x="753" y="2339"/>
                  </a:lnTo>
                  <a:lnTo>
                    <a:pt x="1170" y="2127"/>
                  </a:lnTo>
                  <a:lnTo>
                    <a:pt x="575" y="952"/>
                  </a:lnTo>
                  <a:lnTo>
                    <a:pt x="1222" y="341"/>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5675484" y="4402920"/>
              <a:ext cx="15567" cy="15534"/>
            </a:xfrm>
            <a:custGeom>
              <a:rect b="b" l="l" r="r" t="t"/>
              <a:pathLst>
                <a:path extrusionOk="0" h="468" w="469">
                  <a:moveTo>
                    <a:pt x="0" y="1"/>
                  </a:moveTo>
                  <a:lnTo>
                    <a:pt x="0"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6"/>
            <p:cNvSpPr/>
            <p:nvPr/>
          </p:nvSpPr>
          <p:spPr>
            <a:xfrm>
              <a:off x="5706552" y="4402920"/>
              <a:ext cx="41457" cy="15534"/>
            </a:xfrm>
            <a:custGeom>
              <a:rect b="b" l="l" r="r" t="t"/>
              <a:pathLst>
                <a:path extrusionOk="0" h="468" w="1249">
                  <a:moveTo>
                    <a:pt x="0" y="1"/>
                  </a:moveTo>
                  <a:lnTo>
                    <a:pt x="0" y="468"/>
                  </a:lnTo>
                  <a:lnTo>
                    <a:pt x="1249" y="468"/>
                  </a:lnTo>
                  <a:lnTo>
                    <a:pt x="12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6"/>
            <p:cNvSpPr/>
            <p:nvPr/>
          </p:nvSpPr>
          <p:spPr>
            <a:xfrm>
              <a:off x="5648532" y="4340751"/>
              <a:ext cx="15600" cy="15600"/>
            </a:xfrm>
            <a:custGeom>
              <a:rect b="b" l="l" r="r" t="t"/>
              <a:pathLst>
                <a:path extrusionOk="0" h="470" w="470">
                  <a:moveTo>
                    <a:pt x="1" y="1"/>
                  </a:moveTo>
                  <a:lnTo>
                    <a:pt x="1" y="469"/>
                  </a:lnTo>
                  <a:lnTo>
                    <a:pt x="469" y="469"/>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5679600" y="4340751"/>
              <a:ext cx="41457" cy="15600"/>
            </a:xfrm>
            <a:custGeom>
              <a:rect b="b" l="l" r="r" t="t"/>
              <a:pathLst>
                <a:path extrusionOk="0" h="470" w="1249">
                  <a:moveTo>
                    <a:pt x="1" y="1"/>
                  </a:moveTo>
                  <a:lnTo>
                    <a:pt x="1" y="469"/>
                  </a:lnTo>
                  <a:lnTo>
                    <a:pt x="1249" y="469"/>
                  </a:lnTo>
                  <a:lnTo>
                    <a:pt x="12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5445560" y="3978255"/>
              <a:ext cx="15567" cy="15600"/>
            </a:xfrm>
            <a:custGeom>
              <a:rect b="b" l="l" r="r" t="t"/>
              <a:pathLst>
                <a:path extrusionOk="0" h="470" w="469">
                  <a:moveTo>
                    <a:pt x="1" y="1"/>
                  </a:moveTo>
                  <a:lnTo>
                    <a:pt x="1"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5476661" y="3978255"/>
              <a:ext cx="41424" cy="15600"/>
            </a:xfrm>
            <a:custGeom>
              <a:rect b="b" l="l" r="r" t="t"/>
              <a:pathLst>
                <a:path extrusionOk="0" h="470" w="1248">
                  <a:moveTo>
                    <a:pt x="1" y="1"/>
                  </a:moveTo>
                  <a:lnTo>
                    <a:pt x="1" y="469"/>
                  </a:lnTo>
                  <a:lnTo>
                    <a:pt x="1248" y="469"/>
                  </a:lnTo>
                  <a:lnTo>
                    <a:pt x="12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5663070" y="3978255"/>
              <a:ext cx="41424" cy="15600"/>
            </a:xfrm>
            <a:custGeom>
              <a:rect b="b" l="l" r="r" t="t"/>
              <a:pathLst>
                <a:path extrusionOk="0" h="470" w="1248">
                  <a:moveTo>
                    <a:pt x="0" y="1"/>
                  </a:moveTo>
                  <a:lnTo>
                    <a:pt x="0" y="469"/>
                  </a:lnTo>
                  <a:lnTo>
                    <a:pt x="1247" y="469"/>
                  </a:lnTo>
                  <a:lnTo>
                    <a:pt x="12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6"/>
            <p:cNvSpPr/>
            <p:nvPr/>
          </p:nvSpPr>
          <p:spPr>
            <a:xfrm>
              <a:off x="5632002" y="3978255"/>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6"/>
            <p:cNvSpPr/>
            <p:nvPr/>
          </p:nvSpPr>
          <p:spPr>
            <a:xfrm>
              <a:off x="5299015" y="3978322"/>
              <a:ext cx="49191" cy="48162"/>
            </a:xfrm>
            <a:custGeom>
              <a:rect b="b" l="l" r="r" t="t"/>
              <a:pathLst>
                <a:path extrusionOk="0" h="1451" w="1482">
                  <a:moveTo>
                    <a:pt x="546" y="1"/>
                  </a:moveTo>
                  <a:cubicBezTo>
                    <a:pt x="245" y="1"/>
                    <a:pt x="1" y="246"/>
                    <a:pt x="1" y="546"/>
                  </a:cubicBezTo>
                  <a:lnTo>
                    <a:pt x="1" y="1451"/>
                  </a:lnTo>
                  <a:lnTo>
                    <a:pt x="468" y="1451"/>
                  </a:lnTo>
                  <a:lnTo>
                    <a:pt x="468" y="546"/>
                  </a:lnTo>
                  <a:cubicBezTo>
                    <a:pt x="468" y="504"/>
                    <a:pt x="503" y="468"/>
                    <a:pt x="546" y="468"/>
                  </a:cubicBezTo>
                  <a:lnTo>
                    <a:pt x="1482" y="468"/>
                  </a:lnTo>
                  <a:lnTo>
                    <a:pt x="1482" y="1"/>
                  </a:lnTo>
                  <a:lnTo>
                    <a:pt x="548" y="1"/>
                  </a:lnTo>
                  <a:cubicBezTo>
                    <a:pt x="547" y="1"/>
                    <a:pt x="547" y="1"/>
                    <a:pt x="5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5363773" y="3978255"/>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5743330" y="4116535"/>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5743330" y="4059577"/>
              <a:ext cx="15567" cy="41424"/>
            </a:xfrm>
            <a:custGeom>
              <a:rect b="b" l="l" r="r" t="t"/>
              <a:pathLst>
                <a:path extrusionOk="0" h="1248" w="469">
                  <a:moveTo>
                    <a:pt x="1" y="1"/>
                  </a:moveTo>
                  <a:lnTo>
                    <a:pt x="1" y="1248"/>
                  </a:lnTo>
                  <a:lnTo>
                    <a:pt x="468" y="124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5299015" y="4263611"/>
              <a:ext cx="15567" cy="15567"/>
            </a:xfrm>
            <a:custGeom>
              <a:rect b="b" l="l" r="r" t="t"/>
              <a:pathLst>
                <a:path extrusionOk="0" h="469" w="469">
                  <a:moveTo>
                    <a:pt x="1" y="1"/>
                  </a:moveTo>
                  <a:lnTo>
                    <a:pt x="1"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6"/>
            <p:cNvSpPr/>
            <p:nvPr/>
          </p:nvSpPr>
          <p:spPr>
            <a:xfrm>
              <a:off x="5299015" y="4294679"/>
              <a:ext cx="51316" cy="61672"/>
            </a:xfrm>
            <a:custGeom>
              <a:rect b="b" l="l" r="r" t="t"/>
              <a:pathLst>
                <a:path extrusionOk="0" h="1858" w="1546">
                  <a:moveTo>
                    <a:pt x="1" y="1"/>
                  </a:moveTo>
                  <a:lnTo>
                    <a:pt x="1" y="1857"/>
                  </a:lnTo>
                  <a:lnTo>
                    <a:pt x="1546" y="1857"/>
                  </a:lnTo>
                  <a:lnTo>
                    <a:pt x="1546" y="1390"/>
                  </a:lnTo>
                  <a:lnTo>
                    <a:pt x="468" y="1390"/>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6"/>
            <p:cNvSpPr/>
            <p:nvPr/>
          </p:nvSpPr>
          <p:spPr>
            <a:xfrm>
              <a:off x="5309902" y="4423632"/>
              <a:ext cx="15600" cy="15567"/>
            </a:xfrm>
            <a:custGeom>
              <a:rect b="b" l="l" r="r" t="t"/>
              <a:pathLst>
                <a:path extrusionOk="0" h="469" w="470">
                  <a:moveTo>
                    <a:pt x="1" y="0"/>
                  </a:moveTo>
                  <a:lnTo>
                    <a:pt x="1"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5340970" y="4402389"/>
              <a:ext cx="46138" cy="36810"/>
            </a:xfrm>
            <a:custGeom>
              <a:rect b="b" l="l" r="r" t="t"/>
              <a:pathLst>
                <a:path extrusionOk="0" h="1109" w="1390">
                  <a:moveTo>
                    <a:pt x="921" y="1"/>
                  </a:moveTo>
                  <a:lnTo>
                    <a:pt x="921" y="640"/>
                  </a:lnTo>
                  <a:lnTo>
                    <a:pt x="1" y="640"/>
                  </a:lnTo>
                  <a:lnTo>
                    <a:pt x="1" y="1109"/>
                  </a:lnTo>
                  <a:lnTo>
                    <a:pt x="1389" y="1109"/>
                  </a:lnTo>
                  <a:lnTo>
                    <a:pt x="13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66"/>
          <p:cNvGrpSpPr/>
          <p:nvPr/>
        </p:nvGrpSpPr>
        <p:grpSpPr>
          <a:xfrm>
            <a:off x="4673735" y="3811804"/>
            <a:ext cx="456734" cy="462665"/>
            <a:chOff x="4638916" y="3571243"/>
            <a:chExt cx="516376" cy="523081"/>
          </a:xfrm>
        </p:grpSpPr>
        <p:sp>
          <p:nvSpPr>
            <p:cNvPr id="5312" name="Google Shape;5312;p66"/>
            <p:cNvSpPr/>
            <p:nvPr/>
          </p:nvSpPr>
          <p:spPr>
            <a:xfrm>
              <a:off x="5057839" y="3890853"/>
              <a:ext cx="19716" cy="19683"/>
            </a:xfrm>
            <a:custGeom>
              <a:rect b="b" l="l" r="r" t="t"/>
              <a:pathLst>
                <a:path extrusionOk="0" h="593" w="594">
                  <a:moveTo>
                    <a:pt x="161" y="0"/>
                  </a:moveTo>
                  <a:lnTo>
                    <a:pt x="1" y="433"/>
                  </a:lnTo>
                  <a:lnTo>
                    <a:pt x="434" y="593"/>
                  </a:lnTo>
                  <a:lnTo>
                    <a:pt x="593" y="160"/>
                  </a:lnTo>
                  <a:lnTo>
                    <a:pt x="1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5005129" y="3871436"/>
              <a:ext cx="43681" cy="28546"/>
            </a:xfrm>
            <a:custGeom>
              <a:rect b="b" l="l" r="r" t="t"/>
              <a:pathLst>
                <a:path extrusionOk="0" h="860" w="1316">
                  <a:moveTo>
                    <a:pt x="161" y="1"/>
                  </a:moveTo>
                  <a:lnTo>
                    <a:pt x="0" y="433"/>
                  </a:lnTo>
                  <a:lnTo>
                    <a:pt x="1157" y="859"/>
                  </a:lnTo>
                  <a:lnTo>
                    <a:pt x="1316" y="426"/>
                  </a:lnTo>
                  <a:lnTo>
                    <a:pt x="1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5086683" y="3901475"/>
              <a:ext cx="36246" cy="25791"/>
            </a:xfrm>
            <a:custGeom>
              <a:rect b="b" l="l" r="r" t="t"/>
              <a:pathLst>
                <a:path extrusionOk="0" h="777" w="1092">
                  <a:moveTo>
                    <a:pt x="160" y="1"/>
                  </a:moveTo>
                  <a:lnTo>
                    <a:pt x="0" y="433"/>
                  </a:lnTo>
                  <a:lnTo>
                    <a:pt x="932" y="776"/>
                  </a:lnTo>
                  <a:lnTo>
                    <a:pt x="1092" y="343"/>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5057872" y="3933539"/>
              <a:ext cx="65024" cy="36379"/>
            </a:xfrm>
            <a:custGeom>
              <a:rect b="b" l="l" r="r" t="t"/>
              <a:pathLst>
                <a:path extrusionOk="0" h="1096" w="1959">
                  <a:moveTo>
                    <a:pt x="160" y="1"/>
                  </a:moveTo>
                  <a:lnTo>
                    <a:pt x="1" y="434"/>
                  </a:lnTo>
                  <a:lnTo>
                    <a:pt x="1799" y="1096"/>
                  </a:lnTo>
                  <a:lnTo>
                    <a:pt x="1958" y="662"/>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5005129" y="3914154"/>
              <a:ext cx="43681" cy="28512"/>
            </a:xfrm>
            <a:custGeom>
              <a:rect b="b" l="l" r="r" t="t"/>
              <a:pathLst>
                <a:path extrusionOk="0" h="859" w="1316">
                  <a:moveTo>
                    <a:pt x="160" y="0"/>
                  </a:moveTo>
                  <a:lnTo>
                    <a:pt x="0" y="434"/>
                  </a:lnTo>
                  <a:lnTo>
                    <a:pt x="1157" y="859"/>
                  </a:lnTo>
                  <a:lnTo>
                    <a:pt x="1316" y="425"/>
                  </a:ln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5103213" y="3993252"/>
              <a:ext cx="19683" cy="19683"/>
            </a:xfrm>
            <a:custGeom>
              <a:rect b="b" l="l" r="r" t="t"/>
              <a:pathLst>
                <a:path extrusionOk="0" h="593" w="593">
                  <a:moveTo>
                    <a:pt x="160" y="1"/>
                  </a:moveTo>
                  <a:lnTo>
                    <a:pt x="1" y="433"/>
                  </a:lnTo>
                  <a:lnTo>
                    <a:pt x="433" y="593"/>
                  </a:lnTo>
                  <a:lnTo>
                    <a:pt x="592" y="160"/>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6"/>
            <p:cNvSpPr/>
            <p:nvPr/>
          </p:nvSpPr>
          <p:spPr>
            <a:xfrm>
              <a:off x="5005129" y="3957039"/>
              <a:ext cx="60211" cy="34653"/>
            </a:xfrm>
            <a:custGeom>
              <a:rect b="b" l="l" r="r" t="t"/>
              <a:pathLst>
                <a:path extrusionOk="0" h="1044" w="1814">
                  <a:moveTo>
                    <a:pt x="160" y="1"/>
                  </a:moveTo>
                  <a:lnTo>
                    <a:pt x="0" y="434"/>
                  </a:lnTo>
                  <a:lnTo>
                    <a:pt x="1653" y="1043"/>
                  </a:lnTo>
                  <a:lnTo>
                    <a:pt x="1813" y="610"/>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5074435" y="3982664"/>
              <a:ext cx="19683" cy="19716"/>
            </a:xfrm>
            <a:custGeom>
              <a:rect b="b" l="l" r="r" t="t"/>
              <a:pathLst>
                <a:path extrusionOk="0" h="594" w="593">
                  <a:moveTo>
                    <a:pt x="160" y="0"/>
                  </a:moveTo>
                  <a:lnTo>
                    <a:pt x="0" y="433"/>
                  </a:lnTo>
                  <a:lnTo>
                    <a:pt x="434" y="593"/>
                  </a:lnTo>
                  <a:lnTo>
                    <a:pt x="593" y="160"/>
                  </a:ln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4673735" y="3681973"/>
              <a:ext cx="35815" cy="15335"/>
            </a:xfrm>
            <a:custGeom>
              <a:rect b="b" l="l" r="r" t="t"/>
              <a:pathLst>
                <a:path extrusionOk="0" h="462" w="1079">
                  <a:moveTo>
                    <a:pt x="1" y="0"/>
                  </a:moveTo>
                  <a:lnTo>
                    <a:pt x="1" y="461"/>
                  </a:lnTo>
                  <a:lnTo>
                    <a:pt x="1078" y="461"/>
                  </a:lnTo>
                  <a:lnTo>
                    <a:pt x="1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4724818" y="3681973"/>
              <a:ext cx="61406" cy="15335"/>
            </a:xfrm>
            <a:custGeom>
              <a:rect b="b" l="l" r="r" t="t"/>
              <a:pathLst>
                <a:path extrusionOk="0" h="462" w="1850">
                  <a:moveTo>
                    <a:pt x="0" y="0"/>
                  </a:moveTo>
                  <a:lnTo>
                    <a:pt x="0" y="461"/>
                  </a:lnTo>
                  <a:lnTo>
                    <a:pt x="1849" y="461"/>
                  </a:lnTo>
                  <a:lnTo>
                    <a:pt x="18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4770823" y="3712609"/>
              <a:ext cx="15368" cy="15368"/>
            </a:xfrm>
            <a:custGeom>
              <a:rect b="b" l="l" r="r" t="t"/>
              <a:pathLst>
                <a:path extrusionOk="0" h="463" w="463">
                  <a:moveTo>
                    <a:pt x="0" y="1"/>
                  </a:moveTo>
                  <a:lnTo>
                    <a:pt x="0"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4740153" y="3712609"/>
              <a:ext cx="15335" cy="15368"/>
            </a:xfrm>
            <a:custGeom>
              <a:rect b="b" l="l" r="r" t="t"/>
              <a:pathLst>
                <a:path extrusionOk="0" h="463" w="462">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6"/>
            <p:cNvSpPr/>
            <p:nvPr/>
          </p:nvSpPr>
          <p:spPr>
            <a:xfrm>
              <a:off x="4673735" y="3712609"/>
              <a:ext cx="51116" cy="15368"/>
            </a:xfrm>
            <a:custGeom>
              <a:rect b="b" l="l" r="r" t="t"/>
              <a:pathLst>
                <a:path extrusionOk="0" h="463" w="1540">
                  <a:moveTo>
                    <a:pt x="1" y="1"/>
                  </a:moveTo>
                  <a:lnTo>
                    <a:pt x="1" y="463"/>
                  </a:lnTo>
                  <a:lnTo>
                    <a:pt x="1539" y="463"/>
                  </a:lnTo>
                  <a:lnTo>
                    <a:pt x="15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6"/>
            <p:cNvSpPr/>
            <p:nvPr/>
          </p:nvSpPr>
          <p:spPr>
            <a:xfrm>
              <a:off x="4638949" y="3745337"/>
              <a:ext cx="311910" cy="345667"/>
            </a:xfrm>
            <a:custGeom>
              <a:rect b="b" l="l" r="r" t="t"/>
              <a:pathLst>
                <a:path extrusionOk="0" h="10414" w="9397">
                  <a:moveTo>
                    <a:pt x="5237" y="462"/>
                  </a:moveTo>
                  <a:lnTo>
                    <a:pt x="5237" y="1048"/>
                  </a:lnTo>
                  <a:cubicBezTo>
                    <a:pt x="5059" y="1027"/>
                    <a:pt x="4879" y="1017"/>
                    <a:pt x="4697" y="1017"/>
                  </a:cubicBezTo>
                  <a:cubicBezTo>
                    <a:pt x="4515" y="1017"/>
                    <a:pt x="4335" y="1027"/>
                    <a:pt x="4158" y="1048"/>
                  </a:cubicBezTo>
                  <a:lnTo>
                    <a:pt x="4158" y="462"/>
                  </a:lnTo>
                  <a:close/>
                  <a:moveTo>
                    <a:pt x="4697" y="1477"/>
                  </a:moveTo>
                  <a:cubicBezTo>
                    <a:pt x="7033" y="1477"/>
                    <a:pt x="8934" y="3378"/>
                    <a:pt x="8934" y="5714"/>
                  </a:cubicBezTo>
                  <a:cubicBezTo>
                    <a:pt x="8934" y="8049"/>
                    <a:pt x="7033" y="9950"/>
                    <a:pt x="4697" y="9950"/>
                  </a:cubicBezTo>
                  <a:cubicBezTo>
                    <a:pt x="2362" y="9950"/>
                    <a:pt x="461" y="8049"/>
                    <a:pt x="461" y="5714"/>
                  </a:cubicBezTo>
                  <a:cubicBezTo>
                    <a:pt x="461" y="3378"/>
                    <a:pt x="2362" y="1477"/>
                    <a:pt x="4697" y="1477"/>
                  </a:cubicBezTo>
                  <a:close/>
                  <a:moveTo>
                    <a:pt x="3697" y="0"/>
                  </a:moveTo>
                  <a:lnTo>
                    <a:pt x="3697" y="1124"/>
                  </a:lnTo>
                  <a:cubicBezTo>
                    <a:pt x="1586" y="1585"/>
                    <a:pt x="1" y="3469"/>
                    <a:pt x="1" y="5715"/>
                  </a:cubicBezTo>
                  <a:cubicBezTo>
                    <a:pt x="1" y="8306"/>
                    <a:pt x="2109" y="10413"/>
                    <a:pt x="4699" y="10413"/>
                  </a:cubicBezTo>
                  <a:cubicBezTo>
                    <a:pt x="7290" y="10413"/>
                    <a:pt x="9396" y="8306"/>
                    <a:pt x="9396" y="5715"/>
                  </a:cubicBezTo>
                  <a:cubicBezTo>
                    <a:pt x="9395" y="3467"/>
                    <a:pt x="7810" y="1585"/>
                    <a:pt x="5699" y="1124"/>
                  </a:cubicBezTo>
                  <a:lnTo>
                    <a:pt x="56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4669619" y="3809731"/>
              <a:ext cx="250504" cy="250537"/>
            </a:xfrm>
            <a:custGeom>
              <a:rect b="b" l="l" r="r" t="t"/>
              <a:pathLst>
                <a:path extrusionOk="0" h="7548" w="7547">
                  <a:moveTo>
                    <a:pt x="3773" y="462"/>
                  </a:moveTo>
                  <a:cubicBezTo>
                    <a:pt x="5600" y="462"/>
                    <a:pt x="7085" y="1947"/>
                    <a:pt x="7085" y="3774"/>
                  </a:cubicBezTo>
                  <a:cubicBezTo>
                    <a:pt x="7085" y="5600"/>
                    <a:pt x="5600" y="7085"/>
                    <a:pt x="3773" y="7085"/>
                  </a:cubicBezTo>
                  <a:cubicBezTo>
                    <a:pt x="1947" y="7085"/>
                    <a:pt x="462" y="5600"/>
                    <a:pt x="462" y="3774"/>
                  </a:cubicBezTo>
                  <a:cubicBezTo>
                    <a:pt x="462" y="1947"/>
                    <a:pt x="1947" y="462"/>
                    <a:pt x="3773" y="462"/>
                  </a:cubicBezTo>
                  <a:close/>
                  <a:moveTo>
                    <a:pt x="3773" y="0"/>
                  </a:moveTo>
                  <a:cubicBezTo>
                    <a:pt x="1692" y="0"/>
                    <a:pt x="0" y="1692"/>
                    <a:pt x="0" y="3774"/>
                  </a:cubicBezTo>
                  <a:cubicBezTo>
                    <a:pt x="0" y="5855"/>
                    <a:pt x="1692" y="7548"/>
                    <a:pt x="3773" y="7548"/>
                  </a:cubicBezTo>
                  <a:cubicBezTo>
                    <a:pt x="5855" y="7548"/>
                    <a:pt x="7547" y="5855"/>
                    <a:pt x="7547" y="3774"/>
                  </a:cubicBezTo>
                  <a:cubicBezTo>
                    <a:pt x="7547" y="1692"/>
                    <a:pt x="5855" y="0"/>
                    <a:pt x="3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4728138" y="3868249"/>
              <a:ext cx="133500" cy="133533"/>
            </a:xfrm>
            <a:custGeom>
              <a:rect b="b" l="l" r="r" t="t"/>
              <a:pathLst>
                <a:path extrusionOk="0" h="4023" w="4022">
                  <a:moveTo>
                    <a:pt x="3049" y="973"/>
                  </a:moveTo>
                  <a:lnTo>
                    <a:pt x="2381" y="2383"/>
                  </a:lnTo>
                  <a:lnTo>
                    <a:pt x="971" y="3051"/>
                  </a:lnTo>
                  <a:lnTo>
                    <a:pt x="1640" y="1641"/>
                  </a:lnTo>
                  <a:lnTo>
                    <a:pt x="3049" y="973"/>
                  </a:lnTo>
                  <a:close/>
                  <a:moveTo>
                    <a:pt x="4021" y="1"/>
                  </a:moveTo>
                  <a:lnTo>
                    <a:pt x="1293" y="1293"/>
                  </a:lnTo>
                  <a:lnTo>
                    <a:pt x="1" y="4022"/>
                  </a:lnTo>
                  <a:lnTo>
                    <a:pt x="2729" y="2730"/>
                  </a:lnTo>
                  <a:lnTo>
                    <a:pt x="40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4787220" y="3840932"/>
              <a:ext cx="15335" cy="25591"/>
            </a:xfrm>
            <a:custGeom>
              <a:rect b="b" l="l" r="r" t="t"/>
              <a:pathLst>
                <a:path extrusionOk="0" h="771" w="462">
                  <a:moveTo>
                    <a:pt x="0" y="0"/>
                  </a:moveTo>
                  <a:lnTo>
                    <a:pt x="0" y="771"/>
                  </a:lnTo>
                  <a:lnTo>
                    <a:pt x="462" y="77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4787220" y="4003508"/>
              <a:ext cx="15335" cy="25591"/>
            </a:xfrm>
            <a:custGeom>
              <a:rect b="b" l="l" r="r" t="t"/>
              <a:pathLst>
                <a:path extrusionOk="0" h="771" w="462">
                  <a:moveTo>
                    <a:pt x="0" y="0"/>
                  </a:moveTo>
                  <a:lnTo>
                    <a:pt x="0" y="771"/>
                  </a:lnTo>
                  <a:lnTo>
                    <a:pt x="462" y="77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6"/>
            <p:cNvSpPr/>
            <p:nvPr/>
          </p:nvSpPr>
          <p:spPr>
            <a:xfrm>
              <a:off x="4700787" y="3927332"/>
              <a:ext cx="25591" cy="15335"/>
            </a:xfrm>
            <a:custGeom>
              <a:rect b="b" l="l" r="r" t="t"/>
              <a:pathLst>
                <a:path extrusionOk="0" h="462" w="771">
                  <a:moveTo>
                    <a:pt x="0" y="0"/>
                  </a:moveTo>
                  <a:lnTo>
                    <a:pt x="0" y="462"/>
                  </a:lnTo>
                  <a:lnTo>
                    <a:pt x="771" y="462"/>
                  </a:lnTo>
                  <a:lnTo>
                    <a:pt x="7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4863397" y="3927332"/>
              <a:ext cx="25591" cy="15335"/>
            </a:xfrm>
            <a:custGeom>
              <a:rect b="b" l="l" r="r" t="t"/>
              <a:pathLst>
                <a:path extrusionOk="0" h="462" w="771">
                  <a:moveTo>
                    <a:pt x="0" y="0"/>
                  </a:moveTo>
                  <a:lnTo>
                    <a:pt x="0" y="462"/>
                  </a:lnTo>
                  <a:lnTo>
                    <a:pt x="771" y="462"/>
                  </a:lnTo>
                  <a:lnTo>
                    <a:pt x="7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4638916" y="3571243"/>
              <a:ext cx="516376" cy="523081"/>
            </a:xfrm>
            <a:custGeom>
              <a:rect b="b" l="l" r="r" t="t"/>
              <a:pathLst>
                <a:path extrusionOk="0" h="15759" w="15557">
                  <a:moveTo>
                    <a:pt x="10536" y="664"/>
                  </a:moveTo>
                  <a:lnTo>
                    <a:pt x="15096" y="2341"/>
                  </a:lnTo>
                  <a:lnTo>
                    <a:pt x="15096" y="3698"/>
                  </a:lnTo>
                  <a:lnTo>
                    <a:pt x="10536" y="2020"/>
                  </a:lnTo>
                  <a:lnTo>
                    <a:pt x="10536" y="664"/>
                  </a:lnTo>
                  <a:close/>
                  <a:moveTo>
                    <a:pt x="10537" y="2511"/>
                  </a:moveTo>
                  <a:lnTo>
                    <a:pt x="12007" y="3053"/>
                  </a:lnTo>
                  <a:lnTo>
                    <a:pt x="12683" y="4198"/>
                  </a:lnTo>
                  <a:lnTo>
                    <a:pt x="12530" y="5201"/>
                  </a:lnTo>
                  <a:lnTo>
                    <a:pt x="11266" y="5850"/>
                  </a:lnTo>
                  <a:lnTo>
                    <a:pt x="11954" y="6899"/>
                  </a:lnTo>
                  <a:lnTo>
                    <a:pt x="11344" y="7552"/>
                  </a:lnTo>
                  <a:lnTo>
                    <a:pt x="10537" y="7256"/>
                  </a:lnTo>
                  <a:lnTo>
                    <a:pt x="10537" y="2511"/>
                  </a:lnTo>
                  <a:close/>
                  <a:moveTo>
                    <a:pt x="15096" y="5170"/>
                  </a:moveTo>
                  <a:lnTo>
                    <a:pt x="15096" y="7683"/>
                  </a:lnTo>
                  <a:lnTo>
                    <a:pt x="14411" y="7401"/>
                  </a:lnTo>
                  <a:lnTo>
                    <a:pt x="14092" y="6263"/>
                  </a:lnTo>
                  <a:lnTo>
                    <a:pt x="14425" y="5467"/>
                  </a:lnTo>
                  <a:lnTo>
                    <a:pt x="15096" y="5170"/>
                  </a:lnTo>
                  <a:close/>
                  <a:moveTo>
                    <a:pt x="12694" y="3307"/>
                  </a:moveTo>
                  <a:lnTo>
                    <a:pt x="15097" y="4191"/>
                  </a:lnTo>
                  <a:lnTo>
                    <a:pt x="15097" y="4665"/>
                  </a:lnTo>
                  <a:lnTo>
                    <a:pt x="15096" y="4665"/>
                  </a:lnTo>
                  <a:lnTo>
                    <a:pt x="14071" y="5118"/>
                  </a:lnTo>
                  <a:lnTo>
                    <a:pt x="13604" y="6233"/>
                  </a:lnTo>
                  <a:lnTo>
                    <a:pt x="14025" y="7744"/>
                  </a:lnTo>
                  <a:lnTo>
                    <a:pt x="15096" y="8184"/>
                  </a:lnTo>
                  <a:lnTo>
                    <a:pt x="15096" y="8937"/>
                  </a:lnTo>
                  <a:lnTo>
                    <a:pt x="11813" y="7729"/>
                  </a:lnTo>
                  <a:lnTo>
                    <a:pt x="12539" y="6953"/>
                  </a:lnTo>
                  <a:lnTo>
                    <a:pt x="11934" y="6030"/>
                  </a:lnTo>
                  <a:lnTo>
                    <a:pt x="12950" y="5508"/>
                  </a:lnTo>
                  <a:lnTo>
                    <a:pt x="13166" y="4108"/>
                  </a:lnTo>
                  <a:lnTo>
                    <a:pt x="12694" y="3307"/>
                  </a:lnTo>
                  <a:close/>
                  <a:moveTo>
                    <a:pt x="10536" y="7748"/>
                  </a:moveTo>
                  <a:lnTo>
                    <a:pt x="15096" y="9425"/>
                  </a:lnTo>
                  <a:lnTo>
                    <a:pt x="15096" y="15095"/>
                  </a:lnTo>
                  <a:lnTo>
                    <a:pt x="10536" y="13416"/>
                  </a:lnTo>
                  <a:lnTo>
                    <a:pt x="10536" y="7748"/>
                  </a:lnTo>
                  <a:close/>
                  <a:moveTo>
                    <a:pt x="1" y="1"/>
                  </a:moveTo>
                  <a:lnTo>
                    <a:pt x="1" y="8033"/>
                  </a:lnTo>
                  <a:lnTo>
                    <a:pt x="462" y="8033"/>
                  </a:lnTo>
                  <a:lnTo>
                    <a:pt x="462" y="664"/>
                  </a:lnTo>
                  <a:lnTo>
                    <a:pt x="5022" y="2341"/>
                  </a:lnTo>
                  <a:lnTo>
                    <a:pt x="5022" y="4705"/>
                  </a:lnTo>
                  <a:lnTo>
                    <a:pt x="5483" y="4705"/>
                  </a:lnTo>
                  <a:lnTo>
                    <a:pt x="5483" y="2341"/>
                  </a:lnTo>
                  <a:lnTo>
                    <a:pt x="10074" y="662"/>
                  </a:lnTo>
                  <a:lnTo>
                    <a:pt x="10074" y="13416"/>
                  </a:lnTo>
                  <a:lnTo>
                    <a:pt x="8811" y="13878"/>
                  </a:lnTo>
                  <a:lnTo>
                    <a:pt x="8969" y="14313"/>
                  </a:lnTo>
                  <a:lnTo>
                    <a:pt x="10305" y="13825"/>
                  </a:lnTo>
                  <a:lnTo>
                    <a:pt x="15557" y="15759"/>
                  </a:lnTo>
                  <a:lnTo>
                    <a:pt x="15557" y="2019"/>
                  </a:lnTo>
                  <a:lnTo>
                    <a:pt x="10305" y="86"/>
                  </a:lnTo>
                  <a:lnTo>
                    <a:pt x="5253" y="193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6"/>
            <p:cNvSpPr/>
            <p:nvPr/>
          </p:nvSpPr>
          <p:spPr>
            <a:xfrm>
              <a:off x="4941598" y="3803092"/>
              <a:ext cx="15368" cy="15368"/>
            </a:xfrm>
            <a:custGeom>
              <a:rect b="b" l="l" r="r" t="t"/>
              <a:pathLst>
                <a:path extrusionOk="0" h="463" w="463">
                  <a:moveTo>
                    <a:pt x="0" y="1"/>
                  </a:moveTo>
                  <a:lnTo>
                    <a:pt x="0"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a:off x="4941598" y="3746864"/>
              <a:ext cx="15368" cy="40926"/>
            </a:xfrm>
            <a:custGeom>
              <a:rect b="b" l="l" r="r" t="t"/>
              <a:pathLst>
                <a:path extrusionOk="0" h="1233" w="463">
                  <a:moveTo>
                    <a:pt x="0" y="1"/>
                  </a:moveTo>
                  <a:lnTo>
                    <a:pt x="0" y="1232"/>
                  </a:lnTo>
                  <a:lnTo>
                    <a:pt x="462" y="123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5009610" y="3678023"/>
              <a:ext cx="34354" cy="59979"/>
            </a:xfrm>
            <a:custGeom>
              <a:rect b="b" l="l" r="r" t="t"/>
              <a:pathLst>
                <a:path extrusionOk="0" h="1807" w="1035">
                  <a:moveTo>
                    <a:pt x="399" y="0"/>
                  </a:moveTo>
                  <a:lnTo>
                    <a:pt x="1" y="235"/>
                  </a:lnTo>
                  <a:lnTo>
                    <a:pt x="550" y="1165"/>
                  </a:lnTo>
                  <a:lnTo>
                    <a:pt x="451" y="1725"/>
                  </a:lnTo>
                  <a:lnTo>
                    <a:pt x="906" y="1807"/>
                  </a:lnTo>
                  <a:lnTo>
                    <a:pt x="1035" y="1077"/>
                  </a:lnTo>
                  <a:lnTo>
                    <a:pt x="3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4850618" y="3758481"/>
              <a:ext cx="19915" cy="19982"/>
            </a:xfrm>
            <a:custGeom>
              <a:rect b="b" l="l" r="r" t="t"/>
              <a:pathLst>
                <a:path extrusionOk="0" h="602" w="600">
                  <a:moveTo>
                    <a:pt x="151" y="0"/>
                  </a:moveTo>
                  <a:lnTo>
                    <a:pt x="1" y="439"/>
                  </a:lnTo>
                  <a:cubicBezTo>
                    <a:pt x="139" y="487"/>
                    <a:pt x="278" y="541"/>
                    <a:pt x="412" y="601"/>
                  </a:cubicBezTo>
                  <a:lnTo>
                    <a:pt x="599" y="178"/>
                  </a:lnTo>
                  <a:cubicBezTo>
                    <a:pt x="454" y="113"/>
                    <a:pt x="303" y="54"/>
                    <a:pt x="1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a:off x="4877404" y="3771559"/>
              <a:ext cx="44378" cy="38005"/>
            </a:xfrm>
            <a:custGeom>
              <a:rect b="b" l="l" r="r" t="t"/>
              <a:pathLst>
                <a:path extrusionOk="0" h="1145" w="1337">
                  <a:moveTo>
                    <a:pt x="225" y="0"/>
                  </a:moveTo>
                  <a:lnTo>
                    <a:pt x="0" y="405"/>
                  </a:lnTo>
                  <a:cubicBezTo>
                    <a:pt x="369" y="607"/>
                    <a:pt x="713" y="857"/>
                    <a:pt x="1022" y="1144"/>
                  </a:cubicBezTo>
                  <a:lnTo>
                    <a:pt x="1336" y="805"/>
                  </a:lnTo>
                  <a:cubicBezTo>
                    <a:pt x="1000" y="494"/>
                    <a:pt x="626" y="223"/>
                    <a:pt x="2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4678614" y="3779691"/>
              <a:ext cx="21442" cy="21442"/>
            </a:xfrm>
            <a:custGeom>
              <a:rect b="b" l="l" r="r" t="t"/>
              <a:pathLst>
                <a:path extrusionOk="0" h="646" w="646">
                  <a:moveTo>
                    <a:pt x="389" y="0"/>
                  </a:moveTo>
                  <a:cubicBezTo>
                    <a:pt x="257" y="88"/>
                    <a:pt x="125" y="184"/>
                    <a:pt x="0" y="285"/>
                  </a:cubicBezTo>
                  <a:lnTo>
                    <a:pt x="289" y="646"/>
                  </a:lnTo>
                  <a:cubicBezTo>
                    <a:pt x="404" y="554"/>
                    <a:pt x="524" y="466"/>
                    <a:pt x="646" y="384"/>
                  </a:cubicBezTo>
                  <a:lnTo>
                    <a:pt x="3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4705202" y="3761768"/>
              <a:ext cx="26089" cy="23102"/>
            </a:xfrm>
            <a:custGeom>
              <a:rect b="b" l="l" r="r" t="t"/>
              <a:pathLst>
                <a:path extrusionOk="0" h="696" w="786">
                  <a:moveTo>
                    <a:pt x="614" y="1"/>
                  </a:moveTo>
                  <a:cubicBezTo>
                    <a:pt x="404" y="84"/>
                    <a:pt x="198" y="182"/>
                    <a:pt x="1" y="291"/>
                  </a:cubicBezTo>
                  <a:lnTo>
                    <a:pt x="223" y="696"/>
                  </a:lnTo>
                  <a:cubicBezTo>
                    <a:pt x="404" y="596"/>
                    <a:pt x="594" y="505"/>
                    <a:pt x="786" y="429"/>
                  </a:cubicBezTo>
                  <a:lnTo>
                    <a:pt x="6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6"/>
            <p:cNvSpPr/>
            <p:nvPr/>
          </p:nvSpPr>
          <p:spPr>
            <a:xfrm>
              <a:off x="4825690" y="3989103"/>
              <a:ext cx="38205" cy="33060"/>
            </a:xfrm>
            <a:custGeom>
              <a:rect b="b" l="l" r="r" t="t"/>
              <a:pathLst>
                <a:path extrusionOk="0" h="996" w="1151">
                  <a:moveTo>
                    <a:pt x="814" y="1"/>
                  </a:moveTo>
                  <a:cubicBezTo>
                    <a:pt x="796" y="21"/>
                    <a:pt x="777" y="39"/>
                    <a:pt x="760" y="58"/>
                  </a:cubicBezTo>
                  <a:cubicBezTo>
                    <a:pt x="540" y="278"/>
                    <a:pt x="285" y="450"/>
                    <a:pt x="1" y="570"/>
                  </a:cubicBezTo>
                  <a:lnTo>
                    <a:pt x="181" y="996"/>
                  </a:lnTo>
                  <a:cubicBezTo>
                    <a:pt x="519" y="852"/>
                    <a:pt x="824" y="646"/>
                    <a:pt x="1087" y="383"/>
                  </a:cubicBezTo>
                  <a:cubicBezTo>
                    <a:pt x="1108" y="362"/>
                    <a:pt x="1130" y="340"/>
                    <a:pt x="1151" y="316"/>
                  </a:cubicBezTo>
                  <a:lnTo>
                    <a:pt x="8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4861339" y="3965769"/>
              <a:ext cx="20679" cy="20745"/>
            </a:xfrm>
            <a:custGeom>
              <a:rect b="b" l="l" r="r" t="t"/>
              <a:pathLst>
                <a:path extrusionOk="0" h="625" w="623">
                  <a:moveTo>
                    <a:pt x="198" y="1"/>
                  </a:moveTo>
                  <a:cubicBezTo>
                    <a:pt x="143" y="130"/>
                    <a:pt x="76" y="254"/>
                    <a:pt x="0" y="372"/>
                  </a:cubicBezTo>
                  <a:lnTo>
                    <a:pt x="386" y="624"/>
                  </a:lnTo>
                  <a:cubicBezTo>
                    <a:pt x="478" y="484"/>
                    <a:pt x="557" y="335"/>
                    <a:pt x="623" y="181"/>
                  </a:cubicBezTo>
                  <a:lnTo>
                    <a:pt x="1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6"/>
            <p:cNvSpPr/>
            <p:nvPr/>
          </p:nvSpPr>
          <p:spPr>
            <a:xfrm>
              <a:off x="4707757" y="3883484"/>
              <a:ext cx="20679" cy="20712"/>
            </a:xfrm>
            <a:custGeom>
              <a:rect b="b" l="l" r="r" t="t"/>
              <a:pathLst>
                <a:path extrusionOk="0" h="624" w="623">
                  <a:moveTo>
                    <a:pt x="237" y="1"/>
                  </a:moveTo>
                  <a:cubicBezTo>
                    <a:pt x="145" y="141"/>
                    <a:pt x="64" y="290"/>
                    <a:pt x="0" y="444"/>
                  </a:cubicBezTo>
                  <a:lnTo>
                    <a:pt x="425" y="623"/>
                  </a:lnTo>
                  <a:cubicBezTo>
                    <a:pt x="480" y="494"/>
                    <a:pt x="547" y="370"/>
                    <a:pt x="623" y="252"/>
                  </a:cubicBezTo>
                  <a:lnTo>
                    <a:pt x="2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6"/>
            <p:cNvSpPr/>
            <p:nvPr/>
          </p:nvSpPr>
          <p:spPr>
            <a:xfrm>
              <a:off x="4725847" y="3847869"/>
              <a:ext cx="38238" cy="33060"/>
            </a:xfrm>
            <a:custGeom>
              <a:rect b="b" l="l" r="r" t="t"/>
              <a:pathLst>
                <a:path extrusionOk="0" h="996" w="1152">
                  <a:moveTo>
                    <a:pt x="971" y="0"/>
                  </a:moveTo>
                  <a:cubicBezTo>
                    <a:pt x="632" y="144"/>
                    <a:pt x="328" y="350"/>
                    <a:pt x="66" y="612"/>
                  </a:cubicBezTo>
                  <a:cubicBezTo>
                    <a:pt x="43" y="634"/>
                    <a:pt x="21" y="656"/>
                    <a:pt x="0" y="680"/>
                  </a:cubicBezTo>
                  <a:lnTo>
                    <a:pt x="339" y="995"/>
                  </a:lnTo>
                  <a:cubicBezTo>
                    <a:pt x="356" y="975"/>
                    <a:pt x="374" y="957"/>
                    <a:pt x="392" y="938"/>
                  </a:cubicBezTo>
                  <a:cubicBezTo>
                    <a:pt x="613" y="718"/>
                    <a:pt x="867" y="546"/>
                    <a:pt x="1151" y="426"/>
                  </a:cubicBezTo>
                  <a:lnTo>
                    <a:pt x="9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4674399" y="3619139"/>
              <a:ext cx="59879" cy="34487"/>
            </a:xfrm>
            <a:custGeom>
              <a:rect b="b" l="l" r="r" t="t"/>
              <a:pathLst>
                <a:path extrusionOk="0" h="1039" w="1804">
                  <a:moveTo>
                    <a:pt x="159" y="1"/>
                  </a:moveTo>
                  <a:lnTo>
                    <a:pt x="0" y="434"/>
                  </a:lnTo>
                  <a:lnTo>
                    <a:pt x="1644" y="1039"/>
                  </a:lnTo>
                  <a:lnTo>
                    <a:pt x="1804" y="606"/>
                  </a:lnTo>
                  <a:lnTo>
                    <a:pt x="1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a:off x="4743472" y="3644432"/>
              <a:ext cx="19716" cy="19716"/>
            </a:xfrm>
            <a:custGeom>
              <a:rect b="b" l="l" r="r" t="t"/>
              <a:pathLst>
                <a:path extrusionOk="0" h="594" w="594">
                  <a:moveTo>
                    <a:pt x="160" y="1"/>
                  </a:moveTo>
                  <a:lnTo>
                    <a:pt x="1" y="434"/>
                  </a:lnTo>
                  <a:lnTo>
                    <a:pt x="434" y="593"/>
                  </a:lnTo>
                  <a:lnTo>
                    <a:pt x="594" y="160"/>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4888590" y="3628433"/>
              <a:ext cx="37839" cy="26355"/>
            </a:xfrm>
            <a:custGeom>
              <a:rect b="b" l="l" r="r" t="t"/>
              <a:pathLst>
                <a:path extrusionOk="0" h="794" w="1140">
                  <a:moveTo>
                    <a:pt x="981" y="1"/>
                  </a:moveTo>
                  <a:lnTo>
                    <a:pt x="0" y="359"/>
                  </a:lnTo>
                  <a:lnTo>
                    <a:pt x="159" y="793"/>
                  </a:lnTo>
                  <a:lnTo>
                    <a:pt x="1140" y="434"/>
                  </a:lnTo>
                  <a:lnTo>
                    <a:pt x="9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6"/>
            <p:cNvSpPr/>
            <p:nvPr/>
          </p:nvSpPr>
          <p:spPr>
            <a:xfrm>
              <a:off x="4935723" y="3617978"/>
              <a:ext cx="19650" cy="19650"/>
            </a:xfrm>
            <a:custGeom>
              <a:rect b="b" l="l" r="r" t="t"/>
              <a:pathLst>
                <a:path extrusionOk="0" h="592" w="592">
                  <a:moveTo>
                    <a:pt x="434" y="0"/>
                  </a:moveTo>
                  <a:lnTo>
                    <a:pt x="0" y="159"/>
                  </a:lnTo>
                  <a:lnTo>
                    <a:pt x="158" y="592"/>
                  </a:lnTo>
                  <a:lnTo>
                    <a:pt x="592" y="434"/>
                  </a:lnTo>
                  <a:lnTo>
                    <a:pt x="4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6"/>
            <p:cNvSpPr/>
            <p:nvPr/>
          </p:nvSpPr>
          <p:spPr>
            <a:xfrm>
              <a:off x="5025775" y="3999559"/>
              <a:ext cx="19716" cy="19683"/>
            </a:xfrm>
            <a:custGeom>
              <a:rect b="b" l="l" r="r" t="t"/>
              <a:pathLst>
                <a:path extrusionOk="0" h="593" w="594">
                  <a:moveTo>
                    <a:pt x="160" y="0"/>
                  </a:moveTo>
                  <a:lnTo>
                    <a:pt x="1" y="434"/>
                  </a:lnTo>
                  <a:lnTo>
                    <a:pt x="434" y="593"/>
                  </a:lnTo>
                  <a:lnTo>
                    <a:pt x="593" y="160"/>
                  </a:ln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5054519" y="4010180"/>
              <a:ext cx="48129" cy="30139"/>
            </a:xfrm>
            <a:custGeom>
              <a:rect b="b" l="l" r="r" t="t"/>
              <a:pathLst>
                <a:path extrusionOk="0" h="908" w="1450">
                  <a:moveTo>
                    <a:pt x="161" y="1"/>
                  </a:moveTo>
                  <a:lnTo>
                    <a:pt x="0" y="433"/>
                  </a:lnTo>
                  <a:lnTo>
                    <a:pt x="1290" y="908"/>
                  </a:lnTo>
                  <a:lnTo>
                    <a:pt x="1449" y="476"/>
                  </a:lnTo>
                  <a:lnTo>
                    <a:pt x="1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66"/>
          <p:cNvGrpSpPr/>
          <p:nvPr/>
        </p:nvGrpSpPr>
        <p:grpSpPr>
          <a:xfrm>
            <a:off x="4026420" y="3811834"/>
            <a:ext cx="462694" cy="462606"/>
            <a:chOff x="4003279" y="3947220"/>
            <a:chExt cx="523114" cy="523014"/>
          </a:xfrm>
        </p:grpSpPr>
        <p:sp>
          <p:nvSpPr>
            <p:cNvPr id="5351" name="Google Shape;5351;p66"/>
            <p:cNvSpPr/>
            <p:nvPr/>
          </p:nvSpPr>
          <p:spPr>
            <a:xfrm>
              <a:off x="4003279" y="3947220"/>
              <a:ext cx="523114" cy="523014"/>
            </a:xfrm>
            <a:custGeom>
              <a:rect b="b" l="l" r="r" t="t"/>
              <a:pathLst>
                <a:path extrusionOk="0" h="15757" w="15760">
                  <a:moveTo>
                    <a:pt x="12792" y="4619"/>
                  </a:moveTo>
                  <a:lnTo>
                    <a:pt x="12792" y="11936"/>
                  </a:lnTo>
                  <a:lnTo>
                    <a:pt x="11521" y="12340"/>
                  </a:lnTo>
                  <a:lnTo>
                    <a:pt x="10456" y="11766"/>
                  </a:lnTo>
                  <a:lnTo>
                    <a:pt x="9470" y="9820"/>
                  </a:lnTo>
                  <a:lnTo>
                    <a:pt x="10831" y="9096"/>
                  </a:lnTo>
                  <a:lnTo>
                    <a:pt x="11219" y="7196"/>
                  </a:lnTo>
                  <a:lnTo>
                    <a:pt x="10113" y="5820"/>
                  </a:lnTo>
                  <a:lnTo>
                    <a:pt x="10961" y="4766"/>
                  </a:lnTo>
                  <a:lnTo>
                    <a:pt x="12792" y="4619"/>
                  </a:lnTo>
                  <a:close/>
                  <a:moveTo>
                    <a:pt x="14273" y="468"/>
                  </a:moveTo>
                  <a:cubicBezTo>
                    <a:pt x="14532" y="468"/>
                    <a:pt x="14781" y="571"/>
                    <a:pt x="14973" y="758"/>
                  </a:cubicBezTo>
                  <a:cubicBezTo>
                    <a:pt x="15173" y="954"/>
                    <a:pt x="15288" y="1227"/>
                    <a:pt x="15288" y="1507"/>
                  </a:cubicBezTo>
                  <a:lnTo>
                    <a:pt x="15288" y="13195"/>
                  </a:lnTo>
                  <a:cubicBezTo>
                    <a:pt x="15046" y="12967"/>
                    <a:pt x="14729" y="12820"/>
                    <a:pt x="14379" y="12796"/>
                  </a:cubicBezTo>
                  <a:cubicBezTo>
                    <a:pt x="14343" y="12794"/>
                    <a:pt x="14308" y="12792"/>
                    <a:pt x="14274" y="12792"/>
                  </a:cubicBezTo>
                  <a:cubicBezTo>
                    <a:pt x="13897" y="12792"/>
                    <a:pt x="13542" y="12931"/>
                    <a:pt x="13263" y="13190"/>
                  </a:cubicBezTo>
                  <a:cubicBezTo>
                    <a:pt x="13262" y="13192"/>
                    <a:pt x="13261" y="13192"/>
                    <a:pt x="13261" y="13193"/>
                  </a:cubicBezTo>
                  <a:lnTo>
                    <a:pt x="13261" y="1481"/>
                  </a:lnTo>
                  <a:cubicBezTo>
                    <a:pt x="13260" y="934"/>
                    <a:pt x="13706" y="480"/>
                    <a:pt x="14254" y="468"/>
                  </a:cubicBezTo>
                  <a:cubicBezTo>
                    <a:pt x="14260" y="468"/>
                    <a:pt x="14267" y="468"/>
                    <a:pt x="14273" y="468"/>
                  </a:cubicBezTo>
                  <a:close/>
                  <a:moveTo>
                    <a:pt x="9198" y="3276"/>
                  </a:moveTo>
                  <a:lnTo>
                    <a:pt x="8868" y="4436"/>
                  </a:lnTo>
                  <a:lnTo>
                    <a:pt x="7362" y="5159"/>
                  </a:lnTo>
                  <a:lnTo>
                    <a:pt x="6257" y="6376"/>
                  </a:lnTo>
                  <a:lnTo>
                    <a:pt x="4420" y="6804"/>
                  </a:lnTo>
                  <a:lnTo>
                    <a:pt x="4916" y="8206"/>
                  </a:lnTo>
                  <a:lnTo>
                    <a:pt x="6104" y="8738"/>
                  </a:lnTo>
                  <a:lnTo>
                    <a:pt x="6789" y="10573"/>
                  </a:lnTo>
                  <a:lnTo>
                    <a:pt x="5267" y="11737"/>
                  </a:lnTo>
                  <a:lnTo>
                    <a:pt x="4742" y="14098"/>
                  </a:lnTo>
                  <a:lnTo>
                    <a:pt x="3437" y="13679"/>
                  </a:lnTo>
                  <a:lnTo>
                    <a:pt x="1890" y="9948"/>
                  </a:lnTo>
                  <a:lnTo>
                    <a:pt x="2854" y="9165"/>
                  </a:lnTo>
                  <a:lnTo>
                    <a:pt x="2661" y="7625"/>
                  </a:lnTo>
                  <a:lnTo>
                    <a:pt x="468" y="7124"/>
                  </a:lnTo>
                  <a:cubicBezTo>
                    <a:pt x="469" y="7124"/>
                    <a:pt x="469" y="3276"/>
                    <a:pt x="469" y="3276"/>
                  </a:cubicBezTo>
                  <a:close/>
                  <a:moveTo>
                    <a:pt x="9775" y="13814"/>
                  </a:moveTo>
                  <a:lnTo>
                    <a:pt x="11130" y="14477"/>
                  </a:lnTo>
                  <a:lnTo>
                    <a:pt x="11468" y="15289"/>
                  </a:lnTo>
                  <a:lnTo>
                    <a:pt x="8286" y="15289"/>
                  </a:lnTo>
                  <a:lnTo>
                    <a:pt x="8432" y="14378"/>
                  </a:lnTo>
                  <a:lnTo>
                    <a:pt x="9775" y="13814"/>
                  </a:lnTo>
                  <a:close/>
                  <a:moveTo>
                    <a:pt x="12792" y="3276"/>
                  </a:moveTo>
                  <a:lnTo>
                    <a:pt x="12792" y="4146"/>
                  </a:lnTo>
                  <a:lnTo>
                    <a:pt x="10722" y="4314"/>
                  </a:lnTo>
                  <a:lnTo>
                    <a:pt x="9511" y="5819"/>
                  </a:lnTo>
                  <a:lnTo>
                    <a:pt x="10714" y="7316"/>
                  </a:lnTo>
                  <a:lnTo>
                    <a:pt x="10416" y="8784"/>
                  </a:lnTo>
                  <a:lnTo>
                    <a:pt x="8844" y="9621"/>
                  </a:lnTo>
                  <a:lnTo>
                    <a:pt x="10104" y="12107"/>
                  </a:lnTo>
                  <a:lnTo>
                    <a:pt x="11473" y="12843"/>
                  </a:lnTo>
                  <a:lnTo>
                    <a:pt x="12792" y="12426"/>
                  </a:lnTo>
                  <a:lnTo>
                    <a:pt x="12792" y="14276"/>
                  </a:lnTo>
                  <a:lnTo>
                    <a:pt x="13260" y="14276"/>
                  </a:lnTo>
                  <a:cubicBezTo>
                    <a:pt x="13260" y="13991"/>
                    <a:pt x="13375" y="13727"/>
                    <a:pt x="13582" y="13534"/>
                  </a:cubicBezTo>
                  <a:cubicBezTo>
                    <a:pt x="13772" y="13356"/>
                    <a:pt x="14014" y="13262"/>
                    <a:pt x="14273" y="13262"/>
                  </a:cubicBezTo>
                  <a:cubicBezTo>
                    <a:pt x="14297" y="13262"/>
                    <a:pt x="14321" y="13262"/>
                    <a:pt x="14346" y="13264"/>
                  </a:cubicBezTo>
                  <a:cubicBezTo>
                    <a:pt x="14846" y="13298"/>
                    <a:pt x="15251" y="13702"/>
                    <a:pt x="15284" y="14202"/>
                  </a:cubicBezTo>
                  <a:cubicBezTo>
                    <a:pt x="15285" y="14224"/>
                    <a:pt x="15287" y="14247"/>
                    <a:pt x="15287" y="14268"/>
                  </a:cubicBezTo>
                  <a:lnTo>
                    <a:pt x="15287" y="14275"/>
                  </a:lnTo>
                  <a:cubicBezTo>
                    <a:pt x="15288" y="14533"/>
                    <a:pt x="15194" y="14777"/>
                    <a:pt x="15015" y="14967"/>
                  </a:cubicBezTo>
                  <a:cubicBezTo>
                    <a:pt x="14822" y="15175"/>
                    <a:pt x="14558" y="15289"/>
                    <a:pt x="14274" y="15289"/>
                  </a:cubicBezTo>
                  <a:lnTo>
                    <a:pt x="11973" y="15289"/>
                  </a:lnTo>
                  <a:lnTo>
                    <a:pt x="11492" y="14135"/>
                  </a:lnTo>
                  <a:lnTo>
                    <a:pt x="9788" y="13301"/>
                  </a:lnTo>
                  <a:lnTo>
                    <a:pt x="8010" y="14048"/>
                  </a:lnTo>
                  <a:lnTo>
                    <a:pt x="7811" y="15291"/>
                  </a:lnTo>
                  <a:lnTo>
                    <a:pt x="468" y="15291"/>
                  </a:lnTo>
                  <a:lnTo>
                    <a:pt x="468" y="7605"/>
                  </a:lnTo>
                  <a:lnTo>
                    <a:pt x="2237" y="8008"/>
                  </a:lnTo>
                  <a:lnTo>
                    <a:pt x="2356" y="8965"/>
                  </a:lnTo>
                  <a:lnTo>
                    <a:pt x="1323" y="9805"/>
                  </a:lnTo>
                  <a:lnTo>
                    <a:pt x="3085" y="14060"/>
                  </a:lnTo>
                  <a:lnTo>
                    <a:pt x="5086" y="14703"/>
                  </a:lnTo>
                  <a:lnTo>
                    <a:pt x="5685" y="12009"/>
                  </a:lnTo>
                  <a:lnTo>
                    <a:pt x="7346" y="10738"/>
                  </a:lnTo>
                  <a:lnTo>
                    <a:pt x="6471" y="8393"/>
                  </a:lnTo>
                  <a:lnTo>
                    <a:pt x="5288" y="7863"/>
                  </a:lnTo>
                  <a:lnTo>
                    <a:pt x="5035" y="7143"/>
                  </a:lnTo>
                  <a:lnTo>
                    <a:pt x="6504" y="6801"/>
                  </a:lnTo>
                  <a:lnTo>
                    <a:pt x="7646" y="5542"/>
                  </a:lnTo>
                  <a:lnTo>
                    <a:pt x="9259" y="4768"/>
                  </a:lnTo>
                  <a:lnTo>
                    <a:pt x="9683" y="3276"/>
                  </a:lnTo>
                  <a:close/>
                  <a:moveTo>
                    <a:pt x="14277" y="1"/>
                  </a:moveTo>
                  <a:cubicBezTo>
                    <a:pt x="14266" y="1"/>
                    <a:pt x="14256" y="1"/>
                    <a:pt x="14246" y="1"/>
                  </a:cubicBezTo>
                  <a:cubicBezTo>
                    <a:pt x="13444" y="16"/>
                    <a:pt x="12793" y="680"/>
                    <a:pt x="12793" y="1482"/>
                  </a:cubicBezTo>
                  <a:lnTo>
                    <a:pt x="12793" y="2809"/>
                  </a:lnTo>
                  <a:lnTo>
                    <a:pt x="0" y="2809"/>
                  </a:lnTo>
                  <a:lnTo>
                    <a:pt x="0" y="15756"/>
                  </a:lnTo>
                  <a:lnTo>
                    <a:pt x="14275" y="15756"/>
                  </a:lnTo>
                  <a:cubicBezTo>
                    <a:pt x="14684" y="15756"/>
                    <a:pt x="15078" y="15584"/>
                    <a:pt x="15358" y="15286"/>
                  </a:cubicBezTo>
                  <a:cubicBezTo>
                    <a:pt x="15620" y="15005"/>
                    <a:pt x="15760" y="14645"/>
                    <a:pt x="15756" y="14262"/>
                  </a:cubicBezTo>
                  <a:lnTo>
                    <a:pt x="15756" y="1508"/>
                  </a:lnTo>
                  <a:cubicBezTo>
                    <a:pt x="15756" y="1103"/>
                    <a:pt x="15590" y="709"/>
                    <a:pt x="15301" y="425"/>
                  </a:cubicBezTo>
                  <a:cubicBezTo>
                    <a:pt x="15023" y="151"/>
                    <a:pt x="14660" y="1"/>
                    <a:pt x="14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4274064" y="4195799"/>
              <a:ext cx="15600" cy="15534"/>
            </a:xfrm>
            <a:custGeom>
              <a:rect b="b" l="l" r="r" t="t"/>
              <a:pathLst>
                <a:path extrusionOk="0" h="468" w="470">
                  <a:moveTo>
                    <a:pt x="1" y="0"/>
                  </a:moveTo>
                  <a:lnTo>
                    <a:pt x="1"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6"/>
            <p:cNvSpPr/>
            <p:nvPr/>
          </p:nvSpPr>
          <p:spPr>
            <a:xfrm>
              <a:off x="4242995" y="4195799"/>
              <a:ext cx="15600" cy="15534"/>
            </a:xfrm>
            <a:custGeom>
              <a:rect b="b" l="l" r="r" t="t"/>
              <a:pathLst>
                <a:path extrusionOk="0" h="468" w="470">
                  <a:moveTo>
                    <a:pt x="1" y="0"/>
                  </a:moveTo>
                  <a:lnTo>
                    <a:pt x="1"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6"/>
            <p:cNvSpPr/>
            <p:nvPr/>
          </p:nvSpPr>
          <p:spPr>
            <a:xfrm>
              <a:off x="4305132" y="4195799"/>
              <a:ext cx="15567" cy="15534"/>
            </a:xfrm>
            <a:custGeom>
              <a:rect b="b" l="l" r="r" t="t"/>
              <a:pathLst>
                <a:path extrusionOk="0" h="468" w="469">
                  <a:moveTo>
                    <a:pt x="1" y="0"/>
                  </a:moveTo>
                  <a:lnTo>
                    <a:pt x="1" y="468"/>
                  </a:lnTo>
                  <a:lnTo>
                    <a:pt x="468" y="468"/>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a:off x="4189721" y="4412480"/>
              <a:ext cx="18555" cy="18555"/>
            </a:xfrm>
            <a:custGeom>
              <a:rect b="b" l="l" r="r" t="t"/>
              <a:pathLst>
                <a:path extrusionOk="0" h="559" w="559">
                  <a:moveTo>
                    <a:pt x="102" y="0"/>
                  </a:moveTo>
                  <a:lnTo>
                    <a:pt x="1" y="457"/>
                  </a:lnTo>
                  <a:lnTo>
                    <a:pt x="457" y="558"/>
                  </a:lnTo>
                  <a:lnTo>
                    <a:pt x="558" y="101"/>
                  </a:lnTo>
                  <a:lnTo>
                    <a:pt x="1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6"/>
            <p:cNvSpPr/>
            <p:nvPr/>
          </p:nvSpPr>
          <p:spPr>
            <a:xfrm>
              <a:off x="4196460" y="4324353"/>
              <a:ext cx="58552" cy="76376"/>
            </a:xfrm>
            <a:custGeom>
              <a:rect b="b" l="l" r="r" t="t"/>
              <a:pathLst>
                <a:path extrusionOk="0" h="2301" w="1764">
                  <a:moveTo>
                    <a:pt x="1479" y="0"/>
                  </a:moveTo>
                  <a:lnTo>
                    <a:pt x="286" y="912"/>
                  </a:lnTo>
                  <a:lnTo>
                    <a:pt x="1" y="2198"/>
                  </a:lnTo>
                  <a:lnTo>
                    <a:pt x="457" y="2300"/>
                  </a:lnTo>
                  <a:lnTo>
                    <a:pt x="705" y="1181"/>
                  </a:lnTo>
                  <a:lnTo>
                    <a:pt x="1764" y="373"/>
                  </a:lnTo>
                  <a:lnTo>
                    <a:pt x="14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6"/>
            <p:cNvSpPr/>
            <p:nvPr/>
          </p:nvSpPr>
          <p:spPr>
            <a:xfrm>
              <a:off x="4115603" y="4343506"/>
              <a:ext cx="20314" cy="20314"/>
            </a:xfrm>
            <a:custGeom>
              <a:rect b="b" l="l" r="r" t="t"/>
              <a:pathLst>
                <a:path extrusionOk="0" h="612" w="612">
                  <a:moveTo>
                    <a:pt x="432" y="0"/>
                  </a:moveTo>
                  <a:lnTo>
                    <a:pt x="0" y="179"/>
                  </a:lnTo>
                  <a:lnTo>
                    <a:pt x="179" y="612"/>
                  </a:lnTo>
                  <a:lnTo>
                    <a:pt x="611" y="433"/>
                  </a:lnTo>
                  <a:lnTo>
                    <a:pt x="4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4091538" y="4285385"/>
              <a:ext cx="32495" cy="49789"/>
            </a:xfrm>
            <a:custGeom>
              <a:rect b="b" l="l" r="r" t="t"/>
              <a:pathLst>
                <a:path extrusionOk="0" h="1500" w="979">
                  <a:moveTo>
                    <a:pt x="432" y="1"/>
                  </a:moveTo>
                  <a:lnTo>
                    <a:pt x="0" y="179"/>
                  </a:lnTo>
                  <a:lnTo>
                    <a:pt x="546" y="1499"/>
                  </a:lnTo>
                  <a:lnTo>
                    <a:pt x="978" y="1320"/>
                  </a:lnTo>
                  <a:lnTo>
                    <a:pt x="4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6"/>
            <p:cNvSpPr/>
            <p:nvPr/>
          </p:nvSpPr>
          <p:spPr>
            <a:xfrm>
              <a:off x="4170735" y="4244326"/>
              <a:ext cx="23036" cy="28147"/>
            </a:xfrm>
            <a:custGeom>
              <a:rect b="b" l="l" r="r" t="t"/>
              <a:pathLst>
                <a:path extrusionOk="0" h="848" w="694">
                  <a:moveTo>
                    <a:pt x="439" y="1"/>
                  </a:moveTo>
                  <a:lnTo>
                    <a:pt x="1" y="164"/>
                  </a:lnTo>
                  <a:lnTo>
                    <a:pt x="255" y="848"/>
                  </a:lnTo>
                  <a:lnTo>
                    <a:pt x="694" y="684"/>
                  </a:lnTo>
                  <a:lnTo>
                    <a:pt x="4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6"/>
            <p:cNvSpPr/>
            <p:nvPr/>
          </p:nvSpPr>
          <p:spPr>
            <a:xfrm>
              <a:off x="4184610" y="4281568"/>
              <a:ext cx="20015" cy="20015"/>
            </a:xfrm>
            <a:custGeom>
              <a:rect b="b" l="l" r="r" t="t"/>
              <a:pathLst>
                <a:path extrusionOk="0" h="603" w="603">
                  <a:moveTo>
                    <a:pt x="439" y="1"/>
                  </a:moveTo>
                  <a:lnTo>
                    <a:pt x="1" y="164"/>
                  </a:lnTo>
                  <a:lnTo>
                    <a:pt x="164" y="603"/>
                  </a:lnTo>
                  <a:lnTo>
                    <a:pt x="603" y="439"/>
                  </a:lnTo>
                  <a:lnTo>
                    <a:pt x="4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6"/>
            <p:cNvSpPr/>
            <p:nvPr/>
          </p:nvSpPr>
          <p:spPr>
            <a:xfrm>
              <a:off x="4361161" y="4117896"/>
              <a:ext cx="30471" cy="32595"/>
            </a:xfrm>
            <a:custGeom>
              <a:rect b="b" l="l" r="r" t="t"/>
              <a:pathLst>
                <a:path extrusionOk="0" h="982" w="918">
                  <a:moveTo>
                    <a:pt x="554" y="1"/>
                  </a:moveTo>
                  <a:lnTo>
                    <a:pt x="0" y="688"/>
                  </a:lnTo>
                  <a:lnTo>
                    <a:pt x="365" y="981"/>
                  </a:lnTo>
                  <a:lnTo>
                    <a:pt x="918" y="293"/>
                  </a:lnTo>
                  <a:lnTo>
                    <a:pt x="5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6"/>
            <p:cNvSpPr/>
            <p:nvPr/>
          </p:nvSpPr>
          <p:spPr>
            <a:xfrm>
              <a:off x="4339552" y="4274532"/>
              <a:ext cx="25060" cy="29077"/>
            </a:xfrm>
            <a:custGeom>
              <a:rect b="b" l="l" r="r" t="t"/>
              <a:pathLst>
                <a:path extrusionOk="0" h="876" w="755">
                  <a:moveTo>
                    <a:pt x="419" y="1"/>
                  </a:moveTo>
                  <a:lnTo>
                    <a:pt x="1" y="213"/>
                  </a:lnTo>
                  <a:lnTo>
                    <a:pt x="337" y="876"/>
                  </a:lnTo>
                  <a:lnTo>
                    <a:pt x="755" y="664"/>
                  </a:lnTo>
                  <a:lnTo>
                    <a:pt x="4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6"/>
            <p:cNvSpPr/>
            <p:nvPr/>
          </p:nvSpPr>
          <p:spPr>
            <a:xfrm>
              <a:off x="4357775" y="4310446"/>
              <a:ext cx="20878" cy="20911"/>
            </a:xfrm>
            <a:custGeom>
              <a:rect b="b" l="l" r="r" t="t"/>
              <a:pathLst>
                <a:path extrusionOk="0" h="630" w="629">
                  <a:moveTo>
                    <a:pt x="418" y="0"/>
                  </a:moveTo>
                  <a:lnTo>
                    <a:pt x="0" y="211"/>
                  </a:lnTo>
                  <a:lnTo>
                    <a:pt x="212" y="629"/>
                  </a:lnTo>
                  <a:lnTo>
                    <a:pt x="629" y="417"/>
                  </a:lnTo>
                  <a:lnTo>
                    <a:pt x="4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6"/>
            <p:cNvSpPr/>
            <p:nvPr/>
          </p:nvSpPr>
          <p:spPr>
            <a:xfrm>
              <a:off x="4395747" y="4255346"/>
              <a:ext cx="15600" cy="15567"/>
            </a:xfrm>
            <a:custGeom>
              <a:rect b="b" l="l" r="r" t="t"/>
              <a:pathLst>
                <a:path extrusionOk="0" h="469" w="470">
                  <a:moveTo>
                    <a:pt x="1" y="1"/>
                  </a:moveTo>
                  <a:lnTo>
                    <a:pt x="1"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6"/>
            <p:cNvSpPr/>
            <p:nvPr/>
          </p:nvSpPr>
          <p:spPr>
            <a:xfrm>
              <a:off x="4395747" y="4198355"/>
              <a:ext cx="15600" cy="41457"/>
            </a:xfrm>
            <a:custGeom>
              <a:rect b="b" l="l" r="r" t="t"/>
              <a:pathLst>
                <a:path extrusionOk="0" h="1249" w="470">
                  <a:moveTo>
                    <a:pt x="1" y="1"/>
                  </a:moveTo>
                  <a:lnTo>
                    <a:pt x="1" y="1248"/>
                  </a:lnTo>
                  <a:lnTo>
                    <a:pt x="469" y="124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6"/>
            <p:cNvSpPr/>
            <p:nvPr/>
          </p:nvSpPr>
          <p:spPr>
            <a:xfrm>
              <a:off x="4478629" y="4054200"/>
              <a:ext cx="15534" cy="15534"/>
            </a:xfrm>
            <a:custGeom>
              <a:rect b="b" l="l" r="r" t="t"/>
              <a:pathLst>
                <a:path extrusionOk="0" h="468" w="468">
                  <a:moveTo>
                    <a:pt x="0" y="0"/>
                  </a:moveTo>
                  <a:lnTo>
                    <a:pt x="0" y="468"/>
                  </a:lnTo>
                  <a:lnTo>
                    <a:pt x="468" y="468"/>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4478629" y="3997241"/>
              <a:ext cx="15534" cy="41424"/>
            </a:xfrm>
            <a:custGeom>
              <a:rect b="b" l="l" r="r" t="t"/>
              <a:pathLst>
                <a:path extrusionOk="0" h="1248" w="468">
                  <a:moveTo>
                    <a:pt x="0" y="1"/>
                  </a:moveTo>
                  <a:lnTo>
                    <a:pt x="0" y="1248"/>
                  </a:lnTo>
                  <a:lnTo>
                    <a:pt x="468" y="124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6"/>
            <p:cNvSpPr/>
            <p:nvPr/>
          </p:nvSpPr>
          <p:spPr>
            <a:xfrm>
              <a:off x="4479658" y="4157959"/>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6"/>
            <p:cNvSpPr/>
            <p:nvPr/>
          </p:nvSpPr>
          <p:spPr>
            <a:xfrm>
              <a:off x="4479658" y="4111390"/>
              <a:ext cx="15534" cy="31101"/>
            </a:xfrm>
            <a:custGeom>
              <a:rect b="b" l="l" r="r" t="t"/>
              <a:pathLst>
                <a:path extrusionOk="0" h="937" w="468">
                  <a:moveTo>
                    <a:pt x="0" y="0"/>
                  </a:moveTo>
                  <a:lnTo>
                    <a:pt x="0" y="936"/>
                  </a:lnTo>
                  <a:lnTo>
                    <a:pt x="468" y="936"/>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4457884" y="4323690"/>
              <a:ext cx="15567" cy="15567"/>
            </a:xfrm>
            <a:custGeom>
              <a:rect b="b" l="l" r="r" t="t"/>
              <a:pathLst>
                <a:path extrusionOk="0" h="469" w="469">
                  <a:moveTo>
                    <a:pt x="1" y="1"/>
                  </a:moveTo>
                  <a:lnTo>
                    <a:pt x="1"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4457884" y="4256375"/>
              <a:ext cx="15567" cy="51847"/>
            </a:xfrm>
            <a:custGeom>
              <a:rect b="b" l="l" r="r" t="t"/>
              <a:pathLst>
                <a:path extrusionOk="0" h="1562" w="469">
                  <a:moveTo>
                    <a:pt x="1" y="1"/>
                  </a:moveTo>
                  <a:lnTo>
                    <a:pt x="1" y="1561"/>
                  </a:lnTo>
                  <a:lnTo>
                    <a:pt x="468" y="1561"/>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6"/>
            <p:cNvSpPr/>
            <p:nvPr/>
          </p:nvSpPr>
          <p:spPr>
            <a:xfrm>
              <a:off x="4034347" y="4071526"/>
              <a:ext cx="28479" cy="28479"/>
            </a:xfrm>
            <a:custGeom>
              <a:rect b="b" l="l" r="r" t="t"/>
              <a:pathLst>
                <a:path extrusionOk="0" h="858" w="858">
                  <a:moveTo>
                    <a:pt x="0" y="1"/>
                  </a:moveTo>
                  <a:lnTo>
                    <a:pt x="0" y="858"/>
                  </a:lnTo>
                  <a:lnTo>
                    <a:pt x="469" y="858"/>
                  </a:lnTo>
                  <a:lnTo>
                    <a:pt x="469" y="468"/>
                  </a:lnTo>
                  <a:lnTo>
                    <a:pt x="857" y="468"/>
                  </a:lnTo>
                  <a:lnTo>
                    <a:pt x="8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6"/>
            <p:cNvSpPr/>
            <p:nvPr/>
          </p:nvSpPr>
          <p:spPr>
            <a:xfrm>
              <a:off x="4034347" y="4115506"/>
              <a:ext cx="15567" cy="15534"/>
            </a:xfrm>
            <a:custGeom>
              <a:rect b="b" l="l" r="r" t="t"/>
              <a:pathLst>
                <a:path extrusionOk="0" h="468" w="469">
                  <a:moveTo>
                    <a:pt x="0" y="0"/>
                  </a:moveTo>
                  <a:lnTo>
                    <a:pt x="0"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6"/>
            <p:cNvSpPr/>
            <p:nvPr/>
          </p:nvSpPr>
          <p:spPr>
            <a:xfrm>
              <a:off x="4078294" y="4071526"/>
              <a:ext cx="15600" cy="15567"/>
            </a:xfrm>
            <a:custGeom>
              <a:rect b="b" l="l" r="r" t="t"/>
              <a:pathLst>
                <a:path extrusionOk="0" h="469" w="470">
                  <a:moveTo>
                    <a:pt x="1" y="1"/>
                  </a:moveTo>
                  <a:lnTo>
                    <a:pt x="1"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6"/>
            <p:cNvSpPr/>
            <p:nvPr/>
          </p:nvSpPr>
          <p:spPr>
            <a:xfrm>
              <a:off x="4034347" y="4348551"/>
              <a:ext cx="15567" cy="15534"/>
            </a:xfrm>
            <a:custGeom>
              <a:rect b="b" l="l" r="r" t="t"/>
              <a:pathLst>
                <a:path extrusionOk="0" h="468" w="469">
                  <a:moveTo>
                    <a:pt x="0" y="0"/>
                  </a:moveTo>
                  <a:lnTo>
                    <a:pt x="0"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6"/>
            <p:cNvSpPr/>
            <p:nvPr/>
          </p:nvSpPr>
          <p:spPr>
            <a:xfrm>
              <a:off x="4034347" y="4379619"/>
              <a:ext cx="49224" cy="59581"/>
            </a:xfrm>
            <a:custGeom>
              <a:rect b="b" l="l" r="r" t="t"/>
              <a:pathLst>
                <a:path extrusionOk="0" h="1795" w="1483">
                  <a:moveTo>
                    <a:pt x="0" y="0"/>
                  </a:moveTo>
                  <a:lnTo>
                    <a:pt x="0" y="1795"/>
                  </a:lnTo>
                  <a:lnTo>
                    <a:pt x="1482" y="1795"/>
                  </a:lnTo>
                  <a:lnTo>
                    <a:pt x="1482" y="1326"/>
                  </a:lnTo>
                  <a:lnTo>
                    <a:pt x="469" y="1326"/>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6"/>
            <p:cNvSpPr/>
            <p:nvPr/>
          </p:nvSpPr>
          <p:spPr>
            <a:xfrm>
              <a:off x="4156031" y="4071526"/>
              <a:ext cx="15567" cy="15567"/>
            </a:xfrm>
            <a:custGeom>
              <a:rect b="b" l="l" r="r" t="t"/>
              <a:pathLst>
                <a:path extrusionOk="0" h="469" w="469">
                  <a:moveTo>
                    <a:pt x="0" y="1"/>
                  </a:moveTo>
                  <a:lnTo>
                    <a:pt x="0"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6"/>
            <p:cNvSpPr/>
            <p:nvPr/>
          </p:nvSpPr>
          <p:spPr>
            <a:xfrm>
              <a:off x="4187099" y="4071526"/>
              <a:ext cx="51813" cy="15567"/>
            </a:xfrm>
            <a:custGeom>
              <a:rect b="b" l="l" r="r" t="t"/>
              <a:pathLst>
                <a:path extrusionOk="0" h="469" w="1561">
                  <a:moveTo>
                    <a:pt x="0" y="1"/>
                  </a:moveTo>
                  <a:lnTo>
                    <a:pt x="0" y="468"/>
                  </a:lnTo>
                  <a:lnTo>
                    <a:pt x="1561" y="468"/>
                  </a:lnTo>
                  <a:lnTo>
                    <a:pt x="15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66"/>
          <p:cNvGrpSpPr/>
          <p:nvPr/>
        </p:nvGrpSpPr>
        <p:grpSpPr>
          <a:xfrm>
            <a:off x="3379046" y="3813067"/>
            <a:ext cx="462665" cy="460140"/>
            <a:chOff x="3367576" y="3948648"/>
            <a:chExt cx="523081" cy="520226"/>
          </a:xfrm>
        </p:grpSpPr>
        <p:sp>
          <p:nvSpPr>
            <p:cNvPr id="5380" name="Google Shape;5380;p66"/>
            <p:cNvSpPr/>
            <p:nvPr/>
          </p:nvSpPr>
          <p:spPr>
            <a:xfrm>
              <a:off x="3367576" y="4020742"/>
              <a:ext cx="523081" cy="448132"/>
            </a:xfrm>
            <a:custGeom>
              <a:rect b="b" l="l" r="r" t="t"/>
              <a:pathLst>
                <a:path extrusionOk="0" h="13501" w="15759">
                  <a:moveTo>
                    <a:pt x="14850" y="10896"/>
                  </a:moveTo>
                  <a:lnTo>
                    <a:pt x="15207" y="13034"/>
                  </a:lnTo>
                  <a:lnTo>
                    <a:pt x="10661" y="13034"/>
                  </a:lnTo>
                  <a:lnTo>
                    <a:pt x="10893" y="12518"/>
                  </a:lnTo>
                  <a:lnTo>
                    <a:pt x="12632" y="12268"/>
                  </a:lnTo>
                  <a:lnTo>
                    <a:pt x="13012" y="11413"/>
                  </a:lnTo>
                  <a:lnTo>
                    <a:pt x="14850" y="10896"/>
                  </a:lnTo>
                  <a:close/>
                  <a:moveTo>
                    <a:pt x="2249" y="0"/>
                  </a:moveTo>
                  <a:lnTo>
                    <a:pt x="1" y="13500"/>
                  </a:lnTo>
                  <a:lnTo>
                    <a:pt x="15758" y="13500"/>
                  </a:lnTo>
                  <a:lnTo>
                    <a:pt x="14176" y="4013"/>
                  </a:lnTo>
                  <a:lnTo>
                    <a:pt x="13717" y="4089"/>
                  </a:lnTo>
                  <a:lnTo>
                    <a:pt x="14775" y="10435"/>
                  </a:lnTo>
                  <a:lnTo>
                    <a:pt x="12676" y="11024"/>
                  </a:lnTo>
                  <a:lnTo>
                    <a:pt x="12311" y="11843"/>
                  </a:lnTo>
                  <a:lnTo>
                    <a:pt x="10574" y="12092"/>
                  </a:lnTo>
                  <a:lnTo>
                    <a:pt x="10149" y="13033"/>
                  </a:lnTo>
                  <a:lnTo>
                    <a:pt x="3990" y="13033"/>
                  </a:lnTo>
                  <a:lnTo>
                    <a:pt x="5242" y="11526"/>
                  </a:lnTo>
                  <a:lnTo>
                    <a:pt x="12577" y="10240"/>
                  </a:lnTo>
                  <a:lnTo>
                    <a:pt x="13442" y="5916"/>
                  </a:lnTo>
                  <a:lnTo>
                    <a:pt x="10152" y="3146"/>
                  </a:lnTo>
                  <a:lnTo>
                    <a:pt x="9156" y="2990"/>
                  </a:lnTo>
                  <a:lnTo>
                    <a:pt x="9084" y="3450"/>
                  </a:lnTo>
                  <a:lnTo>
                    <a:pt x="9951" y="3587"/>
                  </a:lnTo>
                  <a:lnTo>
                    <a:pt x="12931" y="6094"/>
                  </a:lnTo>
                  <a:lnTo>
                    <a:pt x="12182" y="9838"/>
                  </a:lnTo>
                  <a:lnTo>
                    <a:pt x="4993" y="11098"/>
                  </a:lnTo>
                  <a:lnTo>
                    <a:pt x="3385" y="13035"/>
                  </a:lnTo>
                  <a:lnTo>
                    <a:pt x="551" y="13035"/>
                  </a:lnTo>
                  <a:lnTo>
                    <a:pt x="2471" y="1510"/>
                  </a:lnTo>
                  <a:lnTo>
                    <a:pt x="5453" y="2879"/>
                  </a:lnTo>
                  <a:lnTo>
                    <a:pt x="6602" y="3060"/>
                  </a:lnTo>
                  <a:lnTo>
                    <a:pt x="6674" y="2599"/>
                  </a:lnTo>
                  <a:lnTo>
                    <a:pt x="5588" y="2428"/>
                  </a:lnTo>
                  <a:lnTo>
                    <a:pt x="2551" y="1034"/>
                  </a:lnTo>
                  <a:lnTo>
                    <a:pt x="2645" y="465"/>
                  </a:lnTo>
                  <a:lnTo>
                    <a:pt x="6637" y="465"/>
                  </a:lnTo>
                  <a:lnTo>
                    <a:pt x="66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6"/>
            <p:cNvSpPr/>
            <p:nvPr/>
          </p:nvSpPr>
          <p:spPr>
            <a:xfrm>
              <a:off x="3572441" y="3989839"/>
              <a:ext cx="15468" cy="15468"/>
            </a:xfrm>
            <a:custGeom>
              <a:rect b="b" l="l" r="r" t="t"/>
              <a:pathLst>
                <a:path extrusionOk="0" h="466" w="466">
                  <a:moveTo>
                    <a:pt x="0" y="0"/>
                  </a:moveTo>
                  <a:lnTo>
                    <a:pt x="0"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3510603" y="3989839"/>
              <a:ext cx="15501" cy="15468"/>
            </a:xfrm>
            <a:custGeom>
              <a:rect b="b" l="l" r="r" t="t"/>
              <a:pathLst>
                <a:path extrusionOk="0" h="466" w="467">
                  <a:moveTo>
                    <a:pt x="1" y="0"/>
                  </a:moveTo>
                  <a:lnTo>
                    <a:pt x="1"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6"/>
            <p:cNvSpPr/>
            <p:nvPr/>
          </p:nvSpPr>
          <p:spPr>
            <a:xfrm>
              <a:off x="3541505" y="3989839"/>
              <a:ext cx="15501" cy="15468"/>
            </a:xfrm>
            <a:custGeom>
              <a:rect b="b" l="l" r="r" t="t"/>
              <a:pathLst>
                <a:path extrusionOk="0" h="466" w="467">
                  <a:moveTo>
                    <a:pt x="1" y="0"/>
                  </a:moveTo>
                  <a:lnTo>
                    <a:pt x="1"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6"/>
            <p:cNvSpPr/>
            <p:nvPr/>
          </p:nvSpPr>
          <p:spPr>
            <a:xfrm>
              <a:off x="3510603" y="3958937"/>
              <a:ext cx="15501" cy="15468"/>
            </a:xfrm>
            <a:custGeom>
              <a:rect b="b" l="l" r="r" t="t"/>
              <a:pathLst>
                <a:path extrusionOk="0" h="466"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6"/>
            <p:cNvSpPr/>
            <p:nvPr/>
          </p:nvSpPr>
          <p:spPr>
            <a:xfrm>
              <a:off x="3479734" y="3958937"/>
              <a:ext cx="15468" cy="15468"/>
            </a:xfrm>
            <a:custGeom>
              <a:rect b="b" l="l" r="r" t="t"/>
              <a:pathLst>
                <a:path extrusionOk="0" h="466"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6"/>
            <p:cNvSpPr/>
            <p:nvPr/>
          </p:nvSpPr>
          <p:spPr>
            <a:xfrm>
              <a:off x="3541505" y="3958937"/>
              <a:ext cx="15501" cy="15468"/>
            </a:xfrm>
            <a:custGeom>
              <a:rect b="b" l="l" r="r" t="t"/>
              <a:pathLst>
                <a:path extrusionOk="0" h="466"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6"/>
            <p:cNvSpPr/>
            <p:nvPr/>
          </p:nvSpPr>
          <p:spPr>
            <a:xfrm>
              <a:off x="3497658" y="4173660"/>
              <a:ext cx="262785" cy="165431"/>
            </a:xfrm>
            <a:custGeom>
              <a:rect b="b" l="l" r="r" t="t"/>
              <a:pathLst>
                <a:path extrusionOk="0" h="4984" w="7917">
                  <a:moveTo>
                    <a:pt x="2666" y="0"/>
                  </a:moveTo>
                  <a:cubicBezTo>
                    <a:pt x="1908" y="167"/>
                    <a:pt x="1257" y="475"/>
                    <a:pt x="780" y="890"/>
                  </a:cubicBezTo>
                  <a:cubicBezTo>
                    <a:pt x="271" y="1332"/>
                    <a:pt x="0" y="1863"/>
                    <a:pt x="0" y="2422"/>
                  </a:cubicBezTo>
                  <a:cubicBezTo>
                    <a:pt x="0" y="3128"/>
                    <a:pt x="427" y="3782"/>
                    <a:pt x="1200" y="4266"/>
                  </a:cubicBezTo>
                  <a:cubicBezTo>
                    <a:pt x="1939" y="4729"/>
                    <a:pt x="2919" y="4984"/>
                    <a:pt x="3956" y="4984"/>
                  </a:cubicBezTo>
                  <a:cubicBezTo>
                    <a:pt x="4993" y="4984"/>
                    <a:pt x="5972" y="4729"/>
                    <a:pt x="6712" y="4266"/>
                  </a:cubicBezTo>
                  <a:cubicBezTo>
                    <a:pt x="7486" y="3782"/>
                    <a:pt x="7911" y="3128"/>
                    <a:pt x="7911" y="2422"/>
                  </a:cubicBezTo>
                  <a:cubicBezTo>
                    <a:pt x="7917" y="1862"/>
                    <a:pt x="7648" y="1331"/>
                    <a:pt x="7138" y="890"/>
                  </a:cubicBezTo>
                  <a:cubicBezTo>
                    <a:pt x="6660" y="476"/>
                    <a:pt x="6009" y="168"/>
                    <a:pt x="5252" y="0"/>
                  </a:cubicBezTo>
                  <a:lnTo>
                    <a:pt x="5150" y="455"/>
                  </a:lnTo>
                  <a:cubicBezTo>
                    <a:pt x="6526" y="759"/>
                    <a:pt x="7450" y="1551"/>
                    <a:pt x="7450" y="2422"/>
                  </a:cubicBezTo>
                  <a:cubicBezTo>
                    <a:pt x="7450" y="2962"/>
                    <a:pt x="7102" y="3476"/>
                    <a:pt x="6469" y="3870"/>
                  </a:cubicBezTo>
                  <a:cubicBezTo>
                    <a:pt x="5802" y="4287"/>
                    <a:pt x="4911" y="4517"/>
                    <a:pt x="3959" y="4517"/>
                  </a:cubicBezTo>
                  <a:cubicBezTo>
                    <a:pt x="3006" y="4517"/>
                    <a:pt x="2115" y="4287"/>
                    <a:pt x="1448" y="3870"/>
                  </a:cubicBezTo>
                  <a:cubicBezTo>
                    <a:pt x="815" y="3475"/>
                    <a:pt x="467" y="2960"/>
                    <a:pt x="467" y="2422"/>
                  </a:cubicBezTo>
                  <a:cubicBezTo>
                    <a:pt x="467" y="1551"/>
                    <a:pt x="1391" y="759"/>
                    <a:pt x="2766" y="455"/>
                  </a:cubicBezTo>
                  <a:lnTo>
                    <a:pt x="26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3538949" y="4210935"/>
              <a:ext cx="180302" cy="92076"/>
            </a:xfrm>
            <a:custGeom>
              <a:rect b="b" l="l" r="r" t="t"/>
              <a:pathLst>
                <a:path extrusionOk="0" h="2774" w="5432">
                  <a:moveTo>
                    <a:pt x="1409" y="0"/>
                  </a:moveTo>
                  <a:cubicBezTo>
                    <a:pt x="526" y="256"/>
                    <a:pt x="0" y="741"/>
                    <a:pt x="0" y="1299"/>
                  </a:cubicBezTo>
                  <a:cubicBezTo>
                    <a:pt x="0" y="1723"/>
                    <a:pt x="303" y="2110"/>
                    <a:pt x="855" y="2385"/>
                  </a:cubicBezTo>
                  <a:cubicBezTo>
                    <a:pt x="1356" y="2637"/>
                    <a:pt x="2017" y="2773"/>
                    <a:pt x="2716" y="2773"/>
                  </a:cubicBezTo>
                  <a:cubicBezTo>
                    <a:pt x="3415" y="2773"/>
                    <a:pt x="4075" y="2634"/>
                    <a:pt x="4576" y="2385"/>
                  </a:cubicBezTo>
                  <a:cubicBezTo>
                    <a:pt x="5128" y="2110"/>
                    <a:pt x="5432" y="1723"/>
                    <a:pt x="5432" y="1299"/>
                  </a:cubicBezTo>
                  <a:cubicBezTo>
                    <a:pt x="5432" y="741"/>
                    <a:pt x="4904" y="256"/>
                    <a:pt x="4023" y="0"/>
                  </a:cubicBezTo>
                  <a:lnTo>
                    <a:pt x="3894" y="448"/>
                  </a:lnTo>
                  <a:cubicBezTo>
                    <a:pt x="4545" y="636"/>
                    <a:pt x="4966" y="971"/>
                    <a:pt x="4966" y="1299"/>
                  </a:cubicBezTo>
                  <a:cubicBezTo>
                    <a:pt x="4966" y="1777"/>
                    <a:pt x="4043" y="2308"/>
                    <a:pt x="2716" y="2308"/>
                  </a:cubicBezTo>
                  <a:cubicBezTo>
                    <a:pt x="1389" y="2308"/>
                    <a:pt x="466" y="1777"/>
                    <a:pt x="466" y="1299"/>
                  </a:cubicBezTo>
                  <a:cubicBezTo>
                    <a:pt x="466" y="971"/>
                    <a:pt x="886" y="636"/>
                    <a:pt x="1538" y="448"/>
                  </a:cubicBezTo>
                  <a:lnTo>
                    <a:pt x="14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6"/>
            <p:cNvSpPr/>
            <p:nvPr/>
          </p:nvSpPr>
          <p:spPr>
            <a:xfrm>
              <a:off x="3587875" y="3948648"/>
              <a:ext cx="265308" cy="314200"/>
            </a:xfrm>
            <a:custGeom>
              <a:rect b="b" l="l" r="r" t="t"/>
              <a:pathLst>
                <a:path extrusionOk="0" h="9466" w="7993">
                  <a:moveTo>
                    <a:pt x="4658" y="1148"/>
                  </a:moveTo>
                  <a:cubicBezTo>
                    <a:pt x="4871" y="1148"/>
                    <a:pt x="5046" y="1323"/>
                    <a:pt x="5046" y="1536"/>
                  </a:cubicBezTo>
                  <a:cubicBezTo>
                    <a:pt x="5046" y="2007"/>
                    <a:pt x="5428" y="2389"/>
                    <a:pt x="5899" y="2389"/>
                  </a:cubicBezTo>
                  <a:lnTo>
                    <a:pt x="7527" y="2389"/>
                  </a:lnTo>
                  <a:lnTo>
                    <a:pt x="7527" y="5214"/>
                  </a:lnTo>
                  <a:lnTo>
                    <a:pt x="5152" y="5214"/>
                  </a:lnTo>
                  <a:cubicBezTo>
                    <a:pt x="4939" y="5214"/>
                    <a:pt x="4764" y="5039"/>
                    <a:pt x="4764" y="4826"/>
                  </a:cubicBezTo>
                  <a:cubicBezTo>
                    <a:pt x="4764" y="4355"/>
                    <a:pt x="4382" y="3973"/>
                    <a:pt x="3911" y="3973"/>
                  </a:cubicBezTo>
                  <a:lnTo>
                    <a:pt x="1941" y="3973"/>
                  </a:lnTo>
                  <a:lnTo>
                    <a:pt x="1941" y="1148"/>
                  </a:lnTo>
                  <a:close/>
                  <a:moveTo>
                    <a:pt x="1242" y="466"/>
                  </a:moveTo>
                  <a:cubicBezTo>
                    <a:pt x="1370" y="466"/>
                    <a:pt x="1475" y="570"/>
                    <a:pt x="1475" y="698"/>
                  </a:cubicBezTo>
                  <a:lnTo>
                    <a:pt x="1475" y="9000"/>
                  </a:lnTo>
                  <a:lnTo>
                    <a:pt x="1009" y="9000"/>
                  </a:lnTo>
                  <a:lnTo>
                    <a:pt x="1009" y="698"/>
                  </a:lnTo>
                  <a:cubicBezTo>
                    <a:pt x="1009" y="570"/>
                    <a:pt x="1114" y="466"/>
                    <a:pt x="1242" y="466"/>
                  </a:cubicBezTo>
                  <a:close/>
                  <a:moveTo>
                    <a:pt x="1242" y="0"/>
                  </a:moveTo>
                  <a:cubicBezTo>
                    <a:pt x="856" y="0"/>
                    <a:pt x="544" y="313"/>
                    <a:pt x="544" y="698"/>
                  </a:cubicBezTo>
                  <a:lnTo>
                    <a:pt x="544" y="9000"/>
                  </a:lnTo>
                  <a:lnTo>
                    <a:pt x="1" y="9000"/>
                  </a:lnTo>
                  <a:lnTo>
                    <a:pt x="1" y="9465"/>
                  </a:lnTo>
                  <a:lnTo>
                    <a:pt x="2484" y="9465"/>
                  </a:lnTo>
                  <a:lnTo>
                    <a:pt x="2484" y="9000"/>
                  </a:lnTo>
                  <a:lnTo>
                    <a:pt x="1941" y="9000"/>
                  </a:lnTo>
                  <a:lnTo>
                    <a:pt x="1941" y="4438"/>
                  </a:lnTo>
                  <a:lnTo>
                    <a:pt x="3911" y="4438"/>
                  </a:lnTo>
                  <a:cubicBezTo>
                    <a:pt x="4124" y="4438"/>
                    <a:pt x="4299" y="4613"/>
                    <a:pt x="4299" y="4826"/>
                  </a:cubicBezTo>
                  <a:cubicBezTo>
                    <a:pt x="4299" y="5296"/>
                    <a:pt x="4681" y="5679"/>
                    <a:pt x="5152" y="5679"/>
                  </a:cubicBezTo>
                  <a:lnTo>
                    <a:pt x="7993" y="5679"/>
                  </a:lnTo>
                  <a:lnTo>
                    <a:pt x="7993" y="1924"/>
                  </a:lnTo>
                  <a:lnTo>
                    <a:pt x="5897" y="1924"/>
                  </a:lnTo>
                  <a:cubicBezTo>
                    <a:pt x="5684" y="1924"/>
                    <a:pt x="5509" y="1749"/>
                    <a:pt x="5509" y="1536"/>
                  </a:cubicBezTo>
                  <a:cubicBezTo>
                    <a:pt x="5509" y="1066"/>
                    <a:pt x="5126" y="683"/>
                    <a:pt x="4656" y="683"/>
                  </a:cubicBezTo>
                  <a:lnTo>
                    <a:pt x="1940" y="683"/>
                  </a:lnTo>
                  <a:cubicBezTo>
                    <a:pt x="1932" y="305"/>
                    <a:pt x="1621" y="0"/>
                    <a:pt x="12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6"/>
            <p:cNvSpPr/>
            <p:nvPr/>
          </p:nvSpPr>
          <p:spPr>
            <a:xfrm>
              <a:off x="3515781" y="4051611"/>
              <a:ext cx="15468" cy="15501"/>
            </a:xfrm>
            <a:custGeom>
              <a:rect b="b" l="l" r="r" t="t"/>
              <a:pathLst>
                <a:path extrusionOk="0" h="467" w="466">
                  <a:moveTo>
                    <a:pt x="0" y="1"/>
                  </a:moveTo>
                  <a:lnTo>
                    <a:pt x="0" y="466"/>
                  </a:lnTo>
                  <a:lnTo>
                    <a:pt x="465" y="466"/>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3546683" y="4051611"/>
              <a:ext cx="41225" cy="15501"/>
            </a:xfrm>
            <a:custGeom>
              <a:rect b="b" l="l" r="r" t="t"/>
              <a:pathLst>
                <a:path extrusionOk="0" h="467" w="1242">
                  <a:moveTo>
                    <a:pt x="1" y="1"/>
                  </a:moveTo>
                  <a:lnTo>
                    <a:pt x="1" y="466"/>
                  </a:lnTo>
                  <a:lnTo>
                    <a:pt x="1242" y="466"/>
                  </a:lnTo>
                  <a:lnTo>
                    <a:pt x="12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6"/>
            <p:cNvSpPr/>
            <p:nvPr/>
          </p:nvSpPr>
          <p:spPr>
            <a:xfrm>
              <a:off x="3730902" y="4302712"/>
              <a:ext cx="39167" cy="37142"/>
            </a:xfrm>
            <a:custGeom>
              <a:rect b="b" l="l" r="r" t="t"/>
              <a:pathLst>
                <a:path extrusionOk="0" h="1119" w="1180">
                  <a:moveTo>
                    <a:pt x="816" y="1"/>
                  </a:moveTo>
                  <a:cubicBezTo>
                    <a:pt x="600" y="271"/>
                    <a:pt x="326" y="516"/>
                    <a:pt x="0" y="730"/>
                  </a:cubicBezTo>
                  <a:lnTo>
                    <a:pt x="255" y="1119"/>
                  </a:lnTo>
                  <a:cubicBezTo>
                    <a:pt x="622" y="878"/>
                    <a:pt x="934" y="601"/>
                    <a:pt x="1179" y="290"/>
                  </a:cubicBezTo>
                  <a:lnTo>
                    <a:pt x="8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6"/>
            <p:cNvSpPr/>
            <p:nvPr/>
          </p:nvSpPr>
          <p:spPr>
            <a:xfrm>
              <a:off x="3475087" y="4202305"/>
              <a:ext cx="21044" cy="21011"/>
            </a:xfrm>
            <a:custGeom>
              <a:rect b="b" l="l" r="r" t="t"/>
              <a:pathLst>
                <a:path extrusionOk="0" h="633" w="634">
                  <a:moveTo>
                    <a:pt x="249" y="1"/>
                  </a:moveTo>
                  <a:cubicBezTo>
                    <a:pt x="152" y="141"/>
                    <a:pt x="69" y="289"/>
                    <a:pt x="1" y="438"/>
                  </a:cubicBezTo>
                  <a:lnTo>
                    <a:pt x="425" y="633"/>
                  </a:lnTo>
                  <a:cubicBezTo>
                    <a:pt x="483" y="507"/>
                    <a:pt x="553" y="380"/>
                    <a:pt x="634" y="261"/>
                  </a:cubicBezTo>
                  <a:lnTo>
                    <a:pt x="2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3493608" y="4155902"/>
              <a:ext cx="54170" cy="43880"/>
            </a:xfrm>
            <a:custGeom>
              <a:rect b="b" l="l" r="r" t="t"/>
              <a:pathLst>
                <a:path extrusionOk="0" h="1322" w="1632">
                  <a:moveTo>
                    <a:pt x="1443" y="1"/>
                  </a:moveTo>
                  <a:cubicBezTo>
                    <a:pt x="1006" y="196"/>
                    <a:pt x="621" y="438"/>
                    <a:pt x="293" y="721"/>
                  </a:cubicBezTo>
                  <a:cubicBezTo>
                    <a:pt x="188" y="811"/>
                    <a:pt x="90" y="908"/>
                    <a:pt x="0" y="1006"/>
                  </a:cubicBezTo>
                  <a:lnTo>
                    <a:pt x="342" y="1321"/>
                  </a:lnTo>
                  <a:cubicBezTo>
                    <a:pt x="421" y="1235"/>
                    <a:pt x="508" y="1152"/>
                    <a:pt x="600" y="1072"/>
                  </a:cubicBezTo>
                  <a:cubicBezTo>
                    <a:pt x="890" y="819"/>
                    <a:pt x="1238" y="601"/>
                    <a:pt x="1632" y="424"/>
                  </a:cubicBezTo>
                  <a:lnTo>
                    <a:pt x="14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6"/>
            <p:cNvSpPr/>
            <p:nvPr/>
          </p:nvSpPr>
          <p:spPr>
            <a:xfrm>
              <a:off x="3806813" y="4087193"/>
              <a:ext cx="15501" cy="15468"/>
            </a:xfrm>
            <a:custGeom>
              <a:rect b="b" l="l" r="r" t="t"/>
              <a:pathLst>
                <a:path extrusionOk="0" h="466" w="467">
                  <a:moveTo>
                    <a:pt x="1" y="0"/>
                  </a:moveTo>
                  <a:lnTo>
                    <a:pt x="1"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6"/>
            <p:cNvSpPr/>
            <p:nvPr/>
          </p:nvSpPr>
          <p:spPr>
            <a:xfrm>
              <a:off x="3762999" y="4043379"/>
              <a:ext cx="15468" cy="15501"/>
            </a:xfrm>
            <a:custGeom>
              <a:rect b="b" l="l" r="r" t="t"/>
              <a:pathLst>
                <a:path extrusionOk="0" h="467" w="466">
                  <a:moveTo>
                    <a:pt x="0" y="1"/>
                  </a:moveTo>
                  <a:lnTo>
                    <a:pt x="0" y="466"/>
                  </a:lnTo>
                  <a:lnTo>
                    <a:pt x="465" y="466"/>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3793868" y="4043379"/>
              <a:ext cx="28446" cy="28380"/>
            </a:xfrm>
            <a:custGeom>
              <a:rect b="b" l="l" r="r" t="t"/>
              <a:pathLst>
                <a:path extrusionOk="0" h="855" w="857">
                  <a:moveTo>
                    <a:pt x="1" y="1"/>
                  </a:moveTo>
                  <a:lnTo>
                    <a:pt x="1" y="466"/>
                  </a:lnTo>
                  <a:lnTo>
                    <a:pt x="391" y="466"/>
                  </a:lnTo>
                  <a:lnTo>
                    <a:pt x="391" y="855"/>
                  </a:lnTo>
                  <a:lnTo>
                    <a:pt x="856" y="855"/>
                  </a:lnTo>
                  <a:lnTo>
                    <a:pt x="8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6"/>
            <p:cNvSpPr/>
            <p:nvPr/>
          </p:nvSpPr>
          <p:spPr>
            <a:xfrm>
              <a:off x="3665114" y="4002187"/>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6"/>
            <p:cNvSpPr/>
            <p:nvPr/>
          </p:nvSpPr>
          <p:spPr>
            <a:xfrm>
              <a:off x="3696049" y="4002187"/>
              <a:ext cx="40196" cy="15501"/>
            </a:xfrm>
            <a:custGeom>
              <a:rect b="b" l="l" r="r" t="t"/>
              <a:pathLst>
                <a:path extrusionOk="0" h="467" w="1211">
                  <a:moveTo>
                    <a:pt x="1" y="1"/>
                  </a:moveTo>
                  <a:lnTo>
                    <a:pt x="1" y="466"/>
                  </a:lnTo>
                  <a:lnTo>
                    <a:pt x="1210" y="466"/>
                  </a:lnTo>
                  <a:lnTo>
                    <a:pt x="12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6"/>
            <p:cNvSpPr/>
            <p:nvPr/>
          </p:nvSpPr>
          <p:spPr>
            <a:xfrm>
              <a:off x="3665114" y="4049553"/>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6"/>
            <p:cNvSpPr/>
            <p:nvPr/>
          </p:nvSpPr>
          <p:spPr>
            <a:xfrm>
              <a:off x="3696049" y="4049553"/>
              <a:ext cx="15468" cy="15501"/>
            </a:xfrm>
            <a:custGeom>
              <a:rect b="b" l="l" r="r" t="t"/>
              <a:pathLst>
                <a:path extrusionOk="0" h="467" w="466">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6"/>
            <p:cNvSpPr/>
            <p:nvPr/>
          </p:nvSpPr>
          <p:spPr>
            <a:xfrm>
              <a:off x="3418660" y="4335207"/>
              <a:ext cx="17824" cy="17758"/>
            </a:xfrm>
            <a:custGeom>
              <a:rect b="b" l="l" r="r" t="t"/>
              <a:pathLst>
                <a:path extrusionOk="0" h="535" w="537">
                  <a:moveTo>
                    <a:pt x="77" y="0"/>
                  </a:moveTo>
                  <a:lnTo>
                    <a:pt x="0" y="459"/>
                  </a:lnTo>
                  <a:lnTo>
                    <a:pt x="460" y="535"/>
                  </a:lnTo>
                  <a:lnTo>
                    <a:pt x="536" y="77"/>
                  </a:lnTo>
                  <a:lnTo>
                    <a:pt x="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3404055" y="4365678"/>
              <a:ext cx="69538" cy="72293"/>
            </a:xfrm>
            <a:custGeom>
              <a:rect b="b" l="l" r="r" t="t"/>
              <a:pathLst>
                <a:path extrusionOk="0" h="2178" w="2095">
                  <a:moveTo>
                    <a:pt x="364" y="0"/>
                  </a:moveTo>
                  <a:lnTo>
                    <a:pt x="1" y="2177"/>
                  </a:lnTo>
                  <a:lnTo>
                    <a:pt x="2094" y="2177"/>
                  </a:lnTo>
                  <a:lnTo>
                    <a:pt x="2094" y="1712"/>
                  </a:lnTo>
                  <a:lnTo>
                    <a:pt x="550" y="1712"/>
                  </a:lnTo>
                  <a:lnTo>
                    <a:pt x="823" y="78"/>
                  </a:lnTo>
                  <a:lnTo>
                    <a:pt x="3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6"/>
            <p:cNvSpPr/>
            <p:nvPr/>
          </p:nvSpPr>
          <p:spPr>
            <a:xfrm>
              <a:off x="3451885" y="4104420"/>
              <a:ext cx="23069" cy="49357"/>
            </a:xfrm>
            <a:custGeom>
              <a:rect b="b" l="l" r="r" t="t"/>
              <a:pathLst>
                <a:path extrusionOk="0" h="1487" w="695">
                  <a:moveTo>
                    <a:pt x="235" y="0"/>
                  </a:moveTo>
                  <a:lnTo>
                    <a:pt x="1" y="1410"/>
                  </a:lnTo>
                  <a:lnTo>
                    <a:pt x="460" y="1486"/>
                  </a:lnTo>
                  <a:lnTo>
                    <a:pt x="694" y="77"/>
                  </a:lnTo>
                  <a:lnTo>
                    <a:pt x="2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6"/>
            <p:cNvSpPr/>
            <p:nvPr/>
          </p:nvSpPr>
          <p:spPr>
            <a:xfrm>
              <a:off x="3446807" y="4166490"/>
              <a:ext cx="17824" cy="17791"/>
            </a:xfrm>
            <a:custGeom>
              <a:rect b="b" l="l" r="r" t="t"/>
              <a:pathLst>
                <a:path extrusionOk="0" h="536" w="537">
                  <a:moveTo>
                    <a:pt x="77" y="0"/>
                  </a:moveTo>
                  <a:lnTo>
                    <a:pt x="0" y="459"/>
                  </a:lnTo>
                  <a:lnTo>
                    <a:pt x="460" y="536"/>
                  </a:lnTo>
                  <a:lnTo>
                    <a:pt x="536" y="77"/>
                  </a:lnTo>
                  <a:lnTo>
                    <a:pt x="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3814414" y="4290929"/>
              <a:ext cx="20314" cy="32827"/>
            </a:xfrm>
            <a:custGeom>
              <a:rect b="b" l="l" r="r" t="t"/>
              <a:pathLst>
                <a:path extrusionOk="0" h="989" w="612">
                  <a:moveTo>
                    <a:pt x="459" y="0"/>
                  </a:moveTo>
                  <a:lnTo>
                    <a:pt x="0" y="77"/>
                  </a:lnTo>
                  <a:lnTo>
                    <a:pt x="152" y="989"/>
                  </a:lnTo>
                  <a:lnTo>
                    <a:pt x="611" y="912"/>
                  </a:lnTo>
                  <a:lnTo>
                    <a:pt x="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6"/>
            <p:cNvSpPr/>
            <p:nvPr/>
          </p:nvSpPr>
          <p:spPr>
            <a:xfrm>
              <a:off x="3821949" y="4336469"/>
              <a:ext cx="17824" cy="17824"/>
            </a:xfrm>
            <a:custGeom>
              <a:rect b="b" l="l" r="r" t="t"/>
              <a:pathLst>
                <a:path extrusionOk="0" h="537" w="537">
                  <a:moveTo>
                    <a:pt x="460" y="0"/>
                  </a:moveTo>
                  <a:lnTo>
                    <a:pt x="1" y="77"/>
                  </a:lnTo>
                  <a:lnTo>
                    <a:pt x="77" y="536"/>
                  </a:lnTo>
                  <a:lnTo>
                    <a:pt x="537" y="460"/>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6"/>
            <p:cNvSpPr/>
            <p:nvPr/>
          </p:nvSpPr>
          <p:spPr>
            <a:xfrm>
              <a:off x="3833798" y="4407335"/>
              <a:ext cx="18887" cy="24197"/>
            </a:xfrm>
            <a:custGeom>
              <a:rect b="b" l="l" r="r" t="t"/>
              <a:pathLst>
                <a:path extrusionOk="0" h="729" w="569">
                  <a:moveTo>
                    <a:pt x="460" y="1"/>
                  </a:moveTo>
                  <a:lnTo>
                    <a:pt x="1" y="77"/>
                  </a:lnTo>
                  <a:lnTo>
                    <a:pt x="109" y="729"/>
                  </a:lnTo>
                  <a:lnTo>
                    <a:pt x="568" y="652"/>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3594082" y="4422470"/>
              <a:ext cx="15468" cy="15501"/>
            </a:xfrm>
            <a:custGeom>
              <a:rect b="b" l="l" r="r" t="t"/>
              <a:pathLst>
                <a:path extrusionOk="0" h="467" w="466">
                  <a:moveTo>
                    <a:pt x="0" y="1"/>
                  </a:moveTo>
                  <a:lnTo>
                    <a:pt x="0" y="466"/>
                  </a:lnTo>
                  <a:lnTo>
                    <a:pt x="465" y="466"/>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6"/>
            <p:cNvSpPr/>
            <p:nvPr/>
          </p:nvSpPr>
          <p:spPr>
            <a:xfrm>
              <a:off x="3624951" y="4422470"/>
              <a:ext cx="51515" cy="15501"/>
            </a:xfrm>
            <a:custGeom>
              <a:rect b="b" l="l" r="r" t="t"/>
              <a:pathLst>
                <a:path extrusionOk="0" h="467" w="1552">
                  <a:moveTo>
                    <a:pt x="1" y="1"/>
                  </a:moveTo>
                  <a:lnTo>
                    <a:pt x="1" y="466"/>
                  </a:lnTo>
                  <a:lnTo>
                    <a:pt x="1552" y="466"/>
                  </a:lnTo>
                  <a:lnTo>
                    <a:pt x="15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6"/>
            <p:cNvSpPr/>
            <p:nvPr/>
          </p:nvSpPr>
          <p:spPr>
            <a:xfrm>
              <a:off x="3529058" y="4332486"/>
              <a:ext cx="20679" cy="20679"/>
            </a:xfrm>
            <a:custGeom>
              <a:rect b="b" l="l" r="r" t="t"/>
              <a:pathLst>
                <a:path extrusionOk="0" h="623" w="623">
                  <a:moveTo>
                    <a:pt x="226" y="0"/>
                  </a:moveTo>
                  <a:lnTo>
                    <a:pt x="0" y="408"/>
                  </a:lnTo>
                  <a:cubicBezTo>
                    <a:pt x="140" y="484"/>
                    <a:pt x="288" y="557"/>
                    <a:pt x="438" y="623"/>
                  </a:cubicBezTo>
                  <a:lnTo>
                    <a:pt x="623" y="196"/>
                  </a:lnTo>
                  <a:cubicBezTo>
                    <a:pt x="486" y="135"/>
                    <a:pt x="352" y="71"/>
                    <a:pt x="2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6"/>
            <p:cNvSpPr/>
            <p:nvPr/>
          </p:nvSpPr>
          <p:spPr>
            <a:xfrm>
              <a:off x="3473593" y="4282033"/>
              <a:ext cx="50519" cy="55465"/>
            </a:xfrm>
            <a:custGeom>
              <a:rect b="b" l="l" r="r" t="t"/>
              <a:pathLst>
                <a:path extrusionOk="0" h="1671" w="1522">
                  <a:moveTo>
                    <a:pt x="430" y="0"/>
                  </a:moveTo>
                  <a:lnTo>
                    <a:pt x="0" y="178"/>
                  </a:lnTo>
                  <a:cubicBezTo>
                    <a:pt x="234" y="745"/>
                    <a:pt x="668" y="1262"/>
                    <a:pt x="1256" y="1670"/>
                  </a:cubicBezTo>
                  <a:lnTo>
                    <a:pt x="1521" y="1288"/>
                  </a:lnTo>
                  <a:cubicBezTo>
                    <a:pt x="1007" y="930"/>
                    <a:pt x="630" y="485"/>
                    <a:pt x="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6"/>
            <p:cNvSpPr/>
            <p:nvPr/>
          </p:nvSpPr>
          <p:spPr>
            <a:xfrm>
              <a:off x="3435455" y="4246318"/>
              <a:ext cx="15468" cy="15501"/>
            </a:xfrm>
            <a:custGeom>
              <a:rect b="b" l="l" r="r" t="t"/>
              <a:pathLst>
                <a:path extrusionOk="0" h="467"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6"/>
            <p:cNvSpPr/>
            <p:nvPr/>
          </p:nvSpPr>
          <p:spPr>
            <a:xfrm>
              <a:off x="3466324" y="4246318"/>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66"/>
          <p:cNvGrpSpPr/>
          <p:nvPr/>
        </p:nvGrpSpPr>
        <p:grpSpPr>
          <a:xfrm>
            <a:off x="2731730" y="3813052"/>
            <a:ext cx="462606" cy="460169"/>
            <a:chOff x="2731940" y="3948614"/>
            <a:chExt cx="523014" cy="520259"/>
          </a:xfrm>
        </p:grpSpPr>
        <p:sp>
          <p:nvSpPr>
            <p:cNvPr id="5416" name="Google Shape;5416;p66"/>
            <p:cNvSpPr/>
            <p:nvPr/>
          </p:nvSpPr>
          <p:spPr>
            <a:xfrm>
              <a:off x="2731940" y="3948614"/>
              <a:ext cx="523014" cy="520259"/>
            </a:xfrm>
            <a:custGeom>
              <a:rect b="b" l="l" r="r" t="t"/>
              <a:pathLst>
                <a:path extrusionOk="0" h="15674" w="15757">
                  <a:moveTo>
                    <a:pt x="4148" y="2638"/>
                  </a:moveTo>
                  <a:cubicBezTo>
                    <a:pt x="4012" y="3026"/>
                    <a:pt x="3937" y="3432"/>
                    <a:pt x="3926" y="3838"/>
                  </a:cubicBezTo>
                  <a:lnTo>
                    <a:pt x="2550" y="3206"/>
                  </a:lnTo>
                  <a:lnTo>
                    <a:pt x="2644" y="2638"/>
                  </a:lnTo>
                  <a:close/>
                  <a:moveTo>
                    <a:pt x="7878" y="467"/>
                  </a:moveTo>
                  <a:cubicBezTo>
                    <a:pt x="8811" y="467"/>
                    <a:pt x="9688" y="830"/>
                    <a:pt x="10348" y="1488"/>
                  </a:cubicBezTo>
                  <a:cubicBezTo>
                    <a:pt x="11709" y="2850"/>
                    <a:pt x="11709" y="5066"/>
                    <a:pt x="10348" y="6427"/>
                  </a:cubicBezTo>
                  <a:lnTo>
                    <a:pt x="7878" y="8896"/>
                  </a:lnTo>
                  <a:lnTo>
                    <a:pt x="5410" y="6427"/>
                  </a:lnTo>
                  <a:cubicBezTo>
                    <a:pt x="4049" y="5065"/>
                    <a:pt x="4049" y="2850"/>
                    <a:pt x="5410" y="1488"/>
                  </a:cubicBezTo>
                  <a:cubicBezTo>
                    <a:pt x="6068" y="830"/>
                    <a:pt x="6945" y="467"/>
                    <a:pt x="7878" y="467"/>
                  </a:cubicBezTo>
                  <a:close/>
                  <a:moveTo>
                    <a:pt x="9076" y="8357"/>
                  </a:moveTo>
                  <a:cubicBezTo>
                    <a:pt x="9711" y="8546"/>
                    <a:pt x="10130" y="8877"/>
                    <a:pt x="10130" y="9202"/>
                  </a:cubicBezTo>
                  <a:cubicBezTo>
                    <a:pt x="10130" y="9680"/>
                    <a:pt x="9205" y="10211"/>
                    <a:pt x="7879" y="10211"/>
                  </a:cubicBezTo>
                  <a:cubicBezTo>
                    <a:pt x="6552" y="10211"/>
                    <a:pt x="5628" y="9680"/>
                    <a:pt x="5628" y="9202"/>
                  </a:cubicBezTo>
                  <a:cubicBezTo>
                    <a:pt x="5628" y="8877"/>
                    <a:pt x="6046" y="8545"/>
                    <a:pt x="6682" y="8357"/>
                  </a:cubicBezTo>
                  <a:lnTo>
                    <a:pt x="7879" y="9554"/>
                  </a:lnTo>
                  <a:lnTo>
                    <a:pt x="9076" y="8357"/>
                  </a:lnTo>
                  <a:close/>
                  <a:moveTo>
                    <a:pt x="9924" y="7509"/>
                  </a:moveTo>
                  <a:cubicBezTo>
                    <a:pt x="10833" y="7908"/>
                    <a:pt x="11372" y="8532"/>
                    <a:pt x="11372" y="9201"/>
                  </a:cubicBezTo>
                  <a:cubicBezTo>
                    <a:pt x="11372" y="9740"/>
                    <a:pt x="11022" y="10255"/>
                    <a:pt x="10390" y="10649"/>
                  </a:cubicBezTo>
                  <a:cubicBezTo>
                    <a:pt x="9723" y="11066"/>
                    <a:pt x="8833" y="11295"/>
                    <a:pt x="7880" y="11295"/>
                  </a:cubicBezTo>
                  <a:cubicBezTo>
                    <a:pt x="6929" y="11295"/>
                    <a:pt x="6036" y="11066"/>
                    <a:pt x="5369" y="10649"/>
                  </a:cubicBezTo>
                  <a:cubicBezTo>
                    <a:pt x="4736" y="10253"/>
                    <a:pt x="4389" y="9739"/>
                    <a:pt x="4389" y="9201"/>
                  </a:cubicBezTo>
                  <a:cubicBezTo>
                    <a:pt x="4389" y="8532"/>
                    <a:pt x="4927" y="7905"/>
                    <a:pt x="5836" y="7509"/>
                  </a:cubicBezTo>
                  <a:lnTo>
                    <a:pt x="6316" y="7989"/>
                  </a:lnTo>
                  <a:cubicBezTo>
                    <a:pt x="5595" y="8258"/>
                    <a:pt x="5163" y="8704"/>
                    <a:pt x="5163" y="9202"/>
                  </a:cubicBezTo>
                  <a:cubicBezTo>
                    <a:pt x="5163" y="9626"/>
                    <a:pt x="5467" y="10013"/>
                    <a:pt x="6019" y="10288"/>
                  </a:cubicBezTo>
                  <a:cubicBezTo>
                    <a:pt x="6519" y="10540"/>
                    <a:pt x="7179" y="10676"/>
                    <a:pt x="7878" y="10676"/>
                  </a:cubicBezTo>
                  <a:cubicBezTo>
                    <a:pt x="8578" y="10676"/>
                    <a:pt x="9237" y="10537"/>
                    <a:pt x="9739" y="10288"/>
                  </a:cubicBezTo>
                  <a:cubicBezTo>
                    <a:pt x="10291" y="10013"/>
                    <a:pt x="10595" y="9626"/>
                    <a:pt x="10595" y="9202"/>
                  </a:cubicBezTo>
                  <a:cubicBezTo>
                    <a:pt x="10595" y="8705"/>
                    <a:pt x="10163" y="8258"/>
                    <a:pt x="9444" y="7989"/>
                  </a:cubicBezTo>
                  <a:lnTo>
                    <a:pt x="9924" y="7509"/>
                  </a:lnTo>
                  <a:close/>
                  <a:moveTo>
                    <a:pt x="14851" y="13069"/>
                  </a:moveTo>
                  <a:lnTo>
                    <a:pt x="15207" y="15207"/>
                  </a:lnTo>
                  <a:lnTo>
                    <a:pt x="10659" y="15207"/>
                  </a:lnTo>
                  <a:lnTo>
                    <a:pt x="10894" y="14691"/>
                  </a:lnTo>
                  <a:lnTo>
                    <a:pt x="12632" y="14441"/>
                  </a:lnTo>
                  <a:lnTo>
                    <a:pt x="13012" y="13586"/>
                  </a:lnTo>
                  <a:lnTo>
                    <a:pt x="14851" y="13069"/>
                  </a:lnTo>
                  <a:close/>
                  <a:moveTo>
                    <a:pt x="2471" y="3683"/>
                  </a:moveTo>
                  <a:lnTo>
                    <a:pt x="3944" y="4358"/>
                  </a:lnTo>
                  <a:cubicBezTo>
                    <a:pt x="4033" y="5234"/>
                    <a:pt x="4411" y="6086"/>
                    <a:pt x="5080" y="6755"/>
                  </a:cubicBezTo>
                  <a:lnTo>
                    <a:pt x="5483" y="7159"/>
                  </a:lnTo>
                  <a:cubicBezTo>
                    <a:pt x="4499" y="7639"/>
                    <a:pt x="3922" y="8385"/>
                    <a:pt x="3922" y="9202"/>
                  </a:cubicBezTo>
                  <a:cubicBezTo>
                    <a:pt x="3922" y="9908"/>
                    <a:pt x="4349" y="10562"/>
                    <a:pt x="5121" y="11046"/>
                  </a:cubicBezTo>
                  <a:cubicBezTo>
                    <a:pt x="5861" y="11509"/>
                    <a:pt x="6841" y="11764"/>
                    <a:pt x="7877" y="11764"/>
                  </a:cubicBezTo>
                  <a:cubicBezTo>
                    <a:pt x="8916" y="11764"/>
                    <a:pt x="9894" y="11509"/>
                    <a:pt x="10633" y="11046"/>
                  </a:cubicBezTo>
                  <a:cubicBezTo>
                    <a:pt x="11408" y="10562"/>
                    <a:pt x="11833" y="9908"/>
                    <a:pt x="11833" y="9202"/>
                  </a:cubicBezTo>
                  <a:cubicBezTo>
                    <a:pt x="11833" y="8385"/>
                    <a:pt x="11256" y="7639"/>
                    <a:pt x="10271" y="7159"/>
                  </a:cubicBezTo>
                  <a:lnTo>
                    <a:pt x="10675" y="6755"/>
                  </a:lnTo>
                  <a:cubicBezTo>
                    <a:pt x="10796" y="6636"/>
                    <a:pt x="10906" y="6508"/>
                    <a:pt x="11009" y="6377"/>
                  </a:cubicBezTo>
                  <a:lnTo>
                    <a:pt x="12931" y="8256"/>
                  </a:lnTo>
                  <a:lnTo>
                    <a:pt x="12179" y="12010"/>
                  </a:lnTo>
                  <a:lnTo>
                    <a:pt x="4990" y="13270"/>
                  </a:lnTo>
                  <a:lnTo>
                    <a:pt x="3384" y="15208"/>
                  </a:lnTo>
                  <a:lnTo>
                    <a:pt x="549" y="15208"/>
                  </a:lnTo>
                  <a:lnTo>
                    <a:pt x="2471" y="3683"/>
                  </a:lnTo>
                  <a:close/>
                  <a:moveTo>
                    <a:pt x="13113" y="2638"/>
                  </a:moveTo>
                  <a:lnTo>
                    <a:pt x="14774" y="12608"/>
                  </a:lnTo>
                  <a:lnTo>
                    <a:pt x="12676" y="13197"/>
                  </a:lnTo>
                  <a:lnTo>
                    <a:pt x="12312" y="14016"/>
                  </a:lnTo>
                  <a:lnTo>
                    <a:pt x="10574" y="14265"/>
                  </a:lnTo>
                  <a:lnTo>
                    <a:pt x="10149" y="15208"/>
                  </a:lnTo>
                  <a:lnTo>
                    <a:pt x="3989" y="15208"/>
                  </a:lnTo>
                  <a:lnTo>
                    <a:pt x="5240" y="13700"/>
                  </a:lnTo>
                  <a:lnTo>
                    <a:pt x="12575" y="12415"/>
                  </a:lnTo>
                  <a:lnTo>
                    <a:pt x="13439" y="8100"/>
                  </a:lnTo>
                  <a:lnTo>
                    <a:pt x="11278" y="5986"/>
                  </a:lnTo>
                  <a:cubicBezTo>
                    <a:pt x="11642" y="5379"/>
                    <a:pt x="11836" y="4683"/>
                    <a:pt x="11836" y="3957"/>
                  </a:cubicBezTo>
                  <a:cubicBezTo>
                    <a:pt x="11836" y="3501"/>
                    <a:pt x="11759" y="3056"/>
                    <a:pt x="11613" y="2638"/>
                  </a:cubicBezTo>
                  <a:close/>
                  <a:moveTo>
                    <a:pt x="7879" y="0"/>
                  </a:moveTo>
                  <a:cubicBezTo>
                    <a:pt x="6821" y="0"/>
                    <a:pt x="5829" y="411"/>
                    <a:pt x="5082" y="1160"/>
                  </a:cubicBezTo>
                  <a:cubicBezTo>
                    <a:pt x="4777" y="1465"/>
                    <a:pt x="4532" y="1807"/>
                    <a:pt x="4348" y="2173"/>
                  </a:cubicBezTo>
                  <a:lnTo>
                    <a:pt x="2250" y="2173"/>
                  </a:lnTo>
                  <a:lnTo>
                    <a:pt x="0" y="15673"/>
                  </a:lnTo>
                  <a:lnTo>
                    <a:pt x="15756" y="15673"/>
                  </a:lnTo>
                  <a:lnTo>
                    <a:pt x="13506" y="2173"/>
                  </a:lnTo>
                  <a:lnTo>
                    <a:pt x="11412" y="2173"/>
                  </a:lnTo>
                  <a:cubicBezTo>
                    <a:pt x="11225" y="1803"/>
                    <a:pt x="10978" y="1461"/>
                    <a:pt x="10677" y="1160"/>
                  </a:cubicBezTo>
                  <a:cubicBezTo>
                    <a:pt x="9929" y="412"/>
                    <a:pt x="8935" y="0"/>
                    <a:pt x="78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6"/>
            <p:cNvSpPr/>
            <p:nvPr/>
          </p:nvSpPr>
          <p:spPr>
            <a:xfrm>
              <a:off x="2903247" y="3989839"/>
              <a:ext cx="180335" cy="180302"/>
            </a:xfrm>
            <a:custGeom>
              <a:rect b="b" l="l" r="r" t="t"/>
              <a:pathLst>
                <a:path extrusionOk="0" h="5432" w="5433">
                  <a:moveTo>
                    <a:pt x="2716" y="464"/>
                  </a:moveTo>
                  <a:cubicBezTo>
                    <a:pt x="3957" y="464"/>
                    <a:pt x="4968" y="1474"/>
                    <a:pt x="4968" y="2715"/>
                  </a:cubicBezTo>
                  <a:cubicBezTo>
                    <a:pt x="4967" y="3956"/>
                    <a:pt x="3957" y="4965"/>
                    <a:pt x="2716" y="4965"/>
                  </a:cubicBezTo>
                  <a:cubicBezTo>
                    <a:pt x="1475" y="4965"/>
                    <a:pt x="466" y="3956"/>
                    <a:pt x="466" y="2715"/>
                  </a:cubicBezTo>
                  <a:cubicBezTo>
                    <a:pt x="466" y="1474"/>
                    <a:pt x="1475" y="464"/>
                    <a:pt x="2716" y="464"/>
                  </a:cubicBezTo>
                  <a:close/>
                  <a:moveTo>
                    <a:pt x="2716" y="0"/>
                  </a:moveTo>
                  <a:cubicBezTo>
                    <a:pt x="1220" y="0"/>
                    <a:pt x="1" y="1218"/>
                    <a:pt x="1" y="2716"/>
                  </a:cubicBezTo>
                  <a:cubicBezTo>
                    <a:pt x="1" y="4215"/>
                    <a:pt x="1219" y="5432"/>
                    <a:pt x="2716" y="5432"/>
                  </a:cubicBezTo>
                  <a:cubicBezTo>
                    <a:pt x="4214" y="5432"/>
                    <a:pt x="5433" y="4215"/>
                    <a:pt x="5433" y="2716"/>
                  </a:cubicBezTo>
                  <a:cubicBezTo>
                    <a:pt x="5433" y="1218"/>
                    <a:pt x="4215" y="0"/>
                    <a:pt x="2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3016599" y="4072256"/>
              <a:ext cx="15468" cy="15468"/>
            </a:xfrm>
            <a:custGeom>
              <a:rect b="b" l="l" r="r" t="t"/>
              <a:pathLst>
                <a:path extrusionOk="0" h="466" w="466">
                  <a:moveTo>
                    <a:pt x="0" y="0"/>
                  </a:moveTo>
                  <a:lnTo>
                    <a:pt x="0"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6"/>
            <p:cNvSpPr/>
            <p:nvPr/>
          </p:nvSpPr>
          <p:spPr>
            <a:xfrm>
              <a:off x="2985663" y="4072256"/>
              <a:ext cx="15468" cy="15468"/>
            </a:xfrm>
            <a:custGeom>
              <a:rect b="b" l="l" r="r" t="t"/>
              <a:pathLst>
                <a:path extrusionOk="0" h="466" w="466">
                  <a:moveTo>
                    <a:pt x="1" y="0"/>
                  </a:moveTo>
                  <a:lnTo>
                    <a:pt x="1"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6"/>
            <p:cNvSpPr/>
            <p:nvPr/>
          </p:nvSpPr>
          <p:spPr>
            <a:xfrm>
              <a:off x="2954761" y="4072256"/>
              <a:ext cx="15501" cy="15468"/>
            </a:xfrm>
            <a:custGeom>
              <a:rect b="b" l="l" r="r" t="t"/>
              <a:pathLst>
                <a:path extrusionOk="0" h="466" w="467">
                  <a:moveTo>
                    <a:pt x="1" y="0"/>
                  </a:moveTo>
                  <a:lnTo>
                    <a:pt x="1"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6"/>
            <p:cNvSpPr/>
            <p:nvPr/>
          </p:nvSpPr>
          <p:spPr>
            <a:xfrm>
              <a:off x="2985663" y="4104188"/>
              <a:ext cx="15468" cy="15468"/>
            </a:xfrm>
            <a:custGeom>
              <a:rect b="b" l="l" r="r" t="t"/>
              <a:pathLst>
                <a:path extrusionOk="0" h="466" w="466">
                  <a:moveTo>
                    <a:pt x="1" y="0"/>
                  </a:moveTo>
                  <a:lnTo>
                    <a:pt x="1"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6"/>
            <p:cNvSpPr/>
            <p:nvPr/>
          </p:nvSpPr>
          <p:spPr>
            <a:xfrm>
              <a:off x="2985663" y="4041321"/>
              <a:ext cx="15468" cy="15468"/>
            </a:xfrm>
            <a:custGeom>
              <a:rect b="b" l="l" r="r" t="t"/>
              <a:pathLst>
                <a:path extrusionOk="0" h="466" w="466">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6"/>
            <p:cNvSpPr/>
            <p:nvPr/>
          </p:nvSpPr>
          <p:spPr>
            <a:xfrm>
              <a:off x="3144855" y="4088023"/>
              <a:ext cx="21542" cy="40030"/>
            </a:xfrm>
            <a:custGeom>
              <a:rect b="b" l="l" r="r" t="t"/>
              <a:pathLst>
                <a:path extrusionOk="0" h="1206" w="649">
                  <a:moveTo>
                    <a:pt x="460" y="0"/>
                  </a:moveTo>
                  <a:lnTo>
                    <a:pt x="1" y="77"/>
                  </a:lnTo>
                  <a:lnTo>
                    <a:pt x="189" y="1206"/>
                  </a:lnTo>
                  <a:lnTo>
                    <a:pt x="648" y="1129"/>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6"/>
            <p:cNvSpPr/>
            <p:nvPr/>
          </p:nvSpPr>
          <p:spPr>
            <a:xfrm>
              <a:off x="3153651" y="4140699"/>
              <a:ext cx="17824" cy="17824"/>
            </a:xfrm>
            <a:custGeom>
              <a:rect b="b" l="l" r="r" t="t"/>
              <a:pathLst>
                <a:path extrusionOk="0" h="537" w="537">
                  <a:moveTo>
                    <a:pt x="460" y="1"/>
                  </a:moveTo>
                  <a:lnTo>
                    <a:pt x="1" y="77"/>
                  </a:lnTo>
                  <a:lnTo>
                    <a:pt x="77" y="536"/>
                  </a:lnTo>
                  <a:lnTo>
                    <a:pt x="536" y="460"/>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6"/>
            <p:cNvSpPr/>
            <p:nvPr/>
          </p:nvSpPr>
          <p:spPr>
            <a:xfrm>
              <a:off x="2768385" y="4365678"/>
              <a:ext cx="69505" cy="72293"/>
            </a:xfrm>
            <a:custGeom>
              <a:rect b="b" l="l" r="r" t="t"/>
              <a:pathLst>
                <a:path extrusionOk="0" h="2178" w="2094">
                  <a:moveTo>
                    <a:pt x="364" y="0"/>
                  </a:moveTo>
                  <a:lnTo>
                    <a:pt x="0" y="2177"/>
                  </a:lnTo>
                  <a:lnTo>
                    <a:pt x="2093" y="2177"/>
                  </a:lnTo>
                  <a:lnTo>
                    <a:pt x="2093" y="1712"/>
                  </a:lnTo>
                  <a:lnTo>
                    <a:pt x="550" y="1712"/>
                  </a:lnTo>
                  <a:lnTo>
                    <a:pt x="822" y="78"/>
                  </a:lnTo>
                  <a:lnTo>
                    <a:pt x="3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6"/>
            <p:cNvSpPr/>
            <p:nvPr/>
          </p:nvSpPr>
          <p:spPr>
            <a:xfrm>
              <a:off x="2782990" y="4335207"/>
              <a:ext cx="17824" cy="17791"/>
            </a:xfrm>
            <a:custGeom>
              <a:rect b="b" l="l" r="r" t="t"/>
              <a:pathLst>
                <a:path extrusionOk="0" h="536" w="537">
                  <a:moveTo>
                    <a:pt x="77" y="0"/>
                  </a:moveTo>
                  <a:lnTo>
                    <a:pt x="1" y="459"/>
                  </a:lnTo>
                  <a:lnTo>
                    <a:pt x="460" y="536"/>
                  </a:lnTo>
                  <a:lnTo>
                    <a:pt x="537" y="77"/>
                  </a:lnTo>
                  <a:lnTo>
                    <a:pt x="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6"/>
            <p:cNvSpPr/>
            <p:nvPr/>
          </p:nvSpPr>
          <p:spPr>
            <a:xfrm>
              <a:off x="2816216" y="4104453"/>
              <a:ext cx="23069" cy="49324"/>
            </a:xfrm>
            <a:custGeom>
              <a:rect b="b" l="l" r="r" t="t"/>
              <a:pathLst>
                <a:path extrusionOk="0" h="1486" w="695">
                  <a:moveTo>
                    <a:pt x="236" y="0"/>
                  </a:moveTo>
                  <a:lnTo>
                    <a:pt x="1" y="1409"/>
                  </a:lnTo>
                  <a:lnTo>
                    <a:pt x="459" y="1485"/>
                  </a:lnTo>
                  <a:lnTo>
                    <a:pt x="695" y="77"/>
                  </a:lnTo>
                  <a:lnTo>
                    <a:pt x="2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6"/>
            <p:cNvSpPr/>
            <p:nvPr/>
          </p:nvSpPr>
          <p:spPr>
            <a:xfrm>
              <a:off x="2811137" y="4166457"/>
              <a:ext cx="17824" cy="17791"/>
            </a:xfrm>
            <a:custGeom>
              <a:rect b="b" l="l" r="r" t="t"/>
              <a:pathLst>
                <a:path extrusionOk="0" h="536" w="537">
                  <a:moveTo>
                    <a:pt x="77" y="0"/>
                  </a:moveTo>
                  <a:lnTo>
                    <a:pt x="1" y="459"/>
                  </a:lnTo>
                  <a:lnTo>
                    <a:pt x="460" y="536"/>
                  </a:lnTo>
                  <a:lnTo>
                    <a:pt x="537" y="77"/>
                  </a:lnTo>
                  <a:lnTo>
                    <a:pt x="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6"/>
            <p:cNvSpPr/>
            <p:nvPr/>
          </p:nvSpPr>
          <p:spPr>
            <a:xfrm>
              <a:off x="3178711" y="4290929"/>
              <a:ext cx="20314" cy="32827"/>
            </a:xfrm>
            <a:custGeom>
              <a:rect b="b" l="l" r="r" t="t"/>
              <a:pathLst>
                <a:path extrusionOk="0" h="989" w="612">
                  <a:moveTo>
                    <a:pt x="460" y="0"/>
                  </a:moveTo>
                  <a:lnTo>
                    <a:pt x="1" y="77"/>
                  </a:lnTo>
                  <a:lnTo>
                    <a:pt x="153" y="989"/>
                  </a:lnTo>
                  <a:lnTo>
                    <a:pt x="612" y="913"/>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6"/>
            <p:cNvSpPr/>
            <p:nvPr/>
          </p:nvSpPr>
          <p:spPr>
            <a:xfrm>
              <a:off x="3186279" y="4336469"/>
              <a:ext cx="17791" cy="17824"/>
            </a:xfrm>
            <a:custGeom>
              <a:rect b="b" l="l" r="r" t="t"/>
              <a:pathLst>
                <a:path extrusionOk="0" h="537" w="536">
                  <a:moveTo>
                    <a:pt x="459" y="0"/>
                  </a:moveTo>
                  <a:lnTo>
                    <a:pt x="0" y="77"/>
                  </a:lnTo>
                  <a:lnTo>
                    <a:pt x="77" y="536"/>
                  </a:lnTo>
                  <a:lnTo>
                    <a:pt x="536" y="460"/>
                  </a:lnTo>
                  <a:lnTo>
                    <a:pt x="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6"/>
            <p:cNvSpPr/>
            <p:nvPr/>
          </p:nvSpPr>
          <p:spPr>
            <a:xfrm>
              <a:off x="3198095" y="4407335"/>
              <a:ext cx="18887" cy="24197"/>
            </a:xfrm>
            <a:custGeom>
              <a:rect b="b" l="l" r="r" t="t"/>
              <a:pathLst>
                <a:path extrusionOk="0" h="729" w="569">
                  <a:moveTo>
                    <a:pt x="460" y="1"/>
                  </a:moveTo>
                  <a:lnTo>
                    <a:pt x="1" y="77"/>
                  </a:lnTo>
                  <a:lnTo>
                    <a:pt x="110" y="729"/>
                  </a:lnTo>
                  <a:lnTo>
                    <a:pt x="569" y="652"/>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6"/>
            <p:cNvSpPr/>
            <p:nvPr/>
          </p:nvSpPr>
          <p:spPr>
            <a:xfrm>
              <a:off x="2958379" y="4422470"/>
              <a:ext cx="15468" cy="15501"/>
            </a:xfrm>
            <a:custGeom>
              <a:rect b="b" l="l" r="r" t="t"/>
              <a:pathLst>
                <a:path extrusionOk="0" h="467"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6"/>
            <p:cNvSpPr/>
            <p:nvPr/>
          </p:nvSpPr>
          <p:spPr>
            <a:xfrm>
              <a:off x="2989281" y="4422470"/>
              <a:ext cx="51515" cy="15501"/>
            </a:xfrm>
            <a:custGeom>
              <a:rect b="b" l="l" r="r" t="t"/>
              <a:pathLst>
                <a:path extrusionOk="0" h="467" w="1552">
                  <a:moveTo>
                    <a:pt x="0" y="1"/>
                  </a:moveTo>
                  <a:lnTo>
                    <a:pt x="0" y="466"/>
                  </a:lnTo>
                  <a:lnTo>
                    <a:pt x="1551" y="466"/>
                  </a:lnTo>
                  <a:lnTo>
                    <a:pt x="15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6"/>
            <p:cNvSpPr/>
            <p:nvPr/>
          </p:nvSpPr>
          <p:spPr>
            <a:xfrm>
              <a:off x="2940953" y="4100205"/>
              <a:ext cx="32296" cy="32296"/>
            </a:xfrm>
            <a:custGeom>
              <a:rect b="b" l="l" r="r" t="t"/>
              <a:pathLst>
                <a:path extrusionOk="0" h="973" w="973">
                  <a:moveTo>
                    <a:pt x="412" y="0"/>
                  </a:moveTo>
                  <a:lnTo>
                    <a:pt x="0" y="216"/>
                  </a:lnTo>
                  <a:cubicBezTo>
                    <a:pt x="169" y="542"/>
                    <a:pt x="431" y="803"/>
                    <a:pt x="756" y="972"/>
                  </a:cubicBezTo>
                  <a:lnTo>
                    <a:pt x="972" y="560"/>
                  </a:lnTo>
                  <a:cubicBezTo>
                    <a:pt x="735" y="436"/>
                    <a:pt x="536" y="237"/>
                    <a:pt x="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6"/>
            <p:cNvSpPr/>
            <p:nvPr/>
          </p:nvSpPr>
          <p:spPr>
            <a:xfrm>
              <a:off x="3013645" y="4027447"/>
              <a:ext cx="32296" cy="32296"/>
            </a:xfrm>
            <a:custGeom>
              <a:rect b="b" l="l" r="r" t="t"/>
              <a:pathLst>
                <a:path extrusionOk="0" h="973" w="973">
                  <a:moveTo>
                    <a:pt x="217" y="1"/>
                  </a:moveTo>
                  <a:lnTo>
                    <a:pt x="0" y="413"/>
                  </a:lnTo>
                  <a:cubicBezTo>
                    <a:pt x="237" y="538"/>
                    <a:pt x="437" y="736"/>
                    <a:pt x="561" y="973"/>
                  </a:cubicBezTo>
                  <a:lnTo>
                    <a:pt x="972" y="757"/>
                  </a:lnTo>
                  <a:cubicBezTo>
                    <a:pt x="804" y="432"/>
                    <a:pt x="541" y="170"/>
                    <a:pt x="2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2837890" y="4282033"/>
              <a:ext cx="50519" cy="55465"/>
            </a:xfrm>
            <a:custGeom>
              <a:rect b="b" l="l" r="r" t="t"/>
              <a:pathLst>
                <a:path extrusionOk="0" h="1671" w="1522">
                  <a:moveTo>
                    <a:pt x="432" y="0"/>
                  </a:moveTo>
                  <a:lnTo>
                    <a:pt x="0" y="178"/>
                  </a:lnTo>
                  <a:cubicBezTo>
                    <a:pt x="234" y="745"/>
                    <a:pt x="669" y="1262"/>
                    <a:pt x="1256" y="1670"/>
                  </a:cubicBezTo>
                  <a:lnTo>
                    <a:pt x="1522" y="1288"/>
                  </a:lnTo>
                  <a:cubicBezTo>
                    <a:pt x="1008" y="930"/>
                    <a:pt x="631" y="485"/>
                    <a:pt x="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6"/>
            <p:cNvSpPr/>
            <p:nvPr/>
          </p:nvSpPr>
          <p:spPr>
            <a:xfrm>
              <a:off x="2893388" y="4332486"/>
              <a:ext cx="20679" cy="20679"/>
            </a:xfrm>
            <a:custGeom>
              <a:rect b="b" l="l" r="r" t="t"/>
              <a:pathLst>
                <a:path extrusionOk="0" h="623" w="623">
                  <a:moveTo>
                    <a:pt x="225" y="0"/>
                  </a:moveTo>
                  <a:lnTo>
                    <a:pt x="1" y="408"/>
                  </a:lnTo>
                  <a:cubicBezTo>
                    <a:pt x="140" y="484"/>
                    <a:pt x="287" y="557"/>
                    <a:pt x="437" y="623"/>
                  </a:cubicBezTo>
                  <a:lnTo>
                    <a:pt x="622" y="196"/>
                  </a:lnTo>
                  <a:cubicBezTo>
                    <a:pt x="487" y="135"/>
                    <a:pt x="352" y="71"/>
                    <a:pt x="2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6"/>
            <p:cNvSpPr/>
            <p:nvPr/>
          </p:nvSpPr>
          <p:spPr>
            <a:xfrm>
              <a:off x="2838289" y="4195135"/>
              <a:ext cx="26554" cy="30039"/>
            </a:xfrm>
            <a:custGeom>
              <a:rect b="b" l="l" r="r" t="t"/>
              <a:pathLst>
                <a:path extrusionOk="0" h="905" w="800">
                  <a:moveTo>
                    <a:pt x="436" y="1"/>
                  </a:moveTo>
                  <a:cubicBezTo>
                    <a:pt x="254" y="227"/>
                    <a:pt x="107" y="470"/>
                    <a:pt x="1" y="724"/>
                  </a:cubicBezTo>
                  <a:lnTo>
                    <a:pt x="430" y="905"/>
                  </a:lnTo>
                  <a:cubicBezTo>
                    <a:pt x="520" y="692"/>
                    <a:pt x="644" y="486"/>
                    <a:pt x="799" y="293"/>
                  </a:cubicBezTo>
                  <a:lnTo>
                    <a:pt x="4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2863980" y="4172631"/>
              <a:ext cx="21807" cy="21708"/>
            </a:xfrm>
            <a:custGeom>
              <a:rect b="b" l="l" r="r" t="t"/>
              <a:pathLst>
                <a:path extrusionOk="0" h="654" w="657">
                  <a:moveTo>
                    <a:pt x="382" y="0"/>
                  </a:moveTo>
                  <a:cubicBezTo>
                    <a:pt x="247" y="99"/>
                    <a:pt x="118" y="204"/>
                    <a:pt x="0" y="315"/>
                  </a:cubicBezTo>
                  <a:lnTo>
                    <a:pt x="319" y="654"/>
                  </a:lnTo>
                  <a:cubicBezTo>
                    <a:pt x="422" y="557"/>
                    <a:pt x="536" y="464"/>
                    <a:pt x="656" y="376"/>
                  </a:cubicBezTo>
                  <a:lnTo>
                    <a:pt x="3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6"/>
            <p:cNvSpPr/>
            <p:nvPr/>
          </p:nvSpPr>
          <p:spPr>
            <a:xfrm>
              <a:off x="2985663" y="4190687"/>
              <a:ext cx="15468" cy="15468"/>
            </a:xfrm>
            <a:custGeom>
              <a:rect b="b" l="l" r="r" t="t"/>
              <a:pathLst>
                <a:path extrusionOk="0" h="466" w="466">
                  <a:moveTo>
                    <a:pt x="1" y="0"/>
                  </a:moveTo>
                  <a:lnTo>
                    <a:pt x="1" y="466"/>
                  </a:lnTo>
                  <a:lnTo>
                    <a:pt x="466" y="466"/>
                  </a:lnTo>
                  <a:lnTo>
                    <a:pt x="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6"/>
            <p:cNvSpPr/>
            <p:nvPr/>
          </p:nvSpPr>
          <p:spPr>
            <a:xfrm>
              <a:off x="2799752" y="4246318"/>
              <a:ext cx="15468" cy="15501"/>
            </a:xfrm>
            <a:custGeom>
              <a:rect b="b" l="l" r="r" t="t"/>
              <a:pathLst>
                <a:path extrusionOk="0" h="467" w="466">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6"/>
            <p:cNvSpPr/>
            <p:nvPr/>
          </p:nvSpPr>
          <p:spPr>
            <a:xfrm>
              <a:off x="2830655" y="4246318"/>
              <a:ext cx="15468" cy="15501"/>
            </a:xfrm>
            <a:custGeom>
              <a:rect b="b" l="l" r="r" t="t"/>
              <a:pathLst>
                <a:path extrusionOk="0" h="467"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66"/>
          <p:cNvGrpSpPr/>
          <p:nvPr/>
        </p:nvGrpSpPr>
        <p:grpSpPr>
          <a:xfrm>
            <a:off x="2090228" y="3811834"/>
            <a:ext cx="456734" cy="462606"/>
            <a:chOff x="2102876" y="3947220"/>
            <a:chExt cx="516376" cy="523014"/>
          </a:xfrm>
        </p:grpSpPr>
        <p:sp>
          <p:nvSpPr>
            <p:cNvPr id="5444" name="Google Shape;5444;p66"/>
            <p:cNvSpPr/>
            <p:nvPr/>
          </p:nvSpPr>
          <p:spPr>
            <a:xfrm>
              <a:off x="2102876" y="3947220"/>
              <a:ext cx="516376" cy="523014"/>
            </a:xfrm>
            <a:custGeom>
              <a:rect b="b" l="l" r="r" t="t"/>
              <a:pathLst>
                <a:path extrusionOk="0" h="15757" w="15557">
                  <a:moveTo>
                    <a:pt x="10536" y="664"/>
                  </a:moveTo>
                  <a:lnTo>
                    <a:pt x="15096" y="2341"/>
                  </a:lnTo>
                  <a:lnTo>
                    <a:pt x="15096" y="3698"/>
                  </a:lnTo>
                  <a:lnTo>
                    <a:pt x="10536" y="2020"/>
                  </a:lnTo>
                  <a:lnTo>
                    <a:pt x="10536" y="664"/>
                  </a:lnTo>
                  <a:close/>
                  <a:moveTo>
                    <a:pt x="10536" y="2511"/>
                  </a:moveTo>
                  <a:lnTo>
                    <a:pt x="12008" y="3053"/>
                  </a:lnTo>
                  <a:lnTo>
                    <a:pt x="12684" y="4198"/>
                  </a:lnTo>
                  <a:lnTo>
                    <a:pt x="12530" y="5201"/>
                  </a:lnTo>
                  <a:lnTo>
                    <a:pt x="11267" y="5850"/>
                  </a:lnTo>
                  <a:lnTo>
                    <a:pt x="11955" y="6899"/>
                  </a:lnTo>
                  <a:lnTo>
                    <a:pt x="11345" y="7552"/>
                  </a:lnTo>
                  <a:lnTo>
                    <a:pt x="10538" y="7256"/>
                  </a:lnTo>
                  <a:lnTo>
                    <a:pt x="10536" y="2511"/>
                  </a:lnTo>
                  <a:close/>
                  <a:moveTo>
                    <a:pt x="15096" y="5170"/>
                  </a:moveTo>
                  <a:lnTo>
                    <a:pt x="15096" y="7683"/>
                  </a:lnTo>
                  <a:lnTo>
                    <a:pt x="14411" y="7401"/>
                  </a:lnTo>
                  <a:lnTo>
                    <a:pt x="14092" y="6263"/>
                  </a:lnTo>
                  <a:lnTo>
                    <a:pt x="14427" y="5467"/>
                  </a:lnTo>
                  <a:lnTo>
                    <a:pt x="15096" y="5170"/>
                  </a:lnTo>
                  <a:close/>
                  <a:moveTo>
                    <a:pt x="12693" y="3307"/>
                  </a:moveTo>
                  <a:lnTo>
                    <a:pt x="15097" y="4191"/>
                  </a:lnTo>
                  <a:lnTo>
                    <a:pt x="15097" y="4665"/>
                  </a:lnTo>
                  <a:lnTo>
                    <a:pt x="15096" y="4665"/>
                  </a:lnTo>
                  <a:lnTo>
                    <a:pt x="14071" y="5118"/>
                  </a:lnTo>
                  <a:lnTo>
                    <a:pt x="13604" y="6233"/>
                  </a:lnTo>
                  <a:lnTo>
                    <a:pt x="14025" y="7744"/>
                  </a:lnTo>
                  <a:lnTo>
                    <a:pt x="15096" y="8184"/>
                  </a:lnTo>
                  <a:lnTo>
                    <a:pt x="15096" y="8937"/>
                  </a:lnTo>
                  <a:lnTo>
                    <a:pt x="11813" y="7729"/>
                  </a:lnTo>
                  <a:lnTo>
                    <a:pt x="12539" y="6953"/>
                  </a:lnTo>
                  <a:lnTo>
                    <a:pt x="11933" y="6030"/>
                  </a:lnTo>
                  <a:lnTo>
                    <a:pt x="12950" y="5508"/>
                  </a:lnTo>
                  <a:lnTo>
                    <a:pt x="13166" y="4108"/>
                  </a:lnTo>
                  <a:lnTo>
                    <a:pt x="12693" y="3307"/>
                  </a:lnTo>
                  <a:close/>
                  <a:moveTo>
                    <a:pt x="10536" y="7748"/>
                  </a:moveTo>
                  <a:lnTo>
                    <a:pt x="15096" y="9425"/>
                  </a:lnTo>
                  <a:lnTo>
                    <a:pt x="15096" y="15095"/>
                  </a:lnTo>
                  <a:lnTo>
                    <a:pt x="10536" y="13416"/>
                  </a:lnTo>
                  <a:lnTo>
                    <a:pt x="10536" y="7748"/>
                  </a:lnTo>
                  <a:close/>
                  <a:moveTo>
                    <a:pt x="10074" y="661"/>
                  </a:moveTo>
                  <a:lnTo>
                    <a:pt x="10074" y="13416"/>
                  </a:lnTo>
                  <a:lnTo>
                    <a:pt x="5483" y="15096"/>
                  </a:lnTo>
                  <a:lnTo>
                    <a:pt x="5483" y="13732"/>
                  </a:lnTo>
                  <a:lnTo>
                    <a:pt x="5022" y="13732"/>
                  </a:lnTo>
                  <a:lnTo>
                    <a:pt x="5022" y="15095"/>
                  </a:lnTo>
                  <a:lnTo>
                    <a:pt x="462" y="13416"/>
                  </a:lnTo>
                  <a:lnTo>
                    <a:pt x="462" y="663"/>
                  </a:lnTo>
                  <a:lnTo>
                    <a:pt x="5022" y="2340"/>
                  </a:lnTo>
                  <a:lnTo>
                    <a:pt x="5022" y="4754"/>
                  </a:lnTo>
                  <a:lnTo>
                    <a:pt x="5483" y="4754"/>
                  </a:lnTo>
                  <a:lnTo>
                    <a:pt x="5483" y="2340"/>
                  </a:lnTo>
                  <a:lnTo>
                    <a:pt x="10074" y="661"/>
                  </a:lnTo>
                  <a:close/>
                  <a:moveTo>
                    <a:pt x="1" y="1"/>
                  </a:moveTo>
                  <a:lnTo>
                    <a:pt x="1" y="13738"/>
                  </a:lnTo>
                  <a:lnTo>
                    <a:pt x="5252" y="15671"/>
                  </a:lnTo>
                  <a:lnTo>
                    <a:pt x="10305" y="13823"/>
                  </a:lnTo>
                  <a:lnTo>
                    <a:pt x="15557" y="15756"/>
                  </a:lnTo>
                  <a:lnTo>
                    <a:pt x="15557" y="2020"/>
                  </a:lnTo>
                  <a:lnTo>
                    <a:pt x="10305" y="86"/>
                  </a:lnTo>
                  <a:lnTo>
                    <a:pt x="5252" y="193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6"/>
            <p:cNvSpPr/>
            <p:nvPr/>
          </p:nvSpPr>
          <p:spPr>
            <a:xfrm>
              <a:off x="2550676" y="4277320"/>
              <a:ext cx="36246" cy="25791"/>
            </a:xfrm>
            <a:custGeom>
              <a:rect b="b" l="l" r="r" t="t"/>
              <a:pathLst>
                <a:path extrusionOk="0" h="777" w="1092">
                  <a:moveTo>
                    <a:pt x="160" y="0"/>
                  </a:moveTo>
                  <a:lnTo>
                    <a:pt x="1" y="434"/>
                  </a:lnTo>
                  <a:lnTo>
                    <a:pt x="932" y="776"/>
                  </a:lnTo>
                  <a:lnTo>
                    <a:pt x="1092" y="344"/>
                  </a:ln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6"/>
            <p:cNvSpPr/>
            <p:nvPr/>
          </p:nvSpPr>
          <p:spPr>
            <a:xfrm>
              <a:off x="2469155" y="4247280"/>
              <a:ext cx="43681" cy="28512"/>
            </a:xfrm>
            <a:custGeom>
              <a:rect b="b" l="l" r="r" t="t"/>
              <a:pathLst>
                <a:path extrusionOk="0" h="859" w="1316">
                  <a:moveTo>
                    <a:pt x="160" y="1"/>
                  </a:moveTo>
                  <a:lnTo>
                    <a:pt x="0" y="434"/>
                  </a:lnTo>
                  <a:lnTo>
                    <a:pt x="1157" y="859"/>
                  </a:lnTo>
                  <a:lnTo>
                    <a:pt x="1316" y="426"/>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6"/>
            <p:cNvSpPr/>
            <p:nvPr/>
          </p:nvSpPr>
          <p:spPr>
            <a:xfrm>
              <a:off x="2521865" y="4266698"/>
              <a:ext cx="19716" cy="19716"/>
            </a:xfrm>
            <a:custGeom>
              <a:rect b="b" l="l" r="r" t="t"/>
              <a:pathLst>
                <a:path extrusionOk="0" h="594" w="594">
                  <a:moveTo>
                    <a:pt x="160" y="1"/>
                  </a:moveTo>
                  <a:lnTo>
                    <a:pt x="1" y="433"/>
                  </a:lnTo>
                  <a:lnTo>
                    <a:pt x="433" y="594"/>
                  </a:lnTo>
                  <a:lnTo>
                    <a:pt x="594" y="160"/>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6"/>
            <p:cNvSpPr/>
            <p:nvPr/>
          </p:nvSpPr>
          <p:spPr>
            <a:xfrm>
              <a:off x="2469122" y="4289999"/>
              <a:ext cx="43681" cy="28546"/>
            </a:xfrm>
            <a:custGeom>
              <a:rect b="b" l="l" r="r" t="t"/>
              <a:pathLst>
                <a:path extrusionOk="0" h="860" w="1316">
                  <a:moveTo>
                    <a:pt x="160" y="0"/>
                  </a:moveTo>
                  <a:lnTo>
                    <a:pt x="0" y="433"/>
                  </a:lnTo>
                  <a:lnTo>
                    <a:pt x="1157" y="859"/>
                  </a:lnTo>
                  <a:lnTo>
                    <a:pt x="1316" y="426"/>
                  </a:ln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6"/>
            <p:cNvSpPr/>
            <p:nvPr/>
          </p:nvSpPr>
          <p:spPr>
            <a:xfrm>
              <a:off x="2521865" y="4309384"/>
              <a:ext cx="65057" cy="36412"/>
            </a:xfrm>
            <a:custGeom>
              <a:rect b="b" l="l" r="r" t="t"/>
              <a:pathLst>
                <a:path extrusionOk="0" h="1097" w="1960">
                  <a:moveTo>
                    <a:pt x="160" y="0"/>
                  </a:moveTo>
                  <a:lnTo>
                    <a:pt x="1" y="434"/>
                  </a:lnTo>
                  <a:lnTo>
                    <a:pt x="1800" y="1097"/>
                  </a:lnTo>
                  <a:lnTo>
                    <a:pt x="1960" y="663"/>
                  </a:ln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6"/>
            <p:cNvSpPr/>
            <p:nvPr/>
          </p:nvSpPr>
          <p:spPr>
            <a:xfrm>
              <a:off x="2469122" y="4332917"/>
              <a:ext cx="60211" cy="34620"/>
            </a:xfrm>
            <a:custGeom>
              <a:rect b="b" l="l" r="r" t="t"/>
              <a:pathLst>
                <a:path extrusionOk="0" h="1043" w="1814">
                  <a:moveTo>
                    <a:pt x="160" y="1"/>
                  </a:moveTo>
                  <a:lnTo>
                    <a:pt x="0" y="433"/>
                  </a:lnTo>
                  <a:lnTo>
                    <a:pt x="1654" y="1042"/>
                  </a:lnTo>
                  <a:lnTo>
                    <a:pt x="1813" y="609"/>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6"/>
            <p:cNvSpPr/>
            <p:nvPr/>
          </p:nvSpPr>
          <p:spPr>
            <a:xfrm>
              <a:off x="2538428" y="4358509"/>
              <a:ext cx="19683" cy="19683"/>
            </a:xfrm>
            <a:custGeom>
              <a:rect b="b" l="l" r="r" t="t"/>
              <a:pathLst>
                <a:path extrusionOk="0" h="593" w="593">
                  <a:moveTo>
                    <a:pt x="160" y="0"/>
                  </a:moveTo>
                  <a:lnTo>
                    <a:pt x="0" y="434"/>
                  </a:lnTo>
                  <a:lnTo>
                    <a:pt x="434" y="593"/>
                  </a:lnTo>
                  <a:lnTo>
                    <a:pt x="593" y="160"/>
                  </a:ln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6"/>
            <p:cNvSpPr/>
            <p:nvPr/>
          </p:nvSpPr>
          <p:spPr>
            <a:xfrm>
              <a:off x="2567239" y="4369097"/>
              <a:ext cx="19683" cy="19716"/>
            </a:xfrm>
            <a:custGeom>
              <a:rect b="b" l="l" r="r" t="t"/>
              <a:pathLst>
                <a:path extrusionOk="0" h="594" w="593">
                  <a:moveTo>
                    <a:pt x="159" y="1"/>
                  </a:moveTo>
                  <a:lnTo>
                    <a:pt x="0" y="434"/>
                  </a:lnTo>
                  <a:lnTo>
                    <a:pt x="433" y="593"/>
                  </a:lnTo>
                  <a:lnTo>
                    <a:pt x="593" y="160"/>
                  </a:lnTo>
                  <a:lnTo>
                    <a:pt x="1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6"/>
            <p:cNvSpPr/>
            <p:nvPr/>
          </p:nvSpPr>
          <p:spPr>
            <a:xfrm>
              <a:off x="2167402" y="4122908"/>
              <a:ext cx="219768" cy="265341"/>
            </a:xfrm>
            <a:custGeom>
              <a:rect b="b" l="l" r="r" t="t"/>
              <a:pathLst>
                <a:path extrusionOk="0" h="7994" w="6621">
                  <a:moveTo>
                    <a:pt x="3308" y="461"/>
                  </a:moveTo>
                  <a:cubicBezTo>
                    <a:pt x="4071" y="461"/>
                    <a:pt x="4785" y="758"/>
                    <a:pt x="5324" y="1297"/>
                  </a:cubicBezTo>
                  <a:cubicBezTo>
                    <a:pt x="5862" y="1834"/>
                    <a:pt x="6160" y="2550"/>
                    <a:pt x="6160" y="3312"/>
                  </a:cubicBezTo>
                  <a:cubicBezTo>
                    <a:pt x="6159" y="4073"/>
                    <a:pt x="5862" y="4789"/>
                    <a:pt x="5324" y="5327"/>
                  </a:cubicBezTo>
                  <a:lnTo>
                    <a:pt x="3308" y="7342"/>
                  </a:lnTo>
                  <a:lnTo>
                    <a:pt x="1294" y="5327"/>
                  </a:lnTo>
                  <a:cubicBezTo>
                    <a:pt x="756" y="4789"/>
                    <a:pt x="458" y="4073"/>
                    <a:pt x="458" y="3312"/>
                  </a:cubicBezTo>
                  <a:cubicBezTo>
                    <a:pt x="458" y="2550"/>
                    <a:pt x="755" y="1835"/>
                    <a:pt x="1294" y="1297"/>
                  </a:cubicBezTo>
                  <a:cubicBezTo>
                    <a:pt x="1832" y="759"/>
                    <a:pt x="2547" y="461"/>
                    <a:pt x="3308" y="461"/>
                  </a:cubicBezTo>
                  <a:close/>
                  <a:moveTo>
                    <a:pt x="3311" y="1"/>
                  </a:moveTo>
                  <a:cubicBezTo>
                    <a:pt x="2426" y="1"/>
                    <a:pt x="1594" y="345"/>
                    <a:pt x="969" y="971"/>
                  </a:cubicBezTo>
                  <a:cubicBezTo>
                    <a:pt x="344" y="1597"/>
                    <a:pt x="0" y="2428"/>
                    <a:pt x="0" y="3312"/>
                  </a:cubicBezTo>
                  <a:cubicBezTo>
                    <a:pt x="0" y="4196"/>
                    <a:pt x="344" y="5028"/>
                    <a:pt x="969" y="5653"/>
                  </a:cubicBezTo>
                  <a:lnTo>
                    <a:pt x="3311" y="7994"/>
                  </a:lnTo>
                  <a:lnTo>
                    <a:pt x="5652" y="5653"/>
                  </a:lnTo>
                  <a:cubicBezTo>
                    <a:pt x="6278" y="5027"/>
                    <a:pt x="6621" y="4196"/>
                    <a:pt x="6621" y="3312"/>
                  </a:cubicBezTo>
                  <a:cubicBezTo>
                    <a:pt x="6621" y="2428"/>
                    <a:pt x="6275" y="1597"/>
                    <a:pt x="5652" y="971"/>
                  </a:cubicBezTo>
                  <a:cubicBezTo>
                    <a:pt x="5026" y="345"/>
                    <a:pt x="4195"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6"/>
            <p:cNvSpPr/>
            <p:nvPr/>
          </p:nvSpPr>
          <p:spPr>
            <a:xfrm>
              <a:off x="2208196" y="4163835"/>
              <a:ext cx="138081" cy="137981"/>
            </a:xfrm>
            <a:custGeom>
              <a:rect b="b" l="l" r="r" t="t"/>
              <a:pathLst>
                <a:path extrusionOk="0" h="4157" w="4160">
                  <a:moveTo>
                    <a:pt x="2079" y="462"/>
                  </a:moveTo>
                  <a:cubicBezTo>
                    <a:pt x="2972" y="462"/>
                    <a:pt x="3697" y="1187"/>
                    <a:pt x="3697" y="2079"/>
                  </a:cubicBezTo>
                  <a:cubicBezTo>
                    <a:pt x="3697" y="2971"/>
                    <a:pt x="2972" y="3696"/>
                    <a:pt x="2079" y="3696"/>
                  </a:cubicBezTo>
                  <a:cubicBezTo>
                    <a:pt x="1188" y="3696"/>
                    <a:pt x="463" y="2971"/>
                    <a:pt x="463" y="2079"/>
                  </a:cubicBezTo>
                  <a:cubicBezTo>
                    <a:pt x="463" y="1187"/>
                    <a:pt x="1188" y="462"/>
                    <a:pt x="2079" y="462"/>
                  </a:cubicBezTo>
                  <a:close/>
                  <a:moveTo>
                    <a:pt x="2079" y="1"/>
                  </a:moveTo>
                  <a:cubicBezTo>
                    <a:pt x="934" y="1"/>
                    <a:pt x="1" y="933"/>
                    <a:pt x="1" y="2079"/>
                  </a:cubicBezTo>
                  <a:cubicBezTo>
                    <a:pt x="1" y="3224"/>
                    <a:pt x="935" y="4157"/>
                    <a:pt x="2079" y="4157"/>
                  </a:cubicBezTo>
                  <a:cubicBezTo>
                    <a:pt x="3226" y="4157"/>
                    <a:pt x="4159" y="3224"/>
                    <a:pt x="4159" y="2079"/>
                  </a:cubicBezTo>
                  <a:cubicBezTo>
                    <a:pt x="4159" y="933"/>
                    <a:pt x="3226" y="1"/>
                    <a:pt x="20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6"/>
            <p:cNvSpPr/>
            <p:nvPr/>
          </p:nvSpPr>
          <p:spPr>
            <a:xfrm>
              <a:off x="2188778" y="4059942"/>
              <a:ext cx="61406" cy="15335"/>
            </a:xfrm>
            <a:custGeom>
              <a:rect b="b" l="l" r="r" t="t"/>
              <a:pathLst>
                <a:path extrusionOk="0" h="462" w="1850">
                  <a:moveTo>
                    <a:pt x="0" y="0"/>
                  </a:moveTo>
                  <a:lnTo>
                    <a:pt x="0" y="461"/>
                  </a:lnTo>
                  <a:lnTo>
                    <a:pt x="1850" y="461"/>
                  </a:lnTo>
                  <a:lnTo>
                    <a:pt x="18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6"/>
            <p:cNvSpPr/>
            <p:nvPr/>
          </p:nvSpPr>
          <p:spPr>
            <a:xfrm>
              <a:off x="2137628" y="4059942"/>
              <a:ext cx="35848" cy="15335"/>
            </a:xfrm>
            <a:custGeom>
              <a:rect b="b" l="l" r="r" t="t"/>
              <a:pathLst>
                <a:path extrusionOk="0" h="462" w="1080">
                  <a:moveTo>
                    <a:pt x="1" y="0"/>
                  </a:moveTo>
                  <a:lnTo>
                    <a:pt x="1" y="461"/>
                  </a:lnTo>
                  <a:lnTo>
                    <a:pt x="1079" y="461"/>
                  </a:lnTo>
                  <a:lnTo>
                    <a:pt x="10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6"/>
            <p:cNvSpPr/>
            <p:nvPr/>
          </p:nvSpPr>
          <p:spPr>
            <a:xfrm>
              <a:off x="2137628" y="4090612"/>
              <a:ext cx="51150" cy="15335"/>
            </a:xfrm>
            <a:custGeom>
              <a:rect b="b" l="l" r="r" t="t"/>
              <a:pathLst>
                <a:path extrusionOk="0" h="462" w="1541">
                  <a:moveTo>
                    <a:pt x="1" y="1"/>
                  </a:moveTo>
                  <a:lnTo>
                    <a:pt x="1" y="462"/>
                  </a:lnTo>
                  <a:lnTo>
                    <a:pt x="1540" y="462"/>
                  </a:lnTo>
                  <a:lnTo>
                    <a:pt x="15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6"/>
            <p:cNvSpPr/>
            <p:nvPr/>
          </p:nvSpPr>
          <p:spPr>
            <a:xfrm>
              <a:off x="2234783" y="4090612"/>
              <a:ext cx="15368" cy="15335"/>
            </a:xfrm>
            <a:custGeom>
              <a:rect b="b" l="l" r="r" t="t"/>
              <a:pathLst>
                <a:path extrusionOk="0" h="462" w="463">
                  <a:moveTo>
                    <a:pt x="0" y="1"/>
                  </a:moveTo>
                  <a:lnTo>
                    <a:pt x="0" y="462"/>
                  </a:lnTo>
                  <a:lnTo>
                    <a:pt x="463" y="462"/>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6"/>
            <p:cNvSpPr/>
            <p:nvPr/>
          </p:nvSpPr>
          <p:spPr>
            <a:xfrm>
              <a:off x="2204113" y="4090612"/>
              <a:ext cx="15335" cy="15335"/>
            </a:xfrm>
            <a:custGeom>
              <a:rect b="b" l="l" r="r" t="t"/>
              <a:pathLst>
                <a:path extrusionOk="0" h="462"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6"/>
            <p:cNvSpPr/>
            <p:nvPr/>
          </p:nvSpPr>
          <p:spPr>
            <a:xfrm>
              <a:off x="2327655" y="4394489"/>
              <a:ext cx="19683" cy="19683"/>
            </a:xfrm>
            <a:custGeom>
              <a:rect b="b" l="l" r="r" t="t"/>
              <a:pathLst>
                <a:path extrusionOk="0" h="593" w="593">
                  <a:moveTo>
                    <a:pt x="434" y="0"/>
                  </a:moveTo>
                  <a:lnTo>
                    <a:pt x="1" y="159"/>
                  </a:lnTo>
                  <a:lnTo>
                    <a:pt x="159" y="593"/>
                  </a:lnTo>
                  <a:lnTo>
                    <a:pt x="592" y="433"/>
                  </a:lnTo>
                  <a:lnTo>
                    <a:pt x="4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6"/>
            <p:cNvSpPr/>
            <p:nvPr/>
          </p:nvSpPr>
          <p:spPr>
            <a:xfrm>
              <a:off x="2356599" y="4369894"/>
              <a:ext cx="58286" cy="33823"/>
            </a:xfrm>
            <a:custGeom>
              <a:rect b="b" l="l" r="r" t="t"/>
              <a:pathLst>
                <a:path extrusionOk="0" h="1019" w="1756">
                  <a:moveTo>
                    <a:pt x="1596" y="1"/>
                  </a:moveTo>
                  <a:lnTo>
                    <a:pt x="0" y="585"/>
                  </a:lnTo>
                  <a:lnTo>
                    <a:pt x="159" y="1018"/>
                  </a:lnTo>
                  <a:lnTo>
                    <a:pt x="1755" y="434"/>
                  </a:lnTo>
                  <a:lnTo>
                    <a:pt x="15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6"/>
            <p:cNvSpPr/>
            <p:nvPr/>
          </p:nvSpPr>
          <p:spPr>
            <a:xfrm>
              <a:off x="2477851" y="4371221"/>
              <a:ext cx="54336" cy="32462"/>
            </a:xfrm>
            <a:custGeom>
              <a:rect b="b" l="l" r="r" t="t"/>
              <a:pathLst>
                <a:path extrusionOk="0" h="978" w="1637">
                  <a:moveTo>
                    <a:pt x="159" y="1"/>
                  </a:moveTo>
                  <a:lnTo>
                    <a:pt x="0" y="434"/>
                  </a:lnTo>
                  <a:lnTo>
                    <a:pt x="1476" y="977"/>
                  </a:lnTo>
                  <a:lnTo>
                    <a:pt x="1636" y="544"/>
                  </a:lnTo>
                  <a:lnTo>
                    <a:pt x="1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6"/>
            <p:cNvSpPr/>
            <p:nvPr/>
          </p:nvSpPr>
          <p:spPr>
            <a:xfrm>
              <a:off x="2541382" y="4394589"/>
              <a:ext cx="19683" cy="19650"/>
            </a:xfrm>
            <a:custGeom>
              <a:rect b="b" l="l" r="r" t="t"/>
              <a:pathLst>
                <a:path extrusionOk="0" h="592" w="593">
                  <a:moveTo>
                    <a:pt x="160" y="0"/>
                  </a:moveTo>
                  <a:lnTo>
                    <a:pt x="0" y="432"/>
                  </a:lnTo>
                  <a:lnTo>
                    <a:pt x="434" y="592"/>
                  </a:lnTo>
                  <a:lnTo>
                    <a:pt x="593" y="159"/>
                  </a:ln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6"/>
            <p:cNvSpPr/>
            <p:nvPr/>
          </p:nvSpPr>
          <p:spPr>
            <a:xfrm>
              <a:off x="2330344" y="4019182"/>
              <a:ext cx="19650" cy="19716"/>
            </a:xfrm>
            <a:custGeom>
              <a:rect b="b" l="l" r="r" t="t"/>
              <a:pathLst>
                <a:path extrusionOk="0" h="594" w="592">
                  <a:moveTo>
                    <a:pt x="434" y="1"/>
                  </a:moveTo>
                  <a:lnTo>
                    <a:pt x="0" y="160"/>
                  </a:lnTo>
                  <a:lnTo>
                    <a:pt x="159" y="593"/>
                  </a:lnTo>
                  <a:lnTo>
                    <a:pt x="592" y="434"/>
                  </a:lnTo>
                  <a:lnTo>
                    <a:pt x="4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6"/>
            <p:cNvSpPr/>
            <p:nvPr/>
          </p:nvSpPr>
          <p:spPr>
            <a:xfrm>
              <a:off x="2359255" y="3993856"/>
              <a:ext cx="60344" cy="34553"/>
            </a:xfrm>
            <a:custGeom>
              <a:rect b="b" l="l" r="r" t="t"/>
              <a:pathLst>
                <a:path extrusionOk="0" h="1041" w="1818">
                  <a:moveTo>
                    <a:pt x="1658" y="0"/>
                  </a:moveTo>
                  <a:lnTo>
                    <a:pt x="0" y="607"/>
                  </a:lnTo>
                  <a:lnTo>
                    <a:pt x="158" y="1041"/>
                  </a:lnTo>
                  <a:lnTo>
                    <a:pt x="1817" y="434"/>
                  </a:lnTo>
                  <a:lnTo>
                    <a:pt x="16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6"/>
            <p:cNvSpPr/>
            <p:nvPr/>
          </p:nvSpPr>
          <p:spPr>
            <a:xfrm>
              <a:off x="2138558" y="3995051"/>
              <a:ext cx="65389" cy="36512"/>
            </a:xfrm>
            <a:custGeom>
              <a:rect b="b" l="l" r="r" t="t"/>
              <a:pathLst>
                <a:path extrusionOk="0" h="1100" w="1970">
                  <a:moveTo>
                    <a:pt x="160" y="1"/>
                  </a:moveTo>
                  <a:lnTo>
                    <a:pt x="0" y="434"/>
                  </a:lnTo>
                  <a:lnTo>
                    <a:pt x="1810" y="1100"/>
                  </a:lnTo>
                  <a:lnTo>
                    <a:pt x="1970" y="667"/>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6"/>
            <p:cNvSpPr/>
            <p:nvPr/>
          </p:nvSpPr>
          <p:spPr>
            <a:xfrm>
              <a:off x="2213174" y="4022501"/>
              <a:ext cx="19716" cy="19716"/>
            </a:xfrm>
            <a:custGeom>
              <a:rect b="b" l="l" r="r" t="t"/>
              <a:pathLst>
                <a:path extrusionOk="0" h="594" w="594">
                  <a:moveTo>
                    <a:pt x="160" y="1"/>
                  </a:moveTo>
                  <a:lnTo>
                    <a:pt x="1" y="433"/>
                  </a:lnTo>
                  <a:lnTo>
                    <a:pt x="434" y="593"/>
                  </a:lnTo>
                  <a:lnTo>
                    <a:pt x="593" y="160"/>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6"/>
            <p:cNvSpPr/>
            <p:nvPr/>
          </p:nvSpPr>
          <p:spPr>
            <a:xfrm>
              <a:off x="2211050" y="4395983"/>
              <a:ext cx="19683" cy="19716"/>
            </a:xfrm>
            <a:custGeom>
              <a:rect b="b" l="l" r="r" t="t"/>
              <a:pathLst>
                <a:path extrusionOk="0" h="594" w="593">
                  <a:moveTo>
                    <a:pt x="160" y="1"/>
                  </a:moveTo>
                  <a:lnTo>
                    <a:pt x="1" y="434"/>
                  </a:lnTo>
                  <a:lnTo>
                    <a:pt x="433" y="593"/>
                  </a:lnTo>
                  <a:lnTo>
                    <a:pt x="592" y="161"/>
                  </a:lnTo>
                  <a:lnTo>
                    <a:pt x="1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6"/>
            <p:cNvSpPr/>
            <p:nvPr/>
          </p:nvSpPr>
          <p:spPr>
            <a:xfrm>
              <a:off x="2133579" y="4316122"/>
              <a:ext cx="68443" cy="88989"/>
            </a:xfrm>
            <a:custGeom>
              <a:rect b="b" l="l" r="r" t="t"/>
              <a:pathLst>
                <a:path extrusionOk="0" h="2681" w="2062">
                  <a:moveTo>
                    <a:pt x="1" y="0"/>
                  </a:moveTo>
                  <a:lnTo>
                    <a:pt x="1" y="1981"/>
                  </a:lnTo>
                  <a:lnTo>
                    <a:pt x="1903" y="2681"/>
                  </a:lnTo>
                  <a:lnTo>
                    <a:pt x="2062" y="2246"/>
                  </a:lnTo>
                  <a:lnTo>
                    <a:pt x="463" y="1659"/>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6"/>
            <p:cNvSpPr/>
            <p:nvPr/>
          </p:nvSpPr>
          <p:spPr>
            <a:xfrm>
              <a:off x="2269535" y="4319175"/>
              <a:ext cx="15368" cy="15335"/>
            </a:xfrm>
            <a:custGeom>
              <a:rect b="b" l="l" r="r" t="t"/>
              <a:pathLst>
                <a:path extrusionOk="0" h="462" w="463">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6"/>
            <p:cNvSpPr/>
            <p:nvPr/>
          </p:nvSpPr>
          <p:spPr>
            <a:xfrm>
              <a:off x="2405558" y="4117730"/>
              <a:ext cx="15368" cy="15335"/>
            </a:xfrm>
            <a:custGeom>
              <a:rect b="b" l="l" r="r" t="t"/>
              <a:pathLst>
                <a:path extrusionOk="0" h="462" w="463">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6"/>
            <p:cNvSpPr/>
            <p:nvPr/>
          </p:nvSpPr>
          <p:spPr>
            <a:xfrm>
              <a:off x="2405558" y="4041055"/>
              <a:ext cx="15368" cy="61406"/>
            </a:xfrm>
            <a:custGeom>
              <a:rect b="b" l="l" r="r" t="t"/>
              <a:pathLst>
                <a:path extrusionOk="0" h="1850" w="463">
                  <a:moveTo>
                    <a:pt x="0" y="0"/>
                  </a:moveTo>
                  <a:lnTo>
                    <a:pt x="0" y="1849"/>
                  </a:lnTo>
                  <a:lnTo>
                    <a:pt x="462" y="1849"/>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6"/>
            <p:cNvSpPr/>
            <p:nvPr/>
          </p:nvSpPr>
          <p:spPr>
            <a:xfrm>
              <a:off x="2405558" y="4311973"/>
              <a:ext cx="15368" cy="15368"/>
            </a:xfrm>
            <a:custGeom>
              <a:rect b="b" l="l" r="r" t="t"/>
              <a:pathLst>
                <a:path extrusionOk="0" h="463" w="463">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6"/>
            <p:cNvSpPr/>
            <p:nvPr/>
          </p:nvSpPr>
          <p:spPr>
            <a:xfrm>
              <a:off x="2405558" y="4266001"/>
              <a:ext cx="15368" cy="30670"/>
            </a:xfrm>
            <a:custGeom>
              <a:rect b="b" l="l" r="r" t="t"/>
              <a:pathLst>
                <a:path extrusionOk="0" h="924" w="463">
                  <a:moveTo>
                    <a:pt x="0" y="0"/>
                  </a:moveTo>
                  <a:lnTo>
                    <a:pt x="0" y="924"/>
                  </a:lnTo>
                  <a:lnTo>
                    <a:pt x="462" y="924"/>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6"/>
            <p:cNvSpPr/>
            <p:nvPr/>
          </p:nvSpPr>
          <p:spPr>
            <a:xfrm>
              <a:off x="2323473" y="4102130"/>
              <a:ext cx="48129" cy="37873"/>
            </a:xfrm>
            <a:custGeom>
              <a:rect b="b" l="l" r="r" t="t"/>
              <a:pathLst>
                <a:path extrusionOk="0" h="1141" w="1450">
                  <a:moveTo>
                    <a:pt x="171" y="0"/>
                  </a:moveTo>
                  <a:lnTo>
                    <a:pt x="1" y="429"/>
                  </a:lnTo>
                  <a:cubicBezTo>
                    <a:pt x="419" y="595"/>
                    <a:pt x="802" y="836"/>
                    <a:pt x="1139" y="1141"/>
                  </a:cubicBezTo>
                  <a:lnTo>
                    <a:pt x="1449" y="797"/>
                  </a:lnTo>
                  <a:cubicBezTo>
                    <a:pt x="1072" y="455"/>
                    <a:pt x="642" y="186"/>
                    <a:pt x="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6"/>
            <p:cNvSpPr/>
            <p:nvPr/>
          </p:nvSpPr>
          <p:spPr>
            <a:xfrm>
              <a:off x="2371469" y="4140135"/>
              <a:ext cx="21542" cy="21542"/>
            </a:xfrm>
            <a:custGeom>
              <a:rect b="b" l="l" r="r" t="t"/>
              <a:pathLst>
                <a:path extrusionOk="0" h="649" w="649">
                  <a:moveTo>
                    <a:pt x="347" y="1"/>
                  </a:moveTo>
                  <a:lnTo>
                    <a:pt x="0" y="306"/>
                  </a:lnTo>
                  <a:cubicBezTo>
                    <a:pt x="95" y="415"/>
                    <a:pt x="186" y="529"/>
                    <a:pt x="269" y="648"/>
                  </a:cubicBezTo>
                  <a:lnTo>
                    <a:pt x="649" y="385"/>
                  </a:lnTo>
                  <a:cubicBezTo>
                    <a:pt x="555" y="252"/>
                    <a:pt x="453" y="123"/>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6"/>
            <p:cNvSpPr/>
            <p:nvPr/>
          </p:nvSpPr>
          <p:spPr>
            <a:xfrm>
              <a:off x="2317664" y="4343074"/>
              <a:ext cx="37242" cy="37242"/>
            </a:xfrm>
            <a:custGeom>
              <a:rect b="b" l="l" r="r" t="t"/>
              <a:pathLst>
                <a:path extrusionOk="0" h="1122" w="1122">
                  <a:moveTo>
                    <a:pt x="796" y="1"/>
                  </a:moveTo>
                  <a:lnTo>
                    <a:pt x="1" y="795"/>
                  </a:lnTo>
                  <a:lnTo>
                    <a:pt x="328" y="1122"/>
                  </a:lnTo>
                  <a:lnTo>
                    <a:pt x="1122" y="328"/>
                  </a:lnTo>
                  <a:lnTo>
                    <a:pt x="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6"/>
            <p:cNvSpPr/>
            <p:nvPr/>
          </p:nvSpPr>
          <p:spPr>
            <a:xfrm>
              <a:off x="2354906" y="4321433"/>
              <a:ext cx="21708" cy="21675"/>
            </a:xfrm>
            <a:custGeom>
              <a:rect b="b" l="l" r="r" t="t"/>
              <a:pathLst>
                <a:path extrusionOk="0" h="653" w="654">
                  <a:moveTo>
                    <a:pt x="327" y="0"/>
                  </a:moveTo>
                  <a:lnTo>
                    <a:pt x="1" y="326"/>
                  </a:lnTo>
                  <a:lnTo>
                    <a:pt x="327" y="653"/>
                  </a:lnTo>
                  <a:lnTo>
                    <a:pt x="653" y="326"/>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6"/>
            <p:cNvSpPr/>
            <p:nvPr/>
          </p:nvSpPr>
          <p:spPr>
            <a:xfrm>
              <a:off x="2238899" y="4232842"/>
              <a:ext cx="38404" cy="38371"/>
            </a:xfrm>
            <a:custGeom>
              <a:rect b="b" l="l" r="r" t="t"/>
              <a:pathLst>
                <a:path extrusionOk="0" h="1156" w="1157">
                  <a:moveTo>
                    <a:pt x="0" y="0"/>
                  </a:moveTo>
                  <a:cubicBezTo>
                    <a:pt x="0" y="637"/>
                    <a:pt x="519" y="1155"/>
                    <a:pt x="1157" y="1155"/>
                  </a:cubicBezTo>
                  <a:lnTo>
                    <a:pt x="1157" y="694"/>
                  </a:lnTo>
                  <a:cubicBezTo>
                    <a:pt x="774" y="694"/>
                    <a:pt x="463" y="383"/>
                    <a:pt x="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6"/>
            <p:cNvSpPr/>
            <p:nvPr/>
          </p:nvSpPr>
          <p:spPr>
            <a:xfrm>
              <a:off x="2277203" y="4194504"/>
              <a:ext cx="38404" cy="38371"/>
            </a:xfrm>
            <a:custGeom>
              <a:rect b="b" l="l" r="r" t="t"/>
              <a:pathLst>
                <a:path extrusionOk="0" h="1156" w="1157">
                  <a:moveTo>
                    <a:pt x="0" y="0"/>
                  </a:moveTo>
                  <a:lnTo>
                    <a:pt x="0" y="462"/>
                  </a:lnTo>
                  <a:cubicBezTo>
                    <a:pt x="384" y="462"/>
                    <a:pt x="694" y="774"/>
                    <a:pt x="694" y="1155"/>
                  </a:cubicBezTo>
                  <a:lnTo>
                    <a:pt x="1156" y="1155"/>
                  </a:lnTo>
                  <a:cubicBezTo>
                    <a:pt x="1157" y="518"/>
                    <a:pt x="63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6"/>
            <p:cNvSpPr/>
            <p:nvPr/>
          </p:nvSpPr>
          <p:spPr>
            <a:xfrm>
              <a:off x="2483461" y="4075642"/>
              <a:ext cx="21310" cy="42221"/>
            </a:xfrm>
            <a:custGeom>
              <a:rect b="b" l="l" r="r" t="t"/>
              <a:pathLst>
                <a:path extrusionOk="0" h="1272" w="642">
                  <a:moveTo>
                    <a:pt x="186" y="1"/>
                  </a:moveTo>
                  <a:lnTo>
                    <a:pt x="1" y="1201"/>
                  </a:lnTo>
                  <a:lnTo>
                    <a:pt x="457" y="1272"/>
                  </a:lnTo>
                  <a:lnTo>
                    <a:pt x="642" y="71"/>
                  </a:lnTo>
                  <a:lnTo>
                    <a:pt x="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66"/>
          <p:cNvGrpSpPr/>
          <p:nvPr/>
        </p:nvGrpSpPr>
        <p:grpSpPr>
          <a:xfrm>
            <a:off x="7229937" y="1428870"/>
            <a:ext cx="462459" cy="462224"/>
            <a:chOff x="7144086" y="1425387"/>
            <a:chExt cx="522848" cy="522583"/>
          </a:xfrm>
        </p:grpSpPr>
        <p:sp>
          <p:nvSpPr>
            <p:cNvPr id="5483" name="Google Shape;5483;p66"/>
            <p:cNvSpPr/>
            <p:nvPr/>
          </p:nvSpPr>
          <p:spPr>
            <a:xfrm>
              <a:off x="7377330" y="1561576"/>
              <a:ext cx="56228" cy="56228"/>
            </a:xfrm>
            <a:custGeom>
              <a:rect b="b" l="l" r="r" t="t"/>
              <a:pathLst>
                <a:path extrusionOk="0" h="1694" w="1694">
                  <a:moveTo>
                    <a:pt x="847" y="462"/>
                  </a:moveTo>
                  <a:cubicBezTo>
                    <a:pt x="1059" y="462"/>
                    <a:pt x="1232" y="633"/>
                    <a:pt x="1232" y="847"/>
                  </a:cubicBezTo>
                  <a:cubicBezTo>
                    <a:pt x="1232" y="1060"/>
                    <a:pt x="1059" y="1232"/>
                    <a:pt x="847" y="1232"/>
                  </a:cubicBezTo>
                  <a:cubicBezTo>
                    <a:pt x="635" y="1232"/>
                    <a:pt x="461" y="1060"/>
                    <a:pt x="461" y="847"/>
                  </a:cubicBezTo>
                  <a:cubicBezTo>
                    <a:pt x="461" y="633"/>
                    <a:pt x="633" y="462"/>
                    <a:pt x="847" y="462"/>
                  </a:cubicBezTo>
                  <a:close/>
                  <a:moveTo>
                    <a:pt x="847" y="0"/>
                  </a:moveTo>
                  <a:cubicBezTo>
                    <a:pt x="380" y="0"/>
                    <a:pt x="0" y="380"/>
                    <a:pt x="0" y="847"/>
                  </a:cubicBezTo>
                  <a:cubicBezTo>
                    <a:pt x="0" y="1314"/>
                    <a:pt x="380" y="1693"/>
                    <a:pt x="847" y="1693"/>
                  </a:cubicBezTo>
                  <a:cubicBezTo>
                    <a:pt x="1314" y="1693"/>
                    <a:pt x="1693" y="1314"/>
                    <a:pt x="1693" y="847"/>
                  </a:cubicBezTo>
                  <a:cubicBezTo>
                    <a:pt x="1692" y="380"/>
                    <a:pt x="1314" y="0"/>
                    <a:pt x="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6"/>
            <p:cNvSpPr/>
            <p:nvPr/>
          </p:nvSpPr>
          <p:spPr>
            <a:xfrm>
              <a:off x="7144086" y="1425387"/>
              <a:ext cx="522815" cy="438805"/>
            </a:xfrm>
            <a:custGeom>
              <a:rect b="b" l="l" r="r" t="t"/>
              <a:pathLst>
                <a:path extrusionOk="0" h="13220" w="15751">
                  <a:moveTo>
                    <a:pt x="8320" y="1746"/>
                  </a:moveTo>
                  <a:lnTo>
                    <a:pt x="8320" y="3169"/>
                  </a:lnTo>
                  <a:lnTo>
                    <a:pt x="7427" y="3169"/>
                  </a:lnTo>
                  <a:lnTo>
                    <a:pt x="7427" y="1746"/>
                  </a:lnTo>
                  <a:close/>
                  <a:moveTo>
                    <a:pt x="9911" y="3630"/>
                  </a:moveTo>
                  <a:lnTo>
                    <a:pt x="10498" y="7498"/>
                  </a:lnTo>
                  <a:lnTo>
                    <a:pt x="10498" y="7498"/>
                  </a:lnTo>
                  <a:lnTo>
                    <a:pt x="7875" y="6286"/>
                  </a:lnTo>
                  <a:lnTo>
                    <a:pt x="5250" y="7498"/>
                  </a:lnTo>
                  <a:lnTo>
                    <a:pt x="5838" y="3630"/>
                  </a:lnTo>
                  <a:close/>
                  <a:moveTo>
                    <a:pt x="7642" y="6902"/>
                  </a:moveTo>
                  <a:lnTo>
                    <a:pt x="7642" y="8001"/>
                  </a:lnTo>
                  <a:lnTo>
                    <a:pt x="4152" y="9615"/>
                  </a:lnTo>
                  <a:lnTo>
                    <a:pt x="3847" y="8656"/>
                  </a:lnTo>
                  <a:lnTo>
                    <a:pt x="7642" y="6902"/>
                  </a:lnTo>
                  <a:close/>
                  <a:moveTo>
                    <a:pt x="8105" y="6902"/>
                  </a:moveTo>
                  <a:lnTo>
                    <a:pt x="11900" y="8656"/>
                  </a:lnTo>
                  <a:lnTo>
                    <a:pt x="11595" y="9615"/>
                  </a:lnTo>
                  <a:lnTo>
                    <a:pt x="8105" y="8000"/>
                  </a:lnTo>
                  <a:lnTo>
                    <a:pt x="8105" y="6902"/>
                  </a:lnTo>
                  <a:close/>
                  <a:moveTo>
                    <a:pt x="7642" y="8509"/>
                  </a:moveTo>
                  <a:lnTo>
                    <a:pt x="7642" y="12154"/>
                  </a:lnTo>
                  <a:cubicBezTo>
                    <a:pt x="7230" y="12197"/>
                    <a:pt x="6985" y="12348"/>
                    <a:pt x="6765" y="12485"/>
                  </a:cubicBezTo>
                  <a:cubicBezTo>
                    <a:pt x="6532" y="12631"/>
                    <a:pt x="6330" y="12758"/>
                    <a:pt x="5904" y="12758"/>
                  </a:cubicBezTo>
                  <a:cubicBezTo>
                    <a:pt x="5498" y="12758"/>
                    <a:pt x="5295" y="12643"/>
                    <a:pt x="5074" y="12506"/>
                  </a:cubicBezTo>
                  <a:lnTo>
                    <a:pt x="4293" y="10057"/>
                  </a:lnTo>
                  <a:lnTo>
                    <a:pt x="7642" y="8509"/>
                  </a:lnTo>
                  <a:close/>
                  <a:moveTo>
                    <a:pt x="8105" y="8510"/>
                  </a:moveTo>
                  <a:lnTo>
                    <a:pt x="11454" y="10059"/>
                  </a:lnTo>
                  <a:lnTo>
                    <a:pt x="10674" y="12506"/>
                  </a:lnTo>
                  <a:cubicBezTo>
                    <a:pt x="10452" y="12643"/>
                    <a:pt x="10250" y="12759"/>
                    <a:pt x="9844" y="12759"/>
                  </a:cubicBezTo>
                  <a:cubicBezTo>
                    <a:pt x="9417" y="12759"/>
                    <a:pt x="9215" y="12632"/>
                    <a:pt x="8982" y="12486"/>
                  </a:cubicBezTo>
                  <a:cubicBezTo>
                    <a:pt x="8762" y="12350"/>
                    <a:pt x="8517" y="12198"/>
                    <a:pt x="8105" y="12155"/>
                  </a:cubicBezTo>
                  <a:lnTo>
                    <a:pt x="8105" y="8510"/>
                  </a:lnTo>
                  <a:close/>
                  <a:moveTo>
                    <a:pt x="7645" y="1"/>
                  </a:moveTo>
                  <a:lnTo>
                    <a:pt x="7645" y="1283"/>
                  </a:lnTo>
                  <a:lnTo>
                    <a:pt x="6967" y="1283"/>
                  </a:lnTo>
                  <a:lnTo>
                    <a:pt x="6967" y="3169"/>
                  </a:lnTo>
                  <a:lnTo>
                    <a:pt x="5442" y="3169"/>
                  </a:lnTo>
                  <a:lnTo>
                    <a:pt x="4751" y="7729"/>
                  </a:lnTo>
                  <a:lnTo>
                    <a:pt x="3286" y="8407"/>
                  </a:lnTo>
                  <a:lnTo>
                    <a:pt x="4501" y="12219"/>
                  </a:lnTo>
                  <a:cubicBezTo>
                    <a:pt x="4348" y="12172"/>
                    <a:pt x="4164" y="12143"/>
                    <a:pt x="3937" y="12143"/>
                  </a:cubicBezTo>
                  <a:cubicBezTo>
                    <a:pt x="3379" y="12143"/>
                    <a:pt x="3087" y="12325"/>
                    <a:pt x="2831" y="12485"/>
                  </a:cubicBezTo>
                  <a:cubicBezTo>
                    <a:pt x="2597" y="12631"/>
                    <a:pt x="2395" y="12758"/>
                    <a:pt x="1968" y="12758"/>
                  </a:cubicBezTo>
                  <a:cubicBezTo>
                    <a:pt x="1542" y="12758"/>
                    <a:pt x="1340" y="12631"/>
                    <a:pt x="1107" y="12485"/>
                  </a:cubicBezTo>
                  <a:cubicBezTo>
                    <a:pt x="849" y="12325"/>
                    <a:pt x="558" y="12143"/>
                    <a:pt x="0" y="12143"/>
                  </a:cubicBezTo>
                  <a:lnTo>
                    <a:pt x="0" y="12604"/>
                  </a:lnTo>
                  <a:cubicBezTo>
                    <a:pt x="426" y="12604"/>
                    <a:pt x="628" y="12730"/>
                    <a:pt x="861" y="12877"/>
                  </a:cubicBezTo>
                  <a:cubicBezTo>
                    <a:pt x="1119" y="13038"/>
                    <a:pt x="1410" y="13220"/>
                    <a:pt x="1968" y="13220"/>
                  </a:cubicBezTo>
                  <a:cubicBezTo>
                    <a:pt x="2528" y="13220"/>
                    <a:pt x="2819" y="13038"/>
                    <a:pt x="3075" y="12877"/>
                  </a:cubicBezTo>
                  <a:cubicBezTo>
                    <a:pt x="3309" y="12730"/>
                    <a:pt x="3512" y="12604"/>
                    <a:pt x="3937" y="12604"/>
                  </a:cubicBezTo>
                  <a:cubicBezTo>
                    <a:pt x="4364" y="12604"/>
                    <a:pt x="4566" y="12730"/>
                    <a:pt x="4800" y="12877"/>
                  </a:cubicBezTo>
                  <a:cubicBezTo>
                    <a:pt x="5057" y="13038"/>
                    <a:pt x="5348" y="13220"/>
                    <a:pt x="5906" y="13220"/>
                  </a:cubicBezTo>
                  <a:cubicBezTo>
                    <a:pt x="6465" y="13220"/>
                    <a:pt x="6757" y="13038"/>
                    <a:pt x="7013" y="12877"/>
                  </a:cubicBezTo>
                  <a:cubicBezTo>
                    <a:pt x="7246" y="12730"/>
                    <a:pt x="7448" y="12604"/>
                    <a:pt x="7875" y="12604"/>
                  </a:cubicBezTo>
                  <a:cubicBezTo>
                    <a:pt x="8301" y="12604"/>
                    <a:pt x="8503" y="12730"/>
                    <a:pt x="8738" y="12877"/>
                  </a:cubicBezTo>
                  <a:cubicBezTo>
                    <a:pt x="8994" y="13038"/>
                    <a:pt x="9286" y="13220"/>
                    <a:pt x="9844" y="13220"/>
                  </a:cubicBezTo>
                  <a:cubicBezTo>
                    <a:pt x="10403" y="13220"/>
                    <a:pt x="10694" y="13038"/>
                    <a:pt x="10951" y="12877"/>
                  </a:cubicBezTo>
                  <a:cubicBezTo>
                    <a:pt x="11184" y="12730"/>
                    <a:pt x="11387" y="12604"/>
                    <a:pt x="11812" y="12604"/>
                  </a:cubicBezTo>
                  <a:cubicBezTo>
                    <a:pt x="12239" y="12604"/>
                    <a:pt x="12441" y="12730"/>
                    <a:pt x="12675" y="12877"/>
                  </a:cubicBezTo>
                  <a:cubicBezTo>
                    <a:pt x="12932" y="13038"/>
                    <a:pt x="13223" y="13220"/>
                    <a:pt x="13781" y="13220"/>
                  </a:cubicBezTo>
                  <a:cubicBezTo>
                    <a:pt x="14340" y="13220"/>
                    <a:pt x="14632" y="13038"/>
                    <a:pt x="14888" y="12877"/>
                  </a:cubicBezTo>
                  <a:cubicBezTo>
                    <a:pt x="15122" y="12730"/>
                    <a:pt x="15325" y="12604"/>
                    <a:pt x="15750" y="12604"/>
                  </a:cubicBezTo>
                  <a:lnTo>
                    <a:pt x="15750" y="12143"/>
                  </a:lnTo>
                  <a:cubicBezTo>
                    <a:pt x="15193" y="12143"/>
                    <a:pt x="14902" y="12325"/>
                    <a:pt x="14645" y="12485"/>
                  </a:cubicBezTo>
                  <a:cubicBezTo>
                    <a:pt x="14411" y="12631"/>
                    <a:pt x="14208" y="12758"/>
                    <a:pt x="13782" y="12758"/>
                  </a:cubicBezTo>
                  <a:cubicBezTo>
                    <a:pt x="13357" y="12758"/>
                    <a:pt x="13155" y="12631"/>
                    <a:pt x="12921" y="12485"/>
                  </a:cubicBezTo>
                  <a:cubicBezTo>
                    <a:pt x="12663" y="12325"/>
                    <a:pt x="12373" y="12143"/>
                    <a:pt x="11813" y="12143"/>
                  </a:cubicBezTo>
                  <a:cubicBezTo>
                    <a:pt x="11588" y="12143"/>
                    <a:pt x="11404" y="12172"/>
                    <a:pt x="11250" y="12219"/>
                  </a:cubicBezTo>
                  <a:lnTo>
                    <a:pt x="12465" y="8407"/>
                  </a:lnTo>
                  <a:lnTo>
                    <a:pt x="11000" y="7729"/>
                  </a:lnTo>
                  <a:lnTo>
                    <a:pt x="10310" y="3169"/>
                  </a:lnTo>
                  <a:lnTo>
                    <a:pt x="8784" y="3169"/>
                  </a:lnTo>
                  <a:lnTo>
                    <a:pt x="8784" y="1283"/>
                  </a:lnTo>
                  <a:lnTo>
                    <a:pt x="8107" y="1283"/>
                  </a:lnTo>
                  <a:lnTo>
                    <a:pt x="8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6"/>
            <p:cNvSpPr/>
            <p:nvPr/>
          </p:nvSpPr>
          <p:spPr>
            <a:xfrm>
              <a:off x="7144119" y="1866216"/>
              <a:ext cx="522815" cy="35782"/>
            </a:xfrm>
            <a:custGeom>
              <a:rect b="b" l="l" r="r" t="t"/>
              <a:pathLst>
                <a:path extrusionOk="0" h="1078" w="15751">
                  <a:moveTo>
                    <a:pt x="0" y="1"/>
                  </a:moveTo>
                  <a:lnTo>
                    <a:pt x="0" y="462"/>
                  </a:lnTo>
                  <a:cubicBezTo>
                    <a:pt x="426" y="462"/>
                    <a:pt x="628" y="589"/>
                    <a:pt x="863" y="735"/>
                  </a:cubicBezTo>
                  <a:cubicBezTo>
                    <a:pt x="1119" y="895"/>
                    <a:pt x="1411" y="1077"/>
                    <a:pt x="1969" y="1077"/>
                  </a:cubicBezTo>
                  <a:cubicBezTo>
                    <a:pt x="2528" y="1077"/>
                    <a:pt x="2819" y="895"/>
                    <a:pt x="3076" y="735"/>
                  </a:cubicBezTo>
                  <a:cubicBezTo>
                    <a:pt x="3309" y="588"/>
                    <a:pt x="3512" y="462"/>
                    <a:pt x="3937" y="462"/>
                  </a:cubicBezTo>
                  <a:cubicBezTo>
                    <a:pt x="4364" y="462"/>
                    <a:pt x="4566" y="589"/>
                    <a:pt x="4800" y="735"/>
                  </a:cubicBezTo>
                  <a:cubicBezTo>
                    <a:pt x="5057" y="895"/>
                    <a:pt x="5348" y="1077"/>
                    <a:pt x="5906" y="1077"/>
                  </a:cubicBezTo>
                  <a:cubicBezTo>
                    <a:pt x="6465" y="1077"/>
                    <a:pt x="6757" y="895"/>
                    <a:pt x="7013" y="735"/>
                  </a:cubicBezTo>
                  <a:cubicBezTo>
                    <a:pt x="7246" y="588"/>
                    <a:pt x="7448" y="462"/>
                    <a:pt x="7875" y="462"/>
                  </a:cubicBezTo>
                  <a:cubicBezTo>
                    <a:pt x="8301" y="462"/>
                    <a:pt x="8503" y="589"/>
                    <a:pt x="8738" y="735"/>
                  </a:cubicBezTo>
                  <a:cubicBezTo>
                    <a:pt x="8994" y="895"/>
                    <a:pt x="9286" y="1077"/>
                    <a:pt x="9844" y="1077"/>
                  </a:cubicBezTo>
                  <a:cubicBezTo>
                    <a:pt x="10403" y="1077"/>
                    <a:pt x="10694" y="895"/>
                    <a:pt x="10951" y="735"/>
                  </a:cubicBezTo>
                  <a:cubicBezTo>
                    <a:pt x="11185" y="588"/>
                    <a:pt x="11387" y="462"/>
                    <a:pt x="11812" y="462"/>
                  </a:cubicBezTo>
                  <a:cubicBezTo>
                    <a:pt x="12239" y="462"/>
                    <a:pt x="12441" y="589"/>
                    <a:pt x="12675" y="735"/>
                  </a:cubicBezTo>
                  <a:cubicBezTo>
                    <a:pt x="12932" y="895"/>
                    <a:pt x="13223" y="1077"/>
                    <a:pt x="13781" y="1077"/>
                  </a:cubicBezTo>
                  <a:cubicBezTo>
                    <a:pt x="14340" y="1077"/>
                    <a:pt x="14632" y="895"/>
                    <a:pt x="14888" y="735"/>
                  </a:cubicBezTo>
                  <a:cubicBezTo>
                    <a:pt x="15123" y="588"/>
                    <a:pt x="15325" y="462"/>
                    <a:pt x="15750" y="462"/>
                  </a:cubicBezTo>
                  <a:lnTo>
                    <a:pt x="15750" y="1"/>
                  </a:lnTo>
                  <a:cubicBezTo>
                    <a:pt x="15192" y="1"/>
                    <a:pt x="14901" y="183"/>
                    <a:pt x="14644" y="343"/>
                  </a:cubicBezTo>
                  <a:cubicBezTo>
                    <a:pt x="14410" y="489"/>
                    <a:pt x="14208" y="616"/>
                    <a:pt x="13781" y="616"/>
                  </a:cubicBezTo>
                  <a:cubicBezTo>
                    <a:pt x="13355" y="616"/>
                    <a:pt x="13154" y="489"/>
                    <a:pt x="12920" y="343"/>
                  </a:cubicBezTo>
                  <a:cubicBezTo>
                    <a:pt x="12662" y="183"/>
                    <a:pt x="12372" y="1"/>
                    <a:pt x="11812" y="1"/>
                  </a:cubicBezTo>
                  <a:cubicBezTo>
                    <a:pt x="11254" y="1"/>
                    <a:pt x="10962" y="183"/>
                    <a:pt x="10706" y="343"/>
                  </a:cubicBezTo>
                  <a:cubicBezTo>
                    <a:pt x="10472" y="489"/>
                    <a:pt x="10269" y="616"/>
                    <a:pt x="9844" y="616"/>
                  </a:cubicBezTo>
                  <a:cubicBezTo>
                    <a:pt x="9417" y="616"/>
                    <a:pt x="9215" y="489"/>
                    <a:pt x="8982" y="343"/>
                  </a:cubicBezTo>
                  <a:cubicBezTo>
                    <a:pt x="8724" y="183"/>
                    <a:pt x="8434" y="1"/>
                    <a:pt x="7875" y="1"/>
                  </a:cubicBezTo>
                  <a:cubicBezTo>
                    <a:pt x="7317" y="1"/>
                    <a:pt x="7024" y="183"/>
                    <a:pt x="6769" y="343"/>
                  </a:cubicBezTo>
                  <a:cubicBezTo>
                    <a:pt x="6535" y="489"/>
                    <a:pt x="6333" y="616"/>
                    <a:pt x="5906" y="616"/>
                  </a:cubicBezTo>
                  <a:cubicBezTo>
                    <a:pt x="5480" y="616"/>
                    <a:pt x="5278" y="489"/>
                    <a:pt x="5044" y="343"/>
                  </a:cubicBezTo>
                  <a:cubicBezTo>
                    <a:pt x="4787" y="183"/>
                    <a:pt x="4496" y="1"/>
                    <a:pt x="3937" y="1"/>
                  </a:cubicBezTo>
                  <a:cubicBezTo>
                    <a:pt x="3379" y="1"/>
                    <a:pt x="3087" y="183"/>
                    <a:pt x="2831" y="343"/>
                  </a:cubicBezTo>
                  <a:cubicBezTo>
                    <a:pt x="2597" y="489"/>
                    <a:pt x="2395" y="616"/>
                    <a:pt x="1969" y="616"/>
                  </a:cubicBezTo>
                  <a:cubicBezTo>
                    <a:pt x="1542" y="616"/>
                    <a:pt x="1340" y="489"/>
                    <a:pt x="1107" y="343"/>
                  </a:cubicBezTo>
                  <a:cubicBezTo>
                    <a:pt x="849" y="183"/>
                    <a:pt x="55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6"/>
            <p:cNvSpPr/>
            <p:nvPr/>
          </p:nvSpPr>
          <p:spPr>
            <a:xfrm>
              <a:off x="7144119" y="1912221"/>
              <a:ext cx="522815" cy="35748"/>
            </a:xfrm>
            <a:custGeom>
              <a:rect b="b" l="l" r="r" t="t"/>
              <a:pathLst>
                <a:path extrusionOk="0" h="1077" w="15751">
                  <a:moveTo>
                    <a:pt x="15746" y="0"/>
                  </a:moveTo>
                  <a:cubicBezTo>
                    <a:pt x="15190" y="0"/>
                    <a:pt x="14901" y="182"/>
                    <a:pt x="14644" y="343"/>
                  </a:cubicBezTo>
                  <a:cubicBezTo>
                    <a:pt x="14410" y="489"/>
                    <a:pt x="14208" y="616"/>
                    <a:pt x="13781" y="616"/>
                  </a:cubicBezTo>
                  <a:cubicBezTo>
                    <a:pt x="13355" y="616"/>
                    <a:pt x="13154" y="489"/>
                    <a:pt x="12920" y="343"/>
                  </a:cubicBezTo>
                  <a:cubicBezTo>
                    <a:pt x="12662" y="182"/>
                    <a:pt x="12372" y="0"/>
                    <a:pt x="11812" y="0"/>
                  </a:cubicBezTo>
                  <a:cubicBezTo>
                    <a:pt x="11254" y="0"/>
                    <a:pt x="10962" y="182"/>
                    <a:pt x="10706" y="343"/>
                  </a:cubicBezTo>
                  <a:cubicBezTo>
                    <a:pt x="10472" y="489"/>
                    <a:pt x="10269" y="616"/>
                    <a:pt x="9844" y="616"/>
                  </a:cubicBezTo>
                  <a:cubicBezTo>
                    <a:pt x="9417" y="616"/>
                    <a:pt x="9215" y="489"/>
                    <a:pt x="8982" y="343"/>
                  </a:cubicBezTo>
                  <a:cubicBezTo>
                    <a:pt x="8724" y="182"/>
                    <a:pt x="8434" y="0"/>
                    <a:pt x="7875" y="0"/>
                  </a:cubicBezTo>
                  <a:cubicBezTo>
                    <a:pt x="7317" y="0"/>
                    <a:pt x="7024" y="182"/>
                    <a:pt x="6769" y="343"/>
                  </a:cubicBezTo>
                  <a:cubicBezTo>
                    <a:pt x="6535" y="489"/>
                    <a:pt x="6333" y="616"/>
                    <a:pt x="5906" y="616"/>
                  </a:cubicBezTo>
                  <a:cubicBezTo>
                    <a:pt x="5480" y="616"/>
                    <a:pt x="5278" y="489"/>
                    <a:pt x="5044" y="343"/>
                  </a:cubicBezTo>
                  <a:cubicBezTo>
                    <a:pt x="4787" y="182"/>
                    <a:pt x="4496" y="0"/>
                    <a:pt x="3937" y="0"/>
                  </a:cubicBezTo>
                  <a:cubicBezTo>
                    <a:pt x="3379" y="0"/>
                    <a:pt x="3087" y="182"/>
                    <a:pt x="2831" y="343"/>
                  </a:cubicBezTo>
                  <a:cubicBezTo>
                    <a:pt x="2597" y="489"/>
                    <a:pt x="2395" y="616"/>
                    <a:pt x="1969" y="616"/>
                  </a:cubicBezTo>
                  <a:cubicBezTo>
                    <a:pt x="1542" y="616"/>
                    <a:pt x="1340" y="489"/>
                    <a:pt x="1107" y="343"/>
                  </a:cubicBezTo>
                  <a:cubicBezTo>
                    <a:pt x="849" y="182"/>
                    <a:pt x="558" y="0"/>
                    <a:pt x="0" y="0"/>
                  </a:cubicBezTo>
                  <a:lnTo>
                    <a:pt x="0" y="462"/>
                  </a:lnTo>
                  <a:cubicBezTo>
                    <a:pt x="426" y="462"/>
                    <a:pt x="628" y="589"/>
                    <a:pt x="863" y="735"/>
                  </a:cubicBezTo>
                  <a:cubicBezTo>
                    <a:pt x="1119" y="895"/>
                    <a:pt x="1411" y="1077"/>
                    <a:pt x="1969" y="1077"/>
                  </a:cubicBezTo>
                  <a:cubicBezTo>
                    <a:pt x="2528" y="1077"/>
                    <a:pt x="2819" y="895"/>
                    <a:pt x="3076" y="735"/>
                  </a:cubicBezTo>
                  <a:cubicBezTo>
                    <a:pt x="3309" y="588"/>
                    <a:pt x="3512" y="462"/>
                    <a:pt x="3937" y="462"/>
                  </a:cubicBezTo>
                  <a:cubicBezTo>
                    <a:pt x="4364" y="462"/>
                    <a:pt x="4566" y="589"/>
                    <a:pt x="4800" y="735"/>
                  </a:cubicBezTo>
                  <a:cubicBezTo>
                    <a:pt x="5057" y="895"/>
                    <a:pt x="5348" y="1077"/>
                    <a:pt x="5906" y="1077"/>
                  </a:cubicBezTo>
                  <a:cubicBezTo>
                    <a:pt x="6465" y="1077"/>
                    <a:pt x="6757" y="895"/>
                    <a:pt x="7013" y="735"/>
                  </a:cubicBezTo>
                  <a:cubicBezTo>
                    <a:pt x="7246" y="588"/>
                    <a:pt x="7448" y="462"/>
                    <a:pt x="7875" y="462"/>
                  </a:cubicBezTo>
                  <a:cubicBezTo>
                    <a:pt x="8301" y="462"/>
                    <a:pt x="8503" y="589"/>
                    <a:pt x="8738" y="735"/>
                  </a:cubicBezTo>
                  <a:cubicBezTo>
                    <a:pt x="8994" y="895"/>
                    <a:pt x="9286" y="1077"/>
                    <a:pt x="9844" y="1077"/>
                  </a:cubicBezTo>
                  <a:cubicBezTo>
                    <a:pt x="10403" y="1077"/>
                    <a:pt x="10694" y="895"/>
                    <a:pt x="10951" y="735"/>
                  </a:cubicBezTo>
                  <a:cubicBezTo>
                    <a:pt x="11185" y="588"/>
                    <a:pt x="11387" y="462"/>
                    <a:pt x="11812" y="462"/>
                  </a:cubicBezTo>
                  <a:cubicBezTo>
                    <a:pt x="12239" y="462"/>
                    <a:pt x="12441" y="589"/>
                    <a:pt x="12675" y="735"/>
                  </a:cubicBezTo>
                  <a:cubicBezTo>
                    <a:pt x="12932" y="895"/>
                    <a:pt x="13223" y="1077"/>
                    <a:pt x="13781" y="1077"/>
                  </a:cubicBezTo>
                  <a:cubicBezTo>
                    <a:pt x="14340" y="1077"/>
                    <a:pt x="14632" y="895"/>
                    <a:pt x="14888" y="735"/>
                  </a:cubicBezTo>
                  <a:cubicBezTo>
                    <a:pt x="15123" y="588"/>
                    <a:pt x="15325" y="462"/>
                    <a:pt x="15750" y="462"/>
                  </a:cubicBezTo>
                  <a:lnTo>
                    <a:pt x="15750" y="0"/>
                  </a:lnTo>
                  <a:cubicBezTo>
                    <a:pt x="15749" y="0"/>
                    <a:pt x="15747" y="0"/>
                    <a:pt x="157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6"/>
            <p:cNvSpPr/>
            <p:nvPr/>
          </p:nvSpPr>
          <p:spPr>
            <a:xfrm>
              <a:off x="7164832" y="1471956"/>
              <a:ext cx="125700" cy="35250"/>
            </a:xfrm>
            <a:custGeom>
              <a:rect b="b" l="l" r="r" t="t"/>
              <a:pathLst>
                <a:path extrusionOk="0" h="1062" w="3787">
                  <a:moveTo>
                    <a:pt x="1062" y="0"/>
                  </a:moveTo>
                  <a:cubicBezTo>
                    <a:pt x="476" y="0"/>
                    <a:pt x="1" y="476"/>
                    <a:pt x="1" y="1061"/>
                  </a:cubicBezTo>
                  <a:lnTo>
                    <a:pt x="462" y="1061"/>
                  </a:lnTo>
                  <a:cubicBezTo>
                    <a:pt x="462" y="730"/>
                    <a:pt x="731" y="461"/>
                    <a:pt x="1062" y="461"/>
                  </a:cubicBezTo>
                  <a:cubicBezTo>
                    <a:pt x="1393" y="461"/>
                    <a:pt x="1662" y="730"/>
                    <a:pt x="1662" y="1061"/>
                  </a:cubicBezTo>
                  <a:lnTo>
                    <a:pt x="2123" y="1061"/>
                  </a:lnTo>
                  <a:cubicBezTo>
                    <a:pt x="2123" y="730"/>
                    <a:pt x="2392" y="461"/>
                    <a:pt x="2723" y="461"/>
                  </a:cubicBezTo>
                  <a:cubicBezTo>
                    <a:pt x="3054" y="461"/>
                    <a:pt x="3322" y="730"/>
                    <a:pt x="3322" y="1061"/>
                  </a:cubicBezTo>
                  <a:lnTo>
                    <a:pt x="3785" y="1061"/>
                  </a:lnTo>
                  <a:cubicBezTo>
                    <a:pt x="3787" y="476"/>
                    <a:pt x="3310" y="0"/>
                    <a:pt x="2725" y="0"/>
                  </a:cubicBezTo>
                  <a:cubicBezTo>
                    <a:pt x="2389" y="0"/>
                    <a:pt x="2088" y="156"/>
                    <a:pt x="1893" y="401"/>
                  </a:cubicBezTo>
                  <a:cubicBezTo>
                    <a:pt x="1698" y="157"/>
                    <a:pt x="1398" y="0"/>
                    <a:pt x="1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6"/>
            <p:cNvSpPr/>
            <p:nvPr/>
          </p:nvSpPr>
          <p:spPr>
            <a:xfrm>
              <a:off x="7540737" y="1425984"/>
              <a:ext cx="125667" cy="35250"/>
            </a:xfrm>
            <a:custGeom>
              <a:rect b="b" l="l" r="r" t="t"/>
              <a:pathLst>
                <a:path extrusionOk="0" h="1062" w="3786">
                  <a:moveTo>
                    <a:pt x="1062" y="0"/>
                  </a:moveTo>
                  <a:cubicBezTo>
                    <a:pt x="477" y="0"/>
                    <a:pt x="1" y="476"/>
                    <a:pt x="1" y="1062"/>
                  </a:cubicBezTo>
                  <a:lnTo>
                    <a:pt x="462" y="1062"/>
                  </a:lnTo>
                  <a:cubicBezTo>
                    <a:pt x="462" y="731"/>
                    <a:pt x="731" y="462"/>
                    <a:pt x="1062" y="462"/>
                  </a:cubicBezTo>
                  <a:cubicBezTo>
                    <a:pt x="1393" y="462"/>
                    <a:pt x="1662" y="731"/>
                    <a:pt x="1662" y="1062"/>
                  </a:cubicBezTo>
                  <a:lnTo>
                    <a:pt x="2124" y="1062"/>
                  </a:lnTo>
                  <a:cubicBezTo>
                    <a:pt x="2124" y="731"/>
                    <a:pt x="2393" y="462"/>
                    <a:pt x="2724" y="462"/>
                  </a:cubicBezTo>
                  <a:cubicBezTo>
                    <a:pt x="3055" y="462"/>
                    <a:pt x="3324" y="731"/>
                    <a:pt x="3324" y="1062"/>
                  </a:cubicBezTo>
                  <a:lnTo>
                    <a:pt x="3785" y="1062"/>
                  </a:lnTo>
                  <a:cubicBezTo>
                    <a:pt x="3786" y="476"/>
                    <a:pt x="3310" y="0"/>
                    <a:pt x="2725" y="0"/>
                  </a:cubicBezTo>
                  <a:cubicBezTo>
                    <a:pt x="2389" y="0"/>
                    <a:pt x="2089" y="157"/>
                    <a:pt x="1893" y="403"/>
                  </a:cubicBezTo>
                  <a:cubicBezTo>
                    <a:pt x="1698" y="158"/>
                    <a:pt x="1398" y="0"/>
                    <a:pt x="1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6"/>
            <p:cNvSpPr/>
            <p:nvPr/>
          </p:nvSpPr>
          <p:spPr>
            <a:xfrm>
              <a:off x="7540737" y="1562837"/>
              <a:ext cx="125667" cy="35284"/>
            </a:xfrm>
            <a:custGeom>
              <a:rect b="b" l="l" r="r" t="t"/>
              <a:pathLst>
                <a:path extrusionOk="0" h="1063" w="3786">
                  <a:moveTo>
                    <a:pt x="1062" y="1"/>
                  </a:moveTo>
                  <a:cubicBezTo>
                    <a:pt x="477" y="1"/>
                    <a:pt x="1" y="476"/>
                    <a:pt x="1" y="1063"/>
                  </a:cubicBezTo>
                  <a:lnTo>
                    <a:pt x="462" y="1063"/>
                  </a:lnTo>
                  <a:cubicBezTo>
                    <a:pt x="462" y="732"/>
                    <a:pt x="731" y="462"/>
                    <a:pt x="1062" y="462"/>
                  </a:cubicBezTo>
                  <a:cubicBezTo>
                    <a:pt x="1393" y="462"/>
                    <a:pt x="1662" y="732"/>
                    <a:pt x="1662" y="1063"/>
                  </a:cubicBezTo>
                  <a:lnTo>
                    <a:pt x="2124" y="1063"/>
                  </a:lnTo>
                  <a:cubicBezTo>
                    <a:pt x="2124" y="732"/>
                    <a:pt x="2393" y="462"/>
                    <a:pt x="2724" y="462"/>
                  </a:cubicBezTo>
                  <a:cubicBezTo>
                    <a:pt x="3055" y="462"/>
                    <a:pt x="3324" y="732"/>
                    <a:pt x="3324" y="1063"/>
                  </a:cubicBezTo>
                  <a:lnTo>
                    <a:pt x="3785" y="1063"/>
                  </a:lnTo>
                  <a:cubicBezTo>
                    <a:pt x="3786" y="476"/>
                    <a:pt x="3310" y="1"/>
                    <a:pt x="2725" y="1"/>
                  </a:cubicBezTo>
                  <a:cubicBezTo>
                    <a:pt x="2389" y="1"/>
                    <a:pt x="2089" y="158"/>
                    <a:pt x="1893" y="403"/>
                  </a:cubicBezTo>
                  <a:cubicBezTo>
                    <a:pt x="1698" y="159"/>
                    <a:pt x="1398" y="1"/>
                    <a:pt x="10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6"/>
            <p:cNvSpPr/>
            <p:nvPr/>
          </p:nvSpPr>
          <p:spPr>
            <a:xfrm>
              <a:off x="7308057" y="1771485"/>
              <a:ext cx="26355" cy="41424"/>
            </a:xfrm>
            <a:custGeom>
              <a:rect b="b" l="l" r="r" t="t"/>
              <a:pathLst>
                <a:path extrusionOk="0" h="1248" w="794">
                  <a:moveTo>
                    <a:pt x="441" y="0"/>
                  </a:moveTo>
                  <a:lnTo>
                    <a:pt x="0" y="140"/>
                  </a:lnTo>
                  <a:lnTo>
                    <a:pt x="354" y="1248"/>
                  </a:lnTo>
                  <a:lnTo>
                    <a:pt x="793" y="1107"/>
                  </a:lnTo>
                  <a:lnTo>
                    <a:pt x="4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6"/>
            <p:cNvSpPr/>
            <p:nvPr/>
          </p:nvSpPr>
          <p:spPr>
            <a:xfrm>
              <a:off x="7472592" y="1773344"/>
              <a:ext cx="29641" cy="51648"/>
            </a:xfrm>
            <a:custGeom>
              <a:rect b="b" l="l" r="r" t="t"/>
              <a:pathLst>
                <a:path extrusionOk="0" h="1556" w="893">
                  <a:moveTo>
                    <a:pt x="452" y="0"/>
                  </a:moveTo>
                  <a:lnTo>
                    <a:pt x="1" y="1416"/>
                  </a:lnTo>
                  <a:lnTo>
                    <a:pt x="440" y="1556"/>
                  </a:lnTo>
                  <a:lnTo>
                    <a:pt x="892" y="141"/>
                  </a:lnTo>
                  <a:lnTo>
                    <a:pt x="4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6"/>
            <p:cNvSpPr/>
            <p:nvPr/>
          </p:nvSpPr>
          <p:spPr>
            <a:xfrm>
              <a:off x="7340818" y="1613057"/>
              <a:ext cx="17492" cy="17492"/>
            </a:xfrm>
            <a:custGeom>
              <a:rect b="b" l="l" r="r" t="t"/>
              <a:pathLst>
                <a:path extrusionOk="0" h="527" w="527">
                  <a:moveTo>
                    <a:pt x="70" y="1"/>
                  </a:moveTo>
                  <a:lnTo>
                    <a:pt x="1" y="458"/>
                  </a:lnTo>
                  <a:lnTo>
                    <a:pt x="457" y="526"/>
                  </a:lnTo>
                  <a:lnTo>
                    <a:pt x="526" y="70"/>
                  </a:lnTo>
                  <a:lnTo>
                    <a:pt x="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6"/>
            <p:cNvSpPr/>
            <p:nvPr/>
          </p:nvSpPr>
          <p:spPr>
            <a:xfrm>
              <a:off x="7345465" y="1567617"/>
              <a:ext cx="19783" cy="32628"/>
            </a:xfrm>
            <a:custGeom>
              <a:rect b="b" l="l" r="r" t="t"/>
              <a:pathLst>
                <a:path extrusionOk="0" h="983" w="596">
                  <a:moveTo>
                    <a:pt x="139" y="0"/>
                  </a:moveTo>
                  <a:lnTo>
                    <a:pt x="0" y="914"/>
                  </a:lnTo>
                  <a:lnTo>
                    <a:pt x="457" y="983"/>
                  </a:lnTo>
                  <a:lnTo>
                    <a:pt x="595" y="70"/>
                  </a:lnTo>
                  <a:lnTo>
                    <a:pt x="1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6"/>
            <p:cNvSpPr/>
            <p:nvPr/>
          </p:nvSpPr>
          <p:spPr>
            <a:xfrm>
              <a:off x="7450486" y="1598984"/>
              <a:ext cx="20779" cy="39101"/>
            </a:xfrm>
            <a:custGeom>
              <a:rect b="b" l="l" r="r" t="t"/>
              <a:pathLst>
                <a:path extrusionOk="0" h="1178" w="626">
                  <a:moveTo>
                    <a:pt x="458" y="1"/>
                  </a:moveTo>
                  <a:lnTo>
                    <a:pt x="1" y="70"/>
                  </a:lnTo>
                  <a:lnTo>
                    <a:pt x="170" y="1178"/>
                  </a:lnTo>
                  <a:lnTo>
                    <a:pt x="626" y="1108"/>
                  </a:lnTo>
                  <a:lnTo>
                    <a:pt x="4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66"/>
          <p:cNvGrpSpPr/>
          <p:nvPr/>
        </p:nvGrpSpPr>
        <p:grpSpPr>
          <a:xfrm>
            <a:off x="6585675" y="1428914"/>
            <a:ext cx="463722" cy="462136"/>
            <a:chOff x="6511902" y="1049476"/>
            <a:chExt cx="524276" cy="522483"/>
          </a:xfrm>
        </p:grpSpPr>
        <p:sp>
          <p:nvSpPr>
            <p:cNvPr id="5496" name="Google Shape;5496;p66"/>
            <p:cNvSpPr/>
            <p:nvPr/>
          </p:nvSpPr>
          <p:spPr>
            <a:xfrm>
              <a:off x="6511902" y="1050471"/>
              <a:ext cx="127160" cy="182260"/>
            </a:xfrm>
            <a:custGeom>
              <a:rect b="b" l="l" r="r" t="t"/>
              <a:pathLst>
                <a:path extrusionOk="0" h="5491" w="3831">
                  <a:moveTo>
                    <a:pt x="1915" y="463"/>
                  </a:moveTo>
                  <a:cubicBezTo>
                    <a:pt x="2410" y="463"/>
                    <a:pt x="2852" y="719"/>
                    <a:pt x="3100" y="1147"/>
                  </a:cubicBezTo>
                  <a:cubicBezTo>
                    <a:pt x="3348" y="1575"/>
                    <a:pt x="3348" y="2087"/>
                    <a:pt x="3100" y="2515"/>
                  </a:cubicBezTo>
                  <a:lnTo>
                    <a:pt x="1915" y="4568"/>
                  </a:lnTo>
                  <a:lnTo>
                    <a:pt x="730" y="2515"/>
                  </a:lnTo>
                  <a:cubicBezTo>
                    <a:pt x="483" y="2087"/>
                    <a:pt x="483" y="1575"/>
                    <a:pt x="730" y="1147"/>
                  </a:cubicBezTo>
                  <a:cubicBezTo>
                    <a:pt x="976" y="719"/>
                    <a:pt x="1420" y="463"/>
                    <a:pt x="1915" y="463"/>
                  </a:cubicBezTo>
                  <a:close/>
                  <a:moveTo>
                    <a:pt x="1916" y="1"/>
                  </a:moveTo>
                  <a:cubicBezTo>
                    <a:pt x="1254" y="1"/>
                    <a:pt x="663" y="343"/>
                    <a:pt x="332" y="916"/>
                  </a:cubicBezTo>
                  <a:cubicBezTo>
                    <a:pt x="1" y="1488"/>
                    <a:pt x="1" y="2173"/>
                    <a:pt x="332" y="2747"/>
                  </a:cubicBezTo>
                  <a:lnTo>
                    <a:pt x="1916" y="5490"/>
                  </a:lnTo>
                  <a:lnTo>
                    <a:pt x="3502" y="2747"/>
                  </a:lnTo>
                  <a:cubicBezTo>
                    <a:pt x="3830" y="2174"/>
                    <a:pt x="3830" y="1488"/>
                    <a:pt x="3502" y="916"/>
                  </a:cubicBezTo>
                  <a:cubicBezTo>
                    <a:pt x="3171" y="343"/>
                    <a:pt x="2578" y="1"/>
                    <a:pt x="19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6"/>
            <p:cNvSpPr/>
            <p:nvPr/>
          </p:nvSpPr>
          <p:spPr>
            <a:xfrm>
              <a:off x="6547385" y="1081141"/>
              <a:ext cx="56261" cy="56261"/>
            </a:xfrm>
            <a:custGeom>
              <a:rect b="b" l="l" r="r" t="t"/>
              <a:pathLst>
                <a:path extrusionOk="0" h="1695" w="1695">
                  <a:moveTo>
                    <a:pt x="847" y="461"/>
                  </a:moveTo>
                  <a:cubicBezTo>
                    <a:pt x="1059" y="461"/>
                    <a:pt x="1233" y="633"/>
                    <a:pt x="1233" y="846"/>
                  </a:cubicBezTo>
                  <a:cubicBezTo>
                    <a:pt x="1231" y="1058"/>
                    <a:pt x="1059" y="1231"/>
                    <a:pt x="847" y="1231"/>
                  </a:cubicBezTo>
                  <a:cubicBezTo>
                    <a:pt x="635" y="1231"/>
                    <a:pt x="462" y="1059"/>
                    <a:pt x="462" y="846"/>
                  </a:cubicBezTo>
                  <a:cubicBezTo>
                    <a:pt x="462" y="634"/>
                    <a:pt x="634" y="461"/>
                    <a:pt x="847" y="461"/>
                  </a:cubicBezTo>
                  <a:close/>
                  <a:moveTo>
                    <a:pt x="847" y="0"/>
                  </a:moveTo>
                  <a:cubicBezTo>
                    <a:pt x="381" y="0"/>
                    <a:pt x="0" y="381"/>
                    <a:pt x="0" y="847"/>
                  </a:cubicBezTo>
                  <a:cubicBezTo>
                    <a:pt x="0" y="1314"/>
                    <a:pt x="381" y="1694"/>
                    <a:pt x="847" y="1694"/>
                  </a:cubicBezTo>
                  <a:cubicBezTo>
                    <a:pt x="1314" y="1694"/>
                    <a:pt x="1694" y="1314"/>
                    <a:pt x="1694" y="847"/>
                  </a:cubicBezTo>
                  <a:cubicBezTo>
                    <a:pt x="1693" y="380"/>
                    <a:pt x="1314" y="0"/>
                    <a:pt x="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6"/>
            <p:cNvSpPr/>
            <p:nvPr/>
          </p:nvSpPr>
          <p:spPr>
            <a:xfrm>
              <a:off x="6587183" y="1049476"/>
              <a:ext cx="448962" cy="449460"/>
            </a:xfrm>
            <a:custGeom>
              <a:rect b="b" l="l" r="r" t="t"/>
              <a:pathLst>
                <a:path extrusionOk="0" h="13541" w="13526">
                  <a:moveTo>
                    <a:pt x="8957" y="462"/>
                  </a:moveTo>
                  <a:cubicBezTo>
                    <a:pt x="9350" y="462"/>
                    <a:pt x="9717" y="618"/>
                    <a:pt x="9989" y="894"/>
                  </a:cubicBezTo>
                  <a:cubicBezTo>
                    <a:pt x="9804" y="1187"/>
                    <a:pt x="9696" y="1536"/>
                    <a:pt x="9696" y="1908"/>
                  </a:cubicBezTo>
                  <a:cubicBezTo>
                    <a:pt x="9696" y="2280"/>
                    <a:pt x="9804" y="2628"/>
                    <a:pt x="9989" y="2921"/>
                  </a:cubicBezTo>
                  <a:cubicBezTo>
                    <a:pt x="9775" y="3139"/>
                    <a:pt x="9503" y="3281"/>
                    <a:pt x="9204" y="3332"/>
                  </a:cubicBezTo>
                  <a:lnTo>
                    <a:pt x="9204" y="1737"/>
                  </a:lnTo>
                  <a:lnTo>
                    <a:pt x="8743" y="1737"/>
                  </a:lnTo>
                  <a:lnTo>
                    <a:pt x="8743" y="3338"/>
                  </a:lnTo>
                  <a:lnTo>
                    <a:pt x="8742" y="3338"/>
                  </a:lnTo>
                  <a:cubicBezTo>
                    <a:pt x="8046" y="3234"/>
                    <a:pt x="7511" y="2633"/>
                    <a:pt x="7511" y="1909"/>
                  </a:cubicBezTo>
                  <a:cubicBezTo>
                    <a:pt x="7511" y="1112"/>
                    <a:pt x="8159" y="462"/>
                    <a:pt x="8957" y="462"/>
                  </a:cubicBezTo>
                  <a:close/>
                  <a:moveTo>
                    <a:pt x="11604" y="462"/>
                  </a:moveTo>
                  <a:cubicBezTo>
                    <a:pt x="12402" y="462"/>
                    <a:pt x="13051" y="1111"/>
                    <a:pt x="13051" y="1909"/>
                  </a:cubicBezTo>
                  <a:cubicBezTo>
                    <a:pt x="13051" y="2623"/>
                    <a:pt x="12531" y="3217"/>
                    <a:pt x="11851" y="3335"/>
                  </a:cubicBezTo>
                  <a:lnTo>
                    <a:pt x="11851" y="1739"/>
                  </a:lnTo>
                  <a:lnTo>
                    <a:pt x="11390" y="1739"/>
                  </a:lnTo>
                  <a:lnTo>
                    <a:pt x="11390" y="3338"/>
                  </a:lnTo>
                  <a:lnTo>
                    <a:pt x="11389" y="3338"/>
                  </a:lnTo>
                  <a:cubicBezTo>
                    <a:pt x="10693" y="3234"/>
                    <a:pt x="10157" y="2633"/>
                    <a:pt x="10157" y="1909"/>
                  </a:cubicBezTo>
                  <a:cubicBezTo>
                    <a:pt x="10157" y="1112"/>
                    <a:pt x="10807" y="462"/>
                    <a:pt x="11604" y="462"/>
                  </a:cubicBezTo>
                  <a:close/>
                  <a:moveTo>
                    <a:pt x="10282" y="3282"/>
                  </a:moveTo>
                  <a:cubicBezTo>
                    <a:pt x="10576" y="3566"/>
                    <a:pt x="10962" y="3757"/>
                    <a:pt x="11390" y="3806"/>
                  </a:cubicBezTo>
                  <a:lnTo>
                    <a:pt x="11390" y="4989"/>
                  </a:lnTo>
                  <a:lnTo>
                    <a:pt x="11389" y="4989"/>
                  </a:lnTo>
                  <a:cubicBezTo>
                    <a:pt x="10987" y="4823"/>
                    <a:pt x="10545" y="4732"/>
                    <a:pt x="10084" y="4732"/>
                  </a:cubicBezTo>
                  <a:lnTo>
                    <a:pt x="9204" y="4732"/>
                  </a:lnTo>
                  <a:lnTo>
                    <a:pt x="9204" y="3802"/>
                  </a:lnTo>
                  <a:cubicBezTo>
                    <a:pt x="9611" y="3750"/>
                    <a:pt x="9988" y="3569"/>
                    <a:pt x="10282" y="3282"/>
                  </a:cubicBezTo>
                  <a:close/>
                  <a:moveTo>
                    <a:pt x="8957" y="1"/>
                  </a:moveTo>
                  <a:cubicBezTo>
                    <a:pt x="7905" y="1"/>
                    <a:pt x="7049" y="856"/>
                    <a:pt x="7049" y="1909"/>
                  </a:cubicBezTo>
                  <a:cubicBezTo>
                    <a:pt x="7049" y="2888"/>
                    <a:pt x="7791" y="3698"/>
                    <a:pt x="8742" y="3806"/>
                  </a:cubicBezTo>
                  <a:lnTo>
                    <a:pt x="8742" y="4733"/>
                  </a:lnTo>
                  <a:lnTo>
                    <a:pt x="479" y="4733"/>
                  </a:lnTo>
                  <a:lnTo>
                    <a:pt x="479" y="5195"/>
                  </a:lnTo>
                  <a:lnTo>
                    <a:pt x="10083" y="5195"/>
                  </a:lnTo>
                  <a:cubicBezTo>
                    <a:pt x="11718" y="5195"/>
                    <a:pt x="13049" y="6526"/>
                    <a:pt x="13049" y="8161"/>
                  </a:cubicBezTo>
                  <a:cubicBezTo>
                    <a:pt x="13049" y="9796"/>
                    <a:pt x="11718" y="11125"/>
                    <a:pt x="10083" y="11125"/>
                  </a:cubicBezTo>
                  <a:lnTo>
                    <a:pt x="1209" y="11125"/>
                  </a:lnTo>
                  <a:cubicBezTo>
                    <a:pt x="543" y="11125"/>
                    <a:pt x="1" y="11667"/>
                    <a:pt x="1" y="12333"/>
                  </a:cubicBezTo>
                  <a:cubicBezTo>
                    <a:pt x="1" y="12999"/>
                    <a:pt x="543" y="13540"/>
                    <a:pt x="1209" y="13540"/>
                  </a:cubicBezTo>
                  <a:lnTo>
                    <a:pt x="13526" y="13540"/>
                  </a:lnTo>
                  <a:lnTo>
                    <a:pt x="13526" y="13079"/>
                  </a:lnTo>
                  <a:lnTo>
                    <a:pt x="1210" y="13079"/>
                  </a:lnTo>
                  <a:cubicBezTo>
                    <a:pt x="799" y="13079"/>
                    <a:pt x="464" y="12744"/>
                    <a:pt x="464" y="12333"/>
                  </a:cubicBezTo>
                  <a:cubicBezTo>
                    <a:pt x="464" y="11922"/>
                    <a:pt x="798" y="11588"/>
                    <a:pt x="1210" y="11588"/>
                  </a:cubicBezTo>
                  <a:lnTo>
                    <a:pt x="10084" y="11588"/>
                  </a:lnTo>
                  <a:cubicBezTo>
                    <a:pt x="11974" y="11588"/>
                    <a:pt x="13511" y="10050"/>
                    <a:pt x="13511" y="8161"/>
                  </a:cubicBezTo>
                  <a:cubicBezTo>
                    <a:pt x="13511" y="6915"/>
                    <a:pt x="12844" y="5824"/>
                    <a:pt x="11849" y="5223"/>
                  </a:cubicBezTo>
                  <a:lnTo>
                    <a:pt x="11849" y="3802"/>
                  </a:lnTo>
                  <a:cubicBezTo>
                    <a:pt x="12785" y="3679"/>
                    <a:pt x="13511" y="2878"/>
                    <a:pt x="13511" y="1909"/>
                  </a:cubicBezTo>
                  <a:cubicBezTo>
                    <a:pt x="13511" y="856"/>
                    <a:pt x="12656" y="1"/>
                    <a:pt x="11603" y="1"/>
                  </a:cubicBezTo>
                  <a:cubicBezTo>
                    <a:pt x="11090" y="1"/>
                    <a:pt x="10624" y="204"/>
                    <a:pt x="10280" y="535"/>
                  </a:cubicBezTo>
                  <a:cubicBezTo>
                    <a:pt x="9927" y="192"/>
                    <a:pt x="9457" y="1"/>
                    <a:pt x="89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6"/>
            <p:cNvSpPr/>
            <p:nvPr/>
          </p:nvSpPr>
          <p:spPr>
            <a:xfrm>
              <a:off x="6513695" y="1279566"/>
              <a:ext cx="522483" cy="292393"/>
            </a:xfrm>
            <a:custGeom>
              <a:rect b="b" l="l" r="r" t="t"/>
              <a:pathLst>
                <a:path extrusionOk="0" h="8809" w="15741">
                  <a:moveTo>
                    <a:pt x="1893" y="1"/>
                  </a:moveTo>
                  <a:lnTo>
                    <a:pt x="1893" y="463"/>
                  </a:lnTo>
                  <a:lnTo>
                    <a:pt x="12302" y="463"/>
                  </a:lnTo>
                  <a:cubicBezTo>
                    <a:pt x="12714" y="463"/>
                    <a:pt x="13048" y="797"/>
                    <a:pt x="13048" y="1209"/>
                  </a:cubicBezTo>
                  <a:cubicBezTo>
                    <a:pt x="13048" y="1619"/>
                    <a:pt x="12714" y="1955"/>
                    <a:pt x="12302" y="1955"/>
                  </a:cubicBezTo>
                  <a:lnTo>
                    <a:pt x="3428" y="1955"/>
                  </a:lnTo>
                  <a:cubicBezTo>
                    <a:pt x="1537" y="1955"/>
                    <a:pt x="1" y="3491"/>
                    <a:pt x="1" y="5382"/>
                  </a:cubicBezTo>
                  <a:cubicBezTo>
                    <a:pt x="1" y="7271"/>
                    <a:pt x="1537" y="8809"/>
                    <a:pt x="3428" y="8809"/>
                  </a:cubicBezTo>
                  <a:lnTo>
                    <a:pt x="15741" y="8809"/>
                  </a:lnTo>
                  <a:lnTo>
                    <a:pt x="15741" y="8347"/>
                  </a:lnTo>
                  <a:lnTo>
                    <a:pt x="3428" y="8347"/>
                  </a:lnTo>
                  <a:lnTo>
                    <a:pt x="3428" y="8348"/>
                  </a:lnTo>
                  <a:cubicBezTo>
                    <a:pt x="1793" y="8348"/>
                    <a:pt x="462" y="7017"/>
                    <a:pt x="462" y="5382"/>
                  </a:cubicBezTo>
                  <a:cubicBezTo>
                    <a:pt x="462" y="3747"/>
                    <a:pt x="1793" y="2416"/>
                    <a:pt x="3428" y="2416"/>
                  </a:cubicBezTo>
                  <a:lnTo>
                    <a:pt x="12302" y="2416"/>
                  </a:lnTo>
                  <a:cubicBezTo>
                    <a:pt x="12968" y="2416"/>
                    <a:pt x="13510" y="1875"/>
                    <a:pt x="13510" y="1209"/>
                  </a:cubicBezTo>
                  <a:cubicBezTo>
                    <a:pt x="13510" y="543"/>
                    <a:pt x="12968" y="1"/>
                    <a:pt x="123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6"/>
            <p:cNvSpPr/>
            <p:nvPr/>
          </p:nvSpPr>
          <p:spPr>
            <a:xfrm>
              <a:off x="6513164" y="1279533"/>
              <a:ext cx="15335" cy="15401"/>
            </a:xfrm>
            <a:custGeom>
              <a:rect b="b" l="l" r="r" t="t"/>
              <a:pathLst>
                <a:path extrusionOk="0" h="464" w="462">
                  <a:moveTo>
                    <a:pt x="0" y="1"/>
                  </a:moveTo>
                  <a:lnTo>
                    <a:pt x="0" y="463"/>
                  </a:lnTo>
                  <a:lnTo>
                    <a:pt x="461" y="463"/>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6"/>
            <p:cNvSpPr/>
            <p:nvPr/>
          </p:nvSpPr>
          <p:spPr>
            <a:xfrm>
              <a:off x="6544796" y="1279533"/>
              <a:ext cx="15335" cy="15401"/>
            </a:xfrm>
            <a:custGeom>
              <a:rect b="b" l="l" r="r" t="t"/>
              <a:pathLst>
                <a:path extrusionOk="0" h="464" w="462">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6"/>
            <p:cNvSpPr/>
            <p:nvPr/>
          </p:nvSpPr>
          <p:spPr>
            <a:xfrm>
              <a:off x="6947421" y="1249991"/>
              <a:ext cx="20978" cy="20944"/>
            </a:xfrm>
            <a:custGeom>
              <a:rect b="b" l="l" r="r" t="t"/>
              <a:pathLst>
                <a:path extrusionOk="0" h="631" w="632">
                  <a:moveTo>
                    <a:pt x="190" y="1"/>
                  </a:moveTo>
                  <a:lnTo>
                    <a:pt x="0" y="422"/>
                  </a:lnTo>
                  <a:cubicBezTo>
                    <a:pt x="124" y="477"/>
                    <a:pt x="243" y="549"/>
                    <a:pt x="353" y="630"/>
                  </a:cubicBezTo>
                  <a:lnTo>
                    <a:pt x="631" y="262"/>
                  </a:lnTo>
                  <a:cubicBezTo>
                    <a:pt x="493" y="159"/>
                    <a:pt x="345" y="71"/>
                    <a:pt x="1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6"/>
            <p:cNvSpPr/>
            <p:nvPr/>
          </p:nvSpPr>
          <p:spPr>
            <a:xfrm>
              <a:off x="6935472" y="1300212"/>
              <a:ext cx="63431" cy="94599"/>
            </a:xfrm>
            <a:custGeom>
              <a:rect b="b" l="l" r="r" t="t"/>
              <a:pathLst>
                <a:path extrusionOk="0" h="2850" w="1911">
                  <a:moveTo>
                    <a:pt x="1834" y="1"/>
                  </a:moveTo>
                  <a:lnTo>
                    <a:pt x="1388" y="119"/>
                  </a:lnTo>
                  <a:cubicBezTo>
                    <a:pt x="1430" y="272"/>
                    <a:pt x="1450" y="433"/>
                    <a:pt x="1450" y="595"/>
                  </a:cubicBezTo>
                  <a:cubicBezTo>
                    <a:pt x="1450" y="1456"/>
                    <a:pt x="841" y="2215"/>
                    <a:pt x="0" y="2398"/>
                  </a:cubicBezTo>
                  <a:lnTo>
                    <a:pt x="100" y="2850"/>
                  </a:lnTo>
                  <a:cubicBezTo>
                    <a:pt x="604" y="2738"/>
                    <a:pt x="1065" y="2455"/>
                    <a:pt x="1393" y="2051"/>
                  </a:cubicBezTo>
                  <a:cubicBezTo>
                    <a:pt x="1726" y="1642"/>
                    <a:pt x="1911" y="1125"/>
                    <a:pt x="1911" y="595"/>
                  </a:cubicBezTo>
                  <a:cubicBezTo>
                    <a:pt x="1911" y="393"/>
                    <a:pt x="1885" y="193"/>
                    <a:pt x="1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6"/>
            <p:cNvSpPr/>
            <p:nvPr/>
          </p:nvSpPr>
          <p:spPr>
            <a:xfrm>
              <a:off x="6824742" y="1243287"/>
              <a:ext cx="112788" cy="16563"/>
            </a:xfrm>
            <a:custGeom>
              <a:rect b="b" l="l" r="r" t="t"/>
              <a:pathLst>
                <a:path extrusionOk="0" h="499" w="3398">
                  <a:moveTo>
                    <a:pt x="0" y="1"/>
                  </a:moveTo>
                  <a:lnTo>
                    <a:pt x="0" y="462"/>
                  </a:lnTo>
                  <a:lnTo>
                    <a:pt x="2939" y="462"/>
                  </a:lnTo>
                  <a:cubicBezTo>
                    <a:pt x="3063" y="462"/>
                    <a:pt x="3185" y="475"/>
                    <a:pt x="3306" y="498"/>
                  </a:cubicBezTo>
                  <a:lnTo>
                    <a:pt x="3397" y="46"/>
                  </a:lnTo>
                  <a:cubicBezTo>
                    <a:pt x="3246" y="16"/>
                    <a:pt x="3092" y="1"/>
                    <a:pt x="29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6"/>
            <p:cNvSpPr/>
            <p:nvPr/>
          </p:nvSpPr>
          <p:spPr>
            <a:xfrm>
              <a:off x="6968930" y="1270272"/>
              <a:ext cx="21210" cy="21210"/>
            </a:xfrm>
            <a:custGeom>
              <a:rect b="b" l="l" r="r" t="t"/>
              <a:pathLst>
                <a:path extrusionOk="0" h="639" w="639">
                  <a:moveTo>
                    <a:pt x="353" y="1"/>
                  </a:moveTo>
                  <a:lnTo>
                    <a:pt x="1" y="300"/>
                  </a:lnTo>
                  <a:cubicBezTo>
                    <a:pt x="91" y="404"/>
                    <a:pt x="166" y="518"/>
                    <a:pt x="230" y="639"/>
                  </a:cubicBezTo>
                  <a:lnTo>
                    <a:pt x="639" y="424"/>
                  </a:lnTo>
                  <a:cubicBezTo>
                    <a:pt x="561" y="274"/>
                    <a:pt x="464" y="132"/>
                    <a:pt x="3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6"/>
            <p:cNvSpPr/>
            <p:nvPr/>
          </p:nvSpPr>
          <p:spPr>
            <a:xfrm>
              <a:off x="6636773" y="1243287"/>
              <a:ext cx="111361" cy="15368"/>
            </a:xfrm>
            <a:custGeom>
              <a:rect b="b" l="l" r="r" t="t"/>
              <a:pathLst>
                <a:path extrusionOk="0" h="463" w="3355">
                  <a:moveTo>
                    <a:pt x="0" y="1"/>
                  </a:moveTo>
                  <a:lnTo>
                    <a:pt x="0" y="462"/>
                  </a:lnTo>
                  <a:lnTo>
                    <a:pt x="3355" y="462"/>
                  </a:lnTo>
                  <a:lnTo>
                    <a:pt x="3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6"/>
            <p:cNvSpPr/>
            <p:nvPr/>
          </p:nvSpPr>
          <p:spPr>
            <a:xfrm>
              <a:off x="6794072" y="1243287"/>
              <a:ext cx="15335" cy="15368"/>
            </a:xfrm>
            <a:custGeom>
              <a:rect b="b" l="l" r="r" t="t"/>
              <a:pathLst>
                <a:path extrusionOk="0" h="463"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6"/>
            <p:cNvSpPr/>
            <p:nvPr/>
          </p:nvSpPr>
          <p:spPr>
            <a:xfrm>
              <a:off x="6763435" y="1243287"/>
              <a:ext cx="15335" cy="15368"/>
            </a:xfrm>
            <a:custGeom>
              <a:rect b="b" l="l" r="r" t="t"/>
              <a:pathLst>
                <a:path extrusionOk="0" h="463" w="462">
                  <a:moveTo>
                    <a:pt x="0" y="1"/>
                  </a:moveTo>
                  <a:lnTo>
                    <a:pt x="0" y="462"/>
                  </a:lnTo>
                  <a:lnTo>
                    <a:pt x="461" y="462"/>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6"/>
            <p:cNvSpPr/>
            <p:nvPr/>
          </p:nvSpPr>
          <p:spPr>
            <a:xfrm>
              <a:off x="6749262" y="1381201"/>
              <a:ext cx="111361" cy="15368"/>
            </a:xfrm>
            <a:custGeom>
              <a:rect b="b" l="l" r="r" t="t"/>
              <a:pathLst>
                <a:path extrusionOk="0" h="463" w="3355">
                  <a:moveTo>
                    <a:pt x="0" y="0"/>
                  </a:moveTo>
                  <a:lnTo>
                    <a:pt x="0" y="462"/>
                  </a:lnTo>
                  <a:lnTo>
                    <a:pt x="3355" y="462"/>
                  </a:lnTo>
                  <a:lnTo>
                    <a:pt x="33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6"/>
            <p:cNvSpPr/>
            <p:nvPr/>
          </p:nvSpPr>
          <p:spPr>
            <a:xfrm>
              <a:off x="6709564" y="1519846"/>
              <a:ext cx="15335" cy="15368"/>
            </a:xfrm>
            <a:custGeom>
              <a:rect b="b" l="l" r="r" t="t"/>
              <a:pathLst>
                <a:path extrusionOk="0" h="463"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6"/>
            <p:cNvSpPr/>
            <p:nvPr/>
          </p:nvSpPr>
          <p:spPr>
            <a:xfrm>
              <a:off x="6678960" y="1519846"/>
              <a:ext cx="15335" cy="15368"/>
            </a:xfrm>
            <a:custGeom>
              <a:rect b="b" l="l" r="r" t="t"/>
              <a:pathLst>
                <a:path extrusionOk="0" h="463" w="462">
                  <a:moveTo>
                    <a:pt x="0" y="0"/>
                  </a:moveTo>
                  <a:lnTo>
                    <a:pt x="0" y="462"/>
                  </a:lnTo>
                  <a:lnTo>
                    <a:pt x="461" y="462"/>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6"/>
            <p:cNvSpPr/>
            <p:nvPr/>
          </p:nvSpPr>
          <p:spPr>
            <a:xfrm>
              <a:off x="6564679" y="1381235"/>
              <a:ext cx="108008" cy="41291"/>
            </a:xfrm>
            <a:custGeom>
              <a:rect b="b" l="l" r="r" t="t"/>
              <a:pathLst>
                <a:path extrusionOk="0" h="1244" w="3254">
                  <a:moveTo>
                    <a:pt x="1892" y="0"/>
                  </a:moveTo>
                  <a:cubicBezTo>
                    <a:pt x="1142" y="0"/>
                    <a:pt x="435" y="364"/>
                    <a:pt x="0" y="975"/>
                  </a:cubicBezTo>
                  <a:lnTo>
                    <a:pt x="377" y="1243"/>
                  </a:lnTo>
                  <a:cubicBezTo>
                    <a:pt x="725" y="753"/>
                    <a:pt x="1292" y="461"/>
                    <a:pt x="1892" y="461"/>
                  </a:cubicBezTo>
                  <a:lnTo>
                    <a:pt x="3254" y="461"/>
                  </a:lnTo>
                  <a:lnTo>
                    <a:pt x="32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6"/>
            <p:cNvSpPr/>
            <p:nvPr/>
          </p:nvSpPr>
          <p:spPr>
            <a:xfrm>
              <a:off x="6740234" y="1519846"/>
              <a:ext cx="111361" cy="15368"/>
            </a:xfrm>
            <a:custGeom>
              <a:rect b="b" l="l" r="r" t="t"/>
              <a:pathLst>
                <a:path extrusionOk="0" h="463" w="3355">
                  <a:moveTo>
                    <a:pt x="0" y="0"/>
                  </a:moveTo>
                  <a:lnTo>
                    <a:pt x="0" y="462"/>
                  </a:lnTo>
                  <a:lnTo>
                    <a:pt x="3355" y="462"/>
                  </a:lnTo>
                  <a:lnTo>
                    <a:pt x="33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6"/>
            <p:cNvSpPr/>
            <p:nvPr/>
          </p:nvSpPr>
          <p:spPr>
            <a:xfrm>
              <a:off x="6928203" y="1519846"/>
              <a:ext cx="74318" cy="15368"/>
            </a:xfrm>
            <a:custGeom>
              <a:rect b="b" l="l" r="r" t="t"/>
              <a:pathLst>
                <a:path extrusionOk="0" h="463" w="2239">
                  <a:moveTo>
                    <a:pt x="0" y="0"/>
                  </a:moveTo>
                  <a:lnTo>
                    <a:pt x="0" y="462"/>
                  </a:lnTo>
                  <a:lnTo>
                    <a:pt x="2238" y="462"/>
                  </a:lnTo>
                  <a:lnTo>
                    <a:pt x="2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6"/>
            <p:cNvSpPr/>
            <p:nvPr/>
          </p:nvSpPr>
          <p:spPr>
            <a:xfrm>
              <a:off x="6866896" y="1519846"/>
              <a:ext cx="15335" cy="15368"/>
            </a:xfrm>
            <a:custGeom>
              <a:rect b="b" l="l" r="r" t="t"/>
              <a:pathLst>
                <a:path extrusionOk="0" h="463" w="462">
                  <a:moveTo>
                    <a:pt x="0" y="0"/>
                  </a:moveTo>
                  <a:lnTo>
                    <a:pt x="0" y="462"/>
                  </a:lnTo>
                  <a:lnTo>
                    <a:pt x="461" y="462"/>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6"/>
            <p:cNvSpPr/>
            <p:nvPr/>
          </p:nvSpPr>
          <p:spPr>
            <a:xfrm>
              <a:off x="6897566" y="1519846"/>
              <a:ext cx="15335" cy="15368"/>
            </a:xfrm>
            <a:custGeom>
              <a:rect b="b" l="l" r="r" t="t"/>
              <a:pathLst>
                <a:path extrusionOk="0" h="463"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6"/>
            <p:cNvSpPr/>
            <p:nvPr/>
          </p:nvSpPr>
          <p:spPr>
            <a:xfrm>
              <a:off x="6718625" y="1381201"/>
              <a:ext cx="15335" cy="15368"/>
            </a:xfrm>
            <a:custGeom>
              <a:rect b="b" l="l" r="r" t="t"/>
              <a:pathLst>
                <a:path extrusionOk="0" h="463"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6"/>
            <p:cNvSpPr/>
            <p:nvPr/>
          </p:nvSpPr>
          <p:spPr>
            <a:xfrm>
              <a:off x="6906561" y="1381201"/>
              <a:ext cx="15335" cy="15368"/>
            </a:xfrm>
            <a:custGeom>
              <a:rect b="b" l="l" r="r" t="t"/>
              <a:pathLst>
                <a:path extrusionOk="0" h="463"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6"/>
            <p:cNvSpPr/>
            <p:nvPr/>
          </p:nvSpPr>
          <p:spPr>
            <a:xfrm>
              <a:off x="6687989" y="1381201"/>
              <a:ext cx="15368" cy="15368"/>
            </a:xfrm>
            <a:custGeom>
              <a:rect b="b" l="l" r="r" t="t"/>
              <a:pathLst>
                <a:path extrusionOk="0" h="463" w="463">
                  <a:moveTo>
                    <a:pt x="0" y="0"/>
                  </a:moveTo>
                  <a:lnTo>
                    <a:pt x="0"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6"/>
            <p:cNvSpPr/>
            <p:nvPr/>
          </p:nvSpPr>
          <p:spPr>
            <a:xfrm>
              <a:off x="6559401" y="1487019"/>
              <a:ext cx="104258" cy="48129"/>
            </a:xfrm>
            <a:custGeom>
              <a:rect b="b" l="l" r="r" t="t"/>
              <a:pathLst>
                <a:path extrusionOk="0" h="1450" w="3141">
                  <a:moveTo>
                    <a:pt x="408" y="0"/>
                  </a:moveTo>
                  <a:lnTo>
                    <a:pt x="0" y="217"/>
                  </a:lnTo>
                  <a:cubicBezTo>
                    <a:pt x="403" y="978"/>
                    <a:pt x="1189" y="1449"/>
                    <a:pt x="2051" y="1449"/>
                  </a:cubicBezTo>
                  <a:lnTo>
                    <a:pt x="3141" y="1449"/>
                  </a:lnTo>
                  <a:lnTo>
                    <a:pt x="3141" y="988"/>
                  </a:lnTo>
                  <a:lnTo>
                    <a:pt x="2051" y="988"/>
                  </a:lnTo>
                  <a:lnTo>
                    <a:pt x="2051" y="989"/>
                  </a:lnTo>
                  <a:cubicBezTo>
                    <a:pt x="1362" y="989"/>
                    <a:pt x="732" y="611"/>
                    <a:pt x="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6"/>
            <p:cNvSpPr/>
            <p:nvPr/>
          </p:nvSpPr>
          <p:spPr>
            <a:xfrm>
              <a:off x="6875925" y="1381201"/>
              <a:ext cx="15368" cy="15368"/>
            </a:xfrm>
            <a:custGeom>
              <a:rect b="b" l="l" r="r" t="t"/>
              <a:pathLst>
                <a:path extrusionOk="0" h="463" w="463">
                  <a:moveTo>
                    <a:pt x="0" y="0"/>
                  </a:moveTo>
                  <a:lnTo>
                    <a:pt x="0"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6"/>
            <p:cNvSpPr/>
            <p:nvPr/>
          </p:nvSpPr>
          <p:spPr>
            <a:xfrm>
              <a:off x="6550539" y="1460963"/>
              <a:ext cx="17426" cy="17492"/>
            </a:xfrm>
            <a:custGeom>
              <a:rect b="b" l="l" r="r" t="t"/>
              <a:pathLst>
                <a:path extrusionOk="0" h="527" w="525">
                  <a:moveTo>
                    <a:pt x="462" y="1"/>
                  </a:moveTo>
                  <a:lnTo>
                    <a:pt x="0" y="21"/>
                  </a:lnTo>
                  <a:cubicBezTo>
                    <a:pt x="8" y="192"/>
                    <a:pt x="33" y="362"/>
                    <a:pt x="79" y="527"/>
                  </a:cubicBezTo>
                  <a:lnTo>
                    <a:pt x="525" y="406"/>
                  </a:lnTo>
                  <a:cubicBezTo>
                    <a:pt x="488" y="275"/>
                    <a:pt x="468" y="138"/>
                    <a:pt x="4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6"/>
            <p:cNvSpPr/>
            <p:nvPr/>
          </p:nvSpPr>
          <p:spPr>
            <a:xfrm>
              <a:off x="6551601" y="1428468"/>
              <a:ext cx="18953" cy="18986"/>
            </a:xfrm>
            <a:custGeom>
              <a:rect b="b" l="l" r="r" t="t"/>
              <a:pathLst>
                <a:path extrusionOk="0" h="572" w="571">
                  <a:moveTo>
                    <a:pt x="145" y="0"/>
                  </a:moveTo>
                  <a:cubicBezTo>
                    <a:pt x="79" y="157"/>
                    <a:pt x="30" y="323"/>
                    <a:pt x="0" y="491"/>
                  </a:cubicBezTo>
                  <a:lnTo>
                    <a:pt x="455" y="571"/>
                  </a:lnTo>
                  <a:cubicBezTo>
                    <a:pt x="478" y="437"/>
                    <a:pt x="517" y="305"/>
                    <a:pt x="570" y="178"/>
                  </a:cubicBezTo>
                  <a:lnTo>
                    <a:pt x="1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66"/>
          <p:cNvGrpSpPr/>
          <p:nvPr/>
        </p:nvGrpSpPr>
        <p:grpSpPr>
          <a:xfrm>
            <a:off x="5943792" y="1428694"/>
            <a:ext cx="462606" cy="462577"/>
            <a:chOff x="5882407" y="1049177"/>
            <a:chExt cx="523014" cy="522981"/>
          </a:xfrm>
        </p:grpSpPr>
        <p:sp>
          <p:nvSpPr>
            <p:cNvPr id="5525" name="Google Shape;5525;p66"/>
            <p:cNvSpPr/>
            <p:nvPr/>
          </p:nvSpPr>
          <p:spPr>
            <a:xfrm>
              <a:off x="5882407" y="1049177"/>
              <a:ext cx="523014" cy="522981"/>
            </a:xfrm>
            <a:custGeom>
              <a:rect b="b" l="l" r="r" t="t"/>
              <a:pathLst>
                <a:path extrusionOk="0" h="15756" w="15757">
                  <a:moveTo>
                    <a:pt x="1501" y="12504"/>
                  </a:moveTo>
                  <a:cubicBezTo>
                    <a:pt x="1707" y="12786"/>
                    <a:pt x="1931" y="13056"/>
                    <a:pt x="2177" y="13311"/>
                  </a:cubicBezTo>
                  <a:lnTo>
                    <a:pt x="1425" y="14064"/>
                  </a:lnTo>
                  <a:lnTo>
                    <a:pt x="1377" y="14113"/>
                  </a:lnTo>
                  <a:cubicBezTo>
                    <a:pt x="1278" y="14213"/>
                    <a:pt x="1145" y="14267"/>
                    <a:pt x="1006" y="14267"/>
                  </a:cubicBezTo>
                  <a:cubicBezTo>
                    <a:pt x="1004" y="14267"/>
                    <a:pt x="1003" y="14267"/>
                    <a:pt x="1002" y="14267"/>
                  </a:cubicBezTo>
                  <a:cubicBezTo>
                    <a:pt x="862" y="14267"/>
                    <a:pt x="734" y="14213"/>
                    <a:pt x="635" y="14115"/>
                  </a:cubicBezTo>
                  <a:cubicBezTo>
                    <a:pt x="535" y="14015"/>
                    <a:pt x="481" y="13883"/>
                    <a:pt x="481" y="13743"/>
                  </a:cubicBezTo>
                  <a:cubicBezTo>
                    <a:pt x="481" y="13603"/>
                    <a:pt x="535" y="13471"/>
                    <a:pt x="635" y="13371"/>
                  </a:cubicBezTo>
                  <a:lnTo>
                    <a:pt x="1501" y="12504"/>
                  </a:lnTo>
                  <a:close/>
                  <a:moveTo>
                    <a:pt x="7834" y="462"/>
                  </a:moveTo>
                  <a:lnTo>
                    <a:pt x="7834" y="1608"/>
                  </a:lnTo>
                  <a:lnTo>
                    <a:pt x="9563" y="2287"/>
                  </a:lnTo>
                  <a:lnTo>
                    <a:pt x="9563" y="2917"/>
                  </a:lnTo>
                  <a:lnTo>
                    <a:pt x="8585" y="2917"/>
                  </a:lnTo>
                  <a:lnTo>
                    <a:pt x="8341" y="3560"/>
                  </a:lnTo>
                  <a:lnTo>
                    <a:pt x="8773" y="3725"/>
                  </a:lnTo>
                  <a:lnTo>
                    <a:pt x="8905" y="3379"/>
                  </a:lnTo>
                  <a:lnTo>
                    <a:pt x="10027" y="3379"/>
                  </a:lnTo>
                  <a:lnTo>
                    <a:pt x="10027" y="1971"/>
                  </a:lnTo>
                  <a:lnTo>
                    <a:pt x="8296" y="1290"/>
                  </a:lnTo>
                  <a:lnTo>
                    <a:pt x="8296" y="472"/>
                  </a:lnTo>
                  <a:cubicBezTo>
                    <a:pt x="12191" y="689"/>
                    <a:pt x="15294" y="3926"/>
                    <a:pt x="15294" y="7875"/>
                  </a:cubicBezTo>
                  <a:cubicBezTo>
                    <a:pt x="15293" y="8220"/>
                    <a:pt x="15270" y="8554"/>
                    <a:pt x="15224" y="8883"/>
                  </a:cubicBezTo>
                  <a:lnTo>
                    <a:pt x="13933" y="8883"/>
                  </a:lnTo>
                  <a:lnTo>
                    <a:pt x="13275" y="8512"/>
                  </a:lnTo>
                  <a:lnTo>
                    <a:pt x="13047" y="8915"/>
                  </a:lnTo>
                  <a:lnTo>
                    <a:pt x="13812" y="9345"/>
                  </a:lnTo>
                  <a:lnTo>
                    <a:pt x="15147" y="9345"/>
                  </a:lnTo>
                  <a:cubicBezTo>
                    <a:pt x="14552" y="12296"/>
                    <a:pt x="12200" y="14618"/>
                    <a:pt x="9235" y="15168"/>
                  </a:cubicBezTo>
                  <a:lnTo>
                    <a:pt x="8612" y="12807"/>
                  </a:lnTo>
                  <a:lnTo>
                    <a:pt x="10783" y="12807"/>
                  </a:lnTo>
                  <a:cubicBezTo>
                    <a:pt x="11285" y="12807"/>
                    <a:pt x="11694" y="12398"/>
                    <a:pt x="11694" y="11895"/>
                  </a:cubicBezTo>
                  <a:cubicBezTo>
                    <a:pt x="11694" y="11392"/>
                    <a:pt x="11285" y="10983"/>
                    <a:pt x="10783" y="10983"/>
                  </a:cubicBezTo>
                  <a:lnTo>
                    <a:pt x="9980" y="10983"/>
                  </a:lnTo>
                  <a:lnTo>
                    <a:pt x="9897" y="10609"/>
                  </a:lnTo>
                  <a:lnTo>
                    <a:pt x="9444" y="10709"/>
                  </a:lnTo>
                  <a:lnTo>
                    <a:pt x="9609" y="11447"/>
                  </a:lnTo>
                  <a:lnTo>
                    <a:pt x="10783" y="11447"/>
                  </a:lnTo>
                  <a:cubicBezTo>
                    <a:pt x="11030" y="11447"/>
                    <a:pt x="11231" y="11646"/>
                    <a:pt x="11231" y="11894"/>
                  </a:cubicBezTo>
                  <a:cubicBezTo>
                    <a:pt x="11231" y="12141"/>
                    <a:pt x="11031" y="12341"/>
                    <a:pt x="10783" y="12341"/>
                  </a:cubicBezTo>
                  <a:lnTo>
                    <a:pt x="8011" y="12341"/>
                  </a:lnTo>
                  <a:lnTo>
                    <a:pt x="8775" y="15237"/>
                  </a:lnTo>
                  <a:cubicBezTo>
                    <a:pt x="8482" y="15273"/>
                    <a:pt x="8182" y="15291"/>
                    <a:pt x="7880" y="15291"/>
                  </a:cubicBezTo>
                  <a:cubicBezTo>
                    <a:pt x="6518" y="15291"/>
                    <a:pt x="5197" y="14923"/>
                    <a:pt x="4041" y="14221"/>
                  </a:cubicBezTo>
                  <a:lnTo>
                    <a:pt x="6332" y="11940"/>
                  </a:lnTo>
                  <a:lnTo>
                    <a:pt x="6005" y="11612"/>
                  </a:lnTo>
                  <a:lnTo>
                    <a:pt x="2468" y="15136"/>
                  </a:lnTo>
                  <a:cubicBezTo>
                    <a:pt x="2366" y="15238"/>
                    <a:pt x="2230" y="15294"/>
                    <a:pt x="2086" y="15294"/>
                  </a:cubicBezTo>
                  <a:cubicBezTo>
                    <a:pt x="1944" y="15294"/>
                    <a:pt x="1807" y="15238"/>
                    <a:pt x="1706" y="15136"/>
                  </a:cubicBezTo>
                  <a:lnTo>
                    <a:pt x="1263" y="14696"/>
                  </a:lnTo>
                  <a:cubicBezTo>
                    <a:pt x="1429" y="14653"/>
                    <a:pt x="1582" y="14565"/>
                    <a:pt x="1706" y="14441"/>
                  </a:cubicBezTo>
                  <a:lnTo>
                    <a:pt x="1730" y="14416"/>
                  </a:lnTo>
                  <a:lnTo>
                    <a:pt x="2669" y="13477"/>
                  </a:lnTo>
                  <a:lnTo>
                    <a:pt x="2667" y="13476"/>
                  </a:lnTo>
                  <a:lnTo>
                    <a:pt x="4106" y="12034"/>
                  </a:lnTo>
                  <a:lnTo>
                    <a:pt x="3777" y="11707"/>
                  </a:lnTo>
                  <a:lnTo>
                    <a:pt x="2504" y="12984"/>
                  </a:lnTo>
                  <a:cubicBezTo>
                    <a:pt x="1189" y="11600"/>
                    <a:pt x="466" y="9795"/>
                    <a:pt x="466" y="7877"/>
                  </a:cubicBezTo>
                  <a:cubicBezTo>
                    <a:pt x="466" y="6336"/>
                    <a:pt x="938" y="4904"/>
                    <a:pt x="1745" y="3717"/>
                  </a:cubicBezTo>
                  <a:lnTo>
                    <a:pt x="2256" y="6070"/>
                  </a:lnTo>
                  <a:lnTo>
                    <a:pt x="4529" y="6070"/>
                  </a:lnTo>
                  <a:lnTo>
                    <a:pt x="4529" y="7768"/>
                  </a:lnTo>
                  <a:lnTo>
                    <a:pt x="6128" y="7768"/>
                  </a:lnTo>
                  <a:lnTo>
                    <a:pt x="6745" y="6070"/>
                  </a:lnTo>
                  <a:lnTo>
                    <a:pt x="7727" y="6070"/>
                  </a:lnTo>
                  <a:lnTo>
                    <a:pt x="7727" y="5607"/>
                  </a:lnTo>
                  <a:lnTo>
                    <a:pt x="6422" y="5607"/>
                  </a:lnTo>
                  <a:lnTo>
                    <a:pt x="5803" y="7306"/>
                  </a:lnTo>
                  <a:lnTo>
                    <a:pt x="4992" y="7306"/>
                  </a:lnTo>
                  <a:lnTo>
                    <a:pt x="4992" y="5607"/>
                  </a:lnTo>
                  <a:lnTo>
                    <a:pt x="2631" y="5607"/>
                  </a:lnTo>
                  <a:lnTo>
                    <a:pt x="2114" y="3223"/>
                  </a:lnTo>
                  <a:cubicBezTo>
                    <a:pt x="3286" y="1773"/>
                    <a:pt x="4995" y="771"/>
                    <a:pt x="6935" y="523"/>
                  </a:cubicBezTo>
                  <a:lnTo>
                    <a:pt x="6940" y="523"/>
                  </a:lnTo>
                  <a:cubicBezTo>
                    <a:pt x="6992" y="517"/>
                    <a:pt x="7044" y="509"/>
                    <a:pt x="7097" y="504"/>
                  </a:cubicBezTo>
                  <a:cubicBezTo>
                    <a:pt x="7113" y="503"/>
                    <a:pt x="7130" y="501"/>
                    <a:pt x="7146" y="499"/>
                  </a:cubicBezTo>
                  <a:cubicBezTo>
                    <a:pt x="7189" y="496"/>
                    <a:pt x="7233" y="492"/>
                    <a:pt x="7276" y="488"/>
                  </a:cubicBezTo>
                  <a:cubicBezTo>
                    <a:pt x="7302" y="486"/>
                    <a:pt x="7328" y="484"/>
                    <a:pt x="7354" y="482"/>
                  </a:cubicBezTo>
                  <a:cubicBezTo>
                    <a:pt x="7391" y="478"/>
                    <a:pt x="7427" y="476"/>
                    <a:pt x="7463" y="475"/>
                  </a:cubicBezTo>
                  <a:cubicBezTo>
                    <a:pt x="7497" y="473"/>
                    <a:pt x="7530" y="471"/>
                    <a:pt x="7563" y="470"/>
                  </a:cubicBezTo>
                  <a:lnTo>
                    <a:pt x="7656" y="466"/>
                  </a:lnTo>
                  <a:cubicBezTo>
                    <a:pt x="7696" y="465"/>
                    <a:pt x="7734" y="465"/>
                    <a:pt x="7773" y="463"/>
                  </a:cubicBezTo>
                  <a:cubicBezTo>
                    <a:pt x="7794" y="463"/>
                    <a:pt x="7813" y="463"/>
                    <a:pt x="7834" y="462"/>
                  </a:cubicBezTo>
                  <a:close/>
                  <a:moveTo>
                    <a:pt x="7881" y="1"/>
                  </a:moveTo>
                  <a:cubicBezTo>
                    <a:pt x="7809" y="1"/>
                    <a:pt x="7738" y="2"/>
                    <a:pt x="7668" y="4"/>
                  </a:cubicBezTo>
                  <a:cubicBezTo>
                    <a:pt x="7640" y="5"/>
                    <a:pt x="7612" y="6"/>
                    <a:pt x="7585" y="6"/>
                  </a:cubicBezTo>
                  <a:cubicBezTo>
                    <a:pt x="7541" y="7"/>
                    <a:pt x="7499" y="8"/>
                    <a:pt x="7458" y="11"/>
                  </a:cubicBezTo>
                  <a:cubicBezTo>
                    <a:pt x="7423" y="12"/>
                    <a:pt x="7388" y="15"/>
                    <a:pt x="7353" y="17"/>
                  </a:cubicBezTo>
                  <a:lnTo>
                    <a:pt x="7252" y="25"/>
                  </a:lnTo>
                  <a:cubicBezTo>
                    <a:pt x="7214" y="28"/>
                    <a:pt x="7173" y="32"/>
                    <a:pt x="7135" y="36"/>
                  </a:cubicBezTo>
                  <a:cubicBezTo>
                    <a:pt x="7106" y="38"/>
                    <a:pt x="7079" y="41"/>
                    <a:pt x="7050" y="43"/>
                  </a:cubicBezTo>
                  <a:cubicBezTo>
                    <a:pt x="7008" y="47"/>
                    <a:pt x="6964" y="52"/>
                    <a:pt x="6921" y="58"/>
                  </a:cubicBezTo>
                  <a:cubicBezTo>
                    <a:pt x="6899" y="60"/>
                    <a:pt x="6879" y="63"/>
                    <a:pt x="6857" y="66"/>
                  </a:cubicBezTo>
                  <a:cubicBezTo>
                    <a:pt x="6698" y="85"/>
                    <a:pt x="6538" y="110"/>
                    <a:pt x="6381" y="141"/>
                  </a:cubicBezTo>
                  <a:cubicBezTo>
                    <a:pt x="6362" y="145"/>
                    <a:pt x="6344" y="149"/>
                    <a:pt x="6324" y="152"/>
                  </a:cubicBezTo>
                  <a:lnTo>
                    <a:pt x="6216" y="175"/>
                  </a:lnTo>
                  <a:cubicBezTo>
                    <a:pt x="6181" y="183"/>
                    <a:pt x="6145" y="190"/>
                    <a:pt x="6112" y="198"/>
                  </a:cubicBezTo>
                  <a:cubicBezTo>
                    <a:pt x="6083" y="205"/>
                    <a:pt x="6055" y="212"/>
                    <a:pt x="6026" y="219"/>
                  </a:cubicBezTo>
                  <a:cubicBezTo>
                    <a:pt x="5980" y="231"/>
                    <a:pt x="5935" y="242"/>
                    <a:pt x="5889" y="254"/>
                  </a:cubicBezTo>
                  <a:cubicBezTo>
                    <a:pt x="5870" y="259"/>
                    <a:pt x="5853" y="263"/>
                    <a:pt x="5834" y="269"/>
                  </a:cubicBezTo>
                  <a:cubicBezTo>
                    <a:pt x="4513" y="621"/>
                    <a:pt x="3301" y="1315"/>
                    <a:pt x="2309" y="2308"/>
                  </a:cubicBezTo>
                  <a:cubicBezTo>
                    <a:pt x="2240" y="2377"/>
                    <a:pt x="2174" y="2445"/>
                    <a:pt x="2110" y="2515"/>
                  </a:cubicBezTo>
                  <a:lnTo>
                    <a:pt x="2104" y="2522"/>
                  </a:lnTo>
                  <a:cubicBezTo>
                    <a:pt x="2055" y="2574"/>
                    <a:pt x="2008" y="2625"/>
                    <a:pt x="1961" y="2678"/>
                  </a:cubicBezTo>
                  <a:lnTo>
                    <a:pt x="1957" y="2682"/>
                  </a:lnTo>
                  <a:cubicBezTo>
                    <a:pt x="1842" y="2814"/>
                    <a:pt x="1732" y="2948"/>
                    <a:pt x="1625" y="3086"/>
                  </a:cubicBezTo>
                  <a:lnTo>
                    <a:pt x="1611" y="3102"/>
                  </a:lnTo>
                  <a:cubicBezTo>
                    <a:pt x="566" y="4467"/>
                    <a:pt x="0" y="6128"/>
                    <a:pt x="0" y="7876"/>
                  </a:cubicBezTo>
                  <a:cubicBezTo>
                    <a:pt x="0" y="9401"/>
                    <a:pt x="431" y="10859"/>
                    <a:pt x="1233" y="12112"/>
                  </a:cubicBezTo>
                  <a:lnTo>
                    <a:pt x="305" y="13040"/>
                  </a:lnTo>
                  <a:cubicBezTo>
                    <a:pt x="118" y="13228"/>
                    <a:pt x="16" y="13476"/>
                    <a:pt x="16" y="13740"/>
                  </a:cubicBezTo>
                  <a:cubicBezTo>
                    <a:pt x="16" y="14003"/>
                    <a:pt x="119" y="14251"/>
                    <a:pt x="305" y="14439"/>
                  </a:cubicBezTo>
                  <a:cubicBezTo>
                    <a:pt x="363" y="14498"/>
                    <a:pt x="429" y="14547"/>
                    <a:pt x="497" y="14589"/>
                  </a:cubicBezTo>
                  <a:lnTo>
                    <a:pt x="1377" y="15462"/>
                  </a:lnTo>
                  <a:cubicBezTo>
                    <a:pt x="1566" y="15652"/>
                    <a:pt x="1817" y="15755"/>
                    <a:pt x="2084" y="15755"/>
                  </a:cubicBezTo>
                  <a:cubicBezTo>
                    <a:pt x="2352" y="15755"/>
                    <a:pt x="2603" y="15652"/>
                    <a:pt x="2793" y="15462"/>
                  </a:cubicBezTo>
                  <a:lnTo>
                    <a:pt x="3701" y="14557"/>
                  </a:lnTo>
                  <a:cubicBezTo>
                    <a:pt x="4952" y="15340"/>
                    <a:pt x="6392" y="15754"/>
                    <a:pt x="7877" y="15754"/>
                  </a:cubicBezTo>
                  <a:cubicBezTo>
                    <a:pt x="8219" y="15754"/>
                    <a:pt x="8558" y="15731"/>
                    <a:pt x="8893" y="15689"/>
                  </a:cubicBezTo>
                  <a:lnTo>
                    <a:pt x="8893" y="15692"/>
                  </a:lnTo>
                  <a:lnTo>
                    <a:pt x="9013" y="15673"/>
                  </a:lnTo>
                  <a:cubicBezTo>
                    <a:pt x="9760" y="15566"/>
                    <a:pt x="10482" y="15353"/>
                    <a:pt x="11160" y="15042"/>
                  </a:cubicBezTo>
                  <a:lnTo>
                    <a:pt x="11161" y="15042"/>
                  </a:lnTo>
                  <a:cubicBezTo>
                    <a:pt x="11208" y="15021"/>
                    <a:pt x="11253" y="14999"/>
                    <a:pt x="11300" y="14976"/>
                  </a:cubicBezTo>
                  <a:lnTo>
                    <a:pt x="11301" y="14976"/>
                  </a:lnTo>
                  <a:cubicBezTo>
                    <a:pt x="11432" y="14913"/>
                    <a:pt x="11559" y="14847"/>
                    <a:pt x="11686" y="14778"/>
                  </a:cubicBezTo>
                  <a:cubicBezTo>
                    <a:pt x="11696" y="14773"/>
                    <a:pt x="11706" y="14768"/>
                    <a:pt x="11714" y="14762"/>
                  </a:cubicBezTo>
                  <a:cubicBezTo>
                    <a:pt x="11748" y="14743"/>
                    <a:pt x="11784" y="14723"/>
                    <a:pt x="11817" y="14704"/>
                  </a:cubicBezTo>
                  <a:lnTo>
                    <a:pt x="11863" y="14677"/>
                  </a:lnTo>
                  <a:lnTo>
                    <a:pt x="11960" y="14619"/>
                  </a:lnTo>
                  <a:cubicBezTo>
                    <a:pt x="11976" y="14609"/>
                    <a:pt x="11993" y="14599"/>
                    <a:pt x="12008" y="14589"/>
                  </a:cubicBezTo>
                  <a:cubicBezTo>
                    <a:pt x="12115" y="14524"/>
                    <a:pt x="12218" y="14456"/>
                    <a:pt x="12321" y="14386"/>
                  </a:cubicBezTo>
                  <a:lnTo>
                    <a:pt x="12371" y="14351"/>
                  </a:lnTo>
                  <a:cubicBezTo>
                    <a:pt x="12400" y="14330"/>
                    <a:pt x="12430" y="14309"/>
                    <a:pt x="12458" y="14289"/>
                  </a:cubicBezTo>
                  <a:cubicBezTo>
                    <a:pt x="12477" y="14276"/>
                    <a:pt x="12493" y="14263"/>
                    <a:pt x="12511" y="14251"/>
                  </a:cubicBezTo>
                  <a:cubicBezTo>
                    <a:pt x="12540" y="14231"/>
                    <a:pt x="12570" y="14209"/>
                    <a:pt x="12598" y="14187"/>
                  </a:cubicBezTo>
                  <a:cubicBezTo>
                    <a:pt x="12613" y="14175"/>
                    <a:pt x="12628" y="14164"/>
                    <a:pt x="12643" y="14152"/>
                  </a:cubicBezTo>
                  <a:cubicBezTo>
                    <a:pt x="12745" y="14074"/>
                    <a:pt x="12847" y="13993"/>
                    <a:pt x="12945" y="13909"/>
                  </a:cubicBezTo>
                  <a:cubicBezTo>
                    <a:pt x="12957" y="13900"/>
                    <a:pt x="12969" y="13890"/>
                    <a:pt x="12980" y="13880"/>
                  </a:cubicBezTo>
                  <a:cubicBezTo>
                    <a:pt x="13011" y="13854"/>
                    <a:pt x="13041" y="13828"/>
                    <a:pt x="13071" y="13802"/>
                  </a:cubicBezTo>
                  <a:cubicBezTo>
                    <a:pt x="13083" y="13791"/>
                    <a:pt x="13095" y="13780"/>
                    <a:pt x="13107" y="13770"/>
                  </a:cubicBezTo>
                  <a:cubicBezTo>
                    <a:pt x="13138" y="13743"/>
                    <a:pt x="13169" y="13714"/>
                    <a:pt x="13198" y="13687"/>
                  </a:cubicBezTo>
                  <a:cubicBezTo>
                    <a:pt x="13207" y="13679"/>
                    <a:pt x="13214" y="13672"/>
                    <a:pt x="13222" y="13665"/>
                  </a:cubicBezTo>
                  <a:cubicBezTo>
                    <a:pt x="13299" y="13594"/>
                    <a:pt x="13373" y="13522"/>
                    <a:pt x="13449" y="13449"/>
                  </a:cubicBezTo>
                  <a:cubicBezTo>
                    <a:pt x="13472" y="13424"/>
                    <a:pt x="13497" y="13398"/>
                    <a:pt x="13522" y="13372"/>
                  </a:cubicBezTo>
                  <a:lnTo>
                    <a:pt x="13548" y="13347"/>
                  </a:lnTo>
                  <a:cubicBezTo>
                    <a:pt x="13576" y="13317"/>
                    <a:pt x="13605" y="13288"/>
                    <a:pt x="13633" y="13257"/>
                  </a:cubicBezTo>
                  <a:cubicBezTo>
                    <a:pt x="13643" y="13244"/>
                    <a:pt x="13653" y="13234"/>
                    <a:pt x="13664" y="13222"/>
                  </a:cubicBezTo>
                  <a:cubicBezTo>
                    <a:pt x="13693" y="13191"/>
                    <a:pt x="13720" y="13161"/>
                    <a:pt x="13749" y="13130"/>
                  </a:cubicBezTo>
                  <a:cubicBezTo>
                    <a:pt x="13756" y="13123"/>
                    <a:pt x="13762" y="13114"/>
                    <a:pt x="13770" y="13107"/>
                  </a:cubicBezTo>
                  <a:cubicBezTo>
                    <a:pt x="13859" y="13005"/>
                    <a:pt x="13947" y="12902"/>
                    <a:pt x="14031" y="12797"/>
                  </a:cubicBezTo>
                  <a:cubicBezTo>
                    <a:pt x="14041" y="12784"/>
                    <a:pt x="14054" y="12771"/>
                    <a:pt x="14064" y="12757"/>
                  </a:cubicBezTo>
                  <a:cubicBezTo>
                    <a:pt x="14087" y="12727"/>
                    <a:pt x="14112" y="12696"/>
                    <a:pt x="14134" y="12667"/>
                  </a:cubicBezTo>
                  <a:cubicBezTo>
                    <a:pt x="14147" y="12653"/>
                    <a:pt x="14157" y="12637"/>
                    <a:pt x="14168" y="12623"/>
                  </a:cubicBezTo>
                  <a:lnTo>
                    <a:pt x="14238" y="12530"/>
                  </a:lnTo>
                  <a:cubicBezTo>
                    <a:pt x="14246" y="12519"/>
                    <a:pt x="14252" y="12509"/>
                    <a:pt x="14260" y="12499"/>
                  </a:cubicBezTo>
                  <a:cubicBezTo>
                    <a:pt x="14339" y="12390"/>
                    <a:pt x="14416" y="12279"/>
                    <a:pt x="14489" y="12167"/>
                  </a:cubicBezTo>
                  <a:cubicBezTo>
                    <a:pt x="14496" y="12155"/>
                    <a:pt x="14503" y="12143"/>
                    <a:pt x="14511" y="12132"/>
                  </a:cubicBezTo>
                  <a:cubicBezTo>
                    <a:pt x="14535" y="12098"/>
                    <a:pt x="14556" y="12062"/>
                    <a:pt x="14578" y="12027"/>
                  </a:cubicBezTo>
                  <a:cubicBezTo>
                    <a:pt x="14584" y="12017"/>
                    <a:pt x="14589" y="12007"/>
                    <a:pt x="14597" y="11997"/>
                  </a:cubicBezTo>
                  <a:cubicBezTo>
                    <a:pt x="15153" y="11093"/>
                    <a:pt x="15519" y="10088"/>
                    <a:pt x="15673" y="9029"/>
                  </a:cubicBezTo>
                  <a:lnTo>
                    <a:pt x="15698" y="8880"/>
                  </a:lnTo>
                  <a:lnTo>
                    <a:pt x="15694" y="8880"/>
                  </a:lnTo>
                  <a:cubicBezTo>
                    <a:pt x="15735" y="8553"/>
                    <a:pt x="15757" y="8217"/>
                    <a:pt x="15757" y="7879"/>
                  </a:cubicBezTo>
                  <a:cubicBezTo>
                    <a:pt x="15757" y="5774"/>
                    <a:pt x="14938" y="3796"/>
                    <a:pt x="13450" y="2308"/>
                  </a:cubicBezTo>
                  <a:cubicBezTo>
                    <a:pt x="12060" y="919"/>
                    <a:pt x="10244" y="113"/>
                    <a:pt x="8296" y="12"/>
                  </a:cubicBezTo>
                  <a:lnTo>
                    <a:pt x="8296" y="10"/>
                  </a:lnTo>
                  <a:lnTo>
                    <a:pt x="8090" y="5"/>
                  </a:lnTo>
                  <a:cubicBezTo>
                    <a:pt x="8081" y="5"/>
                    <a:pt x="8071" y="5"/>
                    <a:pt x="8062" y="4"/>
                  </a:cubicBezTo>
                  <a:cubicBezTo>
                    <a:pt x="7997" y="2"/>
                    <a:pt x="7939" y="1"/>
                    <a:pt x="78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6"/>
            <p:cNvSpPr/>
            <p:nvPr/>
          </p:nvSpPr>
          <p:spPr>
            <a:xfrm>
              <a:off x="6073994" y="1179823"/>
              <a:ext cx="236629" cy="233542"/>
            </a:xfrm>
            <a:custGeom>
              <a:rect b="b" l="l" r="r" t="t"/>
              <a:pathLst>
                <a:path extrusionOk="0" h="7036" w="7129">
                  <a:moveTo>
                    <a:pt x="6060" y="460"/>
                  </a:moveTo>
                  <a:cubicBezTo>
                    <a:pt x="6191" y="460"/>
                    <a:pt x="6321" y="510"/>
                    <a:pt x="6421" y="610"/>
                  </a:cubicBezTo>
                  <a:cubicBezTo>
                    <a:pt x="6620" y="808"/>
                    <a:pt x="6620" y="1132"/>
                    <a:pt x="6421" y="1331"/>
                  </a:cubicBezTo>
                  <a:lnTo>
                    <a:pt x="5206" y="2546"/>
                  </a:lnTo>
                  <a:lnTo>
                    <a:pt x="6354" y="4657"/>
                  </a:lnTo>
                  <a:lnTo>
                    <a:pt x="6202" y="4807"/>
                  </a:lnTo>
                  <a:lnTo>
                    <a:pt x="4575" y="3180"/>
                  </a:lnTo>
                  <a:lnTo>
                    <a:pt x="2860" y="4895"/>
                  </a:lnTo>
                  <a:lnTo>
                    <a:pt x="3274" y="5878"/>
                  </a:lnTo>
                  <a:lnTo>
                    <a:pt x="2927" y="6225"/>
                  </a:lnTo>
                  <a:lnTo>
                    <a:pt x="2283" y="4749"/>
                  </a:lnTo>
                  <a:lnTo>
                    <a:pt x="807" y="4105"/>
                  </a:lnTo>
                  <a:lnTo>
                    <a:pt x="1154" y="3758"/>
                  </a:lnTo>
                  <a:lnTo>
                    <a:pt x="2137" y="4173"/>
                  </a:lnTo>
                  <a:lnTo>
                    <a:pt x="3852" y="2457"/>
                  </a:lnTo>
                  <a:lnTo>
                    <a:pt x="2225" y="829"/>
                  </a:lnTo>
                  <a:lnTo>
                    <a:pt x="2377" y="678"/>
                  </a:lnTo>
                  <a:lnTo>
                    <a:pt x="4484" y="1825"/>
                  </a:lnTo>
                  <a:lnTo>
                    <a:pt x="5699" y="610"/>
                  </a:lnTo>
                  <a:cubicBezTo>
                    <a:pt x="5799" y="510"/>
                    <a:pt x="5930" y="460"/>
                    <a:pt x="6060" y="460"/>
                  </a:cubicBezTo>
                  <a:close/>
                  <a:moveTo>
                    <a:pt x="6062" y="0"/>
                  </a:moveTo>
                  <a:cubicBezTo>
                    <a:pt x="5812" y="0"/>
                    <a:pt x="5563" y="95"/>
                    <a:pt x="5373" y="284"/>
                  </a:cubicBezTo>
                  <a:lnTo>
                    <a:pt x="4404" y="1254"/>
                  </a:lnTo>
                  <a:lnTo>
                    <a:pt x="2295" y="107"/>
                  </a:lnTo>
                  <a:lnTo>
                    <a:pt x="1572" y="830"/>
                  </a:lnTo>
                  <a:lnTo>
                    <a:pt x="3200" y="2457"/>
                  </a:lnTo>
                  <a:lnTo>
                    <a:pt x="2032" y="3624"/>
                  </a:lnTo>
                  <a:lnTo>
                    <a:pt x="1050" y="3210"/>
                  </a:lnTo>
                  <a:lnTo>
                    <a:pt x="0" y="4259"/>
                  </a:lnTo>
                  <a:lnTo>
                    <a:pt x="1933" y="5102"/>
                  </a:lnTo>
                  <a:lnTo>
                    <a:pt x="2775" y="7035"/>
                  </a:lnTo>
                  <a:lnTo>
                    <a:pt x="3824" y="5985"/>
                  </a:lnTo>
                  <a:lnTo>
                    <a:pt x="3409" y="5003"/>
                  </a:lnTo>
                  <a:lnTo>
                    <a:pt x="4576" y="3835"/>
                  </a:lnTo>
                  <a:lnTo>
                    <a:pt x="6204" y="5463"/>
                  </a:lnTo>
                  <a:lnTo>
                    <a:pt x="6926" y="4740"/>
                  </a:lnTo>
                  <a:lnTo>
                    <a:pt x="5780" y="2632"/>
                  </a:lnTo>
                  <a:lnTo>
                    <a:pt x="6749" y="1661"/>
                  </a:lnTo>
                  <a:cubicBezTo>
                    <a:pt x="7129" y="1281"/>
                    <a:pt x="7129" y="665"/>
                    <a:pt x="6749" y="284"/>
                  </a:cubicBezTo>
                  <a:cubicBezTo>
                    <a:pt x="6560" y="95"/>
                    <a:pt x="6311" y="0"/>
                    <a:pt x="6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6"/>
            <p:cNvSpPr/>
            <p:nvPr/>
          </p:nvSpPr>
          <p:spPr>
            <a:xfrm>
              <a:off x="6018596" y="1416054"/>
              <a:ext cx="21774" cy="21774"/>
            </a:xfrm>
            <a:custGeom>
              <a:rect b="b" l="l" r="r" t="t"/>
              <a:pathLst>
                <a:path extrusionOk="0" h="656" w="656">
                  <a:moveTo>
                    <a:pt x="328" y="1"/>
                  </a:moveTo>
                  <a:lnTo>
                    <a:pt x="1" y="329"/>
                  </a:lnTo>
                  <a:lnTo>
                    <a:pt x="328" y="655"/>
                  </a:lnTo>
                  <a:lnTo>
                    <a:pt x="656" y="328"/>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6"/>
            <p:cNvSpPr/>
            <p:nvPr/>
          </p:nvSpPr>
          <p:spPr>
            <a:xfrm>
              <a:off x="6040337" y="1394346"/>
              <a:ext cx="21774" cy="21708"/>
            </a:xfrm>
            <a:custGeom>
              <a:rect b="b" l="l" r="r" t="t"/>
              <a:pathLst>
                <a:path extrusionOk="0" h="654" w="656">
                  <a:moveTo>
                    <a:pt x="327" y="0"/>
                  </a:moveTo>
                  <a:lnTo>
                    <a:pt x="1" y="327"/>
                  </a:lnTo>
                  <a:lnTo>
                    <a:pt x="327" y="654"/>
                  </a:lnTo>
                  <a:lnTo>
                    <a:pt x="655" y="327"/>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6"/>
            <p:cNvSpPr/>
            <p:nvPr/>
          </p:nvSpPr>
          <p:spPr>
            <a:xfrm>
              <a:off x="6062078" y="1355510"/>
              <a:ext cx="38736" cy="38802"/>
            </a:xfrm>
            <a:custGeom>
              <a:rect b="b" l="l" r="r" t="t"/>
              <a:pathLst>
                <a:path extrusionOk="0" h="1169" w="1167">
                  <a:moveTo>
                    <a:pt x="839" y="1"/>
                  </a:moveTo>
                  <a:lnTo>
                    <a:pt x="0" y="841"/>
                  </a:lnTo>
                  <a:lnTo>
                    <a:pt x="327" y="1168"/>
                  </a:lnTo>
                  <a:lnTo>
                    <a:pt x="1167" y="327"/>
                  </a:lnTo>
                  <a:lnTo>
                    <a:pt x="8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6"/>
            <p:cNvSpPr/>
            <p:nvPr/>
          </p:nvSpPr>
          <p:spPr>
            <a:xfrm>
              <a:off x="6114323" y="1391292"/>
              <a:ext cx="21741" cy="21741"/>
            </a:xfrm>
            <a:custGeom>
              <a:rect b="b" l="l" r="r" t="t"/>
              <a:pathLst>
                <a:path extrusionOk="0" h="655" w="655">
                  <a:moveTo>
                    <a:pt x="328" y="0"/>
                  </a:moveTo>
                  <a:lnTo>
                    <a:pt x="0" y="327"/>
                  </a:lnTo>
                  <a:lnTo>
                    <a:pt x="327" y="655"/>
                  </a:lnTo>
                  <a:lnTo>
                    <a:pt x="655" y="328"/>
                  </a:lnTo>
                  <a:lnTo>
                    <a:pt x="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6"/>
            <p:cNvSpPr/>
            <p:nvPr/>
          </p:nvSpPr>
          <p:spPr>
            <a:xfrm>
              <a:off x="6092515" y="1412967"/>
              <a:ext cx="21774" cy="21774"/>
            </a:xfrm>
            <a:custGeom>
              <a:rect b="b" l="l" r="r" t="t"/>
              <a:pathLst>
                <a:path extrusionOk="0" h="656" w="656">
                  <a:moveTo>
                    <a:pt x="328" y="1"/>
                  </a:moveTo>
                  <a:lnTo>
                    <a:pt x="0" y="328"/>
                  </a:lnTo>
                  <a:lnTo>
                    <a:pt x="327" y="655"/>
                  </a:lnTo>
                  <a:lnTo>
                    <a:pt x="655" y="329"/>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6"/>
            <p:cNvSpPr/>
            <p:nvPr/>
          </p:nvSpPr>
          <p:spPr>
            <a:xfrm>
              <a:off x="6296218" y="1422460"/>
              <a:ext cx="45009" cy="51382"/>
            </a:xfrm>
            <a:custGeom>
              <a:rect b="b" l="l" r="r" t="t"/>
              <a:pathLst>
                <a:path extrusionOk="0" h="1548" w="1356">
                  <a:moveTo>
                    <a:pt x="961" y="0"/>
                  </a:moveTo>
                  <a:cubicBezTo>
                    <a:pt x="692" y="441"/>
                    <a:pt x="368" y="850"/>
                    <a:pt x="0" y="1220"/>
                  </a:cubicBezTo>
                  <a:lnTo>
                    <a:pt x="327" y="1547"/>
                  </a:lnTo>
                  <a:cubicBezTo>
                    <a:pt x="723" y="1152"/>
                    <a:pt x="1067" y="713"/>
                    <a:pt x="1356" y="240"/>
                  </a:cubicBezTo>
                  <a:lnTo>
                    <a:pt x="9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6"/>
            <p:cNvSpPr/>
            <p:nvPr/>
          </p:nvSpPr>
          <p:spPr>
            <a:xfrm>
              <a:off x="6053215" y="1092692"/>
              <a:ext cx="19949" cy="19949"/>
            </a:xfrm>
            <a:custGeom>
              <a:rect b="b" l="l" r="r" t="t"/>
              <a:pathLst>
                <a:path extrusionOk="0" h="601" w="601">
                  <a:moveTo>
                    <a:pt x="448" y="1"/>
                  </a:moveTo>
                  <a:cubicBezTo>
                    <a:pt x="298" y="53"/>
                    <a:pt x="146" y="111"/>
                    <a:pt x="0" y="174"/>
                  </a:cubicBezTo>
                  <a:lnTo>
                    <a:pt x="182" y="601"/>
                  </a:lnTo>
                  <a:cubicBezTo>
                    <a:pt x="320" y="542"/>
                    <a:pt x="460" y="488"/>
                    <a:pt x="600" y="438"/>
                  </a:cubicBezTo>
                  <a:lnTo>
                    <a:pt x="4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6"/>
            <p:cNvSpPr/>
            <p:nvPr/>
          </p:nvSpPr>
          <p:spPr>
            <a:xfrm>
              <a:off x="5980789" y="1105139"/>
              <a:ext cx="65024" cy="53274"/>
            </a:xfrm>
            <a:custGeom>
              <a:rect b="b" l="l" r="r" t="t"/>
              <a:pathLst>
                <a:path extrusionOk="0" h="1605" w="1959">
                  <a:moveTo>
                    <a:pt x="1747" y="0"/>
                  </a:moveTo>
                  <a:cubicBezTo>
                    <a:pt x="1106" y="331"/>
                    <a:pt x="517" y="760"/>
                    <a:pt x="0" y="1278"/>
                  </a:cubicBezTo>
                  <a:lnTo>
                    <a:pt x="327" y="1604"/>
                  </a:lnTo>
                  <a:cubicBezTo>
                    <a:pt x="811" y="1121"/>
                    <a:pt x="1359" y="720"/>
                    <a:pt x="1959" y="413"/>
                  </a:cubicBezTo>
                  <a:lnTo>
                    <a:pt x="17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6"/>
            <p:cNvSpPr/>
            <p:nvPr/>
          </p:nvSpPr>
          <p:spPr>
            <a:xfrm>
              <a:off x="5915765" y="1260845"/>
              <a:ext cx="17858" cy="17492"/>
            </a:xfrm>
            <a:custGeom>
              <a:rect b="b" l="l" r="r" t="t"/>
              <a:pathLst>
                <a:path extrusionOk="0" h="527" w="538">
                  <a:moveTo>
                    <a:pt x="85" y="0"/>
                  </a:moveTo>
                  <a:cubicBezTo>
                    <a:pt x="51" y="152"/>
                    <a:pt x="23" y="305"/>
                    <a:pt x="1" y="458"/>
                  </a:cubicBezTo>
                  <a:lnTo>
                    <a:pt x="460" y="527"/>
                  </a:lnTo>
                  <a:cubicBezTo>
                    <a:pt x="480" y="385"/>
                    <a:pt x="507" y="241"/>
                    <a:pt x="537" y="101"/>
                  </a:cubicBezTo>
                  <a:lnTo>
                    <a:pt x="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6"/>
            <p:cNvSpPr/>
            <p:nvPr/>
          </p:nvSpPr>
          <p:spPr>
            <a:xfrm>
              <a:off x="5913209" y="1291847"/>
              <a:ext cx="31998" cy="107975"/>
            </a:xfrm>
            <a:custGeom>
              <a:rect b="b" l="l" r="r" t="t"/>
              <a:pathLst>
                <a:path extrusionOk="0" h="3253" w="964">
                  <a:moveTo>
                    <a:pt x="24" y="0"/>
                  </a:moveTo>
                  <a:cubicBezTo>
                    <a:pt x="8" y="187"/>
                    <a:pt x="0" y="379"/>
                    <a:pt x="0" y="568"/>
                  </a:cubicBezTo>
                  <a:cubicBezTo>
                    <a:pt x="0" y="1500"/>
                    <a:pt x="180" y="2404"/>
                    <a:pt x="536" y="3253"/>
                  </a:cubicBezTo>
                  <a:lnTo>
                    <a:pt x="964" y="3074"/>
                  </a:lnTo>
                  <a:cubicBezTo>
                    <a:pt x="633" y="2282"/>
                    <a:pt x="464" y="1439"/>
                    <a:pt x="464" y="568"/>
                  </a:cubicBezTo>
                  <a:cubicBezTo>
                    <a:pt x="464" y="390"/>
                    <a:pt x="473" y="212"/>
                    <a:pt x="485" y="37"/>
                  </a:cubicBezTo>
                  <a:lnTo>
                    <a:pt x="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6"/>
            <p:cNvSpPr/>
            <p:nvPr/>
          </p:nvSpPr>
          <p:spPr>
            <a:xfrm>
              <a:off x="6076151" y="1516560"/>
              <a:ext cx="18721" cy="18853"/>
            </a:xfrm>
            <a:custGeom>
              <a:rect b="b" l="l" r="r" t="t"/>
              <a:pathLst>
                <a:path extrusionOk="0" h="568" w="564">
                  <a:moveTo>
                    <a:pt x="136" y="1"/>
                  </a:moveTo>
                  <a:lnTo>
                    <a:pt x="0" y="445"/>
                  </a:lnTo>
                  <a:cubicBezTo>
                    <a:pt x="151" y="491"/>
                    <a:pt x="305" y="532"/>
                    <a:pt x="458" y="568"/>
                  </a:cubicBezTo>
                  <a:lnTo>
                    <a:pt x="564" y="117"/>
                  </a:lnTo>
                  <a:cubicBezTo>
                    <a:pt x="420" y="83"/>
                    <a:pt x="276" y="44"/>
                    <a:pt x="1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6"/>
            <p:cNvSpPr/>
            <p:nvPr/>
          </p:nvSpPr>
          <p:spPr>
            <a:xfrm>
              <a:off x="6106921" y="1523265"/>
              <a:ext cx="36976" cy="18156"/>
            </a:xfrm>
            <a:custGeom>
              <a:rect b="b" l="l" r="r" t="t"/>
              <a:pathLst>
                <a:path extrusionOk="0" h="547" w="1114">
                  <a:moveTo>
                    <a:pt x="74" y="1"/>
                  </a:moveTo>
                  <a:lnTo>
                    <a:pt x="1" y="459"/>
                  </a:lnTo>
                  <a:cubicBezTo>
                    <a:pt x="367" y="517"/>
                    <a:pt x="740" y="547"/>
                    <a:pt x="1114" y="547"/>
                  </a:cubicBezTo>
                  <a:lnTo>
                    <a:pt x="1114" y="83"/>
                  </a:lnTo>
                  <a:cubicBezTo>
                    <a:pt x="766" y="83"/>
                    <a:pt x="416" y="55"/>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6"/>
            <p:cNvSpPr/>
            <p:nvPr/>
          </p:nvSpPr>
          <p:spPr>
            <a:xfrm>
              <a:off x="6143930" y="1541388"/>
              <a:ext cx="33" cy="33"/>
            </a:xfrm>
            <a:custGeom>
              <a:rect b="b" l="l" r="r" t="t"/>
              <a:pathLst>
                <a:path extrusionOk="0" h="1" w="1">
                  <a:moveTo>
                    <a:pt x="1" y="1"/>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6"/>
            <p:cNvSpPr/>
            <p:nvPr/>
          </p:nvSpPr>
          <p:spPr>
            <a:xfrm>
              <a:off x="6334356" y="1202759"/>
              <a:ext cx="20579" cy="20579"/>
            </a:xfrm>
            <a:custGeom>
              <a:rect b="b" l="l" r="r" t="t"/>
              <a:pathLst>
                <a:path extrusionOk="0" h="620" w="620">
                  <a:moveTo>
                    <a:pt x="410" y="1"/>
                  </a:moveTo>
                  <a:lnTo>
                    <a:pt x="0" y="218"/>
                  </a:lnTo>
                  <a:cubicBezTo>
                    <a:pt x="69" y="348"/>
                    <a:pt x="136" y="483"/>
                    <a:pt x="196" y="620"/>
                  </a:cubicBezTo>
                  <a:lnTo>
                    <a:pt x="620" y="431"/>
                  </a:lnTo>
                  <a:cubicBezTo>
                    <a:pt x="554" y="286"/>
                    <a:pt x="484" y="141"/>
                    <a:pt x="4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6"/>
            <p:cNvSpPr/>
            <p:nvPr/>
          </p:nvSpPr>
          <p:spPr>
            <a:xfrm>
              <a:off x="6296217" y="1147559"/>
              <a:ext cx="43814" cy="49556"/>
            </a:xfrm>
            <a:custGeom>
              <a:rect b="b" l="l" r="r" t="t"/>
              <a:pathLst>
                <a:path extrusionOk="0" h="1493" w="1320">
                  <a:moveTo>
                    <a:pt x="327" y="1"/>
                  </a:moveTo>
                  <a:lnTo>
                    <a:pt x="0" y="328"/>
                  </a:lnTo>
                  <a:cubicBezTo>
                    <a:pt x="354" y="682"/>
                    <a:pt x="666" y="1074"/>
                    <a:pt x="927" y="1493"/>
                  </a:cubicBezTo>
                  <a:lnTo>
                    <a:pt x="1320" y="1247"/>
                  </a:lnTo>
                  <a:cubicBezTo>
                    <a:pt x="1040" y="799"/>
                    <a:pt x="706" y="378"/>
                    <a:pt x="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6"/>
            <p:cNvSpPr/>
            <p:nvPr/>
          </p:nvSpPr>
          <p:spPr>
            <a:xfrm>
              <a:off x="6346405" y="1231802"/>
              <a:ext cx="19418" cy="19384"/>
            </a:xfrm>
            <a:custGeom>
              <a:rect b="b" l="l" r="r" t="t"/>
              <a:pathLst>
                <a:path extrusionOk="0" h="584" w="585">
                  <a:moveTo>
                    <a:pt x="437" y="0"/>
                  </a:moveTo>
                  <a:lnTo>
                    <a:pt x="0" y="158"/>
                  </a:lnTo>
                  <a:cubicBezTo>
                    <a:pt x="51" y="298"/>
                    <a:pt x="97" y="441"/>
                    <a:pt x="139" y="584"/>
                  </a:cubicBezTo>
                  <a:lnTo>
                    <a:pt x="584" y="456"/>
                  </a:lnTo>
                  <a:cubicBezTo>
                    <a:pt x="540" y="304"/>
                    <a:pt x="490" y="150"/>
                    <a:pt x="4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6"/>
            <p:cNvSpPr/>
            <p:nvPr/>
          </p:nvSpPr>
          <p:spPr>
            <a:xfrm>
              <a:off x="6354537" y="1262372"/>
              <a:ext cx="20148" cy="48328"/>
            </a:xfrm>
            <a:custGeom>
              <a:rect b="b" l="l" r="r" t="t"/>
              <a:pathLst>
                <a:path extrusionOk="0" h="1456" w="607">
                  <a:moveTo>
                    <a:pt x="453" y="1"/>
                  </a:moveTo>
                  <a:lnTo>
                    <a:pt x="0" y="97"/>
                  </a:lnTo>
                  <a:cubicBezTo>
                    <a:pt x="94" y="541"/>
                    <a:pt x="142" y="998"/>
                    <a:pt x="142" y="1456"/>
                  </a:cubicBezTo>
                  <a:lnTo>
                    <a:pt x="605" y="1456"/>
                  </a:lnTo>
                  <a:cubicBezTo>
                    <a:pt x="606" y="966"/>
                    <a:pt x="555" y="476"/>
                    <a:pt x="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6"/>
            <p:cNvSpPr/>
            <p:nvPr/>
          </p:nvSpPr>
          <p:spPr>
            <a:xfrm>
              <a:off x="6008074" y="1204551"/>
              <a:ext cx="41059" cy="15401"/>
            </a:xfrm>
            <a:custGeom>
              <a:rect b="b" l="l" r="r" t="t"/>
              <a:pathLst>
                <a:path extrusionOk="0" h="464" w="1237">
                  <a:moveTo>
                    <a:pt x="0" y="0"/>
                  </a:moveTo>
                  <a:lnTo>
                    <a:pt x="0" y="464"/>
                  </a:lnTo>
                  <a:lnTo>
                    <a:pt x="1236" y="464"/>
                  </a:lnTo>
                  <a:lnTo>
                    <a:pt x="12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66"/>
          <p:cNvGrpSpPr/>
          <p:nvPr/>
        </p:nvGrpSpPr>
        <p:grpSpPr>
          <a:xfrm>
            <a:off x="5300822" y="1429120"/>
            <a:ext cx="462606" cy="461725"/>
            <a:chOff x="5251683" y="1049741"/>
            <a:chExt cx="523014" cy="522018"/>
          </a:xfrm>
        </p:grpSpPr>
        <p:sp>
          <p:nvSpPr>
            <p:cNvPr id="5546" name="Google Shape;5546;p66"/>
            <p:cNvSpPr/>
            <p:nvPr/>
          </p:nvSpPr>
          <p:spPr>
            <a:xfrm>
              <a:off x="5251683" y="1049741"/>
              <a:ext cx="523014" cy="522018"/>
            </a:xfrm>
            <a:custGeom>
              <a:rect b="b" l="l" r="r" t="t"/>
              <a:pathLst>
                <a:path extrusionOk="0" h="15727" w="15757">
                  <a:moveTo>
                    <a:pt x="5042" y="1648"/>
                  </a:moveTo>
                  <a:lnTo>
                    <a:pt x="5042" y="1648"/>
                  </a:lnTo>
                  <a:cubicBezTo>
                    <a:pt x="4875" y="1834"/>
                    <a:pt x="4718" y="2053"/>
                    <a:pt x="4576" y="2305"/>
                  </a:cubicBezTo>
                  <a:cubicBezTo>
                    <a:pt x="4438" y="2547"/>
                    <a:pt x="4320" y="2811"/>
                    <a:pt x="4220" y="3091"/>
                  </a:cubicBezTo>
                  <a:lnTo>
                    <a:pt x="3177" y="3091"/>
                  </a:lnTo>
                  <a:cubicBezTo>
                    <a:pt x="3644" y="2447"/>
                    <a:pt x="4290" y="1939"/>
                    <a:pt x="5042" y="1648"/>
                  </a:cubicBezTo>
                  <a:close/>
                  <a:moveTo>
                    <a:pt x="6292" y="1395"/>
                  </a:moveTo>
                  <a:lnTo>
                    <a:pt x="6292" y="3091"/>
                  </a:lnTo>
                  <a:lnTo>
                    <a:pt x="4714" y="3091"/>
                  </a:lnTo>
                  <a:cubicBezTo>
                    <a:pt x="4793" y="2894"/>
                    <a:pt x="4881" y="2706"/>
                    <a:pt x="4979" y="2533"/>
                  </a:cubicBezTo>
                  <a:cubicBezTo>
                    <a:pt x="5344" y="1887"/>
                    <a:pt x="5803" y="1491"/>
                    <a:pt x="6292" y="1395"/>
                  </a:cubicBezTo>
                  <a:close/>
                  <a:moveTo>
                    <a:pt x="6754" y="1395"/>
                  </a:moveTo>
                  <a:cubicBezTo>
                    <a:pt x="7194" y="1483"/>
                    <a:pt x="7617" y="1819"/>
                    <a:pt x="7964" y="2363"/>
                  </a:cubicBezTo>
                  <a:cubicBezTo>
                    <a:pt x="8102" y="2583"/>
                    <a:pt x="8225" y="2827"/>
                    <a:pt x="8330" y="3091"/>
                  </a:cubicBezTo>
                  <a:lnTo>
                    <a:pt x="6754" y="3091"/>
                  </a:lnTo>
                  <a:lnTo>
                    <a:pt x="6754" y="1395"/>
                  </a:lnTo>
                  <a:close/>
                  <a:moveTo>
                    <a:pt x="7995" y="1641"/>
                  </a:moveTo>
                  <a:lnTo>
                    <a:pt x="7995" y="1641"/>
                  </a:lnTo>
                  <a:cubicBezTo>
                    <a:pt x="8753" y="1928"/>
                    <a:pt x="9407" y="2434"/>
                    <a:pt x="9880" y="3091"/>
                  </a:cubicBezTo>
                  <a:lnTo>
                    <a:pt x="8823" y="3091"/>
                  </a:lnTo>
                  <a:cubicBezTo>
                    <a:pt x="8696" y="2734"/>
                    <a:pt x="8538" y="2404"/>
                    <a:pt x="8355" y="2115"/>
                  </a:cubicBezTo>
                  <a:cubicBezTo>
                    <a:pt x="8242" y="1939"/>
                    <a:pt x="8122" y="1781"/>
                    <a:pt x="7995" y="1641"/>
                  </a:cubicBezTo>
                  <a:close/>
                  <a:moveTo>
                    <a:pt x="14370" y="1386"/>
                  </a:moveTo>
                  <a:lnTo>
                    <a:pt x="14370" y="4713"/>
                  </a:lnTo>
                  <a:lnTo>
                    <a:pt x="14369" y="4713"/>
                  </a:lnTo>
                  <a:cubicBezTo>
                    <a:pt x="13813" y="3995"/>
                    <a:pt x="12969" y="3576"/>
                    <a:pt x="12040" y="3576"/>
                  </a:cubicBezTo>
                  <a:cubicBezTo>
                    <a:pt x="11604" y="3576"/>
                    <a:pt x="11185" y="3669"/>
                    <a:pt x="10807" y="3842"/>
                  </a:cubicBezTo>
                  <a:cubicBezTo>
                    <a:pt x="10515" y="3091"/>
                    <a:pt x="10033" y="2430"/>
                    <a:pt x="9400" y="1922"/>
                  </a:cubicBezTo>
                  <a:cubicBezTo>
                    <a:pt x="9139" y="1712"/>
                    <a:pt x="8859" y="1534"/>
                    <a:pt x="8565" y="1386"/>
                  </a:cubicBezTo>
                  <a:close/>
                  <a:moveTo>
                    <a:pt x="4072" y="3555"/>
                  </a:moveTo>
                  <a:cubicBezTo>
                    <a:pt x="3929" y="4088"/>
                    <a:pt x="3844" y="4669"/>
                    <a:pt x="3827" y="5273"/>
                  </a:cubicBezTo>
                  <a:lnTo>
                    <a:pt x="2396" y="5273"/>
                  </a:lnTo>
                  <a:cubicBezTo>
                    <a:pt x="2431" y="4658"/>
                    <a:pt x="2604" y="4074"/>
                    <a:pt x="2885" y="3555"/>
                  </a:cubicBezTo>
                  <a:close/>
                  <a:moveTo>
                    <a:pt x="6292" y="3555"/>
                  </a:moveTo>
                  <a:lnTo>
                    <a:pt x="6292" y="5273"/>
                  </a:lnTo>
                  <a:lnTo>
                    <a:pt x="4290" y="5273"/>
                  </a:lnTo>
                  <a:cubicBezTo>
                    <a:pt x="4308" y="4664"/>
                    <a:pt x="4399" y="4082"/>
                    <a:pt x="4555" y="3555"/>
                  </a:cubicBezTo>
                  <a:close/>
                  <a:moveTo>
                    <a:pt x="3828" y="5735"/>
                  </a:moveTo>
                  <a:cubicBezTo>
                    <a:pt x="3844" y="6339"/>
                    <a:pt x="3929" y="6921"/>
                    <a:pt x="4074" y="7454"/>
                  </a:cubicBezTo>
                  <a:lnTo>
                    <a:pt x="2886" y="7454"/>
                  </a:lnTo>
                  <a:cubicBezTo>
                    <a:pt x="2605" y="6934"/>
                    <a:pt x="2432" y="6350"/>
                    <a:pt x="2398" y="5735"/>
                  </a:cubicBezTo>
                  <a:close/>
                  <a:moveTo>
                    <a:pt x="6292" y="5735"/>
                  </a:moveTo>
                  <a:lnTo>
                    <a:pt x="6292" y="7454"/>
                  </a:lnTo>
                  <a:lnTo>
                    <a:pt x="4555" y="7454"/>
                  </a:lnTo>
                  <a:cubicBezTo>
                    <a:pt x="4400" y="6927"/>
                    <a:pt x="4308" y="6344"/>
                    <a:pt x="4290" y="5735"/>
                  </a:cubicBezTo>
                  <a:close/>
                  <a:moveTo>
                    <a:pt x="10165" y="3552"/>
                  </a:moveTo>
                  <a:cubicBezTo>
                    <a:pt x="10253" y="3717"/>
                    <a:pt x="10331" y="3890"/>
                    <a:pt x="10397" y="4069"/>
                  </a:cubicBezTo>
                  <a:cubicBezTo>
                    <a:pt x="10032" y="4313"/>
                    <a:pt x="9721" y="4642"/>
                    <a:pt x="9489" y="5041"/>
                  </a:cubicBezTo>
                  <a:cubicBezTo>
                    <a:pt x="8954" y="5959"/>
                    <a:pt x="8949" y="7058"/>
                    <a:pt x="9473" y="7983"/>
                  </a:cubicBezTo>
                  <a:lnTo>
                    <a:pt x="9617" y="8237"/>
                  </a:lnTo>
                  <a:cubicBezTo>
                    <a:pt x="9174" y="8738"/>
                    <a:pt x="8615" y="9122"/>
                    <a:pt x="7998" y="9359"/>
                  </a:cubicBezTo>
                  <a:cubicBezTo>
                    <a:pt x="8040" y="9316"/>
                    <a:pt x="8081" y="9269"/>
                    <a:pt x="8120" y="9220"/>
                  </a:cubicBezTo>
                  <a:cubicBezTo>
                    <a:pt x="8549" y="8685"/>
                    <a:pt x="8874" y="7951"/>
                    <a:pt x="9056" y="7095"/>
                  </a:cubicBezTo>
                  <a:lnTo>
                    <a:pt x="8604" y="6998"/>
                  </a:lnTo>
                  <a:cubicBezTo>
                    <a:pt x="8570" y="7156"/>
                    <a:pt x="8531" y="7309"/>
                    <a:pt x="8487" y="7454"/>
                  </a:cubicBezTo>
                  <a:lnTo>
                    <a:pt x="6753" y="7454"/>
                  </a:lnTo>
                  <a:lnTo>
                    <a:pt x="6753" y="5735"/>
                  </a:lnTo>
                  <a:lnTo>
                    <a:pt x="8633" y="5735"/>
                  </a:lnTo>
                  <a:lnTo>
                    <a:pt x="8633" y="5272"/>
                  </a:lnTo>
                  <a:lnTo>
                    <a:pt x="6753" y="5272"/>
                  </a:lnTo>
                  <a:lnTo>
                    <a:pt x="6753" y="3553"/>
                  </a:lnTo>
                  <a:lnTo>
                    <a:pt x="8487" y="3553"/>
                  </a:lnTo>
                  <a:cubicBezTo>
                    <a:pt x="8616" y="3990"/>
                    <a:pt x="8702" y="4467"/>
                    <a:pt x="8736" y="4964"/>
                  </a:cubicBezTo>
                  <a:lnTo>
                    <a:pt x="9199" y="4931"/>
                  </a:lnTo>
                  <a:cubicBezTo>
                    <a:pt x="9163" y="4450"/>
                    <a:pt x="9085" y="3985"/>
                    <a:pt x="8967" y="3552"/>
                  </a:cubicBezTo>
                  <a:close/>
                  <a:moveTo>
                    <a:pt x="4220" y="7917"/>
                  </a:moveTo>
                  <a:cubicBezTo>
                    <a:pt x="4321" y="8198"/>
                    <a:pt x="4440" y="8462"/>
                    <a:pt x="4576" y="8703"/>
                  </a:cubicBezTo>
                  <a:cubicBezTo>
                    <a:pt x="4718" y="8955"/>
                    <a:pt x="4875" y="9175"/>
                    <a:pt x="5042" y="9361"/>
                  </a:cubicBezTo>
                  <a:cubicBezTo>
                    <a:pt x="4290" y="9069"/>
                    <a:pt x="3644" y="8561"/>
                    <a:pt x="3177" y="7917"/>
                  </a:cubicBezTo>
                  <a:close/>
                  <a:moveTo>
                    <a:pt x="8331" y="7916"/>
                  </a:moveTo>
                  <a:cubicBezTo>
                    <a:pt x="7958" y="8860"/>
                    <a:pt x="7383" y="9488"/>
                    <a:pt x="6754" y="9612"/>
                  </a:cubicBezTo>
                  <a:lnTo>
                    <a:pt x="6754" y="7916"/>
                  </a:lnTo>
                  <a:close/>
                  <a:moveTo>
                    <a:pt x="6289" y="7917"/>
                  </a:moveTo>
                  <a:lnTo>
                    <a:pt x="6289" y="9613"/>
                  </a:lnTo>
                  <a:cubicBezTo>
                    <a:pt x="5803" y="9518"/>
                    <a:pt x="5344" y="9122"/>
                    <a:pt x="4979" y="8475"/>
                  </a:cubicBezTo>
                  <a:cubicBezTo>
                    <a:pt x="4881" y="8302"/>
                    <a:pt x="4793" y="8115"/>
                    <a:pt x="4714" y="7917"/>
                  </a:cubicBezTo>
                  <a:close/>
                  <a:moveTo>
                    <a:pt x="9857" y="8661"/>
                  </a:moveTo>
                  <a:lnTo>
                    <a:pt x="10402" y="9620"/>
                  </a:lnTo>
                  <a:lnTo>
                    <a:pt x="8558" y="9620"/>
                  </a:lnTo>
                  <a:cubicBezTo>
                    <a:pt x="9041" y="9380"/>
                    <a:pt x="9484" y="9057"/>
                    <a:pt x="9857" y="8661"/>
                  </a:cubicBezTo>
                  <a:close/>
                  <a:moveTo>
                    <a:pt x="14369" y="8407"/>
                  </a:moveTo>
                  <a:lnTo>
                    <a:pt x="14369" y="9621"/>
                  </a:lnTo>
                  <a:lnTo>
                    <a:pt x="13681" y="9621"/>
                  </a:lnTo>
                  <a:lnTo>
                    <a:pt x="14369" y="8407"/>
                  </a:lnTo>
                  <a:close/>
                  <a:moveTo>
                    <a:pt x="4479" y="1389"/>
                  </a:moveTo>
                  <a:cubicBezTo>
                    <a:pt x="3983" y="1634"/>
                    <a:pt x="3531" y="1970"/>
                    <a:pt x="3147" y="2387"/>
                  </a:cubicBezTo>
                  <a:cubicBezTo>
                    <a:pt x="2362" y="3237"/>
                    <a:pt x="1927" y="4346"/>
                    <a:pt x="1927" y="5505"/>
                  </a:cubicBezTo>
                  <a:cubicBezTo>
                    <a:pt x="1927" y="6664"/>
                    <a:pt x="2360" y="7771"/>
                    <a:pt x="3147" y="8623"/>
                  </a:cubicBezTo>
                  <a:cubicBezTo>
                    <a:pt x="3531" y="9039"/>
                    <a:pt x="3983" y="9375"/>
                    <a:pt x="4479" y="9622"/>
                  </a:cubicBezTo>
                  <a:lnTo>
                    <a:pt x="1388" y="9622"/>
                  </a:lnTo>
                  <a:lnTo>
                    <a:pt x="1388" y="1389"/>
                  </a:lnTo>
                  <a:close/>
                  <a:moveTo>
                    <a:pt x="15293" y="462"/>
                  </a:moveTo>
                  <a:lnTo>
                    <a:pt x="15295" y="10546"/>
                  </a:lnTo>
                  <a:lnTo>
                    <a:pt x="13155" y="10546"/>
                  </a:lnTo>
                  <a:lnTo>
                    <a:pt x="13418" y="10082"/>
                  </a:lnTo>
                  <a:lnTo>
                    <a:pt x="14832" y="10082"/>
                  </a:lnTo>
                  <a:lnTo>
                    <a:pt x="14832" y="7493"/>
                  </a:lnTo>
                  <a:cubicBezTo>
                    <a:pt x="15052" y="6865"/>
                    <a:pt x="15052" y="6189"/>
                    <a:pt x="14832" y="5562"/>
                  </a:cubicBezTo>
                  <a:lnTo>
                    <a:pt x="14832" y="925"/>
                  </a:lnTo>
                  <a:lnTo>
                    <a:pt x="925" y="925"/>
                  </a:lnTo>
                  <a:lnTo>
                    <a:pt x="925" y="10082"/>
                  </a:lnTo>
                  <a:lnTo>
                    <a:pt x="10664" y="10082"/>
                  </a:lnTo>
                  <a:lnTo>
                    <a:pt x="10927" y="10546"/>
                  </a:lnTo>
                  <a:lnTo>
                    <a:pt x="462" y="10546"/>
                  </a:lnTo>
                  <a:lnTo>
                    <a:pt x="462" y="462"/>
                  </a:lnTo>
                  <a:close/>
                  <a:moveTo>
                    <a:pt x="12040" y="4041"/>
                  </a:moveTo>
                  <a:cubicBezTo>
                    <a:pt x="12937" y="4041"/>
                    <a:pt x="13741" y="4503"/>
                    <a:pt x="14193" y="5278"/>
                  </a:cubicBezTo>
                  <a:cubicBezTo>
                    <a:pt x="14643" y="6052"/>
                    <a:pt x="14649" y="6979"/>
                    <a:pt x="14206" y="7759"/>
                  </a:cubicBezTo>
                  <a:lnTo>
                    <a:pt x="12040" y="11573"/>
                  </a:lnTo>
                  <a:lnTo>
                    <a:pt x="9876" y="7759"/>
                  </a:lnTo>
                  <a:cubicBezTo>
                    <a:pt x="9433" y="6979"/>
                    <a:pt x="9438" y="6052"/>
                    <a:pt x="9890" y="5278"/>
                  </a:cubicBezTo>
                  <a:cubicBezTo>
                    <a:pt x="10341" y="4503"/>
                    <a:pt x="11145" y="4041"/>
                    <a:pt x="12040" y="4041"/>
                  </a:cubicBezTo>
                  <a:close/>
                  <a:moveTo>
                    <a:pt x="9035" y="11007"/>
                  </a:moveTo>
                  <a:lnTo>
                    <a:pt x="9035" y="13480"/>
                  </a:lnTo>
                  <a:lnTo>
                    <a:pt x="11825" y="14837"/>
                  </a:lnTo>
                  <a:lnTo>
                    <a:pt x="11825" y="15262"/>
                  </a:lnTo>
                  <a:lnTo>
                    <a:pt x="3932" y="15262"/>
                  </a:lnTo>
                  <a:lnTo>
                    <a:pt x="3932" y="14837"/>
                  </a:lnTo>
                  <a:lnTo>
                    <a:pt x="6723" y="13480"/>
                  </a:lnTo>
                  <a:lnTo>
                    <a:pt x="6723" y="11007"/>
                  </a:lnTo>
                  <a:close/>
                  <a:moveTo>
                    <a:pt x="1" y="0"/>
                  </a:moveTo>
                  <a:lnTo>
                    <a:pt x="1" y="11008"/>
                  </a:lnTo>
                  <a:lnTo>
                    <a:pt x="6260" y="11008"/>
                  </a:lnTo>
                  <a:lnTo>
                    <a:pt x="6260" y="13191"/>
                  </a:lnTo>
                  <a:lnTo>
                    <a:pt x="3469" y="14549"/>
                  </a:lnTo>
                  <a:lnTo>
                    <a:pt x="3469" y="15727"/>
                  </a:lnTo>
                  <a:lnTo>
                    <a:pt x="12288" y="15727"/>
                  </a:lnTo>
                  <a:lnTo>
                    <a:pt x="12288" y="14549"/>
                  </a:lnTo>
                  <a:lnTo>
                    <a:pt x="9497" y="13191"/>
                  </a:lnTo>
                  <a:lnTo>
                    <a:pt x="9497" y="11008"/>
                  </a:lnTo>
                  <a:lnTo>
                    <a:pt x="11189" y="11008"/>
                  </a:lnTo>
                  <a:lnTo>
                    <a:pt x="12041" y="12511"/>
                  </a:lnTo>
                  <a:lnTo>
                    <a:pt x="12893" y="11008"/>
                  </a:lnTo>
                  <a:lnTo>
                    <a:pt x="15756" y="11008"/>
                  </a:lnTo>
                  <a:lnTo>
                    <a:pt x="157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6"/>
            <p:cNvSpPr/>
            <p:nvPr/>
          </p:nvSpPr>
          <p:spPr>
            <a:xfrm>
              <a:off x="5592437" y="1213480"/>
              <a:ext cx="117833" cy="117767"/>
            </a:xfrm>
            <a:custGeom>
              <a:rect b="b" l="l" r="r" t="t"/>
              <a:pathLst>
                <a:path extrusionOk="0" h="3548" w="3550">
                  <a:moveTo>
                    <a:pt x="1774" y="462"/>
                  </a:moveTo>
                  <a:cubicBezTo>
                    <a:pt x="2497" y="462"/>
                    <a:pt x="3086" y="1050"/>
                    <a:pt x="3086" y="1773"/>
                  </a:cubicBezTo>
                  <a:cubicBezTo>
                    <a:pt x="3086" y="2497"/>
                    <a:pt x="2497" y="3084"/>
                    <a:pt x="1774" y="3084"/>
                  </a:cubicBezTo>
                  <a:cubicBezTo>
                    <a:pt x="1053" y="3084"/>
                    <a:pt x="464" y="2496"/>
                    <a:pt x="464" y="1773"/>
                  </a:cubicBezTo>
                  <a:cubicBezTo>
                    <a:pt x="464" y="1050"/>
                    <a:pt x="1053" y="462"/>
                    <a:pt x="1774" y="462"/>
                  </a:cubicBezTo>
                  <a:close/>
                  <a:moveTo>
                    <a:pt x="1774" y="0"/>
                  </a:moveTo>
                  <a:cubicBezTo>
                    <a:pt x="797" y="0"/>
                    <a:pt x="1" y="795"/>
                    <a:pt x="1" y="1774"/>
                  </a:cubicBezTo>
                  <a:cubicBezTo>
                    <a:pt x="1" y="2751"/>
                    <a:pt x="796" y="3547"/>
                    <a:pt x="1774" y="3547"/>
                  </a:cubicBezTo>
                  <a:cubicBezTo>
                    <a:pt x="2753" y="3547"/>
                    <a:pt x="3549" y="2752"/>
                    <a:pt x="3549" y="1774"/>
                  </a:cubicBezTo>
                  <a:cubicBezTo>
                    <a:pt x="3549" y="795"/>
                    <a:pt x="2753"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6"/>
            <p:cNvSpPr/>
            <p:nvPr/>
          </p:nvSpPr>
          <p:spPr>
            <a:xfrm>
              <a:off x="5643155" y="1111147"/>
              <a:ext cx="15368" cy="15368"/>
            </a:xfrm>
            <a:custGeom>
              <a:rect b="b" l="l" r="r" t="t"/>
              <a:pathLst>
                <a:path extrusionOk="0" h="463" w="463">
                  <a:moveTo>
                    <a:pt x="0" y="0"/>
                  </a:moveTo>
                  <a:lnTo>
                    <a:pt x="0" y="463"/>
                  </a:lnTo>
                  <a:lnTo>
                    <a:pt x="463" y="463"/>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6"/>
            <p:cNvSpPr/>
            <p:nvPr/>
          </p:nvSpPr>
          <p:spPr>
            <a:xfrm>
              <a:off x="5673858" y="1111147"/>
              <a:ext cx="39433" cy="51681"/>
            </a:xfrm>
            <a:custGeom>
              <a:rect b="b" l="l" r="r" t="t"/>
              <a:pathLst>
                <a:path extrusionOk="0" h="1557" w="1188">
                  <a:moveTo>
                    <a:pt x="1" y="0"/>
                  </a:moveTo>
                  <a:lnTo>
                    <a:pt x="1" y="464"/>
                  </a:lnTo>
                  <a:lnTo>
                    <a:pt x="726" y="464"/>
                  </a:lnTo>
                  <a:lnTo>
                    <a:pt x="726" y="1557"/>
                  </a:lnTo>
                  <a:lnTo>
                    <a:pt x="1187" y="1557"/>
                  </a:lnTo>
                  <a:lnTo>
                    <a:pt x="11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6"/>
            <p:cNvSpPr/>
            <p:nvPr/>
          </p:nvSpPr>
          <p:spPr>
            <a:xfrm>
              <a:off x="5467633" y="1527680"/>
              <a:ext cx="19484" cy="15435"/>
            </a:xfrm>
            <a:custGeom>
              <a:rect b="b" l="l" r="r" t="t"/>
              <a:pathLst>
                <a:path extrusionOk="0" h="465" w="587">
                  <a:moveTo>
                    <a:pt x="1" y="1"/>
                  </a:moveTo>
                  <a:lnTo>
                    <a:pt x="1" y="464"/>
                  </a:lnTo>
                  <a:lnTo>
                    <a:pt x="587" y="464"/>
                  </a:lnTo>
                  <a:lnTo>
                    <a:pt x="5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6"/>
            <p:cNvSpPr/>
            <p:nvPr/>
          </p:nvSpPr>
          <p:spPr>
            <a:xfrm>
              <a:off x="5505506" y="1527680"/>
              <a:ext cx="64526" cy="15435"/>
            </a:xfrm>
            <a:custGeom>
              <a:rect b="b" l="l" r="r" t="t"/>
              <a:pathLst>
                <a:path extrusionOk="0" h="465" w="1944">
                  <a:moveTo>
                    <a:pt x="0" y="1"/>
                  </a:moveTo>
                  <a:lnTo>
                    <a:pt x="0" y="464"/>
                  </a:lnTo>
                  <a:lnTo>
                    <a:pt x="1943" y="464"/>
                  </a:lnTo>
                  <a:lnTo>
                    <a:pt x="19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6"/>
            <p:cNvSpPr/>
            <p:nvPr/>
          </p:nvSpPr>
          <p:spPr>
            <a:xfrm>
              <a:off x="5643653" y="1353187"/>
              <a:ext cx="15401" cy="34819"/>
            </a:xfrm>
            <a:custGeom>
              <a:rect b="b" l="l" r="r" t="t"/>
              <a:pathLst>
                <a:path extrusionOk="0" h="1049" w="464">
                  <a:moveTo>
                    <a:pt x="1" y="0"/>
                  </a:moveTo>
                  <a:lnTo>
                    <a:pt x="1" y="1049"/>
                  </a:lnTo>
                  <a:lnTo>
                    <a:pt x="463" y="1049"/>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6"/>
            <p:cNvSpPr/>
            <p:nvPr/>
          </p:nvSpPr>
          <p:spPr>
            <a:xfrm>
              <a:off x="5492694" y="1433015"/>
              <a:ext cx="15401" cy="30769"/>
            </a:xfrm>
            <a:custGeom>
              <a:rect b="b" l="l" r="r" t="t"/>
              <a:pathLst>
                <a:path extrusionOk="0" h="927" w="464">
                  <a:moveTo>
                    <a:pt x="1" y="1"/>
                  </a:moveTo>
                  <a:lnTo>
                    <a:pt x="1" y="926"/>
                  </a:lnTo>
                  <a:lnTo>
                    <a:pt x="464" y="926"/>
                  </a:lnTo>
                  <a:lnTo>
                    <a:pt x="4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66"/>
          <p:cNvGrpSpPr/>
          <p:nvPr/>
        </p:nvGrpSpPr>
        <p:grpSpPr>
          <a:xfrm>
            <a:off x="4657822" y="1430309"/>
            <a:ext cx="462635" cy="459347"/>
            <a:chOff x="4620926" y="1051069"/>
            <a:chExt cx="523047" cy="519330"/>
          </a:xfrm>
        </p:grpSpPr>
        <p:sp>
          <p:nvSpPr>
            <p:cNvPr id="5555" name="Google Shape;5555;p66"/>
            <p:cNvSpPr/>
            <p:nvPr/>
          </p:nvSpPr>
          <p:spPr>
            <a:xfrm>
              <a:off x="4620926" y="1051069"/>
              <a:ext cx="523047" cy="519330"/>
            </a:xfrm>
            <a:custGeom>
              <a:rect b="b" l="l" r="r" t="t"/>
              <a:pathLst>
                <a:path extrusionOk="0" h="15646" w="15758">
                  <a:moveTo>
                    <a:pt x="7878" y="606"/>
                  </a:moveTo>
                  <a:lnTo>
                    <a:pt x="12749" y="4742"/>
                  </a:lnTo>
                  <a:lnTo>
                    <a:pt x="3008" y="4742"/>
                  </a:lnTo>
                  <a:lnTo>
                    <a:pt x="7878" y="606"/>
                  </a:lnTo>
                  <a:close/>
                  <a:moveTo>
                    <a:pt x="15296" y="5202"/>
                  </a:moveTo>
                  <a:lnTo>
                    <a:pt x="15296" y="15185"/>
                  </a:lnTo>
                  <a:lnTo>
                    <a:pt x="461" y="15185"/>
                  </a:lnTo>
                  <a:lnTo>
                    <a:pt x="461" y="5202"/>
                  </a:lnTo>
                  <a:close/>
                  <a:moveTo>
                    <a:pt x="7878" y="1"/>
                  </a:moveTo>
                  <a:lnTo>
                    <a:pt x="2297" y="4741"/>
                  </a:lnTo>
                  <a:lnTo>
                    <a:pt x="1" y="4741"/>
                  </a:lnTo>
                  <a:lnTo>
                    <a:pt x="1" y="15645"/>
                  </a:lnTo>
                  <a:lnTo>
                    <a:pt x="15757" y="15645"/>
                  </a:lnTo>
                  <a:lnTo>
                    <a:pt x="15757" y="4741"/>
                  </a:lnTo>
                  <a:lnTo>
                    <a:pt x="13462" y="4741"/>
                  </a:lnTo>
                  <a:lnTo>
                    <a:pt x="78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6"/>
            <p:cNvSpPr/>
            <p:nvPr/>
          </p:nvSpPr>
          <p:spPr>
            <a:xfrm>
              <a:off x="4874781" y="1092228"/>
              <a:ext cx="15302" cy="15302"/>
            </a:xfrm>
            <a:custGeom>
              <a:rect b="b" l="l" r="r" t="t"/>
              <a:pathLst>
                <a:path extrusionOk="0" h="461" w="461">
                  <a:moveTo>
                    <a:pt x="1" y="0"/>
                  </a:moveTo>
                  <a:lnTo>
                    <a:pt x="1" y="461"/>
                  </a:lnTo>
                  <a:lnTo>
                    <a:pt x="461" y="46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6"/>
            <p:cNvSpPr/>
            <p:nvPr/>
          </p:nvSpPr>
          <p:spPr>
            <a:xfrm>
              <a:off x="4656608" y="1244083"/>
              <a:ext cx="451650" cy="290600"/>
            </a:xfrm>
            <a:custGeom>
              <a:rect b="b" l="l" r="r" t="t"/>
              <a:pathLst>
                <a:path extrusionOk="0" h="8755" w="13607">
                  <a:moveTo>
                    <a:pt x="4841" y="462"/>
                  </a:moveTo>
                  <a:lnTo>
                    <a:pt x="3398" y="1906"/>
                  </a:lnTo>
                  <a:lnTo>
                    <a:pt x="462" y="1906"/>
                  </a:lnTo>
                  <a:lnTo>
                    <a:pt x="462" y="462"/>
                  </a:lnTo>
                  <a:close/>
                  <a:moveTo>
                    <a:pt x="9491" y="462"/>
                  </a:moveTo>
                  <a:lnTo>
                    <a:pt x="9491" y="1906"/>
                  </a:lnTo>
                  <a:lnTo>
                    <a:pt x="6004" y="1906"/>
                  </a:lnTo>
                  <a:lnTo>
                    <a:pt x="7447" y="462"/>
                  </a:lnTo>
                  <a:close/>
                  <a:moveTo>
                    <a:pt x="13147" y="462"/>
                  </a:moveTo>
                  <a:lnTo>
                    <a:pt x="13147" y="1906"/>
                  </a:lnTo>
                  <a:lnTo>
                    <a:pt x="11335" y="1906"/>
                  </a:lnTo>
                  <a:lnTo>
                    <a:pt x="11335" y="462"/>
                  </a:lnTo>
                  <a:close/>
                  <a:moveTo>
                    <a:pt x="1862" y="3441"/>
                  </a:moveTo>
                  <a:lnTo>
                    <a:pt x="462" y="4842"/>
                  </a:lnTo>
                  <a:lnTo>
                    <a:pt x="462" y="3441"/>
                  </a:lnTo>
                  <a:close/>
                  <a:moveTo>
                    <a:pt x="13147" y="3441"/>
                  </a:moveTo>
                  <a:lnTo>
                    <a:pt x="13147" y="5622"/>
                  </a:lnTo>
                  <a:lnTo>
                    <a:pt x="11335" y="5622"/>
                  </a:lnTo>
                  <a:lnTo>
                    <a:pt x="11335" y="3441"/>
                  </a:lnTo>
                  <a:close/>
                  <a:moveTo>
                    <a:pt x="9491" y="7158"/>
                  </a:moveTo>
                  <a:lnTo>
                    <a:pt x="9491" y="8295"/>
                  </a:lnTo>
                  <a:lnTo>
                    <a:pt x="462" y="8295"/>
                  </a:lnTo>
                  <a:lnTo>
                    <a:pt x="462" y="7448"/>
                  </a:lnTo>
                  <a:lnTo>
                    <a:pt x="751" y="7158"/>
                  </a:lnTo>
                  <a:close/>
                  <a:moveTo>
                    <a:pt x="13147" y="7158"/>
                  </a:moveTo>
                  <a:lnTo>
                    <a:pt x="13147" y="8295"/>
                  </a:lnTo>
                  <a:lnTo>
                    <a:pt x="11335" y="8295"/>
                  </a:lnTo>
                  <a:lnTo>
                    <a:pt x="11335" y="7158"/>
                  </a:lnTo>
                  <a:close/>
                  <a:moveTo>
                    <a:pt x="10873" y="463"/>
                  </a:moveTo>
                  <a:lnTo>
                    <a:pt x="10873" y="2367"/>
                  </a:lnTo>
                  <a:lnTo>
                    <a:pt x="13146" y="2367"/>
                  </a:lnTo>
                  <a:lnTo>
                    <a:pt x="13147" y="2981"/>
                  </a:lnTo>
                  <a:lnTo>
                    <a:pt x="10875" y="2981"/>
                  </a:lnTo>
                  <a:lnTo>
                    <a:pt x="10875" y="6084"/>
                  </a:lnTo>
                  <a:lnTo>
                    <a:pt x="13147" y="6084"/>
                  </a:lnTo>
                  <a:lnTo>
                    <a:pt x="13147" y="6698"/>
                  </a:lnTo>
                  <a:lnTo>
                    <a:pt x="10875" y="6698"/>
                  </a:lnTo>
                  <a:lnTo>
                    <a:pt x="10875" y="8296"/>
                  </a:lnTo>
                  <a:lnTo>
                    <a:pt x="9953" y="8296"/>
                  </a:lnTo>
                  <a:lnTo>
                    <a:pt x="9953" y="6698"/>
                  </a:lnTo>
                  <a:lnTo>
                    <a:pt x="561" y="6698"/>
                  </a:lnTo>
                  <a:lnTo>
                    <a:pt x="463" y="6796"/>
                  </a:lnTo>
                  <a:lnTo>
                    <a:pt x="463" y="5493"/>
                  </a:lnTo>
                  <a:lnTo>
                    <a:pt x="2975" y="2981"/>
                  </a:lnTo>
                  <a:lnTo>
                    <a:pt x="463" y="2981"/>
                  </a:lnTo>
                  <a:lnTo>
                    <a:pt x="463" y="2367"/>
                  </a:lnTo>
                  <a:lnTo>
                    <a:pt x="3588" y="2367"/>
                  </a:lnTo>
                  <a:lnTo>
                    <a:pt x="5492" y="463"/>
                  </a:lnTo>
                  <a:lnTo>
                    <a:pt x="6795" y="463"/>
                  </a:lnTo>
                  <a:lnTo>
                    <a:pt x="4890" y="2367"/>
                  </a:lnTo>
                  <a:lnTo>
                    <a:pt x="9951" y="2367"/>
                  </a:lnTo>
                  <a:lnTo>
                    <a:pt x="9951" y="463"/>
                  </a:lnTo>
                  <a:close/>
                  <a:moveTo>
                    <a:pt x="0" y="1"/>
                  </a:moveTo>
                  <a:lnTo>
                    <a:pt x="0" y="2"/>
                  </a:lnTo>
                  <a:lnTo>
                    <a:pt x="0" y="8755"/>
                  </a:lnTo>
                  <a:lnTo>
                    <a:pt x="13607" y="8755"/>
                  </a:lnTo>
                  <a:lnTo>
                    <a:pt x="136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6"/>
            <p:cNvSpPr/>
            <p:nvPr/>
          </p:nvSpPr>
          <p:spPr>
            <a:xfrm>
              <a:off x="4695576" y="1343030"/>
              <a:ext cx="291364" cy="102996"/>
            </a:xfrm>
            <a:custGeom>
              <a:rect b="b" l="l" r="r" t="t"/>
              <a:pathLst>
                <a:path extrusionOk="0" h="3103" w="8778">
                  <a:moveTo>
                    <a:pt x="8317" y="460"/>
                  </a:moveTo>
                  <a:lnTo>
                    <a:pt x="8317" y="2641"/>
                  </a:lnTo>
                  <a:lnTo>
                    <a:pt x="1113" y="2641"/>
                  </a:lnTo>
                  <a:lnTo>
                    <a:pt x="3294" y="460"/>
                  </a:lnTo>
                  <a:close/>
                  <a:moveTo>
                    <a:pt x="3103" y="0"/>
                  </a:moveTo>
                  <a:lnTo>
                    <a:pt x="0" y="3103"/>
                  </a:lnTo>
                  <a:lnTo>
                    <a:pt x="8777" y="3103"/>
                  </a:lnTo>
                  <a:lnTo>
                    <a:pt x="87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6"/>
            <p:cNvSpPr/>
            <p:nvPr/>
          </p:nvSpPr>
          <p:spPr>
            <a:xfrm>
              <a:off x="4804978" y="1401117"/>
              <a:ext cx="63199" cy="15335"/>
            </a:xfrm>
            <a:custGeom>
              <a:rect b="b" l="l" r="r" t="t"/>
              <a:pathLst>
                <a:path extrusionOk="0" h="462" w="1904">
                  <a:moveTo>
                    <a:pt x="0" y="1"/>
                  </a:moveTo>
                  <a:lnTo>
                    <a:pt x="0" y="461"/>
                  </a:lnTo>
                  <a:lnTo>
                    <a:pt x="1904" y="461"/>
                  </a:lnTo>
                  <a:lnTo>
                    <a:pt x="19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6"/>
            <p:cNvSpPr/>
            <p:nvPr/>
          </p:nvSpPr>
          <p:spPr>
            <a:xfrm>
              <a:off x="4883478" y="1401117"/>
              <a:ext cx="15302" cy="15335"/>
            </a:xfrm>
            <a:custGeom>
              <a:rect b="b" l="l" r="r" t="t"/>
              <a:pathLst>
                <a:path extrusionOk="0" h="462" w="461">
                  <a:moveTo>
                    <a:pt x="0" y="1"/>
                  </a:moveTo>
                  <a:lnTo>
                    <a:pt x="0" y="461"/>
                  </a:lnTo>
                  <a:lnTo>
                    <a:pt x="460" y="461"/>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6"/>
            <p:cNvSpPr/>
            <p:nvPr/>
          </p:nvSpPr>
          <p:spPr>
            <a:xfrm>
              <a:off x="4934960" y="1377185"/>
              <a:ext cx="15302" cy="32628"/>
            </a:xfrm>
            <a:custGeom>
              <a:rect b="b" l="l" r="r" t="t"/>
              <a:pathLst>
                <a:path extrusionOk="0" h="983" w="461">
                  <a:moveTo>
                    <a:pt x="0" y="0"/>
                  </a:moveTo>
                  <a:lnTo>
                    <a:pt x="0" y="983"/>
                  </a:lnTo>
                  <a:lnTo>
                    <a:pt x="461" y="983"/>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6"/>
            <p:cNvSpPr/>
            <p:nvPr/>
          </p:nvSpPr>
          <p:spPr>
            <a:xfrm>
              <a:off x="4716221" y="1491865"/>
              <a:ext cx="44909" cy="15302"/>
            </a:xfrm>
            <a:custGeom>
              <a:rect b="b" l="l" r="r" t="t"/>
              <a:pathLst>
                <a:path extrusionOk="0" h="461" w="1353">
                  <a:moveTo>
                    <a:pt x="1" y="0"/>
                  </a:moveTo>
                  <a:lnTo>
                    <a:pt x="1" y="460"/>
                  </a:lnTo>
                  <a:lnTo>
                    <a:pt x="1352" y="460"/>
                  </a:lnTo>
                  <a:lnTo>
                    <a:pt x="13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6"/>
            <p:cNvSpPr/>
            <p:nvPr/>
          </p:nvSpPr>
          <p:spPr>
            <a:xfrm>
              <a:off x="4693850" y="1273691"/>
              <a:ext cx="28546" cy="15302"/>
            </a:xfrm>
            <a:custGeom>
              <a:rect b="b" l="l" r="r" t="t"/>
              <a:pathLst>
                <a:path extrusionOk="0" h="461" w="860">
                  <a:moveTo>
                    <a:pt x="1" y="0"/>
                  </a:moveTo>
                  <a:lnTo>
                    <a:pt x="1" y="460"/>
                  </a:lnTo>
                  <a:lnTo>
                    <a:pt x="860" y="460"/>
                  </a:lnTo>
                  <a:lnTo>
                    <a:pt x="8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6"/>
            <p:cNvSpPr/>
            <p:nvPr/>
          </p:nvSpPr>
          <p:spPr>
            <a:xfrm>
              <a:off x="5053192" y="1381268"/>
              <a:ext cx="15302" cy="28546"/>
            </a:xfrm>
            <a:custGeom>
              <a:rect b="b" l="l" r="r" t="t"/>
              <a:pathLst>
                <a:path extrusionOk="0" h="860" w="461">
                  <a:moveTo>
                    <a:pt x="0" y="0"/>
                  </a:moveTo>
                  <a:lnTo>
                    <a:pt x="0" y="860"/>
                  </a:lnTo>
                  <a:lnTo>
                    <a:pt x="460" y="860"/>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6"/>
            <p:cNvSpPr/>
            <p:nvPr/>
          </p:nvSpPr>
          <p:spPr>
            <a:xfrm>
              <a:off x="4902796" y="1492861"/>
              <a:ext cx="38802" cy="15302"/>
            </a:xfrm>
            <a:custGeom>
              <a:rect b="b" l="l" r="r" t="t"/>
              <a:pathLst>
                <a:path extrusionOk="0" h="461" w="1169">
                  <a:moveTo>
                    <a:pt x="0" y="0"/>
                  </a:moveTo>
                  <a:lnTo>
                    <a:pt x="0" y="460"/>
                  </a:lnTo>
                  <a:lnTo>
                    <a:pt x="1168" y="460"/>
                  </a:lnTo>
                  <a:lnTo>
                    <a:pt x="11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6"/>
            <p:cNvSpPr/>
            <p:nvPr/>
          </p:nvSpPr>
          <p:spPr>
            <a:xfrm>
              <a:off x="5058801" y="1493890"/>
              <a:ext cx="22505" cy="15302"/>
            </a:xfrm>
            <a:custGeom>
              <a:rect b="b" l="l" r="r" t="t"/>
              <a:pathLst>
                <a:path extrusionOk="0" h="461" w="678">
                  <a:moveTo>
                    <a:pt x="1" y="0"/>
                  </a:moveTo>
                  <a:lnTo>
                    <a:pt x="1" y="460"/>
                  </a:lnTo>
                  <a:lnTo>
                    <a:pt x="677" y="460"/>
                  </a:lnTo>
                  <a:lnTo>
                    <a:pt x="6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6"/>
            <p:cNvSpPr/>
            <p:nvPr/>
          </p:nvSpPr>
          <p:spPr>
            <a:xfrm>
              <a:off x="5052661" y="1278803"/>
              <a:ext cx="16331" cy="15302"/>
            </a:xfrm>
            <a:custGeom>
              <a:rect b="b" l="l" r="r" t="t"/>
              <a:pathLst>
                <a:path extrusionOk="0" h="461" w="492">
                  <a:moveTo>
                    <a:pt x="1" y="0"/>
                  </a:moveTo>
                  <a:lnTo>
                    <a:pt x="1" y="460"/>
                  </a:lnTo>
                  <a:lnTo>
                    <a:pt x="492" y="460"/>
                  </a:lnTo>
                  <a:lnTo>
                    <a:pt x="4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6"/>
            <p:cNvSpPr/>
            <p:nvPr/>
          </p:nvSpPr>
          <p:spPr>
            <a:xfrm>
              <a:off x="4913020" y="1277774"/>
              <a:ext cx="35748" cy="15302"/>
            </a:xfrm>
            <a:custGeom>
              <a:rect b="b" l="l" r="r" t="t"/>
              <a:pathLst>
                <a:path extrusionOk="0" h="461" w="1077">
                  <a:moveTo>
                    <a:pt x="1" y="0"/>
                  </a:moveTo>
                  <a:lnTo>
                    <a:pt x="1" y="460"/>
                  </a:lnTo>
                  <a:lnTo>
                    <a:pt x="1076" y="460"/>
                  </a:lnTo>
                  <a:lnTo>
                    <a:pt x="10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9" name="Google Shape;5569;p66"/>
          <p:cNvGrpSpPr/>
          <p:nvPr/>
        </p:nvGrpSpPr>
        <p:grpSpPr>
          <a:xfrm>
            <a:off x="4014852" y="1428650"/>
            <a:ext cx="462606" cy="462665"/>
            <a:chOff x="3990202" y="1049210"/>
            <a:chExt cx="523014" cy="523081"/>
          </a:xfrm>
        </p:grpSpPr>
        <p:sp>
          <p:nvSpPr>
            <p:cNvPr id="5570" name="Google Shape;5570;p66"/>
            <p:cNvSpPr/>
            <p:nvPr/>
          </p:nvSpPr>
          <p:spPr>
            <a:xfrm>
              <a:off x="3990202" y="1049210"/>
              <a:ext cx="523014" cy="523081"/>
            </a:xfrm>
            <a:custGeom>
              <a:rect b="b" l="l" r="r" t="t"/>
              <a:pathLst>
                <a:path extrusionOk="0" h="15759" w="15757">
                  <a:moveTo>
                    <a:pt x="14606" y="885"/>
                  </a:moveTo>
                  <a:lnTo>
                    <a:pt x="9244" y="6247"/>
                  </a:lnTo>
                  <a:lnTo>
                    <a:pt x="9572" y="6577"/>
                  </a:lnTo>
                  <a:lnTo>
                    <a:pt x="14808" y="1342"/>
                  </a:lnTo>
                  <a:lnTo>
                    <a:pt x="10347" y="14469"/>
                  </a:lnTo>
                  <a:lnTo>
                    <a:pt x="7587" y="8170"/>
                  </a:lnTo>
                  <a:lnTo>
                    <a:pt x="1288" y="5411"/>
                  </a:lnTo>
                  <a:lnTo>
                    <a:pt x="14606" y="885"/>
                  </a:lnTo>
                  <a:close/>
                  <a:moveTo>
                    <a:pt x="15757" y="1"/>
                  </a:moveTo>
                  <a:lnTo>
                    <a:pt x="0" y="5356"/>
                  </a:lnTo>
                  <a:lnTo>
                    <a:pt x="7233" y="8525"/>
                  </a:lnTo>
                  <a:lnTo>
                    <a:pt x="10403" y="15758"/>
                  </a:lnTo>
                  <a:lnTo>
                    <a:pt x="157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6"/>
            <p:cNvSpPr/>
            <p:nvPr/>
          </p:nvSpPr>
          <p:spPr>
            <a:xfrm>
              <a:off x="4253153" y="1289391"/>
              <a:ext cx="21940" cy="21940"/>
            </a:xfrm>
            <a:custGeom>
              <a:rect b="b" l="l" r="r" t="t"/>
              <a:pathLst>
                <a:path extrusionOk="0" h="661" w="661">
                  <a:moveTo>
                    <a:pt x="331" y="1"/>
                  </a:moveTo>
                  <a:lnTo>
                    <a:pt x="1" y="331"/>
                  </a:lnTo>
                  <a:lnTo>
                    <a:pt x="331" y="661"/>
                  </a:lnTo>
                  <a:lnTo>
                    <a:pt x="661" y="331"/>
                  </a:lnTo>
                  <a:lnTo>
                    <a:pt x="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6"/>
            <p:cNvSpPr/>
            <p:nvPr/>
          </p:nvSpPr>
          <p:spPr>
            <a:xfrm>
              <a:off x="4275060" y="1267517"/>
              <a:ext cx="21940" cy="21940"/>
            </a:xfrm>
            <a:custGeom>
              <a:rect b="b" l="l" r="r" t="t"/>
              <a:pathLst>
                <a:path extrusionOk="0" h="661" w="661">
                  <a:moveTo>
                    <a:pt x="331" y="1"/>
                  </a:moveTo>
                  <a:lnTo>
                    <a:pt x="1" y="331"/>
                  </a:lnTo>
                  <a:lnTo>
                    <a:pt x="331" y="661"/>
                  </a:lnTo>
                  <a:lnTo>
                    <a:pt x="661" y="331"/>
                  </a:lnTo>
                  <a:lnTo>
                    <a:pt x="3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6"/>
            <p:cNvSpPr/>
            <p:nvPr/>
          </p:nvSpPr>
          <p:spPr>
            <a:xfrm>
              <a:off x="4094194" y="1224533"/>
              <a:ext cx="20480" cy="20447"/>
            </a:xfrm>
            <a:custGeom>
              <a:rect b="b" l="l" r="r" t="t"/>
              <a:pathLst>
                <a:path extrusionOk="0" h="616" w="617">
                  <a:moveTo>
                    <a:pt x="188" y="0"/>
                  </a:moveTo>
                  <a:lnTo>
                    <a:pt x="1" y="427"/>
                  </a:lnTo>
                  <a:lnTo>
                    <a:pt x="429" y="616"/>
                  </a:lnTo>
                  <a:lnTo>
                    <a:pt x="616" y="187"/>
                  </a:lnTo>
                  <a:lnTo>
                    <a:pt x="1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6"/>
            <p:cNvSpPr/>
            <p:nvPr/>
          </p:nvSpPr>
          <p:spPr>
            <a:xfrm>
              <a:off x="4150953" y="1249394"/>
              <a:ext cx="57290" cy="36611"/>
            </a:xfrm>
            <a:custGeom>
              <a:rect b="b" l="l" r="r" t="t"/>
              <a:pathLst>
                <a:path extrusionOk="0" h="1103" w="1726">
                  <a:moveTo>
                    <a:pt x="187" y="1"/>
                  </a:moveTo>
                  <a:lnTo>
                    <a:pt x="0" y="429"/>
                  </a:lnTo>
                  <a:lnTo>
                    <a:pt x="1538" y="1102"/>
                  </a:lnTo>
                  <a:lnTo>
                    <a:pt x="1725" y="675"/>
                  </a:lnTo>
                  <a:lnTo>
                    <a:pt x="1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6"/>
            <p:cNvSpPr/>
            <p:nvPr/>
          </p:nvSpPr>
          <p:spPr>
            <a:xfrm>
              <a:off x="4122607" y="1236947"/>
              <a:ext cx="20413" cy="20447"/>
            </a:xfrm>
            <a:custGeom>
              <a:rect b="b" l="l" r="r" t="t"/>
              <a:pathLst>
                <a:path extrusionOk="0" h="616" w="615">
                  <a:moveTo>
                    <a:pt x="187" y="1"/>
                  </a:moveTo>
                  <a:lnTo>
                    <a:pt x="0" y="429"/>
                  </a:lnTo>
                  <a:lnTo>
                    <a:pt x="427" y="616"/>
                  </a:lnTo>
                  <a:lnTo>
                    <a:pt x="614" y="188"/>
                  </a:lnTo>
                  <a:lnTo>
                    <a:pt x="1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6"/>
            <p:cNvSpPr/>
            <p:nvPr/>
          </p:nvSpPr>
          <p:spPr>
            <a:xfrm>
              <a:off x="4273765" y="1348009"/>
              <a:ext cx="43150" cy="72326"/>
            </a:xfrm>
            <a:custGeom>
              <a:rect b="b" l="l" r="r" t="t"/>
              <a:pathLst>
                <a:path extrusionOk="0" h="2179" w="1300">
                  <a:moveTo>
                    <a:pt x="428" y="0"/>
                  </a:moveTo>
                  <a:lnTo>
                    <a:pt x="0" y="187"/>
                  </a:lnTo>
                  <a:lnTo>
                    <a:pt x="872" y="2178"/>
                  </a:lnTo>
                  <a:lnTo>
                    <a:pt x="1299" y="1991"/>
                  </a:lnTo>
                  <a:lnTo>
                    <a:pt x="4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6"/>
            <p:cNvSpPr/>
            <p:nvPr/>
          </p:nvSpPr>
          <p:spPr>
            <a:xfrm>
              <a:off x="4367700" y="1318136"/>
              <a:ext cx="19716" cy="19650"/>
            </a:xfrm>
            <a:custGeom>
              <a:rect b="b" l="l" r="r" t="t"/>
              <a:pathLst>
                <a:path extrusionOk="0" h="592" w="594">
                  <a:moveTo>
                    <a:pt x="152" y="0"/>
                  </a:moveTo>
                  <a:lnTo>
                    <a:pt x="1" y="442"/>
                  </a:lnTo>
                  <a:lnTo>
                    <a:pt x="444" y="592"/>
                  </a:lnTo>
                  <a:lnTo>
                    <a:pt x="594" y="150"/>
                  </a:lnTo>
                  <a:lnTo>
                    <a:pt x="1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6"/>
            <p:cNvSpPr/>
            <p:nvPr/>
          </p:nvSpPr>
          <p:spPr>
            <a:xfrm>
              <a:off x="4358108" y="1347445"/>
              <a:ext cx="19351" cy="18721"/>
            </a:xfrm>
            <a:custGeom>
              <a:rect b="b" l="l" r="r" t="t"/>
              <a:pathLst>
                <a:path extrusionOk="0" h="564" w="583">
                  <a:moveTo>
                    <a:pt x="140" y="1"/>
                  </a:moveTo>
                  <a:lnTo>
                    <a:pt x="0" y="413"/>
                  </a:lnTo>
                  <a:lnTo>
                    <a:pt x="442" y="563"/>
                  </a:lnTo>
                  <a:lnTo>
                    <a:pt x="583" y="150"/>
                  </a:lnTo>
                  <a:lnTo>
                    <a:pt x="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6"/>
            <p:cNvSpPr/>
            <p:nvPr/>
          </p:nvSpPr>
          <p:spPr>
            <a:xfrm>
              <a:off x="4377724" y="1250622"/>
              <a:ext cx="32661" cy="57755"/>
            </a:xfrm>
            <a:custGeom>
              <a:rect b="b" l="l" r="r" t="t"/>
              <a:pathLst>
                <a:path extrusionOk="0" h="1740" w="984">
                  <a:moveTo>
                    <a:pt x="542" y="0"/>
                  </a:moveTo>
                  <a:lnTo>
                    <a:pt x="1" y="1590"/>
                  </a:lnTo>
                  <a:lnTo>
                    <a:pt x="443" y="1740"/>
                  </a:lnTo>
                  <a:lnTo>
                    <a:pt x="983" y="150"/>
                  </a:lnTo>
                  <a:lnTo>
                    <a:pt x="5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6"/>
            <p:cNvSpPr/>
            <p:nvPr/>
          </p:nvSpPr>
          <p:spPr>
            <a:xfrm>
              <a:off x="4249468" y="1166512"/>
              <a:ext cx="19650" cy="19716"/>
            </a:xfrm>
            <a:custGeom>
              <a:rect b="b" l="l" r="r" t="t"/>
              <a:pathLst>
                <a:path extrusionOk="0" h="594" w="592">
                  <a:moveTo>
                    <a:pt x="442" y="0"/>
                  </a:moveTo>
                  <a:lnTo>
                    <a:pt x="0" y="150"/>
                  </a:lnTo>
                  <a:lnTo>
                    <a:pt x="150" y="593"/>
                  </a:lnTo>
                  <a:lnTo>
                    <a:pt x="592" y="442"/>
                  </a:lnTo>
                  <a:lnTo>
                    <a:pt x="4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6"/>
            <p:cNvSpPr/>
            <p:nvPr/>
          </p:nvSpPr>
          <p:spPr>
            <a:xfrm>
              <a:off x="4278910" y="1136905"/>
              <a:ext cx="77339" cy="39333"/>
            </a:xfrm>
            <a:custGeom>
              <a:rect b="b" l="l" r="r" t="t"/>
              <a:pathLst>
                <a:path extrusionOk="0" h="1185" w="2330">
                  <a:moveTo>
                    <a:pt x="2179" y="1"/>
                  </a:moveTo>
                  <a:lnTo>
                    <a:pt x="1" y="741"/>
                  </a:lnTo>
                  <a:lnTo>
                    <a:pt x="151" y="1184"/>
                  </a:lnTo>
                  <a:lnTo>
                    <a:pt x="2330" y="444"/>
                  </a:lnTo>
                  <a:lnTo>
                    <a:pt x="21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66"/>
          <p:cNvGrpSpPr/>
          <p:nvPr/>
        </p:nvGrpSpPr>
        <p:grpSpPr>
          <a:xfrm>
            <a:off x="3371853" y="1428694"/>
            <a:ext cx="462635" cy="462577"/>
            <a:chOff x="3359445" y="1049210"/>
            <a:chExt cx="523047" cy="522981"/>
          </a:xfrm>
        </p:grpSpPr>
        <p:sp>
          <p:nvSpPr>
            <p:cNvPr id="5583" name="Google Shape;5583;p66"/>
            <p:cNvSpPr/>
            <p:nvPr/>
          </p:nvSpPr>
          <p:spPr>
            <a:xfrm>
              <a:off x="3359445" y="1049210"/>
              <a:ext cx="523047" cy="522981"/>
            </a:xfrm>
            <a:custGeom>
              <a:rect b="b" l="l" r="r" t="t"/>
              <a:pathLst>
                <a:path extrusionOk="0" h="15756" w="15758">
                  <a:moveTo>
                    <a:pt x="7880" y="693"/>
                  </a:moveTo>
                  <a:lnTo>
                    <a:pt x="10159" y="3175"/>
                  </a:lnTo>
                  <a:lnTo>
                    <a:pt x="8895" y="3175"/>
                  </a:lnTo>
                  <a:lnTo>
                    <a:pt x="8895" y="6862"/>
                  </a:lnTo>
                  <a:lnTo>
                    <a:pt x="12584" y="6862"/>
                  </a:lnTo>
                  <a:lnTo>
                    <a:pt x="12584" y="5600"/>
                  </a:lnTo>
                  <a:lnTo>
                    <a:pt x="15066" y="7879"/>
                  </a:lnTo>
                  <a:lnTo>
                    <a:pt x="12584" y="10157"/>
                  </a:lnTo>
                  <a:lnTo>
                    <a:pt x="12584" y="8895"/>
                  </a:lnTo>
                  <a:lnTo>
                    <a:pt x="8894" y="8895"/>
                  </a:lnTo>
                  <a:lnTo>
                    <a:pt x="8894" y="12583"/>
                  </a:lnTo>
                  <a:lnTo>
                    <a:pt x="10157" y="12583"/>
                  </a:lnTo>
                  <a:lnTo>
                    <a:pt x="7878" y="15065"/>
                  </a:lnTo>
                  <a:lnTo>
                    <a:pt x="5599" y="12583"/>
                  </a:lnTo>
                  <a:lnTo>
                    <a:pt x="6862" y="12583"/>
                  </a:lnTo>
                  <a:lnTo>
                    <a:pt x="6862" y="8895"/>
                  </a:lnTo>
                  <a:lnTo>
                    <a:pt x="3175" y="8895"/>
                  </a:lnTo>
                  <a:lnTo>
                    <a:pt x="3175" y="10157"/>
                  </a:lnTo>
                  <a:lnTo>
                    <a:pt x="693" y="7879"/>
                  </a:lnTo>
                  <a:lnTo>
                    <a:pt x="3175" y="5600"/>
                  </a:lnTo>
                  <a:lnTo>
                    <a:pt x="3175" y="6862"/>
                  </a:lnTo>
                  <a:lnTo>
                    <a:pt x="6863" y="6862"/>
                  </a:lnTo>
                  <a:lnTo>
                    <a:pt x="6863" y="3175"/>
                  </a:lnTo>
                  <a:lnTo>
                    <a:pt x="5601" y="3175"/>
                  </a:lnTo>
                  <a:lnTo>
                    <a:pt x="7880" y="693"/>
                  </a:lnTo>
                  <a:close/>
                  <a:moveTo>
                    <a:pt x="7880" y="1"/>
                  </a:moveTo>
                  <a:lnTo>
                    <a:pt x="4533" y="3644"/>
                  </a:lnTo>
                  <a:lnTo>
                    <a:pt x="6395" y="3644"/>
                  </a:lnTo>
                  <a:lnTo>
                    <a:pt x="6395" y="6394"/>
                  </a:lnTo>
                  <a:lnTo>
                    <a:pt x="3645" y="6394"/>
                  </a:lnTo>
                  <a:lnTo>
                    <a:pt x="3645" y="4531"/>
                  </a:lnTo>
                  <a:lnTo>
                    <a:pt x="1" y="7878"/>
                  </a:lnTo>
                  <a:lnTo>
                    <a:pt x="3645" y="11223"/>
                  </a:lnTo>
                  <a:lnTo>
                    <a:pt x="3645" y="9362"/>
                  </a:lnTo>
                  <a:lnTo>
                    <a:pt x="6395" y="9362"/>
                  </a:lnTo>
                  <a:lnTo>
                    <a:pt x="6395" y="12111"/>
                  </a:lnTo>
                  <a:lnTo>
                    <a:pt x="4533" y="12111"/>
                  </a:lnTo>
                  <a:lnTo>
                    <a:pt x="7879" y="15755"/>
                  </a:lnTo>
                  <a:lnTo>
                    <a:pt x="11224" y="12111"/>
                  </a:lnTo>
                  <a:lnTo>
                    <a:pt x="9363" y="12111"/>
                  </a:lnTo>
                  <a:lnTo>
                    <a:pt x="9363" y="9362"/>
                  </a:lnTo>
                  <a:lnTo>
                    <a:pt x="12112" y="9362"/>
                  </a:lnTo>
                  <a:lnTo>
                    <a:pt x="12112" y="11223"/>
                  </a:lnTo>
                  <a:lnTo>
                    <a:pt x="15757" y="7879"/>
                  </a:lnTo>
                  <a:lnTo>
                    <a:pt x="12114" y="4533"/>
                  </a:lnTo>
                  <a:lnTo>
                    <a:pt x="12114" y="6395"/>
                  </a:lnTo>
                  <a:lnTo>
                    <a:pt x="9364" y="6395"/>
                  </a:lnTo>
                  <a:lnTo>
                    <a:pt x="9364" y="3645"/>
                  </a:lnTo>
                  <a:lnTo>
                    <a:pt x="11225" y="3645"/>
                  </a:lnTo>
                  <a:lnTo>
                    <a:pt x="78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6"/>
            <p:cNvSpPr/>
            <p:nvPr/>
          </p:nvSpPr>
          <p:spPr>
            <a:xfrm>
              <a:off x="3613168" y="1162363"/>
              <a:ext cx="15600" cy="15600"/>
            </a:xfrm>
            <a:custGeom>
              <a:rect b="b" l="l" r="r" t="t"/>
              <a:pathLst>
                <a:path extrusionOk="0" h="470" w="470">
                  <a:moveTo>
                    <a:pt x="0" y="0"/>
                  </a:moveTo>
                  <a:lnTo>
                    <a:pt x="0" y="470"/>
                  </a:lnTo>
                  <a:lnTo>
                    <a:pt x="470" y="470"/>
                  </a:lnTo>
                  <a:lnTo>
                    <a:pt x="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6"/>
            <p:cNvSpPr/>
            <p:nvPr/>
          </p:nvSpPr>
          <p:spPr>
            <a:xfrm>
              <a:off x="3613168" y="1193498"/>
              <a:ext cx="15600" cy="51880"/>
            </a:xfrm>
            <a:custGeom>
              <a:rect b="b" l="l" r="r" t="t"/>
              <a:pathLst>
                <a:path extrusionOk="0" h="1563" w="470">
                  <a:moveTo>
                    <a:pt x="0" y="0"/>
                  </a:moveTo>
                  <a:lnTo>
                    <a:pt x="0" y="1563"/>
                  </a:lnTo>
                  <a:lnTo>
                    <a:pt x="470" y="1563"/>
                  </a:lnTo>
                  <a:lnTo>
                    <a:pt x="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6"/>
            <p:cNvSpPr/>
            <p:nvPr/>
          </p:nvSpPr>
          <p:spPr>
            <a:xfrm>
              <a:off x="3405450" y="1282454"/>
              <a:ext cx="41358" cy="56593"/>
            </a:xfrm>
            <a:custGeom>
              <a:rect b="b" l="l" r="r" t="t"/>
              <a:pathLst>
                <a:path extrusionOk="0" h="1705" w="1246">
                  <a:moveTo>
                    <a:pt x="929" y="1"/>
                  </a:moveTo>
                  <a:lnTo>
                    <a:pt x="0" y="852"/>
                  </a:lnTo>
                  <a:lnTo>
                    <a:pt x="929" y="1704"/>
                  </a:lnTo>
                  <a:lnTo>
                    <a:pt x="1245" y="1359"/>
                  </a:lnTo>
                  <a:lnTo>
                    <a:pt x="693" y="852"/>
                  </a:lnTo>
                  <a:lnTo>
                    <a:pt x="1245" y="346"/>
                  </a:lnTo>
                  <a:lnTo>
                    <a:pt x="9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6"/>
            <p:cNvSpPr/>
            <p:nvPr/>
          </p:nvSpPr>
          <p:spPr>
            <a:xfrm>
              <a:off x="3472598" y="1302967"/>
              <a:ext cx="15600" cy="15567"/>
            </a:xfrm>
            <a:custGeom>
              <a:rect b="b" l="l" r="r" t="t"/>
              <a:pathLst>
                <a:path extrusionOk="0" h="469" w="470">
                  <a:moveTo>
                    <a:pt x="0" y="0"/>
                  </a:moveTo>
                  <a:lnTo>
                    <a:pt x="0" y="469"/>
                  </a:lnTo>
                  <a:lnTo>
                    <a:pt x="470" y="469"/>
                  </a:lnTo>
                  <a:lnTo>
                    <a:pt x="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6"/>
            <p:cNvSpPr/>
            <p:nvPr/>
          </p:nvSpPr>
          <p:spPr>
            <a:xfrm>
              <a:off x="3503766" y="1302967"/>
              <a:ext cx="51880" cy="15567"/>
            </a:xfrm>
            <a:custGeom>
              <a:rect b="b" l="l" r="r" t="t"/>
              <a:pathLst>
                <a:path extrusionOk="0" h="469" w="1563">
                  <a:moveTo>
                    <a:pt x="0" y="0"/>
                  </a:moveTo>
                  <a:lnTo>
                    <a:pt x="0" y="469"/>
                  </a:lnTo>
                  <a:lnTo>
                    <a:pt x="1563" y="469"/>
                  </a:lnTo>
                  <a:lnTo>
                    <a:pt x="1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6"/>
            <p:cNvSpPr/>
            <p:nvPr/>
          </p:nvSpPr>
          <p:spPr>
            <a:xfrm>
              <a:off x="3592688" y="1484928"/>
              <a:ext cx="56527" cy="41291"/>
            </a:xfrm>
            <a:custGeom>
              <a:rect b="b" l="l" r="r" t="t"/>
              <a:pathLst>
                <a:path extrusionOk="0" h="1244" w="1703">
                  <a:moveTo>
                    <a:pt x="346" y="0"/>
                  </a:moveTo>
                  <a:lnTo>
                    <a:pt x="1" y="317"/>
                  </a:lnTo>
                  <a:lnTo>
                    <a:pt x="853" y="1243"/>
                  </a:lnTo>
                  <a:lnTo>
                    <a:pt x="1703" y="317"/>
                  </a:lnTo>
                  <a:lnTo>
                    <a:pt x="1359" y="0"/>
                  </a:lnTo>
                  <a:lnTo>
                    <a:pt x="853" y="551"/>
                  </a:lnTo>
                  <a:lnTo>
                    <a:pt x="3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6"/>
            <p:cNvSpPr/>
            <p:nvPr/>
          </p:nvSpPr>
          <p:spPr>
            <a:xfrm>
              <a:off x="3613168" y="1443537"/>
              <a:ext cx="15600" cy="15567"/>
            </a:xfrm>
            <a:custGeom>
              <a:rect b="b" l="l" r="r" t="t"/>
              <a:pathLst>
                <a:path extrusionOk="0" h="469" w="470">
                  <a:moveTo>
                    <a:pt x="0" y="0"/>
                  </a:moveTo>
                  <a:lnTo>
                    <a:pt x="0" y="469"/>
                  </a:lnTo>
                  <a:lnTo>
                    <a:pt x="470" y="469"/>
                  </a:lnTo>
                  <a:lnTo>
                    <a:pt x="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6"/>
            <p:cNvSpPr/>
            <p:nvPr/>
          </p:nvSpPr>
          <p:spPr>
            <a:xfrm>
              <a:off x="3613168" y="1376023"/>
              <a:ext cx="15600" cy="51946"/>
            </a:xfrm>
            <a:custGeom>
              <a:rect b="b" l="l" r="r" t="t"/>
              <a:pathLst>
                <a:path extrusionOk="0" h="1565" w="470">
                  <a:moveTo>
                    <a:pt x="0" y="1"/>
                  </a:moveTo>
                  <a:lnTo>
                    <a:pt x="0" y="1565"/>
                  </a:lnTo>
                  <a:lnTo>
                    <a:pt x="470" y="1565"/>
                  </a:lnTo>
                  <a:lnTo>
                    <a:pt x="4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6"/>
            <p:cNvSpPr/>
            <p:nvPr/>
          </p:nvSpPr>
          <p:spPr>
            <a:xfrm>
              <a:off x="3795163" y="1282454"/>
              <a:ext cx="41325" cy="56593"/>
            </a:xfrm>
            <a:custGeom>
              <a:rect b="b" l="l" r="r" t="t"/>
              <a:pathLst>
                <a:path extrusionOk="0" h="1705" w="1245">
                  <a:moveTo>
                    <a:pt x="318" y="1"/>
                  </a:moveTo>
                  <a:lnTo>
                    <a:pt x="0" y="346"/>
                  </a:lnTo>
                  <a:lnTo>
                    <a:pt x="551" y="852"/>
                  </a:lnTo>
                  <a:lnTo>
                    <a:pt x="0" y="1359"/>
                  </a:lnTo>
                  <a:lnTo>
                    <a:pt x="318" y="1704"/>
                  </a:lnTo>
                  <a:lnTo>
                    <a:pt x="1244" y="852"/>
                  </a:lnTo>
                  <a:lnTo>
                    <a:pt x="3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6"/>
            <p:cNvSpPr/>
            <p:nvPr/>
          </p:nvSpPr>
          <p:spPr>
            <a:xfrm>
              <a:off x="3686325" y="1302967"/>
              <a:ext cx="51913" cy="15567"/>
            </a:xfrm>
            <a:custGeom>
              <a:rect b="b" l="l" r="r" t="t"/>
              <a:pathLst>
                <a:path extrusionOk="0" h="469" w="1564">
                  <a:moveTo>
                    <a:pt x="1" y="0"/>
                  </a:moveTo>
                  <a:lnTo>
                    <a:pt x="1" y="469"/>
                  </a:lnTo>
                  <a:lnTo>
                    <a:pt x="1563" y="469"/>
                  </a:lnTo>
                  <a:lnTo>
                    <a:pt x="1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6"/>
            <p:cNvSpPr/>
            <p:nvPr/>
          </p:nvSpPr>
          <p:spPr>
            <a:xfrm>
              <a:off x="3753705" y="1302967"/>
              <a:ext cx="15634" cy="15567"/>
            </a:xfrm>
            <a:custGeom>
              <a:rect b="b" l="l" r="r" t="t"/>
              <a:pathLst>
                <a:path extrusionOk="0" h="469" w="471">
                  <a:moveTo>
                    <a:pt x="1" y="0"/>
                  </a:moveTo>
                  <a:lnTo>
                    <a:pt x="1" y="469"/>
                  </a:lnTo>
                  <a:lnTo>
                    <a:pt x="470" y="469"/>
                  </a:lnTo>
                  <a:lnTo>
                    <a:pt x="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6"/>
            <p:cNvSpPr/>
            <p:nvPr/>
          </p:nvSpPr>
          <p:spPr>
            <a:xfrm>
              <a:off x="3592688" y="1095215"/>
              <a:ext cx="56527" cy="41325"/>
            </a:xfrm>
            <a:custGeom>
              <a:rect b="b" l="l" r="r" t="t"/>
              <a:pathLst>
                <a:path extrusionOk="0" h="1245" w="1703">
                  <a:moveTo>
                    <a:pt x="853" y="0"/>
                  </a:moveTo>
                  <a:lnTo>
                    <a:pt x="1" y="928"/>
                  </a:lnTo>
                  <a:lnTo>
                    <a:pt x="346" y="1245"/>
                  </a:lnTo>
                  <a:lnTo>
                    <a:pt x="853" y="693"/>
                  </a:lnTo>
                  <a:lnTo>
                    <a:pt x="1359" y="1245"/>
                  </a:lnTo>
                  <a:lnTo>
                    <a:pt x="1703" y="928"/>
                  </a:lnTo>
                  <a:lnTo>
                    <a:pt x="8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6"/>
            <p:cNvSpPr/>
            <p:nvPr/>
          </p:nvSpPr>
          <p:spPr>
            <a:xfrm>
              <a:off x="3589801" y="1277541"/>
              <a:ext cx="62302" cy="62236"/>
            </a:xfrm>
            <a:custGeom>
              <a:rect b="b" l="l" r="r" t="t"/>
              <a:pathLst>
                <a:path extrusionOk="0" h="1875" w="1877">
                  <a:moveTo>
                    <a:pt x="704" y="1"/>
                  </a:moveTo>
                  <a:lnTo>
                    <a:pt x="704" y="702"/>
                  </a:lnTo>
                  <a:lnTo>
                    <a:pt x="1" y="702"/>
                  </a:lnTo>
                  <a:lnTo>
                    <a:pt x="1" y="1172"/>
                  </a:lnTo>
                  <a:lnTo>
                    <a:pt x="704" y="1172"/>
                  </a:lnTo>
                  <a:lnTo>
                    <a:pt x="704" y="1875"/>
                  </a:lnTo>
                  <a:lnTo>
                    <a:pt x="1174" y="1875"/>
                  </a:lnTo>
                  <a:lnTo>
                    <a:pt x="1174" y="1172"/>
                  </a:lnTo>
                  <a:lnTo>
                    <a:pt x="1877" y="1172"/>
                  </a:lnTo>
                  <a:lnTo>
                    <a:pt x="1877" y="702"/>
                  </a:lnTo>
                  <a:lnTo>
                    <a:pt x="1174" y="702"/>
                  </a:lnTo>
                  <a:lnTo>
                    <a:pt x="11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66"/>
          <p:cNvGrpSpPr/>
          <p:nvPr/>
        </p:nvGrpSpPr>
        <p:grpSpPr>
          <a:xfrm>
            <a:off x="2728883" y="1428679"/>
            <a:ext cx="462606" cy="462606"/>
            <a:chOff x="2728720" y="1425188"/>
            <a:chExt cx="523014" cy="523014"/>
          </a:xfrm>
        </p:grpSpPr>
        <p:sp>
          <p:nvSpPr>
            <p:cNvPr id="5598" name="Google Shape;5598;p66"/>
            <p:cNvSpPr/>
            <p:nvPr/>
          </p:nvSpPr>
          <p:spPr>
            <a:xfrm>
              <a:off x="2990244" y="1686678"/>
              <a:ext cx="33" cy="33"/>
            </a:xfrm>
            <a:custGeom>
              <a:rect b="b" l="l" r="r" t="t"/>
              <a:pathLst>
                <a:path extrusionOk="0" h="1" w="1">
                  <a:moveTo>
                    <a:pt x="0" y="1"/>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6"/>
            <p:cNvSpPr/>
            <p:nvPr/>
          </p:nvSpPr>
          <p:spPr>
            <a:xfrm>
              <a:off x="2990244" y="1686678"/>
              <a:ext cx="33" cy="33"/>
            </a:xfrm>
            <a:custGeom>
              <a:rect b="b" l="l" r="r" t="t"/>
              <a:pathLst>
                <a:path extrusionOk="0" h="1" w="1">
                  <a:moveTo>
                    <a:pt x="0" y="1"/>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6"/>
            <p:cNvSpPr/>
            <p:nvPr/>
          </p:nvSpPr>
          <p:spPr>
            <a:xfrm>
              <a:off x="2728720" y="1425188"/>
              <a:ext cx="523014" cy="523014"/>
            </a:xfrm>
            <a:custGeom>
              <a:rect b="b" l="l" r="r" t="t"/>
              <a:pathLst>
                <a:path extrusionOk="0" h="15757" w="15757">
                  <a:moveTo>
                    <a:pt x="11860" y="3898"/>
                  </a:moveTo>
                  <a:lnTo>
                    <a:pt x="11268" y="5914"/>
                  </a:lnTo>
                  <a:lnTo>
                    <a:pt x="10277" y="5480"/>
                  </a:lnTo>
                  <a:lnTo>
                    <a:pt x="9843" y="4488"/>
                  </a:lnTo>
                  <a:lnTo>
                    <a:pt x="11860" y="3898"/>
                  </a:lnTo>
                  <a:close/>
                  <a:moveTo>
                    <a:pt x="3898" y="3898"/>
                  </a:moveTo>
                  <a:lnTo>
                    <a:pt x="5913" y="4489"/>
                  </a:lnTo>
                  <a:lnTo>
                    <a:pt x="5479" y="5481"/>
                  </a:lnTo>
                  <a:lnTo>
                    <a:pt x="4487" y="5915"/>
                  </a:lnTo>
                  <a:lnTo>
                    <a:pt x="3898" y="3898"/>
                  </a:lnTo>
                  <a:close/>
                  <a:moveTo>
                    <a:pt x="11270" y="9844"/>
                  </a:moveTo>
                  <a:lnTo>
                    <a:pt x="11860" y="11861"/>
                  </a:lnTo>
                  <a:lnTo>
                    <a:pt x="11860" y="11861"/>
                  </a:lnTo>
                  <a:lnTo>
                    <a:pt x="9844" y="11270"/>
                  </a:lnTo>
                  <a:lnTo>
                    <a:pt x="10278" y="10278"/>
                  </a:lnTo>
                  <a:lnTo>
                    <a:pt x="11270" y="9844"/>
                  </a:lnTo>
                  <a:close/>
                  <a:moveTo>
                    <a:pt x="4488" y="9845"/>
                  </a:moveTo>
                  <a:lnTo>
                    <a:pt x="5480" y="10279"/>
                  </a:lnTo>
                  <a:lnTo>
                    <a:pt x="5914" y="11271"/>
                  </a:lnTo>
                  <a:lnTo>
                    <a:pt x="3898" y="11861"/>
                  </a:lnTo>
                  <a:lnTo>
                    <a:pt x="4488" y="9845"/>
                  </a:lnTo>
                  <a:close/>
                  <a:moveTo>
                    <a:pt x="7879" y="1156"/>
                  </a:moveTo>
                  <a:lnTo>
                    <a:pt x="9826" y="5604"/>
                  </a:lnTo>
                  <a:lnTo>
                    <a:pt x="8642" y="6788"/>
                  </a:lnTo>
                  <a:lnTo>
                    <a:pt x="8970" y="7115"/>
                  </a:lnTo>
                  <a:lnTo>
                    <a:pt x="10154" y="5931"/>
                  </a:lnTo>
                  <a:lnTo>
                    <a:pt x="14602" y="7879"/>
                  </a:lnTo>
                  <a:lnTo>
                    <a:pt x="10154" y="9827"/>
                  </a:lnTo>
                  <a:lnTo>
                    <a:pt x="8970" y="8643"/>
                  </a:lnTo>
                  <a:lnTo>
                    <a:pt x="8642" y="8970"/>
                  </a:lnTo>
                  <a:lnTo>
                    <a:pt x="9826" y="10154"/>
                  </a:lnTo>
                  <a:lnTo>
                    <a:pt x="7879" y="14602"/>
                  </a:lnTo>
                  <a:lnTo>
                    <a:pt x="5931" y="10154"/>
                  </a:lnTo>
                  <a:lnTo>
                    <a:pt x="7115" y="8970"/>
                  </a:lnTo>
                  <a:lnTo>
                    <a:pt x="6788" y="8643"/>
                  </a:lnTo>
                  <a:lnTo>
                    <a:pt x="5604" y="9827"/>
                  </a:lnTo>
                  <a:lnTo>
                    <a:pt x="1156" y="7879"/>
                  </a:lnTo>
                  <a:lnTo>
                    <a:pt x="5604" y="5931"/>
                  </a:lnTo>
                  <a:lnTo>
                    <a:pt x="6788" y="7115"/>
                  </a:lnTo>
                  <a:lnTo>
                    <a:pt x="7115" y="6788"/>
                  </a:lnTo>
                  <a:lnTo>
                    <a:pt x="5931" y="5604"/>
                  </a:lnTo>
                  <a:lnTo>
                    <a:pt x="7879" y="1156"/>
                  </a:lnTo>
                  <a:close/>
                  <a:moveTo>
                    <a:pt x="7879" y="1"/>
                  </a:moveTo>
                  <a:lnTo>
                    <a:pt x="6101" y="4062"/>
                  </a:lnTo>
                  <a:lnTo>
                    <a:pt x="3216" y="3216"/>
                  </a:lnTo>
                  <a:lnTo>
                    <a:pt x="4062" y="6101"/>
                  </a:lnTo>
                  <a:lnTo>
                    <a:pt x="1" y="7879"/>
                  </a:lnTo>
                  <a:lnTo>
                    <a:pt x="4062" y="9657"/>
                  </a:lnTo>
                  <a:lnTo>
                    <a:pt x="3216" y="12542"/>
                  </a:lnTo>
                  <a:lnTo>
                    <a:pt x="6101" y="11696"/>
                  </a:lnTo>
                  <a:lnTo>
                    <a:pt x="7879" y="15756"/>
                  </a:lnTo>
                  <a:lnTo>
                    <a:pt x="9656" y="11696"/>
                  </a:lnTo>
                  <a:lnTo>
                    <a:pt x="12541" y="12542"/>
                  </a:lnTo>
                  <a:lnTo>
                    <a:pt x="11696" y="9657"/>
                  </a:lnTo>
                  <a:lnTo>
                    <a:pt x="15756" y="7879"/>
                  </a:lnTo>
                  <a:lnTo>
                    <a:pt x="11696" y="6101"/>
                  </a:lnTo>
                  <a:lnTo>
                    <a:pt x="12541" y="3216"/>
                  </a:lnTo>
                  <a:lnTo>
                    <a:pt x="12541" y="3216"/>
                  </a:lnTo>
                  <a:lnTo>
                    <a:pt x="9656" y="4062"/>
                  </a:lnTo>
                  <a:lnTo>
                    <a:pt x="78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6"/>
            <p:cNvSpPr/>
            <p:nvPr/>
          </p:nvSpPr>
          <p:spPr>
            <a:xfrm>
              <a:off x="3012749" y="1679011"/>
              <a:ext cx="91213" cy="15368"/>
            </a:xfrm>
            <a:custGeom>
              <a:rect b="b" l="l" r="r" t="t"/>
              <a:pathLst>
                <a:path extrusionOk="0" h="463" w="2748">
                  <a:moveTo>
                    <a:pt x="0" y="0"/>
                  </a:moveTo>
                  <a:lnTo>
                    <a:pt x="0" y="463"/>
                  </a:lnTo>
                  <a:lnTo>
                    <a:pt x="2747" y="463"/>
                  </a:lnTo>
                  <a:lnTo>
                    <a:pt x="27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6"/>
            <p:cNvSpPr/>
            <p:nvPr/>
          </p:nvSpPr>
          <p:spPr>
            <a:xfrm>
              <a:off x="3119330" y="1679011"/>
              <a:ext cx="15368" cy="15368"/>
            </a:xfrm>
            <a:custGeom>
              <a:rect b="b" l="l" r="r" t="t"/>
              <a:pathLst>
                <a:path extrusionOk="0" h="463" w="463">
                  <a:moveTo>
                    <a:pt x="1" y="0"/>
                  </a:moveTo>
                  <a:lnTo>
                    <a:pt x="1" y="463"/>
                  </a:lnTo>
                  <a:lnTo>
                    <a:pt x="463" y="463"/>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6"/>
            <p:cNvSpPr/>
            <p:nvPr/>
          </p:nvSpPr>
          <p:spPr>
            <a:xfrm>
              <a:off x="3150066" y="1679011"/>
              <a:ext cx="15368" cy="15368"/>
            </a:xfrm>
            <a:custGeom>
              <a:rect b="b" l="l" r="r" t="t"/>
              <a:pathLst>
                <a:path extrusionOk="0" h="463" w="463">
                  <a:moveTo>
                    <a:pt x="0" y="0"/>
                  </a:moveTo>
                  <a:lnTo>
                    <a:pt x="0" y="463"/>
                  </a:lnTo>
                  <a:lnTo>
                    <a:pt x="462" y="463"/>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6"/>
            <p:cNvSpPr/>
            <p:nvPr/>
          </p:nvSpPr>
          <p:spPr>
            <a:xfrm>
              <a:off x="2813959" y="1679011"/>
              <a:ext cx="15368" cy="15368"/>
            </a:xfrm>
            <a:custGeom>
              <a:rect b="b" l="l" r="r" t="t"/>
              <a:pathLst>
                <a:path extrusionOk="0" h="463" w="463">
                  <a:moveTo>
                    <a:pt x="1" y="0"/>
                  </a:moveTo>
                  <a:lnTo>
                    <a:pt x="1" y="463"/>
                  </a:lnTo>
                  <a:lnTo>
                    <a:pt x="463" y="463"/>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6"/>
            <p:cNvSpPr/>
            <p:nvPr/>
          </p:nvSpPr>
          <p:spPr>
            <a:xfrm>
              <a:off x="2844728" y="1679011"/>
              <a:ext cx="15401" cy="15368"/>
            </a:xfrm>
            <a:custGeom>
              <a:rect b="b" l="l" r="r" t="t"/>
              <a:pathLst>
                <a:path extrusionOk="0" h="463" w="464">
                  <a:moveTo>
                    <a:pt x="0" y="0"/>
                  </a:moveTo>
                  <a:lnTo>
                    <a:pt x="0" y="463"/>
                  </a:lnTo>
                  <a:lnTo>
                    <a:pt x="464" y="463"/>
                  </a:lnTo>
                  <a:lnTo>
                    <a:pt x="4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6"/>
            <p:cNvSpPr/>
            <p:nvPr/>
          </p:nvSpPr>
          <p:spPr>
            <a:xfrm>
              <a:off x="2875431" y="1679011"/>
              <a:ext cx="91213" cy="15368"/>
            </a:xfrm>
            <a:custGeom>
              <a:rect b="b" l="l" r="r" t="t"/>
              <a:pathLst>
                <a:path extrusionOk="0" h="463" w="2748">
                  <a:moveTo>
                    <a:pt x="1" y="0"/>
                  </a:moveTo>
                  <a:lnTo>
                    <a:pt x="1" y="463"/>
                  </a:lnTo>
                  <a:lnTo>
                    <a:pt x="2748" y="463"/>
                  </a:lnTo>
                  <a:lnTo>
                    <a:pt x="27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6"/>
            <p:cNvSpPr/>
            <p:nvPr/>
          </p:nvSpPr>
          <p:spPr>
            <a:xfrm>
              <a:off x="2982543" y="1847562"/>
              <a:ext cx="15368" cy="15368"/>
            </a:xfrm>
            <a:custGeom>
              <a:rect b="b" l="l" r="r" t="t"/>
              <a:pathLst>
                <a:path extrusionOk="0" h="463" w="463">
                  <a:moveTo>
                    <a:pt x="0" y="0"/>
                  </a:moveTo>
                  <a:lnTo>
                    <a:pt x="0" y="462"/>
                  </a:lnTo>
                  <a:lnTo>
                    <a:pt x="463" y="462"/>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6"/>
            <p:cNvSpPr/>
            <p:nvPr/>
          </p:nvSpPr>
          <p:spPr>
            <a:xfrm>
              <a:off x="2982543" y="1710245"/>
              <a:ext cx="15368" cy="91213"/>
            </a:xfrm>
            <a:custGeom>
              <a:rect b="b" l="l" r="r" t="t"/>
              <a:pathLst>
                <a:path extrusionOk="0" h="2748" w="463">
                  <a:moveTo>
                    <a:pt x="0" y="0"/>
                  </a:moveTo>
                  <a:lnTo>
                    <a:pt x="0" y="2747"/>
                  </a:lnTo>
                  <a:lnTo>
                    <a:pt x="463" y="2747"/>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6"/>
            <p:cNvSpPr/>
            <p:nvPr/>
          </p:nvSpPr>
          <p:spPr>
            <a:xfrm>
              <a:off x="2982543" y="1816826"/>
              <a:ext cx="15368" cy="15368"/>
            </a:xfrm>
            <a:custGeom>
              <a:rect b="b" l="l" r="r" t="t"/>
              <a:pathLst>
                <a:path extrusionOk="0" h="463" w="463">
                  <a:moveTo>
                    <a:pt x="0" y="0"/>
                  </a:moveTo>
                  <a:lnTo>
                    <a:pt x="0" y="463"/>
                  </a:lnTo>
                  <a:lnTo>
                    <a:pt x="463" y="463"/>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6"/>
            <p:cNvSpPr/>
            <p:nvPr/>
          </p:nvSpPr>
          <p:spPr>
            <a:xfrm>
              <a:off x="2982543" y="1571899"/>
              <a:ext cx="15368" cy="91213"/>
            </a:xfrm>
            <a:custGeom>
              <a:rect b="b" l="l" r="r" t="t"/>
              <a:pathLst>
                <a:path extrusionOk="0" h="2748" w="463">
                  <a:moveTo>
                    <a:pt x="0" y="1"/>
                  </a:moveTo>
                  <a:lnTo>
                    <a:pt x="0" y="2747"/>
                  </a:lnTo>
                  <a:lnTo>
                    <a:pt x="463" y="2747"/>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6"/>
            <p:cNvSpPr/>
            <p:nvPr/>
          </p:nvSpPr>
          <p:spPr>
            <a:xfrm>
              <a:off x="2982543" y="1541196"/>
              <a:ext cx="15368" cy="15368"/>
            </a:xfrm>
            <a:custGeom>
              <a:rect b="b" l="l" r="r" t="t"/>
              <a:pathLst>
                <a:path extrusionOk="0" h="463" w="463">
                  <a:moveTo>
                    <a:pt x="0" y="0"/>
                  </a:moveTo>
                  <a:lnTo>
                    <a:pt x="0" y="462"/>
                  </a:lnTo>
                  <a:lnTo>
                    <a:pt x="463" y="462"/>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6"/>
            <p:cNvSpPr/>
            <p:nvPr/>
          </p:nvSpPr>
          <p:spPr>
            <a:xfrm>
              <a:off x="2982543" y="1510459"/>
              <a:ext cx="15368" cy="15368"/>
            </a:xfrm>
            <a:custGeom>
              <a:rect b="b" l="l" r="r" t="t"/>
              <a:pathLst>
                <a:path extrusionOk="0" h="463" w="463">
                  <a:moveTo>
                    <a:pt x="0" y="1"/>
                  </a:moveTo>
                  <a:lnTo>
                    <a:pt x="0"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6"/>
            <p:cNvSpPr/>
            <p:nvPr/>
          </p:nvSpPr>
          <p:spPr>
            <a:xfrm>
              <a:off x="2982543" y="1679011"/>
              <a:ext cx="15368" cy="15368"/>
            </a:xfrm>
            <a:custGeom>
              <a:rect b="b" l="l" r="r" t="t"/>
              <a:pathLst>
                <a:path extrusionOk="0" h="463" w="463">
                  <a:moveTo>
                    <a:pt x="0" y="0"/>
                  </a:moveTo>
                  <a:lnTo>
                    <a:pt x="0" y="463"/>
                  </a:lnTo>
                  <a:lnTo>
                    <a:pt x="463" y="463"/>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66"/>
          <p:cNvGrpSpPr/>
          <p:nvPr/>
        </p:nvGrpSpPr>
        <p:grpSpPr>
          <a:xfrm>
            <a:off x="2085883" y="1428900"/>
            <a:ext cx="462606" cy="462166"/>
            <a:chOff x="2097963" y="1425453"/>
            <a:chExt cx="523014" cy="522516"/>
          </a:xfrm>
        </p:grpSpPr>
        <p:sp>
          <p:nvSpPr>
            <p:cNvPr id="5615" name="Google Shape;5615;p66"/>
            <p:cNvSpPr/>
            <p:nvPr/>
          </p:nvSpPr>
          <p:spPr>
            <a:xfrm>
              <a:off x="2097963" y="1488685"/>
              <a:ext cx="522516" cy="459285"/>
            </a:xfrm>
            <a:custGeom>
              <a:rect b="b" l="l" r="r" t="t"/>
              <a:pathLst>
                <a:path extrusionOk="0" h="13837" w="15742">
                  <a:moveTo>
                    <a:pt x="5043" y="1673"/>
                  </a:moveTo>
                  <a:cubicBezTo>
                    <a:pt x="5274" y="1673"/>
                    <a:pt x="5481" y="1782"/>
                    <a:pt x="5613" y="1972"/>
                  </a:cubicBezTo>
                  <a:lnTo>
                    <a:pt x="6505" y="3267"/>
                  </a:lnTo>
                  <a:lnTo>
                    <a:pt x="5837" y="4617"/>
                  </a:lnTo>
                  <a:lnTo>
                    <a:pt x="4505" y="1929"/>
                  </a:lnTo>
                  <a:cubicBezTo>
                    <a:pt x="4637" y="1766"/>
                    <a:pt x="4830" y="1673"/>
                    <a:pt x="5043" y="1673"/>
                  </a:cubicBezTo>
                  <a:close/>
                  <a:moveTo>
                    <a:pt x="8836" y="465"/>
                  </a:moveTo>
                  <a:cubicBezTo>
                    <a:pt x="9105" y="465"/>
                    <a:pt x="9338" y="609"/>
                    <a:pt x="9456" y="850"/>
                  </a:cubicBezTo>
                  <a:lnTo>
                    <a:pt x="12571" y="7144"/>
                  </a:lnTo>
                  <a:lnTo>
                    <a:pt x="5102" y="7144"/>
                  </a:lnTo>
                  <a:lnTo>
                    <a:pt x="8215" y="850"/>
                  </a:lnTo>
                  <a:cubicBezTo>
                    <a:pt x="8334" y="609"/>
                    <a:pt x="8567" y="465"/>
                    <a:pt x="8836" y="465"/>
                  </a:cubicBezTo>
                  <a:close/>
                  <a:moveTo>
                    <a:pt x="12787" y="6004"/>
                  </a:moveTo>
                  <a:cubicBezTo>
                    <a:pt x="13330" y="6004"/>
                    <a:pt x="13773" y="6447"/>
                    <a:pt x="13773" y="6990"/>
                  </a:cubicBezTo>
                  <a:cubicBezTo>
                    <a:pt x="13773" y="7041"/>
                    <a:pt x="13769" y="7093"/>
                    <a:pt x="13761" y="7144"/>
                  </a:cubicBezTo>
                  <a:lnTo>
                    <a:pt x="13088" y="7144"/>
                  </a:lnTo>
                  <a:lnTo>
                    <a:pt x="12525" y="6004"/>
                  </a:lnTo>
                  <a:close/>
                  <a:moveTo>
                    <a:pt x="2838" y="1"/>
                  </a:moveTo>
                  <a:cubicBezTo>
                    <a:pt x="2395" y="1"/>
                    <a:pt x="2000" y="247"/>
                    <a:pt x="1804" y="643"/>
                  </a:cubicBezTo>
                  <a:lnTo>
                    <a:pt x="138" y="4010"/>
                  </a:lnTo>
                  <a:lnTo>
                    <a:pt x="551" y="4214"/>
                  </a:lnTo>
                  <a:lnTo>
                    <a:pt x="2216" y="851"/>
                  </a:lnTo>
                  <a:cubicBezTo>
                    <a:pt x="2335" y="609"/>
                    <a:pt x="2568" y="465"/>
                    <a:pt x="2837" y="465"/>
                  </a:cubicBezTo>
                  <a:cubicBezTo>
                    <a:pt x="3106" y="465"/>
                    <a:pt x="3338" y="609"/>
                    <a:pt x="3457" y="851"/>
                  </a:cubicBezTo>
                  <a:lnTo>
                    <a:pt x="5579" y="5139"/>
                  </a:lnTo>
                  <a:lnTo>
                    <a:pt x="4587" y="7144"/>
                  </a:lnTo>
                  <a:lnTo>
                    <a:pt x="0" y="7144"/>
                  </a:lnTo>
                  <a:lnTo>
                    <a:pt x="0" y="7605"/>
                  </a:lnTo>
                  <a:lnTo>
                    <a:pt x="13556" y="7605"/>
                  </a:lnTo>
                  <a:cubicBezTo>
                    <a:pt x="13375" y="7830"/>
                    <a:pt x="13098" y="7974"/>
                    <a:pt x="12787" y="7974"/>
                  </a:cubicBezTo>
                  <a:lnTo>
                    <a:pt x="5879" y="7974"/>
                  </a:lnTo>
                  <a:cubicBezTo>
                    <a:pt x="2646" y="7974"/>
                    <a:pt x="17" y="10604"/>
                    <a:pt x="17" y="13837"/>
                  </a:cubicBezTo>
                  <a:lnTo>
                    <a:pt x="478" y="13837"/>
                  </a:lnTo>
                  <a:cubicBezTo>
                    <a:pt x="478" y="10859"/>
                    <a:pt x="2901" y="8437"/>
                    <a:pt x="5879" y="8437"/>
                  </a:cubicBezTo>
                  <a:lnTo>
                    <a:pt x="12787" y="8437"/>
                  </a:lnTo>
                  <a:cubicBezTo>
                    <a:pt x="13585" y="8437"/>
                    <a:pt x="14234" y="7787"/>
                    <a:pt x="14234" y="6990"/>
                  </a:cubicBezTo>
                  <a:cubicBezTo>
                    <a:pt x="14234" y="6191"/>
                    <a:pt x="13585" y="5543"/>
                    <a:pt x="12787" y="5543"/>
                  </a:cubicBezTo>
                  <a:lnTo>
                    <a:pt x="12295" y="5543"/>
                  </a:lnTo>
                  <a:lnTo>
                    <a:pt x="11990" y="4928"/>
                  </a:lnTo>
                  <a:lnTo>
                    <a:pt x="12710" y="4928"/>
                  </a:lnTo>
                  <a:cubicBezTo>
                    <a:pt x="14127" y="4928"/>
                    <a:pt x="15280" y="6081"/>
                    <a:pt x="15280" y="7498"/>
                  </a:cubicBezTo>
                  <a:cubicBezTo>
                    <a:pt x="15280" y="9255"/>
                    <a:pt x="13852" y="10683"/>
                    <a:pt x="12095" y="10683"/>
                  </a:cubicBezTo>
                  <a:lnTo>
                    <a:pt x="7478" y="10683"/>
                  </a:lnTo>
                  <a:cubicBezTo>
                    <a:pt x="5739" y="10683"/>
                    <a:pt x="4324" y="12099"/>
                    <a:pt x="4324" y="13837"/>
                  </a:cubicBezTo>
                  <a:lnTo>
                    <a:pt x="4786" y="13837"/>
                  </a:lnTo>
                  <a:cubicBezTo>
                    <a:pt x="4786" y="12352"/>
                    <a:pt x="5993" y="11144"/>
                    <a:pt x="7478" y="11144"/>
                  </a:cubicBezTo>
                  <a:lnTo>
                    <a:pt x="12095" y="11144"/>
                  </a:lnTo>
                  <a:cubicBezTo>
                    <a:pt x="14106" y="11144"/>
                    <a:pt x="15741" y="9508"/>
                    <a:pt x="15741" y="7498"/>
                  </a:cubicBezTo>
                  <a:cubicBezTo>
                    <a:pt x="15741" y="5826"/>
                    <a:pt x="14381" y="4466"/>
                    <a:pt x="12710" y="4466"/>
                  </a:cubicBezTo>
                  <a:lnTo>
                    <a:pt x="11762" y="4466"/>
                  </a:lnTo>
                  <a:lnTo>
                    <a:pt x="9871" y="645"/>
                  </a:lnTo>
                  <a:cubicBezTo>
                    <a:pt x="9675" y="249"/>
                    <a:pt x="9280" y="3"/>
                    <a:pt x="8837" y="3"/>
                  </a:cubicBezTo>
                  <a:cubicBezTo>
                    <a:pt x="8395" y="3"/>
                    <a:pt x="7999" y="248"/>
                    <a:pt x="7803" y="645"/>
                  </a:cubicBezTo>
                  <a:lnTo>
                    <a:pt x="6741" y="2792"/>
                  </a:lnTo>
                  <a:lnTo>
                    <a:pt x="5994" y="1708"/>
                  </a:lnTo>
                  <a:cubicBezTo>
                    <a:pt x="5779" y="1396"/>
                    <a:pt x="5424" y="1210"/>
                    <a:pt x="5045" y="1210"/>
                  </a:cubicBezTo>
                  <a:cubicBezTo>
                    <a:pt x="4763" y="1210"/>
                    <a:pt x="4498" y="1312"/>
                    <a:pt x="4291" y="1490"/>
                  </a:cubicBezTo>
                  <a:lnTo>
                    <a:pt x="3872" y="643"/>
                  </a:lnTo>
                  <a:cubicBezTo>
                    <a:pt x="3675" y="248"/>
                    <a:pt x="3279" y="1"/>
                    <a:pt x="2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6"/>
            <p:cNvSpPr/>
            <p:nvPr/>
          </p:nvSpPr>
          <p:spPr>
            <a:xfrm>
              <a:off x="2472308" y="1499307"/>
              <a:ext cx="16829" cy="16729"/>
            </a:xfrm>
            <a:custGeom>
              <a:rect b="b" l="l" r="r" t="t"/>
              <a:pathLst>
                <a:path extrusionOk="0" h="504" w="507">
                  <a:moveTo>
                    <a:pt x="1" y="0"/>
                  </a:moveTo>
                  <a:lnTo>
                    <a:pt x="1" y="7"/>
                  </a:lnTo>
                  <a:cubicBezTo>
                    <a:pt x="1" y="174"/>
                    <a:pt x="19" y="342"/>
                    <a:pt x="56" y="503"/>
                  </a:cubicBezTo>
                  <a:lnTo>
                    <a:pt x="506" y="402"/>
                  </a:lnTo>
                  <a:cubicBezTo>
                    <a:pt x="478" y="272"/>
                    <a:pt x="463" y="140"/>
                    <a:pt x="463" y="9"/>
                  </a:cubicBez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6"/>
            <p:cNvSpPr/>
            <p:nvPr/>
          </p:nvSpPr>
          <p:spPr>
            <a:xfrm>
              <a:off x="2474200" y="1467176"/>
              <a:ext cx="19351" cy="19119"/>
            </a:xfrm>
            <a:custGeom>
              <a:rect b="b" l="l" r="r" t="t"/>
              <a:pathLst>
                <a:path extrusionOk="0" h="576" w="583">
                  <a:moveTo>
                    <a:pt x="168" y="0"/>
                  </a:moveTo>
                  <a:cubicBezTo>
                    <a:pt x="96" y="150"/>
                    <a:pt x="39" y="310"/>
                    <a:pt x="1" y="472"/>
                  </a:cubicBezTo>
                  <a:lnTo>
                    <a:pt x="450" y="575"/>
                  </a:lnTo>
                  <a:cubicBezTo>
                    <a:pt x="480" y="446"/>
                    <a:pt x="525" y="321"/>
                    <a:pt x="583" y="202"/>
                  </a:cubicBezTo>
                  <a:lnTo>
                    <a:pt x="1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6"/>
            <p:cNvSpPr/>
            <p:nvPr/>
          </p:nvSpPr>
          <p:spPr>
            <a:xfrm>
              <a:off x="2488606" y="1441452"/>
              <a:ext cx="21310" cy="21343"/>
            </a:xfrm>
            <a:custGeom>
              <a:rect b="b" l="l" r="r" t="t"/>
              <a:pathLst>
                <a:path extrusionOk="0" h="643" w="642">
                  <a:moveTo>
                    <a:pt x="356" y="1"/>
                  </a:moveTo>
                  <a:cubicBezTo>
                    <a:pt x="225" y="104"/>
                    <a:pt x="106" y="223"/>
                    <a:pt x="1" y="352"/>
                  </a:cubicBezTo>
                  <a:lnTo>
                    <a:pt x="361" y="642"/>
                  </a:lnTo>
                  <a:cubicBezTo>
                    <a:pt x="443" y="539"/>
                    <a:pt x="538" y="445"/>
                    <a:pt x="641" y="363"/>
                  </a:cubicBezTo>
                  <a:lnTo>
                    <a:pt x="3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6"/>
            <p:cNvSpPr/>
            <p:nvPr/>
          </p:nvSpPr>
          <p:spPr>
            <a:xfrm>
              <a:off x="2514463" y="1427246"/>
              <a:ext cx="19052" cy="19285"/>
            </a:xfrm>
            <a:custGeom>
              <a:rect b="b" l="l" r="r" t="t"/>
              <a:pathLst>
                <a:path extrusionOk="0" h="581" w="574">
                  <a:moveTo>
                    <a:pt x="472" y="1"/>
                  </a:moveTo>
                  <a:cubicBezTo>
                    <a:pt x="310" y="37"/>
                    <a:pt x="151" y="93"/>
                    <a:pt x="1" y="165"/>
                  </a:cubicBezTo>
                  <a:lnTo>
                    <a:pt x="199" y="581"/>
                  </a:lnTo>
                  <a:cubicBezTo>
                    <a:pt x="318" y="524"/>
                    <a:pt x="445" y="481"/>
                    <a:pt x="574" y="452"/>
                  </a:cubicBezTo>
                  <a:lnTo>
                    <a:pt x="4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6"/>
            <p:cNvSpPr/>
            <p:nvPr/>
          </p:nvSpPr>
          <p:spPr>
            <a:xfrm>
              <a:off x="2500190" y="1545444"/>
              <a:ext cx="20679" cy="20845"/>
            </a:xfrm>
            <a:custGeom>
              <a:rect b="b" l="l" r="r" t="t"/>
              <a:pathLst>
                <a:path extrusionOk="0" h="628" w="623">
                  <a:moveTo>
                    <a:pt x="288" y="0"/>
                  </a:moveTo>
                  <a:lnTo>
                    <a:pt x="0" y="361"/>
                  </a:lnTo>
                  <a:cubicBezTo>
                    <a:pt x="131" y="466"/>
                    <a:pt x="272" y="555"/>
                    <a:pt x="422" y="627"/>
                  </a:cubicBezTo>
                  <a:lnTo>
                    <a:pt x="623" y="211"/>
                  </a:lnTo>
                  <a:cubicBezTo>
                    <a:pt x="505" y="154"/>
                    <a:pt x="393" y="83"/>
                    <a:pt x="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6"/>
            <p:cNvSpPr/>
            <p:nvPr/>
          </p:nvSpPr>
          <p:spPr>
            <a:xfrm>
              <a:off x="2479644" y="1524931"/>
              <a:ext cx="20845" cy="20745"/>
            </a:xfrm>
            <a:custGeom>
              <a:rect b="b" l="l" r="r" t="t"/>
              <a:pathLst>
                <a:path extrusionOk="0" h="625" w="628">
                  <a:moveTo>
                    <a:pt x="418" y="1"/>
                  </a:moveTo>
                  <a:lnTo>
                    <a:pt x="1" y="202"/>
                  </a:lnTo>
                  <a:cubicBezTo>
                    <a:pt x="73" y="352"/>
                    <a:pt x="162" y="494"/>
                    <a:pt x="268" y="625"/>
                  </a:cubicBezTo>
                  <a:lnTo>
                    <a:pt x="628" y="336"/>
                  </a:lnTo>
                  <a:cubicBezTo>
                    <a:pt x="545" y="234"/>
                    <a:pt x="475" y="12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6"/>
            <p:cNvSpPr/>
            <p:nvPr/>
          </p:nvSpPr>
          <p:spPr>
            <a:xfrm>
              <a:off x="2529897" y="1556763"/>
              <a:ext cx="16530" cy="16829"/>
            </a:xfrm>
            <a:custGeom>
              <a:rect b="b" l="l" r="r" t="t"/>
              <a:pathLst>
                <a:path extrusionOk="0" h="507" w="498">
                  <a:moveTo>
                    <a:pt x="103" y="1"/>
                  </a:moveTo>
                  <a:lnTo>
                    <a:pt x="1" y="451"/>
                  </a:lnTo>
                  <a:cubicBezTo>
                    <a:pt x="162" y="488"/>
                    <a:pt x="329" y="506"/>
                    <a:pt x="497" y="506"/>
                  </a:cubicBezTo>
                  <a:lnTo>
                    <a:pt x="497" y="44"/>
                  </a:lnTo>
                  <a:cubicBezTo>
                    <a:pt x="363" y="44"/>
                    <a:pt x="231" y="31"/>
                    <a:pt x="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6"/>
            <p:cNvSpPr/>
            <p:nvPr/>
          </p:nvSpPr>
          <p:spPr>
            <a:xfrm>
              <a:off x="2546527" y="1425453"/>
              <a:ext cx="16530" cy="16862"/>
            </a:xfrm>
            <a:custGeom>
              <a:rect b="b" l="l" r="r" t="t"/>
              <a:pathLst>
                <a:path extrusionOk="0" h="508" w="498">
                  <a:moveTo>
                    <a:pt x="2" y="1"/>
                  </a:moveTo>
                  <a:lnTo>
                    <a:pt x="0" y="462"/>
                  </a:lnTo>
                  <a:cubicBezTo>
                    <a:pt x="133" y="462"/>
                    <a:pt x="265" y="478"/>
                    <a:pt x="395" y="508"/>
                  </a:cubicBezTo>
                  <a:lnTo>
                    <a:pt x="498" y="58"/>
                  </a:lnTo>
                  <a:cubicBezTo>
                    <a:pt x="337" y="21"/>
                    <a:pt x="169" y="1"/>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6"/>
            <p:cNvSpPr/>
            <p:nvPr/>
          </p:nvSpPr>
          <p:spPr>
            <a:xfrm>
              <a:off x="2599336" y="1512650"/>
              <a:ext cx="19318" cy="19119"/>
            </a:xfrm>
            <a:custGeom>
              <a:rect b="b" l="l" r="r" t="t"/>
              <a:pathLst>
                <a:path extrusionOk="0" h="576" w="582">
                  <a:moveTo>
                    <a:pt x="131" y="1"/>
                  </a:moveTo>
                  <a:cubicBezTo>
                    <a:pt x="101" y="130"/>
                    <a:pt x="57" y="255"/>
                    <a:pt x="0" y="374"/>
                  </a:cubicBezTo>
                  <a:lnTo>
                    <a:pt x="416" y="576"/>
                  </a:lnTo>
                  <a:cubicBezTo>
                    <a:pt x="488" y="426"/>
                    <a:pt x="543" y="267"/>
                    <a:pt x="581" y="104"/>
                  </a:cubicBezTo>
                  <a:lnTo>
                    <a:pt x="1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6"/>
            <p:cNvSpPr/>
            <p:nvPr/>
          </p:nvSpPr>
          <p:spPr>
            <a:xfrm>
              <a:off x="2559439" y="1552481"/>
              <a:ext cx="19086" cy="19285"/>
            </a:xfrm>
            <a:custGeom>
              <a:rect b="b" l="l" r="r" t="t"/>
              <a:pathLst>
                <a:path extrusionOk="0" h="581" w="575">
                  <a:moveTo>
                    <a:pt x="374" y="0"/>
                  </a:moveTo>
                  <a:cubicBezTo>
                    <a:pt x="255" y="57"/>
                    <a:pt x="130" y="101"/>
                    <a:pt x="0" y="131"/>
                  </a:cubicBezTo>
                  <a:lnTo>
                    <a:pt x="103" y="581"/>
                  </a:lnTo>
                  <a:cubicBezTo>
                    <a:pt x="265" y="544"/>
                    <a:pt x="424" y="489"/>
                    <a:pt x="574" y="416"/>
                  </a:cubicBezTo>
                  <a:lnTo>
                    <a:pt x="3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6"/>
            <p:cNvSpPr/>
            <p:nvPr/>
          </p:nvSpPr>
          <p:spPr>
            <a:xfrm>
              <a:off x="2603717" y="1483175"/>
              <a:ext cx="16762" cy="16463"/>
            </a:xfrm>
            <a:custGeom>
              <a:rect b="b" l="l" r="r" t="t"/>
              <a:pathLst>
                <a:path extrusionOk="0" h="496" w="505">
                  <a:moveTo>
                    <a:pt x="450" y="0"/>
                  </a:moveTo>
                  <a:lnTo>
                    <a:pt x="0" y="102"/>
                  </a:lnTo>
                  <a:cubicBezTo>
                    <a:pt x="28" y="229"/>
                    <a:pt x="43" y="360"/>
                    <a:pt x="43" y="493"/>
                  </a:cubicBezTo>
                  <a:lnTo>
                    <a:pt x="43" y="496"/>
                  </a:lnTo>
                  <a:lnTo>
                    <a:pt x="504" y="496"/>
                  </a:lnTo>
                  <a:lnTo>
                    <a:pt x="504" y="493"/>
                  </a:lnTo>
                  <a:cubicBezTo>
                    <a:pt x="504" y="326"/>
                    <a:pt x="486" y="161"/>
                    <a:pt x="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6"/>
            <p:cNvSpPr/>
            <p:nvPr/>
          </p:nvSpPr>
          <p:spPr>
            <a:xfrm>
              <a:off x="2582972" y="1536183"/>
              <a:ext cx="21310" cy="21310"/>
            </a:xfrm>
            <a:custGeom>
              <a:rect b="b" l="l" r="r" t="t"/>
              <a:pathLst>
                <a:path extrusionOk="0" h="642" w="642">
                  <a:moveTo>
                    <a:pt x="281" y="0"/>
                  </a:moveTo>
                  <a:cubicBezTo>
                    <a:pt x="198" y="104"/>
                    <a:pt x="104" y="198"/>
                    <a:pt x="1" y="280"/>
                  </a:cubicBezTo>
                  <a:lnTo>
                    <a:pt x="289" y="641"/>
                  </a:lnTo>
                  <a:cubicBezTo>
                    <a:pt x="420" y="538"/>
                    <a:pt x="539" y="419"/>
                    <a:pt x="642" y="289"/>
                  </a:cubicBezTo>
                  <a:lnTo>
                    <a:pt x="2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6"/>
            <p:cNvSpPr/>
            <p:nvPr/>
          </p:nvSpPr>
          <p:spPr>
            <a:xfrm>
              <a:off x="2592432" y="1453435"/>
              <a:ext cx="20812" cy="20712"/>
            </a:xfrm>
            <a:custGeom>
              <a:rect b="b" l="l" r="r" t="t"/>
              <a:pathLst>
                <a:path extrusionOk="0" h="624" w="627">
                  <a:moveTo>
                    <a:pt x="361" y="1"/>
                  </a:moveTo>
                  <a:lnTo>
                    <a:pt x="0" y="287"/>
                  </a:lnTo>
                  <a:cubicBezTo>
                    <a:pt x="83" y="391"/>
                    <a:pt x="154" y="504"/>
                    <a:pt x="211" y="623"/>
                  </a:cubicBezTo>
                  <a:lnTo>
                    <a:pt x="627" y="423"/>
                  </a:lnTo>
                  <a:cubicBezTo>
                    <a:pt x="553" y="274"/>
                    <a:pt x="465" y="131"/>
                    <a:pt x="3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6"/>
            <p:cNvSpPr/>
            <p:nvPr/>
          </p:nvSpPr>
          <p:spPr>
            <a:xfrm>
              <a:off x="2571985" y="1432855"/>
              <a:ext cx="20745" cy="20845"/>
            </a:xfrm>
            <a:custGeom>
              <a:rect b="b" l="l" r="r" t="t"/>
              <a:pathLst>
                <a:path extrusionOk="0" h="628" w="625">
                  <a:moveTo>
                    <a:pt x="203" y="0"/>
                  </a:moveTo>
                  <a:lnTo>
                    <a:pt x="1" y="415"/>
                  </a:lnTo>
                  <a:cubicBezTo>
                    <a:pt x="120" y="473"/>
                    <a:pt x="232" y="544"/>
                    <a:pt x="336" y="627"/>
                  </a:cubicBezTo>
                  <a:lnTo>
                    <a:pt x="624" y="266"/>
                  </a:lnTo>
                  <a:cubicBezTo>
                    <a:pt x="493" y="163"/>
                    <a:pt x="352" y="73"/>
                    <a:pt x="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6"/>
            <p:cNvSpPr/>
            <p:nvPr/>
          </p:nvSpPr>
          <p:spPr>
            <a:xfrm>
              <a:off x="2508090" y="1461202"/>
              <a:ext cx="76641" cy="76675"/>
            </a:xfrm>
            <a:custGeom>
              <a:rect b="b" l="l" r="r" t="t"/>
              <a:pathLst>
                <a:path extrusionOk="0" h="2310" w="2309">
                  <a:moveTo>
                    <a:pt x="1154" y="461"/>
                  </a:moveTo>
                  <a:cubicBezTo>
                    <a:pt x="1537" y="461"/>
                    <a:pt x="1847" y="771"/>
                    <a:pt x="1847" y="1154"/>
                  </a:cubicBezTo>
                  <a:cubicBezTo>
                    <a:pt x="1847" y="1536"/>
                    <a:pt x="1537" y="1847"/>
                    <a:pt x="1154" y="1847"/>
                  </a:cubicBezTo>
                  <a:cubicBezTo>
                    <a:pt x="773" y="1847"/>
                    <a:pt x="461" y="1536"/>
                    <a:pt x="461" y="1154"/>
                  </a:cubicBezTo>
                  <a:cubicBezTo>
                    <a:pt x="461" y="771"/>
                    <a:pt x="772" y="461"/>
                    <a:pt x="1154" y="461"/>
                  </a:cubicBezTo>
                  <a:close/>
                  <a:moveTo>
                    <a:pt x="1154" y="1"/>
                  </a:moveTo>
                  <a:cubicBezTo>
                    <a:pt x="518" y="1"/>
                    <a:pt x="0" y="518"/>
                    <a:pt x="0" y="1155"/>
                  </a:cubicBezTo>
                  <a:cubicBezTo>
                    <a:pt x="0" y="1791"/>
                    <a:pt x="517" y="2310"/>
                    <a:pt x="1154" y="2310"/>
                  </a:cubicBezTo>
                  <a:cubicBezTo>
                    <a:pt x="1790" y="2310"/>
                    <a:pt x="2308" y="1793"/>
                    <a:pt x="2308" y="1155"/>
                  </a:cubicBezTo>
                  <a:cubicBezTo>
                    <a:pt x="2308" y="518"/>
                    <a:pt x="1791" y="1"/>
                    <a:pt x="1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6"/>
            <p:cNvSpPr/>
            <p:nvPr/>
          </p:nvSpPr>
          <p:spPr>
            <a:xfrm>
              <a:off x="2097963" y="1425818"/>
              <a:ext cx="15335" cy="15335"/>
            </a:xfrm>
            <a:custGeom>
              <a:rect b="b" l="l" r="r" t="t"/>
              <a:pathLst>
                <a:path extrusionOk="0" h="462" w="462">
                  <a:moveTo>
                    <a:pt x="0" y="0"/>
                  </a:moveTo>
                  <a:lnTo>
                    <a:pt x="0" y="462"/>
                  </a:lnTo>
                  <a:lnTo>
                    <a:pt x="461" y="462"/>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6"/>
            <p:cNvSpPr/>
            <p:nvPr/>
          </p:nvSpPr>
          <p:spPr>
            <a:xfrm>
              <a:off x="2159270" y="1425818"/>
              <a:ext cx="59315" cy="15335"/>
            </a:xfrm>
            <a:custGeom>
              <a:rect b="b" l="l" r="r" t="t"/>
              <a:pathLst>
                <a:path extrusionOk="0" h="462" w="1787">
                  <a:moveTo>
                    <a:pt x="0" y="0"/>
                  </a:moveTo>
                  <a:lnTo>
                    <a:pt x="0" y="462"/>
                  </a:lnTo>
                  <a:lnTo>
                    <a:pt x="1786" y="462"/>
                  </a:lnTo>
                  <a:lnTo>
                    <a:pt x="17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6"/>
            <p:cNvSpPr/>
            <p:nvPr/>
          </p:nvSpPr>
          <p:spPr>
            <a:xfrm>
              <a:off x="2128633" y="1425818"/>
              <a:ext cx="15335" cy="15335"/>
            </a:xfrm>
            <a:custGeom>
              <a:rect b="b" l="l" r="r" t="t"/>
              <a:pathLst>
                <a:path extrusionOk="0" h="462"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6"/>
            <p:cNvSpPr/>
            <p:nvPr/>
          </p:nvSpPr>
          <p:spPr>
            <a:xfrm>
              <a:off x="2243015" y="1472454"/>
              <a:ext cx="91976" cy="15335"/>
            </a:xfrm>
            <a:custGeom>
              <a:rect b="b" l="l" r="r" t="t"/>
              <a:pathLst>
                <a:path extrusionOk="0" h="462" w="2771">
                  <a:moveTo>
                    <a:pt x="0" y="1"/>
                  </a:moveTo>
                  <a:lnTo>
                    <a:pt x="0" y="462"/>
                  </a:lnTo>
                  <a:lnTo>
                    <a:pt x="2771" y="462"/>
                  </a:lnTo>
                  <a:lnTo>
                    <a:pt x="27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6"/>
            <p:cNvSpPr/>
            <p:nvPr/>
          </p:nvSpPr>
          <p:spPr>
            <a:xfrm>
              <a:off x="2585196" y="1591947"/>
              <a:ext cx="35782" cy="15335"/>
            </a:xfrm>
            <a:custGeom>
              <a:rect b="b" l="l" r="r" t="t"/>
              <a:pathLst>
                <a:path extrusionOk="0" h="462" w="1078">
                  <a:moveTo>
                    <a:pt x="1" y="1"/>
                  </a:moveTo>
                  <a:lnTo>
                    <a:pt x="1" y="462"/>
                  </a:lnTo>
                  <a:lnTo>
                    <a:pt x="1078" y="462"/>
                  </a:lnTo>
                  <a:lnTo>
                    <a:pt x="10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6"/>
            <p:cNvSpPr/>
            <p:nvPr/>
          </p:nvSpPr>
          <p:spPr>
            <a:xfrm>
              <a:off x="2511675" y="1604195"/>
              <a:ext cx="35782" cy="15368"/>
            </a:xfrm>
            <a:custGeom>
              <a:rect b="b" l="l" r="r" t="t"/>
              <a:pathLst>
                <a:path extrusionOk="0" h="463" w="1078">
                  <a:moveTo>
                    <a:pt x="1" y="1"/>
                  </a:moveTo>
                  <a:lnTo>
                    <a:pt x="1" y="462"/>
                  </a:lnTo>
                  <a:lnTo>
                    <a:pt x="1077" y="462"/>
                  </a:lnTo>
                  <a:lnTo>
                    <a:pt x="10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6"/>
            <p:cNvSpPr/>
            <p:nvPr/>
          </p:nvSpPr>
          <p:spPr>
            <a:xfrm>
              <a:off x="2288986" y="1434648"/>
              <a:ext cx="104191" cy="15335"/>
            </a:xfrm>
            <a:custGeom>
              <a:rect b="b" l="l" r="r" t="t"/>
              <a:pathLst>
                <a:path extrusionOk="0" h="462" w="3139">
                  <a:moveTo>
                    <a:pt x="0" y="0"/>
                  </a:moveTo>
                  <a:lnTo>
                    <a:pt x="0" y="461"/>
                  </a:lnTo>
                  <a:lnTo>
                    <a:pt x="3139" y="461"/>
                  </a:lnTo>
                  <a:lnTo>
                    <a:pt x="31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6"/>
            <p:cNvSpPr/>
            <p:nvPr/>
          </p:nvSpPr>
          <p:spPr>
            <a:xfrm>
              <a:off x="2439149" y="1434648"/>
              <a:ext cx="15335" cy="15335"/>
            </a:xfrm>
            <a:custGeom>
              <a:rect b="b" l="l" r="r" t="t"/>
              <a:pathLst>
                <a:path extrusionOk="0" h="462" w="462">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6"/>
            <p:cNvSpPr/>
            <p:nvPr/>
          </p:nvSpPr>
          <p:spPr>
            <a:xfrm>
              <a:off x="2408479" y="1434648"/>
              <a:ext cx="15368" cy="15335"/>
            </a:xfrm>
            <a:custGeom>
              <a:rect b="b" l="l" r="r" t="t"/>
              <a:pathLst>
                <a:path extrusionOk="0" h="462" w="463">
                  <a:moveTo>
                    <a:pt x="0" y="0"/>
                  </a:moveTo>
                  <a:lnTo>
                    <a:pt x="0"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6"/>
            <p:cNvSpPr/>
            <p:nvPr/>
          </p:nvSpPr>
          <p:spPr>
            <a:xfrm>
              <a:off x="2120468" y="1608477"/>
              <a:ext cx="36479" cy="52776"/>
            </a:xfrm>
            <a:custGeom>
              <a:rect b="b" l="l" r="r" t="t"/>
              <a:pathLst>
                <a:path extrusionOk="0" h="1590" w="1099">
                  <a:moveTo>
                    <a:pt x="685" y="0"/>
                  </a:moveTo>
                  <a:lnTo>
                    <a:pt x="0" y="1385"/>
                  </a:lnTo>
                  <a:lnTo>
                    <a:pt x="414" y="1590"/>
                  </a:lnTo>
                  <a:lnTo>
                    <a:pt x="1099" y="205"/>
                  </a:lnTo>
                  <a:lnTo>
                    <a:pt x="6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6"/>
            <p:cNvSpPr/>
            <p:nvPr/>
          </p:nvSpPr>
          <p:spPr>
            <a:xfrm>
              <a:off x="2217987" y="1589889"/>
              <a:ext cx="35051" cy="49888"/>
            </a:xfrm>
            <a:custGeom>
              <a:rect b="b" l="l" r="r" t="t"/>
              <a:pathLst>
                <a:path extrusionOk="0" h="1503" w="1056">
                  <a:moveTo>
                    <a:pt x="414" y="1"/>
                  </a:moveTo>
                  <a:lnTo>
                    <a:pt x="1" y="205"/>
                  </a:lnTo>
                  <a:lnTo>
                    <a:pt x="642" y="1502"/>
                  </a:lnTo>
                  <a:lnTo>
                    <a:pt x="1055" y="1297"/>
                  </a:lnTo>
                  <a:lnTo>
                    <a:pt x="4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6"/>
            <p:cNvSpPr/>
            <p:nvPr/>
          </p:nvSpPr>
          <p:spPr>
            <a:xfrm>
              <a:off x="2204478" y="1562505"/>
              <a:ext cx="20546" cy="20546"/>
            </a:xfrm>
            <a:custGeom>
              <a:rect b="b" l="l" r="r" t="t"/>
              <a:pathLst>
                <a:path extrusionOk="0" h="619" w="619">
                  <a:moveTo>
                    <a:pt x="414" y="0"/>
                  </a:moveTo>
                  <a:lnTo>
                    <a:pt x="0" y="205"/>
                  </a:lnTo>
                  <a:lnTo>
                    <a:pt x="205" y="619"/>
                  </a:lnTo>
                  <a:lnTo>
                    <a:pt x="618" y="414"/>
                  </a:lnTo>
                  <a:lnTo>
                    <a:pt x="4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6"/>
            <p:cNvSpPr/>
            <p:nvPr/>
          </p:nvSpPr>
          <p:spPr>
            <a:xfrm>
              <a:off x="2296222" y="1688106"/>
              <a:ext cx="20546" cy="20546"/>
            </a:xfrm>
            <a:custGeom>
              <a:rect b="b" l="l" r="r" t="t"/>
              <a:pathLst>
                <a:path extrusionOk="0" h="619" w="619">
                  <a:moveTo>
                    <a:pt x="205" y="0"/>
                  </a:moveTo>
                  <a:lnTo>
                    <a:pt x="0" y="414"/>
                  </a:lnTo>
                  <a:lnTo>
                    <a:pt x="414" y="619"/>
                  </a:lnTo>
                  <a:lnTo>
                    <a:pt x="619" y="205"/>
                  </a:lnTo>
                  <a:lnTo>
                    <a:pt x="2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6"/>
            <p:cNvSpPr/>
            <p:nvPr/>
          </p:nvSpPr>
          <p:spPr>
            <a:xfrm>
              <a:off x="2309765" y="1625836"/>
              <a:ext cx="37806" cy="55365"/>
            </a:xfrm>
            <a:custGeom>
              <a:rect b="b" l="l" r="r" t="t"/>
              <a:pathLst>
                <a:path extrusionOk="0" h="1668" w="1139">
                  <a:moveTo>
                    <a:pt x="725" y="0"/>
                  </a:moveTo>
                  <a:lnTo>
                    <a:pt x="1" y="1463"/>
                  </a:lnTo>
                  <a:lnTo>
                    <a:pt x="415" y="1667"/>
                  </a:lnTo>
                  <a:lnTo>
                    <a:pt x="1138" y="205"/>
                  </a:lnTo>
                  <a:lnTo>
                    <a:pt x="7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6"/>
            <p:cNvSpPr/>
            <p:nvPr/>
          </p:nvSpPr>
          <p:spPr>
            <a:xfrm>
              <a:off x="2435066" y="1626102"/>
              <a:ext cx="20546" cy="20579"/>
            </a:xfrm>
            <a:custGeom>
              <a:rect b="b" l="l" r="r" t="t"/>
              <a:pathLst>
                <a:path extrusionOk="0" h="620" w="619">
                  <a:moveTo>
                    <a:pt x="414" y="1"/>
                  </a:moveTo>
                  <a:lnTo>
                    <a:pt x="1" y="205"/>
                  </a:lnTo>
                  <a:lnTo>
                    <a:pt x="205" y="619"/>
                  </a:lnTo>
                  <a:lnTo>
                    <a:pt x="619" y="414"/>
                  </a:lnTo>
                  <a:lnTo>
                    <a:pt x="4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6"/>
            <p:cNvSpPr/>
            <p:nvPr/>
          </p:nvSpPr>
          <p:spPr>
            <a:xfrm>
              <a:off x="2405591" y="1566588"/>
              <a:ext cx="36412" cy="52610"/>
            </a:xfrm>
            <a:custGeom>
              <a:rect b="b" l="l" r="r" t="t"/>
              <a:pathLst>
                <a:path extrusionOk="0" h="1585" w="1097">
                  <a:moveTo>
                    <a:pt x="414" y="0"/>
                  </a:moveTo>
                  <a:lnTo>
                    <a:pt x="0" y="205"/>
                  </a:lnTo>
                  <a:lnTo>
                    <a:pt x="683" y="1585"/>
                  </a:lnTo>
                  <a:lnTo>
                    <a:pt x="1096" y="1380"/>
                  </a:lnTo>
                  <a:lnTo>
                    <a:pt x="4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6"/>
            <p:cNvSpPr/>
            <p:nvPr/>
          </p:nvSpPr>
          <p:spPr>
            <a:xfrm>
              <a:off x="2448675" y="1653552"/>
              <a:ext cx="20546" cy="20546"/>
            </a:xfrm>
            <a:custGeom>
              <a:rect b="b" l="l" r="r" t="t"/>
              <a:pathLst>
                <a:path extrusionOk="0" h="619" w="619">
                  <a:moveTo>
                    <a:pt x="414" y="1"/>
                  </a:moveTo>
                  <a:lnTo>
                    <a:pt x="0" y="206"/>
                  </a:lnTo>
                  <a:lnTo>
                    <a:pt x="205" y="618"/>
                  </a:lnTo>
                  <a:lnTo>
                    <a:pt x="619" y="415"/>
                  </a:lnTo>
                  <a:lnTo>
                    <a:pt x="4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6"/>
            <p:cNvSpPr/>
            <p:nvPr/>
          </p:nvSpPr>
          <p:spPr>
            <a:xfrm>
              <a:off x="2453422" y="1797276"/>
              <a:ext cx="15368" cy="15335"/>
            </a:xfrm>
            <a:custGeom>
              <a:rect b="b" l="l" r="r" t="t"/>
              <a:pathLst>
                <a:path extrusionOk="0" h="462" w="463">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6"/>
            <p:cNvSpPr/>
            <p:nvPr/>
          </p:nvSpPr>
          <p:spPr>
            <a:xfrm>
              <a:off x="2346177" y="1797276"/>
              <a:ext cx="91976" cy="15335"/>
            </a:xfrm>
            <a:custGeom>
              <a:rect b="b" l="l" r="r" t="t"/>
              <a:pathLst>
                <a:path extrusionOk="0" h="462" w="2771">
                  <a:moveTo>
                    <a:pt x="0" y="0"/>
                  </a:moveTo>
                  <a:lnTo>
                    <a:pt x="0" y="461"/>
                  </a:lnTo>
                  <a:lnTo>
                    <a:pt x="2771" y="461"/>
                  </a:lnTo>
                  <a:lnTo>
                    <a:pt x="27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6"/>
            <p:cNvSpPr/>
            <p:nvPr/>
          </p:nvSpPr>
          <p:spPr>
            <a:xfrm>
              <a:off x="2484092" y="1797276"/>
              <a:ext cx="15335" cy="15335"/>
            </a:xfrm>
            <a:custGeom>
              <a:rect b="b" l="l" r="r" t="t"/>
              <a:pathLst>
                <a:path extrusionOk="0" h="462" w="462">
                  <a:moveTo>
                    <a:pt x="0" y="0"/>
                  </a:moveTo>
                  <a:lnTo>
                    <a:pt x="0"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6"/>
            <p:cNvSpPr/>
            <p:nvPr/>
          </p:nvSpPr>
          <p:spPr>
            <a:xfrm>
              <a:off x="2216892" y="1862399"/>
              <a:ext cx="36379" cy="50054"/>
            </a:xfrm>
            <a:custGeom>
              <a:rect b="b" l="l" r="r" t="t"/>
              <a:pathLst>
                <a:path extrusionOk="0" h="1508" w="1096">
                  <a:moveTo>
                    <a:pt x="739" y="1"/>
                  </a:moveTo>
                  <a:cubicBezTo>
                    <a:pt x="405" y="409"/>
                    <a:pt x="157" y="870"/>
                    <a:pt x="0" y="1371"/>
                  </a:cubicBezTo>
                  <a:lnTo>
                    <a:pt x="441" y="1508"/>
                  </a:lnTo>
                  <a:cubicBezTo>
                    <a:pt x="580" y="1064"/>
                    <a:pt x="799" y="654"/>
                    <a:pt x="1096" y="292"/>
                  </a:cubicBezTo>
                  <a:lnTo>
                    <a:pt x="7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6"/>
            <p:cNvSpPr/>
            <p:nvPr/>
          </p:nvSpPr>
          <p:spPr>
            <a:xfrm>
              <a:off x="2146955" y="1859711"/>
              <a:ext cx="20911" cy="20911"/>
            </a:xfrm>
            <a:custGeom>
              <a:rect b="b" l="l" r="r" t="t"/>
              <a:pathLst>
                <a:path extrusionOk="0" h="630" w="630">
                  <a:moveTo>
                    <a:pt x="241" y="0"/>
                  </a:moveTo>
                  <a:cubicBezTo>
                    <a:pt x="154" y="136"/>
                    <a:pt x="72" y="278"/>
                    <a:pt x="1" y="420"/>
                  </a:cubicBezTo>
                  <a:lnTo>
                    <a:pt x="411" y="630"/>
                  </a:lnTo>
                  <a:cubicBezTo>
                    <a:pt x="478" y="501"/>
                    <a:pt x="551" y="372"/>
                    <a:pt x="630" y="249"/>
                  </a:cubicBezTo>
                  <a:lnTo>
                    <a:pt x="2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6"/>
            <p:cNvSpPr/>
            <p:nvPr/>
          </p:nvSpPr>
          <p:spPr>
            <a:xfrm>
              <a:off x="2164249" y="1834551"/>
              <a:ext cx="21608" cy="21608"/>
            </a:xfrm>
            <a:custGeom>
              <a:rect b="b" l="l" r="r" t="t"/>
              <a:pathLst>
                <a:path extrusionOk="0" h="651" w="651">
                  <a:moveTo>
                    <a:pt x="318" y="0"/>
                  </a:moveTo>
                  <a:cubicBezTo>
                    <a:pt x="207" y="116"/>
                    <a:pt x="100" y="238"/>
                    <a:pt x="0" y="365"/>
                  </a:cubicBezTo>
                  <a:lnTo>
                    <a:pt x="362" y="651"/>
                  </a:lnTo>
                  <a:cubicBezTo>
                    <a:pt x="453" y="536"/>
                    <a:pt x="550" y="424"/>
                    <a:pt x="651" y="320"/>
                  </a:cubicBezTo>
                  <a:lnTo>
                    <a:pt x="3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6"/>
            <p:cNvSpPr/>
            <p:nvPr/>
          </p:nvSpPr>
          <p:spPr>
            <a:xfrm>
              <a:off x="2186454" y="1788845"/>
              <a:ext cx="70733" cy="46270"/>
            </a:xfrm>
            <a:custGeom>
              <a:rect b="b" l="l" r="r" t="t"/>
              <a:pathLst>
                <a:path extrusionOk="0" h="1394" w="2131">
                  <a:moveTo>
                    <a:pt x="2018" y="1"/>
                  </a:moveTo>
                  <a:cubicBezTo>
                    <a:pt x="1279" y="184"/>
                    <a:pt x="581" y="546"/>
                    <a:pt x="0" y="1044"/>
                  </a:cubicBezTo>
                  <a:lnTo>
                    <a:pt x="301" y="1394"/>
                  </a:lnTo>
                  <a:cubicBezTo>
                    <a:pt x="828" y="942"/>
                    <a:pt x="1460" y="615"/>
                    <a:pt x="2131" y="448"/>
                  </a:cubicBezTo>
                  <a:lnTo>
                    <a:pt x="20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6"/>
            <p:cNvSpPr/>
            <p:nvPr/>
          </p:nvSpPr>
          <p:spPr>
            <a:xfrm>
              <a:off x="2353346" y="1906545"/>
              <a:ext cx="57224" cy="15368"/>
            </a:xfrm>
            <a:custGeom>
              <a:rect b="b" l="l" r="r" t="t"/>
              <a:pathLst>
                <a:path extrusionOk="0" h="463" w="1724">
                  <a:moveTo>
                    <a:pt x="0" y="1"/>
                  </a:moveTo>
                  <a:lnTo>
                    <a:pt x="0" y="462"/>
                  </a:lnTo>
                  <a:lnTo>
                    <a:pt x="1723" y="462"/>
                  </a:lnTo>
                  <a:lnTo>
                    <a:pt x="17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6"/>
            <p:cNvSpPr/>
            <p:nvPr/>
          </p:nvSpPr>
          <p:spPr>
            <a:xfrm>
              <a:off x="2443232" y="1876938"/>
              <a:ext cx="23567" cy="15368"/>
            </a:xfrm>
            <a:custGeom>
              <a:rect b="b" l="l" r="r" t="t"/>
              <a:pathLst>
                <a:path extrusionOk="0" h="463" w="710">
                  <a:moveTo>
                    <a:pt x="1" y="0"/>
                  </a:moveTo>
                  <a:lnTo>
                    <a:pt x="1" y="463"/>
                  </a:lnTo>
                  <a:lnTo>
                    <a:pt x="709" y="463"/>
                  </a:lnTo>
                  <a:lnTo>
                    <a:pt x="7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6"/>
            <p:cNvSpPr/>
            <p:nvPr/>
          </p:nvSpPr>
          <p:spPr>
            <a:xfrm>
              <a:off x="2483063" y="1876938"/>
              <a:ext cx="23533" cy="15368"/>
            </a:xfrm>
            <a:custGeom>
              <a:rect b="b" l="l" r="r" t="t"/>
              <a:pathLst>
                <a:path extrusionOk="0" h="463" w="709">
                  <a:moveTo>
                    <a:pt x="0" y="0"/>
                  </a:moveTo>
                  <a:lnTo>
                    <a:pt x="0" y="463"/>
                  </a:lnTo>
                  <a:lnTo>
                    <a:pt x="709" y="463"/>
                  </a:lnTo>
                  <a:lnTo>
                    <a:pt x="7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6"/>
            <p:cNvSpPr/>
            <p:nvPr/>
          </p:nvSpPr>
          <p:spPr>
            <a:xfrm>
              <a:off x="2510612" y="1916735"/>
              <a:ext cx="37873" cy="15401"/>
            </a:xfrm>
            <a:custGeom>
              <a:rect b="b" l="l" r="r" t="t"/>
              <a:pathLst>
                <a:path extrusionOk="0" h="464" w="1141">
                  <a:moveTo>
                    <a:pt x="1" y="1"/>
                  </a:moveTo>
                  <a:lnTo>
                    <a:pt x="1" y="463"/>
                  </a:lnTo>
                  <a:lnTo>
                    <a:pt x="1140" y="463"/>
                  </a:lnTo>
                  <a:lnTo>
                    <a:pt x="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6"/>
            <p:cNvSpPr/>
            <p:nvPr/>
          </p:nvSpPr>
          <p:spPr>
            <a:xfrm>
              <a:off x="2563754" y="1916735"/>
              <a:ext cx="15335" cy="15401"/>
            </a:xfrm>
            <a:custGeom>
              <a:rect b="b" l="l" r="r" t="t"/>
              <a:pathLst>
                <a:path extrusionOk="0" h="464" w="462">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6"/>
            <p:cNvSpPr/>
            <p:nvPr/>
          </p:nvSpPr>
          <p:spPr>
            <a:xfrm>
              <a:off x="2594390" y="1916735"/>
              <a:ext cx="15368" cy="15401"/>
            </a:xfrm>
            <a:custGeom>
              <a:rect b="b" l="l" r="r" t="t"/>
              <a:pathLst>
                <a:path extrusionOk="0" h="464" w="463">
                  <a:moveTo>
                    <a:pt x="0" y="1"/>
                  </a:moveTo>
                  <a:lnTo>
                    <a:pt x="0"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6"/>
            <p:cNvSpPr/>
            <p:nvPr/>
          </p:nvSpPr>
          <p:spPr>
            <a:xfrm>
              <a:off x="2117381" y="1760498"/>
              <a:ext cx="27616" cy="15335"/>
            </a:xfrm>
            <a:custGeom>
              <a:rect b="b" l="l" r="r" t="t"/>
              <a:pathLst>
                <a:path extrusionOk="0" h="462" w="832">
                  <a:moveTo>
                    <a:pt x="0" y="0"/>
                  </a:moveTo>
                  <a:lnTo>
                    <a:pt x="0" y="462"/>
                  </a:lnTo>
                  <a:lnTo>
                    <a:pt x="832" y="462"/>
                  </a:lnTo>
                  <a:lnTo>
                    <a:pt x="8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6"/>
            <p:cNvSpPr/>
            <p:nvPr/>
          </p:nvSpPr>
          <p:spPr>
            <a:xfrm>
              <a:off x="2298180" y="1906545"/>
              <a:ext cx="35748" cy="15368"/>
            </a:xfrm>
            <a:custGeom>
              <a:rect b="b" l="l" r="r" t="t"/>
              <a:pathLst>
                <a:path extrusionOk="0" h="463" w="1077">
                  <a:moveTo>
                    <a:pt x="0" y="1"/>
                  </a:moveTo>
                  <a:lnTo>
                    <a:pt x="0" y="462"/>
                  </a:lnTo>
                  <a:lnTo>
                    <a:pt x="1077" y="462"/>
                  </a:lnTo>
                  <a:lnTo>
                    <a:pt x="10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66"/>
          <p:cNvGrpSpPr/>
          <p:nvPr/>
        </p:nvGrpSpPr>
        <p:grpSpPr>
          <a:xfrm>
            <a:off x="1442913" y="1429384"/>
            <a:ext cx="462606" cy="461197"/>
            <a:chOff x="1467239" y="1426018"/>
            <a:chExt cx="523014" cy="521421"/>
          </a:xfrm>
        </p:grpSpPr>
        <p:sp>
          <p:nvSpPr>
            <p:cNvPr id="5664" name="Google Shape;5664;p66"/>
            <p:cNvSpPr/>
            <p:nvPr/>
          </p:nvSpPr>
          <p:spPr>
            <a:xfrm>
              <a:off x="1806998" y="1603531"/>
              <a:ext cx="183189" cy="236762"/>
            </a:xfrm>
            <a:custGeom>
              <a:rect b="b" l="l" r="r" t="t"/>
              <a:pathLst>
                <a:path extrusionOk="0" h="7133" w="5519">
                  <a:moveTo>
                    <a:pt x="4824" y="463"/>
                  </a:moveTo>
                  <a:cubicBezTo>
                    <a:pt x="4950" y="463"/>
                    <a:pt x="5053" y="567"/>
                    <a:pt x="5053" y="693"/>
                  </a:cubicBezTo>
                  <a:lnTo>
                    <a:pt x="5057" y="1970"/>
                  </a:lnTo>
                  <a:cubicBezTo>
                    <a:pt x="5057" y="2275"/>
                    <a:pt x="4861" y="2541"/>
                    <a:pt x="4570" y="2631"/>
                  </a:cubicBezTo>
                  <a:lnTo>
                    <a:pt x="3305" y="3139"/>
                  </a:lnTo>
                  <a:lnTo>
                    <a:pt x="3305" y="6671"/>
                  </a:lnTo>
                  <a:lnTo>
                    <a:pt x="2536" y="6671"/>
                  </a:lnTo>
                  <a:lnTo>
                    <a:pt x="2536" y="4694"/>
                  </a:lnTo>
                  <a:lnTo>
                    <a:pt x="942" y="4182"/>
                  </a:lnTo>
                  <a:cubicBezTo>
                    <a:pt x="654" y="4090"/>
                    <a:pt x="461" y="3826"/>
                    <a:pt x="461" y="3525"/>
                  </a:cubicBezTo>
                  <a:lnTo>
                    <a:pt x="461" y="2630"/>
                  </a:lnTo>
                  <a:cubicBezTo>
                    <a:pt x="461" y="2503"/>
                    <a:pt x="564" y="2399"/>
                    <a:pt x="690" y="2399"/>
                  </a:cubicBezTo>
                  <a:cubicBezTo>
                    <a:pt x="817" y="2399"/>
                    <a:pt x="921" y="2503"/>
                    <a:pt x="921" y="2630"/>
                  </a:cubicBezTo>
                  <a:lnTo>
                    <a:pt x="921" y="3633"/>
                  </a:lnTo>
                  <a:lnTo>
                    <a:pt x="2534" y="4106"/>
                  </a:lnTo>
                  <a:lnTo>
                    <a:pt x="2534" y="1677"/>
                  </a:lnTo>
                  <a:cubicBezTo>
                    <a:pt x="2534" y="1465"/>
                    <a:pt x="2706" y="1293"/>
                    <a:pt x="2918" y="1293"/>
                  </a:cubicBezTo>
                  <a:cubicBezTo>
                    <a:pt x="3130" y="1293"/>
                    <a:pt x="3302" y="1466"/>
                    <a:pt x="3302" y="1677"/>
                  </a:cubicBezTo>
                  <a:lnTo>
                    <a:pt x="3302" y="2635"/>
                  </a:lnTo>
                  <a:lnTo>
                    <a:pt x="4593" y="2109"/>
                  </a:lnTo>
                  <a:lnTo>
                    <a:pt x="4593" y="693"/>
                  </a:lnTo>
                  <a:cubicBezTo>
                    <a:pt x="4593" y="567"/>
                    <a:pt x="4697" y="463"/>
                    <a:pt x="4824" y="463"/>
                  </a:cubicBezTo>
                  <a:close/>
                  <a:moveTo>
                    <a:pt x="4826" y="0"/>
                  </a:moveTo>
                  <a:cubicBezTo>
                    <a:pt x="4444" y="0"/>
                    <a:pt x="4134" y="310"/>
                    <a:pt x="4134" y="692"/>
                  </a:cubicBezTo>
                  <a:lnTo>
                    <a:pt x="4134" y="1798"/>
                  </a:lnTo>
                  <a:lnTo>
                    <a:pt x="3766" y="1948"/>
                  </a:lnTo>
                  <a:lnTo>
                    <a:pt x="3766" y="1676"/>
                  </a:lnTo>
                  <a:cubicBezTo>
                    <a:pt x="3766" y="1209"/>
                    <a:pt x="3387" y="831"/>
                    <a:pt x="2920" y="831"/>
                  </a:cubicBezTo>
                  <a:cubicBezTo>
                    <a:pt x="2454" y="831"/>
                    <a:pt x="2075" y="1209"/>
                    <a:pt x="2075" y="1676"/>
                  </a:cubicBezTo>
                  <a:lnTo>
                    <a:pt x="2075" y="3489"/>
                  </a:lnTo>
                  <a:lnTo>
                    <a:pt x="1383" y="3287"/>
                  </a:lnTo>
                  <a:lnTo>
                    <a:pt x="1383" y="2630"/>
                  </a:lnTo>
                  <a:cubicBezTo>
                    <a:pt x="1383" y="2248"/>
                    <a:pt x="1073" y="1938"/>
                    <a:pt x="691" y="1938"/>
                  </a:cubicBezTo>
                  <a:cubicBezTo>
                    <a:pt x="311" y="1938"/>
                    <a:pt x="1" y="2248"/>
                    <a:pt x="1" y="2630"/>
                  </a:cubicBezTo>
                  <a:lnTo>
                    <a:pt x="1" y="3525"/>
                  </a:lnTo>
                  <a:cubicBezTo>
                    <a:pt x="1" y="4027"/>
                    <a:pt x="322" y="4468"/>
                    <a:pt x="800" y="4622"/>
                  </a:cubicBezTo>
                  <a:lnTo>
                    <a:pt x="2075" y="5030"/>
                  </a:lnTo>
                  <a:lnTo>
                    <a:pt x="2075" y="6671"/>
                  </a:lnTo>
                  <a:lnTo>
                    <a:pt x="1352" y="6671"/>
                  </a:lnTo>
                  <a:lnTo>
                    <a:pt x="1352" y="7133"/>
                  </a:lnTo>
                  <a:lnTo>
                    <a:pt x="4427" y="7133"/>
                  </a:lnTo>
                  <a:lnTo>
                    <a:pt x="4427" y="6671"/>
                  </a:lnTo>
                  <a:lnTo>
                    <a:pt x="3766" y="6671"/>
                  </a:lnTo>
                  <a:lnTo>
                    <a:pt x="3766" y="3451"/>
                  </a:lnTo>
                  <a:lnTo>
                    <a:pt x="4717" y="3069"/>
                  </a:lnTo>
                  <a:cubicBezTo>
                    <a:pt x="5197" y="2914"/>
                    <a:pt x="5519" y="2475"/>
                    <a:pt x="5519" y="1970"/>
                  </a:cubicBezTo>
                  <a:lnTo>
                    <a:pt x="5519" y="692"/>
                  </a:lnTo>
                  <a:cubicBezTo>
                    <a:pt x="5518" y="310"/>
                    <a:pt x="5208" y="0"/>
                    <a:pt x="48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6"/>
            <p:cNvSpPr/>
            <p:nvPr/>
          </p:nvSpPr>
          <p:spPr>
            <a:xfrm>
              <a:off x="1467239" y="1426018"/>
              <a:ext cx="338763" cy="521421"/>
            </a:xfrm>
            <a:custGeom>
              <a:rect b="b" l="l" r="r" t="t"/>
              <a:pathLst>
                <a:path extrusionOk="0" h="15709" w="10206">
                  <a:moveTo>
                    <a:pt x="2934" y="462"/>
                  </a:moveTo>
                  <a:cubicBezTo>
                    <a:pt x="3146" y="462"/>
                    <a:pt x="3318" y="634"/>
                    <a:pt x="3318" y="846"/>
                  </a:cubicBezTo>
                  <a:lnTo>
                    <a:pt x="3318" y="3688"/>
                  </a:lnTo>
                  <a:lnTo>
                    <a:pt x="4931" y="3211"/>
                  </a:lnTo>
                  <a:lnTo>
                    <a:pt x="4931" y="2222"/>
                  </a:lnTo>
                  <a:cubicBezTo>
                    <a:pt x="4931" y="2094"/>
                    <a:pt x="5030" y="1984"/>
                    <a:pt x="5149" y="1979"/>
                  </a:cubicBezTo>
                  <a:cubicBezTo>
                    <a:pt x="5153" y="1979"/>
                    <a:pt x="5157" y="1979"/>
                    <a:pt x="5161" y="1979"/>
                  </a:cubicBezTo>
                  <a:cubicBezTo>
                    <a:pt x="5220" y="1979"/>
                    <a:pt x="5276" y="2000"/>
                    <a:pt x="5320" y="2042"/>
                  </a:cubicBezTo>
                  <a:cubicBezTo>
                    <a:pt x="5367" y="2085"/>
                    <a:pt x="5391" y="2145"/>
                    <a:pt x="5391" y="2208"/>
                  </a:cubicBezTo>
                  <a:lnTo>
                    <a:pt x="5391" y="3065"/>
                  </a:lnTo>
                  <a:cubicBezTo>
                    <a:pt x="5391" y="3378"/>
                    <a:pt x="5179" y="3654"/>
                    <a:pt x="4875" y="3734"/>
                  </a:cubicBezTo>
                  <a:lnTo>
                    <a:pt x="3320" y="4141"/>
                  </a:lnTo>
                  <a:lnTo>
                    <a:pt x="3320" y="5490"/>
                  </a:lnTo>
                  <a:cubicBezTo>
                    <a:pt x="3267" y="5455"/>
                    <a:pt x="3214" y="5421"/>
                    <a:pt x="3158" y="5389"/>
                  </a:cubicBezTo>
                  <a:cubicBezTo>
                    <a:pt x="2962" y="5273"/>
                    <a:pt x="2760" y="5169"/>
                    <a:pt x="2552" y="5077"/>
                  </a:cubicBezTo>
                  <a:lnTo>
                    <a:pt x="2552" y="2911"/>
                  </a:lnTo>
                  <a:lnTo>
                    <a:pt x="1168" y="2911"/>
                  </a:lnTo>
                  <a:cubicBezTo>
                    <a:pt x="786" y="2911"/>
                    <a:pt x="476" y="2600"/>
                    <a:pt x="476" y="2219"/>
                  </a:cubicBezTo>
                  <a:lnTo>
                    <a:pt x="476" y="1170"/>
                  </a:lnTo>
                  <a:cubicBezTo>
                    <a:pt x="476" y="1107"/>
                    <a:pt x="502" y="1048"/>
                    <a:pt x="547" y="1004"/>
                  </a:cubicBezTo>
                  <a:cubicBezTo>
                    <a:pt x="591" y="963"/>
                    <a:pt x="647" y="940"/>
                    <a:pt x="707" y="940"/>
                  </a:cubicBezTo>
                  <a:cubicBezTo>
                    <a:pt x="710" y="940"/>
                    <a:pt x="714" y="940"/>
                    <a:pt x="718" y="941"/>
                  </a:cubicBezTo>
                  <a:cubicBezTo>
                    <a:pt x="838" y="946"/>
                    <a:pt x="936" y="1055"/>
                    <a:pt x="936" y="1184"/>
                  </a:cubicBezTo>
                  <a:lnTo>
                    <a:pt x="936" y="2449"/>
                  </a:lnTo>
                  <a:lnTo>
                    <a:pt x="2550" y="2449"/>
                  </a:lnTo>
                  <a:lnTo>
                    <a:pt x="2550" y="846"/>
                  </a:lnTo>
                  <a:cubicBezTo>
                    <a:pt x="2550" y="634"/>
                    <a:pt x="2721" y="462"/>
                    <a:pt x="2934" y="462"/>
                  </a:cubicBezTo>
                  <a:close/>
                  <a:moveTo>
                    <a:pt x="2935" y="9899"/>
                  </a:moveTo>
                  <a:cubicBezTo>
                    <a:pt x="3147" y="9899"/>
                    <a:pt x="3319" y="10071"/>
                    <a:pt x="3319" y="10283"/>
                  </a:cubicBezTo>
                  <a:lnTo>
                    <a:pt x="3319" y="13125"/>
                  </a:lnTo>
                  <a:lnTo>
                    <a:pt x="4932" y="12647"/>
                  </a:lnTo>
                  <a:lnTo>
                    <a:pt x="4932" y="11659"/>
                  </a:lnTo>
                  <a:cubicBezTo>
                    <a:pt x="4932" y="11530"/>
                    <a:pt x="5031" y="11421"/>
                    <a:pt x="5153" y="11416"/>
                  </a:cubicBezTo>
                  <a:cubicBezTo>
                    <a:pt x="5157" y="11415"/>
                    <a:pt x="5160" y="11415"/>
                    <a:pt x="5164" y="11415"/>
                  </a:cubicBezTo>
                  <a:cubicBezTo>
                    <a:pt x="5223" y="11415"/>
                    <a:pt x="5279" y="11437"/>
                    <a:pt x="5323" y="11479"/>
                  </a:cubicBezTo>
                  <a:cubicBezTo>
                    <a:pt x="5370" y="11522"/>
                    <a:pt x="5394" y="11582"/>
                    <a:pt x="5394" y="11645"/>
                  </a:cubicBezTo>
                  <a:lnTo>
                    <a:pt x="5396" y="12502"/>
                  </a:lnTo>
                  <a:cubicBezTo>
                    <a:pt x="5396" y="12815"/>
                    <a:pt x="5183" y="13091"/>
                    <a:pt x="4880" y="13171"/>
                  </a:cubicBezTo>
                  <a:lnTo>
                    <a:pt x="3320" y="13579"/>
                  </a:lnTo>
                  <a:lnTo>
                    <a:pt x="3320" y="15247"/>
                  </a:lnTo>
                  <a:lnTo>
                    <a:pt x="2553" y="15247"/>
                  </a:lnTo>
                  <a:lnTo>
                    <a:pt x="2553" y="12347"/>
                  </a:lnTo>
                  <a:lnTo>
                    <a:pt x="1169" y="12347"/>
                  </a:lnTo>
                  <a:cubicBezTo>
                    <a:pt x="787" y="12347"/>
                    <a:pt x="477" y="12037"/>
                    <a:pt x="477" y="11656"/>
                  </a:cubicBezTo>
                  <a:lnTo>
                    <a:pt x="477" y="10607"/>
                  </a:lnTo>
                  <a:cubicBezTo>
                    <a:pt x="477" y="10544"/>
                    <a:pt x="503" y="10485"/>
                    <a:pt x="548" y="10440"/>
                  </a:cubicBezTo>
                  <a:cubicBezTo>
                    <a:pt x="592" y="10400"/>
                    <a:pt x="648" y="10377"/>
                    <a:pt x="708" y="10377"/>
                  </a:cubicBezTo>
                  <a:cubicBezTo>
                    <a:pt x="711" y="10377"/>
                    <a:pt x="715" y="10377"/>
                    <a:pt x="719" y="10377"/>
                  </a:cubicBezTo>
                  <a:cubicBezTo>
                    <a:pt x="839" y="10383"/>
                    <a:pt x="937" y="10492"/>
                    <a:pt x="937" y="10620"/>
                  </a:cubicBezTo>
                  <a:lnTo>
                    <a:pt x="937" y="11886"/>
                  </a:lnTo>
                  <a:lnTo>
                    <a:pt x="2551" y="11886"/>
                  </a:lnTo>
                  <a:lnTo>
                    <a:pt x="2551" y="10283"/>
                  </a:lnTo>
                  <a:cubicBezTo>
                    <a:pt x="2551" y="10071"/>
                    <a:pt x="2723" y="9899"/>
                    <a:pt x="2935" y="9899"/>
                  </a:cubicBezTo>
                  <a:close/>
                  <a:moveTo>
                    <a:pt x="2936" y="1"/>
                  </a:moveTo>
                  <a:cubicBezTo>
                    <a:pt x="2470" y="1"/>
                    <a:pt x="2091" y="379"/>
                    <a:pt x="2091" y="846"/>
                  </a:cubicBezTo>
                  <a:lnTo>
                    <a:pt x="2091" y="1989"/>
                  </a:lnTo>
                  <a:lnTo>
                    <a:pt x="1400" y="1989"/>
                  </a:lnTo>
                  <a:lnTo>
                    <a:pt x="1400" y="1185"/>
                  </a:lnTo>
                  <a:cubicBezTo>
                    <a:pt x="1400" y="807"/>
                    <a:pt x="1110" y="498"/>
                    <a:pt x="742" y="481"/>
                  </a:cubicBezTo>
                  <a:cubicBezTo>
                    <a:pt x="730" y="481"/>
                    <a:pt x="719" y="481"/>
                    <a:pt x="707" y="481"/>
                  </a:cubicBezTo>
                  <a:cubicBezTo>
                    <a:pt x="529" y="481"/>
                    <a:pt x="361" y="547"/>
                    <a:pt x="231" y="672"/>
                  </a:cubicBezTo>
                  <a:cubicBezTo>
                    <a:pt x="96" y="802"/>
                    <a:pt x="16" y="984"/>
                    <a:pt x="16" y="1171"/>
                  </a:cubicBezTo>
                  <a:lnTo>
                    <a:pt x="16" y="2220"/>
                  </a:lnTo>
                  <a:cubicBezTo>
                    <a:pt x="16" y="2856"/>
                    <a:pt x="533" y="3373"/>
                    <a:pt x="1169" y="3373"/>
                  </a:cubicBezTo>
                  <a:lnTo>
                    <a:pt x="2091" y="3373"/>
                  </a:lnTo>
                  <a:lnTo>
                    <a:pt x="2091" y="4899"/>
                  </a:lnTo>
                  <a:cubicBezTo>
                    <a:pt x="1508" y="4703"/>
                    <a:pt x="890" y="4602"/>
                    <a:pt x="259" y="4602"/>
                  </a:cubicBezTo>
                  <a:lnTo>
                    <a:pt x="0" y="4602"/>
                  </a:lnTo>
                  <a:lnTo>
                    <a:pt x="0" y="5063"/>
                  </a:lnTo>
                  <a:lnTo>
                    <a:pt x="259" y="5063"/>
                  </a:lnTo>
                  <a:cubicBezTo>
                    <a:pt x="2254" y="5063"/>
                    <a:pt x="4002" y="6134"/>
                    <a:pt x="4711" y="7793"/>
                  </a:cubicBezTo>
                  <a:cubicBezTo>
                    <a:pt x="5504" y="9643"/>
                    <a:pt x="6565" y="10812"/>
                    <a:pt x="7315" y="11464"/>
                  </a:cubicBezTo>
                  <a:cubicBezTo>
                    <a:pt x="7578" y="11693"/>
                    <a:pt x="7821" y="11877"/>
                    <a:pt x="8031" y="12020"/>
                  </a:cubicBezTo>
                  <a:lnTo>
                    <a:pt x="5857" y="12020"/>
                  </a:lnTo>
                  <a:lnTo>
                    <a:pt x="5857" y="11645"/>
                  </a:lnTo>
                  <a:cubicBezTo>
                    <a:pt x="5857" y="11456"/>
                    <a:pt x="5779" y="11274"/>
                    <a:pt x="5642" y="11145"/>
                  </a:cubicBezTo>
                  <a:cubicBezTo>
                    <a:pt x="5512" y="11021"/>
                    <a:pt x="5343" y="10954"/>
                    <a:pt x="5163" y="10954"/>
                  </a:cubicBezTo>
                  <a:cubicBezTo>
                    <a:pt x="5153" y="10954"/>
                    <a:pt x="5142" y="10954"/>
                    <a:pt x="5132" y="10954"/>
                  </a:cubicBezTo>
                  <a:cubicBezTo>
                    <a:pt x="4762" y="10972"/>
                    <a:pt x="4473" y="11282"/>
                    <a:pt x="4473" y="11658"/>
                  </a:cubicBezTo>
                  <a:lnTo>
                    <a:pt x="4473" y="12303"/>
                  </a:lnTo>
                  <a:lnTo>
                    <a:pt x="3782" y="12509"/>
                  </a:lnTo>
                  <a:lnTo>
                    <a:pt x="3782" y="10283"/>
                  </a:lnTo>
                  <a:cubicBezTo>
                    <a:pt x="3782" y="9816"/>
                    <a:pt x="3403" y="9437"/>
                    <a:pt x="2936" y="9437"/>
                  </a:cubicBezTo>
                  <a:cubicBezTo>
                    <a:pt x="2470" y="9437"/>
                    <a:pt x="2091" y="9816"/>
                    <a:pt x="2091" y="10283"/>
                  </a:cubicBezTo>
                  <a:lnTo>
                    <a:pt x="2091" y="11426"/>
                  </a:lnTo>
                  <a:lnTo>
                    <a:pt x="1400" y="11426"/>
                  </a:lnTo>
                  <a:lnTo>
                    <a:pt x="1400" y="10621"/>
                  </a:lnTo>
                  <a:cubicBezTo>
                    <a:pt x="1400" y="10244"/>
                    <a:pt x="1110" y="9935"/>
                    <a:pt x="742" y="9918"/>
                  </a:cubicBezTo>
                  <a:cubicBezTo>
                    <a:pt x="730" y="9918"/>
                    <a:pt x="719" y="9917"/>
                    <a:pt x="707" y="9917"/>
                  </a:cubicBezTo>
                  <a:cubicBezTo>
                    <a:pt x="529" y="9917"/>
                    <a:pt x="361" y="9984"/>
                    <a:pt x="231" y="10108"/>
                  </a:cubicBezTo>
                  <a:cubicBezTo>
                    <a:pt x="96" y="10239"/>
                    <a:pt x="16" y="10421"/>
                    <a:pt x="16" y="10609"/>
                  </a:cubicBezTo>
                  <a:lnTo>
                    <a:pt x="16" y="11657"/>
                  </a:lnTo>
                  <a:cubicBezTo>
                    <a:pt x="16" y="12293"/>
                    <a:pt x="533" y="12810"/>
                    <a:pt x="1169" y="12810"/>
                  </a:cubicBezTo>
                  <a:lnTo>
                    <a:pt x="2091" y="12810"/>
                  </a:lnTo>
                  <a:lnTo>
                    <a:pt x="2091" y="15247"/>
                  </a:lnTo>
                  <a:lnTo>
                    <a:pt x="1400" y="15247"/>
                  </a:lnTo>
                  <a:lnTo>
                    <a:pt x="1400" y="15708"/>
                  </a:lnTo>
                  <a:lnTo>
                    <a:pt x="4473" y="15708"/>
                  </a:lnTo>
                  <a:lnTo>
                    <a:pt x="4473" y="15247"/>
                  </a:lnTo>
                  <a:lnTo>
                    <a:pt x="3782" y="15247"/>
                  </a:lnTo>
                  <a:lnTo>
                    <a:pt x="3782" y="13934"/>
                  </a:lnTo>
                  <a:lnTo>
                    <a:pt x="4995" y="13615"/>
                  </a:lnTo>
                  <a:cubicBezTo>
                    <a:pt x="5502" y="13482"/>
                    <a:pt x="5857" y="13025"/>
                    <a:pt x="5857" y="12499"/>
                  </a:cubicBezTo>
                  <a:lnTo>
                    <a:pt x="5857" y="12479"/>
                  </a:lnTo>
                  <a:lnTo>
                    <a:pt x="10205" y="12479"/>
                  </a:lnTo>
                  <a:lnTo>
                    <a:pt x="10205" y="12018"/>
                  </a:lnTo>
                  <a:lnTo>
                    <a:pt x="8934" y="12018"/>
                  </a:lnTo>
                  <a:lnTo>
                    <a:pt x="8934" y="12019"/>
                  </a:lnTo>
                  <a:cubicBezTo>
                    <a:pt x="8789" y="11949"/>
                    <a:pt x="8257" y="11675"/>
                    <a:pt x="7601" y="11100"/>
                  </a:cubicBezTo>
                  <a:cubicBezTo>
                    <a:pt x="6893" y="10478"/>
                    <a:pt x="5890" y="9369"/>
                    <a:pt x="5135" y="7608"/>
                  </a:cubicBezTo>
                  <a:cubicBezTo>
                    <a:pt x="4839" y="6918"/>
                    <a:pt x="4378" y="6312"/>
                    <a:pt x="3782" y="5824"/>
                  </a:cubicBezTo>
                  <a:lnTo>
                    <a:pt x="3782" y="4497"/>
                  </a:lnTo>
                  <a:lnTo>
                    <a:pt x="4995" y="4179"/>
                  </a:lnTo>
                  <a:cubicBezTo>
                    <a:pt x="5502" y="4045"/>
                    <a:pt x="5857" y="3588"/>
                    <a:pt x="5857" y="3063"/>
                  </a:cubicBezTo>
                  <a:lnTo>
                    <a:pt x="5857" y="2207"/>
                  </a:lnTo>
                  <a:cubicBezTo>
                    <a:pt x="5857" y="2018"/>
                    <a:pt x="5779" y="1836"/>
                    <a:pt x="5642" y="1707"/>
                  </a:cubicBezTo>
                  <a:cubicBezTo>
                    <a:pt x="5512" y="1583"/>
                    <a:pt x="5343" y="1516"/>
                    <a:pt x="5163" y="1516"/>
                  </a:cubicBezTo>
                  <a:cubicBezTo>
                    <a:pt x="5153" y="1516"/>
                    <a:pt x="5142" y="1516"/>
                    <a:pt x="5132" y="1517"/>
                  </a:cubicBezTo>
                  <a:cubicBezTo>
                    <a:pt x="4762" y="1534"/>
                    <a:pt x="4473" y="1844"/>
                    <a:pt x="4473" y="2220"/>
                  </a:cubicBezTo>
                  <a:lnTo>
                    <a:pt x="4473" y="2865"/>
                  </a:lnTo>
                  <a:lnTo>
                    <a:pt x="3782" y="3071"/>
                  </a:lnTo>
                  <a:lnTo>
                    <a:pt x="3782" y="846"/>
                  </a:lnTo>
                  <a:cubicBezTo>
                    <a:pt x="3782" y="379"/>
                    <a:pt x="3403" y="1"/>
                    <a:pt x="2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6"/>
            <p:cNvSpPr/>
            <p:nvPr/>
          </p:nvSpPr>
          <p:spPr>
            <a:xfrm>
              <a:off x="1713163" y="1548431"/>
              <a:ext cx="15335" cy="15335"/>
            </a:xfrm>
            <a:custGeom>
              <a:rect b="b" l="l" r="r" t="t"/>
              <a:pathLst>
                <a:path extrusionOk="0" h="462" w="462">
                  <a:moveTo>
                    <a:pt x="0" y="0"/>
                  </a:moveTo>
                  <a:lnTo>
                    <a:pt x="0" y="462"/>
                  </a:lnTo>
                  <a:lnTo>
                    <a:pt x="461" y="462"/>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6"/>
            <p:cNvSpPr/>
            <p:nvPr/>
          </p:nvSpPr>
          <p:spPr>
            <a:xfrm>
              <a:off x="1743202" y="1546174"/>
              <a:ext cx="17360" cy="17360"/>
            </a:xfrm>
            <a:custGeom>
              <a:rect b="b" l="l" r="r" t="t"/>
              <a:pathLst>
                <a:path extrusionOk="0" h="523" w="523">
                  <a:moveTo>
                    <a:pt x="422" y="0"/>
                  </a:moveTo>
                  <a:cubicBezTo>
                    <a:pt x="283" y="31"/>
                    <a:pt x="141" y="52"/>
                    <a:pt x="0" y="62"/>
                  </a:cubicBezTo>
                  <a:lnTo>
                    <a:pt x="32" y="522"/>
                  </a:lnTo>
                  <a:cubicBezTo>
                    <a:pt x="196" y="511"/>
                    <a:pt x="362" y="486"/>
                    <a:pt x="522" y="450"/>
                  </a:cubicBezTo>
                  <a:lnTo>
                    <a:pt x="4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6"/>
            <p:cNvSpPr/>
            <p:nvPr/>
          </p:nvSpPr>
          <p:spPr>
            <a:xfrm>
              <a:off x="1677282" y="1426881"/>
              <a:ext cx="312972" cy="129418"/>
            </a:xfrm>
            <a:custGeom>
              <a:rect b="b" l="l" r="r" t="t"/>
              <a:pathLst>
                <a:path extrusionOk="0" h="3899" w="9429">
                  <a:moveTo>
                    <a:pt x="6759" y="0"/>
                  </a:moveTo>
                  <a:cubicBezTo>
                    <a:pt x="6205" y="0"/>
                    <a:pt x="5702" y="258"/>
                    <a:pt x="5377" y="706"/>
                  </a:cubicBezTo>
                  <a:lnTo>
                    <a:pt x="4899" y="1366"/>
                  </a:lnTo>
                  <a:lnTo>
                    <a:pt x="4421" y="708"/>
                  </a:lnTo>
                  <a:cubicBezTo>
                    <a:pt x="4097" y="259"/>
                    <a:pt x="3593" y="1"/>
                    <a:pt x="3040" y="1"/>
                  </a:cubicBezTo>
                  <a:cubicBezTo>
                    <a:pt x="2487" y="1"/>
                    <a:pt x="1982" y="259"/>
                    <a:pt x="1657" y="708"/>
                  </a:cubicBezTo>
                  <a:lnTo>
                    <a:pt x="369" y="2488"/>
                  </a:lnTo>
                  <a:cubicBezTo>
                    <a:pt x="260" y="2637"/>
                    <a:pt x="136" y="2777"/>
                    <a:pt x="0" y="2903"/>
                  </a:cubicBezTo>
                  <a:lnTo>
                    <a:pt x="315" y="3241"/>
                  </a:lnTo>
                  <a:cubicBezTo>
                    <a:pt x="472" y="3095"/>
                    <a:pt x="616" y="2932"/>
                    <a:pt x="742" y="2757"/>
                  </a:cubicBezTo>
                  <a:lnTo>
                    <a:pt x="2032" y="978"/>
                  </a:lnTo>
                  <a:cubicBezTo>
                    <a:pt x="2267" y="651"/>
                    <a:pt x="2636" y="463"/>
                    <a:pt x="3040" y="463"/>
                  </a:cubicBezTo>
                  <a:cubicBezTo>
                    <a:pt x="3444" y="463"/>
                    <a:pt x="3811" y="651"/>
                    <a:pt x="4048" y="978"/>
                  </a:cubicBezTo>
                  <a:lnTo>
                    <a:pt x="4614" y="1759"/>
                  </a:lnTo>
                  <a:lnTo>
                    <a:pt x="4087" y="2486"/>
                  </a:lnTo>
                  <a:cubicBezTo>
                    <a:pt x="3766" y="2931"/>
                    <a:pt x="3326" y="3269"/>
                    <a:pt x="2815" y="3469"/>
                  </a:cubicBezTo>
                  <a:lnTo>
                    <a:pt x="2983" y="3898"/>
                  </a:lnTo>
                  <a:cubicBezTo>
                    <a:pt x="3576" y="3666"/>
                    <a:pt x="4087" y="3272"/>
                    <a:pt x="4462" y="2755"/>
                  </a:cubicBezTo>
                  <a:lnTo>
                    <a:pt x="5750" y="975"/>
                  </a:lnTo>
                  <a:cubicBezTo>
                    <a:pt x="5987" y="648"/>
                    <a:pt x="6355" y="461"/>
                    <a:pt x="6759" y="461"/>
                  </a:cubicBezTo>
                  <a:cubicBezTo>
                    <a:pt x="7163" y="461"/>
                    <a:pt x="7530" y="648"/>
                    <a:pt x="7767" y="975"/>
                  </a:cubicBezTo>
                  <a:lnTo>
                    <a:pt x="9056" y="2755"/>
                  </a:lnTo>
                  <a:lnTo>
                    <a:pt x="9429" y="2484"/>
                  </a:lnTo>
                  <a:lnTo>
                    <a:pt x="8140" y="706"/>
                  </a:lnTo>
                  <a:cubicBezTo>
                    <a:pt x="7817" y="258"/>
                    <a:pt x="7312" y="0"/>
                    <a:pt x="67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6"/>
            <p:cNvSpPr/>
            <p:nvPr/>
          </p:nvSpPr>
          <p:spPr>
            <a:xfrm>
              <a:off x="1512215" y="1614451"/>
              <a:ext cx="57689" cy="38271"/>
            </a:xfrm>
            <a:custGeom>
              <a:rect b="b" l="l" r="r" t="t"/>
              <a:pathLst>
                <a:path extrusionOk="0" h="1153" w="1738">
                  <a:moveTo>
                    <a:pt x="117" y="0"/>
                  </a:moveTo>
                  <a:lnTo>
                    <a:pt x="0" y="447"/>
                  </a:lnTo>
                  <a:cubicBezTo>
                    <a:pt x="534" y="586"/>
                    <a:pt x="1038" y="829"/>
                    <a:pt x="1457" y="1152"/>
                  </a:cubicBezTo>
                  <a:lnTo>
                    <a:pt x="1738" y="786"/>
                  </a:lnTo>
                  <a:cubicBezTo>
                    <a:pt x="1270" y="426"/>
                    <a:pt x="711" y="155"/>
                    <a:pt x="1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6"/>
            <p:cNvSpPr/>
            <p:nvPr/>
          </p:nvSpPr>
          <p:spPr>
            <a:xfrm>
              <a:off x="1589222" y="1676588"/>
              <a:ext cx="20413" cy="20115"/>
            </a:xfrm>
            <a:custGeom>
              <a:rect b="b" l="l" r="r" t="t"/>
              <a:pathLst>
                <a:path extrusionOk="0" h="606" w="615">
                  <a:moveTo>
                    <a:pt x="397" y="1"/>
                  </a:moveTo>
                  <a:lnTo>
                    <a:pt x="1" y="238"/>
                  </a:lnTo>
                  <a:cubicBezTo>
                    <a:pt x="72" y="357"/>
                    <a:pt x="135" y="481"/>
                    <a:pt x="190" y="606"/>
                  </a:cubicBezTo>
                  <a:lnTo>
                    <a:pt x="614" y="424"/>
                  </a:lnTo>
                  <a:cubicBezTo>
                    <a:pt x="550" y="279"/>
                    <a:pt x="478" y="136"/>
                    <a:pt x="3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6"/>
            <p:cNvSpPr/>
            <p:nvPr/>
          </p:nvSpPr>
          <p:spPr>
            <a:xfrm>
              <a:off x="1571497" y="1651129"/>
              <a:ext cx="21575" cy="21608"/>
            </a:xfrm>
            <a:custGeom>
              <a:rect b="b" l="l" r="r" t="t"/>
              <a:pathLst>
                <a:path extrusionOk="0" h="651" w="650">
                  <a:moveTo>
                    <a:pt x="322" y="1"/>
                  </a:moveTo>
                  <a:lnTo>
                    <a:pt x="0" y="329"/>
                  </a:lnTo>
                  <a:cubicBezTo>
                    <a:pt x="104" y="431"/>
                    <a:pt x="202" y="539"/>
                    <a:pt x="290" y="650"/>
                  </a:cubicBezTo>
                  <a:lnTo>
                    <a:pt x="650" y="364"/>
                  </a:lnTo>
                  <a:cubicBezTo>
                    <a:pt x="549" y="236"/>
                    <a:pt x="440" y="115"/>
                    <a:pt x="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6"/>
            <p:cNvSpPr/>
            <p:nvPr/>
          </p:nvSpPr>
          <p:spPr>
            <a:xfrm>
              <a:off x="1736497" y="1509563"/>
              <a:ext cx="38935" cy="23633"/>
            </a:xfrm>
            <a:custGeom>
              <a:rect b="b" l="l" r="r" t="t"/>
              <a:pathLst>
                <a:path extrusionOk="0" h="712" w="1173">
                  <a:moveTo>
                    <a:pt x="946" y="1"/>
                  </a:moveTo>
                  <a:cubicBezTo>
                    <a:pt x="657" y="163"/>
                    <a:pt x="330" y="250"/>
                    <a:pt x="0" y="250"/>
                  </a:cubicBezTo>
                  <a:lnTo>
                    <a:pt x="0" y="711"/>
                  </a:lnTo>
                  <a:cubicBezTo>
                    <a:pt x="409" y="711"/>
                    <a:pt x="815" y="604"/>
                    <a:pt x="1172" y="402"/>
                  </a:cubicBezTo>
                  <a:lnTo>
                    <a:pt x="9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6"/>
            <p:cNvSpPr/>
            <p:nvPr/>
          </p:nvSpPr>
          <p:spPr>
            <a:xfrm>
              <a:off x="1778983" y="1491540"/>
              <a:ext cx="21575" cy="21542"/>
            </a:xfrm>
            <a:custGeom>
              <a:rect b="b" l="l" r="r" t="t"/>
              <a:pathLst>
                <a:path extrusionOk="0" h="649" w="650">
                  <a:moveTo>
                    <a:pt x="276" y="1"/>
                  </a:moveTo>
                  <a:cubicBezTo>
                    <a:pt x="195" y="111"/>
                    <a:pt x="102" y="214"/>
                    <a:pt x="1" y="305"/>
                  </a:cubicBezTo>
                  <a:lnTo>
                    <a:pt x="307" y="648"/>
                  </a:lnTo>
                  <a:cubicBezTo>
                    <a:pt x="433" y="534"/>
                    <a:pt x="549" y="408"/>
                    <a:pt x="649" y="271"/>
                  </a:cubicBezTo>
                  <a:lnTo>
                    <a:pt x="2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6"/>
            <p:cNvSpPr/>
            <p:nvPr/>
          </p:nvSpPr>
          <p:spPr>
            <a:xfrm>
              <a:off x="1880519" y="1457517"/>
              <a:ext cx="65489" cy="51946"/>
            </a:xfrm>
            <a:custGeom>
              <a:rect b="b" l="l" r="r" t="t"/>
              <a:pathLst>
                <a:path extrusionOk="0" h="1565" w="1973">
                  <a:moveTo>
                    <a:pt x="636" y="1"/>
                  </a:moveTo>
                  <a:cubicBezTo>
                    <a:pt x="381" y="1"/>
                    <a:pt x="150" y="118"/>
                    <a:pt x="1" y="325"/>
                  </a:cubicBezTo>
                  <a:lnTo>
                    <a:pt x="375" y="596"/>
                  </a:lnTo>
                  <a:cubicBezTo>
                    <a:pt x="455" y="485"/>
                    <a:pt x="561" y="462"/>
                    <a:pt x="636" y="462"/>
                  </a:cubicBezTo>
                  <a:cubicBezTo>
                    <a:pt x="711" y="462"/>
                    <a:pt x="817" y="485"/>
                    <a:pt x="897" y="596"/>
                  </a:cubicBezTo>
                  <a:lnTo>
                    <a:pt x="1598" y="1565"/>
                  </a:lnTo>
                  <a:lnTo>
                    <a:pt x="1973" y="1295"/>
                  </a:lnTo>
                  <a:lnTo>
                    <a:pt x="1271" y="325"/>
                  </a:lnTo>
                  <a:cubicBezTo>
                    <a:pt x="1122" y="119"/>
                    <a:pt x="890" y="1"/>
                    <a:pt x="6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6"/>
            <p:cNvSpPr/>
            <p:nvPr/>
          </p:nvSpPr>
          <p:spPr>
            <a:xfrm>
              <a:off x="1942556" y="1512849"/>
              <a:ext cx="21409" cy="21442"/>
            </a:xfrm>
            <a:custGeom>
              <a:rect b="b" l="l" r="r" t="t"/>
              <a:pathLst>
                <a:path extrusionOk="0" h="646" w="645">
                  <a:moveTo>
                    <a:pt x="375" y="1"/>
                  </a:moveTo>
                  <a:lnTo>
                    <a:pt x="0" y="272"/>
                  </a:lnTo>
                  <a:lnTo>
                    <a:pt x="271" y="645"/>
                  </a:lnTo>
                  <a:lnTo>
                    <a:pt x="645" y="375"/>
                  </a:lnTo>
                  <a:lnTo>
                    <a:pt x="3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6"/>
            <p:cNvSpPr/>
            <p:nvPr/>
          </p:nvSpPr>
          <p:spPr>
            <a:xfrm>
              <a:off x="1738654" y="1591316"/>
              <a:ext cx="12248" cy="15335"/>
            </a:xfrm>
            <a:custGeom>
              <a:rect b="b" l="l" r="r" t="t"/>
              <a:pathLst>
                <a:path extrusionOk="0" h="462" w="369">
                  <a:moveTo>
                    <a:pt x="0" y="0"/>
                  </a:moveTo>
                  <a:lnTo>
                    <a:pt x="0" y="461"/>
                  </a:lnTo>
                  <a:lnTo>
                    <a:pt x="369" y="461"/>
                  </a:lnTo>
                  <a:lnTo>
                    <a:pt x="3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6"/>
            <p:cNvSpPr/>
            <p:nvPr/>
          </p:nvSpPr>
          <p:spPr>
            <a:xfrm>
              <a:off x="1766171" y="1591316"/>
              <a:ext cx="15368" cy="15335"/>
            </a:xfrm>
            <a:custGeom>
              <a:rect b="b" l="l" r="r" t="t"/>
              <a:pathLst>
                <a:path extrusionOk="0" h="462" w="463">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6"/>
            <p:cNvSpPr/>
            <p:nvPr/>
          </p:nvSpPr>
          <p:spPr>
            <a:xfrm>
              <a:off x="1796775" y="1591316"/>
              <a:ext cx="15368" cy="15335"/>
            </a:xfrm>
            <a:custGeom>
              <a:rect b="b" l="l" r="r" t="t"/>
              <a:pathLst>
                <a:path extrusionOk="0" h="462" w="463">
                  <a:moveTo>
                    <a:pt x="0" y="0"/>
                  </a:moveTo>
                  <a:lnTo>
                    <a:pt x="0" y="461"/>
                  </a:lnTo>
                  <a:lnTo>
                    <a:pt x="463" y="461"/>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6"/>
            <p:cNvSpPr/>
            <p:nvPr/>
          </p:nvSpPr>
          <p:spPr>
            <a:xfrm>
              <a:off x="1827378" y="1591316"/>
              <a:ext cx="61240" cy="15335"/>
            </a:xfrm>
            <a:custGeom>
              <a:rect b="b" l="l" r="r" t="t"/>
              <a:pathLst>
                <a:path extrusionOk="0" h="462" w="1845">
                  <a:moveTo>
                    <a:pt x="1" y="0"/>
                  </a:moveTo>
                  <a:lnTo>
                    <a:pt x="1" y="461"/>
                  </a:lnTo>
                  <a:lnTo>
                    <a:pt x="1845" y="461"/>
                  </a:lnTo>
                  <a:lnTo>
                    <a:pt x="18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6"/>
            <p:cNvSpPr/>
            <p:nvPr/>
          </p:nvSpPr>
          <p:spPr>
            <a:xfrm>
              <a:off x="1645782" y="1584113"/>
              <a:ext cx="57157" cy="15401"/>
            </a:xfrm>
            <a:custGeom>
              <a:rect b="b" l="l" r="r" t="t"/>
              <a:pathLst>
                <a:path extrusionOk="0" h="464" w="1722">
                  <a:moveTo>
                    <a:pt x="0" y="1"/>
                  </a:moveTo>
                  <a:lnTo>
                    <a:pt x="0" y="463"/>
                  </a:lnTo>
                  <a:lnTo>
                    <a:pt x="1722" y="463"/>
                  </a:lnTo>
                  <a:lnTo>
                    <a:pt x="17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6"/>
            <p:cNvSpPr/>
            <p:nvPr/>
          </p:nvSpPr>
          <p:spPr>
            <a:xfrm>
              <a:off x="1615145" y="1584113"/>
              <a:ext cx="15335" cy="15401"/>
            </a:xfrm>
            <a:custGeom>
              <a:rect b="b" l="l" r="r" t="t"/>
              <a:pathLst>
                <a:path extrusionOk="0" h="464" w="462">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6"/>
            <p:cNvSpPr/>
            <p:nvPr/>
          </p:nvSpPr>
          <p:spPr>
            <a:xfrm>
              <a:off x="1679439" y="1636159"/>
              <a:ext cx="23467" cy="15368"/>
            </a:xfrm>
            <a:custGeom>
              <a:rect b="b" l="l" r="r" t="t"/>
              <a:pathLst>
                <a:path extrusionOk="0" h="463" w="707">
                  <a:moveTo>
                    <a:pt x="1" y="1"/>
                  </a:moveTo>
                  <a:lnTo>
                    <a:pt x="1" y="463"/>
                  </a:lnTo>
                  <a:lnTo>
                    <a:pt x="707" y="463"/>
                  </a:lnTo>
                  <a:lnTo>
                    <a:pt x="7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6"/>
            <p:cNvSpPr/>
            <p:nvPr/>
          </p:nvSpPr>
          <p:spPr>
            <a:xfrm>
              <a:off x="1729460" y="1636159"/>
              <a:ext cx="74517" cy="15368"/>
            </a:xfrm>
            <a:custGeom>
              <a:rect b="b" l="l" r="r" t="t"/>
              <a:pathLst>
                <a:path extrusionOk="0" h="463" w="2245">
                  <a:moveTo>
                    <a:pt x="0" y="1"/>
                  </a:moveTo>
                  <a:lnTo>
                    <a:pt x="0" y="463"/>
                  </a:lnTo>
                  <a:lnTo>
                    <a:pt x="2244" y="463"/>
                  </a:lnTo>
                  <a:lnTo>
                    <a:pt x="22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6"/>
            <p:cNvSpPr/>
            <p:nvPr/>
          </p:nvSpPr>
          <p:spPr>
            <a:xfrm>
              <a:off x="1702873" y="1717780"/>
              <a:ext cx="42918" cy="15368"/>
            </a:xfrm>
            <a:custGeom>
              <a:rect b="b" l="l" r="r" t="t"/>
              <a:pathLst>
                <a:path extrusionOk="0" h="463" w="1293">
                  <a:moveTo>
                    <a:pt x="1" y="1"/>
                  </a:moveTo>
                  <a:lnTo>
                    <a:pt x="1" y="462"/>
                  </a:lnTo>
                  <a:lnTo>
                    <a:pt x="1293" y="462"/>
                  </a:lnTo>
                  <a:lnTo>
                    <a:pt x="1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6"/>
            <p:cNvSpPr/>
            <p:nvPr/>
          </p:nvSpPr>
          <p:spPr>
            <a:xfrm>
              <a:off x="1759001" y="1774937"/>
              <a:ext cx="60244" cy="15368"/>
            </a:xfrm>
            <a:custGeom>
              <a:rect b="b" l="l" r="r" t="t"/>
              <a:pathLst>
                <a:path extrusionOk="0" h="463" w="1815">
                  <a:moveTo>
                    <a:pt x="1" y="1"/>
                  </a:moveTo>
                  <a:lnTo>
                    <a:pt x="1" y="462"/>
                  </a:lnTo>
                  <a:lnTo>
                    <a:pt x="1815" y="462"/>
                  </a:lnTo>
                  <a:lnTo>
                    <a:pt x="18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6"/>
            <p:cNvSpPr/>
            <p:nvPr/>
          </p:nvSpPr>
          <p:spPr>
            <a:xfrm>
              <a:off x="1662079" y="1894331"/>
              <a:ext cx="53075" cy="15335"/>
            </a:xfrm>
            <a:custGeom>
              <a:rect b="b" l="l" r="r" t="t"/>
              <a:pathLst>
                <a:path extrusionOk="0" h="462" w="1599">
                  <a:moveTo>
                    <a:pt x="0" y="1"/>
                  </a:moveTo>
                  <a:lnTo>
                    <a:pt x="0" y="462"/>
                  </a:lnTo>
                  <a:lnTo>
                    <a:pt x="1598" y="462"/>
                  </a:lnTo>
                  <a:lnTo>
                    <a:pt x="15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6"/>
            <p:cNvSpPr/>
            <p:nvPr/>
          </p:nvSpPr>
          <p:spPr>
            <a:xfrm>
              <a:off x="1740646" y="1872921"/>
              <a:ext cx="61273" cy="15335"/>
            </a:xfrm>
            <a:custGeom>
              <a:rect b="b" l="l" r="r" t="t"/>
              <a:pathLst>
                <a:path extrusionOk="0" h="462" w="1846">
                  <a:moveTo>
                    <a:pt x="0" y="0"/>
                  </a:moveTo>
                  <a:lnTo>
                    <a:pt x="0" y="462"/>
                  </a:lnTo>
                  <a:lnTo>
                    <a:pt x="1845" y="462"/>
                  </a:lnTo>
                  <a:lnTo>
                    <a:pt x="18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6"/>
            <p:cNvSpPr/>
            <p:nvPr/>
          </p:nvSpPr>
          <p:spPr>
            <a:xfrm>
              <a:off x="1817155" y="1872921"/>
              <a:ext cx="15335" cy="15335"/>
            </a:xfrm>
            <a:custGeom>
              <a:rect b="b" l="l" r="r" t="t"/>
              <a:pathLst>
                <a:path extrusionOk="0" h="462"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6"/>
            <p:cNvSpPr/>
            <p:nvPr/>
          </p:nvSpPr>
          <p:spPr>
            <a:xfrm>
              <a:off x="1875341" y="1882082"/>
              <a:ext cx="61273" cy="15368"/>
            </a:xfrm>
            <a:custGeom>
              <a:rect b="b" l="l" r="r" t="t"/>
              <a:pathLst>
                <a:path extrusionOk="0" h="463" w="1846">
                  <a:moveTo>
                    <a:pt x="1" y="0"/>
                  </a:moveTo>
                  <a:lnTo>
                    <a:pt x="1" y="463"/>
                  </a:lnTo>
                  <a:lnTo>
                    <a:pt x="1845" y="463"/>
                  </a:lnTo>
                  <a:lnTo>
                    <a:pt x="18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6"/>
            <p:cNvSpPr/>
            <p:nvPr/>
          </p:nvSpPr>
          <p:spPr>
            <a:xfrm>
              <a:off x="1906940" y="1921880"/>
              <a:ext cx="66418" cy="15335"/>
            </a:xfrm>
            <a:custGeom>
              <a:rect b="b" l="l" r="r" t="t"/>
              <a:pathLst>
                <a:path extrusionOk="0" h="462" w="2001">
                  <a:moveTo>
                    <a:pt x="1" y="0"/>
                  </a:moveTo>
                  <a:lnTo>
                    <a:pt x="1" y="461"/>
                  </a:lnTo>
                  <a:lnTo>
                    <a:pt x="2000" y="461"/>
                  </a:lnTo>
                  <a:lnTo>
                    <a:pt x="20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66"/>
          <p:cNvGrpSpPr/>
          <p:nvPr/>
        </p:nvGrpSpPr>
        <p:grpSpPr>
          <a:xfrm>
            <a:off x="7229673" y="2006722"/>
            <a:ext cx="462724" cy="461696"/>
            <a:chOff x="7143788" y="2054053"/>
            <a:chExt cx="523147" cy="521985"/>
          </a:xfrm>
        </p:grpSpPr>
        <p:sp>
          <p:nvSpPr>
            <p:cNvPr id="5692" name="Google Shape;5692;p66"/>
            <p:cNvSpPr/>
            <p:nvPr/>
          </p:nvSpPr>
          <p:spPr>
            <a:xfrm>
              <a:off x="7341183" y="2179952"/>
              <a:ext cx="15302" cy="14339"/>
            </a:xfrm>
            <a:custGeom>
              <a:rect b="b" l="l" r="r" t="t"/>
              <a:pathLst>
                <a:path extrusionOk="0" h="432" w="461">
                  <a:moveTo>
                    <a:pt x="0" y="1"/>
                  </a:moveTo>
                  <a:lnTo>
                    <a:pt x="0" y="431"/>
                  </a:lnTo>
                  <a:lnTo>
                    <a:pt x="460" y="431"/>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6"/>
            <p:cNvSpPr/>
            <p:nvPr/>
          </p:nvSpPr>
          <p:spPr>
            <a:xfrm>
              <a:off x="7341183" y="2236014"/>
              <a:ext cx="15302" cy="55100"/>
            </a:xfrm>
            <a:custGeom>
              <a:rect b="b" l="l" r="r" t="t"/>
              <a:pathLst>
                <a:path extrusionOk="0" h="1660" w="461">
                  <a:moveTo>
                    <a:pt x="0" y="1"/>
                  </a:moveTo>
                  <a:lnTo>
                    <a:pt x="0" y="1660"/>
                  </a:lnTo>
                  <a:lnTo>
                    <a:pt x="460" y="1660"/>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6"/>
            <p:cNvSpPr/>
            <p:nvPr/>
          </p:nvSpPr>
          <p:spPr>
            <a:xfrm>
              <a:off x="7389080" y="2245175"/>
              <a:ext cx="15335" cy="33690"/>
            </a:xfrm>
            <a:custGeom>
              <a:rect b="b" l="l" r="r" t="t"/>
              <a:pathLst>
                <a:path extrusionOk="0" h="1015" w="462">
                  <a:moveTo>
                    <a:pt x="1" y="1"/>
                  </a:moveTo>
                  <a:lnTo>
                    <a:pt x="1" y="1014"/>
                  </a:lnTo>
                  <a:lnTo>
                    <a:pt x="461" y="1014"/>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6"/>
            <p:cNvSpPr/>
            <p:nvPr/>
          </p:nvSpPr>
          <p:spPr>
            <a:xfrm>
              <a:off x="7387055" y="2152402"/>
              <a:ext cx="15269" cy="40827"/>
            </a:xfrm>
            <a:custGeom>
              <a:rect b="b" l="l" r="r" t="t"/>
              <a:pathLst>
                <a:path extrusionOk="0" h="1230" w="460">
                  <a:moveTo>
                    <a:pt x="1" y="0"/>
                  </a:moveTo>
                  <a:lnTo>
                    <a:pt x="1" y="1229"/>
                  </a:lnTo>
                  <a:lnTo>
                    <a:pt x="460" y="1229"/>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6"/>
            <p:cNvSpPr/>
            <p:nvPr/>
          </p:nvSpPr>
          <p:spPr>
            <a:xfrm>
              <a:off x="7457357" y="2231898"/>
              <a:ext cx="15302" cy="15302"/>
            </a:xfrm>
            <a:custGeom>
              <a:rect b="b" l="l" r="r" t="t"/>
              <a:pathLst>
                <a:path extrusionOk="0" h="461" w="461">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6"/>
            <p:cNvSpPr/>
            <p:nvPr/>
          </p:nvSpPr>
          <p:spPr>
            <a:xfrm>
              <a:off x="7457357" y="2201394"/>
              <a:ext cx="15302" cy="15302"/>
            </a:xfrm>
            <a:custGeom>
              <a:rect b="b" l="l" r="r" t="t"/>
              <a:pathLst>
                <a:path extrusionOk="0" h="461" w="461">
                  <a:moveTo>
                    <a:pt x="1" y="0"/>
                  </a:moveTo>
                  <a:lnTo>
                    <a:pt x="1" y="460"/>
                  </a:lnTo>
                  <a:lnTo>
                    <a:pt x="461" y="460"/>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6"/>
            <p:cNvSpPr/>
            <p:nvPr/>
          </p:nvSpPr>
          <p:spPr>
            <a:xfrm>
              <a:off x="7419684" y="2210555"/>
              <a:ext cx="15269" cy="36711"/>
            </a:xfrm>
            <a:custGeom>
              <a:rect b="b" l="l" r="r" t="t"/>
              <a:pathLst>
                <a:path extrusionOk="0" h="1106" w="460">
                  <a:moveTo>
                    <a:pt x="0" y="0"/>
                  </a:moveTo>
                  <a:lnTo>
                    <a:pt x="0" y="1106"/>
                  </a:lnTo>
                  <a:lnTo>
                    <a:pt x="459" y="1106"/>
                  </a:lnTo>
                  <a:lnTo>
                    <a:pt x="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6"/>
            <p:cNvSpPr/>
            <p:nvPr/>
          </p:nvSpPr>
          <p:spPr>
            <a:xfrm>
              <a:off x="7460444" y="2296159"/>
              <a:ext cx="15335" cy="63232"/>
            </a:xfrm>
            <a:custGeom>
              <a:rect b="b" l="l" r="r" t="t"/>
              <a:pathLst>
                <a:path extrusionOk="0" h="1905" w="462">
                  <a:moveTo>
                    <a:pt x="1" y="1"/>
                  </a:moveTo>
                  <a:lnTo>
                    <a:pt x="1" y="1904"/>
                  </a:lnTo>
                  <a:lnTo>
                    <a:pt x="461" y="1904"/>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6"/>
            <p:cNvSpPr/>
            <p:nvPr/>
          </p:nvSpPr>
          <p:spPr>
            <a:xfrm>
              <a:off x="7341183" y="2341035"/>
              <a:ext cx="15302" cy="15302"/>
            </a:xfrm>
            <a:custGeom>
              <a:rect b="b" l="l" r="r" t="t"/>
              <a:pathLst>
                <a:path extrusionOk="0" h="461" w="461">
                  <a:moveTo>
                    <a:pt x="0" y="0"/>
                  </a:moveTo>
                  <a:lnTo>
                    <a:pt x="0" y="460"/>
                  </a:lnTo>
                  <a:lnTo>
                    <a:pt x="460" y="460"/>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6"/>
            <p:cNvSpPr/>
            <p:nvPr/>
          </p:nvSpPr>
          <p:spPr>
            <a:xfrm>
              <a:off x="7298365" y="2374659"/>
              <a:ext cx="15302" cy="15302"/>
            </a:xfrm>
            <a:custGeom>
              <a:rect b="b" l="l" r="r" t="t"/>
              <a:pathLst>
                <a:path extrusionOk="0" h="461" w="461">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6"/>
            <p:cNvSpPr/>
            <p:nvPr/>
          </p:nvSpPr>
          <p:spPr>
            <a:xfrm>
              <a:off x="7402324" y="2344089"/>
              <a:ext cx="15302" cy="51017"/>
            </a:xfrm>
            <a:custGeom>
              <a:rect b="b" l="l" r="r" t="t"/>
              <a:pathLst>
                <a:path extrusionOk="0" h="1537" w="461">
                  <a:moveTo>
                    <a:pt x="0" y="0"/>
                  </a:moveTo>
                  <a:lnTo>
                    <a:pt x="0" y="1536"/>
                  </a:lnTo>
                  <a:lnTo>
                    <a:pt x="460" y="1536"/>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6"/>
            <p:cNvSpPr/>
            <p:nvPr/>
          </p:nvSpPr>
          <p:spPr>
            <a:xfrm>
              <a:off x="7143887" y="2403736"/>
              <a:ext cx="32661" cy="15302"/>
            </a:xfrm>
            <a:custGeom>
              <a:rect b="b" l="l" r="r" t="t"/>
              <a:pathLst>
                <a:path extrusionOk="0" h="461" w="984">
                  <a:moveTo>
                    <a:pt x="1" y="1"/>
                  </a:moveTo>
                  <a:lnTo>
                    <a:pt x="1" y="461"/>
                  </a:lnTo>
                  <a:lnTo>
                    <a:pt x="983" y="461"/>
                  </a:lnTo>
                  <a:lnTo>
                    <a:pt x="9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6"/>
            <p:cNvSpPr/>
            <p:nvPr/>
          </p:nvSpPr>
          <p:spPr>
            <a:xfrm>
              <a:off x="7202007" y="2403736"/>
              <a:ext cx="55100" cy="15302"/>
            </a:xfrm>
            <a:custGeom>
              <a:rect b="b" l="l" r="r" t="t"/>
              <a:pathLst>
                <a:path extrusionOk="0" h="461" w="1660">
                  <a:moveTo>
                    <a:pt x="1" y="1"/>
                  </a:moveTo>
                  <a:lnTo>
                    <a:pt x="1" y="461"/>
                  </a:lnTo>
                  <a:lnTo>
                    <a:pt x="1659" y="461"/>
                  </a:lnTo>
                  <a:lnTo>
                    <a:pt x="1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6"/>
            <p:cNvSpPr/>
            <p:nvPr/>
          </p:nvSpPr>
          <p:spPr>
            <a:xfrm>
              <a:off x="7188763" y="2559674"/>
              <a:ext cx="32628" cy="15335"/>
            </a:xfrm>
            <a:custGeom>
              <a:rect b="b" l="l" r="r" t="t"/>
              <a:pathLst>
                <a:path extrusionOk="0" h="462" w="983">
                  <a:moveTo>
                    <a:pt x="0" y="1"/>
                  </a:moveTo>
                  <a:lnTo>
                    <a:pt x="0" y="461"/>
                  </a:lnTo>
                  <a:lnTo>
                    <a:pt x="983" y="461"/>
                  </a:lnTo>
                  <a:lnTo>
                    <a:pt x="9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6"/>
            <p:cNvSpPr/>
            <p:nvPr/>
          </p:nvSpPr>
          <p:spPr>
            <a:xfrm>
              <a:off x="7246883" y="2559674"/>
              <a:ext cx="55066" cy="15335"/>
            </a:xfrm>
            <a:custGeom>
              <a:rect b="b" l="l" r="r" t="t"/>
              <a:pathLst>
                <a:path extrusionOk="0" h="462" w="1659">
                  <a:moveTo>
                    <a:pt x="0" y="1"/>
                  </a:moveTo>
                  <a:lnTo>
                    <a:pt x="0" y="461"/>
                  </a:lnTo>
                  <a:lnTo>
                    <a:pt x="1658" y="461"/>
                  </a:lnTo>
                  <a:lnTo>
                    <a:pt x="16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6"/>
            <p:cNvSpPr/>
            <p:nvPr/>
          </p:nvSpPr>
          <p:spPr>
            <a:xfrm>
              <a:off x="7143887" y="2471017"/>
              <a:ext cx="77504" cy="15269"/>
            </a:xfrm>
            <a:custGeom>
              <a:rect b="b" l="l" r="r" t="t"/>
              <a:pathLst>
                <a:path extrusionOk="0" h="460" w="2335">
                  <a:moveTo>
                    <a:pt x="1" y="1"/>
                  </a:moveTo>
                  <a:lnTo>
                    <a:pt x="1" y="460"/>
                  </a:lnTo>
                  <a:lnTo>
                    <a:pt x="2335" y="460"/>
                  </a:lnTo>
                  <a:lnTo>
                    <a:pt x="23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6"/>
            <p:cNvSpPr/>
            <p:nvPr/>
          </p:nvSpPr>
          <p:spPr>
            <a:xfrm>
              <a:off x="7300921" y="2506732"/>
              <a:ext cx="81587" cy="15302"/>
            </a:xfrm>
            <a:custGeom>
              <a:rect b="b" l="l" r="r" t="t"/>
              <a:pathLst>
                <a:path extrusionOk="0" h="461" w="2458">
                  <a:moveTo>
                    <a:pt x="0" y="0"/>
                  </a:moveTo>
                  <a:lnTo>
                    <a:pt x="0" y="460"/>
                  </a:lnTo>
                  <a:lnTo>
                    <a:pt x="2457" y="460"/>
                  </a:lnTo>
                  <a:lnTo>
                    <a:pt x="24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6"/>
            <p:cNvSpPr/>
            <p:nvPr/>
          </p:nvSpPr>
          <p:spPr>
            <a:xfrm>
              <a:off x="7270351" y="2506732"/>
              <a:ext cx="15269" cy="15302"/>
            </a:xfrm>
            <a:custGeom>
              <a:rect b="b" l="l" r="r" t="t"/>
              <a:pathLst>
                <a:path extrusionOk="0" h="461" w="460">
                  <a:moveTo>
                    <a:pt x="1" y="0"/>
                  </a:moveTo>
                  <a:lnTo>
                    <a:pt x="1" y="460"/>
                  </a:lnTo>
                  <a:lnTo>
                    <a:pt x="460" y="460"/>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6"/>
            <p:cNvSpPr/>
            <p:nvPr/>
          </p:nvSpPr>
          <p:spPr>
            <a:xfrm>
              <a:off x="7239747" y="2506732"/>
              <a:ext cx="15302" cy="15302"/>
            </a:xfrm>
            <a:custGeom>
              <a:rect b="b" l="l" r="r" t="t"/>
              <a:pathLst>
                <a:path extrusionOk="0" h="461" w="461">
                  <a:moveTo>
                    <a:pt x="0" y="0"/>
                  </a:moveTo>
                  <a:lnTo>
                    <a:pt x="0" y="460"/>
                  </a:lnTo>
                  <a:lnTo>
                    <a:pt x="460" y="460"/>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6"/>
            <p:cNvSpPr/>
            <p:nvPr/>
          </p:nvSpPr>
          <p:spPr>
            <a:xfrm>
              <a:off x="7398772" y="2444496"/>
              <a:ext cx="15302" cy="15302"/>
            </a:xfrm>
            <a:custGeom>
              <a:rect b="b" l="l" r="r" t="t"/>
              <a:pathLst>
                <a:path extrusionOk="0" h="461" w="461">
                  <a:moveTo>
                    <a:pt x="0" y="0"/>
                  </a:moveTo>
                  <a:lnTo>
                    <a:pt x="0" y="460"/>
                  </a:lnTo>
                  <a:lnTo>
                    <a:pt x="461" y="460"/>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6"/>
            <p:cNvSpPr/>
            <p:nvPr/>
          </p:nvSpPr>
          <p:spPr>
            <a:xfrm>
              <a:off x="7301917" y="2444496"/>
              <a:ext cx="81620" cy="15302"/>
            </a:xfrm>
            <a:custGeom>
              <a:rect b="b" l="l" r="r" t="t"/>
              <a:pathLst>
                <a:path extrusionOk="0" h="461" w="2459">
                  <a:moveTo>
                    <a:pt x="0" y="0"/>
                  </a:moveTo>
                  <a:lnTo>
                    <a:pt x="0" y="460"/>
                  </a:lnTo>
                  <a:lnTo>
                    <a:pt x="2458" y="460"/>
                  </a:lnTo>
                  <a:lnTo>
                    <a:pt x="24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6"/>
            <p:cNvSpPr/>
            <p:nvPr/>
          </p:nvSpPr>
          <p:spPr>
            <a:xfrm>
              <a:off x="7429343" y="2444496"/>
              <a:ext cx="14339" cy="15302"/>
            </a:xfrm>
            <a:custGeom>
              <a:rect b="b" l="l" r="r" t="t"/>
              <a:pathLst>
                <a:path extrusionOk="0" h="461" w="432">
                  <a:moveTo>
                    <a:pt x="1" y="0"/>
                  </a:moveTo>
                  <a:lnTo>
                    <a:pt x="1" y="460"/>
                  </a:lnTo>
                  <a:lnTo>
                    <a:pt x="431" y="460"/>
                  </a:lnTo>
                  <a:lnTo>
                    <a:pt x="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6"/>
            <p:cNvSpPr/>
            <p:nvPr/>
          </p:nvSpPr>
          <p:spPr>
            <a:xfrm>
              <a:off x="7621029" y="2560703"/>
              <a:ext cx="15302" cy="15335"/>
            </a:xfrm>
            <a:custGeom>
              <a:rect b="b" l="l" r="r" t="t"/>
              <a:pathLst>
                <a:path extrusionOk="0" h="462" w="461">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6"/>
            <p:cNvSpPr/>
            <p:nvPr/>
          </p:nvSpPr>
          <p:spPr>
            <a:xfrm>
              <a:off x="7651633" y="2560703"/>
              <a:ext cx="14306" cy="15335"/>
            </a:xfrm>
            <a:custGeom>
              <a:rect b="b" l="l" r="r" t="t"/>
              <a:pathLst>
                <a:path extrusionOk="0" h="462" w="431">
                  <a:moveTo>
                    <a:pt x="0" y="1"/>
                  </a:moveTo>
                  <a:lnTo>
                    <a:pt x="0" y="461"/>
                  </a:lnTo>
                  <a:lnTo>
                    <a:pt x="430" y="461"/>
                  </a:lnTo>
                  <a:lnTo>
                    <a:pt x="4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6"/>
            <p:cNvSpPr/>
            <p:nvPr/>
          </p:nvSpPr>
          <p:spPr>
            <a:xfrm>
              <a:off x="7524174" y="2560703"/>
              <a:ext cx="81620" cy="15335"/>
            </a:xfrm>
            <a:custGeom>
              <a:rect b="b" l="l" r="r" t="t"/>
              <a:pathLst>
                <a:path extrusionOk="0" h="462" w="2459">
                  <a:moveTo>
                    <a:pt x="0" y="1"/>
                  </a:moveTo>
                  <a:lnTo>
                    <a:pt x="0" y="461"/>
                  </a:lnTo>
                  <a:lnTo>
                    <a:pt x="2458" y="461"/>
                  </a:lnTo>
                  <a:lnTo>
                    <a:pt x="24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6"/>
            <p:cNvSpPr/>
            <p:nvPr/>
          </p:nvSpPr>
          <p:spPr>
            <a:xfrm>
              <a:off x="7473190" y="2410839"/>
              <a:ext cx="67314" cy="15302"/>
            </a:xfrm>
            <a:custGeom>
              <a:rect b="b" l="l" r="r" t="t"/>
              <a:pathLst>
                <a:path extrusionOk="0" h="461" w="2028">
                  <a:moveTo>
                    <a:pt x="1" y="1"/>
                  </a:moveTo>
                  <a:lnTo>
                    <a:pt x="1" y="461"/>
                  </a:lnTo>
                  <a:lnTo>
                    <a:pt x="2028" y="461"/>
                  </a:lnTo>
                  <a:lnTo>
                    <a:pt x="20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6"/>
            <p:cNvSpPr/>
            <p:nvPr/>
          </p:nvSpPr>
          <p:spPr>
            <a:xfrm>
              <a:off x="7555773" y="2410839"/>
              <a:ext cx="15302" cy="15302"/>
            </a:xfrm>
            <a:custGeom>
              <a:rect b="b" l="l" r="r" t="t"/>
              <a:pathLst>
                <a:path extrusionOk="0" h="461" w="461">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6"/>
            <p:cNvSpPr/>
            <p:nvPr/>
          </p:nvSpPr>
          <p:spPr>
            <a:xfrm>
              <a:off x="7472194" y="2524059"/>
              <a:ext cx="67314" cy="15302"/>
            </a:xfrm>
            <a:custGeom>
              <a:rect b="b" l="l" r="r" t="t"/>
              <a:pathLst>
                <a:path extrusionOk="0" h="461" w="2028">
                  <a:moveTo>
                    <a:pt x="1" y="0"/>
                  </a:moveTo>
                  <a:lnTo>
                    <a:pt x="1" y="461"/>
                  </a:lnTo>
                  <a:lnTo>
                    <a:pt x="2028" y="461"/>
                  </a:lnTo>
                  <a:lnTo>
                    <a:pt x="20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6"/>
            <p:cNvSpPr/>
            <p:nvPr/>
          </p:nvSpPr>
          <p:spPr>
            <a:xfrm>
              <a:off x="7554777" y="2524059"/>
              <a:ext cx="15302" cy="15302"/>
            </a:xfrm>
            <a:custGeom>
              <a:rect b="b" l="l" r="r" t="t"/>
              <a:pathLst>
                <a:path extrusionOk="0" h="461" w="461">
                  <a:moveTo>
                    <a:pt x="1" y="0"/>
                  </a:moveTo>
                  <a:lnTo>
                    <a:pt x="1" y="461"/>
                  </a:lnTo>
                  <a:lnTo>
                    <a:pt x="461" y="46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6"/>
            <p:cNvSpPr/>
            <p:nvPr/>
          </p:nvSpPr>
          <p:spPr>
            <a:xfrm>
              <a:off x="7583323" y="2389430"/>
              <a:ext cx="54037" cy="15302"/>
            </a:xfrm>
            <a:custGeom>
              <a:rect b="b" l="l" r="r" t="t"/>
              <a:pathLst>
                <a:path extrusionOk="0" h="461" w="1628">
                  <a:moveTo>
                    <a:pt x="0" y="0"/>
                  </a:moveTo>
                  <a:lnTo>
                    <a:pt x="0" y="461"/>
                  </a:lnTo>
                  <a:lnTo>
                    <a:pt x="1628" y="461"/>
                  </a:lnTo>
                  <a:lnTo>
                    <a:pt x="16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6"/>
            <p:cNvSpPr/>
            <p:nvPr/>
          </p:nvSpPr>
          <p:spPr>
            <a:xfrm>
              <a:off x="7589397" y="2453691"/>
              <a:ext cx="76509" cy="15302"/>
            </a:xfrm>
            <a:custGeom>
              <a:rect b="b" l="l" r="r" t="t"/>
              <a:pathLst>
                <a:path extrusionOk="0" h="461" w="2305">
                  <a:moveTo>
                    <a:pt x="0" y="0"/>
                  </a:moveTo>
                  <a:lnTo>
                    <a:pt x="0" y="461"/>
                  </a:lnTo>
                  <a:lnTo>
                    <a:pt x="2304" y="461"/>
                  </a:lnTo>
                  <a:lnTo>
                    <a:pt x="23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6"/>
            <p:cNvSpPr/>
            <p:nvPr/>
          </p:nvSpPr>
          <p:spPr>
            <a:xfrm>
              <a:off x="7501735" y="2453691"/>
              <a:ext cx="29608" cy="15302"/>
            </a:xfrm>
            <a:custGeom>
              <a:rect b="b" l="l" r="r" t="t"/>
              <a:pathLst>
                <a:path extrusionOk="0" h="461" w="892">
                  <a:moveTo>
                    <a:pt x="1" y="0"/>
                  </a:moveTo>
                  <a:lnTo>
                    <a:pt x="1" y="461"/>
                  </a:lnTo>
                  <a:lnTo>
                    <a:pt x="891" y="461"/>
                  </a:lnTo>
                  <a:lnTo>
                    <a:pt x="8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6"/>
            <p:cNvSpPr/>
            <p:nvPr/>
          </p:nvSpPr>
          <p:spPr>
            <a:xfrm>
              <a:off x="7187734" y="2439418"/>
              <a:ext cx="34686" cy="15302"/>
            </a:xfrm>
            <a:custGeom>
              <a:rect b="b" l="l" r="r" t="t"/>
              <a:pathLst>
                <a:path extrusionOk="0" h="461" w="1045">
                  <a:moveTo>
                    <a:pt x="0" y="0"/>
                  </a:moveTo>
                  <a:lnTo>
                    <a:pt x="0" y="460"/>
                  </a:lnTo>
                  <a:lnTo>
                    <a:pt x="1045" y="460"/>
                  </a:lnTo>
                  <a:lnTo>
                    <a:pt x="10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6"/>
            <p:cNvSpPr/>
            <p:nvPr/>
          </p:nvSpPr>
          <p:spPr>
            <a:xfrm>
              <a:off x="7597064" y="2304291"/>
              <a:ext cx="15335" cy="15302"/>
            </a:xfrm>
            <a:custGeom>
              <a:rect b="b" l="l" r="r" t="t"/>
              <a:pathLst>
                <a:path extrusionOk="0" h="461" w="462">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6"/>
            <p:cNvSpPr/>
            <p:nvPr/>
          </p:nvSpPr>
          <p:spPr>
            <a:xfrm>
              <a:off x="7597064" y="2248262"/>
              <a:ext cx="15335" cy="40794"/>
            </a:xfrm>
            <a:custGeom>
              <a:rect b="b" l="l" r="r" t="t"/>
              <a:pathLst>
                <a:path extrusionOk="0" h="1229" w="462">
                  <a:moveTo>
                    <a:pt x="1" y="1"/>
                  </a:moveTo>
                  <a:lnTo>
                    <a:pt x="1" y="1228"/>
                  </a:lnTo>
                  <a:lnTo>
                    <a:pt x="461" y="1228"/>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6"/>
            <p:cNvSpPr/>
            <p:nvPr/>
          </p:nvSpPr>
          <p:spPr>
            <a:xfrm>
              <a:off x="7229026" y="2256428"/>
              <a:ext cx="15302" cy="15302"/>
            </a:xfrm>
            <a:custGeom>
              <a:rect b="b" l="l" r="r" t="t"/>
              <a:pathLst>
                <a:path extrusionOk="0" h="461" w="461">
                  <a:moveTo>
                    <a:pt x="1" y="0"/>
                  </a:moveTo>
                  <a:lnTo>
                    <a:pt x="1" y="460"/>
                  </a:lnTo>
                  <a:lnTo>
                    <a:pt x="461" y="460"/>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6"/>
            <p:cNvSpPr/>
            <p:nvPr/>
          </p:nvSpPr>
          <p:spPr>
            <a:xfrm>
              <a:off x="7229026" y="2286965"/>
              <a:ext cx="15302" cy="15302"/>
            </a:xfrm>
            <a:custGeom>
              <a:rect b="b" l="l" r="r" t="t"/>
              <a:pathLst>
                <a:path extrusionOk="0" h="461" w="461">
                  <a:moveTo>
                    <a:pt x="1" y="0"/>
                  </a:moveTo>
                  <a:lnTo>
                    <a:pt x="1" y="461"/>
                  </a:lnTo>
                  <a:lnTo>
                    <a:pt x="461" y="46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6"/>
            <p:cNvSpPr/>
            <p:nvPr/>
          </p:nvSpPr>
          <p:spPr>
            <a:xfrm>
              <a:off x="7229026" y="2225824"/>
              <a:ext cx="15302" cy="15302"/>
            </a:xfrm>
            <a:custGeom>
              <a:rect b="b" l="l" r="r" t="t"/>
              <a:pathLst>
                <a:path extrusionOk="0" h="461" w="461">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6"/>
            <p:cNvSpPr/>
            <p:nvPr/>
          </p:nvSpPr>
          <p:spPr>
            <a:xfrm>
              <a:off x="7193377" y="2248262"/>
              <a:ext cx="15302" cy="40794"/>
            </a:xfrm>
            <a:custGeom>
              <a:rect b="b" l="l" r="r" t="t"/>
              <a:pathLst>
                <a:path extrusionOk="0" h="1229" w="461">
                  <a:moveTo>
                    <a:pt x="0" y="1"/>
                  </a:moveTo>
                  <a:lnTo>
                    <a:pt x="0" y="1228"/>
                  </a:lnTo>
                  <a:lnTo>
                    <a:pt x="460" y="1228"/>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6"/>
            <p:cNvSpPr/>
            <p:nvPr/>
          </p:nvSpPr>
          <p:spPr>
            <a:xfrm>
              <a:off x="7193377" y="2304291"/>
              <a:ext cx="15302" cy="15302"/>
            </a:xfrm>
            <a:custGeom>
              <a:rect b="b" l="l" r="r" t="t"/>
              <a:pathLst>
                <a:path extrusionOk="0" h="461" w="461">
                  <a:moveTo>
                    <a:pt x="0" y="1"/>
                  </a:moveTo>
                  <a:lnTo>
                    <a:pt x="0" y="461"/>
                  </a:lnTo>
                  <a:lnTo>
                    <a:pt x="460" y="461"/>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6"/>
            <p:cNvSpPr/>
            <p:nvPr/>
          </p:nvSpPr>
          <p:spPr>
            <a:xfrm>
              <a:off x="7561382" y="2225824"/>
              <a:ext cx="15302" cy="40827"/>
            </a:xfrm>
            <a:custGeom>
              <a:rect b="b" l="l" r="r" t="t"/>
              <a:pathLst>
                <a:path extrusionOk="0" h="1230" w="461">
                  <a:moveTo>
                    <a:pt x="0" y="1"/>
                  </a:moveTo>
                  <a:lnTo>
                    <a:pt x="0" y="1229"/>
                  </a:lnTo>
                  <a:lnTo>
                    <a:pt x="461" y="1229"/>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6"/>
            <p:cNvSpPr/>
            <p:nvPr/>
          </p:nvSpPr>
          <p:spPr>
            <a:xfrm>
              <a:off x="7561382" y="2281919"/>
              <a:ext cx="15302" cy="15302"/>
            </a:xfrm>
            <a:custGeom>
              <a:rect b="b" l="l" r="r" t="t"/>
              <a:pathLst>
                <a:path extrusionOk="0" h="461" w="461">
                  <a:moveTo>
                    <a:pt x="0" y="0"/>
                  </a:moveTo>
                  <a:lnTo>
                    <a:pt x="0" y="461"/>
                  </a:lnTo>
                  <a:lnTo>
                    <a:pt x="461" y="46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6"/>
            <p:cNvSpPr/>
            <p:nvPr/>
          </p:nvSpPr>
          <p:spPr>
            <a:xfrm>
              <a:off x="7143788" y="2054053"/>
              <a:ext cx="523147" cy="302749"/>
            </a:xfrm>
            <a:custGeom>
              <a:rect b="b" l="l" r="r" t="t"/>
              <a:pathLst>
                <a:path extrusionOk="0" h="9121" w="15761">
                  <a:moveTo>
                    <a:pt x="4" y="1"/>
                  </a:moveTo>
                  <a:lnTo>
                    <a:pt x="4" y="461"/>
                  </a:lnTo>
                  <a:lnTo>
                    <a:pt x="2015" y="461"/>
                  </a:lnTo>
                  <a:lnTo>
                    <a:pt x="2015" y="2780"/>
                  </a:lnTo>
                  <a:lnTo>
                    <a:pt x="2475" y="2780"/>
                  </a:lnTo>
                  <a:lnTo>
                    <a:pt x="2475" y="787"/>
                  </a:lnTo>
                  <a:lnTo>
                    <a:pt x="2998" y="1309"/>
                  </a:lnTo>
                  <a:lnTo>
                    <a:pt x="2998" y="3794"/>
                  </a:lnTo>
                  <a:lnTo>
                    <a:pt x="3458" y="3794"/>
                  </a:lnTo>
                  <a:lnTo>
                    <a:pt x="3458" y="1474"/>
                  </a:lnTo>
                  <a:lnTo>
                    <a:pt x="4165" y="1474"/>
                  </a:lnTo>
                  <a:lnTo>
                    <a:pt x="4695" y="2102"/>
                  </a:lnTo>
                  <a:lnTo>
                    <a:pt x="4505" y="2865"/>
                  </a:lnTo>
                  <a:lnTo>
                    <a:pt x="4375" y="3390"/>
                  </a:lnTo>
                  <a:cubicBezTo>
                    <a:pt x="4002" y="4895"/>
                    <a:pt x="3783" y="6443"/>
                    <a:pt x="3721" y="7994"/>
                  </a:cubicBezTo>
                  <a:cubicBezTo>
                    <a:pt x="3706" y="8369"/>
                    <a:pt x="3402" y="8661"/>
                    <a:pt x="3030" y="8661"/>
                  </a:cubicBezTo>
                  <a:lnTo>
                    <a:pt x="1" y="8661"/>
                  </a:lnTo>
                  <a:lnTo>
                    <a:pt x="1" y="9121"/>
                  </a:lnTo>
                  <a:lnTo>
                    <a:pt x="3030" y="9121"/>
                  </a:lnTo>
                  <a:cubicBezTo>
                    <a:pt x="3650" y="9121"/>
                    <a:pt x="4156" y="8634"/>
                    <a:pt x="4181" y="8010"/>
                  </a:cubicBezTo>
                  <a:cubicBezTo>
                    <a:pt x="4240" y="6492"/>
                    <a:pt x="4456" y="4974"/>
                    <a:pt x="4822" y="3499"/>
                  </a:cubicBezTo>
                  <a:lnTo>
                    <a:pt x="5127" y="2273"/>
                  </a:lnTo>
                  <a:lnTo>
                    <a:pt x="5945" y="2273"/>
                  </a:lnTo>
                  <a:lnTo>
                    <a:pt x="5945" y="3333"/>
                  </a:lnTo>
                  <a:lnTo>
                    <a:pt x="6405" y="3333"/>
                  </a:lnTo>
                  <a:lnTo>
                    <a:pt x="6405" y="2273"/>
                  </a:lnTo>
                  <a:lnTo>
                    <a:pt x="9446" y="2273"/>
                  </a:lnTo>
                  <a:lnTo>
                    <a:pt x="9446" y="3977"/>
                  </a:lnTo>
                  <a:lnTo>
                    <a:pt x="9906" y="3977"/>
                  </a:lnTo>
                  <a:lnTo>
                    <a:pt x="9906" y="2273"/>
                  </a:lnTo>
                  <a:lnTo>
                    <a:pt x="10632" y="2273"/>
                  </a:lnTo>
                  <a:lnTo>
                    <a:pt x="10823" y="3041"/>
                  </a:lnTo>
                  <a:lnTo>
                    <a:pt x="10937" y="3499"/>
                  </a:lnTo>
                  <a:cubicBezTo>
                    <a:pt x="11303" y="4974"/>
                    <a:pt x="11519" y="6492"/>
                    <a:pt x="11578" y="8010"/>
                  </a:cubicBezTo>
                  <a:cubicBezTo>
                    <a:pt x="11603" y="8634"/>
                    <a:pt x="12109" y="9121"/>
                    <a:pt x="12729" y="9121"/>
                  </a:cubicBezTo>
                  <a:lnTo>
                    <a:pt x="15727" y="9121"/>
                  </a:lnTo>
                  <a:lnTo>
                    <a:pt x="15727" y="8661"/>
                  </a:lnTo>
                  <a:lnTo>
                    <a:pt x="12733" y="8661"/>
                  </a:lnTo>
                  <a:cubicBezTo>
                    <a:pt x="12361" y="8661"/>
                    <a:pt x="12057" y="8367"/>
                    <a:pt x="12043" y="7994"/>
                  </a:cubicBezTo>
                  <a:cubicBezTo>
                    <a:pt x="11982" y="6443"/>
                    <a:pt x="11761" y="4894"/>
                    <a:pt x="11387" y="3390"/>
                  </a:cubicBezTo>
                  <a:lnTo>
                    <a:pt x="11068" y="2102"/>
                  </a:lnTo>
                  <a:lnTo>
                    <a:pt x="11598" y="1474"/>
                  </a:lnTo>
                  <a:lnTo>
                    <a:pt x="12305" y="1474"/>
                  </a:lnTo>
                  <a:lnTo>
                    <a:pt x="12305" y="3948"/>
                  </a:lnTo>
                  <a:lnTo>
                    <a:pt x="12765" y="3948"/>
                  </a:lnTo>
                  <a:lnTo>
                    <a:pt x="12765" y="1309"/>
                  </a:lnTo>
                  <a:lnTo>
                    <a:pt x="13288" y="787"/>
                  </a:lnTo>
                  <a:lnTo>
                    <a:pt x="13288" y="3149"/>
                  </a:lnTo>
                  <a:lnTo>
                    <a:pt x="13749" y="3149"/>
                  </a:lnTo>
                  <a:lnTo>
                    <a:pt x="13749" y="461"/>
                  </a:lnTo>
                  <a:lnTo>
                    <a:pt x="15760" y="461"/>
                  </a:lnTo>
                  <a:lnTo>
                    <a:pt x="15760" y="1"/>
                  </a:lnTo>
                  <a:lnTo>
                    <a:pt x="13423" y="1"/>
                  </a:lnTo>
                  <a:lnTo>
                    <a:pt x="12410" y="1014"/>
                  </a:lnTo>
                  <a:lnTo>
                    <a:pt x="11385" y="1014"/>
                  </a:lnTo>
                  <a:lnTo>
                    <a:pt x="10708" y="1814"/>
                  </a:lnTo>
                  <a:lnTo>
                    <a:pt x="5056" y="1814"/>
                  </a:lnTo>
                  <a:lnTo>
                    <a:pt x="4379" y="1014"/>
                  </a:lnTo>
                  <a:lnTo>
                    <a:pt x="3355" y="1014"/>
                  </a:lnTo>
                  <a:lnTo>
                    <a:pt x="23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66"/>
          <p:cNvGrpSpPr/>
          <p:nvPr/>
        </p:nvGrpSpPr>
        <p:grpSpPr>
          <a:xfrm>
            <a:off x="6587114" y="2006267"/>
            <a:ext cx="461872" cy="462606"/>
            <a:chOff x="6513529" y="1677544"/>
            <a:chExt cx="522184" cy="523014"/>
          </a:xfrm>
        </p:grpSpPr>
        <p:sp>
          <p:nvSpPr>
            <p:cNvPr id="5736" name="Google Shape;5736;p66"/>
            <p:cNvSpPr/>
            <p:nvPr/>
          </p:nvSpPr>
          <p:spPr>
            <a:xfrm>
              <a:off x="6513529" y="1784689"/>
              <a:ext cx="522151" cy="305703"/>
            </a:xfrm>
            <a:custGeom>
              <a:rect b="b" l="l" r="r" t="t"/>
              <a:pathLst>
                <a:path extrusionOk="0" h="9210" w="15731">
                  <a:moveTo>
                    <a:pt x="2643" y="463"/>
                  </a:moveTo>
                  <a:cubicBezTo>
                    <a:pt x="2976" y="463"/>
                    <a:pt x="3374" y="586"/>
                    <a:pt x="3768" y="813"/>
                  </a:cubicBezTo>
                  <a:cubicBezTo>
                    <a:pt x="4218" y="1071"/>
                    <a:pt x="4609" y="1438"/>
                    <a:pt x="4737" y="1818"/>
                  </a:cubicBezTo>
                  <a:cubicBezTo>
                    <a:pt x="4600" y="1698"/>
                    <a:pt x="4427" y="1595"/>
                    <a:pt x="4219" y="1519"/>
                  </a:cubicBezTo>
                  <a:cubicBezTo>
                    <a:pt x="3949" y="1420"/>
                    <a:pt x="3630" y="1363"/>
                    <a:pt x="3278" y="1347"/>
                  </a:cubicBezTo>
                  <a:lnTo>
                    <a:pt x="2063" y="650"/>
                  </a:lnTo>
                  <a:cubicBezTo>
                    <a:pt x="2199" y="530"/>
                    <a:pt x="2384" y="468"/>
                    <a:pt x="2615" y="463"/>
                  </a:cubicBezTo>
                  <a:cubicBezTo>
                    <a:pt x="2624" y="463"/>
                    <a:pt x="2634" y="463"/>
                    <a:pt x="2643" y="463"/>
                  </a:cubicBezTo>
                  <a:close/>
                  <a:moveTo>
                    <a:pt x="7081" y="462"/>
                  </a:moveTo>
                  <a:cubicBezTo>
                    <a:pt x="7304" y="462"/>
                    <a:pt x="7504" y="519"/>
                    <a:pt x="7654" y="650"/>
                  </a:cubicBezTo>
                  <a:lnTo>
                    <a:pt x="5988" y="1606"/>
                  </a:lnTo>
                  <a:cubicBezTo>
                    <a:pt x="5693" y="1618"/>
                    <a:pt x="5430" y="1691"/>
                    <a:pt x="5214" y="1818"/>
                  </a:cubicBezTo>
                  <a:cubicBezTo>
                    <a:pt x="5193" y="1725"/>
                    <a:pt x="5162" y="1632"/>
                    <a:pt x="5121" y="1540"/>
                  </a:cubicBezTo>
                  <a:cubicBezTo>
                    <a:pt x="5296" y="1276"/>
                    <a:pt x="5586" y="1021"/>
                    <a:pt x="5950" y="814"/>
                  </a:cubicBezTo>
                  <a:cubicBezTo>
                    <a:pt x="6318" y="602"/>
                    <a:pt x="6729" y="462"/>
                    <a:pt x="7081" y="462"/>
                  </a:cubicBezTo>
                  <a:close/>
                  <a:moveTo>
                    <a:pt x="3090" y="1805"/>
                  </a:moveTo>
                  <a:cubicBezTo>
                    <a:pt x="3462" y="1805"/>
                    <a:pt x="3796" y="1855"/>
                    <a:pt x="4060" y="1952"/>
                  </a:cubicBezTo>
                  <a:lnTo>
                    <a:pt x="4091" y="1964"/>
                  </a:lnTo>
                  <a:cubicBezTo>
                    <a:pt x="3677" y="1965"/>
                    <a:pt x="3215" y="2138"/>
                    <a:pt x="2763" y="2483"/>
                  </a:cubicBezTo>
                  <a:cubicBezTo>
                    <a:pt x="2742" y="2498"/>
                    <a:pt x="2722" y="2514"/>
                    <a:pt x="2704" y="2531"/>
                  </a:cubicBezTo>
                  <a:lnTo>
                    <a:pt x="759" y="2743"/>
                  </a:lnTo>
                  <a:cubicBezTo>
                    <a:pt x="904" y="2300"/>
                    <a:pt x="1603" y="1941"/>
                    <a:pt x="2587" y="1833"/>
                  </a:cubicBezTo>
                  <a:cubicBezTo>
                    <a:pt x="2760" y="1815"/>
                    <a:pt x="2929" y="1805"/>
                    <a:pt x="3090" y="1805"/>
                  </a:cubicBezTo>
                  <a:close/>
                  <a:moveTo>
                    <a:pt x="12816" y="2524"/>
                  </a:moveTo>
                  <a:cubicBezTo>
                    <a:pt x="12912" y="2524"/>
                    <a:pt x="13000" y="2540"/>
                    <a:pt x="13075" y="2578"/>
                  </a:cubicBezTo>
                  <a:lnTo>
                    <a:pt x="12357" y="2991"/>
                  </a:lnTo>
                  <a:cubicBezTo>
                    <a:pt x="12053" y="3003"/>
                    <a:pt x="11790" y="3063"/>
                    <a:pt x="11582" y="3161"/>
                  </a:cubicBezTo>
                  <a:cubicBezTo>
                    <a:pt x="11697" y="3016"/>
                    <a:pt x="11867" y="2875"/>
                    <a:pt x="12073" y="2758"/>
                  </a:cubicBezTo>
                  <a:cubicBezTo>
                    <a:pt x="12317" y="2618"/>
                    <a:pt x="12588" y="2524"/>
                    <a:pt x="12816" y="2524"/>
                  </a:cubicBezTo>
                  <a:close/>
                  <a:moveTo>
                    <a:pt x="6098" y="2068"/>
                  </a:moveTo>
                  <a:cubicBezTo>
                    <a:pt x="6296" y="2068"/>
                    <a:pt x="6504" y="2099"/>
                    <a:pt x="6705" y="2154"/>
                  </a:cubicBezTo>
                  <a:cubicBezTo>
                    <a:pt x="7298" y="2316"/>
                    <a:pt x="7837" y="2693"/>
                    <a:pt x="7851" y="3200"/>
                  </a:cubicBezTo>
                  <a:lnTo>
                    <a:pt x="5183" y="2470"/>
                  </a:lnTo>
                  <a:cubicBezTo>
                    <a:pt x="5363" y="2186"/>
                    <a:pt x="5711" y="2068"/>
                    <a:pt x="6098" y="2068"/>
                  </a:cubicBezTo>
                  <a:close/>
                  <a:moveTo>
                    <a:pt x="9760" y="2524"/>
                  </a:moveTo>
                  <a:cubicBezTo>
                    <a:pt x="9987" y="2524"/>
                    <a:pt x="10258" y="2618"/>
                    <a:pt x="10501" y="2758"/>
                  </a:cubicBezTo>
                  <a:cubicBezTo>
                    <a:pt x="10725" y="2885"/>
                    <a:pt x="10909" y="3042"/>
                    <a:pt x="11025" y="3201"/>
                  </a:cubicBezTo>
                  <a:cubicBezTo>
                    <a:pt x="11014" y="3227"/>
                    <a:pt x="11005" y="3253"/>
                    <a:pt x="10998" y="3278"/>
                  </a:cubicBezTo>
                  <a:cubicBezTo>
                    <a:pt x="10860" y="3215"/>
                    <a:pt x="10703" y="3176"/>
                    <a:pt x="10531" y="3167"/>
                  </a:cubicBezTo>
                  <a:lnTo>
                    <a:pt x="9499" y="2578"/>
                  </a:lnTo>
                  <a:cubicBezTo>
                    <a:pt x="9575" y="2541"/>
                    <a:pt x="9663" y="2524"/>
                    <a:pt x="9760" y="2524"/>
                  </a:cubicBezTo>
                  <a:close/>
                  <a:moveTo>
                    <a:pt x="12506" y="3448"/>
                  </a:moveTo>
                  <a:cubicBezTo>
                    <a:pt x="12613" y="3448"/>
                    <a:pt x="12726" y="3454"/>
                    <a:pt x="12844" y="3467"/>
                  </a:cubicBezTo>
                  <a:cubicBezTo>
                    <a:pt x="13396" y="3528"/>
                    <a:pt x="13821" y="3710"/>
                    <a:pt x="13983" y="3937"/>
                  </a:cubicBezTo>
                  <a:lnTo>
                    <a:pt x="12799" y="3807"/>
                  </a:lnTo>
                  <a:cubicBezTo>
                    <a:pt x="12790" y="3800"/>
                    <a:pt x="12783" y="3793"/>
                    <a:pt x="12773" y="3786"/>
                  </a:cubicBezTo>
                  <a:cubicBezTo>
                    <a:pt x="12575" y="3634"/>
                    <a:pt x="12373" y="3529"/>
                    <a:pt x="12177" y="3469"/>
                  </a:cubicBezTo>
                  <a:cubicBezTo>
                    <a:pt x="12278" y="3455"/>
                    <a:pt x="12388" y="3448"/>
                    <a:pt x="12506" y="3448"/>
                  </a:cubicBezTo>
                  <a:close/>
                  <a:moveTo>
                    <a:pt x="10435" y="3630"/>
                  </a:moveTo>
                  <a:cubicBezTo>
                    <a:pt x="10637" y="3630"/>
                    <a:pt x="10819" y="3679"/>
                    <a:pt x="10938" y="3794"/>
                  </a:cubicBezTo>
                  <a:lnTo>
                    <a:pt x="9314" y="4239"/>
                  </a:lnTo>
                  <a:cubicBezTo>
                    <a:pt x="9386" y="3976"/>
                    <a:pt x="9699" y="3779"/>
                    <a:pt x="10036" y="3687"/>
                  </a:cubicBezTo>
                  <a:cubicBezTo>
                    <a:pt x="10167" y="3650"/>
                    <a:pt x="10305" y="3630"/>
                    <a:pt x="10435" y="3630"/>
                  </a:cubicBezTo>
                  <a:close/>
                  <a:moveTo>
                    <a:pt x="4099" y="2428"/>
                  </a:moveTo>
                  <a:cubicBezTo>
                    <a:pt x="4271" y="2428"/>
                    <a:pt x="4432" y="2471"/>
                    <a:pt x="4570" y="2570"/>
                  </a:cubicBezTo>
                  <a:lnTo>
                    <a:pt x="2374" y="4250"/>
                  </a:lnTo>
                  <a:cubicBezTo>
                    <a:pt x="2197" y="3774"/>
                    <a:pt x="2555" y="3223"/>
                    <a:pt x="3042" y="2849"/>
                  </a:cubicBezTo>
                  <a:cubicBezTo>
                    <a:pt x="3368" y="2600"/>
                    <a:pt x="3754" y="2428"/>
                    <a:pt x="4099" y="2428"/>
                  </a:cubicBezTo>
                  <a:close/>
                  <a:moveTo>
                    <a:pt x="11812" y="3877"/>
                  </a:moveTo>
                  <a:cubicBezTo>
                    <a:pt x="12031" y="3877"/>
                    <a:pt x="12282" y="3991"/>
                    <a:pt x="12493" y="4152"/>
                  </a:cubicBezTo>
                  <a:cubicBezTo>
                    <a:pt x="12708" y="4316"/>
                    <a:pt x="12861" y="4509"/>
                    <a:pt x="12924" y="4697"/>
                  </a:cubicBezTo>
                  <a:cubicBezTo>
                    <a:pt x="12954" y="4781"/>
                    <a:pt x="12964" y="4862"/>
                    <a:pt x="12954" y="4937"/>
                  </a:cubicBezTo>
                  <a:lnTo>
                    <a:pt x="11617" y="3913"/>
                  </a:lnTo>
                  <a:cubicBezTo>
                    <a:pt x="11677" y="3888"/>
                    <a:pt x="11743" y="3877"/>
                    <a:pt x="11812" y="3877"/>
                  </a:cubicBezTo>
                  <a:close/>
                  <a:moveTo>
                    <a:pt x="7870" y="6180"/>
                  </a:moveTo>
                  <a:cubicBezTo>
                    <a:pt x="9159" y="6180"/>
                    <a:pt x="10448" y="6642"/>
                    <a:pt x="11454" y="7567"/>
                  </a:cubicBezTo>
                  <a:lnTo>
                    <a:pt x="12743" y="8753"/>
                  </a:lnTo>
                  <a:lnTo>
                    <a:pt x="2992" y="8753"/>
                  </a:lnTo>
                  <a:lnTo>
                    <a:pt x="2992" y="8752"/>
                  </a:lnTo>
                  <a:lnTo>
                    <a:pt x="4282" y="7565"/>
                  </a:lnTo>
                  <a:cubicBezTo>
                    <a:pt x="4828" y="7063"/>
                    <a:pt x="5459" y="6697"/>
                    <a:pt x="6127" y="6468"/>
                  </a:cubicBezTo>
                  <a:cubicBezTo>
                    <a:pt x="6147" y="6691"/>
                    <a:pt x="6159" y="6919"/>
                    <a:pt x="6163" y="7155"/>
                  </a:cubicBezTo>
                  <a:lnTo>
                    <a:pt x="5472" y="7155"/>
                  </a:lnTo>
                  <a:lnTo>
                    <a:pt x="5472" y="7615"/>
                  </a:lnTo>
                  <a:lnTo>
                    <a:pt x="7316" y="7615"/>
                  </a:lnTo>
                  <a:lnTo>
                    <a:pt x="7316" y="7155"/>
                  </a:lnTo>
                  <a:lnTo>
                    <a:pt x="6623" y="7155"/>
                  </a:lnTo>
                  <a:cubicBezTo>
                    <a:pt x="6619" y="6875"/>
                    <a:pt x="6604" y="6602"/>
                    <a:pt x="6577" y="6337"/>
                  </a:cubicBezTo>
                  <a:cubicBezTo>
                    <a:pt x="7001" y="6232"/>
                    <a:pt x="7435" y="6180"/>
                    <a:pt x="7870" y="6180"/>
                  </a:cubicBezTo>
                  <a:close/>
                  <a:moveTo>
                    <a:pt x="7072" y="0"/>
                  </a:moveTo>
                  <a:cubicBezTo>
                    <a:pt x="6666" y="0"/>
                    <a:pt x="6199" y="136"/>
                    <a:pt x="5718" y="412"/>
                  </a:cubicBezTo>
                  <a:cubicBezTo>
                    <a:pt x="5367" y="614"/>
                    <a:pt x="5072" y="857"/>
                    <a:pt x="4857" y="1119"/>
                  </a:cubicBezTo>
                  <a:cubicBezTo>
                    <a:pt x="4648" y="862"/>
                    <a:pt x="4358" y="620"/>
                    <a:pt x="3995" y="412"/>
                  </a:cubicBezTo>
                  <a:cubicBezTo>
                    <a:pt x="3525" y="144"/>
                    <a:pt x="3056" y="1"/>
                    <a:pt x="2640" y="1"/>
                  </a:cubicBezTo>
                  <a:cubicBezTo>
                    <a:pt x="2628" y="1"/>
                    <a:pt x="2616" y="2"/>
                    <a:pt x="2605" y="2"/>
                  </a:cubicBezTo>
                  <a:cubicBezTo>
                    <a:pt x="2118" y="10"/>
                    <a:pt x="1731" y="223"/>
                    <a:pt x="1515" y="602"/>
                  </a:cubicBezTo>
                  <a:lnTo>
                    <a:pt x="1400" y="801"/>
                  </a:lnTo>
                  <a:lnTo>
                    <a:pt x="2420" y="1388"/>
                  </a:lnTo>
                  <a:cubicBezTo>
                    <a:pt x="1819" y="1466"/>
                    <a:pt x="1303" y="1634"/>
                    <a:pt x="922" y="1879"/>
                  </a:cubicBezTo>
                  <a:cubicBezTo>
                    <a:pt x="454" y="2179"/>
                    <a:pt x="224" y="2587"/>
                    <a:pt x="272" y="3028"/>
                  </a:cubicBezTo>
                  <a:lnTo>
                    <a:pt x="296" y="3256"/>
                  </a:lnTo>
                  <a:lnTo>
                    <a:pt x="2197" y="3048"/>
                  </a:lnTo>
                  <a:lnTo>
                    <a:pt x="2197" y="3048"/>
                  </a:lnTo>
                  <a:cubicBezTo>
                    <a:pt x="1785" y="3615"/>
                    <a:pt x="1741" y="4241"/>
                    <a:pt x="2116" y="4732"/>
                  </a:cubicBezTo>
                  <a:lnTo>
                    <a:pt x="2256" y="4916"/>
                  </a:lnTo>
                  <a:lnTo>
                    <a:pt x="4912" y="2884"/>
                  </a:lnTo>
                  <a:cubicBezTo>
                    <a:pt x="5337" y="3396"/>
                    <a:pt x="5859" y="4518"/>
                    <a:pt x="6067" y="5992"/>
                  </a:cubicBezTo>
                  <a:cubicBezTo>
                    <a:pt x="5294" y="6245"/>
                    <a:pt x="4577" y="6663"/>
                    <a:pt x="3965" y="7224"/>
                  </a:cubicBezTo>
                  <a:lnTo>
                    <a:pt x="2307" y="8750"/>
                  </a:lnTo>
                  <a:lnTo>
                    <a:pt x="0" y="8750"/>
                  </a:lnTo>
                  <a:lnTo>
                    <a:pt x="0" y="9210"/>
                  </a:lnTo>
                  <a:lnTo>
                    <a:pt x="15730" y="9210"/>
                  </a:lnTo>
                  <a:lnTo>
                    <a:pt x="15730" y="8750"/>
                  </a:lnTo>
                  <a:lnTo>
                    <a:pt x="13425" y="8750"/>
                  </a:lnTo>
                  <a:lnTo>
                    <a:pt x="13425" y="8752"/>
                  </a:lnTo>
                  <a:lnTo>
                    <a:pt x="11767" y="7226"/>
                  </a:lnTo>
                  <a:cubicBezTo>
                    <a:pt x="11388" y="6879"/>
                    <a:pt x="10971" y="6586"/>
                    <a:pt x="10523" y="6354"/>
                  </a:cubicBezTo>
                  <a:cubicBezTo>
                    <a:pt x="10553" y="5097"/>
                    <a:pt x="10925" y="4486"/>
                    <a:pt x="11227" y="4195"/>
                  </a:cubicBezTo>
                  <a:lnTo>
                    <a:pt x="13089" y="5619"/>
                  </a:lnTo>
                  <a:lnTo>
                    <a:pt x="13228" y="5436"/>
                  </a:lnTo>
                  <a:cubicBezTo>
                    <a:pt x="13424" y="5181"/>
                    <a:pt x="13471" y="4864"/>
                    <a:pt x="13362" y="4546"/>
                  </a:cubicBezTo>
                  <a:cubicBezTo>
                    <a:pt x="13336" y="4470"/>
                    <a:pt x="13301" y="4394"/>
                    <a:pt x="13258" y="4320"/>
                  </a:cubicBezTo>
                  <a:lnTo>
                    <a:pt x="13258" y="4320"/>
                  </a:lnTo>
                  <a:lnTo>
                    <a:pt x="14489" y="4455"/>
                  </a:lnTo>
                  <a:lnTo>
                    <a:pt x="14514" y="4225"/>
                  </a:lnTo>
                  <a:cubicBezTo>
                    <a:pt x="14576" y="3660"/>
                    <a:pt x="14059" y="3215"/>
                    <a:pt x="13177" y="3050"/>
                  </a:cubicBezTo>
                  <a:lnTo>
                    <a:pt x="13765" y="2713"/>
                  </a:lnTo>
                  <a:lnTo>
                    <a:pt x="13650" y="2513"/>
                  </a:lnTo>
                  <a:cubicBezTo>
                    <a:pt x="13479" y="2215"/>
                    <a:pt x="13179" y="2063"/>
                    <a:pt x="12814" y="2063"/>
                  </a:cubicBezTo>
                  <a:cubicBezTo>
                    <a:pt x="12522" y="2063"/>
                    <a:pt x="12188" y="2160"/>
                    <a:pt x="11845" y="2357"/>
                  </a:cubicBezTo>
                  <a:cubicBezTo>
                    <a:pt x="11620" y="2485"/>
                    <a:pt x="11433" y="2633"/>
                    <a:pt x="11287" y="2795"/>
                  </a:cubicBezTo>
                  <a:cubicBezTo>
                    <a:pt x="11142" y="2633"/>
                    <a:pt x="10952" y="2483"/>
                    <a:pt x="10730" y="2357"/>
                  </a:cubicBezTo>
                  <a:cubicBezTo>
                    <a:pt x="10387" y="2159"/>
                    <a:pt x="10053" y="2062"/>
                    <a:pt x="9761" y="2062"/>
                  </a:cubicBezTo>
                  <a:cubicBezTo>
                    <a:pt x="9395" y="2062"/>
                    <a:pt x="9095" y="2214"/>
                    <a:pt x="8924" y="2513"/>
                  </a:cubicBezTo>
                  <a:lnTo>
                    <a:pt x="8808" y="2713"/>
                  </a:lnTo>
                  <a:lnTo>
                    <a:pt x="9793" y="3278"/>
                  </a:lnTo>
                  <a:cubicBezTo>
                    <a:pt x="9085" y="3515"/>
                    <a:pt x="8716" y="4033"/>
                    <a:pt x="8872" y="4598"/>
                  </a:cubicBezTo>
                  <a:lnTo>
                    <a:pt x="8932" y="4820"/>
                  </a:lnTo>
                  <a:lnTo>
                    <a:pt x="10502" y="4390"/>
                  </a:lnTo>
                  <a:lnTo>
                    <a:pt x="10502" y="4390"/>
                  </a:lnTo>
                  <a:cubicBezTo>
                    <a:pt x="10285" y="4784"/>
                    <a:pt x="10109" y="5345"/>
                    <a:pt x="10067" y="6143"/>
                  </a:cubicBezTo>
                  <a:cubicBezTo>
                    <a:pt x="9375" y="5857"/>
                    <a:pt x="8630" y="5707"/>
                    <a:pt x="7865" y="5707"/>
                  </a:cubicBezTo>
                  <a:cubicBezTo>
                    <a:pt x="7406" y="5707"/>
                    <a:pt x="6954" y="5761"/>
                    <a:pt x="6517" y="5867"/>
                  </a:cubicBezTo>
                  <a:cubicBezTo>
                    <a:pt x="6344" y="4694"/>
                    <a:pt x="5979" y="3716"/>
                    <a:pt x="5589" y="3059"/>
                  </a:cubicBezTo>
                  <a:lnTo>
                    <a:pt x="5589" y="3059"/>
                  </a:lnTo>
                  <a:lnTo>
                    <a:pt x="8206" y="3774"/>
                  </a:lnTo>
                  <a:lnTo>
                    <a:pt x="8267" y="3552"/>
                  </a:lnTo>
                  <a:cubicBezTo>
                    <a:pt x="8487" y="2745"/>
                    <a:pt x="7908" y="2005"/>
                    <a:pt x="6825" y="1709"/>
                  </a:cubicBezTo>
                  <a:cubicBezTo>
                    <a:pt x="6804" y="1704"/>
                    <a:pt x="6784" y="1699"/>
                    <a:pt x="6762" y="1693"/>
                  </a:cubicBezTo>
                  <a:lnTo>
                    <a:pt x="8314" y="801"/>
                  </a:lnTo>
                  <a:lnTo>
                    <a:pt x="8199" y="602"/>
                  </a:lnTo>
                  <a:cubicBezTo>
                    <a:pt x="7970" y="203"/>
                    <a:pt x="7566" y="0"/>
                    <a:pt x="70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6"/>
            <p:cNvSpPr/>
            <p:nvPr/>
          </p:nvSpPr>
          <p:spPr>
            <a:xfrm>
              <a:off x="6514160" y="1677544"/>
              <a:ext cx="275332" cy="76542"/>
            </a:xfrm>
            <a:custGeom>
              <a:rect b="b" l="l" r="r" t="t"/>
              <a:pathLst>
                <a:path extrusionOk="0" h="2306" w="8295">
                  <a:moveTo>
                    <a:pt x="4839" y="461"/>
                  </a:moveTo>
                  <a:cubicBezTo>
                    <a:pt x="4966" y="461"/>
                    <a:pt x="5070" y="565"/>
                    <a:pt x="5070" y="692"/>
                  </a:cubicBezTo>
                  <a:cubicBezTo>
                    <a:pt x="5070" y="1072"/>
                    <a:pt x="5380" y="1383"/>
                    <a:pt x="5761" y="1383"/>
                  </a:cubicBezTo>
                  <a:lnTo>
                    <a:pt x="7604" y="1383"/>
                  </a:lnTo>
                  <a:cubicBezTo>
                    <a:pt x="7731" y="1383"/>
                    <a:pt x="7835" y="1486"/>
                    <a:pt x="7835" y="1613"/>
                  </a:cubicBezTo>
                  <a:cubicBezTo>
                    <a:pt x="7834" y="1741"/>
                    <a:pt x="7730" y="1844"/>
                    <a:pt x="7603" y="1844"/>
                  </a:cubicBezTo>
                  <a:lnTo>
                    <a:pt x="4808" y="1844"/>
                  </a:lnTo>
                  <a:cubicBezTo>
                    <a:pt x="4682" y="1844"/>
                    <a:pt x="4578" y="1741"/>
                    <a:pt x="4578" y="1613"/>
                  </a:cubicBezTo>
                  <a:cubicBezTo>
                    <a:pt x="4578" y="1232"/>
                    <a:pt x="4268" y="922"/>
                    <a:pt x="3886" y="922"/>
                  </a:cubicBezTo>
                  <a:lnTo>
                    <a:pt x="693" y="922"/>
                  </a:lnTo>
                  <a:cubicBezTo>
                    <a:pt x="566" y="922"/>
                    <a:pt x="462" y="818"/>
                    <a:pt x="462" y="692"/>
                  </a:cubicBezTo>
                  <a:cubicBezTo>
                    <a:pt x="462" y="565"/>
                    <a:pt x="566" y="461"/>
                    <a:pt x="693" y="461"/>
                  </a:cubicBezTo>
                  <a:close/>
                  <a:moveTo>
                    <a:pt x="691" y="0"/>
                  </a:moveTo>
                  <a:cubicBezTo>
                    <a:pt x="310" y="0"/>
                    <a:pt x="0" y="310"/>
                    <a:pt x="0" y="692"/>
                  </a:cubicBezTo>
                  <a:cubicBezTo>
                    <a:pt x="0" y="1074"/>
                    <a:pt x="310" y="1384"/>
                    <a:pt x="691" y="1384"/>
                  </a:cubicBezTo>
                  <a:lnTo>
                    <a:pt x="3885" y="1384"/>
                  </a:lnTo>
                  <a:cubicBezTo>
                    <a:pt x="4013" y="1384"/>
                    <a:pt x="4116" y="1487"/>
                    <a:pt x="4116" y="1613"/>
                  </a:cubicBezTo>
                  <a:cubicBezTo>
                    <a:pt x="4116" y="1995"/>
                    <a:pt x="4426" y="2305"/>
                    <a:pt x="4807" y="2305"/>
                  </a:cubicBezTo>
                  <a:lnTo>
                    <a:pt x="7602" y="2305"/>
                  </a:lnTo>
                  <a:cubicBezTo>
                    <a:pt x="7984" y="2305"/>
                    <a:pt x="8294" y="1995"/>
                    <a:pt x="8294" y="1613"/>
                  </a:cubicBezTo>
                  <a:cubicBezTo>
                    <a:pt x="8294" y="1232"/>
                    <a:pt x="7985" y="922"/>
                    <a:pt x="7603" y="922"/>
                  </a:cubicBezTo>
                  <a:lnTo>
                    <a:pt x="5760" y="922"/>
                  </a:lnTo>
                  <a:cubicBezTo>
                    <a:pt x="5633" y="922"/>
                    <a:pt x="5530" y="818"/>
                    <a:pt x="5530" y="692"/>
                  </a:cubicBezTo>
                  <a:cubicBezTo>
                    <a:pt x="5530" y="310"/>
                    <a:pt x="5220" y="0"/>
                    <a:pt x="48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6"/>
            <p:cNvSpPr/>
            <p:nvPr/>
          </p:nvSpPr>
          <p:spPr>
            <a:xfrm>
              <a:off x="6914826" y="1711699"/>
              <a:ext cx="86732" cy="86699"/>
            </a:xfrm>
            <a:custGeom>
              <a:rect b="b" l="l" r="r" t="t"/>
              <a:pathLst>
                <a:path extrusionOk="0" h="2612" w="2613">
                  <a:moveTo>
                    <a:pt x="1307" y="462"/>
                  </a:moveTo>
                  <a:cubicBezTo>
                    <a:pt x="1772" y="462"/>
                    <a:pt x="2151" y="842"/>
                    <a:pt x="2151" y="1307"/>
                  </a:cubicBezTo>
                  <a:cubicBezTo>
                    <a:pt x="2151" y="1773"/>
                    <a:pt x="1772" y="2151"/>
                    <a:pt x="1307" y="2151"/>
                  </a:cubicBezTo>
                  <a:cubicBezTo>
                    <a:pt x="842" y="2151"/>
                    <a:pt x="463" y="1773"/>
                    <a:pt x="463" y="1307"/>
                  </a:cubicBezTo>
                  <a:cubicBezTo>
                    <a:pt x="463" y="842"/>
                    <a:pt x="842" y="462"/>
                    <a:pt x="1307" y="462"/>
                  </a:cubicBezTo>
                  <a:close/>
                  <a:moveTo>
                    <a:pt x="1307" y="0"/>
                  </a:moveTo>
                  <a:cubicBezTo>
                    <a:pt x="587" y="0"/>
                    <a:pt x="1" y="585"/>
                    <a:pt x="1" y="1306"/>
                  </a:cubicBezTo>
                  <a:cubicBezTo>
                    <a:pt x="1" y="2026"/>
                    <a:pt x="587" y="2611"/>
                    <a:pt x="1307" y="2611"/>
                  </a:cubicBezTo>
                  <a:cubicBezTo>
                    <a:pt x="2027" y="2611"/>
                    <a:pt x="2612" y="2026"/>
                    <a:pt x="2612" y="1306"/>
                  </a:cubicBezTo>
                  <a:cubicBezTo>
                    <a:pt x="2611" y="585"/>
                    <a:pt x="2026" y="0"/>
                    <a:pt x="1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6"/>
            <p:cNvSpPr/>
            <p:nvPr/>
          </p:nvSpPr>
          <p:spPr>
            <a:xfrm>
              <a:off x="6971818" y="1810646"/>
              <a:ext cx="19750" cy="19484"/>
            </a:xfrm>
            <a:custGeom>
              <a:rect b="b" l="l" r="r" t="t"/>
              <a:pathLst>
                <a:path extrusionOk="0" h="587" w="595">
                  <a:moveTo>
                    <a:pt x="394" y="1"/>
                  </a:moveTo>
                  <a:cubicBezTo>
                    <a:pt x="268" y="61"/>
                    <a:pt x="137" y="106"/>
                    <a:pt x="1" y="137"/>
                  </a:cubicBezTo>
                  <a:lnTo>
                    <a:pt x="103" y="587"/>
                  </a:lnTo>
                  <a:cubicBezTo>
                    <a:pt x="273" y="549"/>
                    <a:pt x="438" y="492"/>
                    <a:pt x="594" y="416"/>
                  </a:cubicBezTo>
                  <a:lnTo>
                    <a:pt x="3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6"/>
            <p:cNvSpPr/>
            <p:nvPr/>
          </p:nvSpPr>
          <p:spPr>
            <a:xfrm>
              <a:off x="6958275" y="1678042"/>
              <a:ext cx="17194" cy="16862"/>
            </a:xfrm>
            <a:custGeom>
              <a:rect b="b" l="l" r="r" t="t"/>
              <a:pathLst>
                <a:path extrusionOk="0" h="508" w="518">
                  <a:moveTo>
                    <a:pt x="2" y="1"/>
                  </a:moveTo>
                  <a:lnTo>
                    <a:pt x="0" y="461"/>
                  </a:lnTo>
                  <a:cubicBezTo>
                    <a:pt x="140" y="461"/>
                    <a:pt x="279" y="476"/>
                    <a:pt x="414" y="507"/>
                  </a:cubicBezTo>
                  <a:lnTo>
                    <a:pt x="517" y="58"/>
                  </a:lnTo>
                  <a:cubicBezTo>
                    <a:pt x="350" y="21"/>
                    <a:pt x="176" y="2"/>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6"/>
            <p:cNvSpPr/>
            <p:nvPr/>
          </p:nvSpPr>
          <p:spPr>
            <a:xfrm>
              <a:off x="6985028" y="1685743"/>
              <a:ext cx="21276" cy="21177"/>
            </a:xfrm>
            <a:custGeom>
              <a:rect b="b" l="l" r="r" t="t"/>
              <a:pathLst>
                <a:path extrusionOk="0" h="638" w="641">
                  <a:moveTo>
                    <a:pt x="201" y="0"/>
                  </a:moveTo>
                  <a:lnTo>
                    <a:pt x="1" y="415"/>
                  </a:lnTo>
                  <a:cubicBezTo>
                    <a:pt x="127" y="476"/>
                    <a:pt x="244" y="550"/>
                    <a:pt x="352" y="637"/>
                  </a:cubicBezTo>
                  <a:lnTo>
                    <a:pt x="641" y="277"/>
                  </a:lnTo>
                  <a:cubicBezTo>
                    <a:pt x="505" y="170"/>
                    <a:pt x="356" y="75"/>
                    <a:pt x="2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6"/>
            <p:cNvSpPr/>
            <p:nvPr/>
          </p:nvSpPr>
          <p:spPr>
            <a:xfrm>
              <a:off x="7013707" y="1768823"/>
              <a:ext cx="19517" cy="19716"/>
            </a:xfrm>
            <a:custGeom>
              <a:rect b="b" l="l" r="r" t="t"/>
              <a:pathLst>
                <a:path extrusionOk="0" h="594" w="588">
                  <a:moveTo>
                    <a:pt x="139" y="1"/>
                  </a:moveTo>
                  <a:cubicBezTo>
                    <a:pt x="108" y="136"/>
                    <a:pt x="61" y="269"/>
                    <a:pt x="0" y="393"/>
                  </a:cubicBezTo>
                  <a:lnTo>
                    <a:pt x="416" y="594"/>
                  </a:lnTo>
                  <a:cubicBezTo>
                    <a:pt x="490" y="436"/>
                    <a:pt x="548" y="273"/>
                    <a:pt x="588" y="103"/>
                  </a:cubicBezTo>
                  <a:lnTo>
                    <a:pt x="1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6"/>
            <p:cNvSpPr/>
            <p:nvPr/>
          </p:nvSpPr>
          <p:spPr>
            <a:xfrm>
              <a:off x="7018287" y="1737988"/>
              <a:ext cx="16862" cy="17127"/>
            </a:xfrm>
            <a:custGeom>
              <a:rect b="b" l="l" r="r" t="t"/>
              <a:pathLst>
                <a:path extrusionOk="0" h="516" w="508">
                  <a:moveTo>
                    <a:pt x="451" y="0"/>
                  </a:moveTo>
                  <a:lnTo>
                    <a:pt x="1" y="102"/>
                  </a:lnTo>
                  <a:cubicBezTo>
                    <a:pt x="31" y="236"/>
                    <a:pt x="46" y="375"/>
                    <a:pt x="46" y="512"/>
                  </a:cubicBezTo>
                  <a:lnTo>
                    <a:pt x="46" y="515"/>
                  </a:lnTo>
                  <a:lnTo>
                    <a:pt x="508" y="514"/>
                  </a:lnTo>
                  <a:cubicBezTo>
                    <a:pt x="508" y="340"/>
                    <a:pt x="488" y="169"/>
                    <a:pt x="4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6"/>
            <p:cNvSpPr/>
            <p:nvPr/>
          </p:nvSpPr>
          <p:spPr>
            <a:xfrm>
              <a:off x="7006471" y="1707152"/>
              <a:ext cx="21144" cy="21243"/>
            </a:xfrm>
            <a:custGeom>
              <a:rect b="b" l="l" r="r" t="t"/>
              <a:pathLst>
                <a:path extrusionOk="0" h="640" w="637">
                  <a:moveTo>
                    <a:pt x="361" y="1"/>
                  </a:moveTo>
                  <a:lnTo>
                    <a:pt x="0" y="287"/>
                  </a:lnTo>
                  <a:cubicBezTo>
                    <a:pt x="87" y="396"/>
                    <a:pt x="161" y="515"/>
                    <a:pt x="221" y="640"/>
                  </a:cubicBezTo>
                  <a:lnTo>
                    <a:pt x="636" y="441"/>
                  </a:lnTo>
                  <a:cubicBezTo>
                    <a:pt x="562" y="283"/>
                    <a:pt x="469" y="136"/>
                    <a:pt x="3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6"/>
            <p:cNvSpPr/>
            <p:nvPr/>
          </p:nvSpPr>
          <p:spPr>
            <a:xfrm>
              <a:off x="6996613" y="1793519"/>
              <a:ext cx="21708" cy="21807"/>
            </a:xfrm>
            <a:custGeom>
              <a:rect b="b" l="l" r="r" t="t"/>
              <a:pathLst>
                <a:path extrusionOk="0" h="657" w="654">
                  <a:moveTo>
                    <a:pt x="295" y="1"/>
                  </a:moveTo>
                  <a:cubicBezTo>
                    <a:pt x="208" y="109"/>
                    <a:pt x="109" y="208"/>
                    <a:pt x="0" y="295"/>
                  </a:cubicBezTo>
                  <a:lnTo>
                    <a:pt x="287" y="656"/>
                  </a:lnTo>
                  <a:cubicBezTo>
                    <a:pt x="422" y="548"/>
                    <a:pt x="545" y="425"/>
                    <a:pt x="654" y="289"/>
                  </a:cubicBezTo>
                  <a:lnTo>
                    <a:pt x="2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6"/>
            <p:cNvSpPr/>
            <p:nvPr/>
          </p:nvSpPr>
          <p:spPr>
            <a:xfrm>
              <a:off x="6941015" y="1815193"/>
              <a:ext cx="17161" cy="16829"/>
            </a:xfrm>
            <a:custGeom>
              <a:rect b="b" l="l" r="r" t="t"/>
              <a:pathLst>
                <a:path extrusionOk="0" h="507" w="517">
                  <a:moveTo>
                    <a:pt x="103" y="0"/>
                  </a:moveTo>
                  <a:lnTo>
                    <a:pt x="1" y="449"/>
                  </a:lnTo>
                  <a:cubicBezTo>
                    <a:pt x="168" y="487"/>
                    <a:pt x="342" y="507"/>
                    <a:pt x="517" y="507"/>
                  </a:cubicBezTo>
                  <a:lnTo>
                    <a:pt x="517" y="47"/>
                  </a:lnTo>
                  <a:cubicBezTo>
                    <a:pt x="377" y="47"/>
                    <a:pt x="238" y="31"/>
                    <a:pt x="1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6"/>
            <p:cNvSpPr/>
            <p:nvPr/>
          </p:nvSpPr>
          <p:spPr>
            <a:xfrm>
              <a:off x="6883161" y="1721458"/>
              <a:ext cx="19484" cy="19750"/>
            </a:xfrm>
            <a:custGeom>
              <a:rect b="b" l="l" r="r" t="t"/>
              <a:pathLst>
                <a:path extrusionOk="0" h="595" w="587">
                  <a:moveTo>
                    <a:pt x="173" y="1"/>
                  </a:moveTo>
                  <a:cubicBezTo>
                    <a:pt x="97" y="157"/>
                    <a:pt x="39" y="321"/>
                    <a:pt x="0" y="491"/>
                  </a:cubicBezTo>
                  <a:lnTo>
                    <a:pt x="448" y="594"/>
                  </a:lnTo>
                  <a:cubicBezTo>
                    <a:pt x="479" y="459"/>
                    <a:pt x="526" y="327"/>
                    <a:pt x="587" y="202"/>
                  </a:cubicBezTo>
                  <a:lnTo>
                    <a:pt x="1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6"/>
            <p:cNvSpPr/>
            <p:nvPr/>
          </p:nvSpPr>
          <p:spPr>
            <a:xfrm>
              <a:off x="6888803" y="1781802"/>
              <a:ext cx="21210" cy="21243"/>
            </a:xfrm>
            <a:custGeom>
              <a:rect b="b" l="l" r="r" t="t"/>
              <a:pathLst>
                <a:path extrusionOk="0" h="640" w="639">
                  <a:moveTo>
                    <a:pt x="416" y="1"/>
                  </a:moveTo>
                  <a:lnTo>
                    <a:pt x="1" y="200"/>
                  </a:lnTo>
                  <a:cubicBezTo>
                    <a:pt x="75" y="358"/>
                    <a:pt x="169" y="505"/>
                    <a:pt x="277" y="640"/>
                  </a:cubicBezTo>
                  <a:lnTo>
                    <a:pt x="638" y="354"/>
                  </a:lnTo>
                  <a:cubicBezTo>
                    <a:pt x="550" y="244"/>
                    <a:pt x="477" y="125"/>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6"/>
            <p:cNvSpPr/>
            <p:nvPr/>
          </p:nvSpPr>
          <p:spPr>
            <a:xfrm>
              <a:off x="6881202" y="1754883"/>
              <a:ext cx="16928" cy="17293"/>
            </a:xfrm>
            <a:custGeom>
              <a:rect b="b" l="l" r="r" t="t"/>
              <a:pathLst>
                <a:path extrusionOk="0" h="521" w="510">
                  <a:moveTo>
                    <a:pt x="0" y="0"/>
                  </a:moveTo>
                  <a:lnTo>
                    <a:pt x="0" y="5"/>
                  </a:lnTo>
                  <a:cubicBezTo>
                    <a:pt x="0" y="179"/>
                    <a:pt x="20" y="353"/>
                    <a:pt x="59" y="520"/>
                  </a:cubicBezTo>
                  <a:lnTo>
                    <a:pt x="509" y="419"/>
                  </a:lnTo>
                  <a:cubicBezTo>
                    <a:pt x="476" y="284"/>
                    <a:pt x="461" y="145"/>
                    <a:pt x="461" y="5"/>
                  </a:cubicBez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6"/>
            <p:cNvSpPr/>
            <p:nvPr/>
          </p:nvSpPr>
          <p:spPr>
            <a:xfrm>
              <a:off x="6898130" y="1694738"/>
              <a:ext cx="21708" cy="21741"/>
            </a:xfrm>
            <a:custGeom>
              <a:rect b="b" l="l" r="r" t="t"/>
              <a:pathLst>
                <a:path extrusionOk="0" h="655" w="654">
                  <a:moveTo>
                    <a:pt x="367" y="0"/>
                  </a:moveTo>
                  <a:cubicBezTo>
                    <a:pt x="232" y="108"/>
                    <a:pt x="108" y="232"/>
                    <a:pt x="0" y="366"/>
                  </a:cubicBezTo>
                  <a:lnTo>
                    <a:pt x="359" y="655"/>
                  </a:lnTo>
                  <a:cubicBezTo>
                    <a:pt x="446" y="546"/>
                    <a:pt x="545" y="448"/>
                    <a:pt x="654" y="361"/>
                  </a:cubicBezTo>
                  <a:lnTo>
                    <a:pt x="3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6"/>
            <p:cNvSpPr/>
            <p:nvPr/>
          </p:nvSpPr>
          <p:spPr>
            <a:xfrm>
              <a:off x="6924884" y="1679934"/>
              <a:ext cx="19683" cy="19451"/>
            </a:xfrm>
            <a:custGeom>
              <a:rect b="b" l="l" r="r" t="t"/>
              <a:pathLst>
                <a:path extrusionOk="0" h="586" w="593">
                  <a:moveTo>
                    <a:pt x="492" y="0"/>
                  </a:moveTo>
                  <a:cubicBezTo>
                    <a:pt x="323" y="38"/>
                    <a:pt x="157" y="97"/>
                    <a:pt x="1" y="171"/>
                  </a:cubicBezTo>
                  <a:lnTo>
                    <a:pt x="199" y="586"/>
                  </a:lnTo>
                  <a:cubicBezTo>
                    <a:pt x="326" y="527"/>
                    <a:pt x="457" y="480"/>
                    <a:pt x="592" y="449"/>
                  </a:cubicBezTo>
                  <a:lnTo>
                    <a:pt x="4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6"/>
            <p:cNvSpPr/>
            <p:nvPr/>
          </p:nvSpPr>
          <p:spPr>
            <a:xfrm>
              <a:off x="6910179" y="1803277"/>
              <a:ext cx="21276" cy="21144"/>
            </a:xfrm>
            <a:custGeom>
              <a:rect b="b" l="l" r="r" t="t"/>
              <a:pathLst>
                <a:path extrusionOk="0" h="637" w="641">
                  <a:moveTo>
                    <a:pt x="288" y="0"/>
                  </a:moveTo>
                  <a:lnTo>
                    <a:pt x="0" y="359"/>
                  </a:lnTo>
                  <a:cubicBezTo>
                    <a:pt x="136" y="468"/>
                    <a:pt x="284" y="561"/>
                    <a:pt x="440" y="636"/>
                  </a:cubicBezTo>
                  <a:lnTo>
                    <a:pt x="640" y="220"/>
                  </a:lnTo>
                  <a:cubicBezTo>
                    <a:pt x="515" y="162"/>
                    <a:pt x="396" y="86"/>
                    <a:pt x="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6"/>
            <p:cNvSpPr/>
            <p:nvPr/>
          </p:nvSpPr>
          <p:spPr>
            <a:xfrm>
              <a:off x="6825638" y="1710172"/>
              <a:ext cx="34686" cy="15302"/>
            </a:xfrm>
            <a:custGeom>
              <a:rect b="b" l="l" r="r" t="t"/>
              <a:pathLst>
                <a:path extrusionOk="0" h="461" w="1045">
                  <a:moveTo>
                    <a:pt x="0" y="1"/>
                  </a:moveTo>
                  <a:lnTo>
                    <a:pt x="0" y="461"/>
                  </a:lnTo>
                  <a:lnTo>
                    <a:pt x="1045" y="461"/>
                  </a:lnTo>
                  <a:lnTo>
                    <a:pt x="10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6"/>
            <p:cNvSpPr/>
            <p:nvPr/>
          </p:nvSpPr>
          <p:spPr>
            <a:xfrm>
              <a:off x="6792014" y="1677577"/>
              <a:ext cx="62203" cy="15302"/>
            </a:xfrm>
            <a:custGeom>
              <a:rect b="b" l="l" r="r" t="t"/>
              <a:pathLst>
                <a:path extrusionOk="0" h="461" w="1874">
                  <a:moveTo>
                    <a:pt x="1" y="0"/>
                  </a:moveTo>
                  <a:lnTo>
                    <a:pt x="1" y="460"/>
                  </a:lnTo>
                  <a:lnTo>
                    <a:pt x="1874" y="460"/>
                  </a:lnTo>
                  <a:lnTo>
                    <a:pt x="18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6"/>
            <p:cNvSpPr/>
            <p:nvPr/>
          </p:nvSpPr>
          <p:spPr>
            <a:xfrm>
              <a:off x="6808610" y="2009336"/>
              <a:ext cx="48959" cy="31566"/>
            </a:xfrm>
            <a:custGeom>
              <a:rect b="b" l="l" r="r" t="t"/>
              <a:pathLst>
                <a:path extrusionOk="0" h="951" w="1475">
                  <a:moveTo>
                    <a:pt x="107" y="0"/>
                  </a:moveTo>
                  <a:lnTo>
                    <a:pt x="0" y="449"/>
                  </a:lnTo>
                  <a:cubicBezTo>
                    <a:pt x="439" y="553"/>
                    <a:pt x="856" y="722"/>
                    <a:pt x="1239" y="951"/>
                  </a:cubicBezTo>
                  <a:lnTo>
                    <a:pt x="1475" y="556"/>
                  </a:lnTo>
                  <a:cubicBezTo>
                    <a:pt x="1052" y="301"/>
                    <a:pt x="591" y="114"/>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6"/>
            <p:cNvSpPr/>
            <p:nvPr/>
          </p:nvSpPr>
          <p:spPr>
            <a:xfrm>
              <a:off x="6861785" y="2036720"/>
              <a:ext cx="21608" cy="21642"/>
            </a:xfrm>
            <a:custGeom>
              <a:rect b="b" l="l" r="r" t="t"/>
              <a:pathLst>
                <a:path extrusionOk="0" h="652" w="651">
                  <a:moveTo>
                    <a:pt x="275" y="1"/>
                  </a:moveTo>
                  <a:lnTo>
                    <a:pt x="0" y="370"/>
                  </a:lnTo>
                  <a:cubicBezTo>
                    <a:pt x="118" y="458"/>
                    <a:pt x="232" y="553"/>
                    <a:pt x="339" y="651"/>
                  </a:cubicBezTo>
                  <a:lnTo>
                    <a:pt x="651" y="312"/>
                  </a:lnTo>
                  <a:cubicBezTo>
                    <a:pt x="532" y="202"/>
                    <a:pt x="404" y="98"/>
                    <a:pt x="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6"/>
            <p:cNvSpPr/>
            <p:nvPr/>
          </p:nvSpPr>
          <p:spPr>
            <a:xfrm>
              <a:off x="6597274" y="2129194"/>
              <a:ext cx="15335" cy="15302"/>
            </a:xfrm>
            <a:custGeom>
              <a:rect b="b" l="l" r="r" t="t"/>
              <a:pathLst>
                <a:path extrusionOk="0" h="461" w="462">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6"/>
            <p:cNvSpPr/>
            <p:nvPr/>
          </p:nvSpPr>
          <p:spPr>
            <a:xfrm>
              <a:off x="6536067" y="2129194"/>
              <a:ext cx="15335" cy="15302"/>
            </a:xfrm>
            <a:custGeom>
              <a:rect b="b" l="l" r="r" t="t"/>
              <a:pathLst>
                <a:path extrusionOk="0" h="461" w="462">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6"/>
            <p:cNvSpPr/>
            <p:nvPr/>
          </p:nvSpPr>
          <p:spPr>
            <a:xfrm>
              <a:off x="6566703" y="2129194"/>
              <a:ext cx="15302" cy="15302"/>
            </a:xfrm>
            <a:custGeom>
              <a:rect b="b" l="l" r="r" t="t"/>
              <a:pathLst>
                <a:path extrusionOk="0" h="461" w="461">
                  <a:moveTo>
                    <a:pt x="0" y="1"/>
                  </a:moveTo>
                  <a:lnTo>
                    <a:pt x="0"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6"/>
            <p:cNvSpPr/>
            <p:nvPr/>
          </p:nvSpPr>
          <p:spPr>
            <a:xfrm>
              <a:off x="6627844" y="2162852"/>
              <a:ext cx="81587" cy="15269"/>
            </a:xfrm>
            <a:custGeom>
              <a:rect b="b" l="l" r="r" t="t"/>
              <a:pathLst>
                <a:path extrusionOk="0" h="460" w="2458">
                  <a:moveTo>
                    <a:pt x="0" y="0"/>
                  </a:moveTo>
                  <a:lnTo>
                    <a:pt x="0" y="459"/>
                  </a:lnTo>
                  <a:lnTo>
                    <a:pt x="2457" y="459"/>
                  </a:lnTo>
                  <a:lnTo>
                    <a:pt x="24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6"/>
            <p:cNvSpPr/>
            <p:nvPr/>
          </p:nvSpPr>
          <p:spPr>
            <a:xfrm>
              <a:off x="6717563" y="2127170"/>
              <a:ext cx="51017" cy="15302"/>
            </a:xfrm>
            <a:custGeom>
              <a:rect b="b" l="l" r="r" t="t"/>
              <a:pathLst>
                <a:path extrusionOk="0" h="461" w="1537">
                  <a:moveTo>
                    <a:pt x="1" y="1"/>
                  </a:moveTo>
                  <a:lnTo>
                    <a:pt x="1" y="461"/>
                  </a:lnTo>
                  <a:lnTo>
                    <a:pt x="1536" y="461"/>
                  </a:lnTo>
                  <a:lnTo>
                    <a:pt x="15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6"/>
            <p:cNvSpPr/>
            <p:nvPr/>
          </p:nvSpPr>
          <p:spPr>
            <a:xfrm>
              <a:off x="6783849" y="2127170"/>
              <a:ext cx="15302" cy="15302"/>
            </a:xfrm>
            <a:custGeom>
              <a:rect b="b" l="l" r="r" t="t"/>
              <a:pathLst>
                <a:path extrusionOk="0" h="461" w="461">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6"/>
            <p:cNvSpPr/>
            <p:nvPr/>
          </p:nvSpPr>
          <p:spPr>
            <a:xfrm>
              <a:off x="6876622" y="2138356"/>
              <a:ext cx="15335" cy="15302"/>
            </a:xfrm>
            <a:custGeom>
              <a:rect b="b" l="l" r="r" t="t"/>
              <a:pathLst>
                <a:path extrusionOk="0" h="461" w="462">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6"/>
            <p:cNvSpPr/>
            <p:nvPr/>
          </p:nvSpPr>
          <p:spPr>
            <a:xfrm>
              <a:off x="6937762" y="2138356"/>
              <a:ext cx="15302" cy="15302"/>
            </a:xfrm>
            <a:custGeom>
              <a:rect b="b" l="l" r="r" t="t"/>
              <a:pathLst>
                <a:path extrusionOk="0" h="461" w="461">
                  <a:moveTo>
                    <a:pt x="1" y="1"/>
                  </a:moveTo>
                  <a:lnTo>
                    <a:pt x="1"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6"/>
            <p:cNvSpPr/>
            <p:nvPr/>
          </p:nvSpPr>
          <p:spPr>
            <a:xfrm>
              <a:off x="6907225" y="2138356"/>
              <a:ext cx="15302" cy="15302"/>
            </a:xfrm>
            <a:custGeom>
              <a:rect b="b" l="l" r="r" t="t"/>
              <a:pathLst>
                <a:path extrusionOk="0" h="461" w="461">
                  <a:moveTo>
                    <a:pt x="0" y="1"/>
                  </a:moveTo>
                  <a:lnTo>
                    <a:pt x="0" y="461"/>
                  </a:lnTo>
                  <a:lnTo>
                    <a:pt x="460" y="461"/>
                  </a:ln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6"/>
            <p:cNvSpPr/>
            <p:nvPr/>
          </p:nvSpPr>
          <p:spPr>
            <a:xfrm>
              <a:off x="6954093" y="2105760"/>
              <a:ext cx="81620" cy="15302"/>
            </a:xfrm>
            <a:custGeom>
              <a:rect b="b" l="l" r="r" t="t"/>
              <a:pathLst>
                <a:path extrusionOk="0" h="461" w="2459">
                  <a:moveTo>
                    <a:pt x="1" y="0"/>
                  </a:moveTo>
                  <a:lnTo>
                    <a:pt x="1" y="460"/>
                  </a:lnTo>
                  <a:lnTo>
                    <a:pt x="2458" y="460"/>
                  </a:lnTo>
                  <a:lnTo>
                    <a:pt x="24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6"/>
            <p:cNvSpPr/>
            <p:nvPr/>
          </p:nvSpPr>
          <p:spPr>
            <a:xfrm>
              <a:off x="6820560" y="2185257"/>
              <a:ext cx="81587" cy="15302"/>
            </a:xfrm>
            <a:custGeom>
              <a:rect b="b" l="l" r="r" t="t"/>
              <a:pathLst>
                <a:path extrusionOk="0" h="461" w="2458">
                  <a:moveTo>
                    <a:pt x="0" y="0"/>
                  </a:moveTo>
                  <a:lnTo>
                    <a:pt x="0" y="461"/>
                  </a:lnTo>
                  <a:lnTo>
                    <a:pt x="2457" y="461"/>
                  </a:lnTo>
                  <a:lnTo>
                    <a:pt x="24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66"/>
          <p:cNvGrpSpPr/>
          <p:nvPr/>
        </p:nvGrpSpPr>
        <p:grpSpPr>
          <a:xfrm>
            <a:off x="5944878" y="2006281"/>
            <a:ext cx="460492" cy="462577"/>
            <a:chOff x="5883635" y="1677544"/>
            <a:chExt cx="520624" cy="522981"/>
          </a:xfrm>
        </p:grpSpPr>
        <p:sp>
          <p:nvSpPr>
            <p:cNvPr id="5769" name="Google Shape;5769;p66"/>
            <p:cNvSpPr/>
            <p:nvPr/>
          </p:nvSpPr>
          <p:spPr>
            <a:xfrm>
              <a:off x="6253731" y="1751663"/>
              <a:ext cx="15401" cy="15368"/>
            </a:xfrm>
            <a:custGeom>
              <a:rect b="b" l="l" r="r" t="t"/>
              <a:pathLst>
                <a:path extrusionOk="0" h="463" w="464">
                  <a:moveTo>
                    <a:pt x="1" y="1"/>
                  </a:moveTo>
                  <a:lnTo>
                    <a:pt x="1" y="462"/>
                  </a:lnTo>
                  <a:lnTo>
                    <a:pt x="463" y="462"/>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6"/>
            <p:cNvSpPr/>
            <p:nvPr/>
          </p:nvSpPr>
          <p:spPr>
            <a:xfrm>
              <a:off x="6210282" y="1708214"/>
              <a:ext cx="58850" cy="28180"/>
            </a:xfrm>
            <a:custGeom>
              <a:rect b="b" l="l" r="r" t="t"/>
              <a:pathLst>
                <a:path extrusionOk="0" h="849" w="1773">
                  <a:moveTo>
                    <a:pt x="1" y="1"/>
                  </a:moveTo>
                  <a:lnTo>
                    <a:pt x="1" y="463"/>
                  </a:lnTo>
                  <a:lnTo>
                    <a:pt x="1309" y="463"/>
                  </a:lnTo>
                  <a:lnTo>
                    <a:pt x="1309" y="849"/>
                  </a:lnTo>
                  <a:lnTo>
                    <a:pt x="1772" y="849"/>
                  </a:lnTo>
                  <a:lnTo>
                    <a:pt x="17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6"/>
            <p:cNvSpPr/>
            <p:nvPr/>
          </p:nvSpPr>
          <p:spPr>
            <a:xfrm>
              <a:off x="6121094" y="2041832"/>
              <a:ext cx="16098" cy="16065"/>
            </a:xfrm>
            <a:custGeom>
              <a:rect b="b" l="l" r="r" t="t"/>
              <a:pathLst>
                <a:path extrusionOk="0" h="484" w="485">
                  <a:moveTo>
                    <a:pt x="440" y="1"/>
                  </a:moveTo>
                  <a:cubicBezTo>
                    <a:pt x="296" y="14"/>
                    <a:pt x="147" y="22"/>
                    <a:pt x="1" y="22"/>
                  </a:cubicBezTo>
                  <a:lnTo>
                    <a:pt x="3" y="484"/>
                  </a:lnTo>
                  <a:cubicBezTo>
                    <a:pt x="163" y="483"/>
                    <a:pt x="327" y="474"/>
                    <a:pt x="485" y="459"/>
                  </a:cubicBezTo>
                  <a:lnTo>
                    <a:pt x="4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6"/>
            <p:cNvSpPr/>
            <p:nvPr/>
          </p:nvSpPr>
          <p:spPr>
            <a:xfrm>
              <a:off x="6178119" y="1996756"/>
              <a:ext cx="63364" cy="48992"/>
            </a:xfrm>
            <a:custGeom>
              <a:rect b="b" l="l" r="r" t="t"/>
              <a:pathLst>
                <a:path extrusionOk="0" h="1476" w="1909">
                  <a:moveTo>
                    <a:pt x="1582" y="1"/>
                  </a:moveTo>
                  <a:cubicBezTo>
                    <a:pt x="1126" y="456"/>
                    <a:pt x="595" y="808"/>
                    <a:pt x="1" y="1046"/>
                  </a:cubicBezTo>
                  <a:lnTo>
                    <a:pt x="172" y="1476"/>
                  </a:lnTo>
                  <a:cubicBezTo>
                    <a:pt x="825" y="1215"/>
                    <a:pt x="1409" y="828"/>
                    <a:pt x="1909" y="328"/>
                  </a:cubicBezTo>
                  <a:lnTo>
                    <a:pt x="15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6"/>
            <p:cNvSpPr/>
            <p:nvPr/>
          </p:nvSpPr>
          <p:spPr>
            <a:xfrm>
              <a:off x="6150104" y="2036255"/>
              <a:ext cx="18521" cy="18555"/>
            </a:xfrm>
            <a:custGeom>
              <a:rect b="b" l="l" r="r" t="t"/>
              <a:pathLst>
                <a:path extrusionOk="0" h="559" w="558">
                  <a:moveTo>
                    <a:pt x="428" y="0"/>
                  </a:moveTo>
                  <a:cubicBezTo>
                    <a:pt x="288" y="41"/>
                    <a:pt x="144" y="77"/>
                    <a:pt x="1" y="105"/>
                  </a:cubicBezTo>
                  <a:lnTo>
                    <a:pt x="88" y="559"/>
                  </a:lnTo>
                  <a:cubicBezTo>
                    <a:pt x="246" y="528"/>
                    <a:pt x="403" y="489"/>
                    <a:pt x="557" y="444"/>
                  </a:cubicBezTo>
                  <a:lnTo>
                    <a:pt x="4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6"/>
            <p:cNvSpPr/>
            <p:nvPr/>
          </p:nvSpPr>
          <p:spPr>
            <a:xfrm>
              <a:off x="6072401" y="1718404"/>
              <a:ext cx="18521" cy="18555"/>
            </a:xfrm>
            <a:custGeom>
              <a:rect b="b" l="l" r="r" t="t"/>
              <a:pathLst>
                <a:path extrusionOk="0" h="559" w="558">
                  <a:moveTo>
                    <a:pt x="471" y="1"/>
                  </a:moveTo>
                  <a:cubicBezTo>
                    <a:pt x="313" y="31"/>
                    <a:pt x="156" y="70"/>
                    <a:pt x="0" y="115"/>
                  </a:cubicBezTo>
                  <a:lnTo>
                    <a:pt x="130" y="558"/>
                  </a:lnTo>
                  <a:cubicBezTo>
                    <a:pt x="269" y="517"/>
                    <a:pt x="414" y="484"/>
                    <a:pt x="558" y="455"/>
                  </a:cubicBezTo>
                  <a:lnTo>
                    <a:pt x="4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6"/>
            <p:cNvSpPr/>
            <p:nvPr/>
          </p:nvSpPr>
          <p:spPr>
            <a:xfrm>
              <a:off x="6103867" y="1715384"/>
              <a:ext cx="16098" cy="16065"/>
            </a:xfrm>
            <a:custGeom>
              <a:rect b="b" l="l" r="r" t="t"/>
              <a:pathLst>
                <a:path extrusionOk="0" h="484" w="485">
                  <a:moveTo>
                    <a:pt x="484" y="1"/>
                  </a:moveTo>
                  <a:cubicBezTo>
                    <a:pt x="323" y="1"/>
                    <a:pt x="160" y="8"/>
                    <a:pt x="1" y="24"/>
                  </a:cubicBezTo>
                  <a:lnTo>
                    <a:pt x="45" y="484"/>
                  </a:lnTo>
                  <a:cubicBezTo>
                    <a:pt x="190" y="469"/>
                    <a:pt x="339" y="463"/>
                    <a:pt x="485" y="462"/>
                  </a:cubicBezTo>
                  <a:lnTo>
                    <a:pt x="4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6"/>
            <p:cNvSpPr/>
            <p:nvPr/>
          </p:nvSpPr>
          <p:spPr>
            <a:xfrm>
              <a:off x="5989320" y="1727432"/>
              <a:ext cx="73555" cy="58883"/>
            </a:xfrm>
            <a:custGeom>
              <a:rect b="b" l="l" r="r" t="t"/>
              <a:pathLst>
                <a:path extrusionOk="0" h="1774" w="2216">
                  <a:moveTo>
                    <a:pt x="2045" y="1"/>
                  </a:moveTo>
                  <a:cubicBezTo>
                    <a:pt x="1257" y="313"/>
                    <a:pt x="550" y="824"/>
                    <a:pt x="1" y="1475"/>
                  </a:cubicBezTo>
                  <a:lnTo>
                    <a:pt x="353" y="1773"/>
                  </a:lnTo>
                  <a:cubicBezTo>
                    <a:pt x="854" y="1180"/>
                    <a:pt x="1497" y="714"/>
                    <a:pt x="2216" y="430"/>
                  </a:cubicBezTo>
                  <a:lnTo>
                    <a:pt x="20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6"/>
            <p:cNvSpPr/>
            <p:nvPr/>
          </p:nvSpPr>
          <p:spPr>
            <a:xfrm>
              <a:off x="6219477" y="2117046"/>
              <a:ext cx="15368" cy="15335"/>
            </a:xfrm>
            <a:custGeom>
              <a:rect b="b" l="l" r="r" t="t"/>
              <a:pathLst>
                <a:path extrusionOk="0" h="462" w="463">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6"/>
            <p:cNvSpPr/>
            <p:nvPr/>
          </p:nvSpPr>
          <p:spPr>
            <a:xfrm>
              <a:off x="6188807" y="2117046"/>
              <a:ext cx="15335" cy="15335"/>
            </a:xfrm>
            <a:custGeom>
              <a:rect b="b" l="l" r="r" t="t"/>
              <a:pathLst>
                <a:path extrusionOk="0" h="462"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6"/>
            <p:cNvSpPr/>
            <p:nvPr/>
          </p:nvSpPr>
          <p:spPr>
            <a:xfrm>
              <a:off x="5938303" y="2117046"/>
              <a:ext cx="235235" cy="15335"/>
            </a:xfrm>
            <a:custGeom>
              <a:rect b="b" l="l" r="r" t="t"/>
              <a:pathLst>
                <a:path extrusionOk="0" h="462" w="7087">
                  <a:moveTo>
                    <a:pt x="0" y="1"/>
                  </a:moveTo>
                  <a:lnTo>
                    <a:pt x="0" y="462"/>
                  </a:lnTo>
                  <a:lnTo>
                    <a:pt x="7086" y="462"/>
                  </a:lnTo>
                  <a:lnTo>
                    <a:pt x="70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6"/>
            <p:cNvSpPr/>
            <p:nvPr/>
          </p:nvSpPr>
          <p:spPr>
            <a:xfrm>
              <a:off x="5938303" y="2151135"/>
              <a:ext cx="235235" cy="15368"/>
            </a:xfrm>
            <a:custGeom>
              <a:rect b="b" l="l" r="r" t="t"/>
              <a:pathLst>
                <a:path extrusionOk="0" h="463" w="7087">
                  <a:moveTo>
                    <a:pt x="0" y="0"/>
                  </a:moveTo>
                  <a:lnTo>
                    <a:pt x="0" y="463"/>
                  </a:lnTo>
                  <a:lnTo>
                    <a:pt x="7086" y="463"/>
                  </a:lnTo>
                  <a:lnTo>
                    <a:pt x="70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6"/>
            <p:cNvSpPr/>
            <p:nvPr/>
          </p:nvSpPr>
          <p:spPr>
            <a:xfrm>
              <a:off x="6188807" y="2151135"/>
              <a:ext cx="15335" cy="15368"/>
            </a:xfrm>
            <a:custGeom>
              <a:rect b="b" l="l" r="r" t="t"/>
              <a:pathLst>
                <a:path extrusionOk="0" h="463" w="462">
                  <a:moveTo>
                    <a:pt x="0" y="0"/>
                  </a:moveTo>
                  <a:lnTo>
                    <a:pt x="0" y="463"/>
                  </a:lnTo>
                  <a:lnTo>
                    <a:pt x="462" y="463"/>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6"/>
            <p:cNvSpPr/>
            <p:nvPr/>
          </p:nvSpPr>
          <p:spPr>
            <a:xfrm>
              <a:off x="6219477" y="2151135"/>
              <a:ext cx="15368" cy="15368"/>
            </a:xfrm>
            <a:custGeom>
              <a:rect b="b" l="l" r="r" t="t"/>
              <a:pathLst>
                <a:path extrusionOk="0" h="463" w="463">
                  <a:moveTo>
                    <a:pt x="1" y="0"/>
                  </a:moveTo>
                  <a:lnTo>
                    <a:pt x="1" y="463"/>
                  </a:lnTo>
                  <a:lnTo>
                    <a:pt x="462" y="463"/>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6"/>
            <p:cNvSpPr/>
            <p:nvPr/>
          </p:nvSpPr>
          <p:spPr>
            <a:xfrm>
              <a:off x="6112032" y="1863953"/>
              <a:ext cx="15368" cy="44677"/>
            </a:xfrm>
            <a:custGeom>
              <a:rect b="b" l="l" r="r" t="t"/>
              <a:pathLst>
                <a:path extrusionOk="0" h="1346" w="463">
                  <a:moveTo>
                    <a:pt x="1" y="1"/>
                  </a:moveTo>
                  <a:lnTo>
                    <a:pt x="1" y="1345"/>
                  </a:lnTo>
                  <a:lnTo>
                    <a:pt x="462" y="1345"/>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6"/>
            <p:cNvSpPr/>
            <p:nvPr/>
          </p:nvSpPr>
          <p:spPr>
            <a:xfrm>
              <a:off x="6112597" y="1834578"/>
              <a:ext cx="14273" cy="15335"/>
            </a:xfrm>
            <a:custGeom>
              <a:rect b="b" l="l" r="r" t="t"/>
              <a:pathLst>
                <a:path extrusionOk="0" h="462" w="430">
                  <a:moveTo>
                    <a:pt x="0" y="0"/>
                  </a:moveTo>
                  <a:lnTo>
                    <a:pt x="0" y="462"/>
                  </a:lnTo>
                  <a:lnTo>
                    <a:pt x="430" y="462"/>
                  </a:lnTo>
                  <a:lnTo>
                    <a:pt x="4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6"/>
            <p:cNvSpPr/>
            <p:nvPr/>
          </p:nvSpPr>
          <p:spPr>
            <a:xfrm>
              <a:off x="6112597" y="1922571"/>
              <a:ext cx="14273" cy="15368"/>
            </a:xfrm>
            <a:custGeom>
              <a:rect b="b" l="l" r="r" t="t"/>
              <a:pathLst>
                <a:path extrusionOk="0" h="463" w="430">
                  <a:moveTo>
                    <a:pt x="0" y="1"/>
                  </a:moveTo>
                  <a:lnTo>
                    <a:pt x="0" y="462"/>
                  </a:lnTo>
                  <a:lnTo>
                    <a:pt x="430" y="462"/>
                  </a:lnTo>
                  <a:lnTo>
                    <a:pt x="4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6"/>
            <p:cNvSpPr/>
            <p:nvPr/>
          </p:nvSpPr>
          <p:spPr>
            <a:xfrm>
              <a:off x="6082325" y="1834578"/>
              <a:ext cx="15335" cy="15335"/>
            </a:xfrm>
            <a:custGeom>
              <a:rect b="b" l="l" r="r" t="t"/>
              <a:pathLst>
                <a:path extrusionOk="0" h="462" w="462">
                  <a:moveTo>
                    <a:pt x="0" y="0"/>
                  </a:moveTo>
                  <a:lnTo>
                    <a:pt x="0"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6"/>
            <p:cNvSpPr/>
            <p:nvPr/>
          </p:nvSpPr>
          <p:spPr>
            <a:xfrm>
              <a:off x="6141773" y="1834578"/>
              <a:ext cx="15335" cy="15335"/>
            </a:xfrm>
            <a:custGeom>
              <a:rect b="b" l="l" r="r" t="t"/>
              <a:pathLst>
                <a:path extrusionOk="0" h="462"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6"/>
            <p:cNvSpPr/>
            <p:nvPr/>
          </p:nvSpPr>
          <p:spPr>
            <a:xfrm>
              <a:off x="6082325" y="1922571"/>
              <a:ext cx="15335" cy="15368"/>
            </a:xfrm>
            <a:custGeom>
              <a:rect b="b" l="l" r="r" t="t"/>
              <a:pathLst>
                <a:path extrusionOk="0" h="463"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6"/>
            <p:cNvSpPr/>
            <p:nvPr/>
          </p:nvSpPr>
          <p:spPr>
            <a:xfrm>
              <a:off x="6141773" y="1922571"/>
              <a:ext cx="15335" cy="15368"/>
            </a:xfrm>
            <a:custGeom>
              <a:rect b="b" l="l" r="r" t="t"/>
              <a:pathLst>
                <a:path extrusionOk="0" h="463"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6"/>
            <p:cNvSpPr/>
            <p:nvPr/>
          </p:nvSpPr>
          <p:spPr>
            <a:xfrm>
              <a:off x="5979727" y="1745987"/>
              <a:ext cx="281240" cy="281306"/>
            </a:xfrm>
            <a:custGeom>
              <a:rect b="b" l="l" r="r" t="t"/>
              <a:pathLst>
                <a:path extrusionOk="0" h="8475" w="8473">
                  <a:moveTo>
                    <a:pt x="2437" y="922"/>
                  </a:moveTo>
                  <a:cubicBezTo>
                    <a:pt x="2345" y="1031"/>
                    <a:pt x="2257" y="1150"/>
                    <a:pt x="2173" y="1278"/>
                  </a:cubicBezTo>
                  <a:cubicBezTo>
                    <a:pt x="1908" y="1685"/>
                    <a:pt x="1704" y="2156"/>
                    <a:pt x="1568" y="2670"/>
                  </a:cubicBezTo>
                  <a:lnTo>
                    <a:pt x="804" y="2670"/>
                  </a:lnTo>
                  <a:cubicBezTo>
                    <a:pt x="1145" y="1926"/>
                    <a:pt x="1722" y="1310"/>
                    <a:pt x="2437" y="922"/>
                  </a:cubicBezTo>
                  <a:close/>
                  <a:moveTo>
                    <a:pt x="5971" y="889"/>
                  </a:moveTo>
                  <a:cubicBezTo>
                    <a:pt x="6716" y="1274"/>
                    <a:pt x="7317" y="1904"/>
                    <a:pt x="7669" y="2670"/>
                  </a:cubicBezTo>
                  <a:lnTo>
                    <a:pt x="6868" y="2670"/>
                  </a:lnTo>
                  <a:cubicBezTo>
                    <a:pt x="6733" y="2157"/>
                    <a:pt x="6528" y="1685"/>
                    <a:pt x="6263" y="1278"/>
                  </a:cubicBezTo>
                  <a:cubicBezTo>
                    <a:pt x="6171" y="1138"/>
                    <a:pt x="6073" y="1007"/>
                    <a:pt x="5971" y="889"/>
                  </a:cubicBezTo>
                  <a:close/>
                  <a:moveTo>
                    <a:pt x="1467" y="3133"/>
                  </a:moveTo>
                  <a:cubicBezTo>
                    <a:pt x="1404" y="3487"/>
                    <a:pt x="1371" y="3859"/>
                    <a:pt x="1371" y="4236"/>
                  </a:cubicBezTo>
                  <a:cubicBezTo>
                    <a:pt x="1371" y="4607"/>
                    <a:pt x="1403" y="4970"/>
                    <a:pt x="1465" y="5321"/>
                  </a:cubicBezTo>
                  <a:lnTo>
                    <a:pt x="622" y="5321"/>
                  </a:lnTo>
                  <a:cubicBezTo>
                    <a:pt x="517" y="4979"/>
                    <a:pt x="463" y="4615"/>
                    <a:pt x="463" y="4238"/>
                  </a:cubicBezTo>
                  <a:cubicBezTo>
                    <a:pt x="463" y="3853"/>
                    <a:pt x="521" y="3482"/>
                    <a:pt x="628" y="3133"/>
                  </a:cubicBezTo>
                  <a:close/>
                  <a:moveTo>
                    <a:pt x="7845" y="3133"/>
                  </a:moveTo>
                  <a:cubicBezTo>
                    <a:pt x="7953" y="3482"/>
                    <a:pt x="8011" y="3853"/>
                    <a:pt x="8011" y="4239"/>
                  </a:cubicBezTo>
                  <a:cubicBezTo>
                    <a:pt x="8011" y="4615"/>
                    <a:pt x="7955" y="4979"/>
                    <a:pt x="7853" y="5321"/>
                  </a:cubicBezTo>
                  <a:lnTo>
                    <a:pt x="6975" y="5321"/>
                  </a:lnTo>
                  <a:cubicBezTo>
                    <a:pt x="7037" y="4970"/>
                    <a:pt x="7069" y="4607"/>
                    <a:pt x="7069" y="4236"/>
                  </a:cubicBezTo>
                  <a:cubicBezTo>
                    <a:pt x="7069" y="3859"/>
                    <a:pt x="7035" y="3487"/>
                    <a:pt x="6972" y="3133"/>
                  </a:cubicBezTo>
                  <a:close/>
                  <a:moveTo>
                    <a:pt x="1563" y="5783"/>
                  </a:moveTo>
                  <a:cubicBezTo>
                    <a:pt x="1698" y="6304"/>
                    <a:pt x="1904" y="6784"/>
                    <a:pt x="2173" y="7195"/>
                  </a:cubicBezTo>
                  <a:cubicBezTo>
                    <a:pt x="2259" y="7326"/>
                    <a:pt x="2349" y="7447"/>
                    <a:pt x="2443" y="7560"/>
                  </a:cubicBezTo>
                  <a:cubicBezTo>
                    <a:pt x="1718" y="7166"/>
                    <a:pt x="1134" y="6539"/>
                    <a:pt x="792" y="5783"/>
                  </a:cubicBezTo>
                  <a:close/>
                  <a:moveTo>
                    <a:pt x="7679" y="5782"/>
                  </a:moveTo>
                  <a:cubicBezTo>
                    <a:pt x="7327" y="6562"/>
                    <a:pt x="6719" y="7202"/>
                    <a:pt x="5963" y="7592"/>
                  </a:cubicBezTo>
                  <a:cubicBezTo>
                    <a:pt x="6068" y="7471"/>
                    <a:pt x="6169" y="7338"/>
                    <a:pt x="6263" y="7194"/>
                  </a:cubicBezTo>
                  <a:cubicBezTo>
                    <a:pt x="6532" y="6783"/>
                    <a:pt x="6737" y="6303"/>
                    <a:pt x="6873" y="5782"/>
                  </a:cubicBezTo>
                  <a:close/>
                  <a:moveTo>
                    <a:pt x="4448" y="481"/>
                  </a:moveTo>
                  <a:cubicBezTo>
                    <a:pt x="4981" y="564"/>
                    <a:pt x="5481" y="929"/>
                    <a:pt x="5875" y="1532"/>
                  </a:cubicBezTo>
                  <a:cubicBezTo>
                    <a:pt x="6094" y="1866"/>
                    <a:pt x="6266" y="2252"/>
                    <a:pt x="6387" y="2670"/>
                  </a:cubicBezTo>
                  <a:lnTo>
                    <a:pt x="5806" y="2670"/>
                  </a:lnTo>
                  <a:lnTo>
                    <a:pt x="5806" y="3133"/>
                  </a:lnTo>
                  <a:lnTo>
                    <a:pt x="6500" y="3133"/>
                  </a:lnTo>
                  <a:cubicBezTo>
                    <a:pt x="6568" y="3485"/>
                    <a:pt x="6604" y="3856"/>
                    <a:pt x="6604" y="4236"/>
                  </a:cubicBezTo>
                  <a:cubicBezTo>
                    <a:pt x="6604" y="4609"/>
                    <a:pt x="6569" y="4973"/>
                    <a:pt x="6504" y="5321"/>
                  </a:cubicBezTo>
                  <a:lnTo>
                    <a:pt x="5806" y="5321"/>
                  </a:lnTo>
                  <a:lnTo>
                    <a:pt x="5806" y="5782"/>
                  </a:lnTo>
                  <a:lnTo>
                    <a:pt x="6392" y="5782"/>
                  </a:lnTo>
                  <a:cubicBezTo>
                    <a:pt x="6269" y="6208"/>
                    <a:pt x="6097" y="6601"/>
                    <a:pt x="5874" y="6940"/>
                  </a:cubicBezTo>
                  <a:cubicBezTo>
                    <a:pt x="5482" y="7544"/>
                    <a:pt x="4982" y="7909"/>
                    <a:pt x="4449" y="7991"/>
                  </a:cubicBezTo>
                  <a:lnTo>
                    <a:pt x="4449" y="6151"/>
                  </a:lnTo>
                  <a:lnTo>
                    <a:pt x="3988" y="6151"/>
                  </a:lnTo>
                  <a:lnTo>
                    <a:pt x="3988" y="7991"/>
                  </a:lnTo>
                  <a:cubicBezTo>
                    <a:pt x="3455" y="7908"/>
                    <a:pt x="2955" y="7543"/>
                    <a:pt x="2561" y="6940"/>
                  </a:cubicBezTo>
                  <a:cubicBezTo>
                    <a:pt x="2340" y="6602"/>
                    <a:pt x="2165" y="6208"/>
                    <a:pt x="2043" y="5782"/>
                  </a:cubicBezTo>
                  <a:lnTo>
                    <a:pt x="2629" y="5782"/>
                  </a:lnTo>
                  <a:lnTo>
                    <a:pt x="2629" y="5321"/>
                  </a:lnTo>
                  <a:lnTo>
                    <a:pt x="1931" y="5321"/>
                  </a:lnTo>
                  <a:cubicBezTo>
                    <a:pt x="1865" y="4973"/>
                    <a:pt x="1831" y="4608"/>
                    <a:pt x="1831" y="4236"/>
                  </a:cubicBezTo>
                  <a:cubicBezTo>
                    <a:pt x="1831" y="3857"/>
                    <a:pt x="1867" y="3485"/>
                    <a:pt x="1935" y="3133"/>
                  </a:cubicBezTo>
                  <a:lnTo>
                    <a:pt x="2629" y="3133"/>
                  </a:lnTo>
                  <a:lnTo>
                    <a:pt x="2629" y="2670"/>
                  </a:lnTo>
                  <a:lnTo>
                    <a:pt x="2048" y="2670"/>
                  </a:lnTo>
                  <a:cubicBezTo>
                    <a:pt x="2171" y="2251"/>
                    <a:pt x="2343" y="1866"/>
                    <a:pt x="2560" y="1532"/>
                  </a:cubicBezTo>
                  <a:cubicBezTo>
                    <a:pt x="2954" y="930"/>
                    <a:pt x="3453" y="564"/>
                    <a:pt x="3987" y="481"/>
                  </a:cubicBezTo>
                  <a:lnTo>
                    <a:pt x="3987" y="2264"/>
                  </a:lnTo>
                  <a:lnTo>
                    <a:pt x="4448" y="2264"/>
                  </a:lnTo>
                  <a:lnTo>
                    <a:pt x="4448" y="481"/>
                  </a:lnTo>
                  <a:close/>
                  <a:moveTo>
                    <a:pt x="4219" y="0"/>
                  </a:moveTo>
                  <a:cubicBezTo>
                    <a:pt x="4169" y="0"/>
                    <a:pt x="4121" y="1"/>
                    <a:pt x="4072" y="5"/>
                  </a:cubicBezTo>
                  <a:cubicBezTo>
                    <a:pt x="1812" y="92"/>
                    <a:pt x="0" y="1957"/>
                    <a:pt x="0" y="4237"/>
                  </a:cubicBezTo>
                  <a:cubicBezTo>
                    <a:pt x="0" y="6573"/>
                    <a:pt x="1900" y="8474"/>
                    <a:pt x="4236" y="8474"/>
                  </a:cubicBezTo>
                  <a:cubicBezTo>
                    <a:pt x="6572" y="8474"/>
                    <a:pt x="8472" y="6573"/>
                    <a:pt x="8472" y="4237"/>
                  </a:cubicBezTo>
                  <a:cubicBezTo>
                    <a:pt x="8471" y="1935"/>
                    <a:pt x="6624" y="56"/>
                    <a:pt x="4333" y="4"/>
                  </a:cubicBezTo>
                  <a:cubicBezTo>
                    <a:pt x="4294" y="1"/>
                    <a:pt x="4257" y="0"/>
                    <a:pt x="42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6"/>
            <p:cNvSpPr/>
            <p:nvPr/>
          </p:nvSpPr>
          <p:spPr>
            <a:xfrm>
              <a:off x="5883635" y="1677544"/>
              <a:ext cx="520624" cy="522981"/>
            </a:xfrm>
            <a:custGeom>
              <a:rect b="b" l="l" r="r" t="t"/>
              <a:pathLst>
                <a:path extrusionOk="0" h="15756" w="15685">
                  <a:moveTo>
                    <a:pt x="14903" y="3359"/>
                  </a:moveTo>
                  <a:lnTo>
                    <a:pt x="14353" y="4359"/>
                  </a:lnTo>
                  <a:lnTo>
                    <a:pt x="14903" y="5360"/>
                  </a:lnTo>
                  <a:lnTo>
                    <a:pt x="12538" y="5360"/>
                  </a:lnTo>
                  <a:lnTo>
                    <a:pt x="12538" y="3359"/>
                  </a:lnTo>
                  <a:close/>
                  <a:moveTo>
                    <a:pt x="12074" y="463"/>
                  </a:moveTo>
                  <a:lnTo>
                    <a:pt x="12074" y="12215"/>
                  </a:lnTo>
                  <a:lnTo>
                    <a:pt x="2187" y="12215"/>
                  </a:lnTo>
                  <a:lnTo>
                    <a:pt x="2187" y="463"/>
                  </a:lnTo>
                  <a:close/>
                  <a:moveTo>
                    <a:pt x="1724" y="464"/>
                  </a:moveTo>
                  <a:lnTo>
                    <a:pt x="1724" y="12217"/>
                  </a:lnTo>
                  <a:lnTo>
                    <a:pt x="1591" y="12217"/>
                  </a:lnTo>
                  <a:cubicBezTo>
                    <a:pt x="1588" y="12217"/>
                    <a:pt x="1587" y="12217"/>
                    <a:pt x="1584" y="12218"/>
                  </a:cubicBezTo>
                  <a:lnTo>
                    <a:pt x="1576" y="12218"/>
                  </a:lnTo>
                  <a:cubicBezTo>
                    <a:pt x="1570" y="12218"/>
                    <a:pt x="1565" y="12219"/>
                    <a:pt x="1558" y="12219"/>
                  </a:cubicBezTo>
                  <a:lnTo>
                    <a:pt x="1557" y="12219"/>
                  </a:lnTo>
                  <a:cubicBezTo>
                    <a:pt x="1555" y="12219"/>
                    <a:pt x="1552" y="12219"/>
                    <a:pt x="1550" y="12220"/>
                  </a:cubicBezTo>
                  <a:lnTo>
                    <a:pt x="1546" y="12220"/>
                  </a:lnTo>
                  <a:cubicBezTo>
                    <a:pt x="1543" y="12220"/>
                    <a:pt x="1540" y="12220"/>
                    <a:pt x="1539" y="12222"/>
                  </a:cubicBezTo>
                  <a:lnTo>
                    <a:pt x="1535" y="12222"/>
                  </a:lnTo>
                  <a:cubicBezTo>
                    <a:pt x="1532" y="12222"/>
                    <a:pt x="1531" y="12222"/>
                    <a:pt x="1529" y="12223"/>
                  </a:cubicBezTo>
                  <a:cubicBezTo>
                    <a:pt x="1527" y="12223"/>
                    <a:pt x="1525" y="12223"/>
                    <a:pt x="1524" y="12224"/>
                  </a:cubicBezTo>
                  <a:cubicBezTo>
                    <a:pt x="1521" y="12224"/>
                    <a:pt x="1520" y="12224"/>
                    <a:pt x="1517" y="12225"/>
                  </a:cubicBezTo>
                  <a:cubicBezTo>
                    <a:pt x="1516" y="12225"/>
                    <a:pt x="1514" y="12225"/>
                    <a:pt x="1512" y="12227"/>
                  </a:cubicBezTo>
                  <a:cubicBezTo>
                    <a:pt x="1509" y="12227"/>
                    <a:pt x="1508" y="12228"/>
                    <a:pt x="1505" y="12228"/>
                  </a:cubicBezTo>
                  <a:cubicBezTo>
                    <a:pt x="1504" y="12228"/>
                    <a:pt x="1503" y="12228"/>
                    <a:pt x="1500" y="12229"/>
                  </a:cubicBezTo>
                  <a:cubicBezTo>
                    <a:pt x="1498" y="12229"/>
                    <a:pt x="1496" y="12230"/>
                    <a:pt x="1494" y="12230"/>
                  </a:cubicBezTo>
                  <a:cubicBezTo>
                    <a:pt x="1493" y="12230"/>
                    <a:pt x="1491" y="12230"/>
                    <a:pt x="1489" y="12232"/>
                  </a:cubicBezTo>
                  <a:cubicBezTo>
                    <a:pt x="1486" y="12232"/>
                    <a:pt x="1485" y="12233"/>
                    <a:pt x="1483" y="12233"/>
                  </a:cubicBezTo>
                  <a:cubicBezTo>
                    <a:pt x="1481" y="12233"/>
                    <a:pt x="1478" y="12233"/>
                    <a:pt x="1477" y="12234"/>
                  </a:cubicBezTo>
                  <a:cubicBezTo>
                    <a:pt x="1474" y="12234"/>
                    <a:pt x="1473" y="12235"/>
                    <a:pt x="1470" y="12235"/>
                  </a:cubicBezTo>
                  <a:cubicBezTo>
                    <a:pt x="1469" y="12235"/>
                    <a:pt x="1468" y="12235"/>
                    <a:pt x="1467" y="12237"/>
                  </a:cubicBezTo>
                  <a:cubicBezTo>
                    <a:pt x="1464" y="12237"/>
                    <a:pt x="1462" y="12238"/>
                    <a:pt x="1459" y="12238"/>
                  </a:cubicBezTo>
                  <a:cubicBezTo>
                    <a:pt x="1458" y="12238"/>
                    <a:pt x="1457" y="12238"/>
                    <a:pt x="1455" y="12239"/>
                  </a:cubicBezTo>
                  <a:cubicBezTo>
                    <a:pt x="1453" y="12239"/>
                    <a:pt x="1452" y="12240"/>
                    <a:pt x="1448" y="12240"/>
                  </a:cubicBezTo>
                  <a:cubicBezTo>
                    <a:pt x="1447" y="12240"/>
                    <a:pt x="1446" y="12240"/>
                    <a:pt x="1443" y="12243"/>
                  </a:cubicBezTo>
                  <a:cubicBezTo>
                    <a:pt x="1441" y="12243"/>
                    <a:pt x="1439" y="12244"/>
                    <a:pt x="1437" y="12244"/>
                  </a:cubicBezTo>
                  <a:cubicBezTo>
                    <a:pt x="1436" y="12244"/>
                    <a:pt x="1434" y="12244"/>
                    <a:pt x="1433" y="12245"/>
                  </a:cubicBezTo>
                  <a:cubicBezTo>
                    <a:pt x="1431" y="12245"/>
                    <a:pt x="1428" y="12246"/>
                    <a:pt x="1427" y="12246"/>
                  </a:cubicBezTo>
                  <a:cubicBezTo>
                    <a:pt x="1426" y="12246"/>
                    <a:pt x="1424" y="12246"/>
                    <a:pt x="1423" y="12248"/>
                  </a:cubicBezTo>
                  <a:cubicBezTo>
                    <a:pt x="1421" y="12248"/>
                    <a:pt x="1417" y="12249"/>
                    <a:pt x="1415" y="12249"/>
                  </a:cubicBezTo>
                  <a:lnTo>
                    <a:pt x="1412" y="12249"/>
                  </a:lnTo>
                  <a:cubicBezTo>
                    <a:pt x="1410" y="12249"/>
                    <a:pt x="1407" y="12250"/>
                    <a:pt x="1405" y="12250"/>
                  </a:cubicBezTo>
                  <a:cubicBezTo>
                    <a:pt x="1403" y="12250"/>
                    <a:pt x="1402" y="12250"/>
                    <a:pt x="1401" y="12251"/>
                  </a:cubicBezTo>
                  <a:cubicBezTo>
                    <a:pt x="1387" y="12254"/>
                    <a:pt x="1375" y="12256"/>
                    <a:pt x="1364" y="12260"/>
                  </a:cubicBezTo>
                  <a:lnTo>
                    <a:pt x="1362" y="12260"/>
                  </a:lnTo>
                  <a:cubicBezTo>
                    <a:pt x="1360" y="12260"/>
                    <a:pt x="1356" y="12261"/>
                    <a:pt x="1354" y="12261"/>
                  </a:cubicBezTo>
                  <a:cubicBezTo>
                    <a:pt x="1353" y="12261"/>
                    <a:pt x="1351" y="12261"/>
                    <a:pt x="1350" y="12263"/>
                  </a:cubicBezTo>
                  <a:cubicBezTo>
                    <a:pt x="1348" y="12263"/>
                    <a:pt x="1345" y="12264"/>
                    <a:pt x="1343" y="12264"/>
                  </a:cubicBezTo>
                  <a:cubicBezTo>
                    <a:pt x="1341" y="12264"/>
                    <a:pt x="1340" y="12264"/>
                    <a:pt x="1340" y="12265"/>
                  </a:cubicBezTo>
                  <a:cubicBezTo>
                    <a:pt x="1338" y="12265"/>
                    <a:pt x="1335" y="12266"/>
                    <a:pt x="1333" y="12266"/>
                  </a:cubicBezTo>
                  <a:cubicBezTo>
                    <a:pt x="1331" y="12266"/>
                    <a:pt x="1330" y="12266"/>
                    <a:pt x="1328" y="12268"/>
                  </a:cubicBezTo>
                  <a:cubicBezTo>
                    <a:pt x="1325" y="12269"/>
                    <a:pt x="1323" y="12269"/>
                    <a:pt x="1320" y="12270"/>
                  </a:cubicBezTo>
                  <a:cubicBezTo>
                    <a:pt x="1319" y="12270"/>
                    <a:pt x="1319" y="12270"/>
                    <a:pt x="1318" y="12271"/>
                  </a:cubicBezTo>
                  <a:cubicBezTo>
                    <a:pt x="1315" y="12274"/>
                    <a:pt x="1313" y="12274"/>
                    <a:pt x="1310" y="12275"/>
                  </a:cubicBezTo>
                  <a:cubicBezTo>
                    <a:pt x="1309" y="12275"/>
                    <a:pt x="1308" y="12275"/>
                    <a:pt x="1307" y="12276"/>
                  </a:cubicBezTo>
                  <a:cubicBezTo>
                    <a:pt x="1304" y="12276"/>
                    <a:pt x="1302" y="12277"/>
                    <a:pt x="1298" y="12279"/>
                  </a:cubicBezTo>
                  <a:cubicBezTo>
                    <a:pt x="1297" y="12279"/>
                    <a:pt x="1296" y="12280"/>
                    <a:pt x="1294" y="12280"/>
                  </a:cubicBezTo>
                  <a:cubicBezTo>
                    <a:pt x="1292" y="12280"/>
                    <a:pt x="1289" y="12281"/>
                    <a:pt x="1287" y="12282"/>
                  </a:cubicBezTo>
                  <a:cubicBezTo>
                    <a:pt x="1286" y="12282"/>
                    <a:pt x="1284" y="12282"/>
                    <a:pt x="1283" y="12284"/>
                  </a:cubicBezTo>
                  <a:cubicBezTo>
                    <a:pt x="1281" y="12285"/>
                    <a:pt x="1278" y="12285"/>
                    <a:pt x="1276" y="12286"/>
                  </a:cubicBezTo>
                  <a:cubicBezTo>
                    <a:pt x="1274" y="12286"/>
                    <a:pt x="1273" y="12286"/>
                    <a:pt x="1272" y="12287"/>
                  </a:cubicBezTo>
                  <a:cubicBezTo>
                    <a:pt x="1269" y="12289"/>
                    <a:pt x="1266" y="12289"/>
                    <a:pt x="1263" y="12290"/>
                  </a:cubicBezTo>
                  <a:cubicBezTo>
                    <a:pt x="1262" y="12290"/>
                    <a:pt x="1261" y="12291"/>
                    <a:pt x="1260" y="12291"/>
                  </a:cubicBezTo>
                  <a:cubicBezTo>
                    <a:pt x="1257" y="12292"/>
                    <a:pt x="1255" y="12292"/>
                    <a:pt x="1252" y="12294"/>
                  </a:cubicBezTo>
                  <a:cubicBezTo>
                    <a:pt x="1251" y="12294"/>
                    <a:pt x="1250" y="12294"/>
                    <a:pt x="1250" y="12295"/>
                  </a:cubicBezTo>
                  <a:cubicBezTo>
                    <a:pt x="1247" y="12296"/>
                    <a:pt x="1245" y="12296"/>
                    <a:pt x="1242" y="12297"/>
                  </a:cubicBezTo>
                  <a:cubicBezTo>
                    <a:pt x="1241" y="12297"/>
                    <a:pt x="1241" y="12297"/>
                    <a:pt x="1240" y="12299"/>
                  </a:cubicBezTo>
                  <a:cubicBezTo>
                    <a:pt x="1236" y="12300"/>
                    <a:pt x="1234" y="12300"/>
                    <a:pt x="1230" y="12301"/>
                  </a:cubicBezTo>
                  <a:lnTo>
                    <a:pt x="1227" y="12301"/>
                  </a:lnTo>
                  <a:cubicBezTo>
                    <a:pt x="1200" y="12311"/>
                    <a:pt x="1174" y="12320"/>
                    <a:pt x="1149" y="12328"/>
                  </a:cubicBezTo>
                  <a:lnTo>
                    <a:pt x="1148" y="12328"/>
                  </a:lnTo>
                  <a:cubicBezTo>
                    <a:pt x="1144" y="12330"/>
                    <a:pt x="1142" y="12331"/>
                    <a:pt x="1138" y="12332"/>
                  </a:cubicBezTo>
                  <a:cubicBezTo>
                    <a:pt x="1138" y="12332"/>
                    <a:pt x="1137" y="12332"/>
                    <a:pt x="1137" y="12334"/>
                  </a:cubicBezTo>
                  <a:cubicBezTo>
                    <a:pt x="1134" y="12336"/>
                    <a:pt x="1132" y="12337"/>
                    <a:pt x="1129" y="12337"/>
                  </a:cubicBezTo>
                  <a:cubicBezTo>
                    <a:pt x="1129" y="12337"/>
                    <a:pt x="1128" y="12337"/>
                    <a:pt x="1128" y="12338"/>
                  </a:cubicBezTo>
                  <a:lnTo>
                    <a:pt x="1121" y="12342"/>
                  </a:lnTo>
                  <a:cubicBezTo>
                    <a:pt x="1119" y="12342"/>
                    <a:pt x="1119" y="12342"/>
                    <a:pt x="1118" y="12343"/>
                  </a:cubicBezTo>
                  <a:cubicBezTo>
                    <a:pt x="1115" y="12344"/>
                    <a:pt x="1112" y="12346"/>
                    <a:pt x="1110" y="12346"/>
                  </a:cubicBezTo>
                  <a:cubicBezTo>
                    <a:pt x="1108" y="12346"/>
                    <a:pt x="1108" y="12347"/>
                    <a:pt x="1107" y="12347"/>
                  </a:cubicBezTo>
                  <a:cubicBezTo>
                    <a:pt x="1105" y="12348"/>
                    <a:pt x="1102" y="12349"/>
                    <a:pt x="1100" y="12349"/>
                  </a:cubicBezTo>
                  <a:lnTo>
                    <a:pt x="1098" y="12351"/>
                  </a:lnTo>
                  <a:lnTo>
                    <a:pt x="1091" y="12354"/>
                  </a:lnTo>
                  <a:cubicBezTo>
                    <a:pt x="1091" y="12354"/>
                    <a:pt x="1090" y="12354"/>
                    <a:pt x="1090" y="12356"/>
                  </a:cubicBezTo>
                  <a:lnTo>
                    <a:pt x="1081" y="12359"/>
                  </a:lnTo>
                  <a:cubicBezTo>
                    <a:pt x="1081" y="12359"/>
                    <a:pt x="1080" y="12359"/>
                    <a:pt x="1080" y="12361"/>
                  </a:cubicBezTo>
                  <a:lnTo>
                    <a:pt x="1072" y="12365"/>
                  </a:lnTo>
                  <a:cubicBezTo>
                    <a:pt x="1072" y="12365"/>
                    <a:pt x="1071" y="12365"/>
                    <a:pt x="1071" y="12367"/>
                  </a:cubicBezTo>
                  <a:cubicBezTo>
                    <a:pt x="1041" y="12379"/>
                    <a:pt x="1013" y="12392"/>
                    <a:pt x="984" y="12406"/>
                  </a:cubicBezTo>
                  <a:lnTo>
                    <a:pt x="983" y="12406"/>
                  </a:lnTo>
                  <a:lnTo>
                    <a:pt x="975" y="12410"/>
                  </a:lnTo>
                  <a:cubicBezTo>
                    <a:pt x="975" y="12410"/>
                    <a:pt x="974" y="12410"/>
                    <a:pt x="974" y="12411"/>
                  </a:cubicBezTo>
                  <a:lnTo>
                    <a:pt x="967" y="12415"/>
                  </a:lnTo>
                  <a:cubicBezTo>
                    <a:pt x="964" y="12415"/>
                    <a:pt x="964" y="12416"/>
                    <a:pt x="963" y="12416"/>
                  </a:cubicBezTo>
                  <a:cubicBezTo>
                    <a:pt x="961" y="12418"/>
                    <a:pt x="958" y="12419"/>
                    <a:pt x="957" y="12420"/>
                  </a:cubicBezTo>
                  <a:cubicBezTo>
                    <a:pt x="956" y="12420"/>
                    <a:pt x="956" y="12421"/>
                    <a:pt x="954" y="12421"/>
                  </a:cubicBezTo>
                  <a:cubicBezTo>
                    <a:pt x="952" y="12424"/>
                    <a:pt x="949" y="12425"/>
                    <a:pt x="948" y="12426"/>
                  </a:cubicBezTo>
                  <a:cubicBezTo>
                    <a:pt x="947" y="12426"/>
                    <a:pt x="947" y="12427"/>
                    <a:pt x="946" y="12427"/>
                  </a:cubicBezTo>
                  <a:cubicBezTo>
                    <a:pt x="943" y="12429"/>
                    <a:pt x="941" y="12430"/>
                    <a:pt x="939" y="12431"/>
                  </a:cubicBezTo>
                  <a:cubicBezTo>
                    <a:pt x="938" y="12431"/>
                    <a:pt x="938" y="12432"/>
                    <a:pt x="937" y="12432"/>
                  </a:cubicBezTo>
                  <a:lnTo>
                    <a:pt x="928" y="12436"/>
                  </a:lnTo>
                  <a:cubicBezTo>
                    <a:pt x="927" y="12436"/>
                    <a:pt x="927" y="12437"/>
                    <a:pt x="926" y="12437"/>
                  </a:cubicBezTo>
                  <a:cubicBezTo>
                    <a:pt x="923" y="12439"/>
                    <a:pt x="921" y="12440"/>
                    <a:pt x="920" y="12441"/>
                  </a:cubicBezTo>
                  <a:cubicBezTo>
                    <a:pt x="918" y="12441"/>
                    <a:pt x="917" y="12442"/>
                    <a:pt x="917" y="12442"/>
                  </a:cubicBezTo>
                  <a:cubicBezTo>
                    <a:pt x="915" y="12444"/>
                    <a:pt x="913" y="12445"/>
                    <a:pt x="911" y="12446"/>
                  </a:cubicBezTo>
                  <a:lnTo>
                    <a:pt x="908" y="12447"/>
                  </a:lnTo>
                  <a:lnTo>
                    <a:pt x="900" y="12451"/>
                  </a:lnTo>
                  <a:cubicBezTo>
                    <a:pt x="900" y="12451"/>
                    <a:pt x="899" y="12451"/>
                    <a:pt x="899" y="12452"/>
                  </a:cubicBezTo>
                  <a:cubicBezTo>
                    <a:pt x="896" y="12455"/>
                    <a:pt x="894" y="12456"/>
                    <a:pt x="891" y="12458"/>
                  </a:cubicBezTo>
                  <a:lnTo>
                    <a:pt x="890" y="12458"/>
                  </a:lnTo>
                  <a:cubicBezTo>
                    <a:pt x="887" y="12460"/>
                    <a:pt x="885" y="12461"/>
                    <a:pt x="882" y="12463"/>
                  </a:cubicBezTo>
                  <a:cubicBezTo>
                    <a:pt x="868" y="12472"/>
                    <a:pt x="853" y="12481"/>
                    <a:pt x="838" y="12491"/>
                  </a:cubicBezTo>
                  <a:lnTo>
                    <a:pt x="837" y="12492"/>
                  </a:lnTo>
                  <a:cubicBezTo>
                    <a:pt x="834" y="12493"/>
                    <a:pt x="832" y="12494"/>
                    <a:pt x="829" y="12497"/>
                  </a:cubicBezTo>
                  <a:cubicBezTo>
                    <a:pt x="829" y="12497"/>
                    <a:pt x="828" y="12497"/>
                    <a:pt x="828" y="12498"/>
                  </a:cubicBezTo>
                  <a:cubicBezTo>
                    <a:pt x="825" y="12499"/>
                    <a:pt x="823" y="12501"/>
                    <a:pt x="820" y="12503"/>
                  </a:cubicBezTo>
                  <a:lnTo>
                    <a:pt x="819" y="12504"/>
                  </a:lnTo>
                  <a:cubicBezTo>
                    <a:pt x="817" y="12506"/>
                    <a:pt x="813" y="12507"/>
                    <a:pt x="812" y="12508"/>
                  </a:cubicBezTo>
                  <a:cubicBezTo>
                    <a:pt x="811" y="12508"/>
                    <a:pt x="811" y="12509"/>
                    <a:pt x="809" y="12509"/>
                  </a:cubicBezTo>
                  <a:cubicBezTo>
                    <a:pt x="807" y="12511"/>
                    <a:pt x="806" y="12512"/>
                    <a:pt x="803" y="12513"/>
                  </a:cubicBezTo>
                  <a:cubicBezTo>
                    <a:pt x="802" y="12515"/>
                    <a:pt x="801" y="12515"/>
                    <a:pt x="801" y="12517"/>
                  </a:cubicBezTo>
                  <a:cubicBezTo>
                    <a:pt x="799" y="12518"/>
                    <a:pt x="797" y="12519"/>
                    <a:pt x="796" y="12520"/>
                  </a:cubicBezTo>
                  <a:cubicBezTo>
                    <a:pt x="794" y="12522"/>
                    <a:pt x="793" y="12522"/>
                    <a:pt x="792" y="12523"/>
                  </a:cubicBezTo>
                  <a:cubicBezTo>
                    <a:pt x="791" y="12524"/>
                    <a:pt x="788" y="12525"/>
                    <a:pt x="787" y="12527"/>
                  </a:cubicBezTo>
                  <a:cubicBezTo>
                    <a:pt x="786" y="12528"/>
                    <a:pt x="783" y="12528"/>
                    <a:pt x="782" y="12529"/>
                  </a:cubicBezTo>
                  <a:cubicBezTo>
                    <a:pt x="781" y="12530"/>
                    <a:pt x="778" y="12532"/>
                    <a:pt x="777" y="12533"/>
                  </a:cubicBezTo>
                  <a:cubicBezTo>
                    <a:pt x="776" y="12534"/>
                    <a:pt x="775" y="12534"/>
                    <a:pt x="773" y="12535"/>
                  </a:cubicBezTo>
                  <a:cubicBezTo>
                    <a:pt x="772" y="12537"/>
                    <a:pt x="770" y="12538"/>
                    <a:pt x="768" y="12539"/>
                  </a:cubicBezTo>
                  <a:cubicBezTo>
                    <a:pt x="767" y="12540"/>
                    <a:pt x="766" y="12540"/>
                    <a:pt x="765" y="12542"/>
                  </a:cubicBezTo>
                  <a:cubicBezTo>
                    <a:pt x="763" y="12543"/>
                    <a:pt x="761" y="12545"/>
                    <a:pt x="760" y="12546"/>
                  </a:cubicBezTo>
                  <a:cubicBezTo>
                    <a:pt x="758" y="12548"/>
                    <a:pt x="757" y="12548"/>
                    <a:pt x="756" y="12549"/>
                  </a:cubicBezTo>
                  <a:cubicBezTo>
                    <a:pt x="755" y="12550"/>
                    <a:pt x="751" y="12551"/>
                    <a:pt x="750" y="12553"/>
                  </a:cubicBezTo>
                  <a:cubicBezTo>
                    <a:pt x="749" y="12554"/>
                    <a:pt x="747" y="12554"/>
                    <a:pt x="747" y="12555"/>
                  </a:cubicBezTo>
                  <a:cubicBezTo>
                    <a:pt x="745" y="12556"/>
                    <a:pt x="744" y="12558"/>
                    <a:pt x="741" y="12559"/>
                  </a:cubicBezTo>
                  <a:cubicBezTo>
                    <a:pt x="740" y="12559"/>
                    <a:pt x="740" y="12560"/>
                    <a:pt x="739" y="12560"/>
                  </a:cubicBezTo>
                  <a:cubicBezTo>
                    <a:pt x="736" y="12561"/>
                    <a:pt x="735" y="12563"/>
                    <a:pt x="732" y="12565"/>
                  </a:cubicBezTo>
                  <a:cubicBezTo>
                    <a:pt x="731" y="12565"/>
                    <a:pt x="731" y="12566"/>
                    <a:pt x="730" y="12566"/>
                  </a:cubicBezTo>
                  <a:cubicBezTo>
                    <a:pt x="727" y="12568"/>
                    <a:pt x="726" y="12569"/>
                    <a:pt x="723" y="12571"/>
                  </a:cubicBezTo>
                  <a:cubicBezTo>
                    <a:pt x="721" y="12573"/>
                    <a:pt x="719" y="12574"/>
                    <a:pt x="718" y="12576"/>
                  </a:cubicBezTo>
                  <a:cubicBezTo>
                    <a:pt x="716" y="12577"/>
                    <a:pt x="715" y="12577"/>
                    <a:pt x="714" y="12579"/>
                  </a:cubicBezTo>
                  <a:cubicBezTo>
                    <a:pt x="711" y="12581"/>
                    <a:pt x="709" y="12582"/>
                    <a:pt x="705" y="12585"/>
                  </a:cubicBezTo>
                  <a:cubicBezTo>
                    <a:pt x="704" y="12586"/>
                    <a:pt x="703" y="12586"/>
                    <a:pt x="701" y="12587"/>
                  </a:cubicBezTo>
                  <a:cubicBezTo>
                    <a:pt x="700" y="12589"/>
                    <a:pt x="698" y="12590"/>
                    <a:pt x="696" y="12591"/>
                  </a:cubicBezTo>
                  <a:cubicBezTo>
                    <a:pt x="695" y="12592"/>
                    <a:pt x="694" y="12592"/>
                    <a:pt x="692" y="12594"/>
                  </a:cubicBezTo>
                  <a:cubicBezTo>
                    <a:pt x="690" y="12595"/>
                    <a:pt x="688" y="12596"/>
                    <a:pt x="687" y="12597"/>
                  </a:cubicBezTo>
                  <a:cubicBezTo>
                    <a:pt x="685" y="12599"/>
                    <a:pt x="684" y="12599"/>
                    <a:pt x="683" y="12600"/>
                  </a:cubicBezTo>
                  <a:cubicBezTo>
                    <a:pt x="682" y="12601"/>
                    <a:pt x="679" y="12602"/>
                    <a:pt x="678" y="12604"/>
                  </a:cubicBezTo>
                  <a:lnTo>
                    <a:pt x="675" y="12607"/>
                  </a:lnTo>
                  <a:cubicBezTo>
                    <a:pt x="673" y="12608"/>
                    <a:pt x="672" y="12610"/>
                    <a:pt x="670" y="12612"/>
                  </a:cubicBezTo>
                  <a:cubicBezTo>
                    <a:pt x="669" y="12613"/>
                    <a:pt x="668" y="12613"/>
                    <a:pt x="667" y="12615"/>
                  </a:cubicBezTo>
                  <a:cubicBezTo>
                    <a:pt x="665" y="12616"/>
                    <a:pt x="662" y="12617"/>
                    <a:pt x="661" y="12618"/>
                  </a:cubicBezTo>
                  <a:cubicBezTo>
                    <a:pt x="659" y="12620"/>
                    <a:pt x="658" y="12620"/>
                    <a:pt x="657" y="12621"/>
                  </a:cubicBezTo>
                  <a:cubicBezTo>
                    <a:pt x="656" y="12622"/>
                    <a:pt x="653" y="12623"/>
                    <a:pt x="652" y="12625"/>
                  </a:cubicBezTo>
                  <a:cubicBezTo>
                    <a:pt x="651" y="12626"/>
                    <a:pt x="649" y="12626"/>
                    <a:pt x="648" y="12627"/>
                  </a:cubicBezTo>
                  <a:cubicBezTo>
                    <a:pt x="647" y="12628"/>
                    <a:pt x="644" y="12630"/>
                    <a:pt x="643" y="12631"/>
                  </a:cubicBezTo>
                  <a:cubicBezTo>
                    <a:pt x="642" y="12632"/>
                    <a:pt x="641" y="12632"/>
                    <a:pt x="641" y="12633"/>
                  </a:cubicBezTo>
                  <a:cubicBezTo>
                    <a:pt x="639" y="12636"/>
                    <a:pt x="637" y="12637"/>
                    <a:pt x="636" y="12638"/>
                  </a:cubicBezTo>
                  <a:cubicBezTo>
                    <a:pt x="634" y="12639"/>
                    <a:pt x="632" y="12639"/>
                    <a:pt x="631" y="12641"/>
                  </a:cubicBezTo>
                  <a:cubicBezTo>
                    <a:pt x="630" y="12642"/>
                    <a:pt x="627" y="12643"/>
                    <a:pt x="626" y="12644"/>
                  </a:cubicBezTo>
                  <a:cubicBezTo>
                    <a:pt x="625" y="12646"/>
                    <a:pt x="623" y="12646"/>
                    <a:pt x="623" y="12647"/>
                  </a:cubicBezTo>
                  <a:cubicBezTo>
                    <a:pt x="621" y="12648"/>
                    <a:pt x="620" y="12651"/>
                    <a:pt x="617" y="12652"/>
                  </a:cubicBezTo>
                  <a:cubicBezTo>
                    <a:pt x="616" y="12652"/>
                    <a:pt x="616" y="12653"/>
                    <a:pt x="615" y="12653"/>
                  </a:cubicBezTo>
                  <a:cubicBezTo>
                    <a:pt x="612" y="12654"/>
                    <a:pt x="611" y="12657"/>
                    <a:pt x="608" y="12658"/>
                  </a:cubicBezTo>
                  <a:lnTo>
                    <a:pt x="607" y="12659"/>
                  </a:lnTo>
                  <a:cubicBezTo>
                    <a:pt x="605" y="12662"/>
                    <a:pt x="601" y="12663"/>
                    <a:pt x="600" y="12667"/>
                  </a:cubicBezTo>
                  <a:cubicBezTo>
                    <a:pt x="600" y="12667"/>
                    <a:pt x="599" y="12667"/>
                    <a:pt x="599" y="12668"/>
                  </a:cubicBezTo>
                  <a:cubicBezTo>
                    <a:pt x="596" y="12670"/>
                    <a:pt x="594" y="12672"/>
                    <a:pt x="591" y="12674"/>
                  </a:cubicBezTo>
                  <a:lnTo>
                    <a:pt x="590" y="12675"/>
                  </a:lnTo>
                  <a:cubicBezTo>
                    <a:pt x="570" y="12693"/>
                    <a:pt x="551" y="12710"/>
                    <a:pt x="533" y="12730"/>
                  </a:cubicBezTo>
                  <a:lnTo>
                    <a:pt x="525" y="12737"/>
                  </a:lnTo>
                  <a:lnTo>
                    <a:pt x="518" y="12745"/>
                  </a:lnTo>
                  <a:lnTo>
                    <a:pt x="517" y="12746"/>
                  </a:lnTo>
                  <a:lnTo>
                    <a:pt x="508" y="12754"/>
                  </a:lnTo>
                  <a:lnTo>
                    <a:pt x="501" y="12762"/>
                  </a:lnTo>
                  <a:cubicBezTo>
                    <a:pt x="488" y="12775"/>
                    <a:pt x="475" y="12789"/>
                    <a:pt x="462" y="12803"/>
                  </a:cubicBezTo>
                  <a:lnTo>
                    <a:pt x="461" y="1773"/>
                  </a:lnTo>
                  <a:cubicBezTo>
                    <a:pt x="461" y="1066"/>
                    <a:pt x="1023" y="489"/>
                    <a:pt x="1724" y="464"/>
                  </a:cubicBezTo>
                  <a:close/>
                  <a:moveTo>
                    <a:pt x="12074" y="12675"/>
                  </a:moveTo>
                  <a:lnTo>
                    <a:pt x="12074" y="13242"/>
                  </a:lnTo>
                  <a:lnTo>
                    <a:pt x="11043" y="13242"/>
                  </a:lnTo>
                  <a:lnTo>
                    <a:pt x="11043" y="13703"/>
                  </a:lnTo>
                  <a:lnTo>
                    <a:pt x="12074" y="13703"/>
                  </a:lnTo>
                  <a:lnTo>
                    <a:pt x="12074" y="14267"/>
                  </a:lnTo>
                  <a:lnTo>
                    <a:pt x="11043" y="14267"/>
                  </a:lnTo>
                  <a:lnTo>
                    <a:pt x="11043" y="14729"/>
                  </a:lnTo>
                  <a:lnTo>
                    <a:pt x="12074" y="14729"/>
                  </a:lnTo>
                  <a:lnTo>
                    <a:pt x="12074" y="15294"/>
                  </a:lnTo>
                  <a:lnTo>
                    <a:pt x="1770" y="15294"/>
                  </a:lnTo>
                  <a:cubicBezTo>
                    <a:pt x="1049" y="15294"/>
                    <a:pt x="461" y="14707"/>
                    <a:pt x="461" y="13984"/>
                  </a:cubicBezTo>
                  <a:cubicBezTo>
                    <a:pt x="461" y="13263"/>
                    <a:pt x="1048" y="12675"/>
                    <a:pt x="1770" y="12675"/>
                  </a:cubicBezTo>
                  <a:close/>
                  <a:moveTo>
                    <a:pt x="1772" y="0"/>
                  </a:moveTo>
                  <a:cubicBezTo>
                    <a:pt x="795" y="0"/>
                    <a:pt x="1" y="795"/>
                    <a:pt x="1" y="1772"/>
                  </a:cubicBezTo>
                  <a:lnTo>
                    <a:pt x="1" y="13985"/>
                  </a:lnTo>
                  <a:cubicBezTo>
                    <a:pt x="1" y="14962"/>
                    <a:pt x="796" y="15756"/>
                    <a:pt x="1772" y="15756"/>
                  </a:cubicBezTo>
                  <a:lnTo>
                    <a:pt x="12538" y="15756"/>
                  </a:lnTo>
                  <a:lnTo>
                    <a:pt x="12538" y="5821"/>
                  </a:lnTo>
                  <a:lnTo>
                    <a:pt x="15685" y="5821"/>
                  </a:lnTo>
                  <a:lnTo>
                    <a:pt x="14880" y="4359"/>
                  </a:lnTo>
                  <a:lnTo>
                    <a:pt x="15685" y="2896"/>
                  </a:lnTo>
                  <a:lnTo>
                    <a:pt x="12538" y="2896"/>
                  </a:lnTo>
                  <a:lnTo>
                    <a:pt x="125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66"/>
          <p:cNvGrpSpPr/>
          <p:nvPr/>
        </p:nvGrpSpPr>
        <p:grpSpPr>
          <a:xfrm>
            <a:off x="5301291" y="2006281"/>
            <a:ext cx="461667" cy="462577"/>
            <a:chOff x="5252213" y="2053555"/>
            <a:chExt cx="521952" cy="522981"/>
          </a:xfrm>
        </p:grpSpPr>
        <p:sp>
          <p:nvSpPr>
            <p:cNvPr id="5793" name="Google Shape;5793;p66"/>
            <p:cNvSpPr/>
            <p:nvPr/>
          </p:nvSpPr>
          <p:spPr>
            <a:xfrm>
              <a:off x="5307578" y="2487613"/>
              <a:ext cx="39831" cy="39997"/>
            </a:xfrm>
            <a:custGeom>
              <a:rect b="b" l="l" r="r" t="t"/>
              <a:pathLst>
                <a:path extrusionOk="0" h="1205" w="1200">
                  <a:moveTo>
                    <a:pt x="871" y="0"/>
                  </a:moveTo>
                  <a:lnTo>
                    <a:pt x="0" y="878"/>
                  </a:lnTo>
                  <a:lnTo>
                    <a:pt x="329" y="1205"/>
                  </a:lnTo>
                  <a:lnTo>
                    <a:pt x="1200" y="326"/>
                  </a:lnTo>
                  <a:lnTo>
                    <a:pt x="8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6"/>
            <p:cNvSpPr/>
            <p:nvPr/>
          </p:nvSpPr>
          <p:spPr>
            <a:xfrm>
              <a:off x="5372403" y="2440712"/>
              <a:ext cx="21774" cy="21774"/>
            </a:xfrm>
            <a:custGeom>
              <a:rect b="b" l="l" r="r" t="t"/>
              <a:pathLst>
                <a:path extrusionOk="0" h="656" w="656">
                  <a:moveTo>
                    <a:pt x="327" y="0"/>
                  </a:moveTo>
                  <a:lnTo>
                    <a:pt x="1" y="329"/>
                  </a:lnTo>
                  <a:lnTo>
                    <a:pt x="330" y="655"/>
                  </a:lnTo>
                  <a:lnTo>
                    <a:pt x="655" y="327"/>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6"/>
            <p:cNvSpPr/>
            <p:nvPr/>
          </p:nvSpPr>
          <p:spPr>
            <a:xfrm>
              <a:off x="5393713" y="2377613"/>
              <a:ext cx="62833" cy="63165"/>
            </a:xfrm>
            <a:custGeom>
              <a:rect b="b" l="l" r="r" t="t"/>
              <a:pathLst>
                <a:path extrusionOk="0" h="1903" w="1893">
                  <a:moveTo>
                    <a:pt x="1564" y="1"/>
                  </a:moveTo>
                  <a:lnTo>
                    <a:pt x="0" y="1576"/>
                  </a:lnTo>
                  <a:lnTo>
                    <a:pt x="329" y="1902"/>
                  </a:lnTo>
                  <a:lnTo>
                    <a:pt x="1893" y="326"/>
                  </a:lnTo>
                  <a:lnTo>
                    <a:pt x="15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6"/>
            <p:cNvSpPr/>
            <p:nvPr/>
          </p:nvSpPr>
          <p:spPr>
            <a:xfrm>
              <a:off x="5570596" y="2227450"/>
              <a:ext cx="44677" cy="15401"/>
            </a:xfrm>
            <a:custGeom>
              <a:rect b="b" l="l" r="r" t="t"/>
              <a:pathLst>
                <a:path extrusionOk="0" h="464" w="1346">
                  <a:moveTo>
                    <a:pt x="0" y="0"/>
                  </a:moveTo>
                  <a:lnTo>
                    <a:pt x="0" y="463"/>
                  </a:lnTo>
                  <a:lnTo>
                    <a:pt x="1346" y="463"/>
                  </a:lnTo>
                  <a:lnTo>
                    <a:pt x="13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6"/>
            <p:cNvSpPr/>
            <p:nvPr/>
          </p:nvSpPr>
          <p:spPr>
            <a:xfrm>
              <a:off x="5629247" y="2228015"/>
              <a:ext cx="15368" cy="14273"/>
            </a:xfrm>
            <a:custGeom>
              <a:rect b="b" l="l" r="r" t="t"/>
              <a:pathLst>
                <a:path extrusionOk="0" h="430" w="463">
                  <a:moveTo>
                    <a:pt x="0" y="1"/>
                  </a:moveTo>
                  <a:lnTo>
                    <a:pt x="0" y="430"/>
                  </a:lnTo>
                  <a:lnTo>
                    <a:pt x="463" y="430"/>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6"/>
            <p:cNvSpPr/>
            <p:nvPr/>
          </p:nvSpPr>
          <p:spPr>
            <a:xfrm>
              <a:off x="5541187" y="2228015"/>
              <a:ext cx="15401" cy="14273"/>
            </a:xfrm>
            <a:custGeom>
              <a:rect b="b" l="l" r="r" t="t"/>
              <a:pathLst>
                <a:path extrusionOk="0" h="430" w="464">
                  <a:moveTo>
                    <a:pt x="1" y="1"/>
                  </a:moveTo>
                  <a:lnTo>
                    <a:pt x="1" y="430"/>
                  </a:lnTo>
                  <a:lnTo>
                    <a:pt x="463" y="430"/>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6"/>
            <p:cNvSpPr/>
            <p:nvPr/>
          </p:nvSpPr>
          <p:spPr>
            <a:xfrm>
              <a:off x="5629247" y="2197710"/>
              <a:ext cx="15368" cy="15401"/>
            </a:xfrm>
            <a:custGeom>
              <a:rect b="b" l="l" r="r" t="t"/>
              <a:pathLst>
                <a:path extrusionOk="0" h="464" w="463">
                  <a:moveTo>
                    <a:pt x="0" y="1"/>
                  </a:moveTo>
                  <a:lnTo>
                    <a:pt x="0" y="464"/>
                  </a:lnTo>
                  <a:lnTo>
                    <a:pt x="463" y="464"/>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6"/>
            <p:cNvSpPr/>
            <p:nvPr/>
          </p:nvSpPr>
          <p:spPr>
            <a:xfrm>
              <a:off x="5629247" y="2257224"/>
              <a:ext cx="15368" cy="15401"/>
            </a:xfrm>
            <a:custGeom>
              <a:rect b="b" l="l" r="r" t="t"/>
              <a:pathLst>
                <a:path extrusionOk="0" h="464" w="463">
                  <a:moveTo>
                    <a:pt x="0" y="1"/>
                  </a:moveTo>
                  <a:lnTo>
                    <a:pt x="0"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6"/>
            <p:cNvSpPr/>
            <p:nvPr/>
          </p:nvSpPr>
          <p:spPr>
            <a:xfrm>
              <a:off x="5541187" y="2197710"/>
              <a:ext cx="15401" cy="15401"/>
            </a:xfrm>
            <a:custGeom>
              <a:rect b="b" l="l" r="r" t="t"/>
              <a:pathLst>
                <a:path extrusionOk="0" h="464" w="464">
                  <a:moveTo>
                    <a:pt x="1" y="1"/>
                  </a:moveTo>
                  <a:lnTo>
                    <a:pt x="1" y="464"/>
                  </a:lnTo>
                  <a:lnTo>
                    <a:pt x="463" y="464"/>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6"/>
            <p:cNvSpPr/>
            <p:nvPr/>
          </p:nvSpPr>
          <p:spPr>
            <a:xfrm>
              <a:off x="5541187" y="2257224"/>
              <a:ext cx="15401" cy="15401"/>
            </a:xfrm>
            <a:custGeom>
              <a:rect b="b" l="l" r="r" t="t"/>
              <a:pathLst>
                <a:path extrusionOk="0" h="464" w="464">
                  <a:moveTo>
                    <a:pt x="1" y="1"/>
                  </a:moveTo>
                  <a:lnTo>
                    <a:pt x="1"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6"/>
            <p:cNvSpPr/>
            <p:nvPr/>
          </p:nvSpPr>
          <p:spPr>
            <a:xfrm>
              <a:off x="5252213" y="2053555"/>
              <a:ext cx="521952" cy="522981"/>
            </a:xfrm>
            <a:custGeom>
              <a:rect b="b" l="l" r="r" t="t"/>
              <a:pathLst>
                <a:path extrusionOk="0" h="15756" w="15725">
                  <a:moveTo>
                    <a:pt x="10253" y="462"/>
                  </a:moveTo>
                  <a:cubicBezTo>
                    <a:pt x="13015" y="462"/>
                    <a:pt x="15262" y="2709"/>
                    <a:pt x="15262" y="5471"/>
                  </a:cubicBezTo>
                  <a:cubicBezTo>
                    <a:pt x="15262" y="8234"/>
                    <a:pt x="13015" y="10480"/>
                    <a:pt x="10253" y="10480"/>
                  </a:cubicBezTo>
                  <a:cubicBezTo>
                    <a:pt x="7491" y="10480"/>
                    <a:pt x="5243" y="8234"/>
                    <a:pt x="5243" y="5471"/>
                  </a:cubicBezTo>
                  <a:cubicBezTo>
                    <a:pt x="5243" y="2709"/>
                    <a:pt x="7491" y="462"/>
                    <a:pt x="10253" y="462"/>
                  </a:cubicBezTo>
                  <a:close/>
                  <a:moveTo>
                    <a:pt x="5834" y="8700"/>
                  </a:moveTo>
                  <a:cubicBezTo>
                    <a:pt x="6165" y="9152"/>
                    <a:pt x="6561" y="9549"/>
                    <a:pt x="7013" y="9882"/>
                  </a:cubicBezTo>
                  <a:lnTo>
                    <a:pt x="1834" y="15101"/>
                  </a:lnTo>
                  <a:lnTo>
                    <a:pt x="653" y="13920"/>
                  </a:lnTo>
                  <a:lnTo>
                    <a:pt x="5834" y="8700"/>
                  </a:lnTo>
                  <a:close/>
                  <a:moveTo>
                    <a:pt x="10253" y="0"/>
                  </a:moveTo>
                  <a:cubicBezTo>
                    <a:pt x="7235" y="0"/>
                    <a:pt x="4781" y="2455"/>
                    <a:pt x="4781" y="5472"/>
                  </a:cubicBezTo>
                  <a:cubicBezTo>
                    <a:pt x="4781" y="6509"/>
                    <a:pt x="5071" y="7478"/>
                    <a:pt x="5573" y="8305"/>
                  </a:cubicBezTo>
                  <a:lnTo>
                    <a:pt x="0" y="13922"/>
                  </a:lnTo>
                  <a:lnTo>
                    <a:pt x="1835" y="15756"/>
                  </a:lnTo>
                  <a:lnTo>
                    <a:pt x="7405" y="10141"/>
                  </a:lnTo>
                  <a:cubicBezTo>
                    <a:pt x="8235" y="10650"/>
                    <a:pt x="9210" y="10943"/>
                    <a:pt x="10253" y="10943"/>
                  </a:cubicBezTo>
                  <a:cubicBezTo>
                    <a:pt x="13270" y="10943"/>
                    <a:pt x="15725" y="8489"/>
                    <a:pt x="15725" y="5471"/>
                  </a:cubicBezTo>
                  <a:cubicBezTo>
                    <a:pt x="15725" y="2454"/>
                    <a:pt x="13270" y="0"/>
                    <a:pt x="10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6"/>
            <p:cNvSpPr/>
            <p:nvPr/>
          </p:nvSpPr>
          <p:spPr>
            <a:xfrm>
              <a:off x="5451899" y="2094448"/>
              <a:ext cx="281406" cy="281406"/>
            </a:xfrm>
            <a:custGeom>
              <a:rect b="b" l="l" r="r" t="t"/>
              <a:pathLst>
                <a:path extrusionOk="0" h="8478" w="8478">
                  <a:moveTo>
                    <a:pt x="4239" y="463"/>
                  </a:moveTo>
                  <a:cubicBezTo>
                    <a:pt x="4624" y="463"/>
                    <a:pt x="4994" y="521"/>
                    <a:pt x="5344" y="629"/>
                  </a:cubicBezTo>
                  <a:lnTo>
                    <a:pt x="5344" y="1486"/>
                  </a:lnTo>
                  <a:cubicBezTo>
                    <a:pt x="4989" y="1423"/>
                    <a:pt x="4617" y="1389"/>
                    <a:pt x="4239" y="1389"/>
                  </a:cubicBezTo>
                  <a:cubicBezTo>
                    <a:pt x="3868" y="1389"/>
                    <a:pt x="3504" y="1421"/>
                    <a:pt x="3153" y="1483"/>
                  </a:cubicBezTo>
                  <a:lnTo>
                    <a:pt x="3153" y="622"/>
                  </a:lnTo>
                  <a:cubicBezTo>
                    <a:pt x="3497" y="519"/>
                    <a:pt x="3861" y="463"/>
                    <a:pt x="4239" y="463"/>
                  </a:cubicBezTo>
                  <a:close/>
                  <a:moveTo>
                    <a:pt x="2692" y="795"/>
                  </a:moveTo>
                  <a:lnTo>
                    <a:pt x="2692" y="1583"/>
                  </a:lnTo>
                  <a:cubicBezTo>
                    <a:pt x="2171" y="1720"/>
                    <a:pt x="1690" y="1925"/>
                    <a:pt x="1279" y="2193"/>
                  </a:cubicBezTo>
                  <a:cubicBezTo>
                    <a:pt x="1144" y="2282"/>
                    <a:pt x="1017" y="2376"/>
                    <a:pt x="902" y="2475"/>
                  </a:cubicBezTo>
                  <a:cubicBezTo>
                    <a:pt x="1294" y="1735"/>
                    <a:pt x="1926" y="1140"/>
                    <a:pt x="2692" y="795"/>
                  </a:cubicBezTo>
                  <a:close/>
                  <a:moveTo>
                    <a:pt x="5806" y="804"/>
                  </a:moveTo>
                  <a:cubicBezTo>
                    <a:pt x="6564" y="1151"/>
                    <a:pt x="7188" y="1741"/>
                    <a:pt x="7577" y="2476"/>
                  </a:cubicBezTo>
                  <a:cubicBezTo>
                    <a:pt x="7462" y="2377"/>
                    <a:pt x="7335" y="2283"/>
                    <a:pt x="7200" y="2194"/>
                  </a:cubicBezTo>
                  <a:cubicBezTo>
                    <a:pt x="6793" y="1930"/>
                    <a:pt x="6321" y="1725"/>
                    <a:pt x="5806" y="1588"/>
                  </a:cubicBezTo>
                  <a:lnTo>
                    <a:pt x="5806" y="804"/>
                  </a:lnTo>
                  <a:close/>
                  <a:moveTo>
                    <a:pt x="4238" y="1850"/>
                  </a:moveTo>
                  <a:cubicBezTo>
                    <a:pt x="4617" y="1850"/>
                    <a:pt x="4989" y="1886"/>
                    <a:pt x="5343" y="1954"/>
                  </a:cubicBezTo>
                  <a:lnTo>
                    <a:pt x="5343" y="2649"/>
                  </a:lnTo>
                  <a:lnTo>
                    <a:pt x="5806" y="2649"/>
                  </a:lnTo>
                  <a:lnTo>
                    <a:pt x="5806" y="2066"/>
                  </a:lnTo>
                  <a:cubicBezTo>
                    <a:pt x="6226" y="2189"/>
                    <a:pt x="6612" y="2361"/>
                    <a:pt x="6946" y="2579"/>
                  </a:cubicBezTo>
                  <a:cubicBezTo>
                    <a:pt x="7548" y="2973"/>
                    <a:pt x="7915" y="3474"/>
                    <a:pt x="7997" y="4007"/>
                  </a:cubicBezTo>
                  <a:lnTo>
                    <a:pt x="6213" y="4007"/>
                  </a:lnTo>
                  <a:lnTo>
                    <a:pt x="6213" y="4470"/>
                  </a:lnTo>
                  <a:lnTo>
                    <a:pt x="7997" y="4470"/>
                  </a:lnTo>
                  <a:cubicBezTo>
                    <a:pt x="7915" y="5004"/>
                    <a:pt x="7550" y="5505"/>
                    <a:pt x="6946" y="5899"/>
                  </a:cubicBezTo>
                  <a:cubicBezTo>
                    <a:pt x="6612" y="6117"/>
                    <a:pt x="6226" y="6290"/>
                    <a:pt x="5806" y="6412"/>
                  </a:cubicBezTo>
                  <a:lnTo>
                    <a:pt x="5806" y="5829"/>
                  </a:lnTo>
                  <a:lnTo>
                    <a:pt x="5343" y="5829"/>
                  </a:lnTo>
                  <a:lnTo>
                    <a:pt x="5343" y="6523"/>
                  </a:lnTo>
                  <a:cubicBezTo>
                    <a:pt x="4991" y="6592"/>
                    <a:pt x="4617" y="6628"/>
                    <a:pt x="4238" y="6628"/>
                  </a:cubicBezTo>
                  <a:cubicBezTo>
                    <a:pt x="3865" y="6628"/>
                    <a:pt x="3500" y="6593"/>
                    <a:pt x="3152" y="6527"/>
                  </a:cubicBezTo>
                  <a:lnTo>
                    <a:pt x="3152" y="5829"/>
                  </a:lnTo>
                  <a:lnTo>
                    <a:pt x="2690" y="5829"/>
                  </a:lnTo>
                  <a:lnTo>
                    <a:pt x="2690" y="6417"/>
                  </a:lnTo>
                  <a:cubicBezTo>
                    <a:pt x="2262" y="6295"/>
                    <a:pt x="1869" y="6120"/>
                    <a:pt x="1529" y="5899"/>
                  </a:cubicBezTo>
                  <a:cubicBezTo>
                    <a:pt x="928" y="5505"/>
                    <a:pt x="560" y="5004"/>
                    <a:pt x="479" y="4470"/>
                  </a:cubicBezTo>
                  <a:lnTo>
                    <a:pt x="2320" y="4470"/>
                  </a:lnTo>
                  <a:lnTo>
                    <a:pt x="2320" y="4007"/>
                  </a:lnTo>
                  <a:lnTo>
                    <a:pt x="479" y="4007"/>
                  </a:lnTo>
                  <a:cubicBezTo>
                    <a:pt x="561" y="3474"/>
                    <a:pt x="928" y="2973"/>
                    <a:pt x="1529" y="2579"/>
                  </a:cubicBezTo>
                  <a:cubicBezTo>
                    <a:pt x="1869" y="2358"/>
                    <a:pt x="2262" y="2184"/>
                    <a:pt x="2690" y="2061"/>
                  </a:cubicBezTo>
                  <a:lnTo>
                    <a:pt x="2690" y="2649"/>
                  </a:lnTo>
                  <a:lnTo>
                    <a:pt x="3152" y="2649"/>
                  </a:lnTo>
                  <a:lnTo>
                    <a:pt x="3152" y="1951"/>
                  </a:lnTo>
                  <a:cubicBezTo>
                    <a:pt x="3500" y="1885"/>
                    <a:pt x="3865" y="1850"/>
                    <a:pt x="4238" y="1850"/>
                  </a:cubicBezTo>
                  <a:close/>
                  <a:moveTo>
                    <a:pt x="7577" y="6004"/>
                  </a:moveTo>
                  <a:cubicBezTo>
                    <a:pt x="7188" y="6738"/>
                    <a:pt x="6565" y="7329"/>
                    <a:pt x="5806" y="7675"/>
                  </a:cubicBezTo>
                  <a:lnTo>
                    <a:pt x="5806" y="6891"/>
                  </a:lnTo>
                  <a:cubicBezTo>
                    <a:pt x="6321" y="6755"/>
                    <a:pt x="6793" y="6552"/>
                    <a:pt x="7200" y="6285"/>
                  </a:cubicBezTo>
                  <a:cubicBezTo>
                    <a:pt x="7335" y="6197"/>
                    <a:pt x="7462" y="6102"/>
                    <a:pt x="7577" y="6004"/>
                  </a:cubicBezTo>
                  <a:close/>
                  <a:moveTo>
                    <a:pt x="902" y="6004"/>
                  </a:moveTo>
                  <a:lnTo>
                    <a:pt x="902" y="6004"/>
                  </a:lnTo>
                  <a:cubicBezTo>
                    <a:pt x="1017" y="6102"/>
                    <a:pt x="1144" y="6197"/>
                    <a:pt x="1279" y="6285"/>
                  </a:cubicBezTo>
                  <a:cubicBezTo>
                    <a:pt x="1690" y="6554"/>
                    <a:pt x="2170" y="6760"/>
                    <a:pt x="2692" y="6896"/>
                  </a:cubicBezTo>
                  <a:lnTo>
                    <a:pt x="2692" y="7685"/>
                  </a:lnTo>
                  <a:cubicBezTo>
                    <a:pt x="1926" y="7338"/>
                    <a:pt x="1295" y="6745"/>
                    <a:pt x="902" y="6004"/>
                  </a:cubicBezTo>
                  <a:close/>
                  <a:moveTo>
                    <a:pt x="5344" y="6995"/>
                  </a:moveTo>
                  <a:lnTo>
                    <a:pt x="5344" y="7851"/>
                  </a:lnTo>
                  <a:cubicBezTo>
                    <a:pt x="4996" y="7959"/>
                    <a:pt x="4625" y="8017"/>
                    <a:pt x="4239" y="8017"/>
                  </a:cubicBezTo>
                  <a:cubicBezTo>
                    <a:pt x="3861" y="8017"/>
                    <a:pt x="3497" y="7961"/>
                    <a:pt x="3153" y="7857"/>
                  </a:cubicBezTo>
                  <a:lnTo>
                    <a:pt x="3153" y="6998"/>
                  </a:lnTo>
                  <a:cubicBezTo>
                    <a:pt x="3504" y="7060"/>
                    <a:pt x="3867" y="7092"/>
                    <a:pt x="4239" y="7092"/>
                  </a:cubicBezTo>
                  <a:cubicBezTo>
                    <a:pt x="4617" y="7092"/>
                    <a:pt x="4988" y="7058"/>
                    <a:pt x="5344" y="6995"/>
                  </a:cubicBezTo>
                  <a:close/>
                  <a:moveTo>
                    <a:pt x="4239" y="1"/>
                  </a:moveTo>
                  <a:cubicBezTo>
                    <a:pt x="1902" y="1"/>
                    <a:pt x="1" y="1902"/>
                    <a:pt x="1" y="4239"/>
                  </a:cubicBezTo>
                  <a:cubicBezTo>
                    <a:pt x="1" y="6576"/>
                    <a:pt x="1902" y="8478"/>
                    <a:pt x="4239" y="8478"/>
                  </a:cubicBezTo>
                  <a:cubicBezTo>
                    <a:pt x="6576" y="8478"/>
                    <a:pt x="8478" y="6576"/>
                    <a:pt x="8478" y="4239"/>
                  </a:cubicBezTo>
                  <a:cubicBezTo>
                    <a:pt x="8478" y="1902"/>
                    <a:pt x="6576" y="1"/>
                    <a:pt x="4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66"/>
          <p:cNvGrpSpPr/>
          <p:nvPr/>
        </p:nvGrpSpPr>
        <p:grpSpPr>
          <a:xfrm>
            <a:off x="4650130" y="2006737"/>
            <a:ext cx="470298" cy="461667"/>
            <a:chOff x="4612229" y="1678108"/>
            <a:chExt cx="531711" cy="521952"/>
          </a:xfrm>
        </p:grpSpPr>
        <p:sp>
          <p:nvSpPr>
            <p:cNvPr id="5806" name="Google Shape;5806;p66"/>
            <p:cNvSpPr/>
            <p:nvPr/>
          </p:nvSpPr>
          <p:spPr>
            <a:xfrm>
              <a:off x="4612229" y="1678108"/>
              <a:ext cx="531711" cy="521952"/>
            </a:xfrm>
            <a:custGeom>
              <a:rect b="b" l="l" r="r" t="t"/>
              <a:pathLst>
                <a:path extrusionOk="0" h="15725" w="16019">
                  <a:moveTo>
                    <a:pt x="13634" y="462"/>
                  </a:moveTo>
                  <a:cubicBezTo>
                    <a:pt x="14126" y="462"/>
                    <a:pt x="14619" y="649"/>
                    <a:pt x="14995" y="1023"/>
                  </a:cubicBezTo>
                  <a:cubicBezTo>
                    <a:pt x="15358" y="1387"/>
                    <a:pt x="15558" y="1870"/>
                    <a:pt x="15558" y="2385"/>
                  </a:cubicBezTo>
                  <a:cubicBezTo>
                    <a:pt x="15558" y="2899"/>
                    <a:pt x="15358" y="3383"/>
                    <a:pt x="14995" y="3746"/>
                  </a:cubicBezTo>
                  <a:cubicBezTo>
                    <a:pt x="14620" y="4121"/>
                    <a:pt x="14127" y="4309"/>
                    <a:pt x="13634" y="4309"/>
                  </a:cubicBezTo>
                  <a:cubicBezTo>
                    <a:pt x="13141" y="4309"/>
                    <a:pt x="12648" y="4121"/>
                    <a:pt x="12272" y="3746"/>
                  </a:cubicBezTo>
                  <a:cubicBezTo>
                    <a:pt x="11909" y="3383"/>
                    <a:pt x="11708" y="2899"/>
                    <a:pt x="11708" y="2385"/>
                  </a:cubicBezTo>
                  <a:cubicBezTo>
                    <a:pt x="11708" y="1870"/>
                    <a:pt x="11909" y="1387"/>
                    <a:pt x="12273" y="1023"/>
                  </a:cubicBezTo>
                  <a:cubicBezTo>
                    <a:pt x="12647" y="649"/>
                    <a:pt x="13139" y="462"/>
                    <a:pt x="13634" y="462"/>
                  </a:cubicBezTo>
                  <a:close/>
                  <a:moveTo>
                    <a:pt x="9070" y="2606"/>
                  </a:moveTo>
                  <a:lnTo>
                    <a:pt x="10430" y="3966"/>
                  </a:lnTo>
                  <a:lnTo>
                    <a:pt x="9559" y="4828"/>
                  </a:lnTo>
                  <a:lnTo>
                    <a:pt x="8185" y="3454"/>
                  </a:lnTo>
                  <a:lnTo>
                    <a:pt x="9070" y="2606"/>
                  </a:lnTo>
                  <a:close/>
                  <a:moveTo>
                    <a:pt x="12064" y="5599"/>
                  </a:moveTo>
                  <a:lnTo>
                    <a:pt x="13403" y="6938"/>
                  </a:lnTo>
                  <a:lnTo>
                    <a:pt x="12518" y="7786"/>
                  </a:lnTo>
                  <a:lnTo>
                    <a:pt x="11193" y="6461"/>
                  </a:lnTo>
                  <a:lnTo>
                    <a:pt x="12064" y="5599"/>
                  </a:lnTo>
                  <a:close/>
                  <a:moveTo>
                    <a:pt x="5455" y="1606"/>
                  </a:moveTo>
                  <a:lnTo>
                    <a:pt x="5737" y="4286"/>
                  </a:lnTo>
                  <a:lnTo>
                    <a:pt x="4463" y="4275"/>
                  </a:lnTo>
                  <a:lnTo>
                    <a:pt x="3164" y="5574"/>
                  </a:lnTo>
                  <a:cubicBezTo>
                    <a:pt x="2745" y="5993"/>
                    <a:pt x="2515" y="6550"/>
                    <a:pt x="2515" y="7143"/>
                  </a:cubicBezTo>
                  <a:cubicBezTo>
                    <a:pt x="2515" y="7734"/>
                    <a:pt x="2745" y="8292"/>
                    <a:pt x="3164" y="8710"/>
                  </a:cubicBezTo>
                  <a:cubicBezTo>
                    <a:pt x="3596" y="9143"/>
                    <a:pt x="4164" y="9359"/>
                    <a:pt x="4732" y="9359"/>
                  </a:cubicBezTo>
                  <a:cubicBezTo>
                    <a:pt x="5299" y="9359"/>
                    <a:pt x="5867" y="9143"/>
                    <a:pt x="6298" y="8711"/>
                  </a:cubicBezTo>
                  <a:lnTo>
                    <a:pt x="11535" y="3524"/>
                  </a:lnTo>
                  <a:cubicBezTo>
                    <a:pt x="11644" y="3723"/>
                    <a:pt x="11781" y="3908"/>
                    <a:pt x="11947" y="4073"/>
                  </a:cubicBezTo>
                  <a:cubicBezTo>
                    <a:pt x="12121" y="4248"/>
                    <a:pt x="12315" y="4389"/>
                    <a:pt x="12522" y="4497"/>
                  </a:cubicBezTo>
                  <a:lnTo>
                    <a:pt x="7280" y="9690"/>
                  </a:lnTo>
                  <a:cubicBezTo>
                    <a:pt x="6861" y="10109"/>
                    <a:pt x="6631" y="10666"/>
                    <a:pt x="6631" y="11259"/>
                  </a:cubicBezTo>
                  <a:cubicBezTo>
                    <a:pt x="6631" y="11850"/>
                    <a:pt x="6861" y="12408"/>
                    <a:pt x="7280" y="12826"/>
                  </a:cubicBezTo>
                  <a:cubicBezTo>
                    <a:pt x="7712" y="13259"/>
                    <a:pt x="8280" y="13475"/>
                    <a:pt x="8848" y="13475"/>
                  </a:cubicBezTo>
                  <a:cubicBezTo>
                    <a:pt x="9416" y="13475"/>
                    <a:pt x="9984" y="13259"/>
                    <a:pt x="10416" y="12826"/>
                  </a:cubicBezTo>
                  <a:lnTo>
                    <a:pt x="11715" y="11527"/>
                  </a:lnTo>
                  <a:lnTo>
                    <a:pt x="11704" y="10253"/>
                  </a:lnTo>
                  <a:lnTo>
                    <a:pt x="14382" y="10532"/>
                  </a:lnTo>
                  <a:lnTo>
                    <a:pt x="10305" y="14608"/>
                  </a:lnTo>
                  <a:cubicBezTo>
                    <a:pt x="9884" y="15030"/>
                    <a:pt x="9322" y="15263"/>
                    <a:pt x="8727" y="15263"/>
                  </a:cubicBezTo>
                  <a:cubicBezTo>
                    <a:pt x="8131" y="15263"/>
                    <a:pt x="7569" y="15030"/>
                    <a:pt x="7148" y="14608"/>
                  </a:cubicBezTo>
                  <a:lnTo>
                    <a:pt x="5888" y="13349"/>
                  </a:lnTo>
                  <a:cubicBezTo>
                    <a:pt x="5283" y="12744"/>
                    <a:pt x="4466" y="12394"/>
                    <a:pt x="3615" y="12372"/>
                  </a:cubicBezTo>
                  <a:cubicBezTo>
                    <a:pt x="3593" y="11521"/>
                    <a:pt x="3244" y="10704"/>
                    <a:pt x="2639" y="10099"/>
                  </a:cubicBezTo>
                  <a:lnTo>
                    <a:pt x="1379" y="8840"/>
                  </a:lnTo>
                  <a:cubicBezTo>
                    <a:pt x="509" y="7969"/>
                    <a:pt x="509" y="6553"/>
                    <a:pt x="1379" y="5682"/>
                  </a:cubicBezTo>
                  <a:lnTo>
                    <a:pt x="5455" y="1606"/>
                  </a:lnTo>
                  <a:close/>
                  <a:moveTo>
                    <a:pt x="13632" y="1"/>
                  </a:moveTo>
                  <a:cubicBezTo>
                    <a:pt x="13020" y="1"/>
                    <a:pt x="12409" y="233"/>
                    <a:pt x="11944" y="699"/>
                  </a:cubicBezTo>
                  <a:cubicBezTo>
                    <a:pt x="11493" y="1151"/>
                    <a:pt x="11245" y="1748"/>
                    <a:pt x="11245" y="2386"/>
                  </a:cubicBezTo>
                  <a:cubicBezTo>
                    <a:pt x="11245" y="2619"/>
                    <a:pt x="11278" y="2847"/>
                    <a:pt x="11342" y="3064"/>
                  </a:cubicBezTo>
                  <a:lnTo>
                    <a:pt x="10758" y="3643"/>
                  </a:lnTo>
                  <a:lnTo>
                    <a:pt x="9075" y="1960"/>
                  </a:lnTo>
                  <a:lnTo>
                    <a:pt x="7523" y="3449"/>
                  </a:lnTo>
                  <a:lnTo>
                    <a:pt x="9229" y="5155"/>
                  </a:lnTo>
                  <a:lnTo>
                    <a:pt x="5972" y="8382"/>
                  </a:lnTo>
                  <a:cubicBezTo>
                    <a:pt x="5630" y="8723"/>
                    <a:pt x="5180" y="8894"/>
                    <a:pt x="4731" y="8894"/>
                  </a:cubicBezTo>
                  <a:cubicBezTo>
                    <a:pt x="4281" y="8894"/>
                    <a:pt x="3831" y="8723"/>
                    <a:pt x="3490" y="8382"/>
                  </a:cubicBezTo>
                  <a:cubicBezTo>
                    <a:pt x="3159" y="8051"/>
                    <a:pt x="2976" y="7610"/>
                    <a:pt x="2976" y="7141"/>
                  </a:cubicBezTo>
                  <a:cubicBezTo>
                    <a:pt x="2976" y="6671"/>
                    <a:pt x="3158" y="6230"/>
                    <a:pt x="3490" y="5900"/>
                  </a:cubicBezTo>
                  <a:lnTo>
                    <a:pt x="4652" y="4738"/>
                  </a:lnTo>
                  <a:lnTo>
                    <a:pt x="6249" y="4752"/>
                  </a:lnTo>
                  <a:lnTo>
                    <a:pt x="5813" y="592"/>
                  </a:lnTo>
                  <a:lnTo>
                    <a:pt x="1052" y="5355"/>
                  </a:lnTo>
                  <a:cubicBezTo>
                    <a:pt x="0" y="6405"/>
                    <a:pt x="0" y="8114"/>
                    <a:pt x="1052" y="9165"/>
                  </a:cubicBezTo>
                  <a:lnTo>
                    <a:pt x="2312" y="10425"/>
                  </a:lnTo>
                  <a:cubicBezTo>
                    <a:pt x="2884" y="10997"/>
                    <a:pt x="3189" y="11787"/>
                    <a:pt x="3150" y="12595"/>
                  </a:cubicBezTo>
                  <a:lnTo>
                    <a:pt x="3139" y="12848"/>
                  </a:lnTo>
                  <a:lnTo>
                    <a:pt x="3392" y="12837"/>
                  </a:lnTo>
                  <a:cubicBezTo>
                    <a:pt x="3438" y="12834"/>
                    <a:pt x="3484" y="12833"/>
                    <a:pt x="3530" y="12833"/>
                  </a:cubicBezTo>
                  <a:cubicBezTo>
                    <a:pt x="4289" y="12833"/>
                    <a:pt x="5023" y="13137"/>
                    <a:pt x="5562" y="13675"/>
                  </a:cubicBezTo>
                  <a:lnTo>
                    <a:pt x="6822" y="14936"/>
                  </a:lnTo>
                  <a:cubicBezTo>
                    <a:pt x="7331" y="15445"/>
                    <a:pt x="8008" y="15724"/>
                    <a:pt x="8728" y="15724"/>
                  </a:cubicBezTo>
                  <a:cubicBezTo>
                    <a:pt x="9447" y="15724"/>
                    <a:pt x="10124" y="15444"/>
                    <a:pt x="10633" y="14936"/>
                  </a:cubicBezTo>
                  <a:lnTo>
                    <a:pt x="15395" y="10174"/>
                  </a:lnTo>
                  <a:lnTo>
                    <a:pt x="11235" y="9739"/>
                  </a:lnTo>
                  <a:lnTo>
                    <a:pt x="11249" y="11336"/>
                  </a:lnTo>
                  <a:lnTo>
                    <a:pt x="10086" y="12498"/>
                  </a:lnTo>
                  <a:cubicBezTo>
                    <a:pt x="9745" y="12839"/>
                    <a:pt x="9295" y="13010"/>
                    <a:pt x="8845" y="13010"/>
                  </a:cubicBezTo>
                  <a:cubicBezTo>
                    <a:pt x="8396" y="13010"/>
                    <a:pt x="7946" y="12839"/>
                    <a:pt x="7604" y="12498"/>
                  </a:cubicBezTo>
                  <a:cubicBezTo>
                    <a:pt x="7274" y="12167"/>
                    <a:pt x="7089" y="11726"/>
                    <a:pt x="7089" y="11257"/>
                  </a:cubicBezTo>
                  <a:cubicBezTo>
                    <a:pt x="7089" y="10787"/>
                    <a:pt x="7273" y="10346"/>
                    <a:pt x="7603" y="10018"/>
                  </a:cubicBezTo>
                  <a:lnTo>
                    <a:pt x="10863" y="6788"/>
                  </a:lnTo>
                  <a:lnTo>
                    <a:pt x="12511" y="8434"/>
                  </a:lnTo>
                  <a:lnTo>
                    <a:pt x="14063" y="6947"/>
                  </a:lnTo>
                  <a:lnTo>
                    <a:pt x="12392" y="5275"/>
                  </a:lnTo>
                  <a:lnTo>
                    <a:pt x="12988" y="4683"/>
                  </a:lnTo>
                  <a:cubicBezTo>
                    <a:pt x="13199" y="4741"/>
                    <a:pt x="13415" y="4771"/>
                    <a:pt x="13633" y="4771"/>
                  </a:cubicBezTo>
                  <a:cubicBezTo>
                    <a:pt x="14244" y="4771"/>
                    <a:pt x="14854" y="4539"/>
                    <a:pt x="15319" y="4073"/>
                  </a:cubicBezTo>
                  <a:cubicBezTo>
                    <a:pt x="15770" y="3622"/>
                    <a:pt x="16018" y="3024"/>
                    <a:pt x="16018" y="2386"/>
                  </a:cubicBezTo>
                  <a:cubicBezTo>
                    <a:pt x="16018" y="1748"/>
                    <a:pt x="15770" y="1149"/>
                    <a:pt x="15319" y="699"/>
                  </a:cubicBezTo>
                  <a:cubicBezTo>
                    <a:pt x="14854" y="233"/>
                    <a:pt x="14243" y="1"/>
                    <a:pt x="13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6"/>
            <p:cNvSpPr/>
            <p:nvPr/>
          </p:nvSpPr>
          <p:spPr>
            <a:xfrm>
              <a:off x="5026439" y="1718902"/>
              <a:ext cx="76641" cy="76675"/>
            </a:xfrm>
            <a:custGeom>
              <a:rect b="b" l="l" r="r" t="t"/>
              <a:pathLst>
                <a:path extrusionOk="0" h="2310" w="2309">
                  <a:moveTo>
                    <a:pt x="1155" y="461"/>
                  </a:moveTo>
                  <a:cubicBezTo>
                    <a:pt x="1537" y="461"/>
                    <a:pt x="1848" y="772"/>
                    <a:pt x="1848" y="1154"/>
                  </a:cubicBezTo>
                  <a:cubicBezTo>
                    <a:pt x="1848" y="1537"/>
                    <a:pt x="1536" y="1847"/>
                    <a:pt x="1155" y="1847"/>
                  </a:cubicBezTo>
                  <a:cubicBezTo>
                    <a:pt x="772" y="1847"/>
                    <a:pt x="462" y="1537"/>
                    <a:pt x="462" y="1154"/>
                  </a:cubicBezTo>
                  <a:cubicBezTo>
                    <a:pt x="462" y="772"/>
                    <a:pt x="772" y="461"/>
                    <a:pt x="1155" y="461"/>
                  </a:cubicBezTo>
                  <a:close/>
                  <a:moveTo>
                    <a:pt x="1155" y="0"/>
                  </a:moveTo>
                  <a:cubicBezTo>
                    <a:pt x="518" y="0"/>
                    <a:pt x="1" y="518"/>
                    <a:pt x="1" y="1154"/>
                  </a:cubicBezTo>
                  <a:cubicBezTo>
                    <a:pt x="1" y="1792"/>
                    <a:pt x="519" y="2310"/>
                    <a:pt x="1155" y="2310"/>
                  </a:cubicBezTo>
                  <a:cubicBezTo>
                    <a:pt x="1792" y="2310"/>
                    <a:pt x="2309" y="1790"/>
                    <a:pt x="2309" y="1154"/>
                  </a:cubicBezTo>
                  <a:cubicBezTo>
                    <a:pt x="2309" y="518"/>
                    <a:pt x="1791" y="0"/>
                    <a:pt x="1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6"/>
            <p:cNvSpPr/>
            <p:nvPr/>
          </p:nvSpPr>
          <p:spPr>
            <a:xfrm>
              <a:off x="4860310" y="2141310"/>
              <a:ext cx="83147" cy="28114"/>
            </a:xfrm>
            <a:custGeom>
              <a:rect b="b" l="l" r="r" t="t"/>
              <a:pathLst>
                <a:path extrusionOk="0" h="847" w="2505">
                  <a:moveTo>
                    <a:pt x="327" y="1"/>
                  </a:moveTo>
                  <a:lnTo>
                    <a:pt x="0" y="329"/>
                  </a:lnTo>
                  <a:cubicBezTo>
                    <a:pt x="334" y="663"/>
                    <a:pt x="779" y="847"/>
                    <a:pt x="1253" y="847"/>
                  </a:cubicBezTo>
                  <a:cubicBezTo>
                    <a:pt x="1725" y="847"/>
                    <a:pt x="2170" y="662"/>
                    <a:pt x="2505" y="329"/>
                  </a:cubicBezTo>
                  <a:lnTo>
                    <a:pt x="2178" y="1"/>
                  </a:lnTo>
                  <a:cubicBezTo>
                    <a:pt x="1931" y="248"/>
                    <a:pt x="1603" y="384"/>
                    <a:pt x="1253" y="384"/>
                  </a:cubicBezTo>
                  <a:cubicBezTo>
                    <a:pt x="903" y="384"/>
                    <a:pt x="574" y="249"/>
                    <a:pt x="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6"/>
            <p:cNvSpPr/>
            <p:nvPr/>
          </p:nvSpPr>
          <p:spPr>
            <a:xfrm>
              <a:off x="4711176" y="1992309"/>
              <a:ext cx="21642" cy="21642"/>
            </a:xfrm>
            <a:custGeom>
              <a:rect b="b" l="l" r="r" t="t"/>
              <a:pathLst>
                <a:path extrusionOk="0" h="652" w="652">
                  <a:moveTo>
                    <a:pt x="329" y="0"/>
                  </a:moveTo>
                  <a:lnTo>
                    <a:pt x="1" y="325"/>
                  </a:lnTo>
                  <a:cubicBezTo>
                    <a:pt x="103" y="429"/>
                    <a:pt x="198" y="538"/>
                    <a:pt x="287" y="652"/>
                  </a:cubicBezTo>
                  <a:lnTo>
                    <a:pt x="651" y="368"/>
                  </a:lnTo>
                  <a:cubicBezTo>
                    <a:pt x="553" y="239"/>
                    <a:pt x="444" y="115"/>
                    <a:pt x="3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6"/>
            <p:cNvSpPr/>
            <p:nvPr/>
          </p:nvSpPr>
          <p:spPr>
            <a:xfrm>
              <a:off x="4812181" y="2092882"/>
              <a:ext cx="21575" cy="21841"/>
            </a:xfrm>
            <a:custGeom>
              <a:rect b="b" l="l" r="r" t="t"/>
              <a:pathLst>
                <a:path extrusionOk="0" h="658" w="650">
                  <a:moveTo>
                    <a:pt x="304" y="0"/>
                  </a:moveTo>
                  <a:lnTo>
                    <a:pt x="0" y="348"/>
                  </a:lnTo>
                  <a:cubicBezTo>
                    <a:pt x="65" y="405"/>
                    <a:pt x="130" y="465"/>
                    <a:pt x="191" y="525"/>
                  </a:cubicBezTo>
                  <a:lnTo>
                    <a:pt x="323" y="657"/>
                  </a:lnTo>
                  <a:lnTo>
                    <a:pt x="650" y="330"/>
                  </a:lnTo>
                  <a:lnTo>
                    <a:pt x="516" y="199"/>
                  </a:lnTo>
                  <a:cubicBezTo>
                    <a:pt x="448" y="131"/>
                    <a:pt x="377" y="66"/>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6"/>
            <p:cNvSpPr/>
            <p:nvPr/>
          </p:nvSpPr>
          <p:spPr>
            <a:xfrm>
              <a:off x="4728934" y="2017800"/>
              <a:ext cx="80525" cy="77803"/>
            </a:xfrm>
            <a:custGeom>
              <a:rect b="b" l="l" r="r" t="t"/>
              <a:pathLst>
                <a:path extrusionOk="0" h="2344" w="2426">
                  <a:moveTo>
                    <a:pt x="395" y="1"/>
                  </a:moveTo>
                  <a:lnTo>
                    <a:pt x="0" y="241"/>
                  </a:lnTo>
                  <a:cubicBezTo>
                    <a:pt x="248" y="644"/>
                    <a:pt x="416" y="1084"/>
                    <a:pt x="500" y="1549"/>
                  </a:cubicBezTo>
                  <a:lnTo>
                    <a:pt x="528" y="1707"/>
                  </a:lnTo>
                  <a:lnTo>
                    <a:pt x="686" y="1735"/>
                  </a:lnTo>
                  <a:cubicBezTo>
                    <a:pt x="1220" y="1830"/>
                    <a:pt x="1717" y="2035"/>
                    <a:pt x="2164" y="2343"/>
                  </a:cubicBezTo>
                  <a:lnTo>
                    <a:pt x="2426" y="1963"/>
                  </a:lnTo>
                  <a:cubicBezTo>
                    <a:pt x="1968" y="1646"/>
                    <a:pt x="1463" y="1428"/>
                    <a:pt x="923" y="1311"/>
                  </a:cubicBezTo>
                  <a:cubicBezTo>
                    <a:pt x="822" y="847"/>
                    <a:pt x="645" y="406"/>
                    <a:pt x="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6"/>
            <p:cNvSpPr/>
            <p:nvPr/>
          </p:nvSpPr>
          <p:spPr>
            <a:xfrm>
              <a:off x="5023053" y="2036289"/>
              <a:ext cx="17061" cy="16862"/>
            </a:xfrm>
            <a:custGeom>
              <a:rect b="b" l="l" r="r" t="t"/>
              <a:pathLst>
                <a:path extrusionOk="0" h="508" w="514">
                  <a:moveTo>
                    <a:pt x="49" y="0"/>
                  </a:moveTo>
                  <a:lnTo>
                    <a:pt x="0" y="459"/>
                  </a:lnTo>
                  <a:lnTo>
                    <a:pt x="464" y="508"/>
                  </a:lnTo>
                  <a:lnTo>
                    <a:pt x="513" y="49"/>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6"/>
            <p:cNvSpPr/>
            <p:nvPr/>
          </p:nvSpPr>
          <p:spPr>
            <a:xfrm>
              <a:off x="4651529" y="1877529"/>
              <a:ext cx="28114" cy="83180"/>
            </a:xfrm>
            <a:custGeom>
              <a:rect b="b" l="l" r="r" t="t"/>
              <a:pathLst>
                <a:path extrusionOk="0" h="2506" w="847">
                  <a:moveTo>
                    <a:pt x="520" y="0"/>
                  </a:moveTo>
                  <a:cubicBezTo>
                    <a:pt x="186" y="334"/>
                    <a:pt x="0" y="779"/>
                    <a:pt x="0" y="1252"/>
                  </a:cubicBezTo>
                  <a:cubicBezTo>
                    <a:pt x="0" y="1726"/>
                    <a:pt x="184" y="2171"/>
                    <a:pt x="520" y="2506"/>
                  </a:cubicBezTo>
                  <a:lnTo>
                    <a:pt x="846" y="2178"/>
                  </a:lnTo>
                  <a:cubicBezTo>
                    <a:pt x="599" y="1932"/>
                    <a:pt x="464" y="1603"/>
                    <a:pt x="464" y="1252"/>
                  </a:cubicBezTo>
                  <a:cubicBezTo>
                    <a:pt x="464" y="903"/>
                    <a:pt x="600" y="574"/>
                    <a:pt x="846" y="327"/>
                  </a:cubicBezTo>
                  <a:lnTo>
                    <a:pt x="5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6"/>
            <p:cNvSpPr/>
            <p:nvPr/>
          </p:nvSpPr>
          <p:spPr>
            <a:xfrm>
              <a:off x="4767836" y="1781005"/>
              <a:ext cx="16862" cy="16995"/>
            </a:xfrm>
            <a:custGeom>
              <a:rect b="b" l="l" r="r" t="t"/>
              <a:pathLst>
                <a:path extrusionOk="0" h="512" w="508">
                  <a:moveTo>
                    <a:pt x="459" y="0"/>
                  </a:moveTo>
                  <a:lnTo>
                    <a:pt x="0" y="48"/>
                  </a:lnTo>
                  <a:lnTo>
                    <a:pt x="49" y="512"/>
                  </a:lnTo>
                  <a:lnTo>
                    <a:pt x="508" y="463"/>
                  </a:lnTo>
                  <a:lnTo>
                    <a:pt x="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6"/>
            <p:cNvSpPr/>
            <p:nvPr/>
          </p:nvSpPr>
          <p:spPr>
            <a:xfrm>
              <a:off x="4772815" y="1998748"/>
              <a:ext cx="50619" cy="50652"/>
            </a:xfrm>
            <a:custGeom>
              <a:rect b="b" l="l" r="r" t="t"/>
              <a:pathLst>
                <a:path extrusionOk="0" h="1526" w="1525">
                  <a:moveTo>
                    <a:pt x="1198" y="1"/>
                  </a:moveTo>
                  <a:lnTo>
                    <a:pt x="0" y="1198"/>
                  </a:lnTo>
                  <a:lnTo>
                    <a:pt x="327" y="1525"/>
                  </a:lnTo>
                  <a:lnTo>
                    <a:pt x="1524" y="328"/>
                  </a:lnTo>
                  <a:lnTo>
                    <a:pt x="11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6"/>
            <p:cNvSpPr/>
            <p:nvPr/>
          </p:nvSpPr>
          <p:spPr>
            <a:xfrm>
              <a:off x="4823433" y="1977239"/>
              <a:ext cx="21575" cy="21575"/>
            </a:xfrm>
            <a:custGeom>
              <a:rect b="b" l="l" r="r" t="t"/>
              <a:pathLst>
                <a:path extrusionOk="0" h="650" w="650">
                  <a:moveTo>
                    <a:pt x="324" y="0"/>
                  </a:moveTo>
                  <a:lnTo>
                    <a:pt x="0" y="324"/>
                  </a:lnTo>
                  <a:lnTo>
                    <a:pt x="326" y="650"/>
                  </a:lnTo>
                  <a:lnTo>
                    <a:pt x="650" y="326"/>
                  </a:lnTo>
                  <a:lnTo>
                    <a:pt x="3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6"/>
            <p:cNvSpPr/>
            <p:nvPr/>
          </p:nvSpPr>
          <p:spPr>
            <a:xfrm>
              <a:off x="4889553" y="1910954"/>
              <a:ext cx="21675" cy="21675"/>
            </a:xfrm>
            <a:custGeom>
              <a:rect b="b" l="l" r="r" t="t"/>
              <a:pathLst>
                <a:path extrusionOk="0" h="653" w="653">
                  <a:moveTo>
                    <a:pt x="326" y="0"/>
                  </a:moveTo>
                  <a:lnTo>
                    <a:pt x="0" y="327"/>
                  </a:lnTo>
                  <a:lnTo>
                    <a:pt x="326" y="653"/>
                  </a:lnTo>
                  <a:lnTo>
                    <a:pt x="653" y="327"/>
                  </a:lnTo>
                  <a:lnTo>
                    <a:pt x="3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6"/>
            <p:cNvSpPr/>
            <p:nvPr/>
          </p:nvSpPr>
          <p:spPr>
            <a:xfrm>
              <a:off x="4857157" y="1932628"/>
              <a:ext cx="32396" cy="32429"/>
            </a:xfrm>
            <a:custGeom>
              <a:rect b="b" l="l" r="r" t="t"/>
              <a:pathLst>
                <a:path extrusionOk="0" h="977" w="976">
                  <a:moveTo>
                    <a:pt x="648" y="1"/>
                  </a:moveTo>
                  <a:lnTo>
                    <a:pt x="0" y="650"/>
                  </a:lnTo>
                  <a:lnTo>
                    <a:pt x="326" y="976"/>
                  </a:lnTo>
                  <a:lnTo>
                    <a:pt x="975" y="328"/>
                  </a:lnTo>
                  <a:lnTo>
                    <a:pt x="6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6"/>
            <p:cNvSpPr/>
            <p:nvPr/>
          </p:nvSpPr>
          <p:spPr>
            <a:xfrm>
              <a:off x="4911194" y="1889279"/>
              <a:ext cx="21708" cy="21708"/>
            </a:xfrm>
            <a:custGeom>
              <a:rect b="b" l="l" r="r" t="t"/>
              <a:pathLst>
                <a:path extrusionOk="0" h="654" w="654">
                  <a:moveTo>
                    <a:pt x="328" y="1"/>
                  </a:moveTo>
                  <a:lnTo>
                    <a:pt x="1" y="328"/>
                  </a:lnTo>
                  <a:lnTo>
                    <a:pt x="328" y="653"/>
                  </a:lnTo>
                  <a:lnTo>
                    <a:pt x="653" y="328"/>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6"/>
            <p:cNvSpPr/>
            <p:nvPr/>
          </p:nvSpPr>
          <p:spPr>
            <a:xfrm>
              <a:off x="4932935" y="1838727"/>
              <a:ext cx="50585" cy="50585"/>
            </a:xfrm>
            <a:custGeom>
              <a:rect b="b" l="l" r="r" t="t"/>
              <a:pathLst>
                <a:path extrusionOk="0" h="1524" w="1524">
                  <a:moveTo>
                    <a:pt x="1197" y="1"/>
                  </a:moveTo>
                  <a:lnTo>
                    <a:pt x="0" y="1197"/>
                  </a:lnTo>
                  <a:lnTo>
                    <a:pt x="326" y="1524"/>
                  </a:lnTo>
                  <a:lnTo>
                    <a:pt x="1524" y="326"/>
                  </a:lnTo>
                  <a:lnTo>
                    <a:pt x="11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6"/>
            <p:cNvSpPr/>
            <p:nvPr/>
          </p:nvSpPr>
          <p:spPr>
            <a:xfrm>
              <a:off x="5003303" y="1882674"/>
              <a:ext cx="33358" cy="33358"/>
            </a:xfrm>
            <a:custGeom>
              <a:rect b="b" l="l" r="r" t="t"/>
              <a:pathLst>
                <a:path extrusionOk="0" h="1005" w="1005">
                  <a:moveTo>
                    <a:pt x="327" y="0"/>
                  </a:moveTo>
                  <a:lnTo>
                    <a:pt x="1" y="327"/>
                  </a:lnTo>
                  <a:lnTo>
                    <a:pt x="678" y="1004"/>
                  </a:lnTo>
                  <a:lnTo>
                    <a:pt x="1005" y="678"/>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6"/>
            <p:cNvSpPr/>
            <p:nvPr/>
          </p:nvSpPr>
          <p:spPr>
            <a:xfrm>
              <a:off x="4904157" y="1783495"/>
              <a:ext cx="33358" cy="33325"/>
            </a:xfrm>
            <a:custGeom>
              <a:rect b="b" l="l" r="r" t="t"/>
              <a:pathLst>
                <a:path extrusionOk="0" h="1004" w="1005">
                  <a:moveTo>
                    <a:pt x="328" y="1"/>
                  </a:moveTo>
                  <a:lnTo>
                    <a:pt x="1" y="326"/>
                  </a:lnTo>
                  <a:lnTo>
                    <a:pt x="678" y="1004"/>
                  </a:lnTo>
                  <a:lnTo>
                    <a:pt x="1005" y="678"/>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66"/>
          <p:cNvGrpSpPr/>
          <p:nvPr/>
        </p:nvGrpSpPr>
        <p:grpSpPr>
          <a:xfrm>
            <a:off x="4014940" y="2006311"/>
            <a:ext cx="462489" cy="462518"/>
            <a:chOff x="3990301" y="1677577"/>
            <a:chExt cx="522881" cy="522915"/>
          </a:xfrm>
        </p:grpSpPr>
        <p:sp>
          <p:nvSpPr>
            <p:cNvPr id="5824" name="Google Shape;5824;p66"/>
            <p:cNvSpPr/>
            <p:nvPr/>
          </p:nvSpPr>
          <p:spPr>
            <a:xfrm>
              <a:off x="3990301" y="1677577"/>
              <a:ext cx="522881" cy="522915"/>
            </a:xfrm>
            <a:custGeom>
              <a:rect b="b" l="l" r="r" t="t"/>
              <a:pathLst>
                <a:path extrusionOk="0" h="15754" w="15753">
                  <a:moveTo>
                    <a:pt x="7875" y="460"/>
                  </a:moveTo>
                  <a:cubicBezTo>
                    <a:pt x="8087" y="460"/>
                    <a:pt x="8259" y="633"/>
                    <a:pt x="8259" y="845"/>
                  </a:cubicBezTo>
                  <a:lnTo>
                    <a:pt x="8259" y="1363"/>
                  </a:lnTo>
                  <a:cubicBezTo>
                    <a:pt x="8132" y="1355"/>
                    <a:pt x="8005" y="1352"/>
                    <a:pt x="7875" y="1352"/>
                  </a:cubicBezTo>
                  <a:cubicBezTo>
                    <a:pt x="7746" y="1352"/>
                    <a:pt x="7618" y="1355"/>
                    <a:pt x="7491" y="1363"/>
                  </a:cubicBezTo>
                  <a:lnTo>
                    <a:pt x="7491" y="845"/>
                  </a:lnTo>
                  <a:cubicBezTo>
                    <a:pt x="7491" y="633"/>
                    <a:pt x="7663" y="460"/>
                    <a:pt x="7875" y="460"/>
                  </a:cubicBezTo>
                  <a:close/>
                  <a:moveTo>
                    <a:pt x="2902" y="2522"/>
                  </a:moveTo>
                  <a:cubicBezTo>
                    <a:pt x="3000" y="2522"/>
                    <a:pt x="3098" y="2559"/>
                    <a:pt x="3173" y="2634"/>
                  </a:cubicBezTo>
                  <a:lnTo>
                    <a:pt x="3542" y="3002"/>
                  </a:lnTo>
                  <a:cubicBezTo>
                    <a:pt x="3351" y="3173"/>
                    <a:pt x="3170" y="3354"/>
                    <a:pt x="2999" y="3545"/>
                  </a:cubicBezTo>
                  <a:lnTo>
                    <a:pt x="2630" y="3177"/>
                  </a:lnTo>
                  <a:cubicBezTo>
                    <a:pt x="2480" y="3027"/>
                    <a:pt x="2480" y="2784"/>
                    <a:pt x="2630" y="2634"/>
                  </a:cubicBezTo>
                  <a:cubicBezTo>
                    <a:pt x="2705" y="2559"/>
                    <a:pt x="2803" y="2522"/>
                    <a:pt x="2902" y="2522"/>
                  </a:cubicBezTo>
                  <a:close/>
                  <a:moveTo>
                    <a:pt x="12849" y="2522"/>
                  </a:moveTo>
                  <a:cubicBezTo>
                    <a:pt x="12948" y="2522"/>
                    <a:pt x="13046" y="2559"/>
                    <a:pt x="13121" y="2634"/>
                  </a:cubicBezTo>
                  <a:cubicBezTo>
                    <a:pt x="13271" y="2784"/>
                    <a:pt x="13271" y="3027"/>
                    <a:pt x="13121" y="3177"/>
                  </a:cubicBezTo>
                  <a:lnTo>
                    <a:pt x="12753" y="3545"/>
                  </a:lnTo>
                  <a:cubicBezTo>
                    <a:pt x="12582" y="3354"/>
                    <a:pt x="12401" y="3173"/>
                    <a:pt x="12210" y="3002"/>
                  </a:cubicBezTo>
                  <a:lnTo>
                    <a:pt x="12578" y="2634"/>
                  </a:lnTo>
                  <a:cubicBezTo>
                    <a:pt x="12653" y="2559"/>
                    <a:pt x="12751" y="2522"/>
                    <a:pt x="12849" y="2522"/>
                  </a:cubicBezTo>
                  <a:close/>
                  <a:moveTo>
                    <a:pt x="1360" y="7495"/>
                  </a:moveTo>
                  <a:cubicBezTo>
                    <a:pt x="1352" y="7621"/>
                    <a:pt x="1348" y="7749"/>
                    <a:pt x="1348" y="7878"/>
                  </a:cubicBezTo>
                  <a:cubicBezTo>
                    <a:pt x="1348" y="8008"/>
                    <a:pt x="1353" y="8135"/>
                    <a:pt x="1360" y="8262"/>
                  </a:cubicBezTo>
                  <a:lnTo>
                    <a:pt x="841" y="8262"/>
                  </a:lnTo>
                  <a:cubicBezTo>
                    <a:pt x="629" y="8262"/>
                    <a:pt x="457" y="8090"/>
                    <a:pt x="457" y="7878"/>
                  </a:cubicBezTo>
                  <a:cubicBezTo>
                    <a:pt x="457" y="7666"/>
                    <a:pt x="629" y="7495"/>
                    <a:pt x="841" y="7495"/>
                  </a:cubicBezTo>
                  <a:close/>
                  <a:moveTo>
                    <a:pt x="14909" y="7495"/>
                  </a:moveTo>
                  <a:cubicBezTo>
                    <a:pt x="15121" y="7495"/>
                    <a:pt x="15293" y="7666"/>
                    <a:pt x="15293" y="7878"/>
                  </a:cubicBezTo>
                  <a:cubicBezTo>
                    <a:pt x="15293" y="8090"/>
                    <a:pt x="15121" y="8262"/>
                    <a:pt x="14909" y="8262"/>
                  </a:cubicBezTo>
                  <a:lnTo>
                    <a:pt x="14390" y="8262"/>
                  </a:lnTo>
                  <a:cubicBezTo>
                    <a:pt x="14398" y="8135"/>
                    <a:pt x="14402" y="8008"/>
                    <a:pt x="14402" y="7878"/>
                  </a:cubicBezTo>
                  <a:cubicBezTo>
                    <a:pt x="14402" y="7749"/>
                    <a:pt x="14398" y="7621"/>
                    <a:pt x="14390" y="7495"/>
                  </a:cubicBezTo>
                  <a:close/>
                  <a:moveTo>
                    <a:pt x="2999" y="12212"/>
                  </a:moveTo>
                  <a:cubicBezTo>
                    <a:pt x="3170" y="12403"/>
                    <a:pt x="3351" y="12584"/>
                    <a:pt x="3542" y="12754"/>
                  </a:cubicBezTo>
                  <a:lnTo>
                    <a:pt x="3173" y="13123"/>
                  </a:lnTo>
                  <a:cubicBezTo>
                    <a:pt x="3098" y="13198"/>
                    <a:pt x="3000" y="13235"/>
                    <a:pt x="2902" y="13235"/>
                  </a:cubicBezTo>
                  <a:cubicBezTo>
                    <a:pt x="2803" y="13235"/>
                    <a:pt x="2705" y="13198"/>
                    <a:pt x="2630" y="13123"/>
                  </a:cubicBezTo>
                  <a:cubicBezTo>
                    <a:pt x="2480" y="12973"/>
                    <a:pt x="2480" y="12730"/>
                    <a:pt x="2630" y="12580"/>
                  </a:cubicBezTo>
                  <a:lnTo>
                    <a:pt x="2999" y="12212"/>
                  </a:lnTo>
                  <a:close/>
                  <a:moveTo>
                    <a:pt x="12753" y="12212"/>
                  </a:moveTo>
                  <a:lnTo>
                    <a:pt x="13121" y="12580"/>
                  </a:lnTo>
                  <a:cubicBezTo>
                    <a:pt x="13271" y="12730"/>
                    <a:pt x="13271" y="12973"/>
                    <a:pt x="13121" y="13123"/>
                  </a:cubicBezTo>
                  <a:cubicBezTo>
                    <a:pt x="13046" y="13198"/>
                    <a:pt x="12948" y="13235"/>
                    <a:pt x="12849" y="13235"/>
                  </a:cubicBezTo>
                  <a:cubicBezTo>
                    <a:pt x="12751" y="13235"/>
                    <a:pt x="12653" y="13198"/>
                    <a:pt x="12578" y="13123"/>
                  </a:cubicBezTo>
                  <a:lnTo>
                    <a:pt x="12210" y="12754"/>
                  </a:lnTo>
                  <a:cubicBezTo>
                    <a:pt x="12401" y="12584"/>
                    <a:pt x="12582" y="12403"/>
                    <a:pt x="12753" y="12212"/>
                  </a:cubicBezTo>
                  <a:close/>
                  <a:moveTo>
                    <a:pt x="7875" y="1810"/>
                  </a:moveTo>
                  <a:cubicBezTo>
                    <a:pt x="11221" y="1810"/>
                    <a:pt x="13942" y="4531"/>
                    <a:pt x="13942" y="7876"/>
                  </a:cubicBezTo>
                  <a:cubicBezTo>
                    <a:pt x="13942" y="11223"/>
                    <a:pt x="11221" y="13944"/>
                    <a:pt x="7875" y="13944"/>
                  </a:cubicBezTo>
                  <a:cubicBezTo>
                    <a:pt x="4531" y="13944"/>
                    <a:pt x="1808" y="11223"/>
                    <a:pt x="1808" y="7876"/>
                  </a:cubicBezTo>
                  <a:cubicBezTo>
                    <a:pt x="1808" y="4533"/>
                    <a:pt x="4530" y="1810"/>
                    <a:pt x="7875" y="1810"/>
                  </a:cubicBezTo>
                  <a:close/>
                  <a:moveTo>
                    <a:pt x="8259" y="14394"/>
                  </a:moveTo>
                  <a:lnTo>
                    <a:pt x="8259" y="14912"/>
                  </a:lnTo>
                  <a:cubicBezTo>
                    <a:pt x="8259" y="15124"/>
                    <a:pt x="8087" y="15295"/>
                    <a:pt x="7875" y="15295"/>
                  </a:cubicBezTo>
                  <a:cubicBezTo>
                    <a:pt x="7663" y="15295"/>
                    <a:pt x="7491" y="15124"/>
                    <a:pt x="7491" y="14912"/>
                  </a:cubicBezTo>
                  <a:lnTo>
                    <a:pt x="7491" y="14394"/>
                  </a:lnTo>
                  <a:cubicBezTo>
                    <a:pt x="7618" y="14401"/>
                    <a:pt x="7746" y="14405"/>
                    <a:pt x="7875" y="14405"/>
                  </a:cubicBezTo>
                  <a:cubicBezTo>
                    <a:pt x="8005" y="14405"/>
                    <a:pt x="8132" y="14401"/>
                    <a:pt x="8259" y="14394"/>
                  </a:cubicBezTo>
                  <a:close/>
                  <a:moveTo>
                    <a:pt x="7877" y="0"/>
                  </a:moveTo>
                  <a:cubicBezTo>
                    <a:pt x="7411" y="0"/>
                    <a:pt x="7033" y="380"/>
                    <a:pt x="7033" y="845"/>
                  </a:cubicBezTo>
                  <a:lnTo>
                    <a:pt x="7033" y="1406"/>
                  </a:lnTo>
                  <a:cubicBezTo>
                    <a:pt x="5864" y="1557"/>
                    <a:pt x="4791" y="2020"/>
                    <a:pt x="3900" y="2707"/>
                  </a:cubicBezTo>
                  <a:lnTo>
                    <a:pt x="3501" y="2306"/>
                  </a:lnTo>
                  <a:cubicBezTo>
                    <a:pt x="3336" y="2142"/>
                    <a:pt x="3120" y="2060"/>
                    <a:pt x="2903" y="2060"/>
                  </a:cubicBezTo>
                  <a:cubicBezTo>
                    <a:pt x="2687" y="2060"/>
                    <a:pt x="2471" y="2142"/>
                    <a:pt x="2307" y="2306"/>
                  </a:cubicBezTo>
                  <a:cubicBezTo>
                    <a:pt x="1977" y="2636"/>
                    <a:pt x="1977" y="3172"/>
                    <a:pt x="2307" y="3501"/>
                  </a:cubicBezTo>
                  <a:lnTo>
                    <a:pt x="2706" y="3901"/>
                  </a:lnTo>
                  <a:cubicBezTo>
                    <a:pt x="2019" y="4791"/>
                    <a:pt x="1557" y="5864"/>
                    <a:pt x="1405" y="7032"/>
                  </a:cubicBezTo>
                  <a:lnTo>
                    <a:pt x="844" y="7032"/>
                  </a:lnTo>
                  <a:cubicBezTo>
                    <a:pt x="379" y="7032"/>
                    <a:pt x="0" y="7412"/>
                    <a:pt x="0" y="7877"/>
                  </a:cubicBezTo>
                  <a:cubicBezTo>
                    <a:pt x="0" y="8343"/>
                    <a:pt x="379" y="8721"/>
                    <a:pt x="844" y="8721"/>
                  </a:cubicBezTo>
                  <a:lnTo>
                    <a:pt x="1405" y="8721"/>
                  </a:lnTo>
                  <a:cubicBezTo>
                    <a:pt x="1556" y="9890"/>
                    <a:pt x="2019" y="10962"/>
                    <a:pt x="2706" y="11854"/>
                  </a:cubicBezTo>
                  <a:lnTo>
                    <a:pt x="2307" y="12253"/>
                  </a:lnTo>
                  <a:cubicBezTo>
                    <a:pt x="1977" y="12583"/>
                    <a:pt x="1977" y="13117"/>
                    <a:pt x="2307" y="13447"/>
                  </a:cubicBezTo>
                  <a:cubicBezTo>
                    <a:pt x="2470" y="13612"/>
                    <a:pt x="2687" y="13695"/>
                    <a:pt x="2903" y="13695"/>
                  </a:cubicBezTo>
                  <a:cubicBezTo>
                    <a:pt x="3119" y="13695"/>
                    <a:pt x="3337" y="13612"/>
                    <a:pt x="3501" y="13447"/>
                  </a:cubicBezTo>
                  <a:lnTo>
                    <a:pt x="3900" y="13048"/>
                  </a:lnTo>
                  <a:cubicBezTo>
                    <a:pt x="4791" y="13734"/>
                    <a:pt x="5863" y="14197"/>
                    <a:pt x="7033" y="14348"/>
                  </a:cubicBezTo>
                  <a:lnTo>
                    <a:pt x="7033" y="14910"/>
                  </a:lnTo>
                  <a:cubicBezTo>
                    <a:pt x="7033" y="15375"/>
                    <a:pt x="7411" y="15754"/>
                    <a:pt x="7877" y="15754"/>
                  </a:cubicBezTo>
                  <a:cubicBezTo>
                    <a:pt x="8342" y="15754"/>
                    <a:pt x="8720" y="15375"/>
                    <a:pt x="8720" y="14910"/>
                  </a:cubicBezTo>
                  <a:lnTo>
                    <a:pt x="8720" y="14348"/>
                  </a:lnTo>
                  <a:cubicBezTo>
                    <a:pt x="9889" y="14197"/>
                    <a:pt x="10962" y="13734"/>
                    <a:pt x="11853" y="13048"/>
                  </a:cubicBezTo>
                  <a:lnTo>
                    <a:pt x="12252" y="13447"/>
                  </a:lnTo>
                  <a:cubicBezTo>
                    <a:pt x="12416" y="13612"/>
                    <a:pt x="12634" y="13695"/>
                    <a:pt x="12850" y="13695"/>
                  </a:cubicBezTo>
                  <a:cubicBezTo>
                    <a:pt x="13065" y="13695"/>
                    <a:pt x="13282" y="13612"/>
                    <a:pt x="13447" y="13447"/>
                  </a:cubicBezTo>
                  <a:cubicBezTo>
                    <a:pt x="13776" y="13117"/>
                    <a:pt x="13776" y="12583"/>
                    <a:pt x="13447" y="12253"/>
                  </a:cubicBezTo>
                  <a:lnTo>
                    <a:pt x="13047" y="11854"/>
                  </a:lnTo>
                  <a:cubicBezTo>
                    <a:pt x="13734" y="10962"/>
                    <a:pt x="14196" y="9890"/>
                    <a:pt x="14347" y="8721"/>
                  </a:cubicBezTo>
                  <a:lnTo>
                    <a:pt x="14909" y="8721"/>
                  </a:lnTo>
                  <a:cubicBezTo>
                    <a:pt x="15374" y="8721"/>
                    <a:pt x="15753" y="8343"/>
                    <a:pt x="15753" y="7877"/>
                  </a:cubicBezTo>
                  <a:cubicBezTo>
                    <a:pt x="15753" y="7412"/>
                    <a:pt x="15375" y="7032"/>
                    <a:pt x="14909" y="7032"/>
                  </a:cubicBezTo>
                  <a:lnTo>
                    <a:pt x="14347" y="7032"/>
                  </a:lnTo>
                  <a:cubicBezTo>
                    <a:pt x="14196" y="5864"/>
                    <a:pt x="13734" y="4791"/>
                    <a:pt x="13047" y="3901"/>
                  </a:cubicBezTo>
                  <a:lnTo>
                    <a:pt x="13447" y="3501"/>
                  </a:lnTo>
                  <a:cubicBezTo>
                    <a:pt x="13776" y="3172"/>
                    <a:pt x="13776" y="2636"/>
                    <a:pt x="13447" y="2306"/>
                  </a:cubicBezTo>
                  <a:cubicBezTo>
                    <a:pt x="13282" y="2142"/>
                    <a:pt x="13065" y="2060"/>
                    <a:pt x="12849" y="2060"/>
                  </a:cubicBezTo>
                  <a:cubicBezTo>
                    <a:pt x="12633" y="2060"/>
                    <a:pt x="12417" y="2142"/>
                    <a:pt x="12252" y="2306"/>
                  </a:cubicBezTo>
                  <a:lnTo>
                    <a:pt x="11853" y="2707"/>
                  </a:lnTo>
                  <a:cubicBezTo>
                    <a:pt x="10962" y="2020"/>
                    <a:pt x="9889" y="1557"/>
                    <a:pt x="8720" y="1406"/>
                  </a:cubicBezTo>
                  <a:lnTo>
                    <a:pt x="8720" y="845"/>
                  </a:lnTo>
                  <a:cubicBezTo>
                    <a:pt x="8720" y="380"/>
                    <a:pt x="8342" y="0"/>
                    <a:pt x="7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6"/>
            <p:cNvSpPr/>
            <p:nvPr/>
          </p:nvSpPr>
          <p:spPr>
            <a:xfrm>
              <a:off x="4101264" y="1788673"/>
              <a:ext cx="300857" cy="300824"/>
            </a:xfrm>
            <a:custGeom>
              <a:rect b="b" l="l" r="r" t="t"/>
              <a:pathLst>
                <a:path extrusionOk="0" h="9063" w="9064">
                  <a:moveTo>
                    <a:pt x="4532" y="462"/>
                  </a:moveTo>
                  <a:cubicBezTo>
                    <a:pt x="4662" y="462"/>
                    <a:pt x="4789" y="468"/>
                    <a:pt x="4916" y="480"/>
                  </a:cubicBezTo>
                  <a:lnTo>
                    <a:pt x="4916" y="2339"/>
                  </a:lnTo>
                  <a:cubicBezTo>
                    <a:pt x="4791" y="2317"/>
                    <a:pt x="4663" y="2305"/>
                    <a:pt x="4532" y="2305"/>
                  </a:cubicBezTo>
                  <a:cubicBezTo>
                    <a:pt x="4401" y="2305"/>
                    <a:pt x="4274" y="2316"/>
                    <a:pt x="4148" y="2339"/>
                  </a:cubicBezTo>
                  <a:lnTo>
                    <a:pt x="4148" y="480"/>
                  </a:lnTo>
                  <a:cubicBezTo>
                    <a:pt x="4275" y="468"/>
                    <a:pt x="4403" y="462"/>
                    <a:pt x="4532" y="462"/>
                  </a:cubicBezTo>
                  <a:close/>
                  <a:moveTo>
                    <a:pt x="3688" y="550"/>
                  </a:moveTo>
                  <a:lnTo>
                    <a:pt x="3688" y="2470"/>
                  </a:lnTo>
                  <a:cubicBezTo>
                    <a:pt x="3682" y="2473"/>
                    <a:pt x="3677" y="2474"/>
                    <a:pt x="3674" y="2478"/>
                  </a:cubicBezTo>
                  <a:lnTo>
                    <a:pt x="2316" y="1120"/>
                  </a:lnTo>
                  <a:cubicBezTo>
                    <a:pt x="2728" y="851"/>
                    <a:pt x="3191" y="654"/>
                    <a:pt x="3688" y="550"/>
                  </a:cubicBezTo>
                  <a:close/>
                  <a:moveTo>
                    <a:pt x="5377" y="550"/>
                  </a:moveTo>
                  <a:cubicBezTo>
                    <a:pt x="5874" y="654"/>
                    <a:pt x="6338" y="851"/>
                    <a:pt x="6749" y="1120"/>
                  </a:cubicBezTo>
                  <a:lnTo>
                    <a:pt x="5392" y="2478"/>
                  </a:lnTo>
                  <a:cubicBezTo>
                    <a:pt x="5387" y="2474"/>
                    <a:pt x="5382" y="2473"/>
                    <a:pt x="5377" y="2470"/>
                  </a:cubicBezTo>
                  <a:lnTo>
                    <a:pt x="5377" y="550"/>
                  </a:lnTo>
                  <a:close/>
                  <a:moveTo>
                    <a:pt x="1940" y="1397"/>
                  </a:moveTo>
                  <a:lnTo>
                    <a:pt x="3253" y="2710"/>
                  </a:lnTo>
                  <a:cubicBezTo>
                    <a:pt x="3043" y="2858"/>
                    <a:pt x="2859" y="3042"/>
                    <a:pt x="2710" y="3253"/>
                  </a:cubicBezTo>
                  <a:lnTo>
                    <a:pt x="1397" y="1940"/>
                  </a:lnTo>
                  <a:cubicBezTo>
                    <a:pt x="1561" y="1741"/>
                    <a:pt x="1742" y="1559"/>
                    <a:pt x="1940" y="1397"/>
                  </a:cubicBezTo>
                  <a:close/>
                  <a:moveTo>
                    <a:pt x="7125" y="1397"/>
                  </a:moveTo>
                  <a:cubicBezTo>
                    <a:pt x="7322" y="1559"/>
                    <a:pt x="7504" y="1741"/>
                    <a:pt x="7668" y="1940"/>
                  </a:cubicBezTo>
                  <a:lnTo>
                    <a:pt x="6355" y="3253"/>
                  </a:lnTo>
                  <a:cubicBezTo>
                    <a:pt x="6206" y="3042"/>
                    <a:pt x="6023" y="2858"/>
                    <a:pt x="5812" y="2710"/>
                  </a:cubicBezTo>
                  <a:lnTo>
                    <a:pt x="7125" y="1397"/>
                  </a:lnTo>
                  <a:close/>
                  <a:moveTo>
                    <a:pt x="1122" y="2314"/>
                  </a:moveTo>
                  <a:lnTo>
                    <a:pt x="2480" y="3672"/>
                  </a:lnTo>
                  <a:cubicBezTo>
                    <a:pt x="2477" y="3676"/>
                    <a:pt x="2476" y="3682"/>
                    <a:pt x="2472" y="3685"/>
                  </a:cubicBezTo>
                  <a:lnTo>
                    <a:pt x="552" y="3685"/>
                  </a:lnTo>
                  <a:cubicBezTo>
                    <a:pt x="656" y="3189"/>
                    <a:pt x="853" y="2727"/>
                    <a:pt x="1122" y="2314"/>
                  </a:cubicBezTo>
                  <a:close/>
                  <a:moveTo>
                    <a:pt x="7943" y="2314"/>
                  </a:moveTo>
                  <a:cubicBezTo>
                    <a:pt x="8212" y="2727"/>
                    <a:pt x="8409" y="3189"/>
                    <a:pt x="8514" y="3685"/>
                  </a:cubicBezTo>
                  <a:lnTo>
                    <a:pt x="6593" y="3685"/>
                  </a:lnTo>
                  <a:cubicBezTo>
                    <a:pt x="6590" y="3680"/>
                    <a:pt x="6588" y="3675"/>
                    <a:pt x="6586" y="3672"/>
                  </a:cubicBezTo>
                  <a:lnTo>
                    <a:pt x="7943" y="2314"/>
                  </a:lnTo>
                  <a:close/>
                  <a:moveTo>
                    <a:pt x="2340" y="4148"/>
                  </a:moveTo>
                  <a:cubicBezTo>
                    <a:pt x="2317" y="4273"/>
                    <a:pt x="2306" y="4401"/>
                    <a:pt x="2306" y="4531"/>
                  </a:cubicBezTo>
                  <a:cubicBezTo>
                    <a:pt x="2306" y="4662"/>
                    <a:pt x="2317" y="4790"/>
                    <a:pt x="2340" y="4915"/>
                  </a:cubicBezTo>
                  <a:lnTo>
                    <a:pt x="481" y="4915"/>
                  </a:lnTo>
                  <a:cubicBezTo>
                    <a:pt x="469" y="4788"/>
                    <a:pt x="463" y="4661"/>
                    <a:pt x="463" y="4531"/>
                  </a:cubicBezTo>
                  <a:cubicBezTo>
                    <a:pt x="463" y="4402"/>
                    <a:pt x="469" y="4274"/>
                    <a:pt x="481" y="4148"/>
                  </a:cubicBezTo>
                  <a:close/>
                  <a:moveTo>
                    <a:pt x="8584" y="4148"/>
                  </a:moveTo>
                  <a:cubicBezTo>
                    <a:pt x="8597" y="4274"/>
                    <a:pt x="8603" y="4402"/>
                    <a:pt x="8603" y="4531"/>
                  </a:cubicBezTo>
                  <a:cubicBezTo>
                    <a:pt x="8603" y="4661"/>
                    <a:pt x="8597" y="4788"/>
                    <a:pt x="8584" y="4915"/>
                  </a:cubicBezTo>
                  <a:lnTo>
                    <a:pt x="6726" y="4915"/>
                  </a:lnTo>
                  <a:cubicBezTo>
                    <a:pt x="6748" y="4790"/>
                    <a:pt x="6759" y="4662"/>
                    <a:pt x="6759" y="4531"/>
                  </a:cubicBezTo>
                  <a:cubicBezTo>
                    <a:pt x="6759" y="4400"/>
                    <a:pt x="6748" y="4273"/>
                    <a:pt x="6726" y="4148"/>
                  </a:cubicBezTo>
                  <a:close/>
                  <a:moveTo>
                    <a:pt x="4534" y="2765"/>
                  </a:moveTo>
                  <a:cubicBezTo>
                    <a:pt x="5507" y="2765"/>
                    <a:pt x="6299" y="3558"/>
                    <a:pt x="6299" y="4531"/>
                  </a:cubicBezTo>
                  <a:cubicBezTo>
                    <a:pt x="6299" y="5505"/>
                    <a:pt x="5507" y="6297"/>
                    <a:pt x="4534" y="6297"/>
                  </a:cubicBezTo>
                  <a:cubicBezTo>
                    <a:pt x="3560" y="6297"/>
                    <a:pt x="2767" y="5505"/>
                    <a:pt x="2767" y="4531"/>
                  </a:cubicBezTo>
                  <a:cubicBezTo>
                    <a:pt x="2767" y="3558"/>
                    <a:pt x="3560" y="2765"/>
                    <a:pt x="4534" y="2765"/>
                  </a:cubicBezTo>
                  <a:close/>
                  <a:moveTo>
                    <a:pt x="2472" y="5376"/>
                  </a:moveTo>
                  <a:cubicBezTo>
                    <a:pt x="2476" y="5381"/>
                    <a:pt x="2477" y="5387"/>
                    <a:pt x="2480" y="5391"/>
                  </a:cubicBezTo>
                  <a:lnTo>
                    <a:pt x="1122" y="6749"/>
                  </a:lnTo>
                  <a:cubicBezTo>
                    <a:pt x="853" y="6336"/>
                    <a:pt x="656" y="5873"/>
                    <a:pt x="552" y="5376"/>
                  </a:cubicBezTo>
                  <a:close/>
                  <a:moveTo>
                    <a:pt x="8514" y="5376"/>
                  </a:moveTo>
                  <a:cubicBezTo>
                    <a:pt x="8409" y="5872"/>
                    <a:pt x="8212" y="6336"/>
                    <a:pt x="7943" y="6749"/>
                  </a:cubicBezTo>
                  <a:lnTo>
                    <a:pt x="6586" y="5391"/>
                  </a:lnTo>
                  <a:cubicBezTo>
                    <a:pt x="6588" y="5386"/>
                    <a:pt x="6590" y="5380"/>
                    <a:pt x="6593" y="5376"/>
                  </a:cubicBezTo>
                  <a:close/>
                  <a:moveTo>
                    <a:pt x="2710" y="5810"/>
                  </a:moveTo>
                  <a:cubicBezTo>
                    <a:pt x="2859" y="6021"/>
                    <a:pt x="3043" y="6204"/>
                    <a:pt x="3253" y="6353"/>
                  </a:cubicBezTo>
                  <a:lnTo>
                    <a:pt x="1940" y="7666"/>
                  </a:lnTo>
                  <a:cubicBezTo>
                    <a:pt x="1742" y="7502"/>
                    <a:pt x="1561" y="7321"/>
                    <a:pt x="1397" y="7123"/>
                  </a:cubicBezTo>
                  <a:lnTo>
                    <a:pt x="2710" y="5810"/>
                  </a:lnTo>
                  <a:close/>
                  <a:moveTo>
                    <a:pt x="6355" y="5810"/>
                  </a:moveTo>
                  <a:lnTo>
                    <a:pt x="7668" y="7123"/>
                  </a:lnTo>
                  <a:cubicBezTo>
                    <a:pt x="7504" y="7321"/>
                    <a:pt x="7322" y="7502"/>
                    <a:pt x="7125" y="7666"/>
                  </a:cubicBezTo>
                  <a:lnTo>
                    <a:pt x="5812" y="6353"/>
                  </a:lnTo>
                  <a:cubicBezTo>
                    <a:pt x="6023" y="6204"/>
                    <a:pt x="6206" y="6021"/>
                    <a:pt x="6355" y="5810"/>
                  </a:cubicBezTo>
                  <a:close/>
                  <a:moveTo>
                    <a:pt x="3674" y="6585"/>
                  </a:moveTo>
                  <a:cubicBezTo>
                    <a:pt x="3678" y="6587"/>
                    <a:pt x="3684" y="6589"/>
                    <a:pt x="3688" y="6591"/>
                  </a:cubicBezTo>
                  <a:lnTo>
                    <a:pt x="3688" y="8513"/>
                  </a:lnTo>
                  <a:cubicBezTo>
                    <a:pt x="3191" y="8407"/>
                    <a:pt x="2728" y="8212"/>
                    <a:pt x="2316" y="7942"/>
                  </a:cubicBezTo>
                  <a:lnTo>
                    <a:pt x="3674" y="6585"/>
                  </a:lnTo>
                  <a:close/>
                  <a:moveTo>
                    <a:pt x="5392" y="6585"/>
                  </a:moveTo>
                  <a:lnTo>
                    <a:pt x="6749" y="7942"/>
                  </a:lnTo>
                  <a:cubicBezTo>
                    <a:pt x="6337" y="8212"/>
                    <a:pt x="5874" y="8406"/>
                    <a:pt x="5377" y="8513"/>
                  </a:cubicBezTo>
                  <a:lnTo>
                    <a:pt x="5377" y="6591"/>
                  </a:lnTo>
                  <a:cubicBezTo>
                    <a:pt x="5383" y="6589"/>
                    <a:pt x="5388" y="6587"/>
                    <a:pt x="5392" y="6585"/>
                  </a:cubicBezTo>
                  <a:close/>
                  <a:moveTo>
                    <a:pt x="4916" y="6724"/>
                  </a:moveTo>
                  <a:lnTo>
                    <a:pt x="4916" y="8582"/>
                  </a:lnTo>
                  <a:cubicBezTo>
                    <a:pt x="4789" y="8594"/>
                    <a:pt x="4662" y="8601"/>
                    <a:pt x="4532" y="8601"/>
                  </a:cubicBezTo>
                  <a:cubicBezTo>
                    <a:pt x="4403" y="8601"/>
                    <a:pt x="4275" y="8594"/>
                    <a:pt x="4148" y="8582"/>
                  </a:cubicBezTo>
                  <a:lnTo>
                    <a:pt x="4148" y="6724"/>
                  </a:lnTo>
                  <a:cubicBezTo>
                    <a:pt x="4274" y="6746"/>
                    <a:pt x="4401" y="6757"/>
                    <a:pt x="4532" y="6757"/>
                  </a:cubicBezTo>
                  <a:cubicBezTo>
                    <a:pt x="4663" y="6757"/>
                    <a:pt x="4791" y="6746"/>
                    <a:pt x="4916" y="6724"/>
                  </a:cubicBezTo>
                  <a:close/>
                  <a:moveTo>
                    <a:pt x="4532" y="1"/>
                  </a:moveTo>
                  <a:cubicBezTo>
                    <a:pt x="2035" y="1"/>
                    <a:pt x="1" y="2033"/>
                    <a:pt x="1" y="4531"/>
                  </a:cubicBezTo>
                  <a:cubicBezTo>
                    <a:pt x="1" y="7029"/>
                    <a:pt x="2033" y="9062"/>
                    <a:pt x="4532" y="9062"/>
                  </a:cubicBezTo>
                  <a:cubicBezTo>
                    <a:pt x="7030" y="9062"/>
                    <a:pt x="9063" y="7030"/>
                    <a:pt x="9063" y="4531"/>
                  </a:cubicBezTo>
                  <a:cubicBezTo>
                    <a:pt x="9063" y="2033"/>
                    <a:pt x="7031" y="1"/>
                    <a:pt x="4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6"/>
            <p:cNvSpPr/>
            <p:nvPr/>
          </p:nvSpPr>
          <p:spPr>
            <a:xfrm>
              <a:off x="4393192" y="2022215"/>
              <a:ext cx="21077" cy="21077"/>
            </a:xfrm>
            <a:custGeom>
              <a:rect b="b" l="l" r="r" t="t"/>
              <a:pathLst>
                <a:path extrusionOk="0" h="635" w="635">
                  <a:moveTo>
                    <a:pt x="232" y="0"/>
                  </a:moveTo>
                  <a:cubicBezTo>
                    <a:pt x="161" y="128"/>
                    <a:pt x="83" y="256"/>
                    <a:pt x="0" y="376"/>
                  </a:cubicBezTo>
                  <a:lnTo>
                    <a:pt x="382" y="634"/>
                  </a:lnTo>
                  <a:cubicBezTo>
                    <a:pt x="471" y="502"/>
                    <a:pt x="557" y="364"/>
                    <a:pt x="634" y="226"/>
                  </a:cubicBezTo>
                  <a:lnTo>
                    <a:pt x="2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6"/>
            <p:cNvSpPr/>
            <p:nvPr/>
          </p:nvSpPr>
          <p:spPr>
            <a:xfrm>
              <a:off x="4407432" y="1968244"/>
              <a:ext cx="27616" cy="47233"/>
            </a:xfrm>
            <a:custGeom>
              <a:rect b="b" l="l" r="r" t="t"/>
              <a:pathLst>
                <a:path extrusionOk="0" h="1423" w="832">
                  <a:moveTo>
                    <a:pt x="378" y="0"/>
                  </a:moveTo>
                  <a:cubicBezTo>
                    <a:pt x="306" y="425"/>
                    <a:pt x="179" y="840"/>
                    <a:pt x="0" y="1233"/>
                  </a:cubicBezTo>
                  <a:lnTo>
                    <a:pt x="420" y="1422"/>
                  </a:lnTo>
                  <a:cubicBezTo>
                    <a:pt x="615" y="993"/>
                    <a:pt x="753" y="541"/>
                    <a:pt x="832" y="78"/>
                  </a:cubicBezTo>
                  <a:lnTo>
                    <a:pt x="3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6"/>
            <p:cNvSpPr/>
            <p:nvPr/>
          </p:nvSpPr>
          <p:spPr>
            <a:xfrm>
              <a:off x="4421837" y="1939101"/>
              <a:ext cx="15966" cy="15966"/>
            </a:xfrm>
            <a:custGeom>
              <a:rect b="b" l="l" r="r" t="t"/>
              <a:pathLst>
                <a:path extrusionOk="0" h="481" w="481">
                  <a:moveTo>
                    <a:pt x="19" y="0"/>
                  </a:moveTo>
                  <a:cubicBezTo>
                    <a:pt x="19" y="148"/>
                    <a:pt x="12" y="295"/>
                    <a:pt x="1" y="441"/>
                  </a:cubicBezTo>
                  <a:lnTo>
                    <a:pt x="460" y="480"/>
                  </a:lnTo>
                  <a:cubicBezTo>
                    <a:pt x="472" y="321"/>
                    <a:pt x="481" y="161"/>
                    <a:pt x="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6"/>
            <p:cNvSpPr/>
            <p:nvPr/>
          </p:nvSpPr>
          <p:spPr>
            <a:xfrm>
              <a:off x="4298560" y="2090293"/>
              <a:ext cx="39698" cy="27782"/>
            </a:xfrm>
            <a:custGeom>
              <a:rect b="b" l="l" r="r" t="t"/>
              <a:pathLst>
                <a:path extrusionOk="0" h="837" w="1196">
                  <a:moveTo>
                    <a:pt x="981" y="1"/>
                  </a:moveTo>
                  <a:cubicBezTo>
                    <a:pt x="668" y="164"/>
                    <a:pt x="338" y="297"/>
                    <a:pt x="0" y="393"/>
                  </a:cubicBezTo>
                  <a:lnTo>
                    <a:pt x="126" y="837"/>
                  </a:lnTo>
                  <a:cubicBezTo>
                    <a:pt x="497" y="731"/>
                    <a:pt x="855" y="586"/>
                    <a:pt x="1196" y="408"/>
                  </a:cubicBezTo>
                  <a:lnTo>
                    <a:pt x="9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6"/>
            <p:cNvSpPr/>
            <p:nvPr/>
          </p:nvSpPr>
          <p:spPr>
            <a:xfrm>
              <a:off x="4366904" y="2054777"/>
              <a:ext cx="21642" cy="21675"/>
            </a:xfrm>
            <a:custGeom>
              <a:rect b="b" l="l" r="r" t="t"/>
              <a:pathLst>
                <a:path extrusionOk="0" h="653" w="652">
                  <a:moveTo>
                    <a:pt x="312" y="1"/>
                  </a:moveTo>
                  <a:cubicBezTo>
                    <a:pt x="213" y="108"/>
                    <a:pt x="109" y="213"/>
                    <a:pt x="0" y="312"/>
                  </a:cubicBezTo>
                  <a:lnTo>
                    <a:pt x="311" y="652"/>
                  </a:lnTo>
                  <a:cubicBezTo>
                    <a:pt x="429" y="545"/>
                    <a:pt x="544" y="431"/>
                    <a:pt x="652" y="314"/>
                  </a:cubicBezTo>
                  <a:lnTo>
                    <a:pt x="3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6"/>
            <p:cNvSpPr/>
            <p:nvPr/>
          </p:nvSpPr>
          <p:spPr>
            <a:xfrm>
              <a:off x="4343735" y="2074493"/>
              <a:ext cx="21310" cy="21343"/>
            </a:xfrm>
            <a:custGeom>
              <a:rect b="b" l="l" r="r" t="t"/>
              <a:pathLst>
                <a:path extrusionOk="0" h="643" w="642">
                  <a:moveTo>
                    <a:pt x="361" y="0"/>
                  </a:moveTo>
                  <a:cubicBezTo>
                    <a:pt x="244" y="90"/>
                    <a:pt x="124" y="176"/>
                    <a:pt x="0" y="255"/>
                  </a:cubicBezTo>
                  <a:lnTo>
                    <a:pt x="248" y="642"/>
                  </a:lnTo>
                  <a:cubicBezTo>
                    <a:pt x="383" y="556"/>
                    <a:pt x="514" y="465"/>
                    <a:pt x="641" y="366"/>
                  </a:cubicBezTo>
                  <a:lnTo>
                    <a:pt x="3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6"/>
            <p:cNvSpPr/>
            <p:nvPr/>
          </p:nvSpPr>
          <p:spPr>
            <a:xfrm>
              <a:off x="4183648" y="2098027"/>
              <a:ext cx="68111" cy="27118"/>
            </a:xfrm>
            <a:custGeom>
              <a:rect b="b" l="l" r="r" t="t"/>
              <a:pathLst>
                <a:path extrusionOk="0" h="817" w="2052">
                  <a:moveTo>
                    <a:pt x="169" y="1"/>
                  </a:moveTo>
                  <a:lnTo>
                    <a:pt x="1" y="430"/>
                  </a:lnTo>
                  <a:cubicBezTo>
                    <a:pt x="654" y="687"/>
                    <a:pt x="1344" y="817"/>
                    <a:pt x="2052" y="817"/>
                  </a:cubicBezTo>
                  <a:lnTo>
                    <a:pt x="2052" y="356"/>
                  </a:lnTo>
                  <a:cubicBezTo>
                    <a:pt x="1401" y="356"/>
                    <a:pt x="768" y="236"/>
                    <a:pt x="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6"/>
            <p:cNvSpPr/>
            <p:nvPr/>
          </p:nvSpPr>
          <p:spPr>
            <a:xfrm>
              <a:off x="4068569" y="1969306"/>
              <a:ext cx="30371" cy="53042"/>
            </a:xfrm>
            <a:custGeom>
              <a:rect b="b" l="l" r="r" t="t"/>
              <a:pathLst>
                <a:path extrusionOk="0" h="1598" w="915">
                  <a:moveTo>
                    <a:pt x="453" y="0"/>
                  </a:moveTo>
                  <a:lnTo>
                    <a:pt x="0" y="82"/>
                  </a:lnTo>
                  <a:cubicBezTo>
                    <a:pt x="94" y="609"/>
                    <a:pt x="264" y="1118"/>
                    <a:pt x="503" y="1597"/>
                  </a:cubicBezTo>
                  <a:lnTo>
                    <a:pt x="914" y="1390"/>
                  </a:lnTo>
                  <a:cubicBezTo>
                    <a:pt x="695" y="952"/>
                    <a:pt x="540" y="483"/>
                    <a:pt x="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6"/>
            <p:cNvSpPr/>
            <p:nvPr/>
          </p:nvSpPr>
          <p:spPr>
            <a:xfrm>
              <a:off x="4111886" y="2051723"/>
              <a:ext cx="21642" cy="21608"/>
            </a:xfrm>
            <a:custGeom>
              <a:rect b="b" l="l" r="r" t="t"/>
              <a:pathLst>
                <a:path extrusionOk="0" h="651" w="652">
                  <a:moveTo>
                    <a:pt x="347" y="1"/>
                  </a:moveTo>
                  <a:lnTo>
                    <a:pt x="0" y="305"/>
                  </a:lnTo>
                  <a:cubicBezTo>
                    <a:pt x="105" y="425"/>
                    <a:pt x="218" y="541"/>
                    <a:pt x="332" y="651"/>
                  </a:cubicBezTo>
                  <a:lnTo>
                    <a:pt x="652" y="319"/>
                  </a:lnTo>
                  <a:cubicBezTo>
                    <a:pt x="547" y="218"/>
                    <a:pt x="444" y="111"/>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6"/>
            <p:cNvSpPr/>
            <p:nvPr/>
          </p:nvSpPr>
          <p:spPr>
            <a:xfrm>
              <a:off x="4092999" y="2028223"/>
              <a:ext cx="21276" cy="21243"/>
            </a:xfrm>
            <a:custGeom>
              <a:rect b="b" l="l" r="r" t="t"/>
              <a:pathLst>
                <a:path extrusionOk="0" h="640" w="641">
                  <a:moveTo>
                    <a:pt x="394" y="0"/>
                  </a:moveTo>
                  <a:lnTo>
                    <a:pt x="1" y="241"/>
                  </a:lnTo>
                  <a:cubicBezTo>
                    <a:pt x="83" y="377"/>
                    <a:pt x="174" y="511"/>
                    <a:pt x="269" y="639"/>
                  </a:cubicBezTo>
                  <a:lnTo>
                    <a:pt x="641" y="365"/>
                  </a:lnTo>
                  <a:cubicBezTo>
                    <a:pt x="553" y="248"/>
                    <a:pt x="470" y="126"/>
                    <a:pt x="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6"/>
            <p:cNvSpPr/>
            <p:nvPr/>
          </p:nvSpPr>
          <p:spPr>
            <a:xfrm>
              <a:off x="4065648" y="1922969"/>
              <a:ext cx="15932" cy="15966"/>
            </a:xfrm>
            <a:custGeom>
              <a:rect b="b" l="l" r="r" t="t"/>
              <a:pathLst>
                <a:path extrusionOk="0" h="481" w="480">
                  <a:moveTo>
                    <a:pt x="21" y="0"/>
                  </a:moveTo>
                  <a:cubicBezTo>
                    <a:pt x="8" y="159"/>
                    <a:pt x="0" y="320"/>
                    <a:pt x="0" y="480"/>
                  </a:cubicBezTo>
                  <a:lnTo>
                    <a:pt x="461" y="480"/>
                  </a:lnTo>
                  <a:cubicBezTo>
                    <a:pt x="461" y="332"/>
                    <a:pt x="467" y="185"/>
                    <a:pt x="479" y="40"/>
                  </a:cubicBezTo>
                  <a:lnTo>
                    <a:pt x="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6"/>
            <p:cNvSpPr/>
            <p:nvPr/>
          </p:nvSpPr>
          <p:spPr>
            <a:xfrm>
              <a:off x="4078328" y="1856750"/>
              <a:ext cx="20214" cy="20214"/>
            </a:xfrm>
            <a:custGeom>
              <a:rect b="b" l="l" r="r" t="t"/>
              <a:pathLst>
                <a:path extrusionOk="0" h="609" w="609">
                  <a:moveTo>
                    <a:pt x="194" y="0"/>
                  </a:moveTo>
                  <a:cubicBezTo>
                    <a:pt x="123" y="144"/>
                    <a:pt x="59" y="292"/>
                    <a:pt x="1" y="440"/>
                  </a:cubicBezTo>
                  <a:lnTo>
                    <a:pt x="430" y="609"/>
                  </a:lnTo>
                  <a:cubicBezTo>
                    <a:pt x="483" y="473"/>
                    <a:pt x="544" y="337"/>
                    <a:pt x="608" y="205"/>
                  </a:cubicBezTo>
                  <a:lnTo>
                    <a:pt x="1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6"/>
            <p:cNvSpPr/>
            <p:nvPr/>
          </p:nvSpPr>
          <p:spPr>
            <a:xfrm>
              <a:off x="4068403" y="1891569"/>
              <a:ext cx="18156" cy="18223"/>
            </a:xfrm>
            <a:custGeom>
              <a:rect b="b" l="l" r="r" t="t"/>
              <a:pathLst>
                <a:path extrusionOk="0" h="549" w="547">
                  <a:moveTo>
                    <a:pt x="100" y="0"/>
                  </a:moveTo>
                  <a:cubicBezTo>
                    <a:pt x="60" y="154"/>
                    <a:pt x="27" y="311"/>
                    <a:pt x="0" y="470"/>
                  </a:cubicBezTo>
                  <a:lnTo>
                    <a:pt x="453" y="548"/>
                  </a:lnTo>
                  <a:cubicBezTo>
                    <a:pt x="478" y="403"/>
                    <a:pt x="510" y="259"/>
                    <a:pt x="546" y="118"/>
                  </a:cubicBezTo>
                  <a:lnTo>
                    <a:pt x="1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6"/>
            <p:cNvSpPr/>
            <p:nvPr/>
          </p:nvSpPr>
          <p:spPr>
            <a:xfrm>
              <a:off x="4198219" y="1752991"/>
              <a:ext cx="53473" cy="22438"/>
            </a:xfrm>
            <a:custGeom>
              <a:rect b="b" l="l" r="r" t="t"/>
              <a:pathLst>
                <a:path extrusionOk="0" h="676" w="1611">
                  <a:moveTo>
                    <a:pt x="1610" y="0"/>
                  </a:moveTo>
                  <a:cubicBezTo>
                    <a:pt x="1063" y="1"/>
                    <a:pt x="521" y="80"/>
                    <a:pt x="0" y="235"/>
                  </a:cubicBezTo>
                  <a:lnTo>
                    <a:pt x="133" y="675"/>
                  </a:lnTo>
                  <a:cubicBezTo>
                    <a:pt x="609" y="533"/>
                    <a:pt x="1107" y="460"/>
                    <a:pt x="1610" y="460"/>
                  </a:cubicBezTo>
                  <a:lnTo>
                    <a:pt x="16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6"/>
            <p:cNvSpPr/>
            <p:nvPr/>
          </p:nvSpPr>
          <p:spPr>
            <a:xfrm>
              <a:off x="4168778" y="1766035"/>
              <a:ext cx="20048" cy="20148"/>
            </a:xfrm>
            <a:custGeom>
              <a:rect b="b" l="l" r="r" t="t"/>
              <a:pathLst>
                <a:path extrusionOk="0" h="607" w="604">
                  <a:moveTo>
                    <a:pt x="435" y="0"/>
                  </a:moveTo>
                  <a:cubicBezTo>
                    <a:pt x="287" y="58"/>
                    <a:pt x="142" y="124"/>
                    <a:pt x="1" y="194"/>
                  </a:cubicBezTo>
                  <a:lnTo>
                    <a:pt x="206" y="606"/>
                  </a:lnTo>
                  <a:cubicBezTo>
                    <a:pt x="335" y="541"/>
                    <a:pt x="469" y="482"/>
                    <a:pt x="604" y="427"/>
                  </a:cubicBezTo>
                  <a:lnTo>
                    <a:pt x="4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6"/>
            <p:cNvSpPr/>
            <p:nvPr/>
          </p:nvSpPr>
          <p:spPr>
            <a:xfrm>
              <a:off x="4387317" y="1825981"/>
              <a:ext cx="21310" cy="21343"/>
            </a:xfrm>
            <a:custGeom>
              <a:rect b="b" l="l" r="r" t="t"/>
              <a:pathLst>
                <a:path extrusionOk="0" h="643" w="642">
                  <a:moveTo>
                    <a:pt x="367" y="1"/>
                  </a:moveTo>
                  <a:lnTo>
                    <a:pt x="0" y="281"/>
                  </a:lnTo>
                  <a:cubicBezTo>
                    <a:pt x="89" y="398"/>
                    <a:pt x="175" y="519"/>
                    <a:pt x="254" y="642"/>
                  </a:cubicBezTo>
                  <a:lnTo>
                    <a:pt x="642" y="394"/>
                  </a:lnTo>
                  <a:cubicBezTo>
                    <a:pt x="556" y="259"/>
                    <a:pt x="463" y="128"/>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6"/>
            <p:cNvSpPr/>
            <p:nvPr/>
          </p:nvSpPr>
          <p:spPr>
            <a:xfrm>
              <a:off x="4367833" y="1802647"/>
              <a:ext cx="21442" cy="21442"/>
            </a:xfrm>
            <a:custGeom>
              <a:rect b="b" l="l" r="r" t="t"/>
              <a:pathLst>
                <a:path extrusionOk="0" h="646" w="646">
                  <a:moveTo>
                    <a:pt x="313" y="1"/>
                  </a:moveTo>
                  <a:lnTo>
                    <a:pt x="0" y="338"/>
                  </a:lnTo>
                  <a:cubicBezTo>
                    <a:pt x="107" y="436"/>
                    <a:pt x="209" y="539"/>
                    <a:pt x="305" y="646"/>
                  </a:cubicBezTo>
                  <a:lnTo>
                    <a:pt x="645" y="336"/>
                  </a:lnTo>
                  <a:cubicBezTo>
                    <a:pt x="541" y="219"/>
                    <a:pt x="428" y="107"/>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6"/>
            <p:cNvSpPr/>
            <p:nvPr/>
          </p:nvSpPr>
          <p:spPr>
            <a:xfrm>
              <a:off x="4403083" y="1852867"/>
              <a:ext cx="30305" cy="49125"/>
            </a:xfrm>
            <a:custGeom>
              <a:rect b="b" l="l" r="r" t="t"/>
              <a:pathLst>
                <a:path extrusionOk="0" h="1480" w="913">
                  <a:moveTo>
                    <a:pt x="409" y="1"/>
                  </a:moveTo>
                  <a:lnTo>
                    <a:pt x="0" y="214"/>
                  </a:lnTo>
                  <a:cubicBezTo>
                    <a:pt x="209" y="613"/>
                    <a:pt x="364" y="1040"/>
                    <a:pt x="462" y="1479"/>
                  </a:cubicBezTo>
                  <a:lnTo>
                    <a:pt x="912" y="1379"/>
                  </a:lnTo>
                  <a:cubicBezTo>
                    <a:pt x="807" y="900"/>
                    <a:pt x="637" y="436"/>
                    <a:pt x="4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6"/>
            <p:cNvSpPr/>
            <p:nvPr/>
          </p:nvSpPr>
          <p:spPr>
            <a:xfrm>
              <a:off x="4251726" y="1939035"/>
              <a:ext cx="43349" cy="43349"/>
            </a:xfrm>
            <a:custGeom>
              <a:rect b="b" l="l" r="r" t="t"/>
              <a:pathLst>
                <a:path extrusionOk="0" h="1306" w="1306">
                  <a:moveTo>
                    <a:pt x="844" y="0"/>
                  </a:moveTo>
                  <a:lnTo>
                    <a:pt x="844" y="1"/>
                  </a:lnTo>
                  <a:cubicBezTo>
                    <a:pt x="844" y="467"/>
                    <a:pt x="466" y="845"/>
                    <a:pt x="1" y="845"/>
                  </a:cubicBezTo>
                  <a:lnTo>
                    <a:pt x="1" y="1305"/>
                  </a:lnTo>
                  <a:cubicBezTo>
                    <a:pt x="720" y="1305"/>
                    <a:pt x="1306" y="720"/>
                    <a:pt x="1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6"/>
            <p:cNvSpPr/>
            <p:nvPr/>
          </p:nvSpPr>
          <p:spPr>
            <a:xfrm>
              <a:off x="4208376" y="1895752"/>
              <a:ext cx="43349" cy="43349"/>
            </a:xfrm>
            <a:custGeom>
              <a:rect b="b" l="l" r="r" t="t"/>
              <a:pathLst>
                <a:path extrusionOk="0" h="1306" w="1306">
                  <a:moveTo>
                    <a:pt x="1304" y="0"/>
                  </a:moveTo>
                  <a:cubicBezTo>
                    <a:pt x="586" y="0"/>
                    <a:pt x="0" y="586"/>
                    <a:pt x="0" y="1305"/>
                  </a:cubicBezTo>
                  <a:lnTo>
                    <a:pt x="461" y="1305"/>
                  </a:lnTo>
                  <a:cubicBezTo>
                    <a:pt x="461" y="840"/>
                    <a:pt x="840" y="461"/>
                    <a:pt x="1305" y="461"/>
                  </a:cubicBezTo>
                  <a:lnTo>
                    <a:pt x="1305" y="0"/>
                  </a:lnTo>
                  <a:cubicBezTo>
                    <a:pt x="1305" y="0"/>
                    <a:pt x="1304" y="0"/>
                    <a:pt x="1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66"/>
          <p:cNvGrpSpPr/>
          <p:nvPr/>
        </p:nvGrpSpPr>
        <p:grpSpPr>
          <a:xfrm>
            <a:off x="3371823" y="2006340"/>
            <a:ext cx="463575" cy="462459"/>
            <a:chOff x="3359411" y="2053655"/>
            <a:chExt cx="524110" cy="522848"/>
          </a:xfrm>
        </p:grpSpPr>
        <p:sp>
          <p:nvSpPr>
            <p:cNvPr id="5847" name="Google Shape;5847;p66"/>
            <p:cNvSpPr/>
            <p:nvPr/>
          </p:nvSpPr>
          <p:spPr>
            <a:xfrm>
              <a:off x="3359411" y="2053655"/>
              <a:ext cx="524110" cy="522848"/>
            </a:xfrm>
            <a:custGeom>
              <a:rect b="b" l="l" r="r" t="t"/>
              <a:pathLst>
                <a:path extrusionOk="0" h="15752" w="15790">
                  <a:moveTo>
                    <a:pt x="13259" y="462"/>
                  </a:moveTo>
                  <a:cubicBezTo>
                    <a:pt x="13446" y="462"/>
                    <a:pt x="13627" y="566"/>
                    <a:pt x="13716" y="745"/>
                  </a:cubicBezTo>
                  <a:lnTo>
                    <a:pt x="15243" y="3828"/>
                  </a:lnTo>
                  <a:cubicBezTo>
                    <a:pt x="15367" y="4080"/>
                    <a:pt x="15264" y="4386"/>
                    <a:pt x="15012" y="4510"/>
                  </a:cubicBezTo>
                  <a:lnTo>
                    <a:pt x="14252" y="4894"/>
                  </a:lnTo>
                  <a:lnTo>
                    <a:pt x="12275" y="899"/>
                  </a:lnTo>
                  <a:lnTo>
                    <a:pt x="13035" y="514"/>
                  </a:lnTo>
                  <a:cubicBezTo>
                    <a:pt x="13107" y="479"/>
                    <a:pt x="13183" y="462"/>
                    <a:pt x="13259" y="462"/>
                  </a:cubicBezTo>
                  <a:close/>
                  <a:moveTo>
                    <a:pt x="4172" y="4278"/>
                  </a:moveTo>
                  <a:lnTo>
                    <a:pt x="4339" y="4615"/>
                  </a:lnTo>
                  <a:lnTo>
                    <a:pt x="1997" y="5775"/>
                  </a:lnTo>
                  <a:lnTo>
                    <a:pt x="1831" y="5437"/>
                  </a:lnTo>
                  <a:lnTo>
                    <a:pt x="4172" y="4278"/>
                  </a:lnTo>
                  <a:close/>
                  <a:moveTo>
                    <a:pt x="3541" y="5526"/>
                  </a:moveTo>
                  <a:lnTo>
                    <a:pt x="3807" y="6064"/>
                  </a:lnTo>
                  <a:lnTo>
                    <a:pt x="3470" y="6231"/>
                  </a:lnTo>
                  <a:lnTo>
                    <a:pt x="3203" y="5693"/>
                  </a:lnTo>
                  <a:lnTo>
                    <a:pt x="3541" y="5526"/>
                  </a:lnTo>
                  <a:close/>
                  <a:moveTo>
                    <a:pt x="12158" y="1708"/>
                  </a:moveTo>
                  <a:lnTo>
                    <a:pt x="13542" y="4500"/>
                  </a:lnTo>
                  <a:lnTo>
                    <a:pt x="7943" y="7261"/>
                  </a:lnTo>
                  <a:lnTo>
                    <a:pt x="6559" y="4469"/>
                  </a:lnTo>
                  <a:lnTo>
                    <a:pt x="12158" y="1708"/>
                  </a:lnTo>
                  <a:close/>
                  <a:moveTo>
                    <a:pt x="7435" y="7281"/>
                  </a:moveTo>
                  <a:lnTo>
                    <a:pt x="7732" y="7882"/>
                  </a:lnTo>
                  <a:lnTo>
                    <a:pt x="8835" y="7338"/>
                  </a:lnTo>
                  <a:cubicBezTo>
                    <a:pt x="8855" y="7416"/>
                    <a:pt x="8865" y="7498"/>
                    <a:pt x="8865" y="7582"/>
                  </a:cubicBezTo>
                  <a:cubicBezTo>
                    <a:pt x="8867" y="8132"/>
                    <a:pt x="8419" y="8583"/>
                    <a:pt x="7865" y="8583"/>
                  </a:cubicBezTo>
                  <a:cubicBezTo>
                    <a:pt x="7313" y="8583"/>
                    <a:pt x="6863" y="8132"/>
                    <a:pt x="6863" y="7581"/>
                  </a:cubicBezTo>
                  <a:lnTo>
                    <a:pt x="6863" y="7563"/>
                  </a:lnTo>
                  <a:lnTo>
                    <a:pt x="7435" y="7281"/>
                  </a:lnTo>
                  <a:close/>
                  <a:moveTo>
                    <a:pt x="6443" y="5274"/>
                  </a:moveTo>
                  <a:lnTo>
                    <a:pt x="7230" y="6864"/>
                  </a:lnTo>
                  <a:lnTo>
                    <a:pt x="3461" y="8731"/>
                  </a:lnTo>
                  <a:lnTo>
                    <a:pt x="2674" y="7141"/>
                  </a:lnTo>
                  <a:lnTo>
                    <a:pt x="6443" y="5274"/>
                  </a:lnTo>
                  <a:close/>
                  <a:moveTo>
                    <a:pt x="2507" y="7846"/>
                  </a:moveTo>
                  <a:lnTo>
                    <a:pt x="2798" y="8435"/>
                  </a:lnTo>
                  <a:lnTo>
                    <a:pt x="1057" y="9297"/>
                  </a:lnTo>
                  <a:lnTo>
                    <a:pt x="767" y="8709"/>
                  </a:lnTo>
                  <a:lnTo>
                    <a:pt x="2507" y="7846"/>
                  </a:lnTo>
                  <a:close/>
                  <a:moveTo>
                    <a:pt x="7634" y="10494"/>
                  </a:moveTo>
                  <a:lnTo>
                    <a:pt x="7634" y="11418"/>
                  </a:lnTo>
                  <a:lnTo>
                    <a:pt x="6673" y="11418"/>
                  </a:lnTo>
                  <a:lnTo>
                    <a:pt x="6905" y="10494"/>
                  </a:lnTo>
                  <a:close/>
                  <a:moveTo>
                    <a:pt x="8826" y="10494"/>
                  </a:moveTo>
                  <a:lnTo>
                    <a:pt x="9057" y="11418"/>
                  </a:lnTo>
                  <a:lnTo>
                    <a:pt x="8097" y="11418"/>
                  </a:lnTo>
                  <a:lnTo>
                    <a:pt x="8097" y="10494"/>
                  </a:lnTo>
                  <a:close/>
                  <a:moveTo>
                    <a:pt x="13260" y="1"/>
                  </a:moveTo>
                  <a:cubicBezTo>
                    <a:pt x="13115" y="1"/>
                    <a:pt x="12967" y="33"/>
                    <a:pt x="12828" y="103"/>
                  </a:cubicBezTo>
                  <a:lnTo>
                    <a:pt x="11657" y="694"/>
                  </a:lnTo>
                  <a:lnTo>
                    <a:pt x="11952" y="1294"/>
                  </a:lnTo>
                  <a:lnTo>
                    <a:pt x="5940" y="4261"/>
                  </a:lnTo>
                  <a:lnTo>
                    <a:pt x="6238" y="4862"/>
                  </a:lnTo>
                  <a:lnTo>
                    <a:pt x="4222" y="5860"/>
                  </a:lnTo>
                  <a:lnTo>
                    <a:pt x="3956" y="5322"/>
                  </a:lnTo>
                  <a:lnTo>
                    <a:pt x="4957" y="4826"/>
                  </a:lnTo>
                  <a:lnTo>
                    <a:pt x="4380" y="3660"/>
                  </a:lnTo>
                  <a:lnTo>
                    <a:pt x="1208" y="5229"/>
                  </a:lnTo>
                  <a:lnTo>
                    <a:pt x="1786" y="6395"/>
                  </a:lnTo>
                  <a:lnTo>
                    <a:pt x="2789" y="5899"/>
                  </a:lnTo>
                  <a:lnTo>
                    <a:pt x="3055" y="6437"/>
                  </a:lnTo>
                  <a:lnTo>
                    <a:pt x="2053" y="6933"/>
                  </a:lnTo>
                  <a:lnTo>
                    <a:pt x="2301" y="7435"/>
                  </a:lnTo>
                  <a:lnTo>
                    <a:pt x="561" y="8296"/>
                  </a:lnTo>
                  <a:lnTo>
                    <a:pt x="415" y="8004"/>
                  </a:lnTo>
                  <a:lnTo>
                    <a:pt x="0" y="8208"/>
                  </a:lnTo>
                  <a:lnTo>
                    <a:pt x="993" y="10214"/>
                  </a:lnTo>
                  <a:lnTo>
                    <a:pt x="1408" y="10008"/>
                  </a:lnTo>
                  <a:lnTo>
                    <a:pt x="1262" y="9715"/>
                  </a:lnTo>
                  <a:lnTo>
                    <a:pt x="3002" y="8853"/>
                  </a:lnTo>
                  <a:lnTo>
                    <a:pt x="3250" y="9354"/>
                  </a:lnTo>
                  <a:lnTo>
                    <a:pt x="6414" y="7787"/>
                  </a:lnTo>
                  <a:cubicBezTo>
                    <a:pt x="6503" y="8422"/>
                    <a:pt x="7002" y="8927"/>
                    <a:pt x="7634" y="9028"/>
                  </a:cubicBezTo>
                  <a:lnTo>
                    <a:pt x="7634" y="10033"/>
                  </a:lnTo>
                  <a:lnTo>
                    <a:pt x="6544" y="10033"/>
                  </a:lnTo>
                  <a:lnTo>
                    <a:pt x="6197" y="11419"/>
                  </a:lnTo>
                  <a:lnTo>
                    <a:pt x="5707" y="11419"/>
                  </a:lnTo>
                  <a:lnTo>
                    <a:pt x="5707" y="11883"/>
                  </a:lnTo>
                  <a:lnTo>
                    <a:pt x="6082" y="11883"/>
                  </a:lnTo>
                  <a:lnTo>
                    <a:pt x="5143" y="15634"/>
                  </a:lnTo>
                  <a:lnTo>
                    <a:pt x="5592" y="15746"/>
                  </a:lnTo>
                  <a:lnTo>
                    <a:pt x="6558" y="11883"/>
                  </a:lnTo>
                  <a:lnTo>
                    <a:pt x="7634" y="11883"/>
                  </a:lnTo>
                  <a:lnTo>
                    <a:pt x="7634" y="15752"/>
                  </a:lnTo>
                  <a:lnTo>
                    <a:pt x="8096" y="15752"/>
                  </a:lnTo>
                  <a:lnTo>
                    <a:pt x="8096" y="11883"/>
                  </a:lnTo>
                  <a:lnTo>
                    <a:pt x="9171" y="11883"/>
                  </a:lnTo>
                  <a:lnTo>
                    <a:pt x="10137" y="15746"/>
                  </a:lnTo>
                  <a:lnTo>
                    <a:pt x="10586" y="15634"/>
                  </a:lnTo>
                  <a:lnTo>
                    <a:pt x="9647" y="11883"/>
                  </a:lnTo>
                  <a:lnTo>
                    <a:pt x="10115" y="11883"/>
                  </a:lnTo>
                  <a:lnTo>
                    <a:pt x="10115" y="11419"/>
                  </a:lnTo>
                  <a:lnTo>
                    <a:pt x="9531" y="11419"/>
                  </a:lnTo>
                  <a:lnTo>
                    <a:pt x="9185" y="10033"/>
                  </a:lnTo>
                  <a:lnTo>
                    <a:pt x="8095" y="10033"/>
                  </a:lnTo>
                  <a:lnTo>
                    <a:pt x="8095" y="9028"/>
                  </a:lnTo>
                  <a:cubicBezTo>
                    <a:pt x="8793" y="8917"/>
                    <a:pt x="9329" y="8311"/>
                    <a:pt x="9329" y="7582"/>
                  </a:cubicBezTo>
                  <a:cubicBezTo>
                    <a:pt x="9329" y="7430"/>
                    <a:pt x="9304" y="7276"/>
                    <a:pt x="9256" y="7131"/>
                  </a:cubicBezTo>
                  <a:lnTo>
                    <a:pt x="13744" y="4917"/>
                  </a:lnTo>
                  <a:lnTo>
                    <a:pt x="14042" y="5520"/>
                  </a:lnTo>
                  <a:lnTo>
                    <a:pt x="15216" y="4927"/>
                  </a:lnTo>
                  <a:cubicBezTo>
                    <a:pt x="15448" y="4811"/>
                    <a:pt x="15623" y="4613"/>
                    <a:pt x="15705" y="4366"/>
                  </a:cubicBezTo>
                  <a:cubicBezTo>
                    <a:pt x="15789" y="4120"/>
                    <a:pt x="15772" y="3857"/>
                    <a:pt x="15658" y="3624"/>
                  </a:cubicBezTo>
                  <a:lnTo>
                    <a:pt x="14131" y="540"/>
                  </a:lnTo>
                  <a:cubicBezTo>
                    <a:pt x="13962" y="199"/>
                    <a:pt x="13618" y="1"/>
                    <a:pt x="13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6"/>
            <p:cNvSpPr/>
            <p:nvPr/>
          </p:nvSpPr>
          <p:spPr>
            <a:xfrm>
              <a:off x="3619541" y="2246071"/>
              <a:ext cx="23036" cy="25492"/>
            </a:xfrm>
            <a:custGeom>
              <a:rect b="b" l="l" r="r" t="t"/>
              <a:pathLst>
                <a:path extrusionOk="0" h="768" w="694">
                  <a:moveTo>
                    <a:pt x="415" y="1"/>
                  </a:moveTo>
                  <a:lnTo>
                    <a:pt x="0" y="207"/>
                  </a:lnTo>
                  <a:lnTo>
                    <a:pt x="279" y="767"/>
                  </a:lnTo>
                  <a:lnTo>
                    <a:pt x="693" y="561"/>
                  </a:lnTo>
                  <a:lnTo>
                    <a:pt x="4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6"/>
            <p:cNvSpPr/>
            <p:nvPr/>
          </p:nvSpPr>
          <p:spPr>
            <a:xfrm>
              <a:off x="3700929" y="2209327"/>
              <a:ext cx="29608" cy="25060"/>
            </a:xfrm>
            <a:custGeom>
              <a:rect b="b" l="l" r="r" t="t"/>
              <a:pathLst>
                <a:path extrusionOk="0" h="755" w="892">
                  <a:moveTo>
                    <a:pt x="687" y="0"/>
                  </a:moveTo>
                  <a:lnTo>
                    <a:pt x="0" y="339"/>
                  </a:lnTo>
                  <a:lnTo>
                    <a:pt x="205" y="754"/>
                  </a:lnTo>
                  <a:lnTo>
                    <a:pt x="892" y="415"/>
                  </a:lnTo>
                  <a:lnTo>
                    <a:pt x="6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6"/>
            <p:cNvSpPr/>
            <p:nvPr/>
          </p:nvSpPr>
          <p:spPr>
            <a:xfrm>
              <a:off x="3760874" y="2171090"/>
              <a:ext cx="22870" cy="25259"/>
            </a:xfrm>
            <a:custGeom>
              <a:rect b="b" l="l" r="r" t="t"/>
              <a:pathLst>
                <a:path extrusionOk="0" h="761" w="689">
                  <a:moveTo>
                    <a:pt x="415" y="0"/>
                  </a:moveTo>
                  <a:lnTo>
                    <a:pt x="0" y="206"/>
                  </a:lnTo>
                  <a:lnTo>
                    <a:pt x="274" y="760"/>
                  </a:lnTo>
                  <a:lnTo>
                    <a:pt x="689" y="555"/>
                  </a:lnTo>
                  <a:lnTo>
                    <a:pt x="4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6"/>
            <p:cNvSpPr/>
            <p:nvPr/>
          </p:nvSpPr>
          <p:spPr>
            <a:xfrm>
              <a:off x="3744477" y="2138063"/>
              <a:ext cx="23334" cy="26122"/>
            </a:xfrm>
            <a:custGeom>
              <a:rect b="b" l="l" r="r" t="t"/>
              <a:pathLst>
                <a:path extrusionOk="0" h="787" w="703">
                  <a:moveTo>
                    <a:pt x="415" y="0"/>
                  </a:moveTo>
                  <a:lnTo>
                    <a:pt x="1" y="205"/>
                  </a:lnTo>
                  <a:lnTo>
                    <a:pt x="288" y="786"/>
                  </a:lnTo>
                  <a:lnTo>
                    <a:pt x="703" y="580"/>
                  </a:lnTo>
                  <a:lnTo>
                    <a:pt x="4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6"/>
            <p:cNvSpPr/>
            <p:nvPr/>
          </p:nvSpPr>
          <p:spPr>
            <a:xfrm>
              <a:off x="3647688" y="2166409"/>
              <a:ext cx="42586" cy="31500"/>
            </a:xfrm>
            <a:custGeom>
              <a:rect b="b" l="l" r="r" t="t"/>
              <a:pathLst>
                <a:path extrusionOk="0" h="949" w="1283">
                  <a:moveTo>
                    <a:pt x="1077" y="0"/>
                  </a:moveTo>
                  <a:lnTo>
                    <a:pt x="0" y="534"/>
                  </a:lnTo>
                  <a:lnTo>
                    <a:pt x="205" y="949"/>
                  </a:lnTo>
                  <a:lnTo>
                    <a:pt x="1283" y="415"/>
                  </a:lnTo>
                  <a:lnTo>
                    <a:pt x="10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6"/>
            <p:cNvSpPr/>
            <p:nvPr/>
          </p:nvSpPr>
          <p:spPr>
            <a:xfrm>
              <a:off x="3697344" y="2152004"/>
              <a:ext cx="22206" cy="21409"/>
            </a:xfrm>
            <a:custGeom>
              <a:rect b="b" l="l" r="r" t="t"/>
              <a:pathLst>
                <a:path extrusionOk="0" h="645" w="669">
                  <a:moveTo>
                    <a:pt x="464" y="0"/>
                  </a:moveTo>
                  <a:lnTo>
                    <a:pt x="1" y="230"/>
                  </a:lnTo>
                  <a:lnTo>
                    <a:pt x="206" y="644"/>
                  </a:lnTo>
                  <a:lnTo>
                    <a:pt x="669" y="415"/>
                  </a:lnTo>
                  <a:lnTo>
                    <a:pt x="4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6"/>
            <p:cNvSpPr/>
            <p:nvPr/>
          </p:nvSpPr>
          <p:spPr>
            <a:xfrm>
              <a:off x="3503699" y="2280525"/>
              <a:ext cx="20513" cy="20480"/>
            </a:xfrm>
            <a:custGeom>
              <a:rect b="b" l="l" r="r" t="t"/>
              <a:pathLst>
                <a:path extrusionOk="0" h="617" w="618">
                  <a:moveTo>
                    <a:pt x="418" y="0"/>
                  </a:moveTo>
                  <a:lnTo>
                    <a:pt x="0" y="199"/>
                  </a:lnTo>
                  <a:lnTo>
                    <a:pt x="200" y="616"/>
                  </a:lnTo>
                  <a:lnTo>
                    <a:pt x="617" y="418"/>
                  </a:lnTo>
                  <a:lnTo>
                    <a:pt x="4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6"/>
            <p:cNvSpPr/>
            <p:nvPr/>
          </p:nvSpPr>
          <p:spPr>
            <a:xfrm>
              <a:off x="3475983" y="2293736"/>
              <a:ext cx="20480" cy="20480"/>
            </a:xfrm>
            <a:custGeom>
              <a:rect b="b" l="l" r="r" t="t"/>
              <a:pathLst>
                <a:path extrusionOk="0" h="617" w="617">
                  <a:moveTo>
                    <a:pt x="418" y="0"/>
                  </a:moveTo>
                  <a:lnTo>
                    <a:pt x="0" y="200"/>
                  </a:lnTo>
                  <a:lnTo>
                    <a:pt x="199" y="617"/>
                  </a:lnTo>
                  <a:lnTo>
                    <a:pt x="617" y="418"/>
                  </a:lnTo>
                  <a:lnTo>
                    <a:pt x="4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6"/>
            <p:cNvSpPr/>
            <p:nvPr/>
          </p:nvSpPr>
          <p:spPr>
            <a:xfrm>
              <a:off x="3531381" y="2267281"/>
              <a:ext cx="20480" cy="20513"/>
            </a:xfrm>
            <a:custGeom>
              <a:rect b="b" l="l" r="r" t="t"/>
              <a:pathLst>
                <a:path extrusionOk="0" h="618" w="617">
                  <a:moveTo>
                    <a:pt x="417" y="1"/>
                  </a:moveTo>
                  <a:lnTo>
                    <a:pt x="1" y="200"/>
                  </a:lnTo>
                  <a:lnTo>
                    <a:pt x="199" y="617"/>
                  </a:lnTo>
                  <a:lnTo>
                    <a:pt x="617" y="419"/>
                  </a:lnTo>
                  <a:lnTo>
                    <a:pt x="4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6"/>
            <p:cNvSpPr/>
            <p:nvPr/>
          </p:nvSpPr>
          <p:spPr>
            <a:xfrm>
              <a:off x="3786731" y="2084690"/>
              <a:ext cx="27981" cy="34321"/>
            </a:xfrm>
            <a:custGeom>
              <a:rect b="b" l="l" r="r" t="t"/>
              <a:pathLst>
                <a:path extrusionOk="0" h="1034" w="843">
                  <a:moveTo>
                    <a:pt x="410" y="0"/>
                  </a:moveTo>
                  <a:lnTo>
                    <a:pt x="1" y="216"/>
                  </a:lnTo>
                  <a:lnTo>
                    <a:pt x="433" y="1033"/>
                  </a:lnTo>
                  <a:lnTo>
                    <a:pt x="843" y="817"/>
                  </a:lnTo>
                  <a:lnTo>
                    <a:pt x="4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6"/>
            <p:cNvSpPr/>
            <p:nvPr/>
          </p:nvSpPr>
          <p:spPr>
            <a:xfrm>
              <a:off x="3808306" y="2125384"/>
              <a:ext cx="20712" cy="20712"/>
            </a:xfrm>
            <a:custGeom>
              <a:rect b="b" l="l" r="r" t="t"/>
              <a:pathLst>
                <a:path extrusionOk="0" h="624" w="624">
                  <a:moveTo>
                    <a:pt x="410" y="1"/>
                  </a:moveTo>
                  <a:lnTo>
                    <a:pt x="0" y="217"/>
                  </a:lnTo>
                  <a:lnTo>
                    <a:pt x="215" y="623"/>
                  </a:lnTo>
                  <a:lnTo>
                    <a:pt x="624" y="407"/>
                  </a:lnTo>
                  <a:lnTo>
                    <a:pt x="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66"/>
          <p:cNvGrpSpPr/>
          <p:nvPr/>
        </p:nvGrpSpPr>
        <p:grpSpPr>
          <a:xfrm>
            <a:off x="2728853" y="2006575"/>
            <a:ext cx="462577" cy="461990"/>
            <a:chOff x="2728687" y="2053854"/>
            <a:chExt cx="522981" cy="522317"/>
          </a:xfrm>
        </p:grpSpPr>
        <p:sp>
          <p:nvSpPr>
            <p:cNvPr id="5860" name="Google Shape;5860;p66"/>
            <p:cNvSpPr/>
            <p:nvPr/>
          </p:nvSpPr>
          <p:spPr>
            <a:xfrm>
              <a:off x="2754644" y="2362577"/>
              <a:ext cx="21476" cy="21476"/>
            </a:xfrm>
            <a:custGeom>
              <a:rect b="b" l="l" r="r" t="t"/>
              <a:pathLst>
                <a:path extrusionOk="0" h="647" w="647">
                  <a:moveTo>
                    <a:pt x="320" y="1"/>
                  </a:moveTo>
                  <a:cubicBezTo>
                    <a:pt x="206" y="114"/>
                    <a:pt x="99" y="238"/>
                    <a:pt x="1" y="364"/>
                  </a:cubicBezTo>
                  <a:lnTo>
                    <a:pt x="367" y="646"/>
                  </a:lnTo>
                  <a:cubicBezTo>
                    <a:pt x="454" y="534"/>
                    <a:pt x="548" y="427"/>
                    <a:pt x="647" y="326"/>
                  </a:cubicBezTo>
                  <a:lnTo>
                    <a:pt x="3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6"/>
            <p:cNvSpPr/>
            <p:nvPr/>
          </p:nvSpPr>
          <p:spPr>
            <a:xfrm>
              <a:off x="2749233" y="2511479"/>
              <a:ext cx="21476" cy="21509"/>
            </a:xfrm>
            <a:custGeom>
              <a:rect b="b" l="l" r="r" t="t"/>
              <a:pathLst>
                <a:path extrusionOk="0" h="648" w="647">
                  <a:moveTo>
                    <a:pt x="385" y="1"/>
                  </a:moveTo>
                  <a:lnTo>
                    <a:pt x="0" y="256"/>
                  </a:lnTo>
                  <a:cubicBezTo>
                    <a:pt x="89" y="392"/>
                    <a:pt x="189" y="525"/>
                    <a:pt x="297" y="647"/>
                  </a:cubicBezTo>
                  <a:lnTo>
                    <a:pt x="647" y="345"/>
                  </a:lnTo>
                  <a:cubicBezTo>
                    <a:pt x="551" y="237"/>
                    <a:pt x="464" y="122"/>
                    <a:pt x="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6"/>
            <p:cNvSpPr/>
            <p:nvPr/>
          </p:nvSpPr>
          <p:spPr>
            <a:xfrm>
              <a:off x="2771738" y="2534116"/>
              <a:ext cx="21476" cy="21476"/>
            </a:xfrm>
            <a:custGeom>
              <a:rect b="b" l="l" r="r" t="t"/>
              <a:pathLst>
                <a:path extrusionOk="0" h="647" w="647">
                  <a:moveTo>
                    <a:pt x="303" y="0"/>
                  </a:moveTo>
                  <a:lnTo>
                    <a:pt x="1" y="350"/>
                  </a:lnTo>
                  <a:cubicBezTo>
                    <a:pt x="125" y="458"/>
                    <a:pt x="255" y="558"/>
                    <a:pt x="393" y="647"/>
                  </a:cubicBezTo>
                  <a:lnTo>
                    <a:pt x="647" y="262"/>
                  </a:lnTo>
                  <a:cubicBezTo>
                    <a:pt x="527" y="181"/>
                    <a:pt x="411" y="94"/>
                    <a:pt x="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6"/>
            <p:cNvSpPr/>
            <p:nvPr/>
          </p:nvSpPr>
          <p:spPr>
            <a:xfrm>
              <a:off x="2734496" y="2484427"/>
              <a:ext cx="19849" cy="19849"/>
            </a:xfrm>
            <a:custGeom>
              <a:rect b="b" l="l" r="r" t="t"/>
              <a:pathLst>
                <a:path extrusionOk="0" h="598" w="598">
                  <a:moveTo>
                    <a:pt x="441" y="1"/>
                  </a:moveTo>
                  <a:lnTo>
                    <a:pt x="1" y="141"/>
                  </a:lnTo>
                  <a:cubicBezTo>
                    <a:pt x="49" y="297"/>
                    <a:pt x="110" y="451"/>
                    <a:pt x="178" y="598"/>
                  </a:cubicBezTo>
                  <a:lnTo>
                    <a:pt x="597" y="402"/>
                  </a:lnTo>
                  <a:cubicBezTo>
                    <a:pt x="537" y="273"/>
                    <a:pt x="484" y="137"/>
                    <a:pt x="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6"/>
            <p:cNvSpPr/>
            <p:nvPr/>
          </p:nvSpPr>
          <p:spPr>
            <a:xfrm>
              <a:off x="2737649" y="2389563"/>
              <a:ext cx="20480" cy="20447"/>
            </a:xfrm>
            <a:custGeom>
              <a:rect b="b" l="l" r="r" t="t"/>
              <a:pathLst>
                <a:path extrusionOk="0" h="616" w="617">
                  <a:moveTo>
                    <a:pt x="215" y="1"/>
                  </a:moveTo>
                  <a:cubicBezTo>
                    <a:pt x="134" y="143"/>
                    <a:pt x="63" y="293"/>
                    <a:pt x="1" y="444"/>
                  </a:cubicBezTo>
                  <a:lnTo>
                    <a:pt x="430" y="616"/>
                  </a:lnTo>
                  <a:cubicBezTo>
                    <a:pt x="484" y="482"/>
                    <a:pt x="547" y="352"/>
                    <a:pt x="616" y="227"/>
                  </a:cubicBezTo>
                  <a:lnTo>
                    <a:pt x="2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6"/>
            <p:cNvSpPr/>
            <p:nvPr/>
          </p:nvSpPr>
          <p:spPr>
            <a:xfrm>
              <a:off x="2729351" y="2421394"/>
              <a:ext cx="17758" cy="17791"/>
            </a:xfrm>
            <a:custGeom>
              <a:rect b="b" l="l" r="r" t="t"/>
              <a:pathLst>
                <a:path extrusionOk="0" h="536" w="535">
                  <a:moveTo>
                    <a:pt x="85" y="0"/>
                  </a:moveTo>
                  <a:cubicBezTo>
                    <a:pt x="47" y="159"/>
                    <a:pt x="18" y="323"/>
                    <a:pt x="0" y="485"/>
                  </a:cubicBezTo>
                  <a:lnTo>
                    <a:pt x="460" y="536"/>
                  </a:lnTo>
                  <a:cubicBezTo>
                    <a:pt x="475" y="393"/>
                    <a:pt x="499" y="250"/>
                    <a:pt x="534" y="111"/>
                  </a:cubicBezTo>
                  <a:lnTo>
                    <a:pt x="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6"/>
            <p:cNvSpPr/>
            <p:nvPr/>
          </p:nvSpPr>
          <p:spPr>
            <a:xfrm>
              <a:off x="2728687" y="2454852"/>
              <a:ext cx="16795" cy="16795"/>
            </a:xfrm>
            <a:custGeom>
              <a:rect b="b" l="l" r="r" t="t"/>
              <a:pathLst>
                <a:path extrusionOk="0" h="506" w="506">
                  <a:moveTo>
                    <a:pt x="462" y="1"/>
                  </a:moveTo>
                  <a:lnTo>
                    <a:pt x="1" y="16"/>
                  </a:lnTo>
                  <a:cubicBezTo>
                    <a:pt x="6" y="179"/>
                    <a:pt x="23" y="345"/>
                    <a:pt x="48" y="505"/>
                  </a:cubicBezTo>
                  <a:lnTo>
                    <a:pt x="505" y="430"/>
                  </a:lnTo>
                  <a:cubicBezTo>
                    <a:pt x="482" y="289"/>
                    <a:pt x="467" y="144"/>
                    <a:pt x="4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6"/>
            <p:cNvSpPr/>
            <p:nvPr/>
          </p:nvSpPr>
          <p:spPr>
            <a:xfrm>
              <a:off x="2800383" y="2550480"/>
              <a:ext cx="19849" cy="19849"/>
            </a:xfrm>
            <a:custGeom>
              <a:rect b="b" l="l" r="r" t="t"/>
              <a:pathLst>
                <a:path extrusionOk="0" h="598" w="598">
                  <a:moveTo>
                    <a:pt x="197" y="1"/>
                  </a:moveTo>
                  <a:lnTo>
                    <a:pt x="0" y="417"/>
                  </a:lnTo>
                  <a:cubicBezTo>
                    <a:pt x="147" y="488"/>
                    <a:pt x="301" y="549"/>
                    <a:pt x="457" y="597"/>
                  </a:cubicBezTo>
                  <a:lnTo>
                    <a:pt x="598" y="158"/>
                  </a:lnTo>
                  <a:cubicBezTo>
                    <a:pt x="461" y="114"/>
                    <a:pt x="327" y="61"/>
                    <a:pt x="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6"/>
            <p:cNvSpPr/>
            <p:nvPr/>
          </p:nvSpPr>
          <p:spPr>
            <a:xfrm>
              <a:off x="2920706" y="2528805"/>
              <a:ext cx="21675" cy="21608"/>
            </a:xfrm>
            <a:custGeom>
              <a:rect b="b" l="l" r="r" t="t"/>
              <a:pathLst>
                <a:path extrusionOk="0" h="651" w="653">
                  <a:moveTo>
                    <a:pt x="326" y="0"/>
                  </a:moveTo>
                  <a:cubicBezTo>
                    <a:pt x="223" y="103"/>
                    <a:pt x="115" y="199"/>
                    <a:pt x="1" y="285"/>
                  </a:cubicBezTo>
                  <a:lnTo>
                    <a:pt x="282" y="651"/>
                  </a:lnTo>
                  <a:cubicBezTo>
                    <a:pt x="411" y="551"/>
                    <a:pt x="536" y="443"/>
                    <a:pt x="652" y="326"/>
                  </a:cubicBezTo>
                  <a:lnTo>
                    <a:pt x="3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6"/>
            <p:cNvSpPr/>
            <p:nvPr/>
          </p:nvSpPr>
          <p:spPr>
            <a:xfrm>
              <a:off x="2865507" y="2557849"/>
              <a:ext cx="17791" cy="17692"/>
            </a:xfrm>
            <a:custGeom>
              <a:rect b="b" l="l" r="r" t="t"/>
              <a:pathLst>
                <a:path extrusionOk="0" h="533" w="536">
                  <a:moveTo>
                    <a:pt x="427" y="0"/>
                  </a:moveTo>
                  <a:cubicBezTo>
                    <a:pt x="286" y="34"/>
                    <a:pt x="144" y="59"/>
                    <a:pt x="1" y="74"/>
                  </a:cubicBezTo>
                  <a:lnTo>
                    <a:pt x="51" y="533"/>
                  </a:lnTo>
                  <a:cubicBezTo>
                    <a:pt x="213" y="516"/>
                    <a:pt x="376" y="488"/>
                    <a:pt x="536" y="449"/>
                  </a:cubicBezTo>
                  <a:lnTo>
                    <a:pt x="4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6"/>
            <p:cNvSpPr/>
            <p:nvPr/>
          </p:nvSpPr>
          <p:spPr>
            <a:xfrm>
              <a:off x="2894650" y="2546961"/>
              <a:ext cx="20447" cy="20447"/>
            </a:xfrm>
            <a:custGeom>
              <a:rect b="b" l="l" r="r" t="t"/>
              <a:pathLst>
                <a:path extrusionOk="0" h="616" w="616">
                  <a:moveTo>
                    <a:pt x="390" y="0"/>
                  </a:moveTo>
                  <a:cubicBezTo>
                    <a:pt x="265" y="69"/>
                    <a:pt x="134" y="134"/>
                    <a:pt x="1" y="186"/>
                  </a:cubicBezTo>
                  <a:lnTo>
                    <a:pt x="172" y="616"/>
                  </a:lnTo>
                  <a:cubicBezTo>
                    <a:pt x="325" y="555"/>
                    <a:pt x="473" y="483"/>
                    <a:pt x="615" y="404"/>
                  </a:cubicBezTo>
                  <a:lnTo>
                    <a:pt x="3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6"/>
            <p:cNvSpPr/>
            <p:nvPr/>
          </p:nvSpPr>
          <p:spPr>
            <a:xfrm>
              <a:off x="2833011" y="2559409"/>
              <a:ext cx="16829" cy="16762"/>
            </a:xfrm>
            <a:custGeom>
              <a:rect b="b" l="l" r="r" t="t"/>
              <a:pathLst>
                <a:path extrusionOk="0" h="505" w="507">
                  <a:moveTo>
                    <a:pt x="77" y="1"/>
                  </a:moveTo>
                  <a:lnTo>
                    <a:pt x="1" y="456"/>
                  </a:lnTo>
                  <a:cubicBezTo>
                    <a:pt x="162" y="483"/>
                    <a:pt x="326" y="499"/>
                    <a:pt x="489" y="504"/>
                  </a:cubicBezTo>
                  <a:lnTo>
                    <a:pt x="506" y="43"/>
                  </a:lnTo>
                  <a:cubicBezTo>
                    <a:pt x="363" y="39"/>
                    <a:pt x="218" y="24"/>
                    <a:pt x="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6"/>
            <p:cNvSpPr/>
            <p:nvPr/>
          </p:nvSpPr>
          <p:spPr>
            <a:xfrm>
              <a:off x="2793047" y="2511877"/>
              <a:ext cx="21376" cy="21276"/>
            </a:xfrm>
            <a:custGeom>
              <a:rect b="b" l="l" r="r" t="t"/>
              <a:pathLst>
                <a:path extrusionOk="0" h="641" w="644">
                  <a:moveTo>
                    <a:pt x="299" y="0"/>
                  </a:moveTo>
                  <a:lnTo>
                    <a:pt x="1" y="354"/>
                  </a:lnTo>
                  <a:cubicBezTo>
                    <a:pt x="129" y="462"/>
                    <a:pt x="268" y="558"/>
                    <a:pt x="413" y="640"/>
                  </a:cubicBezTo>
                  <a:lnTo>
                    <a:pt x="643" y="240"/>
                  </a:lnTo>
                  <a:cubicBezTo>
                    <a:pt x="522" y="170"/>
                    <a:pt x="407" y="90"/>
                    <a:pt x="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6"/>
            <p:cNvSpPr/>
            <p:nvPr/>
          </p:nvSpPr>
          <p:spPr>
            <a:xfrm>
              <a:off x="2759257" y="2411503"/>
              <a:ext cx="22637" cy="71563"/>
            </a:xfrm>
            <a:custGeom>
              <a:rect b="b" l="l" r="r" t="t"/>
              <a:pathLst>
                <a:path extrusionOk="0" h="2156" w="682">
                  <a:moveTo>
                    <a:pt x="262" y="0"/>
                  </a:moveTo>
                  <a:cubicBezTo>
                    <a:pt x="91" y="372"/>
                    <a:pt x="0" y="783"/>
                    <a:pt x="0" y="1194"/>
                  </a:cubicBezTo>
                  <a:cubicBezTo>
                    <a:pt x="0" y="1523"/>
                    <a:pt x="56" y="1846"/>
                    <a:pt x="166" y="2156"/>
                  </a:cubicBezTo>
                  <a:lnTo>
                    <a:pt x="601" y="2000"/>
                  </a:lnTo>
                  <a:cubicBezTo>
                    <a:pt x="510" y="1742"/>
                    <a:pt x="461" y="1470"/>
                    <a:pt x="461" y="1195"/>
                  </a:cubicBezTo>
                  <a:cubicBezTo>
                    <a:pt x="464" y="849"/>
                    <a:pt x="539" y="504"/>
                    <a:pt x="682" y="193"/>
                  </a:cubicBez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6"/>
            <p:cNvSpPr/>
            <p:nvPr/>
          </p:nvSpPr>
          <p:spPr>
            <a:xfrm>
              <a:off x="2776252" y="2384252"/>
              <a:ext cx="21575" cy="21575"/>
            </a:xfrm>
            <a:custGeom>
              <a:rect b="b" l="l" r="r" t="t"/>
              <a:pathLst>
                <a:path extrusionOk="0" h="650" w="650">
                  <a:moveTo>
                    <a:pt x="322" y="0"/>
                  </a:moveTo>
                  <a:cubicBezTo>
                    <a:pt x="203" y="119"/>
                    <a:pt x="94" y="248"/>
                    <a:pt x="0" y="386"/>
                  </a:cubicBezTo>
                  <a:lnTo>
                    <a:pt x="379" y="650"/>
                  </a:lnTo>
                  <a:cubicBezTo>
                    <a:pt x="459" y="534"/>
                    <a:pt x="549" y="427"/>
                    <a:pt x="650" y="327"/>
                  </a:cubicBezTo>
                  <a:lnTo>
                    <a:pt x="3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6"/>
            <p:cNvSpPr/>
            <p:nvPr/>
          </p:nvSpPr>
          <p:spPr>
            <a:xfrm>
              <a:off x="2771771" y="2490534"/>
              <a:ext cx="21310" cy="21376"/>
            </a:xfrm>
            <a:custGeom>
              <a:rect b="b" l="l" r="r" t="t"/>
              <a:pathLst>
                <a:path extrusionOk="0" h="644" w="642">
                  <a:moveTo>
                    <a:pt x="402" y="0"/>
                  </a:moveTo>
                  <a:lnTo>
                    <a:pt x="1" y="231"/>
                  </a:lnTo>
                  <a:cubicBezTo>
                    <a:pt x="83" y="375"/>
                    <a:pt x="181" y="514"/>
                    <a:pt x="288" y="643"/>
                  </a:cubicBezTo>
                  <a:lnTo>
                    <a:pt x="642" y="345"/>
                  </a:lnTo>
                  <a:cubicBezTo>
                    <a:pt x="552" y="237"/>
                    <a:pt x="471" y="122"/>
                    <a:pt x="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6"/>
            <p:cNvSpPr/>
            <p:nvPr/>
          </p:nvSpPr>
          <p:spPr>
            <a:xfrm>
              <a:off x="2899131" y="2507130"/>
              <a:ext cx="21575" cy="21542"/>
            </a:xfrm>
            <a:custGeom>
              <a:rect b="b" l="l" r="r" t="t"/>
              <a:pathLst>
                <a:path extrusionOk="0" h="649" w="650">
                  <a:moveTo>
                    <a:pt x="322" y="1"/>
                  </a:moveTo>
                  <a:cubicBezTo>
                    <a:pt x="223" y="100"/>
                    <a:pt x="114" y="191"/>
                    <a:pt x="0" y="270"/>
                  </a:cubicBezTo>
                  <a:lnTo>
                    <a:pt x="264" y="649"/>
                  </a:lnTo>
                  <a:cubicBezTo>
                    <a:pt x="402" y="554"/>
                    <a:pt x="531" y="445"/>
                    <a:pt x="650" y="327"/>
                  </a:cubicBezTo>
                  <a:lnTo>
                    <a:pt x="3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6"/>
            <p:cNvSpPr/>
            <p:nvPr/>
          </p:nvSpPr>
          <p:spPr>
            <a:xfrm>
              <a:off x="2821892" y="2523030"/>
              <a:ext cx="71530" cy="22571"/>
            </a:xfrm>
            <a:custGeom>
              <a:rect b="b" l="l" r="r" t="t"/>
              <a:pathLst>
                <a:path extrusionOk="0" h="680" w="2155">
                  <a:moveTo>
                    <a:pt x="1961" y="0"/>
                  </a:moveTo>
                  <a:cubicBezTo>
                    <a:pt x="1651" y="143"/>
                    <a:pt x="1305" y="219"/>
                    <a:pt x="961" y="219"/>
                  </a:cubicBezTo>
                  <a:cubicBezTo>
                    <a:pt x="686" y="219"/>
                    <a:pt x="414" y="172"/>
                    <a:pt x="156" y="79"/>
                  </a:cubicBezTo>
                  <a:lnTo>
                    <a:pt x="1" y="514"/>
                  </a:lnTo>
                  <a:cubicBezTo>
                    <a:pt x="310" y="624"/>
                    <a:pt x="632" y="680"/>
                    <a:pt x="961" y="680"/>
                  </a:cubicBezTo>
                  <a:cubicBezTo>
                    <a:pt x="1371" y="680"/>
                    <a:pt x="1784" y="589"/>
                    <a:pt x="2155" y="418"/>
                  </a:cubicBezTo>
                  <a:lnTo>
                    <a:pt x="19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6"/>
            <p:cNvSpPr/>
            <p:nvPr/>
          </p:nvSpPr>
          <p:spPr>
            <a:xfrm>
              <a:off x="2789927" y="2451102"/>
              <a:ext cx="63929" cy="63929"/>
            </a:xfrm>
            <a:custGeom>
              <a:rect b="b" l="l" r="r" t="t"/>
              <a:pathLst>
                <a:path extrusionOk="0" h="1926" w="1926">
                  <a:moveTo>
                    <a:pt x="1" y="1"/>
                  </a:moveTo>
                  <a:cubicBezTo>
                    <a:pt x="1" y="1062"/>
                    <a:pt x="864" y="1925"/>
                    <a:pt x="1925" y="1925"/>
                  </a:cubicBezTo>
                  <a:lnTo>
                    <a:pt x="1925" y="1464"/>
                  </a:lnTo>
                  <a:cubicBezTo>
                    <a:pt x="1119" y="1464"/>
                    <a:pt x="462" y="807"/>
                    <a:pt x="4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6"/>
            <p:cNvSpPr/>
            <p:nvPr/>
          </p:nvSpPr>
          <p:spPr>
            <a:xfrm>
              <a:off x="2782592" y="2053854"/>
              <a:ext cx="469076" cy="476644"/>
            </a:xfrm>
            <a:custGeom>
              <a:rect b="b" l="l" r="r" t="t"/>
              <a:pathLst>
                <a:path extrusionOk="0" h="14360" w="14132">
                  <a:moveTo>
                    <a:pt x="5382" y="655"/>
                  </a:moveTo>
                  <a:lnTo>
                    <a:pt x="5817" y="1089"/>
                  </a:lnTo>
                  <a:lnTo>
                    <a:pt x="3530" y="3375"/>
                  </a:lnTo>
                  <a:lnTo>
                    <a:pt x="3096" y="2942"/>
                  </a:lnTo>
                  <a:lnTo>
                    <a:pt x="5382" y="655"/>
                  </a:lnTo>
                  <a:close/>
                  <a:moveTo>
                    <a:pt x="6142" y="1416"/>
                  </a:moveTo>
                  <a:lnTo>
                    <a:pt x="7415" y="2688"/>
                  </a:lnTo>
                  <a:lnTo>
                    <a:pt x="7486" y="3856"/>
                  </a:lnTo>
                  <a:lnTo>
                    <a:pt x="7486" y="3856"/>
                  </a:lnTo>
                  <a:lnTo>
                    <a:pt x="5594" y="1964"/>
                  </a:lnTo>
                  <a:lnTo>
                    <a:pt x="6142" y="1416"/>
                  </a:lnTo>
                  <a:close/>
                  <a:moveTo>
                    <a:pt x="10849" y="2604"/>
                  </a:moveTo>
                  <a:lnTo>
                    <a:pt x="11790" y="3546"/>
                  </a:lnTo>
                  <a:lnTo>
                    <a:pt x="10777" y="4557"/>
                  </a:lnTo>
                  <a:lnTo>
                    <a:pt x="9836" y="3616"/>
                  </a:lnTo>
                  <a:lnTo>
                    <a:pt x="10849" y="2604"/>
                  </a:lnTo>
                  <a:close/>
                  <a:moveTo>
                    <a:pt x="5266" y="2291"/>
                  </a:moveTo>
                  <a:lnTo>
                    <a:pt x="7441" y="4466"/>
                  </a:lnTo>
                  <a:lnTo>
                    <a:pt x="6898" y="5009"/>
                  </a:lnTo>
                  <a:lnTo>
                    <a:pt x="4723" y="2834"/>
                  </a:lnTo>
                  <a:lnTo>
                    <a:pt x="5266" y="2291"/>
                  </a:lnTo>
                  <a:close/>
                  <a:moveTo>
                    <a:pt x="4397" y="3160"/>
                  </a:moveTo>
                  <a:lnTo>
                    <a:pt x="6279" y="5042"/>
                  </a:lnTo>
                  <a:lnTo>
                    <a:pt x="5129" y="4975"/>
                  </a:lnTo>
                  <a:lnTo>
                    <a:pt x="3856" y="3702"/>
                  </a:lnTo>
                  <a:lnTo>
                    <a:pt x="4397" y="3160"/>
                  </a:lnTo>
                  <a:close/>
                  <a:moveTo>
                    <a:pt x="9062" y="3499"/>
                  </a:moveTo>
                  <a:lnTo>
                    <a:pt x="10896" y="5333"/>
                  </a:lnTo>
                  <a:lnTo>
                    <a:pt x="7671" y="8558"/>
                  </a:lnTo>
                  <a:cubicBezTo>
                    <a:pt x="7458" y="8173"/>
                    <a:pt x="7189" y="7815"/>
                    <a:pt x="6869" y="7494"/>
                  </a:cubicBezTo>
                  <a:cubicBezTo>
                    <a:pt x="6557" y="7182"/>
                    <a:pt x="6212" y="6923"/>
                    <a:pt x="5844" y="6716"/>
                  </a:cubicBezTo>
                  <a:lnTo>
                    <a:pt x="9062" y="3499"/>
                  </a:lnTo>
                  <a:close/>
                  <a:moveTo>
                    <a:pt x="10293" y="7169"/>
                  </a:moveTo>
                  <a:lnTo>
                    <a:pt x="11448" y="7239"/>
                  </a:lnTo>
                  <a:lnTo>
                    <a:pt x="12725" y="8516"/>
                  </a:lnTo>
                  <a:lnTo>
                    <a:pt x="12182" y="9059"/>
                  </a:lnTo>
                  <a:lnTo>
                    <a:pt x="10293" y="7169"/>
                  </a:lnTo>
                  <a:close/>
                  <a:moveTo>
                    <a:pt x="9676" y="7208"/>
                  </a:moveTo>
                  <a:lnTo>
                    <a:pt x="11855" y="9385"/>
                  </a:lnTo>
                  <a:lnTo>
                    <a:pt x="11312" y="9928"/>
                  </a:lnTo>
                  <a:lnTo>
                    <a:pt x="9133" y="7750"/>
                  </a:lnTo>
                  <a:lnTo>
                    <a:pt x="9676" y="7208"/>
                  </a:lnTo>
                  <a:close/>
                  <a:moveTo>
                    <a:pt x="9092" y="8363"/>
                  </a:moveTo>
                  <a:lnTo>
                    <a:pt x="10984" y="10255"/>
                  </a:lnTo>
                  <a:lnTo>
                    <a:pt x="10437" y="10802"/>
                  </a:lnTo>
                  <a:lnTo>
                    <a:pt x="9161" y="9525"/>
                  </a:lnTo>
                  <a:lnTo>
                    <a:pt x="9092" y="8363"/>
                  </a:lnTo>
                  <a:close/>
                  <a:moveTo>
                    <a:pt x="13052" y="8843"/>
                  </a:moveTo>
                  <a:lnTo>
                    <a:pt x="13481" y="9272"/>
                  </a:lnTo>
                  <a:lnTo>
                    <a:pt x="11194" y="11558"/>
                  </a:lnTo>
                  <a:lnTo>
                    <a:pt x="10765" y="11129"/>
                  </a:lnTo>
                  <a:lnTo>
                    <a:pt x="13052" y="8843"/>
                  </a:lnTo>
                  <a:close/>
                  <a:moveTo>
                    <a:pt x="3129" y="10783"/>
                  </a:moveTo>
                  <a:lnTo>
                    <a:pt x="3673" y="11328"/>
                  </a:lnTo>
                  <a:lnTo>
                    <a:pt x="3037" y="11964"/>
                  </a:lnTo>
                  <a:lnTo>
                    <a:pt x="2493" y="11419"/>
                  </a:lnTo>
                  <a:lnTo>
                    <a:pt x="3129" y="10783"/>
                  </a:lnTo>
                  <a:close/>
                  <a:moveTo>
                    <a:pt x="3517" y="6569"/>
                  </a:moveTo>
                  <a:cubicBezTo>
                    <a:pt x="4613" y="6569"/>
                    <a:pt x="5708" y="6986"/>
                    <a:pt x="6543" y="7820"/>
                  </a:cubicBezTo>
                  <a:cubicBezTo>
                    <a:pt x="7351" y="8628"/>
                    <a:pt x="7796" y="9702"/>
                    <a:pt x="7796" y="10847"/>
                  </a:cubicBezTo>
                  <a:cubicBezTo>
                    <a:pt x="7797" y="11912"/>
                    <a:pt x="7410" y="12917"/>
                    <a:pt x="6702" y="13704"/>
                  </a:cubicBezTo>
                  <a:lnTo>
                    <a:pt x="660" y="7660"/>
                  </a:lnTo>
                  <a:cubicBezTo>
                    <a:pt x="1470" y="6933"/>
                    <a:pt x="2494" y="6569"/>
                    <a:pt x="3517" y="6569"/>
                  </a:cubicBezTo>
                  <a:close/>
                  <a:moveTo>
                    <a:pt x="5380" y="0"/>
                  </a:moveTo>
                  <a:lnTo>
                    <a:pt x="2441" y="2941"/>
                  </a:lnTo>
                  <a:lnTo>
                    <a:pt x="4925" y="5425"/>
                  </a:lnTo>
                  <a:lnTo>
                    <a:pt x="6393" y="5511"/>
                  </a:lnTo>
                  <a:lnTo>
                    <a:pt x="5406" y="6498"/>
                  </a:lnTo>
                  <a:cubicBezTo>
                    <a:pt x="4805" y="6237"/>
                    <a:pt x="4161" y="6107"/>
                    <a:pt x="3516" y="6107"/>
                  </a:cubicBezTo>
                  <a:cubicBezTo>
                    <a:pt x="2302" y="6107"/>
                    <a:pt x="1088" y="6569"/>
                    <a:pt x="163" y="7493"/>
                  </a:cubicBezTo>
                  <a:lnTo>
                    <a:pt x="0" y="7656"/>
                  </a:lnTo>
                  <a:lnTo>
                    <a:pt x="2800" y="10456"/>
                  </a:lnTo>
                  <a:lnTo>
                    <a:pt x="1838" y="11418"/>
                  </a:lnTo>
                  <a:lnTo>
                    <a:pt x="3036" y="12615"/>
                  </a:lnTo>
                  <a:lnTo>
                    <a:pt x="3997" y="11653"/>
                  </a:lnTo>
                  <a:lnTo>
                    <a:pt x="6704" y="14360"/>
                  </a:lnTo>
                  <a:lnTo>
                    <a:pt x="6867" y="14197"/>
                  </a:lnTo>
                  <a:cubicBezTo>
                    <a:pt x="7763" y="13301"/>
                    <a:pt x="8255" y="12110"/>
                    <a:pt x="8255" y="10845"/>
                  </a:cubicBezTo>
                  <a:cubicBezTo>
                    <a:pt x="8255" y="10198"/>
                    <a:pt x="8128" y="9573"/>
                    <a:pt x="7883" y="8997"/>
                  </a:cubicBezTo>
                  <a:lnTo>
                    <a:pt x="8620" y="8259"/>
                  </a:lnTo>
                  <a:lnTo>
                    <a:pt x="8707" y="9727"/>
                  </a:lnTo>
                  <a:lnTo>
                    <a:pt x="11191" y="12212"/>
                  </a:lnTo>
                  <a:lnTo>
                    <a:pt x="14131" y="9272"/>
                  </a:lnTo>
                  <a:lnTo>
                    <a:pt x="11649" y="6789"/>
                  </a:lnTo>
                  <a:lnTo>
                    <a:pt x="10182" y="6702"/>
                  </a:lnTo>
                  <a:lnTo>
                    <a:pt x="11551" y="5333"/>
                  </a:lnTo>
                  <a:lnTo>
                    <a:pt x="11103" y="4886"/>
                  </a:lnTo>
                  <a:lnTo>
                    <a:pt x="12442" y="3547"/>
                  </a:lnTo>
                  <a:lnTo>
                    <a:pt x="11822" y="2926"/>
                  </a:lnTo>
                  <a:lnTo>
                    <a:pt x="12572" y="2176"/>
                  </a:lnTo>
                  <a:lnTo>
                    <a:pt x="12245" y="1849"/>
                  </a:lnTo>
                  <a:lnTo>
                    <a:pt x="11495" y="2599"/>
                  </a:lnTo>
                  <a:lnTo>
                    <a:pt x="10848" y="1951"/>
                  </a:lnTo>
                  <a:lnTo>
                    <a:pt x="9509" y="3290"/>
                  </a:lnTo>
                  <a:lnTo>
                    <a:pt x="9061" y="2843"/>
                  </a:lnTo>
                  <a:lnTo>
                    <a:pt x="7952" y="3952"/>
                  </a:lnTo>
                  <a:lnTo>
                    <a:pt x="7865" y="2486"/>
                  </a:lnTo>
                  <a:lnTo>
                    <a:pt x="53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6"/>
            <p:cNvSpPr/>
            <p:nvPr/>
          </p:nvSpPr>
          <p:spPr>
            <a:xfrm>
              <a:off x="3199855" y="2093054"/>
              <a:ext cx="22206" cy="22206"/>
            </a:xfrm>
            <a:custGeom>
              <a:rect b="b" l="l" r="r" t="t"/>
              <a:pathLst>
                <a:path extrusionOk="0" h="669" w="669">
                  <a:moveTo>
                    <a:pt x="343" y="0"/>
                  </a:moveTo>
                  <a:lnTo>
                    <a:pt x="1" y="342"/>
                  </a:lnTo>
                  <a:lnTo>
                    <a:pt x="327" y="668"/>
                  </a:lnTo>
                  <a:lnTo>
                    <a:pt x="669" y="326"/>
                  </a:lnTo>
                  <a:lnTo>
                    <a:pt x="3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6"/>
            <p:cNvSpPr/>
            <p:nvPr/>
          </p:nvSpPr>
          <p:spPr>
            <a:xfrm>
              <a:off x="3072196" y="2248694"/>
              <a:ext cx="21708" cy="21675"/>
            </a:xfrm>
            <a:custGeom>
              <a:rect b="b" l="l" r="r" t="t"/>
              <a:pathLst>
                <a:path extrusionOk="0" h="653" w="654">
                  <a:moveTo>
                    <a:pt x="326" y="0"/>
                  </a:moveTo>
                  <a:lnTo>
                    <a:pt x="1" y="326"/>
                  </a:lnTo>
                  <a:lnTo>
                    <a:pt x="326" y="653"/>
                  </a:lnTo>
                  <a:lnTo>
                    <a:pt x="653" y="326"/>
                  </a:lnTo>
                  <a:lnTo>
                    <a:pt x="3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6"/>
            <p:cNvSpPr/>
            <p:nvPr/>
          </p:nvSpPr>
          <p:spPr>
            <a:xfrm>
              <a:off x="3077972" y="2196980"/>
              <a:ext cx="44644" cy="51714"/>
            </a:xfrm>
            <a:custGeom>
              <a:rect b="b" l="l" r="r" t="t"/>
              <a:pathLst>
                <a:path extrusionOk="0" h="1558" w="1345">
                  <a:moveTo>
                    <a:pt x="327" y="1"/>
                  </a:moveTo>
                  <a:lnTo>
                    <a:pt x="0" y="328"/>
                  </a:lnTo>
                  <a:lnTo>
                    <a:pt x="692" y="1020"/>
                  </a:lnTo>
                  <a:lnTo>
                    <a:pt x="481" y="1232"/>
                  </a:lnTo>
                  <a:lnTo>
                    <a:pt x="807" y="1557"/>
                  </a:lnTo>
                  <a:lnTo>
                    <a:pt x="1345" y="1020"/>
                  </a:lnTo>
                  <a:lnTo>
                    <a:pt x="3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6"/>
            <p:cNvSpPr/>
            <p:nvPr/>
          </p:nvSpPr>
          <p:spPr>
            <a:xfrm>
              <a:off x="3007637" y="2267348"/>
              <a:ext cx="39167" cy="39234"/>
            </a:xfrm>
            <a:custGeom>
              <a:rect b="b" l="l" r="r" t="t"/>
              <a:pathLst>
                <a:path extrusionOk="0" h="1182" w="1180">
                  <a:moveTo>
                    <a:pt x="290" y="1"/>
                  </a:moveTo>
                  <a:lnTo>
                    <a:pt x="0" y="361"/>
                  </a:lnTo>
                  <a:cubicBezTo>
                    <a:pt x="144" y="477"/>
                    <a:pt x="285" y="602"/>
                    <a:pt x="417" y="734"/>
                  </a:cubicBezTo>
                  <a:cubicBezTo>
                    <a:pt x="559" y="876"/>
                    <a:pt x="693" y="1027"/>
                    <a:pt x="817" y="1182"/>
                  </a:cubicBezTo>
                  <a:lnTo>
                    <a:pt x="1179" y="895"/>
                  </a:lnTo>
                  <a:cubicBezTo>
                    <a:pt x="1044" y="728"/>
                    <a:pt x="898" y="564"/>
                    <a:pt x="743" y="408"/>
                  </a:cubicBezTo>
                  <a:cubicBezTo>
                    <a:pt x="599" y="265"/>
                    <a:pt x="447" y="128"/>
                    <a:pt x="2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6"/>
            <p:cNvSpPr/>
            <p:nvPr/>
          </p:nvSpPr>
          <p:spPr>
            <a:xfrm>
              <a:off x="2856014" y="2327161"/>
              <a:ext cx="21741" cy="21675"/>
            </a:xfrm>
            <a:custGeom>
              <a:rect b="b" l="l" r="r" t="t"/>
              <a:pathLst>
                <a:path extrusionOk="0" h="653" w="655">
                  <a:moveTo>
                    <a:pt x="327" y="0"/>
                  </a:moveTo>
                  <a:lnTo>
                    <a:pt x="0" y="327"/>
                  </a:lnTo>
                  <a:lnTo>
                    <a:pt x="327" y="653"/>
                  </a:lnTo>
                  <a:lnTo>
                    <a:pt x="654" y="327"/>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6"/>
            <p:cNvSpPr/>
            <p:nvPr/>
          </p:nvSpPr>
          <p:spPr>
            <a:xfrm>
              <a:off x="2899363" y="2370510"/>
              <a:ext cx="21708" cy="21708"/>
            </a:xfrm>
            <a:custGeom>
              <a:rect b="b" l="l" r="r" t="t"/>
              <a:pathLst>
                <a:path extrusionOk="0" h="654" w="654">
                  <a:moveTo>
                    <a:pt x="326" y="1"/>
                  </a:moveTo>
                  <a:lnTo>
                    <a:pt x="1" y="327"/>
                  </a:lnTo>
                  <a:lnTo>
                    <a:pt x="326" y="653"/>
                  </a:lnTo>
                  <a:lnTo>
                    <a:pt x="653" y="327"/>
                  </a:lnTo>
                  <a:lnTo>
                    <a:pt x="3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6"/>
            <p:cNvSpPr/>
            <p:nvPr/>
          </p:nvSpPr>
          <p:spPr>
            <a:xfrm>
              <a:off x="2877655" y="2348869"/>
              <a:ext cx="21675" cy="21708"/>
            </a:xfrm>
            <a:custGeom>
              <a:rect b="b" l="l" r="r" t="t"/>
              <a:pathLst>
                <a:path extrusionOk="0" h="654" w="653">
                  <a:moveTo>
                    <a:pt x="327" y="0"/>
                  </a:moveTo>
                  <a:lnTo>
                    <a:pt x="0" y="327"/>
                  </a:lnTo>
                  <a:lnTo>
                    <a:pt x="327" y="654"/>
                  </a:lnTo>
                  <a:lnTo>
                    <a:pt x="653" y="327"/>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6"/>
            <p:cNvSpPr/>
            <p:nvPr/>
          </p:nvSpPr>
          <p:spPr>
            <a:xfrm>
              <a:off x="2834273" y="2305453"/>
              <a:ext cx="21708" cy="21708"/>
            </a:xfrm>
            <a:custGeom>
              <a:rect b="b" l="l" r="r" t="t"/>
              <a:pathLst>
                <a:path extrusionOk="0" h="654" w="654">
                  <a:moveTo>
                    <a:pt x="328" y="1"/>
                  </a:moveTo>
                  <a:lnTo>
                    <a:pt x="1" y="328"/>
                  </a:lnTo>
                  <a:lnTo>
                    <a:pt x="328" y="653"/>
                  </a:lnTo>
                  <a:lnTo>
                    <a:pt x="653" y="328"/>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6"/>
            <p:cNvSpPr/>
            <p:nvPr/>
          </p:nvSpPr>
          <p:spPr>
            <a:xfrm>
              <a:off x="2964420" y="2435601"/>
              <a:ext cx="21675" cy="21675"/>
            </a:xfrm>
            <a:custGeom>
              <a:rect b="b" l="l" r="r" t="t"/>
              <a:pathLst>
                <a:path extrusionOk="0" h="653" w="653">
                  <a:moveTo>
                    <a:pt x="327" y="0"/>
                  </a:moveTo>
                  <a:lnTo>
                    <a:pt x="0" y="327"/>
                  </a:lnTo>
                  <a:lnTo>
                    <a:pt x="326" y="653"/>
                  </a:lnTo>
                  <a:lnTo>
                    <a:pt x="653" y="327"/>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6"/>
            <p:cNvSpPr/>
            <p:nvPr/>
          </p:nvSpPr>
          <p:spPr>
            <a:xfrm>
              <a:off x="2921038" y="2392251"/>
              <a:ext cx="21708" cy="21675"/>
            </a:xfrm>
            <a:custGeom>
              <a:rect b="b" l="l" r="r" t="t"/>
              <a:pathLst>
                <a:path extrusionOk="0" h="653" w="654">
                  <a:moveTo>
                    <a:pt x="327" y="0"/>
                  </a:moveTo>
                  <a:lnTo>
                    <a:pt x="0" y="326"/>
                  </a:lnTo>
                  <a:lnTo>
                    <a:pt x="327" y="653"/>
                  </a:lnTo>
                  <a:lnTo>
                    <a:pt x="654" y="326"/>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6"/>
            <p:cNvSpPr/>
            <p:nvPr/>
          </p:nvSpPr>
          <p:spPr>
            <a:xfrm>
              <a:off x="2986095" y="2457275"/>
              <a:ext cx="21708" cy="21708"/>
            </a:xfrm>
            <a:custGeom>
              <a:rect b="b" l="l" r="r" t="t"/>
              <a:pathLst>
                <a:path extrusionOk="0" h="654" w="654">
                  <a:moveTo>
                    <a:pt x="327" y="1"/>
                  </a:moveTo>
                  <a:lnTo>
                    <a:pt x="1" y="327"/>
                  </a:lnTo>
                  <a:lnTo>
                    <a:pt x="327" y="654"/>
                  </a:lnTo>
                  <a:lnTo>
                    <a:pt x="654" y="327"/>
                  </a:lnTo>
                  <a:lnTo>
                    <a:pt x="3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6"/>
            <p:cNvSpPr/>
            <p:nvPr/>
          </p:nvSpPr>
          <p:spPr>
            <a:xfrm>
              <a:off x="2942712" y="2413893"/>
              <a:ext cx="21741" cy="21708"/>
            </a:xfrm>
            <a:custGeom>
              <a:rect b="b" l="l" r="r" t="t"/>
              <a:pathLst>
                <a:path extrusionOk="0" h="654" w="655">
                  <a:moveTo>
                    <a:pt x="328" y="1"/>
                  </a:moveTo>
                  <a:lnTo>
                    <a:pt x="1" y="327"/>
                  </a:lnTo>
                  <a:lnTo>
                    <a:pt x="328" y="653"/>
                  </a:lnTo>
                  <a:lnTo>
                    <a:pt x="654" y="327"/>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6"/>
            <p:cNvSpPr/>
            <p:nvPr/>
          </p:nvSpPr>
          <p:spPr>
            <a:xfrm>
              <a:off x="2899330" y="2287097"/>
              <a:ext cx="62468" cy="29774"/>
            </a:xfrm>
            <a:custGeom>
              <a:rect b="b" l="l" r="r" t="t"/>
              <a:pathLst>
                <a:path extrusionOk="0" h="897" w="1882">
                  <a:moveTo>
                    <a:pt x="1" y="1"/>
                  </a:moveTo>
                  <a:lnTo>
                    <a:pt x="1" y="464"/>
                  </a:lnTo>
                  <a:cubicBezTo>
                    <a:pt x="583" y="464"/>
                    <a:pt x="1154" y="614"/>
                    <a:pt x="1654" y="896"/>
                  </a:cubicBezTo>
                  <a:lnTo>
                    <a:pt x="1882" y="494"/>
                  </a:lnTo>
                  <a:cubicBezTo>
                    <a:pt x="1313" y="171"/>
                    <a:pt x="662"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6"/>
            <p:cNvSpPr/>
            <p:nvPr/>
          </p:nvSpPr>
          <p:spPr>
            <a:xfrm>
              <a:off x="2966213" y="2312490"/>
              <a:ext cx="22737" cy="22637"/>
            </a:xfrm>
            <a:custGeom>
              <a:rect b="b" l="l" r="r" t="t"/>
              <a:pathLst>
                <a:path extrusionOk="0" h="682" w="685">
                  <a:moveTo>
                    <a:pt x="277" y="1"/>
                  </a:moveTo>
                  <a:lnTo>
                    <a:pt x="0" y="369"/>
                  </a:lnTo>
                  <a:cubicBezTo>
                    <a:pt x="125" y="464"/>
                    <a:pt x="247" y="569"/>
                    <a:pt x="358" y="681"/>
                  </a:cubicBezTo>
                  <a:lnTo>
                    <a:pt x="685" y="353"/>
                  </a:lnTo>
                  <a:cubicBezTo>
                    <a:pt x="558" y="227"/>
                    <a:pt x="420" y="108"/>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66"/>
          <p:cNvGrpSpPr/>
          <p:nvPr/>
        </p:nvGrpSpPr>
        <p:grpSpPr>
          <a:xfrm>
            <a:off x="2085854" y="2006237"/>
            <a:ext cx="462606" cy="462665"/>
            <a:chOff x="2097930" y="2053522"/>
            <a:chExt cx="523014" cy="523081"/>
          </a:xfrm>
        </p:grpSpPr>
        <p:sp>
          <p:nvSpPr>
            <p:cNvPr id="5895" name="Google Shape;5895;p66"/>
            <p:cNvSpPr/>
            <p:nvPr/>
          </p:nvSpPr>
          <p:spPr>
            <a:xfrm>
              <a:off x="2097930" y="2053522"/>
              <a:ext cx="523014" cy="523081"/>
            </a:xfrm>
            <a:custGeom>
              <a:rect b="b" l="l" r="r" t="t"/>
              <a:pathLst>
                <a:path extrusionOk="0" h="15759" w="15757">
                  <a:moveTo>
                    <a:pt x="3017" y="2540"/>
                  </a:moveTo>
                  <a:cubicBezTo>
                    <a:pt x="3398" y="2540"/>
                    <a:pt x="3710" y="2850"/>
                    <a:pt x="3710" y="3233"/>
                  </a:cubicBezTo>
                  <a:cubicBezTo>
                    <a:pt x="3710" y="3616"/>
                    <a:pt x="3399" y="3926"/>
                    <a:pt x="3017" y="3926"/>
                  </a:cubicBezTo>
                  <a:cubicBezTo>
                    <a:pt x="2634" y="3926"/>
                    <a:pt x="2324" y="3616"/>
                    <a:pt x="2324" y="3233"/>
                  </a:cubicBezTo>
                  <a:cubicBezTo>
                    <a:pt x="2324" y="2850"/>
                    <a:pt x="2635" y="2540"/>
                    <a:pt x="3017" y="2540"/>
                  </a:cubicBezTo>
                  <a:close/>
                  <a:moveTo>
                    <a:pt x="8112" y="1344"/>
                  </a:moveTo>
                  <a:lnTo>
                    <a:pt x="8112" y="1344"/>
                  </a:lnTo>
                  <a:cubicBezTo>
                    <a:pt x="9738" y="1400"/>
                    <a:pt x="11252" y="2042"/>
                    <a:pt x="12421" y="3174"/>
                  </a:cubicBezTo>
                  <a:lnTo>
                    <a:pt x="11424" y="4137"/>
                  </a:lnTo>
                  <a:cubicBezTo>
                    <a:pt x="10520" y="3277"/>
                    <a:pt x="9358" y="2785"/>
                    <a:pt x="8112" y="2730"/>
                  </a:cubicBezTo>
                  <a:lnTo>
                    <a:pt x="8112" y="1344"/>
                  </a:lnTo>
                  <a:close/>
                  <a:moveTo>
                    <a:pt x="8110" y="3192"/>
                  </a:moveTo>
                  <a:cubicBezTo>
                    <a:pt x="9231" y="3245"/>
                    <a:pt x="10274" y="3688"/>
                    <a:pt x="11091" y="4457"/>
                  </a:cubicBezTo>
                  <a:lnTo>
                    <a:pt x="10093" y="5420"/>
                  </a:lnTo>
                  <a:cubicBezTo>
                    <a:pt x="9542" y="4922"/>
                    <a:pt x="8851" y="4629"/>
                    <a:pt x="8110" y="4579"/>
                  </a:cubicBezTo>
                  <a:lnTo>
                    <a:pt x="8110" y="3192"/>
                  </a:lnTo>
                  <a:close/>
                  <a:moveTo>
                    <a:pt x="8110" y="5042"/>
                  </a:moveTo>
                  <a:cubicBezTo>
                    <a:pt x="8725" y="5091"/>
                    <a:pt x="9298" y="5334"/>
                    <a:pt x="9760" y="5743"/>
                  </a:cubicBezTo>
                  <a:lnTo>
                    <a:pt x="8758" y="6711"/>
                  </a:lnTo>
                  <a:cubicBezTo>
                    <a:pt x="8568" y="6567"/>
                    <a:pt x="8347" y="6473"/>
                    <a:pt x="8110" y="6435"/>
                  </a:cubicBezTo>
                  <a:lnTo>
                    <a:pt x="8110" y="5042"/>
                  </a:lnTo>
                  <a:close/>
                  <a:moveTo>
                    <a:pt x="8110" y="6906"/>
                  </a:moveTo>
                  <a:cubicBezTo>
                    <a:pt x="8221" y="6932"/>
                    <a:pt x="8325" y="6976"/>
                    <a:pt x="8419" y="7037"/>
                  </a:cubicBezTo>
                  <a:lnTo>
                    <a:pt x="8110" y="7335"/>
                  </a:lnTo>
                  <a:lnTo>
                    <a:pt x="8110" y="6906"/>
                  </a:lnTo>
                  <a:close/>
                  <a:moveTo>
                    <a:pt x="7649" y="1343"/>
                  </a:moveTo>
                  <a:lnTo>
                    <a:pt x="7649" y="2729"/>
                  </a:lnTo>
                  <a:cubicBezTo>
                    <a:pt x="4990" y="2846"/>
                    <a:pt x="2848" y="4989"/>
                    <a:pt x="2730" y="7648"/>
                  </a:cubicBezTo>
                  <a:lnTo>
                    <a:pt x="1344" y="7648"/>
                  </a:lnTo>
                  <a:cubicBezTo>
                    <a:pt x="1387" y="6421"/>
                    <a:pt x="1765" y="5252"/>
                    <a:pt x="2448" y="4235"/>
                  </a:cubicBezTo>
                  <a:cubicBezTo>
                    <a:pt x="2616" y="4331"/>
                    <a:pt x="2810" y="4385"/>
                    <a:pt x="3017" y="4385"/>
                  </a:cubicBezTo>
                  <a:cubicBezTo>
                    <a:pt x="3653" y="4385"/>
                    <a:pt x="4172" y="3868"/>
                    <a:pt x="4172" y="3231"/>
                  </a:cubicBezTo>
                  <a:cubicBezTo>
                    <a:pt x="4172" y="3005"/>
                    <a:pt x="4107" y="2795"/>
                    <a:pt x="3994" y="2618"/>
                  </a:cubicBezTo>
                  <a:cubicBezTo>
                    <a:pt x="5062" y="1825"/>
                    <a:pt x="6318" y="1388"/>
                    <a:pt x="7649" y="1343"/>
                  </a:cubicBezTo>
                  <a:close/>
                  <a:moveTo>
                    <a:pt x="7649" y="3192"/>
                  </a:moveTo>
                  <a:lnTo>
                    <a:pt x="7649" y="4579"/>
                  </a:lnTo>
                  <a:cubicBezTo>
                    <a:pt x="6009" y="4693"/>
                    <a:pt x="4694" y="6008"/>
                    <a:pt x="4580" y="7648"/>
                  </a:cubicBezTo>
                  <a:lnTo>
                    <a:pt x="3192" y="7648"/>
                  </a:lnTo>
                  <a:cubicBezTo>
                    <a:pt x="3309" y="5243"/>
                    <a:pt x="5244" y="3308"/>
                    <a:pt x="7649" y="3192"/>
                  </a:cubicBezTo>
                  <a:close/>
                  <a:moveTo>
                    <a:pt x="7649" y="5042"/>
                  </a:moveTo>
                  <a:lnTo>
                    <a:pt x="7649" y="6436"/>
                  </a:lnTo>
                  <a:cubicBezTo>
                    <a:pt x="7027" y="6535"/>
                    <a:pt x="6536" y="7026"/>
                    <a:pt x="6437" y="7648"/>
                  </a:cubicBezTo>
                  <a:lnTo>
                    <a:pt x="5043" y="7648"/>
                  </a:lnTo>
                  <a:cubicBezTo>
                    <a:pt x="5153" y="6262"/>
                    <a:pt x="6263" y="5153"/>
                    <a:pt x="7649" y="5042"/>
                  </a:cubicBezTo>
                  <a:close/>
                  <a:moveTo>
                    <a:pt x="7649" y="6906"/>
                  </a:moveTo>
                  <a:lnTo>
                    <a:pt x="7649" y="7648"/>
                  </a:lnTo>
                  <a:lnTo>
                    <a:pt x="6907" y="7648"/>
                  </a:lnTo>
                  <a:cubicBezTo>
                    <a:pt x="6993" y="7282"/>
                    <a:pt x="7283" y="6992"/>
                    <a:pt x="7649" y="6906"/>
                  </a:cubicBezTo>
                  <a:close/>
                  <a:moveTo>
                    <a:pt x="8852" y="8109"/>
                  </a:moveTo>
                  <a:cubicBezTo>
                    <a:pt x="8766" y="8475"/>
                    <a:pt x="8476" y="8765"/>
                    <a:pt x="8110" y="8851"/>
                  </a:cubicBezTo>
                  <a:lnTo>
                    <a:pt x="8110" y="8109"/>
                  </a:lnTo>
                  <a:close/>
                  <a:moveTo>
                    <a:pt x="7649" y="8111"/>
                  </a:moveTo>
                  <a:lnTo>
                    <a:pt x="7649" y="8853"/>
                  </a:lnTo>
                  <a:cubicBezTo>
                    <a:pt x="7283" y="8766"/>
                    <a:pt x="6993" y="8476"/>
                    <a:pt x="6907" y="8111"/>
                  </a:cubicBezTo>
                  <a:close/>
                  <a:moveTo>
                    <a:pt x="5695" y="9311"/>
                  </a:moveTo>
                  <a:cubicBezTo>
                    <a:pt x="6078" y="9311"/>
                    <a:pt x="6388" y="9621"/>
                    <a:pt x="6388" y="10004"/>
                  </a:cubicBezTo>
                  <a:cubicBezTo>
                    <a:pt x="6388" y="10384"/>
                    <a:pt x="6078" y="10696"/>
                    <a:pt x="5695" y="10696"/>
                  </a:cubicBezTo>
                  <a:cubicBezTo>
                    <a:pt x="5313" y="10696"/>
                    <a:pt x="5002" y="10384"/>
                    <a:pt x="5002" y="10004"/>
                  </a:cubicBezTo>
                  <a:cubicBezTo>
                    <a:pt x="5002" y="9622"/>
                    <a:pt x="5313" y="9311"/>
                    <a:pt x="5695" y="9311"/>
                  </a:cubicBezTo>
                  <a:close/>
                  <a:moveTo>
                    <a:pt x="6435" y="8109"/>
                  </a:moveTo>
                  <a:cubicBezTo>
                    <a:pt x="6535" y="8730"/>
                    <a:pt x="7026" y="9222"/>
                    <a:pt x="7648" y="9322"/>
                  </a:cubicBezTo>
                  <a:lnTo>
                    <a:pt x="7648" y="10715"/>
                  </a:lnTo>
                  <a:lnTo>
                    <a:pt x="7648" y="10715"/>
                  </a:lnTo>
                  <a:cubicBezTo>
                    <a:pt x="7336" y="10689"/>
                    <a:pt x="7028" y="10614"/>
                    <a:pt x="6742" y="10488"/>
                  </a:cubicBezTo>
                  <a:cubicBezTo>
                    <a:pt x="6810" y="10341"/>
                    <a:pt x="6848" y="10175"/>
                    <a:pt x="6848" y="10001"/>
                  </a:cubicBezTo>
                  <a:cubicBezTo>
                    <a:pt x="6848" y="9365"/>
                    <a:pt x="6331" y="8847"/>
                    <a:pt x="5694" y="8847"/>
                  </a:cubicBezTo>
                  <a:cubicBezTo>
                    <a:pt x="5533" y="8847"/>
                    <a:pt x="5378" y="8880"/>
                    <a:pt x="5238" y="8941"/>
                  </a:cubicBezTo>
                  <a:cubicBezTo>
                    <a:pt x="5131" y="8676"/>
                    <a:pt x="5064" y="8397"/>
                    <a:pt x="5042" y="8109"/>
                  </a:cubicBezTo>
                  <a:close/>
                  <a:moveTo>
                    <a:pt x="10716" y="8110"/>
                  </a:moveTo>
                  <a:cubicBezTo>
                    <a:pt x="10605" y="9497"/>
                    <a:pt x="9496" y="10604"/>
                    <a:pt x="8110" y="10717"/>
                  </a:cubicBezTo>
                  <a:lnTo>
                    <a:pt x="8110" y="9323"/>
                  </a:lnTo>
                  <a:cubicBezTo>
                    <a:pt x="8732" y="9224"/>
                    <a:pt x="9224" y="8733"/>
                    <a:pt x="9323" y="8110"/>
                  </a:cubicBezTo>
                  <a:close/>
                  <a:moveTo>
                    <a:pt x="11233" y="10601"/>
                  </a:moveTo>
                  <a:cubicBezTo>
                    <a:pt x="11616" y="10601"/>
                    <a:pt x="11926" y="10914"/>
                    <a:pt x="11926" y="11294"/>
                  </a:cubicBezTo>
                  <a:cubicBezTo>
                    <a:pt x="11926" y="11676"/>
                    <a:pt x="11616" y="11987"/>
                    <a:pt x="11233" y="11987"/>
                  </a:cubicBezTo>
                  <a:cubicBezTo>
                    <a:pt x="10850" y="11987"/>
                    <a:pt x="10540" y="11677"/>
                    <a:pt x="10540" y="11294"/>
                  </a:cubicBezTo>
                  <a:cubicBezTo>
                    <a:pt x="10540" y="10914"/>
                    <a:pt x="10850" y="10601"/>
                    <a:pt x="11233" y="10601"/>
                  </a:cubicBezTo>
                  <a:close/>
                  <a:moveTo>
                    <a:pt x="12566" y="8109"/>
                  </a:moveTo>
                  <a:cubicBezTo>
                    <a:pt x="12528" y="8903"/>
                    <a:pt x="12292" y="9663"/>
                    <a:pt x="11877" y="10337"/>
                  </a:cubicBezTo>
                  <a:cubicBezTo>
                    <a:pt x="11693" y="10212"/>
                    <a:pt x="11471" y="10140"/>
                    <a:pt x="11233" y="10140"/>
                  </a:cubicBezTo>
                  <a:cubicBezTo>
                    <a:pt x="10597" y="10140"/>
                    <a:pt x="10079" y="10657"/>
                    <a:pt x="10079" y="11294"/>
                  </a:cubicBezTo>
                  <a:cubicBezTo>
                    <a:pt x="10079" y="11525"/>
                    <a:pt x="10147" y="11739"/>
                    <a:pt x="10264" y="11920"/>
                  </a:cubicBezTo>
                  <a:cubicBezTo>
                    <a:pt x="9608" y="12308"/>
                    <a:pt x="8873" y="12528"/>
                    <a:pt x="8109" y="12565"/>
                  </a:cubicBezTo>
                  <a:lnTo>
                    <a:pt x="8109" y="11178"/>
                  </a:lnTo>
                  <a:cubicBezTo>
                    <a:pt x="9749" y="11065"/>
                    <a:pt x="11065" y="9750"/>
                    <a:pt x="11178" y="8109"/>
                  </a:cubicBezTo>
                  <a:close/>
                  <a:moveTo>
                    <a:pt x="4580" y="8111"/>
                  </a:moveTo>
                  <a:cubicBezTo>
                    <a:pt x="4606" y="8495"/>
                    <a:pt x="4697" y="8864"/>
                    <a:pt x="4852" y="9216"/>
                  </a:cubicBezTo>
                  <a:cubicBezTo>
                    <a:pt x="4660" y="9422"/>
                    <a:pt x="4541" y="9700"/>
                    <a:pt x="4541" y="10004"/>
                  </a:cubicBezTo>
                  <a:cubicBezTo>
                    <a:pt x="4541" y="10640"/>
                    <a:pt x="5058" y="11158"/>
                    <a:pt x="5695" y="11158"/>
                  </a:cubicBezTo>
                  <a:cubicBezTo>
                    <a:pt x="5988" y="11158"/>
                    <a:pt x="6256" y="11048"/>
                    <a:pt x="6459" y="10868"/>
                  </a:cubicBezTo>
                  <a:cubicBezTo>
                    <a:pt x="6832" y="11045"/>
                    <a:pt x="7238" y="11151"/>
                    <a:pt x="7650" y="11179"/>
                  </a:cubicBezTo>
                  <a:lnTo>
                    <a:pt x="7650" y="12566"/>
                  </a:lnTo>
                  <a:lnTo>
                    <a:pt x="7649" y="12566"/>
                  </a:lnTo>
                  <a:cubicBezTo>
                    <a:pt x="5244" y="12449"/>
                    <a:pt x="3309" y="10515"/>
                    <a:pt x="3192" y="8111"/>
                  </a:cubicBezTo>
                  <a:close/>
                  <a:moveTo>
                    <a:pt x="3048" y="11955"/>
                  </a:moveTo>
                  <a:cubicBezTo>
                    <a:pt x="3430" y="11955"/>
                    <a:pt x="3741" y="12265"/>
                    <a:pt x="3741" y="12648"/>
                  </a:cubicBezTo>
                  <a:cubicBezTo>
                    <a:pt x="3741" y="13031"/>
                    <a:pt x="3430" y="13341"/>
                    <a:pt x="3048" y="13341"/>
                  </a:cubicBezTo>
                  <a:cubicBezTo>
                    <a:pt x="2667" y="13341"/>
                    <a:pt x="2355" y="13031"/>
                    <a:pt x="2355" y="12648"/>
                  </a:cubicBezTo>
                  <a:cubicBezTo>
                    <a:pt x="2355" y="12265"/>
                    <a:pt x="2665" y="11955"/>
                    <a:pt x="3048" y="11955"/>
                  </a:cubicBezTo>
                  <a:close/>
                  <a:moveTo>
                    <a:pt x="2730" y="8108"/>
                  </a:moveTo>
                  <a:cubicBezTo>
                    <a:pt x="2847" y="10767"/>
                    <a:pt x="4990" y="12909"/>
                    <a:pt x="7649" y="13026"/>
                  </a:cubicBezTo>
                  <a:lnTo>
                    <a:pt x="7649" y="14414"/>
                  </a:lnTo>
                  <a:cubicBezTo>
                    <a:pt x="6349" y="14370"/>
                    <a:pt x="5119" y="13950"/>
                    <a:pt x="4066" y="13191"/>
                  </a:cubicBezTo>
                  <a:cubicBezTo>
                    <a:pt x="4153" y="13030"/>
                    <a:pt x="4203" y="12844"/>
                    <a:pt x="4203" y="12648"/>
                  </a:cubicBezTo>
                  <a:cubicBezTo>
                    <a:pt x="4203" y="12012"/>
                    <a:pt x="3686" y="11494"/>
                    <a:pt x="3048" y="11494"/>
                  </a:cubicBezTo>
                  <a:cubicBezTo>
                    <a:pt x="2856" y="11494"/>
                    <a:pt x="2677" y="11540"/>
                    <a:pt x="2518" y="11623"/>
                  </a:cubicBezTo>
                  <a:cubicBezTo>
                    <a:pt x="1790" y="10585"/>
                    <a:pt x="1387" y="9379"/>
                    <a:pt x="1344" y="8108"/>
                  </a:cubicBezTo>
                  <a:close/>
                  <a:moveTo>
                    <a:pt x="14414" y="8109"/>
                  </a:moveTo>
                  <a:cubicBezTo>
                    <a:pt x="14296" y="11532"/>
                    <a:pt x="11533" y="14295"/>
                    <a:pt x="8110" y="14414"/>
                  </a:cubicBezTo>
                  <a:lnTo>
                    <a:pt x="8110" y="13028"/>
                  </a:lnTo>
                  <a:cubicBezTo>
                    <a:pt x="8996" y="12989"/>
                    <a:pt x="9849" y="12725"/>
                    <a:pt x="10599" y="12258"/>
                  </a:cubicBezTo>
                  <a:cubicBezTo>
                    <a:pt x="10781" y="12378"/>
                    <a:pt x="10999" y="12449"/>
                    <a:pt x="11233" y="12449"/>
                  </a:cubicBezTo>
                  <a:cubicBezTo>
                    <a:pt x="11869" y="12449"/>
                    <a:pt x="12388" y="11932"/>
                    <a:pt x="12388" y="11294"/>
                  </a:cubicBezTo>
                  <a:cubicBezTo>
                    <a:pt x="12388" y="11069"/>
                    <a:pt x="12322" y="10857"/>
                    <a:pt x="12208" y="10678"/>
                  </a:cubicBezTo>
                  <a:cubicBezTo>
                    <a:pt x="12707" y="9908"/>
                    <a:pt x="12988" y="9027"/>
                    <a:pt x="13029" y="8109"/>
                  </a:cubicBezTo>
                  <a:close/>
                  <a:moveTo>
                    <a:pt x="7649" y="0"/>
                  </a:moveTo>
                  <a:lnTo>
                    <a:pt x="7649" y="882"/>
                  </a:lnTo>
                  <a:cubicBezTo>
                    <a:pt x="6197" y="929"/>
                    <a:pt x="4831" y="1410"/>
                    <a:pt x="3672" y="2284"/>
                  </a:cubicBezTo>
                  <a:cubicBezTo>
                    <a:pt x="3486" y="2154"/>
                    <a:pt x="3260" y="2079"/>
                    <a:pt x="3017" y="2079"/>
                  </a:cubicBezTo>
                  <a:cubicBezTo>
                    <a:pt x="2381" y="2079"/>
                    <a:pt x="1863" y="2596"/>
                    <a:pt x="1863" y="3233"/>
                  </a:cubicBezTo>
                  <a:cubicBezTo>
                    <a:pt x="1863" y="3496"/>
                    <a:pt x="1950" y="3737"/>
                    <a:pt x="2098" y="3930"/>
                  </a:cubicBezTo>
                  <a:cubicBezTo>
                    <a:pt x="1342" y="5032"/>
                    <a:pt x="926" y="6310"/>
                    <a:pt x="881" y="7649"/>
                  </a:cubicBezTo>
                  <a:lnTo>
                    <a:pt x="0" y="7649"/>
                  </a:lnTo>
                  <a:lnTo>
                    <a:pt x="0" y="8111"/>
                  </a:lnTo>
                  <a:lnTo>
                    <a:pt x="881" y="8111"/>
                  </a:lnTo>
                  <a:cubicBezTo>
                    <a:pt x="926" y="9488"/>
                    <a:pt x="1364" y="10795"/>
                    <a:pt x="2157" y="11915"/>
                  </a:cubicBezTo>
                  <a:cubicBezTo>
                    <a:pt x="1992" y="12114"/>
                    <a:pt x="1893" y="12370"/>
                    <a:pt x="1893" y="12649"/>
                  </a:cubicBezTo>
                  <a:cubicBezTo>
                    <a:pt x="1893" y="13285"/>
                    <a:pt x="2410" y="13804"/>
                    <a:pt x="3047" y="13804"/>
                  </a:cubicBezTo>
                  <a:cubicBezTo>
                    <a:pt x="3321" y="13804"/>
                    <a:pt x="3572" y="13708"/>
                    <a:pt x="3770" y="13548"/>
                  </a:cubicBezTo>
                  <a:cubicBezTo>
                    <a:pt x="4907" y="14375"/>
                    <a:pt x="6238" y="14831"/>
                    <a:pt x="7648" y="14877"/>
                  </a:cubicBezTo>
                  <a:lnTo>
                    <a:pt x="7648" y="15759"/>
                  </a:lnTo>
                  <a:lnTo>
                    <a:pt x="8109" y="15759"/>
                  </a:lnTo>
                  <a:lnTo>
                    <a:pt x="8109" y="14877"/>
                  </a:lnTo>
                  <a:cubicBezTo>
                    <a:pt x="9893" y="14820"/>
                    <a:pt x="11561" y="14099"/>
                    <a:pt x="12829" y="12830"/>
                  </a:cubicBezTo>
                  <a:cubicBezTo>
                    <a:pt x="14097" y="11562"/>
                    <a:pt x="14819" y="9895"/>
                    <a:pt x="14875" y="8111"/>
                  </a:cubicBezTo>
                  <a:lnTo>
                    <a:pt x="15757" y="8111"/>
                  </a:lnTo>
                  <a:lnTo>
                    <a:pt x="15757" y="7649"/>
                  </a:lnTo>
                  <a:lnTo>
                    <a:pt x="8451" y="7649"/>
                  </a:lnTo>
                  <a:lnTo>
                    <a:pt x="8451" y="7648"/>
                  </a:lnTo>
                  <a:lnTo>
                    <a:pt x="13077" y="3183"/>
                  </a:lnTo>
                  <a:lnTo>
                    <a:pt x="12917" y="3018"/>
                  </a:lnTo>
                  <a:cubicBezTo>
                    <a:pt x="12270" y="2348"/>
                    <a:pt x="11512" y="1821"/>
                    <a:pt x="10662" y="1453"/>
                  </a:cubicBezTo>
                  <a:cubicBezTo>
                    <a:pt x="9852" y="1101"/>
                    <a:pt x="8994" y="910"/>
                    <a:pt x="8110" y="882"/>
                  </a:cubicBezTo>
                  <a:lnTo>
                    <a:pt x="81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6"/>
            <p:cNvSpPr/>
            <p:nvPr/>
          </p:nvSpPr>
          <p:spPr>
            <a:xfrm>
              <a:off x="2403633" y="2118911"/>
              <a:ext cx="64194" cy="38736"/>
            </a:xfrm>
            <a:custGeom>
              <a:rect b="b" l="l" r="r" t="t"/>
              <a:pathLst>
                <a:path extrusionOk="0" h="1167" w="1934">
                  <a:moveTo>
                    <a:pt x="109" y="0"/>
                  </a:moveTo>
                  <a:lnTo>
                    <a:pt x="0" y="449"/>
                  </a:lnTo>
                  <a:cubicBezTo>
                    <a:pt x="599" y="594"/>
                    <a:pt x="1165" y="834"/>
                    <a:pt x="1685" y="1167"/>
                  </a:cubicBezTo>
                  <a:lnTo>
                    <a:pt x="1933" y="777"/>
                  </a:lnTo>
                  <a:cubicBezTo>
                    <a:pt x="1371" y="419"/>
                    <a:pt x="758" y="156"/>
                    <a:pt x="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6"/>
            <p:cNvSpPr/>
            <p:nvPr/>
          </p:nvSpPr>
          <p:spPr>
            <a:xfrm>
              <a:off x="2265984" y="2116521"/>
              <a:ext cx="60112" cy="33325"/>
            </a:xfrm>
            <a:custGeom>
              <a:rect b="b" l="l" r="r" t="t"/>
              <a:pathLst>
                <a:path extrusionOk="0" h="1004" w="1811">
                  <a:moveTo>
                    <a:pt x="1728" y="1"/>
                  </a:moveTo>
                  <a:cubicBezTo>
                    <a:pt x="1126" y="111"/>
                    <a:pt x="544" y="310"/>
                    <a:pt x="0" y="595"/>
                  </a:cubicBezTo>
                  <a:lnTo>
                    <a:pt x="215" y="1004"/>
                  </a:lnTo>
                  <a:cubicBezTo>
                    <a:pt x="717" y="740"/>
                    <a:pt x="1255" y="556"/>
                    <a:pt x="1810" y="455"/>
                  </a:cubicBezTo>
                  <a:lnTo>
                    <a:pt x="17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6"/>
            <p:cNvSpPr/>
            <p:nvPr/>
          </p:nvSpPr>
          <p:spPr>
            <a:xfrm>
              <a:off x="2160598" y="2234321"/>
              <a:ext cx="28048" cy="49357"/>
            </a:xfrm>
            <a:custGeom>
              <a:rect b="b" l="l" r="r" t="t"/>
              <a:pathLst>
                <a:path extrusionOk="0" h="1487" w="845">
                  <a:moveTo>
                    <a:pt x="422" y="0"/>
                  </a:moveTo>
                  <a:cubicBezTo>
                    <a:pt x="224" y="451"/>
                    <a:pt x="83" y="925"/>
                    <a:pt x="0" y="1409"/>
                  </a:cubicBezTo>
                  <a:lnTo>
                    <a:pt x="455" y="1486"/>
                  </a:lnTo>
                  <a:cubicBezTo>
                    <a:pt x="532" y="1038"/>
                    <a:pt x="662" y="602"/>
                    <a:pt x="844" y="185"/>
                  </a:cubicBezTo>
                  <a:lnTo>
                    <a:pt x="4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6"/>
            <p:cNvSpPr/>
            <p:nvPr/>
          </p:nvSpPr>
          <p:spPr>
            <a:xfrm>
              <a:off x="2159867" y="2342064"/>
              <a:ext cx="17891" cy="17957"/>
            </a:xfrm>
            <a:custGeom>
              <a:rect b="b" l="l" r="r" t="t"/>
              <a:pathLst>
                <a:path extrusionOk="0" h="541" w="539">
                  <a:moveTo>
                    <a:pt x="457" y="0"/>
                  </a:moveTo>
                  <a:lnTo>
                    <a:pt x="1" y="67"/>
                  </a:lnTo>
                  <a:cubicBezTo>
                    <a:pt x="23" y="226"/>
                    <a:pt x="53" y="385"/>
                    <a:pt x="89" y="540"/>
                  </a:cubicBezTo>
                  <a:lnTo>
                    <a:pt x="538" y="438"/>
                  </a:lnTo>
                  <a:cubicBezTo>
                    <a:pt x="504" y="293"/>
                    <a:pt x="477" y="147"/>
                    <a:pt x="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6"/>
            <p:cNvSpPr/>
            <p:nvPr/>
          </p:nvSpPr>
          <p:spPr>
            <a:xfrm>
              <a:off x="2166904" y="2370709"/>
              <a:ext cx="27882" cy="38902"/>
            </a:xfrm>
            <a:custGeom>
              <a:rect b="b" l="l" r="r" t="t"/>
              <a:pathLst>
                <a:path extrusionOk="0" h="1172" w="840">
                  <a:moveTo>
                    <a:pt x="441" y="1"/>
                  </a:moveTo>
                  <a:lnTo>
                    <a:pt x="1" y="139"/>
                  </a:lnTo>
                  <a:cubicBezTo>
                    <a:pt x="111" y="495"/>
                    <a:pt x="258" y="842"/>
                    <a:pt x="432" y="1171"/>
                  </a:cubicBezTo>
                  <a:lnTo>
                    <a:pt x="839" y="954"/>
                  </a:lnTo>
                  <a:cubicBezTo>
                    <a:pt x="679" y="648"/>
                    <a:pt x="545" y="329"/>
                    <a:pt x="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6"/>
            <p:cNvSpPr/>
            <p:nvPr/>
          </p:nvSpPr>
          <p:spPr>
            <a:xfrm>
              <a:off x="2271295" y="2482734"/>
              <a:ext cx="53871" cy="30637"/>
            </a:xfrm>
            <a:custGeom>
              <a:rect b="b" l="l" r="r" t="t"/>
              <a:pathLst>
                <a:path extrusionOk="0" h="923" w="1623">
                  <a:moveTo>
                    <a:pt x="203" y="0"/>
                  </a:moveTo>
                  <a:lnTo>
                    <a:pt x="1" y="415"/>
                  </a:lnTo>
                  <a:cubicBezTo>
                    <a:pt x="488" y="653"/>
                    <a:pt x="1005" y="823"/>
                    <a:pt x="1536" y="923"/>
                  </a:cubicBezTo>
                  <a:lnTo>
                    <a:pt x="1622" y="470"/>
                  </a:lnTo>
                  <a:cubicBezTo>
                    <a:pt x="1131" y="378"/>
                    <a:pt x="653" y="220"/>
                    <a:pt x="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6"/>
            <p:cNvSpPr/>
            <p:nvPr/>
          </p:nvSpPr>
          <p:spPr>
            <a:xfrm>
              <a:off x="2390887" y="2484626"/>
              <a:ext cx="52511" cy="29342"/>
            </a:xfrm>
            <a:custGeom>
              <a:rect b="b" l="l" r="r" t="t"/>
              <a:pathLst>
                <a:path extrusionOk="0" h="884" w="1582">
                  <a:moveTo>
                    <a:pt x="1388" y="0"/>
                  </a:moveTo>
                  <a:cubicBezTo>
                    <a:pt x="947" y="203"/>
                    <a:pt x="480" y="347"/>
                    <a:pt x="1" y="428"/>
                  </a:cubicBezTo>
                  <a:lnTo>
                    <a:pt x="78" y="883"/>
                  </a:lnTo>
                  <a:cubicBezTo>
                    <a:pt x="597" y="795"/>
                    <a:pt x="1103" y="638"/>
                    <a:pt x="1582" y="420"/>
                  </a:cubicBezTo>
                  <a:lnTo>
                    <a:pt x="13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6"/>
            <p:cNvSpPr/>
            <p:nvPr/>
          </p:nvSpPr>
          <p:spPr>
            <a:xfrm>
              <a:off x="2386439" y="2430589"/>
              <a:ext cx="27052" cy="21675"/>
            </a:xfrm>
            <a:custGeom>
              <a:rect b="b" l="l" r="r" t="t"/>
              <a:pathLst>
                <a:path extrusionOk="0" h="653" w="815">
                  <a:moveTo>
                    <a:pt x="637" y="0"/>
                  </a:moveTo>
                  <a:cubicBezTo>
                    <a:pt x="431" y="86"/>
                    <a:pt x="217" y="154"/>
                    <a:pt x="0" y="202"/>
                  </a:cubicBezTo>
                  <a:lnTo>
                    <a:pt x="98" y="653"/>
                  </a:lnTo>
                  <a:cubicBezTo>
                    <a:pt x="342" y="600"/>
                    <a:pt x="584" y="524"/>
                    <a:pt x="814" y="427"/>
                  </a:cubicBezTo>
                  <a:lnTo>
                    <a:pt x="6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6"/>
            <p:cNvSpPr/>
            <p:nvPr/>
          </p:nvSpPr>
          <p:spPr>
            <a:xfrm>
              <a:off x="2307607" y="2431319"/>
              <a:ext cx="26853" cy="21409"/>
            </a:xfrm>
            <a:custGeom>
              <a:rect b="b" l="l" r="r" t="t"/>
              <a:pathLst>
                <a:path extrusionOk="0" h="645" w="809">
                  <a:moveTo>
                    <a:pt x="171" y="0"/>
                  </a:moveTo>
                  <a:lnTo>
                    <a:pt x="1" y="429"/>
                  </a:lnTo>
                  <a:cubicBezTo>
                    <a:pt x="231" y="521"/>
                    <a:pt x="472" y="594"/>
                    <a:pt x="716" y="644"/>
                  </a:cubicBezTo>
                  <a:lnTo>
                    <a:pt x="808" y="191"/>
                  </a:lnTo>
                  <a:cubicBezTo>
                    <a:pt x="591" y="147"/>
                    <a:pt x="376" y="83"/>
                    <a:pt x="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6"/>
            <p:cNvSpPr/>
            <p:nvPr/>
          </p:nvSpPr>
          <p:spPr>
            <a:xfrm>
              <a:off x="2221838" y="2340073"/>
              <a:ext cx="21376" cy="26820"/>
            </a:xfrm>
            <a:custGeom>
              <a:rect b="b" l="l" r="r" t="t"/>
              <a:pathLst>
                <a:path extrusionOk="0" h="808" w="644">
                  <a:moveTo>
                    <a:pt x="452" y="0"/>
                  </a:moveTo>
                  <a:lnTo>
                    <a:pt x="0" y="91"/>
                  </a:lnTo>
                  <a:cubicBezTo>
                    <a:pt x="49" y="336"/>
                    <a:pt x="121" y="576"/>
                    <a:pt x="214" y="808"/>
                  </a:cubicBezTo>
                  <a:lnTo>
                    <a:pt x="644" y="637"/>
                  </a:lnTo>
                  <a:cubicBezTo>
                    <a:pt x="561" y="432"/>
                    <a:pt x="497" y="217"/>
                    <a:pt x="4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6"/>
            <p:cNvSpPr/>
            <p:nvPr/>
          </p:nvSpPr>
          <p:spPr>
            <a:xfrm>
              <a:off x="2241554" y="2225724"/>
              <a:ext cx="21476" cy="21409"/>
            </a:xfrm>
            <a:custGeom>
              <a:rect b="b" l="l" r="r" t="t"/>
              <a:pathLst>
                <a:path extrusionOk="0" h="645" w="647">
                  <a:moveTo>
                    <a:pt x="291" y="0"/>
                  </a:moveTo>
                  <a:cubicBezTo>
                    <a:pt x="186" y="127"/>
                    <a:pt x="89" y="258"/>
                    <a:pt x="1" y="394"/>
                  </a:cubicBezTo>
                  <a:lnTo>
                    <a:pt x="389" y="645"/>
                  </a:lnTo>
                  <a:cubicBezTo>
                    <a:pt x="467" y="524"/>
                    <a:pt x="554" y="406"/>
                    <a:pt x="646" y="294"/>
                  </a:cubicBezTo>
                  <a:lnTo>
                    <a:pt x="2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6"/>
            <p:cNvSpPr/>
            <p:nvPr/>
          </p:nvSpPr>
          <p:spPr>
            <a:xfrm>
              <a:off x="2227281" y="2252876"/>
              <a:ext cx="19982" cy="19849"/>
            </a:xfrm>
            <a:custGeom>
              <a:rect b="b" l="l" r="r" t="t"/>
              <a:pathLst>
                <a:path extrusionOk="0" h="598" w="602">
                  <a:moveTo>
                    <a:pt x="188" y="1"/>
                  </a:moveTo>
                  <a:cubicBezTo>
                    <a:pt x="118" y="143"/>
                    <a:pt x="55" y="291"/>
                    <a:pt x="1" y="441"/>
                  </a:cubicBezTo>
                  <a:lnTo>
                    <a:pt x="435" y="597"/>
                  </a:lnTo>
                  <a:cubicBezTo>
                    <a:pt x="483" y="464"/>
                    <a:pt x="540" y="332"/>
                    <a:pt x="602" y="205"/>
                  </a:cubicBezTo>
                  <a:lnTo>
                    <a:pt x="1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6"/>
            <p:cNvSpPr/>
            <p:nvPr/>
          </p:nvSpPr>
          <p:spPr>
            <a:xfrm>
              <a:off x="2262133" y="2186790"/>
              <a:ext cx="46370" cy="38105"/>
            </a:xfrm>
            <a:custGeom>
              <a:rect b="b" l="l" r="r" t="t"/>
              <a:pathLst>
                <a:path extrusionOk="0" h="1148" w="1397">
                  <a:moveTo>
                    <a:pt x="1207" y="1"/>
                  </a:moveTo>
                  <a:cubicBezTo>
                    <a:pt x="761" y="200"/>
                    <a:pt x="354" y="474"/>
                    <a:pt x="0" y="816"/>
                  </a:cubicBezTo>
                  <a:lnTo>
                    <a:pt x="321" y="1148"/>
                  </a:lnTo>
                  <a:cubicBezTo>
                    <a:pt x="636" y="845"/>
                    <a:pt x="998" y="598"/>
                    <a:pt x="1397" y="421"/>
                  </a:cubicBezTo>
                  <a:lnTo>
                    <a:pt x="12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6"/>
            <p:cNvSpPr/>
            <p:nvPr/>
          </p:nvSpPr>
          <p:spPr>
            <a:xfrm>
              <a:off x="2391219" y="2179122"/>
              <a:ext cx="48229" cy="32993"/>
            </a:xfrm>
            <a:custGeom>
              <a:rect b="b" l="l" r="r" t="t"/>
              <a:pathLst>
                <a:path extrusionOk="0" h="994" w="1453">
                  <a:moveTo>
                    <a:pt x="117" y="0"/>
                  </a:moveTo>
                  <a:lnTo>
                    <a:pt x="1" y="447"/>
                  </a:lnTo>
                  <a:cubicBezTo>
                    <a:pt x="427" y="559"/>
                    <a:pt x="827" y="742"/>
                    <a:pt x="1189" y="994"/>
                  </a:cubicBezTo>
                  <a:lnTo>
                    <a:pt x="1453" y="615"/>
                  </a:lnTo>
                  <a:cubicBezTo>
                    <a:pt x="1045" y="331"/>
                    <a:pt x="597" y="124"/>
                    <a:pt x="1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6"/>
            <p:cNvSpPr/>
            <p:nvPr/>
          </p:nvSpPr>
          <p:spPr>
            <a:xfrm>
              <a:off x="2190935" y="2152137"/>
              <a:ext cx="15335" cy="15335"/>
            </a:xfrm>
            <a:custGeom>
              <a:rect b="b" l="l" r="r" t="t"/>
              <a:pathLst>
                <a:path extrusionOk="0" h="462" w="462">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6"/>
            <p:cNvSpPr/>
            <p:nvPr/>
          </p:nvSpPr>
          <p:spPr>
            <a:xfrm>
              <a:off x="2279792" y="2376817"/>
              <a:ext cx="15368" cy="15368"/>
            </a:xfrm>
            <a:custGeom>
              <a:rect b="b" l="l" r="r" t="t"/>
              <a:pathLst>
                <a:path extrusionOk="0" h="463" w="463">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6"/>
            <p:cNvSpPr/>
            <p:nvPr/>
          </p:nvSpPr>
          <p:spPr>
            <a:xfrm>
              <a:off x="2191964" y="2464677"/>
              <a:ext cx="15335" cy="15335"/>
            </a:xfrm>
            <a:custGeom>
              <a:rect b="b" l="l" r="r" t="t"/>
              <a:pathLst>
                <a:path extrusionOk="0" h="462"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6"/>
            <p:cNvSpPr/>
            <p:nvPr/>
          </p:nvSpPr>
          <p:spPr>
            <a:xfrm>
              <a:off x="2464707" y="2419735"/>
              <a:ext cx="15335" cy="15335"/>
            </a:xfrm>
            <a:custGeom>
              <a:rect b="b" l="l" r="r" t="t"/>
              <a:pathLst>
                <a:path extrusionOk="0" h="462" w="462">
                  <a:moveTo>
                    <a:pt x="0" y="1"/>
                  </a:moveTo>
                  <a:lnTo>
                    <a:pt x="0" y="462"/>
                  </a:lnTo>
                  <a:lnTo>
                    <a:pt x="461" y="462"/>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66"/>
          <p:cNvGrpSpPr/>
          <p:nvPr/>
        </p:nvGrpSpPr>
        <p:grpSpPr>
          <a:xfrm>
            <a:off x="1442913" y="2006237"/>
            <a:ext cx="462577" cy="462665"/>
            <a:chOff x="1467239" y="2053522"/>
            <a:chExt cx="522981" cy="523081"/>
          </a:xfrm>
        </p:grpSpPr>
        <p:sp>
          <p:nvSpPr>
            <p:cNvPr id="5915" name="Google Shape;5915;p66"/>
            <p:cNvSpPr/>
            <p:nvPr/>
          </p:nvSpPr>
          <p:spPr>
            <a:xfrm>
              <a:off x="1613419" y="2394475"/>
              <a:ext cx="96325" cy="102465"/>
            </a:xfrm>
            <a:custGeom>
              <a:rect b="b" l="l" r="r" t="t"/>
              <a:pathLst>
                <a:path extrusionOk="0" h="3087" w="2902">
                  <a:moveTo>
                    <a:pt x="1030" y="464"/>
                  </a:moveTo>
                  <a:lnTo>
                    <a:pt x="1325" y="1348"/>
                  </a:lnTo>
                  <a:lnTo>
                    <a:pt x="2439" y="1348"/>
                  </a:lnTo>
                  <a:lnTo>
                    <a:pt x="2439" y="2625"/>
                  </a:lnTo>
                  <a:lnTo>
                    <a:pt x="1629" y="2625"/>
                  </a:lnTo>
                  <a:lnTo>
                    <a:pt x="1039" y="1903"/>
                  </a:lnTo>
                  <a:lnTo>
                    <a:pt x="464" y="1903"/>
                  </a:lnTo>
                  <a:lnTo>
                    <a:pt x="464" y="464"/>
                  </a:lnTo>
                  <a:close/>
                  <a:moveTo>
                    <a:pt x="1" y="0"/>
                  </a:moveTo>
                  <a:lnTo>
                    <a:pt x="1" y="2365"/>
                  </a:lnTo>
                  <a:lnTo>
                    <a:pt x="819" y="2365"/>
                  </a:lnTo>
                  <a:lnTo>
                    <a:pt x="1408" y="3086"/>
                  </a:lnTo>
                  <a:lnTo>
                    <a:pt x="2902" y="3086"/>
                  </a:lnTo>
                  <a:lnTo>
                    <a:pt x="2902" y="885"/>
                  </a:lnTo>
                  <a:lnTo>
                    <a:pt x="1659" y="885"/>
                  </a:lnTo>
                  <a:lnTo>
                    <a:pt x="13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6"/>
            <p:cNvSpPr/>
            <p:nvPr/>
          </p:nvSpPr>
          <p:spPr>
            <a:xfrm>
              <a:off x="1534753" y="2121102"/>
              <a:ext cx="455467" cy="455501"/>
            </a:xfrm>
            <a:custGeom>
              <a:rect b="b" l="l" r="r" t="t"/>
              <a:pathLst>
                <a:path extrusionOk="0" h="13723" w="13722">
                  <a:moveTo>
                    <a:pt x="10523" y="7332"/>
                  </a:moveTo>
                  <a:lnTo>
                    <a:pt x="11997" y="8161"/>
                  </a:lnTo>
                  <a:lnTo>
                    <a:pt x="13125" y="8161"/>
                  </a:lnTo>
                  <a:cubicBezTo>
                    <a:pt x="12604" y="10683"/>
                    <a:pt x="10593" y="12664"/>
                    <a:pt x="8060" y="13146"/>
                  </a:cubicBezTo>
                  <a:lnTo>
                    <a:pt x="7537" y="11163"/>
                  </a:lnTo>
                  <a:lnTo>
                    <a:pt x="9378" y="11163"/>
                  </a:lnTo>
                  <a:cubicBezTo>
                    <a:pt x="9831" y="11163"/>
                    <a:pt x="10199" y="10794"/>
                    <a:pt x="10199" y="10342"/>
                  </a:cubicBezTo>
                  <a:cubicBezTo>
                    <a:pt x="10199" y="9889"/>
                    <a:pt x="9831" y="9521"/>
                    <a:pt x="9378" y="9521"/>
                  </a:cubicBezTo>
                  <a:lnTo>
                    <a:pt x="8706" y="9521"/>
                  </a:lnTo>
                  <a:lnTo>
                    <a:pt x="8220" y="7332"/>
                  </a:lnTo>
                  <a:close/>
                  <a:moveTo>
                    <a:pt x="6862" y="0"/>
                  </a:moveTo>
                  <a:cubicBezTo>
                    <a:pt x="6296" y="0"/>
                    <a:pt x="5732" y="70"/>
                    <a:pt x="5187" y="205"/>
                  </a:cubicBezTo>
                  <a:lnTo>
                    <a:pt x="5299" y="654"/>
                  </a:lnTo>
                  <a:cubicBezTo>
                    <a:pt x="5784" y="533"/>
                    <a:pt x="6285" y="468"/>
                    <a:pt x="6791" y="463"/>
                  </a:cubicBezTo>
                  <a:lnTo>
                    <a:pt x="6791" y="1446"/>
                  </a:lnTo>
                  <a:lnTo>
                    <a:pt x="8290" y="2036"/>
                  </a:lnTo>
                  <a:lnTo>
                    <a:pt x="8290" y="2531"/>
                  </a:lnTo>
                  <a:lnTo>
                    <a:pt x="7452" y="2531"/>
                  </a:lnTo>
                  <a:lnTo>
                    <a:pt x="6567" y="4862"/>
                  </a:lnTo>
                  <a:lnTo>
                    <a:pt x="5575" y="4862"/>
                  </a:lnTo>
                  <a:lnTo>
                    <a:pt x="5039" y="6336"/>
                  </a:lnTo>
                  <a:lnTo>
                    <a:pt x="4387" y="6336"/>
                  </a:lnTo>
                  <a:lnTo>
                    <a:pt x="4387" y="4862"/>
                  </a:lnTo>
                  <a:lnTo>
                    <a:pt x="3301" y="4862"/>
                  </a:lnTo>
                  <a:lnTo>
                    <a:pt x="3301" y="5324"/>
                  </a:lnTo>
                  <a:lnTo>
                    <a:pt x="3924" y="5324"/>
                  </a:lnTo>
                  <a:lnTo>
                    <a:pt x="3924" y="6798"/>
                  </a:lnTo>
                  <a:lnTo>
                    <a:pt x="5362" y="6798"/>
                  </a:lnTo>
                  <a:lnTo>
                    <a:pt x="5897" y="5324"/>
                  </a:lnTo>
                  <a:lnTo>
                    <a:pt x="6886" y="5324"/>
                  </a:lnTo>
                  <a:lnTo>
                    <a:pt x="7770" y="2994"/>
                  </a:lnTo>
                  <a:lnTo>
                    <a:pt x="8753" y="2994"/>
                  </a:lnTo>
                  <a:lnTo>
                    <a:pt x="8753" y="1720"/>
                  </a:lnTo>
                  <a:lnTo>
                    <a:pt x="7253" y="1131"/>
                  </a:lnTo>
                  <a:lnTo>
                    <a:pt x="7253" y="474"/>
                  </a:lnTo>
                  <a:cubicBezTo>
                    <a:pt x="10599" y="678"/>
                    <a:pt x="13260" y="3465"/>
                    <a:pt x="13260" y="6860"/>
                  </a:cubicBezTo>
                  <a:cubicBezTo>
                    <a:pt x="13260" y="7144"/>
                    <a:pt x="13240" y="7426"/>
                    <a:pt x="13204" y="7701"/>
                  </a:cubicBezTo>
                  <a:lnTo>
                    <a:pt x="12118" y="7701"/>
                  </a:lnTo>
                  <a:lnTo>
                    <a:pt x="10644" y="6870"/>
                  </a:lnTo>
                  <a:lnTo>
                    <a:pt x="7644" y="6870"/>
                  </a:lnTo>
                  <a:lnTo>
                    <a:pt x="8336" y="9985"/>
                  </a:lnTo>
                  <a:lnTo>
                    <a:pt x="9378" y="9985"/>
                  </a:lnTo>
                  <a:cubicBezTo>
                    <a:pt x="9577" y="9985"/>
                    <a:pt x="9737" y="10146"/>
                    <a:pt x="9737" y="10343"/>
                  </a:cubicBezTo>
                  <a:cubicBezTo>
                    <a:pt x="9737" y="10541"/>
                    <a:pt x="9577" y="10701"/>
                    <a:pt x="9378" y="10701"/>
                  </a:cubicBezTo>
                  <a:lnTo>
                    <a:pt x="6936" y="10701"/>
                  </a:lnTo>
                  <a:lnTo>
                    <a:pt x="7600" y="13217"/>
                  </a:lnTo>
                  <a:cubicBezTo>
                    <a:pt x="7357" y="13245"/>
                    <a:pt x="7111" y="13259"/>
                    <a:pt x="6862" y="13259"/>
                  </a:cubicBezTo>
                  <a:cubicBezTo>
                    <a:pt x="3334" y="13259"/>
                    <a:pt x="464" y="10390"/>
                    <a:pt x="464" y="6862"/>
                  </a:cubicBezTo>
                  <a:cubicBezTo>
                    <a:pt x="464" y="6322"/>
                    <a:pt x="531" y="5786"/>
                    <a:pt x="663" y="5269"/>
                  </a:cubicBezTo>
                  <a:lnTo>
                    <a:pt x="215" y="5155"/>
                  </a:lnTo>
                  <a:cubicBezTo>
                    <a:pt x="73" y="5709"/>
                    <a:pt x="1" y="6283"/>
                    <a:pt x="1" y="6862"/>
                  </a:cubicBezTo>
                  <a:cubicBezTo>
                    <a:pt x="1" y="8695"/>
                    <a:pt x="714" y="10416"/>
                    <a:pt x="2009" y="11713"/>
                  </a:cubicBezTo>
                  <a:cubicBezTo>
                    <a:pt x="3305" y="13009"/>
                    <a:pt x="5028" y="13723"/>
                    <a:pt x="6860" y="13723"/>
                  </a:cubicBezTo>
                  <a:cubicBezTo>
                    <a:pt x="7150" y="13723"/>
                    <a:pt x="7436" y="13704"/>
                    <a:pt x="7719" y="13669"/>
                  </a:cubicBezTo>
                  <a:lnTo>
                    <a:pt x="7721" y="13672"/>
                  </a:lnTo>
                  <a:lnTo>
                    <a:pt x="7851" y="13651"/>
                  </a:lnTo>
                  <a:cubicBezTo>
                    <a:pt x="8501" y="13558"/>
                    <a:pt x="9129" y="13372"/>
                    <a:pt x="9720" y="13101"/>
                  </a:cubicBezTo>
                  <a:cubicBezTo>
                    <a:pt x="9722" y="13101"/>
                    <a:pt x="9722" y="13101"/>
                    <a:pt x="9723" y="13100"/>
                  </a:cubicBezTo>
                  <a:cubicBezTo>
                    <a:pt x="9763" y="13083"/>
                    <a:pt x="9802" y="13063"/>
                    <a:pt x="9842" y="13044"/>
                  </a:cubicBezTo>
                  <a:cubicBezTo>
                    <a:pt x="9843" y="13044"/>
                    <a:pt x="9843" y="13043"/>
                    <a:pt x="9844" y="13043"/>
                  </a:cubicBezTo>
                  <a:cubicBezTo>
                    <a:pt x="9956" y="12989"/>
                    <a:pt x="10068" y="12933"/>
                    <a:pt x="10177" y="12872"/>
                  </a:cubicBezTo>
                  <a:lnTo>
                    <a:pt x="10204" y="12856"/>
                  </a:lnTo>
                  <a:cubicBezTo>
                    <a:pt x="10234" y="12840"/>
                    <a:pt x="10262" y="12822"/>
                    <a:pt x="10292" y="12805"/>
                  </a:cubicBezTo>
                  <a:cubicBezTo>
                    <a:pt x="10306" y="12798"/>
                    <a:pt x="10319" y="12789"/>
                    <a:pt x="10334" y="12781"/>
                  </a:cubicBezTo>
                  <a:cubicBezTo>
                    <a:pt x="10361" y="12765"/>
                    <a:pt x="10389" y="12749"/>
                    <a:pt x="10416" y="12732"/>
                  </a:cubicBezTo>
                  <a:cubicBezTo>
                    <a:pt x="10431" y="12723"/>
                    <a:pt x="10446" y="12713"/>
                    <a:pt x="10461" y="12705"/>
                  </a:cubicBezTo>
                  <a:cubicBezTo>
                    <a:pt x="10551" y="12649"/>
                    <a:pt x="10639" y="12591"/>
                    <a:pt x="10727" y="12531"/>
                  </a:cubicBezTo>
                  <a:cubicBezTo>
                    <a:pt x="10743" y="12520"/>
                    <a:pt x="10759" y="12510"/>
                    <a:pt x="10777" y="12498"/>
                  </a:cubicBezTo>
                  <a:cubicBezTo>
                    <a:pt x="10800" y="12481"/>
                    <a:pt x="10825" y="12464"/>
                    <a:pt x="10848" y="12447"/>
                  </a:cubicBezTo>
                  <a:cubicBezTo>
                    <a:pt x="10865" y="12434"/>
                    <a:pt x="10881" y="12423"/>
                    <a:pt x="10898" y="12410"/>
                  </a:cubicBezTo>
                  <a:cubicBezTo>
                    <a:pt x="10922" y="12392"/>
                    <a:pt x="10945" y="12375"/>
                    <a:pt x="10970" y="12357"/>
                  </a:cubicBezTo>
                  <a:cubicBezTo>
                    <a:pt x="10985" y="12345"/>
                    <a:pt x="11000" y="12334"/>
                    <a:pt x="11015" y="12323"/>
                  </a:cubicBezTo>
                  <a:cubicBezTo>
                    <a:pt x="11101" y="12257"/>
                    <a:pt x="11187" y="12189"/>
                    <a:pt x="11271" y="12118"/>
                  </a:cubicBezTo>
                  <a:cubicBezTo>
                    <a:pt x="11282" y="12107"/>
                    <a:pt x="11295" y="12098"/>
                    <a:pt x="11307" y="12088"/>
                  </a:cubicBezTo>
                  <a:cubicBezTo>
                    <a:pt x="11333" y="12066"/>
                    <a:pt x="11358" y="12044"/>
                    <a:pt x="11383" y="12023"/>
                  </a:cubicBezTo>
                  <a:cubicBezTo>
                    <a:pt x="11394" y="12012"/>
                    <a:pt x="11406" y="12002"/>
                    <a:pt x="11419" y="11989"/>
                  </a:cubicBezTo>
                  <a:cubicBezTo>
                    <a:pt x="11445" y="11967"/>
                    <a:pt x="11468" y="11945"/>
                    <a:pt x="11494" y="11921"/>
                  </a:cubicBezTo>
                  <a:cubicBezTo>
                    <a:pt x="11504" y="11914"/>
                    <a:pt x="11513" y="11905"/>
                    <a:pt x="11522" y="11896"/>
                  </a:cubicBezTo>
                  <a:cubicBezTo>
                    <a:pt x="11586" y="11837"/>
                    <a:pt x="11651" y="11775"/>
                    <a:pt x="11713" y="11713"/>
                  </a:cubicBezTo>
                  <a:cubicBezTo>
                    <a:pt x="11734" y="11693"/>
                    <a:pt x="11753" y="11672"/>
                    <a:pt x="11773" y="11651"/>
                  </a:cubicBezTo>
                  <a:cubicBezTo>
                    <a:pt x="11783" y="11642"/>
                    <a:pt x="11792" y="11633"/>
                    <a:pt x="11801" y="11622"/>
                  </a:cubicBezTo>
                  <a:cubicBezTo>
                    <a:pt x="11825" y="11599"/>
                    <a:pt x="11849" y="11573"/>
                    <a:pt x="11872" y="11548"/>
                  </a:cubicBezTo>
                  <a:cubicBezTo>
                    <a:pt x="11882" y="11536"/>
                    <a:pt x="11892" y="11526"/>
                    <a:pt x="11903" y="11514"/>
                  </a:cubicBezTo>
                  <a:cubicBezTo>
                    <a:pt x="11927" y="11488"/>
                    <a:pt x="11949" y="11464"/>
                    <a:pt x="11973" y="11438"/>
                  </a:cubicBezTo>
                  <a:cubicBezTo>
                    <a:pt x="11980" y="11429"/>
                    <a:pt x="11990" y="11420"/>
                    <a:pt x="11998" y="11409"/>
                  </a:cubicBezTo>
                  <a:cubicBezTo>
                    <a:pt x="12073" y="11324"/>
                    <a:pt x="12146" y="11238"/>
                    <a:pt x="12217" y="11150"/>
                  </a:cubicBezTo>
                  <a:lnTo>
                    <a:pt x="12248" y="11110"/>
                  </a:lnTo>
                  <a:cubicBezTo>
                    <a:pt x="12268" y="11085"/>
                    <a:pt x="12288" y="11061"/>
                    <a:pt x="12308" y="11035"/>
                  </a:cubicBezTo>
                  <a:cubicBezTo>
                    <a:pt x="12318" y="11020"/>
                    <a:pt x="12329" y="11007"/>
                    <a:pt x="12339" y="10994"/>
                  </a:cubicBezTo>
                  <a:lnTo>
                    <a:pt x="12397" y="10916"/>
                  </a:lnTo>
                  <a:cubicBezTo>
                    <a:pt x="12404" y="10906"/>
                    <a:pt x="12413" y="10895"/>
                    <a:pt x="12420" y="10883"/>
                  </a:cubicBezTo>
                  <a:cubicBezTo>
                    <a:pt x="12487" y="10790"/>
                    <a:pt x="12552" y="10696"/>
                    <a:pt x="12615" y="10601"/>
                  </a:cubicBezTo>
                  <a:cubicBezTo>
                    <a:pt x="12621" y="10590"/>
                    <a:pt x="12630" y="10580"/>
                    <a:pt x="12636" y="10567"/>
                  </a:cubicBezTo>
                  <a:cubicBezTo>
                    <a:pt x="12656" y="10538"/>
                    <a:pt x="12675" y="10507"/>
                    <a:pt x="12694" y="10477"/>
                  </a:cubicBezTo>
                  <a:cubicBezTo>
                    <a:pt x="12699" y="10468"/>
                    <a:pt x="12706" y="10459"/>
                    <a:pt x="12711" y="10451"/>
                  </a:cubicBezTo>
                  <a:cubicBezTo>
                    <a:pt x="13195" y="9663"/>
                    <a:pt x="13514" y="8788"/>
                    <a:pt x="13648" y="7866"/>
                  </a:cubicBezTo>
                  <a:lnTo>
                    <a:pt x="13675" y="7703"/>
                  </a:lnTo>
                  <a:lnTo>
                    <a:pt x="13670" y="7703"/>
                  </a:lnTo>
                  <a:cubicBezTo>
                    <a:pt x="13705" y="7425"/>
                    <a:pt x="13722" y="7143"/>
                    <a:pt x="13722" y="6861"/>
                  </a:cubicBezTo>
                  <a:cubicBezTo>
                    <a:pt x="13722" y="5027"/>
                    <a:pt x="13008" y="3306"/>
                    <a:pt x="11713" y="2009"/>
                  </a:cubicBezTo>
                  <a:cubicBezTo>
                    <a:pt x="10418" y="714"/>
                    <a:pt x="8695" y="0"/>
                    <a:pt x="6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6"/>
            <p:cNvSpPr/>
            <p:nvPr/>
          </p:nvSpPr>
          <p:spPr>
            <a:xfrm>
              <a:off x="1555764" y="2142079"/>
              <a:ext cx="76774" cy="76741"/>
            </a:xfrm>
            <a:custGeom>
              <a:rect b="b" l="l" r="r" t="t"/>
              <a:pathLst>
                <a:path extrusionOk="0" h="2312" w="2313">
                  <a:moveTo>
                    <a:pt x="1157" y="461"/>
                  </a:moveTo>
                  <a:cubicBezTo>
                    <a:pt x="1539" y="461"/>
                    <a:pt x="1851" y="774"/>
                    <a:pt x="1851" y="1156"/>
                  </a:cubicBezTo>
                  <a:cubicBezTo>
                    <a:pt x="1851" y="1539"/>
                    <a:pt x="1539" y="1850"/>
                    <a:pt x="1157" y="1850"/>
                  </a:cubicBezTo>
                  <a:cubicBezTo>
                    <a:pt x="774" y="1850"/>
                    <a:pt x="462" y="1539"/>
                    <a:pt x="462" y="1156"/>
                  </a:cubicBezTo>
                  <a:cubicBezTo>
                    <a:pt x="462" y="774"/>
                    <a:pt x="774" y="461"/>
                    <a:pt x="1157" y="461"/>
                  </a:cubicBezTo>
                  <a:close/>
                  <a:moveTo>
                    <a:pt x="1157" y="0"/>
                  </a:moveTo>
                  <a:cubicBezTo>
                    <a:pt x="519" y="0"/>
                    <a:pt x="0" y="518"/>
                    <a:pt x="0" y="1156"/>
                  </a:cubicBezTo>
                  <a:cubicBezTo>
                    <a:pt x="0" y="1793"/>
                    <a:pt x="519" y="2312"/>
                    <a:pt x="1157" y="2312"/>
                  </a:cubicBezTo>
                  <a:cubicBezTo>
                    <a:pt x="1794" y="2312"/>
                    <a:pt x="2312" y="1793"/>
                    <a:pt x="2312" y="1156"/>
                  </a:cubicBezTo>
                  <a:cubicBezTo>
                    <a:pt x="2313" y="518"/>
                    <a:pt x="1794" y="0"/>
                    <a:pt x="11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6"/>
            <p:cNvSpPr/>
            <p:nvPr/>
          </p:nvSpPr>
          <p:spPr>
            <a:xfrm>
              <a:off x="1467239" y="2053522"/>
              <a:ext cx="253823" cy="253856"/>
            </a:xfrm>
            <a:custGeom>
              <a:rect b="b" l="l" r="r" t="t"/>
              <a:pathLst>
                <a:path extrusionOk="0" h="7648" w="7647">
                  <a:moveTo>
                    <a:pt x="3824" y="2207"/>
                  </a:moveTo>
                  <a:cubicBezTo>
                    <a:pt x="4715" y="2207"/>
                    <a:pt x="5442" y="2933"/>
                    <a:pt x="5442" y="3825"/>
                  </a:cubicBezTo>
                  <a:cubicBezTo>
                    <a:pt x="5442" y="4717"/>
                    <a:pt x="4716" y="5444"/>
                    <a:pt x="3824" y="5444"/>
                  </a:cubicBezTo>
                  <a:cubicBezTo>
                    <a:pt x="2930" y="5444"/>
                    <a:pt x="2205" y="4717"/>
                    <a:pt x="2205" y="3825"/>
                  </a:cubicBezTo>
                  <a:cubicBezTo>
                    <a:pt x="2205" y="2933"/>
                    <a:pt x="2931" y="2207"/>
                    <a:pt x="3824" y="2207"/>
                  </a:cubicBezTo>
                  <a:close/>
                  <a:moveTo>
                    <a:pt x="3592" y="0"/>
                  </a:moveTo>
                  <a:lnTo>
                    <a:pt x="3592" y="1756"/>
                  </a:lnTo>
                  <a:cubicBezTo>
                    <a:pt x="2629" y="1863"/>
                    <a:pt x="1862" y="2630"/>
                    <a:pt x="1755" y="3593"/>
                  </a:cubicBezTo>
                  <a:lnTo>
                    <a:pt x="0" y="3593"/>
                  </a:lnTo>
                  <a:lnTo>
                    <a:pt x="0" y="4055"/>
                  </a:lnTo>
                  <a:lnTo>
                    <a:pt x="1756" y="4055"/>
                  </a:lnTo>
                  <a:cubicBezTo>
                    <a:pt x="1863" y="5019"/>
                    <a:pt x="2630" y="5785"/>
                    <a:pt x="3593" y="5893"/>
                  </a:cubicBezTo>
                  <a:lnTo>
                    <a:pt x="3593" y="7648"/>
                  </a:lnTo>
                  <a:lnTo>
                    <a:pt x="4056" y="7648"/>
                  </a:lnTo>
                  <a:lnTo>
                    <a:pt x="4056" y="5893"/>
                  </a:lnTo>
                  <a:cubicBezTo>
                    <a:pt x="5019" y="5785"/>
                    <a:pt x="5785" y="5019"/>
                    <a:pt x="5893" y="4055"/>
                  </a:cubicBezTo>
                  <a:lnTo>
                    <a:pt x="7647" y="4055"/>
                  </a:lnTo>
                  <a:lnTo>
                    <a:pt x="7647" y="3593"/>
                  </a:lnTo>
                  <a:lnTo>
                    <a:pt x="5892" y="3593"/>
                  </a:lnTo>
                  <a:cubicBezTo>
                    <a:pt x="5784" y="2630"/>
                    <a:pt x="5018" y="1863"/>
                    <a:pt x="4054" y="1756"/>
                  </a:cubicBezTo>
                  <a:lnTo>
                    <a:pt x="40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6"/>
            <p:cNvSpPr/>
            <p:nvPr/>
          </p:nvSpPr>
          <p:spPr>
            <a:xfrm>
              <a:off x="1519684" y="2102547"/>
              <a:ext cx="21708" cy="21675"/>
            </a:xfrm>
            <a:custGeom>
              <a:rect b="b" l="l" r="r" t="t"/>
              <a:pathLst>
                <a:path extrusionOk="0" h="653" w="654">
                  <a:moveTo>
                    <a:pt x="364" y="1"/>
                  </a:moveTo>
                  <a:cubicBezTo>
                    <a:pt x="234" y="105"/>
                    <a:pt x="111" y="220"/>
                    <a:pt x="1" y="344"/>
                  </a:cubicBezTo>
                  <a:lnTo>
                    <a:pt x="346" y="652"/>
                  </a:lnTo>
                  <a:cubicBezTo>
                    <a:pt x="440" y="548"/>
                    <a:pt x="544" y="450"/>
                    <a:pt x="653" y="360"/>
                  </a:cubicBezTo>
                  <a:lnTo>
                    <a:pt x="3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1545507" y="2086416"/>
              <a:ext cx="20347" cy="20281"/>
            </a:xfrm>
            <a:custGeom>
              <a:rect b="b" l="l" r="r" t="t"/>
              <a:pathLst>
                <a:path extrusionOk="0" h="611" w="613">
                  <a:moveTo>
                    <a:pt x="457" y="1"/>
                  </a:moveTo>
                  <a:cubicBezTo>
                    <a:pt x="300" y="57"/>
                    <a:pt x="147" y="126"/>
                    <a:pt x="0" y="208"/>
                  </a:cubicBezTo>
                  <a:lnTo>
                    <a:pt x="227" y="611"/>
                  </a:lnTo>
                  <a:cubicBezTo>
                    <a:pt x="350" y="542"/>
                    <a:pt x="480" y="483"/>
                    <a:pt x="612" y="436"/>
                  </a:cubicBezTo>
                  <a:lnTo>
                    <a:pt x="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6"/>
            <p:cNvSpPr/>
            <p:nvPr/>
          </p:nvSpPr>
          <p:spPr>
            <a:xfrm>
              <a:off x="1500000" y="2132055"/>
              <a:ext cx="20314" cy="20281"/>
            </a:xfrm>
            <a:custGeom>
              <a:rect b="b" l="l" r="r" t="t"/>
              <a:pathLst>
                <a:path extrusionOk="0" h="611" w="612">
                  <a:moveTo>
                    <a:pt x="207" y="0"/>
                  </a:moveTo>
                  <a:cubicBezTo>
                    <a:pt x="125" y="146"/>
                    <a:pt x="57" y="300"/>
                    <a:pt x="1" y="456"/>
                  </a:cubicBezTo>
                  <a:lnTo>
                    <a:pt x="437" y="610"/>
                  </a:lnTo>
                  <a:cubicBezTo>
                    <a:pt x="484" y="477"/>
                    <a:pt x="543" y="348"/>
                    <a:pt x="611" y="225"/>
                  </a:cubicBezTo>
                  <a:lnTo>
                    <a:pt x="2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6"/>
            <p:cNvSpPr/>
            <p:nvPr/>
          </p:nvSpPr>
          <p:spPr>
            <a:xfrm>
              <a:off x="1667888" y="2208796"/>
              <a:ext cx="20281" cy="20314"/>
            </a:xfrm>
            <a:custGeom>
              <a:rect b="b" l="l" r="r" t="t"/>
              <a:pathLst>
                <a:path extrusionOk="0" h="612" w="611">
                  <a:moveTo>
                    <a:pt x="175" y="1"/>
                  </a:moveTo>
                  <a:cubicBezTo>
                    <a:pt x="127" y="134"/>
                    <a:pt x="68" y="263"/>
                    <a:pt x="0" y="385"/>
                  </a:cubicBezTo>
                  <a:lnTo>
                    <a:pt x="403" y="612"/>
                  </a:lnTo>
                  <a:cubicBezTo>
                    <a:pt x="485" y="466"/>
                    <a:pt x="555" y="313"/>
                    <a:pt x="610" y="156"/>
                  </a:cubicBezTo>
                  <a:lnTo>
                    <a:pt x="1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6"/>
            <p:cNvSpPr/>
            <p:nvPr/>
          </p:nvSpPr>
          <p:spPr>
            <a:xfrm>
              <a:off x="1650329" y="2233226"/>
              <a:ext cx="21675" cy="21708"/>
            </a:xfrm>
            <a:custGeom>
              <a:rect b="b" l="l" r="r" t="t"/>
              <a:pathLst>
                <a:path extrusionOk="0" h="654" w="653">
                  <a:moveTo>
                    <a:pt x="293" y="1"/>
                  </a:moveTo>
                  <a:cubicBezTo>
                    <a:pt x="205" y="111"/>
                    <a:pt x="106" y="214"/>
                    <a:pt x="1" y="309"/>
                  </a:cubicBezTo>
                  <a:lnTo>
                    <a:pt x="309" y="654"/>
                  </a:lnTo>
                  <a:cubicBezTo>
                    <a:pt x="432" y="543"/>
                    <a:pt x="549" y="421"/>
                    <a:pt x="652" y="291"/>
                  </a:cubicBez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1622315" y="2254270"/>
              <a:ext cx="20281" cy="20314"/>
            </a:xfrm>
            <a:custGeom>
              <a:rect b="b" l="l" r="r" t="t"/>
              <a:pathLst>
                <a:path extrusionOk="0" h="612" w="611">
                  <a:moveTo>
                    <a:pt x="385" y="1"/>
                  </a:moveTo>
                  <a:cubicBezTo>
                    <a:pt x="263" y="69"/>
                    <a:pt x="132" y="127"/>
                    <a:pt x="1" y="175"/>
                  </a:cubicBezTo>
                  <a:lnTo>
                    <a:pt x="155" y="611"/>
                  </a:lnTo>
                  <a:cubicBezTo>
                    <a:pt x="311" y="555"/>
                    <a:pt x="465" y="487"/>
                    <a:pt x="611" y="405"/>
                  </a:cubicBezTo>
                  <a:lnTo>
                    <a:pt x="3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6"/>
            <p:cNvSpPr/>
            <p:nvPr/>
          </p:nvSpPr>
          <p:spPr>
            <a:xfrm>
              <a:off x="1500100" y="2208597"/>
              <a:ext cx="20281" cy="20281"/>
            </a:xfrm>
            <a:custGeom>
              <a:rect b="b" l="l" r="r" t="t"/>
              <a:pathLst>
                <a:path extrusionOk="0" h="611" w="611">
                  <a:moveTo>
                    <a:pt x="435" y="0"/>
                  </a:moveTo>
                  <a:lnTo>
                    <a:pt x="0" y="153"/>
                  </a:lnTo>
                  <a:cubicBezTo>
                    <a:pt x="55" y="311"/>
                    <a:pt x="124" y="464"/>
                    <a:pt x="205" y="611"/>
                  </a:cubicBezTo>
                  <a:lnTo>
                    <a:pt x="610" y="385"/>
                  </a:lnTo>
                  <a:cubicBezTo>
                    <a:pt x="540" y="262"/>
                    <a:pt x="482" y="133"/>
                    <a:pt x="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6"/>
            <p:cNvSpPr/>
            <p:nvPr/>
          </p:nvSpPr>
          <p:spPr>
            <a:xfrm>
              <a:off x="1519684" y="2236645"/>
              <a:ext cx="21708" cy="21642"/>
            </a:xfrm>
            <a:custGeom>
              <a:rect b="b" l="l" r="r" t="t"/>
              <a:pathLst>
                <a:path extrusionOk="0" h="652" w="654">
                  <a:moveTo>
                    <a:pt x="346" y="0"/>
                  </a:moveTo>
                  <a:lnTo>
                    <a:pt x="1" y="309"/>
                  </a:lnTo>
                  <a:cubicBezTo>
                    <a:pt x="111" y="433"/>
                    <a:pt x="233" y="548"/>
                    <a:pt x="364" y="652"/>
                  </a:cubicBezTo>
                  <a:lnTo>
                    <a:pt x="653" y="291"/>
                  </a:lnTo>
                  <a:cubicBezTo>
                    <a:pt x="544" y="205"/>
                    <a:pt x="440" y="107"/>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6"/>
            <p:cNvSpPr/>
            <p:nvPr/>
          </p:nvSpPr>
          <p:spPr>
            <a:xfrm>
              <a:off x="1545474" y="2254170"/>
              <a:ext cx="20314" cy="20281"/>
            </a:xfrm>
            <a:custGeom>
              <a:rect b="b" l="l" r="r" t="t"/>
              <a:pathLst>
                <a:path extrusionOk="0" h="611" w="612">
                  <a:moveTo>
                    <a:pt x="227" y="1"/>
                  </a:moveTo>
                  <a:lnTo>
                    <a:pt x="0" y="404"/>
                  </a:lnTo>
                  <a:cubicBezTo>
                    <a:pt x="146" y="486"/>
                    <a:pt x="299" y="555"/>
                    <a:pt x="456" y="611"/>
                  </a:cubicBezTo>
                  <a:lnTo>
                    <a:pt x="611" y="176"/>
                  </a:lnTo>
                  <a:cubicBezTo>
                    <a:pt x="480" y="129"/>
                    <a:pt x="351" y="70"/>
                    <a:pt x="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6"/>
            <p:cNvSpPr/>
            <p:nvPr/>
          </p:nvSpPr>
          <p:spPr>
            <a:xfrm>
              <a:off x="1650362" y="2105999"/>
              <a:ext cx="21741" cy="21675"/>
            </a:xfrm>
            <a:custGeom>
              <a:rect b="b" l="l" r="r" t="t"/>
              <a:pathLst>
                <a:path extrusionOk="0" h="653" w="655">
                  <a:moveTo>
                    <a:pt x="309" y="0"/>
                  </a:moveTo>
                  <a:lnTo>
                    <a:pt x="1" y="346"/>
                  </a:lnTo>
                  <a:cubicBezTo>
                    <a:pt x="105" y="440"/>
                    <a:pt x="204" y="543"/>
                    <a:pt x="293" y="653"/>
                  </a:cubicBezTo>
                  <a:lnTo>
                    <a:pt x="654" y="363"/>
                  </a:lnTo>
                  <a:cubicBezTo>
                    <a:pt x="548" y="233"/>
                    <a:pt x="433" y="111"/>
                    <a:pt x="3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6"/>
            <p:cNvSpPr/>
            <p:nvPr/>
          </p:nvSpPr>
          <p:spPr>
            <a:xfrm>
              <a:off x="1667888" y="2131790"/>
              <a:ext cx="20281" cy="20380"/>
            </a:xfrm>
            <a:custGeom>
              <a:rect b="b" l="l" r="r" t="t"/>
              <a:pathLst>
                <a:path extrusionOk="0" h="614" w="611">
                  <a:moveTo>
                    <a:pt x="403" y="1"/>
                  </a:moveTo>
                  <a:lnTo>
                    <a:pt x="0" y="227"/>
                  </a:lnTo>
                  <a:cubicBezTo>
                    <a:pt x="68" y="351"/>
                    <a:pt x="128" y="481"/>
                    <a:pt x="175" y="613"/>
                  </a:cubicBezTo>
                  <a:lnTo>
                    <a:pt x="610" y="458"/>
                  </a:lnTo>
                  <a:cubicBezTo>
                    <a:pt x="555" y="300"/>
                    <a:pt x="485" y="148"/>
                    <a:pt x="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6"/>
            <p:cNvSpPr/>
            <p:nvPr/>
          </p:nvSpPr>
          <p:spPr>
            <a:xfrm>
              <a:off x="1622282" y="2086316"/>
              <a:ext cx="20281" cy="20281"/>
            </a:xfrm>
            <a:custGeom>
              <a:rect b="b" l="l" r="r" t="t"/>
              <a:pathLst>
                <a:path extrusionOk="0" h="611" w="611">
                  <a:moveTo>
                    <a:pt x="154" y="1"/>
                  </a:moveTo>
                  <a:lnTo>
                    <a:pt x="1" y="437"/>
                  </a:lnTo>
                  <a:cubicBezTo>
                    <a:pt x="133" y="484"/>
                    <a:pt x="262" y="543"/>
                    <a:pt x="385" y="611"/>
                  </a:cubicBezTo>
                  <a:lnTo>
                    <a:pt x="611" y="207"/>
                  </a:lnTo>
                  <a:cubicBezTo>
                    <a:pt x="466" y="127"/>
                    <a:pt x="312" y="57"/>
                    <a:pt x="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6"/>
            <p:cNvSpPr/>
            <p:nvPr/>
          </p:nvSpPr>
          <p:spPr>
            <a:xfrm>
              <a:off x="1893796" y="2445160"/>
              <a:ext cx="40661" cy="45839"/>
            </a:xfrm>
            <a:custGeom>
              <a:rect b="b" l="l" r="r" t="t"/>
              <a:pathLst>
                <a:path extrusionOk="0" h="1381" w="1225">
                  <a:moveTo>
                    <a:pt x="829" y="1"/>
                  </a:moveTo>
                  <a:cubicBezTo>
                    <a:pt x="598" y="381"/>
                    <a:pt x="318" y="735"/>
                    <a:pt x="1" y="1054"/>
                  </a:cubicBezTo>
                  <a:lnTo>
                    <a:pt x="328" y="1380"/>
                  </a:lnTo>
                  <a:cubicBezTo>
                    <a:pt x="671" y="1036"/>
                    <a:pt x="974" y="652"/>
                    <a:pt x="1224" y="241"/>
                  </a:cubicBezTo>
                  <a:lnTo>
                    <a:pt x="8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1561440" y="2348802"/>
              <a:ext cx="15932" cy="15866"/>
            </a:xfrm>
            <a:custGeom>
              <a:rect b="b" l="l" r="r" t="t"/>
              <a:pathLst>
                <a:path extrusionOk="0" h="478" w="480">
                  <a:moveTo>
                    <a:pt x="0" y="1"/>
                  </a:moveTo>
                  <a:cubicBezTo>
                    <a:pt x="0" y="159"/>
                    <a:pt x="6" y="320"/>
                    <a:pt x="19" y="478"/>
                  </a:cubicBezTo>
                  <a:lnTo>
                    <a:pt x="480" y="442"/>
                  </a:lnTo>
                  <a:cubicBezTo>
                    <a:pt x="470" y="297"/>
                    <a:pt x="463" y="148"/>
                    <a:pt x="4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6"/>
            <p:cNvSpPr/>
            <p:nvPr/>
          </p:nvSpPr>
          <p:spPr>
            <a:xfrm>
              <a:off x="1563929" y="2378111"/>
              <a:ext cx="27185" cy="48395"/>
            </a:xfrm>
            <a:custGeom>
              <a:rect b="b" l="l" r="r" t="t"/>
              <a:pathLst>
                <a:path extrusionOk="0" h="1458" w="819">
                  <a:moveTo>
                    <a:pt x="457" y="0"/>
                  </a:moveTo>
                  <a:lnTo>
                    <a:pt x="1" y="73"/>
                  </a:lnTo>
                  <a:cubicBezTo>
                    <a:pt x="75" y="548"/>
                    <a:pt x="207" y="1016"/>
                    <a:pt x="392" y="1457"/>
                  </a:cubicBezTo>
                  <a:lnTo>
                    <a:pt x="819" y="1279"/>
                  </a:lnTo>
                  <a:cubicBezTo>
                    <a:pt x="648" y="869"/>
                    <a:pt x="526" y="440"/>
                    <a:pt x="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6"/>
            <p:cNvSpPr/>
            <p:nvPr/>
          </p:nvSpPr>
          <p:spPr>
            <a:xfrm>
              <a:off x="1694641" y="2523295"/>
              <a:ext cx="19218" cy="19119"/>
            </a:xfrm>
            <a:custGeom>
              <a:rect b="b" l="l" r="r" t="t"/>
              <a:pathLst>
                <a:path extrusionOk="0" h="576" w="579">
                  <a:moveTo>
                    <a:pt x="156" y="1"/>
                  </a:moveTo>
                  <a:lnTo>
                    <a:pt x="1" y="435"/>
                  </a:lnTo>
                  <a:cubicBezTo>
                    <a:pt x="139" y="485"/>
                    <a:pt x="294" y="532"/>
                    <a:pt x="464" y="576"/>
                  </a:cubicBezTo>
                  <a:lnTo>
                    <a:pt x="579" y="129"/>
                  </a:lnTo>
                  <a:cubicBezTo>
                    <a:pt x="423" y="89"/>
                    <a:pt x="280" y="46"/>
                    <a:pt x="1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6"/>
            <p:cNvSpPr/>
            <p:nvPr/>
          </p:nvSpPr>
          <p:spPr>
            <a:xfrm>
              <a:off x="1762520" y="2549882"/>
              <a:ext cx="33" cy="33"/>
            </a:xfrm>
            <a:custGeom>
              <a:rect b="b" l="l" r="r" t="t"/>
              <a:pathLst>
                <a:path extrusionOk="0" h="1" w="1">
                  <a:moveTo>
                    <a:pt x="0" y="0"/>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6"/>
            <p:cNvSpPr/>
            <p:nvPr/>
          </p:nvSpPr>
          <p:spPr>
            <a:xfrm>
              <a:off x="1725477" y="2530764"/>
              <a:ext cx="37076" cy="19119"/>
            </a:xfrm>
            <a:custGeom>
              <a:rect b="b" l="l" r="r" t="t"/>
              <a:pathLst>
                <a:path extrusionOk="0" h="576" w="1117">
                  <a:moveTo>
                    <a:pt x="87" y="0"/>
                  </a:moveTo>
                  <a:lnTo>
                    <a:pt x="0" y="453"/>
                  </a:lnTo>
                  <a:cubicBezTo>
                    <a:pt x="410" y="533"/>
                    <a:pt x="806" y="575"/>
                    <a:pt x="1116" y="575"/>
                  </a:cubicBezTo>
                  <a:lnTo>
                    <a:pt x="1116" y="114"/>
                  </a:lnTo>
                  <a:cubicBezTo>
                    <a:pt x="838" y="114"/>
                    <a:pt x="463" y="72"/>
                    <a:pt x="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6"/>
            <p:cNvSpPr/>
            <p:nvPr/>
          </p:nvSpPr>
          <p:spPr>
            <a:xfrm>
              <a:off x="1930540" y="2262867"/>
              <a:ext cx="20148" cy="20148"/>
            </a:xfrm>
            <a:custGeom>
              <a:rect b="b" l="l" r="r" t="t"/>
              <a:pathLst>
                <a:path extrusionOk="0" h="607" w="607">
                  <a:moveTo>
                    <a:pt x="417" y="0"/>
                  </a:moveTo>
                  <a:lnTo>
                    <a:pt x="0" y="198"/>
                  </a:lnTo>
                  <a:cubicBezTo>
                    <a:pt x="64" y="331"/>
                    <a:pt x="121" y="468"/>
                    <a:pt x="173" y="606"/>
                  </a:cubicBezTo>
                  <a:lnTo>
                    <a:pt x="606" y="442"/>
                  </a:lnTo>
                  <a:cubicBezTo>
                    <a:pt x="549" y="294"/>
                    <a:pt x="484" y="145"/>
                    <a:pt x="4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1893796" y="2206639"/>
              <a:ext cx="43183" cy="49756"/>
            </a:xfrm>
            <a:custGeom>
              <a:rect b="b" l="l" r="r" t="t"/>
              <a:pathLst>
                <a:path extrusionOk="0" h="1499" w="1301">
                  <a:moveTo>
                    <a:pt x="328" y="0"/>
                  </a:moveTo>
                  <a:lnTo>
                    <a:pt x="1" y="328"/>
                  </a:lnTo>
                  <a:cubicBezTo>
                    <a:pt x="353" y="680"/>
                    <a:pt x="654" y="1074"/>
                    <a:pt x="901" y="1499"/>
                  </a:cubicBezTo>
                  <a:lnTo>
                    <a:pt x="1301" y="1267"/>
                  </a:lnTo>
                  <a:cubicBezTo>
                    <a:pt x="1036" y="807"/>
                    <a:pt x="709" y="381"/>
                    <a:pt x="3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1940896" y="2292674"/>
              <a:ext cx="18621" cy="18555"/>
            </a:xfrm>
            <a:custGeom>
              <a:rect b="b" l="l" r="r" t="t"/>
              <a:pathLst>
                <a:path extrusionOk="0" h="559" w="561">
                  <a:moveTo>
                    <a:pt x="445" y="0"/>
                  </a:moveTo>
                  <a:lnTo>
                    <a:pt x="1" y="128"/>
                  </a:lnTo>
                  <a:cubicBezTo>
                    <a:pt x="42" y="269"/>
                    <a:pt x="77" y="416"/>
                    <a:pt x="107" y="559"/>
                  </a:cubicBezTo>
                  <a:lnTo>
                    <a:pt x="560" y="465"/>
                  </a:lnTo>
                  <a:cubicBezTo>
                    <a:pt x="528" y="310"/>
                    <a:pt x="490" y="154"/>
                    <a:pt x="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6"/>
            <p:cNvSpPr/>
            <p:nvPr/>
          </p:nvSpPr>
          <p:spPr>
            <a:xfrm>
              <a:off x="1946771" y="2323941"/>
              <a:ext cx="16829" cy="24894"/>
            </a:xfrm>
            <a:custGeom>
              <a:rect b="b" l="l" r="r" t="t"/>
              <a:pathLst>
                <a:path extrusionOk="0" h="750" w="507">
                  <a:moveTo>
                    <a:pt x="460" y="0"/>
                  </a:moveTo>
                  <a:lnTo>
                    <a:pt x="1" y="56"/>
                  </a:lnTo>
                  <a:cubicBezTo>
                    <a:pt x="30" y="286"/>
                    <a:pt x="44" y="518"/>
                    <a:pt x="44" y="750"/>
                  </a:cubicBezTo>
                  <a:lnTo>
                    <a:pt x="506" y="750"/>
                  </a:lnTo>
                  <a:cubicBezTo>
                    <a:pt x="506" y="499"/>
                    <a:pt x="491" y="246"/>
                    <a:pt x="4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6"/>
            <p:cNvSpPr/>
            <p:nvPr/>
          </p:nvSpPr>
          <p:spPr>
            <a:xfrm>
              <a:off x="1790933" y="2322447"/>
              <a:ext cx="58120" cy="15401"/>
            </a:xfrm>
            <a:custGeom>
              <a:rect b="b" l="l" r="r" t="t"/>
              <a:pathLst>
                <a:path extrusionOk="0" h="464" w="1751">
                  <a:moveTo>
                    <a:pt x="1" y="1"/>
                  </a:moveTo>
                  <a:lnTo>
                    <a:pt x="1" y="463"/>
                  </a:lnTo>
                  <a:lnTo>
                    <a:pt x="1750" y="463"/>
                  </a:lnTo>
                  <a:lnTo>
                    <a:pt x="1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1586467" y="2172749"/>
              <a:ext cx="15368" cy="15401"/>
            </a:xfrm>
            <a:custGeom>
              <a:rect b="b" l="l" r="r" t="t"/>
              <a:pathLst>
                <a:path extrusionOk="0" h="464" w="463">
                  <a:moveTo>
                    <a:pt x="0" y="1"/>
                  </a:moveTo>
                  <a:lnTo>
                    <a:pt x="0"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1719104" y="2229940"/>
              <a:ext cx="24629" cy="33027"/>
            </a:xfrm>
            <a:custGeom>
              <a:rect b="b" l="l" r="r" t="t"/>
              <a:pathLst>
                <a:path extrusionOk="0" h="995" w="742">
                  <a:moveTo>
                    <a:pt x="308" y="1"/>
                  </a:moveTo>
                  <a:lnTo>
                    <a:pt x="0" y="834"/>
                  </a:lnTo>
                  <a:lnTo>
                    <a:pt x="433" y="995"/>
                  </a:lnTo>
                  <a:lnTo>
                    <a:pt x="742" y="162"/>
                  </a:lnTo>
                  <a:lnTo>
                    <a:pt x="3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66"/>
          <p:cNvGrpSpPr/>
          <p:nvPr/>
        </p:nvGrpSpPr>
        <p:grpSpPr>
          <a:xfrm>
            <a:off x="7273564" y="2639686"/>
            <a:ext cx="375117" cy="462665"/>
            <a:chOff x="7193410" y="2649427"/>
            <a:chExt cx="424101" cy="523081"/>
          </a:xfrm>
        </p:grpSpPr>
        <p:sp>
          <p:nvSpPr>
            <p:cNvPr id="5945" name="Google Shape;5945;p66"/>
            <p:cNvSpPr/>
            <p:nvPr/>
          </p:nvSpPr>
          <p:spPr>
            <a:xfrm>
              <a:off x="7267961" y="2800619"/>
              <a:ext cx="15335" cy="15335"/>
            </a:xfrm>
            <a:custGeom>
              <a:rect b="b" l="l" r="r" t="t"/>
              <a:pathLst>
                <a:path extrusionOk="0" h="462"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6"/>
            <p:cNvSpPr/>
            <p:nvPr/>
          </p:nvSpPr>
          <p:spPr>
            <a:xfrm>
              <a:off x="7298564" y="2800619"/>
              <a:ext cx="15335" cy="15335"/>
            </a:xfrm>
            <a:custGeom>
              <a:rect b="b" l="l" r="r" t="t"/>
              <a:pathLst>
                <a:path extrusionOk="0" h="462"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6"/>
            <p:cNvSpPr/>
            <p:nvPr/>
          </p:nvSpPr>
          <p:spPr>
            <a:xfrm>
              <a:off x="7329234" y="2708177"/>
              <a:ext cx="15335" cy="26454"/>
            </a:xfrm>
            <a:custGeom>
              <a:rect b="b" l="l" r="r" t="t"/>
              <a:pathLst>
                <a:path extrusionOk="0" h="797" w="462">
                  <a:moveTo>
                    <a:pt x="0" y="1"/>
                  </a:moveTo>
                  <a:lnTo>
                    <a:pt x="0" y="797"/>
                  </a:lnTo>
                  <a:lnTo>
                    <a:pt x="462" y="797"/>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6"/>
            <p:cNvSpPr/>
            <p:nvPr/>
          </p:nvSpPr>
          <p:spPr>
            <a:xfrm>
              <a:off x="7467116" y="2711231"/>
              <a:ext cx="15335" cy="30703"/>
            </a:xfrm>
            <a:custGeom>
              <a:rect b="b" l="l" r="r" t="t"/>
              <a:pathLst>
                <a:path extrusionOk="0" h="925" w="462">
                  <a:moveTo>
                    <a:pt x="1" y="1"/>
                  </a:moveTo>
                  <a:lnTo>
                    <a:pt x="1" y="924"/>
                  </a:lnTo>
                  <a:lnTo>
                    <a:pt x="462" y="924"/>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6"/>
            <p:cNvSpPr/>
            <p:nvPr/>
          </p:nvSpPr>
          <p:spPr>
            <a:xfrm>
              <a:off x="7497786" y="2800619"/>
              <a:ext cx="15335" cy="15335"/>
            </a:xfrm>
            <a:custGeom>
              <a:rect b="b" l="l" r="r" t="t"/>
              <a:pathLst>
                <a:path extrusionOk="0" h="462" w="462">
                  <a:moveTo>
                    <a:pt x="0" y="1"/>
                  </a:moveTo>
                  <a:lnTo>
                    <a:pt x="0" y="462"/>
                  </a:lnTo>
                  <a:lnTo>
                    <a:pt x="461" y="462"/>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7528389" y="2800619"/>
              <a:ext cx="15335" cy="15335"/>
            </a:xfrm>
            <a:custGeom>
              <a:rect b="b" l="l" r="r" t="t"/>
              <a:pathLst>
                <a:path extrusionOk="0" h="462"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6"/>
            <p:cNvSpPr/>
            <p:nvPr/>
          </p:nvSpPr>
          <p:spPr>
            <a:xfrm>
              <a:off x="7292955" y="2903283"/>
              <a:ext cx="16397" cy="15401"/>
            </a:xfrm>
            <a:custGeom>
              <a:rect b="b" l="l" r="r" t="t"/>
              <a:pathLst>
                <a:path extrusionOk="0" h="464" w="494">
                  <a:moveTo>
                    <a:pt x="0" y="1"/>
                  </a:moveTo>
                  <a:lnTo>
                    <a:pt x="0" y="463"/>
                  </a:lnTo>
                  <a:lnTo>
                    <a:pt x="493" y="463"/>
                  </a:lnTo>
                  <a:lnTo>
                    <a:pt x="4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6"/>
            <p:cNvSpPr/>
            <p:nvPr/>
          </p:nvSpPr>
          <p:spPr>
            <a:xfrm>
              <a:off x="7501470" y="2903283"/>
              <a:ext cx="16397" cy="15401"/>
            </a:xfrm>
            <a:custGeom>
              <a:rect b="b" l="l" r="r" t="t"/>
              <a:pathLst>
                <a:path extrusionOk="0" h="464" w="494">
                  <a:moveTo>
                    <a:pt x="1" y="1"/>
                  </a:moveTo>
                  <a:lnTo>
                    <a:pt x="1" y="463"/>
                  </a:lnTo>
                  <a:lnTo>
                    <a:pt x="494" y="463"/>
                  </a:lnTo>
                  <a:lnTo>
                    <a:pt x="4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6"/>
            <p:cNvSpPr/>
            <p:nvPr/>
          </p:nvSpPr>
          <p:spPr>
            <a:xfrm>
              <a:off x="7333284" y="3063669"/>
              <a:ext cx="15368" cy="15335"/>
            </a:xfrm>
            <a:custGeom>
              <a:rect b="b" l="l" r="r" t="t"/>
              <a:pathLst>
                <a:path extrusionOk="0" h="462" w="463">
                  <a:moveTo>
                    <a:pt x="0" y="1"/>
                  </a:moveTo>
                  <a:lnTo>
                    <a:pt x="0" y="462"/>
                  </a:lnTo>
                  <a:lnTo>
                    <a:pt x="463" y="462"/>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6"/>
            <p:cNvSpPr/>
            <p:nvPr/>
          </p:nvSpPr>
          <p:spPr>
            <a:xfrm>
              <a:off x="7333284" y="3094339"/>
              <a:ext cx="15368" cy="15368"/>
            </a:xfrm>
            <a:custGeom>
              <a:rect b="b" l="l" r="r" t="t"/>
              <a:pathLst>
                <a:path extrusionOk="0" h="463" w="463">
                  <a:moveTo>
                    <a:pt x="0" y="0"/>
                  </a:moveTo>
                  <a:lnTo>
                    <a:pt x="0" y="462"/>
                  </a:lnTo>
                  <a:lnTo>
                    <a:pt x="463" y="462"/>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6"/>
            <p:cNvSpPr/>
            <p:nvPr/>
          </p:nvSpPr>
          <p:spPr>
            <a:xfrm>
              <a:off x="7463033" y="3063669"/>
              <a:ext cx="15335" cy="15335"/>
            </a:xfrm>
            <a:custGeom>
              <a:rect b="b" l="l" r="r" t="t"/>
              <a:pathLst>
                <a:path extrusionOk="0" h="462"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6"/>
            <p:cNvSpPr/>
            <p:nvPr/>
          </p:nvSpPr>
          <p:spPr>
            <a:xfrm>
              <a:off x="7463033" y="3094339"/>
              <a:ext cx="15335" cy="15368"/>
            </a:xfrm>
            <a:custGeom>
              <a:rect b="b" l="l" r="r" t="t"/>
              <a:pathLst>
                <a:path extrusionOk="0" h="463" w="462">
                  <a:moveTo>
                    <a:pt x="0" y="0"/>
                  </a:moveTo>
                  <a:lnTo>
                    <a:pt x="0"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6"/>
            <p:cNvSpPr/>
            <p:nvPr/>
          </p:nvSpPr>
          <p:spPr>
            <a:xfrm>
              <a:off x="7251265" y="3055570"/>
              <a:ext cx="17094" cy="17061"/>
            </a:xfrm>
            <a:custGeom>
              <a:rect b="b" l="l" r="r" t="t"/>
              <a:pathLst>
                <a:path extrusionOk="0" h="514" w="515">
                  <a:moveTo>
                    <a:pt x="57" y="0"/>
                  </a:moveTo>
                  <a:lnTo>
                    <a:pt x="1" y="457"/>
                  </a:lnTo>
                  <a:lnTo>
                    <a:pt x="459" y="513"/>
                  </a:lnTo>
                  <a:lnTo>
                    <a:pt x="515" y="57"/>
                  </a:lnTo>
                  <a:lnTo>
                    <a:pt x="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a:off x="7254850" y="3005947"/>
              <a:ext cx="40196" cy="36545"/>
            </a:xfrm>
            <a:custGeom>
              <a:rect b="b" l="l" r="r" t="t"/>
              <a:pathLst>
                <a:path extrusionOk="0" h="1101" w="1211">
                  <a:moveTo>
                    <a:pt x="130" y="0"/>
                  </a:moveTo>
                  <a:lnTo>
                    <a:pt x="0" y="1044"/>
                  </a:lnTo>
                  <a:lnTo>
                    <a:pt x="458" y="1100"/>
                  </a:lnTo>
                  <a:lnTo>
                    <a:pt x="537" y="463"/>
                  </a:lnTo>
                  <a:lnTo>
                    <a:pt x="1210" y="463"/>
                  </a:lnTo>
                  <a:lnTo>
                    <a:pt x="1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6"/>
            <p:cNvSpPr/>
            <p:nvPr/>
          </p:nvSpPr>
          <p:spPr>
            <a:xfrm>
              <a:off x="7516141" y="3005947"/>
              <a:ext cx="40196" cy="36545"/>
            </a:xfrm>
            <a:custGeom>
              <a:rect b="b" l="l" r="r" t="t"/>
              <a:pathLst>
                <a:path extrusionOk="0" h="1101" w="1211">
                  <a:moveTo>
                    <a:pt x="0" y="0"/>
                  </a:moveTo>
                  <a:lnTo>
                    <a:pt x="0" y="463"/>
                  </a:lnTo>
                  <a:lnTo>
                    <a:pt x="672" y="463"/>
                  </a:lnTo>
                  <a:lnTo>
                    <a:pt x="751" y="1100"/>
                  </a:lnTo>
                  <a:lnTo>
                    <a:pt x="1210" y="1044"/>
                  </a:lnTo>
                  <a:lnTo>
                    <a:pt x="10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6"/>
            <p:cNvSpPr/>
            <p:nvPr/>
          </p:nvSpPr>
          <p:spPr>
            <a:xfrm>
              <a:off x="7542629" y="3055736"/>
              <a:ext cx="17094" cy="17028"/>
            </a:xfrm>
            <a:custGeom>
              <a:rect b="b" l="l" r="r" t="t"/>
              <a:pathLst>
                <a:path extrusionOk="0" h="513" w="515">
                  <a:moveTo>
                    <a:pt x="459" y="1"/>
                  </a:moveTo>
                  <a:lnTo>
                    <a:pt x="1" y="57"/>
                  </a:lnTo>
                  <a:lnTo>
                    <a:pt x="57" y="513"/>
                  </a:lnTo>
                  <a:lnTo>
                    <a:pt x="515" y="456"/>
                  </a:lnTo>
                  <a:lnTo>
                    <a:pt x="4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6"/>
            <p:cNvSpPr/>
            <p:nvPr/>
          </p:nvSpPr>
          <p:spPr>
            <a:xfrm>
              <a:off x="7193410" y="2649427"/>
              <a:ext cx="424101" cy="523081"/>
            </a:xfrm>
            <a:custGeom>
              <a:rect b="b" l="l" r="r" t="t"/>
              <a:pathLst>
                <a:path extrusionOk="0" h="15759" w="12777">
                  <a:moveTo>
                    <a:pt x="5015" y="463"/>
                  </a:moveTo>
                  <a:lnTo>
                    <a:pt x="5015" y="894"/>
                  </a:lnTo>
                  <a:lnTo>
                    <a:pt x="861" y="894"/>
                  </a:lnTo>
                  <a:lnTo>
                    <a:pt x="861" y="463"/>
                  </a:lnTo>
                  <a:close/>
                  <a:moveTo>
                    <a:pt x="11940" y="463"/>
                  </a:moveTo>
                  <a:lnTo>
                    <a:pt x="11940" y="894"/>
                  </a:lnTo>
                  <a:lnTo>
                    <a:pt x="7785" y="894"/>
                  </a:lnTo>
                  <a:lnTo>
                    <a:pt x="7785" y="463"/>
                  </a:lnTo>
                  <a:close/>
                  <a:moveTo>
                    <a:pt x="5015" y="1356"/>
                  </a:moveTo>
                  <a:lnTo>
                    <a:pt x="5015" y="2663"/>
                  </a:lnTo>
                  <a:lnTo>
                    <a:pt x="4225" y="5480"/>
                  </a:lnTo>
                  <a:lnTo>
                    <a:pt x="1652" y="5480"/>
                  </a:lnTo>
                  <a:lnTo>
                    <a:pt x="861" y="2663"/>
                  </a:lnTo>
                  <a:lnTo>
                    <a:pt x="861" y="1356"/>
                  </a:lnTo>
                  <a:close/>
                  <a:moveTo>
                    <a:pt x="7735" y="4188"/>
                  </a:moveTo>
                  <a:lnTo>
                    <a:pt x="8098" y="5480"/>
                  </a:lnTo>
                  <a:lnTo>
                    <a:pt x="4705" y="5480"/>
                  </a:lnTo>
                  <a:lnTo>
                    <a:pt x="5067" y="4188"/>
                  </a:lnTo>
                  <a:close/>
                  <a:moveTo>
                    <a:pt x="11940" y="1356"/>
                  </a:moveTo>
                  <a:lnTo>
                    <a:pt x="11940" y="2663"/>
                  </a:lnTo>
                  <a:lnTo>
                    <a:pt x="11150" y="5480"/>
                  </a:lnTo>
                  <a:lnTo>
                    <a:pt x="8575" y="5480"/>
                  </a:lnTo>
                  <a:lnTo>
                    <a:pt x="7785" y="2663"/>
                  </a:lnTo>
                  <a:lnTo>
                    <a:pt x="7785" y="1356"/>
                  </a:lnTo>
                  <a:close/>
                  <a:moveTo>
                    <a:pt x="5543" y="5940"/>
                  </a:moveTo>
                  <a:lnTo>
                    <a:pt x="5543" y="8895"/>
                  </a:lnTo>
                  <a:lnTo>
                    <a:pt x="464" y="8895"/>
                  </a:lnTo>
                  <a:lnTo>
                    <a:pt x="463" y="8111"/>
                  </a:lnTo>
                  <a:lnTo>
                    <a:pt x="2538" y="8111"/>
                  </a:lnTo>
                  <a:lnTo>
                    <a:pt x="2538" y="7649"/>
                  </a:lnTo>
                  <a:lnTo>
                    <a:pt x="463" y="7649"/>
                  </a:lnTo>
                  <a:lnTo>
                    <a:pt x="460" y="6172"/>
                  </a:lnTo>
                  <a:cubicBezTo>
                    <a:pt x="460" y="6046"/>
                    <a:pt x="569" y="5940"/>
                    <a:pt x="697" y="5940"/>
                  </a:cubicBezTo>
                  <a:close/>
                  <a:moveTo>
                    <a:pt x="12082" y="5941"/>
                  </a:moveTo>
                  <a:cubicBezTo>
                    <a:pt x="12208" y="5941"/>
                    <a:pt x="12314" y="6045"/>
                    <a:pt x="12314" y="6173"/>
                  </a:cubicBezTo>
                  <a:lnTo>
                    <a:pt x="12314" y="7649"/>
                  </a:lnTo>
                  <a:lnTo>
                    <a:pt x="10236" y="7649"/>
                  </a:lnTo>
                  <a:lnTo>
                    <a:pt x="10236" y="8111"/>
                  </a:lnTo>
                  <a:lnTo>
                    <a:pt x="12314" y="8111"/>
                  </a:lnTo>
                  <a:lnTo>
                    <a:pt x="12314" y="8895"/>
                  </a:lnTo>
                  <a:lnTo>
                    <a:pt x="7236" y="8895"/>
                  </a:lnTo>
                  <a:lnTo>
                    <a:pt x="7236" y="5941"/>
                  </a:lnTo>
                  <a:close/>
                  <a:moveTo>
                    <a:pt x="5545" y="9357"/>
                  </a:moveTo>
                  <a:lnTo>
                    <a:pt x="5545" y="9819"/>
                  </a:lnTo>
                  <a:lnTo>
                    <a:pt x="465" y="9819"/>
                  </a:lnTo>
                  <a:lnTo>
                    <a:pt x="465" y="9357"/>
                  </a:lnTo>
                  <a:close/>
                  <a:moveTo>
                    <a:pt x="6774" y="5940"/>
                  </a:moveTo>
                  <a:lnTo>
                    <a:pt x="6774" y="9819"/>
                  </a:lnTo>
                  <a:lnTo>
                    <a:pt x="6005" y="9819"/>
                  </a:lnTo>
                  <a:lnTo>
                    <a:pt x="6005" y="5940"/>
                  </a:lnTo>
                  <a:close/>
                  <a:moveTo>
                    <a:pt x="12314" y="9357"/>
                  </a:moveTo>
                  <a:lnTo>
                    <a:pt x="12314" y="9819"/>
                  </a:lnTo>
                  <a:lnTo>
                    <a:pt x="7236" y="9819"/>
                  </a:lnTo>
                  <a:lnTo>
                    <a:pt x="7236" y="9357"/>
                  </a:lnTo>
                  <a:close/>
                  <a:moveTo>
                    <a:pt x="5108" y="10280"/>
                  </a:moveTo>
                  <a:lnTo>
                    <a:pt x="5108" y="14404"/>
                  </a:lnTo>
                  <a:lnTo>
                    <a:pt x="1063" y="14404"/>
                  </a:lnTo>
                  <a:lnTo>
                    <a:pt x="1572" y="10280"/>
                  </a:lnTo>
                  <a:close/>
                  <a:moveTo>
                    <a:pt x="11198" y="10280"/>
                  </a:moveTo>
                  <a:lnTo>
                    <a:pt x="11707" y="14404"/>
                  </a:lnTo>
                  <a:lnTo>
                    <a:pt x="7662" y="14404"/>
                  </a:lnTo>
                  <a:lnTo>
                    <a:pt x="7662" y="10280"/>
                  </a:lnTo>
                  <a:close/>
                  <a:moveTo>
                    <a:pt x="11764" y="14865"/>
                  </a:moveTo>
                  <a:lnTo>
                    <a:pt x="11784" y="15037"/>
                  </a:lnTo>
                  <a:cubicBezTo>
                    <a:pt x="11793" y="15103"/>
                    <a:pt x="11773" y="15167"/>
                    <a:pt x="11730" y="15218"/>
                  </a:cubicBezTo>
                  <a:cubicBezTo>
                    <a:pt x="11685" y="15269"/>
                    <a:pt x="11623" y="15296"/>
                    <a:pt x="11556" y="15296"/>
                  </a:cubicBezTo>
                  <a:lnTo>
                    <a:pt x="7662" y="15296"/>
                  </a:lnTo>
                  <a:lnTo>
                    <a:pt x="7662" y="14865"/>
                  </a:lnTo>
                  <a:close/>
                  <a:moveTo>
                    <a:pt x="5108" y="14866"/>
                  </a:moveTo>
                  <a:lnTo>
                    <a:pt x="5108" y="15297"/>
                  </a:lnTo>
                  <a:lnTo>
                    <a:pt x="1214" y="15297"/>
                  </a:lnTo>
                  <a:cubicBezTo>
                    <a:pt x="1147" y="15297"/>
                    <a:pt x="1086" y="15270"/>
                    <a:pt x="1042" y="15219"/>
                  </a:cubicBezTo>
                  <a:cubicBezTo>
                    <a:pt x="997" y="15169"/>
                    <a:pt x="976" y="15104"/>
                    <a:pt x="986" y="15038"/>
                  </a:cubicBezTo>
                  <a:lnTo>
                    <a:pt x="1006" y="14866"/>
                  </a:lnTo>
                  <a:close/>
                  <a:moveTo>
                    <a:pt x="400" y="0"/>
                  </a:moveTo>
                  <a:lnTo>
                    <a:pt x="400" y="2725"/>
                  </a:lnTo>
                  <a:lnTo>
                    <a:pt x="1173" y="5479"/>
                  </a:lnTo>
                  <a:lnTo>
                    <a:pt x="698" y="5479"/>
                  </a:lnTo>
                  <a:cubicBezTo>
                    <a:pt x="313" y="5479"/>
                    <a:pt x="0" y="5789"/>
                    <a:pt x="0" y="6172"/>
                  </a:cubicBezTo>
                  <a:lnTo>
                    <a:pt x="5" y="10280"/>
                  </a:lnTo>
                  <a:lnTo>
                    <a:pt x="1108" y="10280"/>
                  </a:lnTo>
                  <a:lnTo>
                    <a:pt x="528" y="14980"/>
                  </a:lnTo>
                  <a:cubicBezTo>
                    <a:pt x="503" y="15177"/>
                    <a:pt x="565" y="15376"/>
                    <a:pt x="696" y="15523"/>
                  </a:cubicBezTo>
                  <a:cubicBezTo>
                    <a:pt x="827" y="15672"/>
                    <a:pt x="1017" y="15757"/>
                    <a:pt x="1214" y="15757"/>
                  </a:cubicBezTo>
                  <a:lnTo>
                    <a:pt x="5569" y="15757"/>
                  </a:lnTo>
                  <a:lnTo>
                    <a:pt x="5569" y="10280"/>
                  </a:lnTo>
                  <a:lnTo>
                    <a:pt x="7201" y="10280"/>
                  </a:lnTo>
                  <a:lnTo>
                    <a:pt x="7201" y="15759"/>
                  </a:lnTo>
                  <a:lnTo>
                    <a:pt x="11556" y="15759"/>
                  </a:lnTo>
                  <a:cubicBezTo>
                    <a:pt x="11753" y="15759"/>
                    <a:pt x="11944" y="15673"/>
                    <a:pt x="12074" y="15524"/>
                  </a:cubicBezTo>
                  <a:cubicBezTo>
                    <a:pt x="12206" y="15376"/>
                    <a:pt x="12266" y="15178"/>
                    <a:pt x="12243" y="14981"/>
                  </a:cubicBezTo>
                  <a:lnTo>
                    <a:pt x="11662" y="10281"/>
                  </a:lnTo>
                  <a:lnTo>
                    <a:pt x="12775" y="10281"/>
                  </a:lnTo>
                  <a:lnTo>
                    <a:pt x="12775" y="6172"/>
                  </a:lnTo>
                  <a:lnTo>
                    <a:pt x="12776" y="6172"/>
                  </a:lnTo>
                  <a:cubicBezTo>
                    <a:pt x="12776" y="5790"/>
                    <a:pt x="12466" y="5479"/>
                    <a:pt x="12083" y="5479"/>
                  </a:cubicBezTo>
                  <a:lnTo>
                    <a:pt x="11628" y="5479"/>
                  </a:lnTo>
                  <a:lnTo>
                    <a:pt x="12401" y="2725"/>
                  </a:lnTo>
                  <a:lnTo>
                    <a:pt x="12401" y="0"/>
                  </a:lnTo>
                  <a:lnTo>
                    <a:pt x="7324" y="0"/>
                  </a:lnTo>
                  <a:lnTo>
                    <a:pt x="7324" y="2725"/>
                  </a:lnTo>
                  <a:lnTo>
                    <a:pt x="7604" y="3724"/>
                  </a:lnTo>
                  <a:lnTo>
                    <a:pt x="5197" y="3724"/>
                  </a:lnTo>
                  <a:lnTo>
                    <a:pt x="5478" y="2725"/>
                  </a:lnTo>
                  <a:lnTo>
                    <a:pt x="54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6"/>
            <p:cNvSpPr/>
            <p:nvPr/>
          </p:nvSpPr>
          <p:spPr>
            <a:xfrm>
              <a:off x="7300191" y="2861925"/>
              <a:ext cx="15368" cy="15368"/>
            </a:xfrm>
            <a:custGeom>
              <a:rect b="b" l="l" r="r" t="t"/>
              <a:pathLst>
                <a:path extrusionOk="0" h="463" w="463">
                  <a:moveTo>
                    <a:pt x="0" y="1"/>
                  </a:moveTo>
                  <a:lnTo>
                    <a:pt x="0"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a:off x="7238884" y="2861925"/>
              <a:ext cx="15368" cy="15368"/>
            </a:xfrm>
            <a:custGeom>
              <a:rect b="b" l="l" r="r" t="t"/>
              <a:pathLst>
                <a:path extrusionOk="0" h="463" w="463">
                  <a:moveTo>
                    <a:pt x="0" y="1"/>
                  </a:moveTo>
                  <a:lnTo>
                    <a:pt x="0"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a:off x="7330827" y="2861925"/>
              <a:ext cx="15368" cy="15368"/>
            </a:xfrm>
            <a:custGeom>
              <a:rect b="b" l="l" r="r" t="t"/>
              <a:pathLst>
                <a:path extrusionOk="0" h="463" w="463">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a:off x="7269521" y="2861925"/>
              <a:ext cx="15368" cy="15368"/>
            </a:xfrm>
            <a:custGeom>
              <a:rect b="b" l="l" r="r" t="t"/>
              <a:pathLst>
                <a:path extrusionOk="0" h="463" w="463">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6"/>
            <p:cNvSpPr/>
            <p:nvPr/>
          </p:nvSpPr>
          <p:spPr>
            <a:xfrm>
              <a:off x="7463199" y="2861925"/>
              <a:ext cx="15368" cy="15368"/>
            </a:xfrm>
            <a:custGeom>
              <a:rect b="b" l="l" r="r" t="t"/>
              <a:pathLst>
                <a:path extrusionOk="0" h="463" w="463">
                  <a:moveTo>
                    <a:pt x="1" y="1"/>
                  </a:moveTo>
                  <a:lnTo>
                    <a:pt x="1"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a:off x="7555142" y="2861925"/>
              <a:ext cx="15335" cy="15368"/>
            </a:xfrm>
            <a:custGeom>
              <a:rect b="b" l="l" r="r" t="t"/>
              <a:pathLst>
                <a:path extrusionOk="0" h="463" w="462">
                  <a:moveTo>
                    <a:pt x="0" y="1"/>
                  </a:moveTo>
                  <a:lnTo>
                    <a:pt x="0" y="463"/>
                  </a:lnTo>
                  <a:lnTo>
                    <a:pt x="461" y="463"/>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6"/>
            <p:cNvSpPr/>
            <p:nvPr/>
          </p:nvSpPr>
          <p:spPr>
            <a:xfrm>
              <a:off x="7524472" y="2861925"/>
              <a:ext cx="15335" cy="15368"/>
            </a:xfrm>
            <a:custGeom>
              <a:rect b="b" l="l" r="r" t="t"/>
              <a:pathLst>
                <a:path extrusionOk="0" h="463" w="462">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6"/>
            <p:cNvSpPr/>
            <p:nvPr/>
          </p:nvSpPr>
          <p:spPr>
            <a:xfrm>
              <a:off x="7493869" y="2861925"/>
              <a:ext cx="15335" cy="15368"/>
            </a:xfrm>
            <a:custGeom>
              <a:rect b="b" l="l" r="r" t="t"/>
              <a:pathLst>
                <a:path extrusionOk="0" h="463" w="462">
                  <a:moveTo>
                    <a:pt x="0" y="1"/>
                  </a:moveTo>
                  <a:lnTo>
                    <a:pt x="0" y="463"/>
                  </a:lnTo>
                  <a:lnTo>
                    <a:pt x="461" y="463"/>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66"/>
          <p:cNvGrpSpPr/>
          <p:nvPr/>
        </p:nvGrpSpPr>
        <p:grpSpPr>
          <a:xfrm>
            <a:off x="6586820" y="2640376"/>
            <a:ext cx="462577" cy="461285"/>
            <a:chOff x="6513196" y="2650257"/>
            <a:chExt cx="522981" cy="521521"/>
          </a:xfrm>
        </p:grpSpPr>
        <p:sp>
          <p:nvSpPr>
            <p:cNvPr id="5971" name="Google Shape;5971;p66"/>
            <p:cNvSpPr/>
            <p:nvPr/>
          </p:nvSpPr>
          <p:spPr>
            <a:xfrm>
              <a:off x="6784512" y="2664861"/>
              <a:ext cx="20281" cy="20281"/>
            </a:xfrm>
            <a:custGeom>
              <a:rect b="b" l="l" r="r" t="t"/>
              <a:pathLst>
                <a:path extrusionOk="0" h="611" w="611">
                  <a:moveTo>
                    <a:pt x="173" y="1"/>
                  </a:moveTo>
                  <a:lnTo>
                    <a:pt x="0" y="429"/>
                  </a:lnTo>
                  <a:cubicBezTo>
                    <a:pt x="137" y="485"/>
                    <a:pt x="273" y="545"/>
                    <a:pt x="403" y="611"/>
                  </a:cubicBezTo>
                  <a:lnTo>
                    <a:pt x="610" y="198"/>
                  </a:lnTo>
                  <a:cubicBezTo>
                    <a:pt x="468" y="126"/>
                    <a:pt x="321" y="60"/>
                    <a:pt x="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6"/>
            <p:cNvSpPr/>
            <p:nvPr/>
          </p:nvSpPr>
          <p:spPr>
            <a:xfrm>
              <a:off x="6745909" y="2653012"/>
              <a:ext cx="18156" cy="18123"/>
            </a:xfrm>
            <a:custGeom>
              <a:rect b="b" l="l" r="r" t="t"/>
              <a:pathLst>
                <a:path extrusionOk="0" h="546" w="547">
                  <a:moveTo>
                    <a:pt x="77" y="1"/>
                  </a:moveTo>
                  <a:lnTo>
                    <a:pt x="1" y="456"/>
                  </a:lnTo>
                  <a:cubicBezTo>
                    <a:pt x="146" y="481"/>
                    <a:pt x="291" y="512"/>
                    <a:pt x="434" y="546"/>
                  </a:cubicBezTo>
                  <a:lnTo>
                    <a:pt x="547" y="99"/>
                  </a:lnTo>
                  <a:cubicBezTo>
                    <a:pt x="393" y="61"/>
                    <a:pt x="234" y="28"/>
                    <a:pt x="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6"/>
            <p:cNvSpPr/>
            <p:nvPr/>
          </p:nvSpPr>
          <p:spPr>
            <a:xfrm>
              <a:off x="6705182" y="2650257"/>
              <a:ext cx="15866" cy="15501"/>
            </a:xfrm>
            <a:custGeom>
              <a:rect b="b" l="l" r="r" t="t"/>
              <a:pathLst>
                <a:path extrusionOk="0" h="467" w="478">
                  <a:moveTo>
                    <a:pt x="286" y="0"/>
                  </a:moveTo>
                  <a:cubicBezTo>
                    <a:pt x="192" y="0"/>
                    <a:pt x="94" y="2"/>
                    <a:pt x="0" y="6"/>
                  </a:cubicBezTo>
                  <a:lnTo>
                    <a:pt x="22" y="466"/>
                  </a:lnTo>
                  <a:cubicBezTo>
                    <a:pt x="110" y="462"/>
                    <a:pt x="198" y="460"/>
                    <a:pt x="286" y="460"/>
                  </a:cubicBezTo>
                  <a:cubicBezTo>
                    <a:pt x="345" y="460"/>
                    <a:pt x="405" y="461"/>
                    <a:pt x="464" y="462"/>
                  </a:cubicBezTo>
                  <a:lnTo>
                    <a:pt x="478" y="1"/>
                  </a:lnTo>
                  <a:cubicBezTo>
                    <a:pt x="415" y="0"/>
                    <a:pt x="350" y="0"/>
                    <a:pt x="2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6"/>
            <p:cNvSpPr/>
            <p:nvPr/>
          </p:nvSpPr>
          <p:spPr>
            <a:xfrm>
              <a:off x="6662264" y="2653576"/>
              <a:ext cx="18322" cy="18355"/>
            </a:xfrm>
            <a:custGeom>
              <a:rect b="b" l="l" r="r" t="t"/>
              <a:pathLst>
                <a:path extrusionOk="0" h="553" w="552">
                  <a:moveTo>
                    <a:pt x="468" y="0"/>
                  </a:moveTo>
                  <a:cubicBezTo>
                    <a:pt x="312" y="29"/>
                    <a:pt x="154" y="65"/>
                    <a:pt x="1" y="107"/>
                  </a:cubicBezTo>
                  <a:lnTo>
                    <a:pt x="120" y="553"/>
                  </a:lnTo>
                  <a:cubicBezTo>
                    <a:pt x="262" y="515"/>
                    <a:pt x="407" y="481"/>
                    <a:pt x="552" y="454"/>
                  </a:cubicBez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6"/>
            <p:cNvSpPr/>
            <p:nvPr/>
          </p:nvSpPr>
          <p:spPr>
            <a:xfrm>
              <a:off x="6614666" y="2811472"/>
              <a:ext cx="421512" cy="360305"/>
            </a:xfrm>
            <a:custGeom>
              <a:rect b="b" l="l" r="r" t="t"/>
              <a:pathLst>
                <a:path extrusionOk="0" h="10855" w="12699">
                  <a:moveTo>
                    <a:pt x="6410" y="461"/>
                  </a:moveTo>
                  <a:lnTo>
                    <a:pt x="8101" y="4581"/>
                  </a:lnTo>
                  <a:lnTo>
                    <a:pt x="11391" y="4581"/>
                  </a:lnTo>
                  <a:cubicBezTo>
                    <a:pt x="11859" y="4581"/>
                    <a:pt x="12237" y="4959"/>
                    <a:pt x="12237" y="5427"/>
                  </a:cubicBezTo>
                  <a:cubicBezTo>
                    <a:pt x="12237" y="5893"/>
                    <a:pt x="11859" y="6272"/>
                    <a:pt x="11391" y="6272"/>
                  </a:cubicBezTo>
                  <a:lnTo>
                    <a:pt x="8101" y="6272"/>
                  </a:lnTo>
                  <a:lnTo>
                    <a:pt x="6410" y="10392"/>
                  </a:lnTo>
                  <a:lnTo>
                    <a:pt x="5616" y="10392"/>
                  </a:lnTo>
                  <a:lnTo>
                    <a:pt x="6282" y="6272"/>
                  </a:lnTo>
                  <a:lnTo>
                    <a:pt x="2042" y="6272"/>
                  </a:lnTo>
                  <a:lnTo>
                    <a:pt x="1027" y="7286"/>
                  </a:lnTo>
                  <a:lnTo>
                    <a:pt x="462" y="7286"/>
                  </a:lnTo>
                  <a:lnTo>
                    <a:pt x="462" y="7162"/>
                  </a:lnTo>
                  <a:lnTo>
                    <a:pt x="1157" y="5425"/>
                  </a:lnTo>
                  <a:lnTo>
                    <a:pt x="462" y="3751"/>
                  </a:lnTo>
                  <a:lnTo>
                    <a:pt x="462" y="3566"/>
                  </a:lnTo>
                  <a:lnTo>
                    <a:pt x="1027" y="3566"/>
                  </a:lnTo>
                  <a:lnTo>
                    <a:pt x="2042" y="4581"/>
                  </a:lnTo>
                  <a:lnTo>
                    <a:pt x="6282" y="4581"/>
                  </a:lnTo>
                  <a:lnTo>
                    <a:pt x="5616" y="461"/>
                  </a:lnTo>
                  <a:close/>
                  <a:moveTo>
                    <a:pt x="5075" y="0"/>
                  </a:moveTo>
                  <a:lnTo>
                    <a:pt x="5740" y="4121"/>
                  </a:lnTo>
                  <a:lnTo>
                    <a:pt x="2233" y="4121"/>
                  </a:lnTo>
                  <a:lnTo>
                    <a:pt x="1218" y="3106"/>
                  </a:lnTo>
                  <a:lnTo>
                    <a:pt x="0" y="3106"/>
                  </a:lnTo>
                  <a:lnTo>
                    <a:pt x="0" y="3844"/>
                  </a:lnTo>
                  <a:lnTo>
                    <a:pt x="659" y="5429"/>
                  </a:lnTo>
                  <a:lnTo>
                    <a:pt x="0" y="7074"/>
                  </a:lnTo>
                  <a:lnTo>
                    <a:pt x="0" y="7749"/>
                  </a:lnTo>
                  <a:lnTo>
                    <a:pt x="1218" y="7749"/>
                  </a:lnTo>
                  <a:lnTo>
                    <a:pt x="2233" y="6735"/>
                  </a:lnTo>
                  <a:lnTo>
                    <a:pt x="5740" y="6735"/>
                  </a:lnTo>
                  <a:lnTo>
                    <a:pt x="5075" y="10854"/>
                  </a:lnTo>
                  <a:lnTo>
                    <a:pt x="6720" y="10854"/>
                  </a:lnTo>
                  <a:lnTo>
                    <a:pt x="8411" y="6735"/>
                  </a:lnTo>
                  <a:lnTo>
                    <a:pt x="11391" y="6735"/>
                  </a:lnTo>
                  <a:cubicBezTo>
                    <a:pt x="12112" y="6735"/>
                    <a:pt x="12699" y="6149"/>
                    <a:pt x="12699" y="5428"/>
                  </a:cubicBezTo>
                  <a:cubicBezTo>
                    <a:pt x="12699" y="4706"/>
                    <a:pt x="12113" y="4121"/>
                    <a:pt x="11391" y="4121"/>
                  </a:cubicBezTo>
                  <a:lnTo>
                    <a:pt x="8411" y="4121"/>
                  </a:lnTo>
                  <a:lnTo>
                    <a:pt x="67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6"/>
            <p:cNvSpPr/>
            <p:nvPr/>
          </p:nvSpPr>
          <p:spPr>
            <a:xfrm>
              <a:off x="6621835" y="2666056"/>
              <a:ext cx="20413" cy="20447"/>
            </a:xfrm>
            <a:custGeom>
              <a:rect b="b" l="l" r="r" t="t"/>
              <a:pathLst>
                <a:path extrusionOk="0" h="616" w="615">
                  <a:moveTo>
                    <a:pt x="434" y="1"/>
                  </a:moveTo>
                  <a:cubicBezTo>
                    <a:pt x="288" y="63"/>
                    <a:pt x="141" y="131"/>
                    <a:pt x="0" y="206"/>
                  </a:cubicBezTo>
                  <a:lnTo>
                    <a:pt x="213" y="615"/>
                  </a:lnTo>
                  <a:cubicBezTo>
                    <a:pt x="345" y="548"/>
                    <a:pt x="479" y="483"/>
                    <a:pt x="615" y="426"/>
                  </a:cubicBezTo>
                  <a:lnTo>
                    <a:pt x="4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6"/>
            <p:cNvSpPr/>
            <p:nvPr/>
          </p:nvSpPr>
          <p:spPr>
            <a:xfrm>
              <a:off x="6585722" y="2687167"/>
              <a:ext cx="21476" cy="21509"/>
            </a:xfrm>
            <a:custGeom>
              <a:rect b="b" l="l" r="r" t="t"/>
              <a:pathLst>
                <a:path extrusionOk="0" h="648" w="647">
                  <a:moveTo>
                    <a:pt x="380" y="1"/>
                  </a:moveTo>
                  <a:cubicBezTo>
                    <a:pt x="251" y="93"/>
                    <a:pt x="122" y="191"/>
                    <a:pt x="0" y="293"/>
                  </a:cubicBezTo>
                  <a:lnTo>
                    <a:pt x="295" y="647"/>
                  </a:lnTo>
                  <a:cubicBezTo>
                    <a:pt x="407" y="553"/>
                    <a:pt x="526" y="462"/>
                    <a:pt x="647" y="377"/>
                  </a:cubicBezTo>
                  <a:lnTo>
                    <a:pt x="3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6899856" y="2829994"/>
              <a:ext cx="16364" cy="16364"/>
            </a:xfrm>
            <a:custGeom>
              <a:rect b="b" l="l" r="r" t="t"/>
              <a:pathLst>
                <a:path extrusionOk="0" h="493" w="493">
                  <a:moveTo>
                    <a:pt x="460" y="1"/>
                  </a:moveTo>
                  <a:lnTo>
                    <a:pt x="1" y="51"/>
                  </a:lnTo>
                  <a:cubicBezTo>
                    <a:pt x="16" y="196"/>
                    <a:pt x="27" y="345"/>
                    <a:pt x="31" y="492"/>
                  </a:cubicBezTo>
                  <a:lnTo>
                    <a:pt x="492" y="480"/>
                  </a:lnTo>
                  <a:cubicBezTo>
                    <a:pt x="487" y="320"/>
                    <a:pt x="477" y="159"/>
                    <a:pt x="4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6891325" y="2787607"/>
              <a:ext cx="19019" cy="19052"/>
            </a:xfrm>
            <a:custGeom>
              <a:rect b="b" l="l" r="r" t="t"/>
              <a:pathLst>
                <a:path extrusionOk="0" h="574" w="573">
                  <a:moveTo>
                    <a:pt x="438" y="1"/>
                  </a:moveTo>
                  <a:lnTo>
                    <a:pt x="0" y="149"/>
                  </a:lnTo>
                  <a:cubicBezTo>
                    <a:pt x="47" y="288"/>
                    <a:pt x="88" y="430"/>
                    <a:pt x="125" y="574"/>
                  </a:cubicBezTo>
                  <a:lnTo>
                    <a:pt x="572" y="462"/>
                  </a:lnTo>
                  <a:cubicBezTo>
                    <a:pt x="533" y="306"/>
                    <a:pt x="489" y="151"/>
                    <a:pt x="4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6"/>
            <p:cNvSpPr/>
            <p:nvPr/>
          </p:nvSpPr>
          <p:spPr>
            <a:xfrm>
              <a:off x="6819862" y="2685441"/>
              <a:ext cx="21409" cy="21409"/>
            </a:xfrm>
            <a:custGeom>
              <a:rect b="b" l="l" r="r" t="t"/>
              <a:pathLst>
                <a:path extrusionOk="0" h="645" w="645">
                  <a:moveTo>
                    <a:pt x="261" y="0"/>
                  </a:moveTo>
                  <a:lnTo>
                    <a:pt x="0" y="380"/>
                  </a:lnTo>
                  <a:cubicBezTo>
                    <a:pt x="121" y="462"/>
                    <a:pt x="240" y="551"/>
                    <a:pt x="355" y="644"/>
                  </a:cubicBezTo>
                  <a:lnTo>
                    <a:pt x="645" y="286"/>
                  </a:lnTo>
                  <a:cubicBezTo>
                    <a:pt x="522" y="186"/>
                    <a:pt x="392" y="89"/>
                    <a:pt x="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6"/>
            <p:cNvSpPr/>
            <p:nvPr/>
          </p:nvSpPr>
          <p:spPr>
            <a:xfrm>
              <a:off x="6874497" y="2748208"/>
              <a:ext cx="20779" cy="20812"/>
            </a:xfrm>
            <a:custGeom>
              <a:rect b="b" l="l" r="r" t="t"/>
              <a:pathLst>
                <a:path extrusionOk="0" h="627" w="626">
                  <a:moveTo>
                    <a:pt x="397" y="1"/>
                  </a:moveTo>
                  <a:lnTo>
                    <a:pt x="1" y="238"/>
                  </a:lnTo>
                  <a:cubicBezTo>
                    <a:pt x="76" y="364"/>
                    <a:pt x="149" y="494"/>
                    <a:pt x="213" y="626"/>
                  </a:cubicBezTo>
                  <a:lnTo>
                    <a:pt x="625" y="420"/>
                  </a:lnTo>
                  <a:cubicBezTo>
                    <a:pt x="556" y="278"/>
                    <a:pt x="479" y="137"/>
                    <a:pt x="3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6"/>
            <p:cNvSpPr/>
            <p:nvPr/>
          </p:nvSpPr>
          <p:spPr>
            <a:xfrm>
              <a:off x="6850299" y="2713621"/>
              <a:ext cx="21642" cy="21608"/>
            </a:xfrm>
            <a:custGeom>
              <a:rect b="b" l="l" r="r" t="t"/>
              <a:pathLst>
                <a:path extrusionOk="0" h="651" w="652">
                  <a:moveTo>
                    <a:pt x="337" y="0"/>
                  </a:moveTo>
                  <a:lnTo>
                    <a:pt x="1" y="317"/>
                  </a:lnTo>
                  <a:cubicBezTo>
                    <a:pt x="102" y="424"/>
                    <a:pt x="200" y="537"/>
                    <a:pt x="292" y="651"/>
                  </a:cubicBezTo>
                  <a:lnTo>
                    <a:pt x="651" y="362"/>
                  </a:lnTo>
                  <a:cubicBezTo>
                    <a:pt x="552" y="238"/>
                    <a:pt x="445" y="116"/>
                    <a:pt x="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6"/>
            <p:cNvSpPr/>
            <p:nvPr/>
          </p:nvSpPr>
          <p:spPr>
            <a:xfrm>
              <a:off x="6570022" y="2981484"/>
              <a:ext cx="21675" cy="21675"/>
            </a:xfrm>
            <a:custGeom>
              <a:rect b="b" l="l" r="r" t="t"/>
              <a:pathLst>
                <a:path extrusionOk="0" h="653" w="653">
                  <a:moveTo>
                    <a:pt x="332" y="1"/>
                  </a:moveTo>
                  <a:lnTo>
                    <a:pt x="1" y="321"/>
                  </a:lnTo>
                  <a:cubicBezTo>
                    <a:pt x="112" y="435"/>
                    <a:pt x="228" y="546"/>
                    <a:pt x="347" y="652"/>
                  </a:cubicBezTo>
                  <a:lnTo>
                    <a:pt x="652" y="306"/>
                  </a:lnTo>
                  <a:cubicBezTo>
                    <a:pt x="543" y="209"/>
                    <a:pt x="434" y="105"/>
                    <a:pt x="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6"/>
            <p:cNvSpPr/>
            <p:nvPr/>
          </p:nvSpPr>
          <p:spPr>
            <a:xfrm>
              <a:off x="6524615" y="2913739"/>
              <a:ext cx="19882" cy="19915"/>
            </a:xfrm>
            <a:custGeom>
              <a:rect b="b" l="l" r="r" t="t"/>
              <a:pathLst>
                <a:path extrusionOk="0" h="600" w="599">
                  <a:moveTo>
                    <a:pt x="435" y="0"/>
                  </a:moveTo>
                  <a:lnTo>
                    <a:pt x="1" y="154"/>
                  </a:lnTo>
                  <a:cubicBezTo>
                    <a:pt x="53" y="304"/>
                    <a:pt x="112" y="454"/>
                    <a:pt x="177" y="599"/>
                  </a:cubicBezTo>
                  <a:lnTo>
                    <a:pt x="598" y="412"/>
                  </a:lnTo>
                  <a:cubicBezTo>
                    <a:pt x="538" y="277"/>
                    <a:pt x="482" y="139"/>
                    <a:pt x="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6"/>
            <p:cNvSpPr/>
            <p:nvPr/>
          </p:nvSpPr>
          <p:spPr>
            <a:xfrm>
              <a:off x="6543368" y="2949885"/>
              <a:ext cx="21276" cy="21243"/>
            </a:xfrm>
            <a:custGeom>
              <a:rect b="b" l="l" r="r" t="t"/>
              <a:pathLst>
                <a:path extrusionOk="0" h="640" w="641">
                  <a:moveTo>
                    <a:pt x="392" y="0"/>
                  </a:moveTo>
                  <a:lnTo>
                    <a:pt x="0" y="243"/>
                  </a:lnTo>
                  <a:cubicBezTo>
                    <a:pt x="84" y="379"/>
                    <a:pt x="175" y="512"/>
                    <a:pt x="269" y="639"/>
                  </a:cubicBezTo>
                  <a:lnTo>
                    <a:pt x="640" y="367"/>
                  </a:lnTo>
                  <a:cubicBezTo>
                    <a:pt x="552" y="248"/>
                    <a:pt x="470" y="124"/>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6"/>
            <p:cNvSpPr/>
            <p:nvPr/>
          </p:nvSpPr>
          <p:spPr>
            <a:xfrm>
              <a:off x="6514657" y="2874704"/>
              <a:ext cx="17625" cy="17559"/>
            </a:xfrm>
            <a:custGeom>
              <a:rect b="b" l="l" r="r" t="t"/>
              <a:pathLst>
                <a:path extrusionOk="0" h="529" w="531">
                  <a:moveTo>
                    <a:pt x="458" y="0"/>
                  </a:moveTo>
                  <a:lnTo>
                    <a:pt x="1" y="55"/>
                  </a:lnTo>
                  <a:cubicBezTo>
                    <a:pt x="19" y="213"/>
                    <a:pt x="45" y="373"/>
                    <a:pt x="78" y="529"/>
                  </a:cubicBezTo>
                  <a:lnTo>
                    <a:pt x="530" y="437"/>
                  </a:lnTo>
                  <a:cubicBezTo>
                    <a:pt x="500" y="293"/>
                    <a:pt x="476" y="146"/>
                    <a:pt x="4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6"/>
            <p:cNvSpPr/>
            <p:nvPr/>
          </p:nvSpPr>
          <p:spPr>
            <a:xfrm>
              <a:off x="6513196" y="2833214"/>
              <a:ext cx="16132" cy="16132"/>
            </a:xfrm>
            <a:custGeom>
              <a:rect b="b" l="l" r="r" t="t"/>
              <a:pathLst>
                <a:path extrusionOk="0" h="486" w="486">
                  <a:moveTo>
                    <a:pt x="25" y="0"/>
                  </a:moveTo>
                  <a:cubicBezTo>
                    <a:pt x="10" y="157"/>
                    <a:pt x="1" y="320"/>
                    <a:pt x="0" y="478"/>
                  </a:cubicBezTo>
                  <a:lnTo>
                    <a:pt x="461" y="485"/>
                  </a:lnTo>
                  <a:cubicBezTo>
                    <a:pt x="464" y="337"/>
                    <a:pt x="472" y="188"/>
                    <a:pt x="485" y="43"/>
                  </a:cubicBezTo>
                  <a:lnTo>
                    <a:pt x="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6"/>
            <p:cNvSpPr/>
            <p:nvPr/>
          </p:nvSpPr>
          <p:spPr>
            <a:xfrm>
              <a:off x="6532747" y="2750963"/>
              <a:ext cx="20745" cy="20679"/>
            </a:xfrm>
            <a:custGeom>
              <a:rect b="b" l="l" r="r" t="t"/>
              <a:pathLst>
                <a:path extrusionOk="0" h="623" w="625">
                  <a:moveTo>
                    <a:pt x="224" y="0"/>
                  </a:moveTo>
                  <a:cubicBezTo>
                    <a:pt x="144" y="138"/>
                    <a:pt x="69" y="281"/>
                    <a:pt x="1" y="424"/>
                  </a:cubicBezTo>
                  <a:lnTo>
                    <a:pt x="417" y="623"/>
                  </a:lnTo>
                  <a:cubicBezTo>
                    <a:pt x="480" y="489"/>
                    <a:pt x="550" y="358"/>
                    <a:pt x="624" y="231"/>
                  </a:cubicBezTo>
                  <a:lnTo>
                    <a:pt x="2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6"/>
            <p:cNvSpPr/>
            <p:nvPr/>
          </p:nvSpPr>
          <p:spPr>
            <a:xfrm>
              <a:off x="6518374" y="2790628"/>
              <a:ext cx="18887" cy="18887"/>
            </a:xfrm>
            <a:custGeom>
              <a:rect b="b" l="l" r="r" t="t"/>
              <a:pathLst>
                <a:path extrusionOk="0" h="569" w="569">
                  <a:moveTo>
                    <a:pt x="128" y="1"/>
                  </a:moveTo>
                  <a:cubicBezTo>
                    <a:pt x="79" y="152"/>
                    <a:pt x="37" y="308"/>
                    <a:pt x="0" y="463"/>
                  </a:cubicBezTo>
                  <a:lnTo>
                    <a:pt x="450" y="569"/>
                  </a:lnTo>
                  <a:cubicBezTo>
                    <a:pt x="484" y="425"/>
                    <a:pt x="523" y="281"/>
                    <a:pt x="568" y="141"/>
                  </a:cubicBezTo>
                  <a:lnTo>
                    <a:pt x="1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6555550" y="2715944"/>
              <a:ext cx="21608" cy="21542"/>
            </a:xfrm>
            <a:custGeom>
              <a:rect b="b" l="l" r="r" t="t"/>
              <a:pathLst>
                <a:path extrusionOk="0" h="649" w="651">
                  <a:moveTo>
                    <a:pt x="310" y="0"/>
                  </a:moveTo>
                  <a:cubicBezTo>
                    <a:pt x="202" y="117"/>
                    <a:pt x="99" y="240"/>
                    <a:pt x="0" y="365"/>
                  </a:cubicBezTo>
                  <a:lnTo>
                    <a:pt x="364" y="649"/>
                  </a:lnTo>
                  <a:cubicBezTo>
                    <a:pt x="455" y="533"/>
                    <a:pt x="550" y="419"/>
                    <a:pt x="651" y="311"/>
                  </a:cubicBezTo>
                  <a:lnTo>
                    <a:pt x="3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6"/>
            <p:cNvSpPr/>
            <p:nvPr/>
          </p:nvSpPr>
          <p:spPr>
            <a:xfrm>
              <a:off x="6574437" y="2783292"/>
              <a:ext cx="31234" cy="112755"/>
            </a:xfrm>
            <a:custGeom>
              <a:rect b="b" l="l" r="r" t="t"/>
              <a:pathLst>
                <a:path extrusionOk="0" h="3397" w="941">
                  <a:moveTo>
                    <a:pt x="538" y="0"/>
                  </a:moveTo>
                  <a:cubicBezTo>
                    <a:pt x="186" y="627"/>
                    <a:pt x="0" y="1341"/>
                    <a:pt x="0" y="2064"/>
                  </a:cubicBezTo>
                  <a:cubicBezTo>
                    <a:pt x="0" y="2518"/>
                    <a:pt x="72" y="2966"/>
                    <a:pt x="216" y="3397"/>
                  </a:cubicBezTo>
                  <a:lnTo>
                    <a:pt x="654" y="3251"/>
                  </a:lnTo>
                  <a:cubicBezTo>
                    <a:pt x="526" y="2866"/>
                    <a:pt x="461" y="2467"/>
                    <a:pt x="461" y="2063"/>
                  </a:cubicBezTo>
                  <a:cubicBezTo>
                    <a:pt x="460" y="1420"/>
                    <a:pt x="626" y="785"/>
                    <a:pt x="940" y="227"/>
                  </a:cubicBezTo>
                  <a:lnTo>
                    <a:pt x="5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6"/>
            <p:cNvSpPr/>
            <p:nvPr/>
          </p:nvSpPr>
          <p:spPr>
            <a:xfrm>
              <a:off x="6600991" y="2757136"/>
              <a:ext cx="21509" cy="21509"/>
            </a:xfrm>
            <a:custGeom>
              <a:rect b="b" l="l" r="r" t="t"/>
              <a:pathLst>
                <a:path extrusionOk="0" h="648" w="648">
                  <a:moveTo>
                    <a:pt x="308" y="0"/>
                  </a:moveTo>
                  <a:cubicBezTo>
                    <a:pt x="198" y="119"/>
                    <a:pt x="95" y="247"/>
                    <a:pt x="1" y="378"/>
                  </a:cubicBezTo>
                  <a:lnTo>
                    <a:pt x="374" y="648"/>
                  </a:lnTo>
                  <a:cubicBezTo>
                    <a:pt x="458" y="531"/>
                    <a:pt x="551" y="417"/>
                    <a:pt x="648" y="310"/>
                  </a:cubicBezTo>
                  <a:lnTo>
                    <a:pt x="3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6622798" y="2735960"/>
              <a:ext cx="21476" cy="21476"/>
            </a:xfrm>
            <a:custGeom>
              <a:rect b="b" l="l" r="r" t="t"/>
              <a:pathLst>
                <a:path extrusionOk="0" h="647" w="647">
                  <a:moveTo>
                    <a:pt x="385" y="0"/>
                  </a:moveTo>
                  <a:cubicBezTo>
                    <a:pt x="252" y="92"/>
                    <a:pt x="121" y="192"/>
                    <a:pt x="0" y="299"/>
                  </a:cubicBezTo>
                  <a:lnTo>
                    <a:pt x="302" y="647"/>
                  </a:lnTo>
                  <a:cubicBezTo>
                    <a:pt x="411" y="553"/>
                    <a:pt x="528" y="464"/>
                    <a:pt x="647" y="381"/>
                  </a:cubicBezTo>
                  <a:lnTo>
                    <a:pt x="3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6"/>
            <p:cNvSpPr/>
            <p:nvPr/>
          </p:nvSpPr>
          <p:spPr>
            <a:xfrm>
              <a:off x="6649385" y="2711430"/>
              <a:ext cx="112987" cy="29774"/>
            </a:xfrm>
            <a:custGeom>
              <a:rect b="b" l="l" r="r" t="t"/>
              <a:pathLst>
                <a:path extrusionOk="0" h="897" w="3404">
                  <a:moveTo>
                    <a:pt x="1968" y="1"/>
                  </a:moveTo>
                  <a:cubicBezTo>
                    <a:pt x="1283" y="1"/>
                    <a:pt x="603" y="170"/>
                    <a:pt x="1" y="488"/>
                  </a:cubicBezTo>
                  <a:lnTo>
                    <a:pt x="216" y="897"/>
                  </a:lnTo>
                  <a:cubicBezTo>
                    <a:pt x="753" y="613"/>
                    <a:pt x="1359" y="463"/>
                    <a:pt x="1968" y="463"/>
                  </a:cubicBezTo>
                  <a:cubicBezTo>
                    <a:pt x="2407" y="463"/>
                    <a:pt x="2837" y="538"/>
                    <a:pt x="3246" y="687"/>
                  </a:cubicBezTo>
                  <a:lnTo>
                    <a:pt x="3403" y="253"/>
                  </a:lnTo>
                  <a:cubicBezTo>
                    <a:pt x="2944" y="86"/>
                    <a:pt x="2462" y="1"/>
                    <a:pt x="19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6"/>
            <p:cNvSpPr/>
            <p:nvPr/>
          </p:nvSpPr>
          <p:spPr>
            <a:xfrm>
              <a:off x="6794503" y="2743859"/>
              <a:ext cx="21642" cy="21608"/>
            </a:xfrm>
            <a:custGeom>
              <a:rect b="b" l="l" r="r" t="t"/>
              <a:pathLst>
                <a:path extrusionOk="0" h="651" w="652">
                  <a:moveTo>
                    <a:pt x="295" y="0"/>
                  </a:moveTo>
                  <a:lnTo>
                    <a:pt x="0" y="355"/>
                  </a:lnTo>
                  <a:cubicBezTo>
                    <a:pt x="112" y="447"/>
                    <a:pt x="218" y="547"/>
                    <a:pt x="319" y="651"/>
                  </a:cubicBezTo>
                  <a:lnTo>
                    <a:pt x="652" y="332"/>
                  </a:lnTo>
                  <a:cubicBezTo>
                    <a:pt x="539" y="215"/>
                    <a:pt x="420" y="104"/>
                    <a:pt x="2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6"/>
            <p:cNvSpPr/>
            <p:nvPr/>
          </p:nvSpPr>
          <p:spPr>
            <a:xfrm>
              <a:off x="6770438" y="2726168"/>
              <a:ext cx="20845" cy="20911"/>
            </a:xfrm>
            <a:custGeom>
              <a:rect b="b" l="l" r="r" t="t"/>
              <a:pathLst>
                <a:path extrusionOk="0" h="630" w="628">
                  <a:moveTo>
                    <a:pt x="206" y="1"/>
                  </a:moveTo>
                  <a:lnTo>
                    <a:pt x="0" y="413"/>
                  </a:lnTo>
                  <a:cubicBezTo>
                    <a:pt x="129" y="478"/>
                    <a:pt x="256" y="551"/>
                    <a:pt x="377" y="629"/>
                  </a:cubicBezTo>
                  <a:lnTo>
                    <a:pt x="628" y="243"/>
                  </a:lnTo>
                  <a:cubicBezTo>
                    <a:pt x="492" y="155"/>
                    <a:pt x="351" y="73"/>
                    <a:pt x="2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6"/>
            <p:cNvSpPr/>
            <p:nvPr/>
          </p:nvSpPr>
          <p:spPr>
            <a:xfrm>
              <a:off x="6669301" y="2983941"/>
              <a:ext cx="47996" cy="15335"/>
            </a:xfrm>
            <a:custGeom>
              <a:rect b="b" l="l" r="r" t="t"/>
              <a:pathLst>
                <a:path extrusionOk="0" h="462" w="1446">
                  <a:moveTo>
                    <a:pt x="1" y="0"/>
                  </a:moveTo>
                  <a:lnTo>
                    <a:pt x="1" y="461"/>
                  </a:lnTo>
                  <a:lnTo>
                    <a:pt x="1445" y="461"/>
                  </a:lnTo>
                  <a:lnTo>
                    <a:pt x="14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6"/>
            <p:cNvSpPr/>
            <p:nvPr/>
          </p:nvSpPr>
          <p:spPr>
            <a:xfrm>
              <a:off x="6923389" y="2983941"/>
              <a:ext cx="15335" cy="15335"/>
            </a:xfrm>
            <a:custGeom>
              <a:rect b="b" l="l" r="r" t="t"/>
              <a:pathLst>
                <a:path extrusionOk="0" h="462" w="462">
                  <a:moveTo>
                    <a:pt x="0" y="0"/>
                  </a:moveTo>
                  <a:lnTo>
                    <a:pt x="0"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6"/>
            <p:cNvSpPr/>
            <p:nvPr/>
          </p:nvSpPr>
          <p:spPr>
            <a:xfrm>
              <a:off x="6892786" y="2983941"/>
              <a:ext cx="15368" cy="15335"/>
            </a:xfrm>
            <a:custGeom>
              <a:rect b="b" l="l" r="r" t="t"/>
              <a:pathLst>
                <a:path extrusionOk="0" h="462" w="463">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6"/>
            <p:cNvSpPr/>
            <p:nvPr/>
          </p:nvSpPr>
          <p:spPr>
            <a:xfrm>
              <a:off x="6953993" y="2983941"/>
              <a:ext cx="15401" cy="15335"/>
            </a:xfrm>
            <a:custGeom>
              <a:rect b="b" l="l" r="r" t="t"/>
              <a:pathLst>
                <a:path extrusionOk="0" h="462" w="464">
                  <a:moveTo>
                    <a:pt x="1" y="0"/>
                  </a:moveTo>
                  <a:lnTo>
                    <a:pt x="1" y="461"/>
                  </a:lnTo>
                  <a:lnTo>
                    <a:pt x="463" y="461"/>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6"/>
            <p:cNvSpPr/>
            <p:nvPr/>
          </p:nvSpPr>
          <p:spPr>
            <a:xfrm>
              <a:off x="6984630" y="2983941"/>
              <a:ext cx="15335" cy="15335"/>
            </a:xfrm>
            <a:custGeom>
              <a:rect b="b" l="l" r="r" t="t"/>
              <a:pathLst>
                <a:path extrusionOk="0" h="462" w="462">
                  <a:moveTo>
                    <a:pt x="0" y="0"/>
                  </a:moveTo>
                  <a:lnTo>
                    <a:pt x="0"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66"/>
          <p:cNvGrpSpPr/>
          <p:nvPr/>
        </p:nvGrpSpPr>
        <p:grpSpPr>
          <a:xfrm>
            <a:off x="5943821" y="2584161"/>
            <a:ext cx="462606" cy="462166"/>
            <a:chOff x="5882439" y="2649725"/>
            <a:chExt cx="523014" cy="522516"/>
          </a:xfrm>
        </p:grpSpPr>
        <p:sp>
          <p:nvSpPr>
            <p:cNvPr id="6003" name="Google Shape;6003;p66"/>
            <p:cNvSpPr/>
            <p:nvPr/>
          </p:nvSpPr>
          <p:spPr>
            <a:xfrm>
              <a:off x="6285031" y="2680296"/>
              <a:ext cx="119891" cy="190392"/>
            </a:xfrm>
            <a:custGeom>
              <a:rect b="b" l="l" r="r" t="t"/>
              <a:pathLst>
                <a:path extrusionOk="0" h="5736" w="3612">
                  <a:moveTo>
                    <a:pt x="0" y="1"/>
                  </a:moveTo>
                  <a:lnTo>
                    <a:pt x="0" y="5735"/>
                  </a:lnTo>
                  <a:lnTo>
                    <a:pt x="3611" y="5735"/>
                  </a:lnTo>
                  <a:lnTo>
                    <a:pt x="3611" y="5274"/>
                  </a:lnTo>
                  <a:lnTo>
                    <a:pt x="461" y="5274"/>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6"/>
            <p:cNvSpPr/>
            <p:nvPr/>
          </p:nvSpPr>
          <p:spPr>
            <a:xfrm>
              <a:off x="6184989" y="2953304"/>
              <a:ext cx="219934" cy="143923"/>
            </a:xfrm>
            <a:custGeom>
              <a:rect b="b" l="l" r="r" t="t"/>
              <a:pathLst>
                <a:path extrusionOk="0" h="4336" w="6626">
                  <a:moveTo>
                    <a:pt x="1" y="1"/>
                  </a:moveTo>
                  <a:lnTo>
                    <a:pt x="1" y="4336"/>
                  </a:lnTo>
                  <a:lnTo>
                    <a:pt x="5735" y="4336"/>
                  </a:lnTo>
                  <a:lnTo>
                    <a:pt x="5735" y="3875"/>
                  </a:lnTo>
                  <a:lnTo>
                    <a:pt x="462" y="3875"/>
                  </a:lnTo>
                  <a:lnTo>
                    <a:pt x="462" y="462"/>
                  </a:lnTo>
                  <a:lnTo>
                    <a:pt x="6625" y="462"/>
                  </a:lnTo>
                  <a:lnTo>
                    <a:pt x="6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6"/>
            <p:cNvSpPr/>
            <p:nvPr/>
          </p:nvSpPr>
          <p:spPr>
            <a:xfrm>
              <a:off x="6184989" y="3122719"/>
              <a:ext cx="190359" cy="49523"/>
            </a:xfrm>
            <a:custGeom>
              <a:rect b="b" l="l" r="r" t="t"/>
              <a:pathLst>
                <a:path extrusionOk="0" h="1492" w="5735">
                  <a:moveTo>
                    <a:pt x="1" y="0"/>
                  </a:moveTo>
                  <a:lnTo>
                    <a:pt x="1" y="1492"/>
                  </a:lnTo>
                  <a:lnTo>
                    <a:pt x="462" y="1492"/>
                  </a:lnTo>
                  <a:lnTo>
                    <a:pt x="462" y="462"/>
                  </a:lnTo>
                  <a:lnTo>
                    <a:pt x="5735" y="462"/>
                  </a:lnTo>
                  <a:lnTo>
                    <a:pt x="57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6"/>
            <p:cNvSpPr/>
            <p:nvPr/>
          </p:nvSpPr>
          <p:spPr>
            <a:xfrm>
              <a:off x="5991078" y="2953304"/>
              <a:ext cx="111294" cy="218938"/>
            </a:xfrm>
            <a:custGeom>
              <a:rect b="b" l="l" r="r" t="t"/>
              <a:pathLst>
                <a:path extrusionOk="0" h="6596" w="3353">
                  <a:moveTo>
                    <a:pt x="1" y="1"/>
                  </a:moveTo>
                  <a:lnTo>
                    <a:pt x="1" y="5704"/>
                  </a:lnTo>
                  <a:lnTo>
                    <a:pt x="462" y="5704"/>
                  </a:lnTo>
                  <a:lnTo>
                    <a:pt x="462" y="462"/>
                  </a:lnTo>
                  <a:lnTo>
                    <a:pt x="2891" y="462"/>
                  </a:lnTo>
                  <a:lnTo>
                    <a:pt x="2891" y="6596"/>
                  </a:lnTo>
                  <a:lnTo>
                    <a:pt x="3352" y="6596"/>
                  </a:lnTo>
                  <a:lnTo>
                    <a:pt x="33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6"/>
            <p:cNvSpPr/>
            <p:nvPr/>
          </p:nvSpPr>
          <p:spPr>
            <a:xfrm>
              <a:off x="5882439" y="2953304"/>
              <a:ext cx="83214" cy="189363"/>
            </a:xfrm>
            <a:custGeom>
              <a:rect b="b" l="l" r="r" t="t"/>
              <a:pathLst>
                <a:path extrusionOk="0" h="5705" w="2507">
                  <a:moveTo>
                    <a:pt x="0" y="1"/>
                  </a:moveTo>
                  <a:lnTo>
                    <a:pt x="0" y="462"/>
                  </a:lnTo>
                  <a:lnTo>
                    <a:pt x="2044" y="462"/>
                  </a:lnTo>
                  <a:lnTo>
                    <a:pt x="2044" y="5704"/>
                  </a:lnTo>
                  <a:lnTo>
                    <a:pt x="2506" y="5704"/>
                  </a:lnTo>
                  <a:lnTo>
                    <a:pt x="25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6"/>
            <p:cNvSpPr/>
            <p:nvPr/>
          </p:nvSpPr>
          <p:spPr>
            <a:xfrm>
              <a:off x="5882439" y="2765534"/>
              <a:ext cx="219934" cy="105154"/>
            </a:xfrm>
            <a:custGeom>
              <a:rect b="b" l="l" r="r" t="t"/>
              <a:pathLst>
                <a:path extrusionOk="0" h="3168" w="6626">
                  <a:moveTo>
                    <a:pt x="891" y="1"/>
                  </a:moveTo>
                  <a:lnTo>
                    <a:pt x="891" y="462"/>
                  </a:lnTo>
                  <a:lnTo>
                    <a:pt x="6164" y="462"/>
                  </a:lnTo>
                  <a:lnTo>
                    <a:pt x="6164" y="2706"/>
                  </a:lnTo>
                  <a:lnTo>
                    <a:pt x="0" y="2706"/>
                  </a:lnTo>
                  <a:lnTo>
                    <a:pt x="0" y="3167"/>
                  </a:lnTo>
                  <a:lnTo>
                    <a:pt x="6625" y="3167"/>
                  </a:lnTo>
                  <a:lnTo>
                    <a:pt x="6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6"/>
            <p:cNvSpPr/>
            <p:nvPr/>
          </p:nvSpPr>
          <p:spPr>
            <a:xfrm>
              <a:off x="5911981" y="2649725"/>
              <a:ext cx="190392" cy="90350"/>
            </a:xfrm>
            <a:custGeom>
              <a:rect b="b" l="l" r="r" t="t"/>
              <a:pathLst>
                <a:path extrusionOk="0" h="2722" w="5736">
                  <a:moveTo>
                    <a:pt x="5274" y="1"/>
                  </a:moveTo>
                  <a:lnTo>
                    <a:pt x="5274" y="2260"/>
                  </a:lnTo>
                  <a:lnTo>
                    <a:pt x="1" y="2260"/>
                  </a:lnTo>
                  <a:lnTo>
                    <a:pt x="1" y="2721"/>
                  </a:lnTo>
                  <a:lnTo>
                    <a:pt x="5735" y="2721"/>
                  </a:lnTo>
                  <a:lnTo>
                    <a:pt x="57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6"/>
            <p:cNvSpPr/>
            <p:nvPr/>
          </p:nvSpPr>
          <p:spPr>
            <a:xfrm>
              <a:off x="6184989" y="2649725"/>
              <a:ext cx="74517" cy="220962"/>
            </a:xfrm>
            <a:custGeom>
              <a:rect b="b" l="l" r="r" t="t"/>
              <a:pathLst>
                <a:path extrusionOk="0" h="6657" w="2245">
                  <a:moveTo>
                    <a:pt x="1" y="1"/>
                  </a:moveTo>
                  <a:lnTo>
                    <a:pt x="1" y="6656"/>
                  </a:lnTo>
                  <a:lnTo>
                    <a:pt x="2245" y="6656"/>
                  </a:lnTo>
                  <a:lnTo>
                    <a:pt x="2245" y="922"/>
                  </a:lnTo>
                  <a:lnTo>
                    <a:pt x="1784" y="922"/>
                  </a:lnTo>
                  <a:lnTo>
                    <a:pt x="1784" y="6195"/>
                  </a:lnTo>
                  <a:lnTo>
                    <a:pt x="462" y="6195"/>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6"/>
            <p:cNvSpPr/>
            <p:nvPr/>
          </p:nvSpPr>
          <p:spPr>
            <a:xfrm>
              <a:off x="6218679" y="2996222"/>
              <a:ext cx="73488" cy="63763"/>
            </a:xfrm>
            <a:custGeom>
              <a:rect b="b" l="l" r="r" t="t"/>
              <a:pathLst>
                <a:path extrusionOk="0" h="1921" w="2214">
                  <a:moveTo>
                    <a:pt x="1107" y="0"/>
                  </a:moveTo>
                  <a:lnTo>
                    <a:pt x="0" y="855"/>
                  </a:lnTo>
                  <a:lnTo>
                    <a:pt x="0" y="1921"/>
                  </a:lnTo>
                  <a:lnTo>
                    <a:pt x="461" y="1921"/>
                  </a:lnTo>
                  <a:lnTo>
                    <a:pt x="461" y="1081"/>
                  </a:lnTo>
                  <a:lnTo>
                    <a:pt x="1107" y="583"/>
                  </a:lnTo>
                  <a:lnTo>
                    <a:pt x="1753" y="1081"/>
                  </a:lnTo>
                  <a:lnTo>
                    <a:pt x="1753" y="1921"/>
                  </a:lnTo>
                  <a:lnTo>
                    <a:pt x="2213" y="1921"/>
                  </a:lnTo>
                  <a:lnTo>
                    <a:pt x="2213" y="855"/>
                  </a:lnTo>
                  <a:lnTo>
                    <a:pt x="11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6019690" y="2656065"/>
              <a:ext cx="51050" cy="47797"/>
            </a:xfrm>
            <a:custGeom>
              <a:rect b="b" l="l" r="r" t="t"/>
              <a:pathLst>
                <a:path extrusionOk="0" h="1440" w="1538">
                  <a:moveTo>
                    <a:pt x="768" y="1"/>
                  </a:moveTo>
                  <a:lnTo>
                    <a:pt x="0" y="792"/>
                  </a:lnTo>
                  <a:lnTo>
                    <a:pt x="0" y="1439"/>
                  </a:lnTo>
                  <a:lnTo>
                    <a:pt x="461" y="1439"/>
                  </a:lnTo>
                  <a:lnTo>
                    <a:pt x="461" y="979"/>
                  </a:lnTo>
                  <a:lnTo>
                    <a:pt x="768" y="663"/>
                  </a:lnTo>
                  <a:lnTo>
                    <a:pt x="1077" y="979"/>
                  </a:lnTo>
                  <a:lnTo>
                    <a:pt x="1077" y="1439"/>
                  </a:lnTo>
                  <a:lnTo>
                    <a:pt x="1538" y="1439"/>
                  </a:lnTo>
                  <a:lnTo>
                    <a:pt x="1538" y="792"/>
                  </a:lnTo>
                  <a:lnTo>
                    <a:pt x="7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5950252" y="2656065"/>
              <a:ext cx="51083" cy="47797"/>
            </a:xfrm>
            <a:custGeom>
              <a:rect b="b" l="l" r="r" t="t"/>
              <a:pathLst>
                <a:path extrusionOk="0" h="1440" w="1539">
                  <a:moveTo>
                    <a:pt x="770" y="1"/>
                  </a:moveTo>
                  <a:lnTo>
                    <a:pt x="1" y="792"/>
                  </a:lnTo>
                  <a:lnTo>
                    <a:pt x="1" y="1439"/>
                  </a:lnTo>
                  <a:lnTo>
                    <a:pt x="463" y="1439"/>
                  </a:lnTo>
                  <a:lnTo>
                    <a:pt x="463" y="979"/>
                  </a:lnTo>
                  <a:lnTo>
                    <a:pt x="770" y="663"/>
                  </a:lnTo>
                  <a:lnTo>
                    <a:pt x="1079" y="979"/>
                  </a:lnTo>
                  <a:lnTo>
                    <a:pt x="1079" y="1439"/>
                  </a:lnTo>
                  <a:lnTo>
                    <a:pt x="1539" y="1439"/>
                  </a:lnTo>
                  <a:lnTo>
                    <a:pt x="1539" y="792"/>
                  </a:lnTo>
                  <a:lnTo>
                    <a:pt x="7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6"/>
            <p:cNvSpPr/>
            <p:nvPr/>
          </p:nvSpPr>
          <p:spPr>
            <a:xfrm>
              <a:off x="5950252" y="2788736"/>
              <a:ext cx="51083" cy="47764"/>
            </a:xfrm>
            <a:custGeom>
              <a:rect b="b" l="l" r="r" t="t"/>
              <a:pathLst>
                <a:path extrusionOk="0" h="1439" w="1539">
                  <a:moveTo>
                    <a:pt x="770" y="1"/>
                  </a:moveTo>
                  <a:lnTo>
                    <a:pt x="1" y="792"/>
                  </a:lnTo>
                  <a:lnTo>
                    <a:pt x="1" y="1438"/>
                  </a:lnTo>
                  <a:lnTo>
                    <a:pt x="463" y="1438"/>
                  </a:lnTo>
                  <a:lnTo>
                    <a:pt x="463" y="979"/>
                  </a:lnTo>
                  <a:lnTo>
                    <a:pt x="770" y="663"/>
                  </a:lnTo>
                  <a:lnTo>
                    <a:pt x="1079" y="979"/>
                  </a:lnTo>
                  <a:lnTo>
                    <a:pt x="1079" y="1438"/>
                  </a:lnTo>
                  <a:lnTo>
                    <a:pt x="1539" y="1438"/>
                  </a:lnTo>
                  <a:lnTo>
                    <a:pt x="1539" y="792"/>
                  </a:lnTo>
                  <a:lnTo>
                    <a:pt x="7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6"/>
            <p:cNvSpPr/>
            <p:nvPr/>
          </p:nvSpPr>
          <p:spPr>
            <a:xfrm>
              <a:off x="6021748" y="2981617"/>
              <a:ext cx="51017" cy="47764"/>
            </a:xfrm>
            <a:custGeom>
              <a:rect b="b" l="l" r="r" t="t"/>
              <a:pathLst>
                <a:path extrusionOk="0" h="1439" w="1537">
                  <a:moveTo>
                    <a:pt x="768" y="1"/>
                  </a:moveTo>
                  <a:lnTo>
                    <a:pt x="0" y="792"/>
                  </a:lnTo>
                  <a:lnTo>
                    <a:pt x="0" y="1438"/>
                  </a:lnTo>
                  <a:lnTo>
                    <a:pt x="461" y="1438"/>
                  </a:lnTo>
                  <a:lnTo>
                    <a:pt x="461" y="979"/>
                  </a:lnTo>
                  <a:lnTo>
                    <a:pt x="768" y="663"/>
                  </a:lnTo>
                  <a:lnTo>
                    <a:pt x="1076" y="979"/>
                  </a:lnTo>
                  <a:lnTo>
                    <a:pt x="1076" y="1438"/>
                  </a:lnTo>
                  <a:lnTo>
                    <a:pt x="1537" y="1438"/>
                  </a:lnTo>
                  <a:lnTo>
                    <a:pt x="1537" y="792"/>
                  </a:lnTo>
                  <a:lnTo>
                    <a:pt x="7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6"/>
            <p:cNvSpPr/>
            <p:nvPr/>
          </p:nvSpPr>
          <p:spPr>
            <a:xfrm>
              <a:off x="6021748" y="3062242"/>
              <a:ext cx="51017" cy="47731"/>
            </a:xfrm>
            <a:custGeom>
              <a:rect b="b" l="l" r="r" t="t"/>
              <a:pathLst>
                <a:path extrusionOk="0" h="1438" w="1537">
                  <a:moveTo>
                    <a:pt x="768" y="0"/>
                  </a:moveTo>
                  <a:lnTo>
                    <a:pt x="0" y="791"/>
                  </a:lnTo>
                  <a:lnTo>
                    <a:pt x="0" y="1438"/>
                  </a:lnTo>
                  <a:lnTo>
                    <a:pt x="461" y="1438"/>
                  </a:lnTo>
                  <a:lnTo>
                    <a:pt x="461" y="977"/>
                  </a:lnTo>
                  <a:lnTo>
                    <a:pt x="768" y="662"/>
                  </a:lnTo>
                  <a:lnTo>
                    <a:pt x="1076" y="977"/>
                  </a:lnTo>
                  <a:lnTo>
                    <a:pt x="1076" y="1438"/>
                  </a:lnTo>
                  <a:lnTo>
                    <a:pt x="1537" y="1438"/>
                  </a:lnTo>
                  <a:lnTo>
                    <a:pt x="1537" y="791"/>
                  </a:lnTo>
                  <a:lnTo>
                    <a:pt x="7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6"/>
            <p:cNvSpPr/>
            <p:nvPr/>
          </p:nvSpPr>
          <p:spPr>
            <a:xfrm>
              <a:off x="6330903" y="2704294"/>
              <a:ext cx="74550" cy="130148"/>
            </a:xfrm>
            <a:custGeom>
              <a:rect b="b" l="l" r="r" t="t"/>
              <a:pathLst>
                <a:path extrusionOk="0" h="3921" w="2246">
                  <a:moveTo>
                    <a:pt x="1121" y="463"/>
                  </a:moveTo>
                  <a:cubicBezTo>
                    <a:pt x="1485" y="463"/>
                    <a:pt x="1781" y="760"/>
                    <a:pt x="1781" y="1124"/>
                  </a:cubicBezTo>
                  <a:cubicBezTo>
                    <a:pt x="1785" y="1176"/>
                    <a:pt x="1778" y="1228"/>
                    <a:pt x="1765" y="1279"/>
                  </a:cubicBezTo>
                  <a:cubicBezTo>
                    <a:pt x="1686" y="1223"/>
                    <a:pt x="1600" y="1180"/>
                    <a:pt x="1509" y="1146"/>
                  </a:cubicBezTo>
                  <a:lnTo>
                    <a:pt x="1506" y="1146"/>
                  </a:lnTo>
                  <a:cubicBezTo>
                    <a:pt x="1478" y="1135"/>
                    <a:pt x="1449" y="1127"/>
                    <a:pt x="1418" y="1118"/>
                  </a:cubicBezTo>
                  <a:cubicBezTo>
                    <a:pt x="1411" y="1117"/>
                    <a:pt x="1405" y="1114"/>
                    <a:pt x="1398" y="1113"/>
                  </a:cubicBezTo>
                  <a:cubicBezTo>
                    <a:pt x="1385" y="1109"/>
                    <a:pt x="1372" y="1106"/>
                    <a:pt x="1360" y="1103"/>
                  </a:cubicBezTo>
                  <a:cubicBezTo>
                    <a:pt x="1345" y="1101"/>
                    <a:pt x="1330" y="1097"/>
                    <a:pt x="1315" y="1094"/>
                  </a:cubicBezTo>
                  <a:cubicBezTo>
                    <a:pt x="1305" y="1093"/>
                    <a:pt x="1294" y="1091"/>
                    <a:pt x="1284" y="1089"/>
                  </a:cubicBezTo>
                  <a:cubicBezTo>
                    <a:pt x="1263" y="1087"/>
                    <a:pt x="1242" y="1084"/>
                    <a:pt x="1220" y="1082"/>
                  </a:cubicBezTo>
                  <a:cubicBezTo>
                    <a:pt x="1212" y="1082"/>
                    <a:pt x="1206" y="1080"/>
                    <a:pt x="1198" y="1080"/>
                  </a:cubicBezTo>
                  <a:cubicBezTo>
                    <a:pt x="1172" y="1078"/>
                    <a:pt x="1148" y="1077"/>
                    <a:pt x="1122" y="1077"/>
                  </a:cubicBezTo>
                  <a:cubicBezTo>
                    <a:pt x="1096" y="1077"/>
                    <a:pt x="1070" y="1078"/>
                    <a:pt x="1045" y="1080"/>
                  </a:cubicBezTo>
                  <a:cubicBezTo>
                    <a:pt x="1038" y="1080"/>
                    <a:pt x="1031" y="1082"/>
                    <a:pt x="1024" y="1082"/>
                  </a:cubicBezTo>
                  <a:cubicBezTo>
                    <a:pt x="1002" y="1083"/>
                    <a:pt x="981" y="1086"/>
                    <a:pt x="958" y="1089"/>
                  </a:cubicBezTo>
                  <a:cubicBezTo>
                    <a:pt x="948" y="1091"/>
                    <a:pt x="938" y="1093"/>
                    <a:pt x="927" y="1094"/>
                  </a:cubicBezTo>
                  <a:cubicBezTo>
                    <a:pt x="914" y="1097"/>
                    <a:pt x="898" y="1099"/>
                    <a:pt x="884" y="1103"/>
                  </a:cubicBezTo>
                  <a:cubicBezTo>
                    <a:pt x="870" y="1106"/>
                    <a:pt x="858" y="1108"/>
                    <a:pt x="845" y="1113"/>
                  </a:cubicBezTo>
                  <a:cubicBezTo>
                    <a:pt x="838" y="1114"/>
                    <a:pt x="832" y="1117"/>
                    <a:pt x="826" y="1118"/>
                  </a:cubicBezTo>
                  <a:cubicBezTo>
                    <a:pt x="796" y="1125"/>
                    <a:pt x="766" y="1135"/>
                    <a:pt x="736" y="1146"/>
                  </a:cubicBezTo>
                  <a:lnTo>
                    <a:pt x="735" y="1146"/>
                  </a:lnTo>
                  <a:cubicBezTo>
                    <a:pt x="645" y="1180"/>
                    <a:pt x="558" y="1223"/>
                    <a:pt x="477" y="1279"/>
                  </a:cubicBezTo>
                  <a:cubicBezTo>
                    <a:pt x="466" y="1228"/>
                    <a:pt x="460" y="1177"/>
                    <a:pt x="460" y="1124"/>
                  </a:cubicBezTo>
                  <a:cubicBezTo>
                    <a:pt x="460" y="760"/>
                    <a:pt x="756" y="463"/>
                    <a:pt x="1121" y="463"/>
                  </a:cubicBezTo>
                  <a:close/>
                  <a:moveTo>
                    <a:pt x="1123" y="1538"/>
                  </a:moveTo>
                  <a:cubicBezTo>
                    <a:pt x="1145" y="1538"/>
                    <a:pt x="1165" y="1539"/>
                    <a:pt x="1186" y="1541"/>
                  </a:cubicBezTo>
                  <a:lnTo>
                    <a:pt x="1193" y="1541"/>
                  </a:lnTo>
                  <a:cubicBezTo>
                    <a:pt x="1214" y="1543"/>
                    <a:pt x="1235" y="1546"/>
                    <a:pt x="1253" y="1549"/>
                  </a:cubicBezTo>
                  <a:cubicBezTo>
                    <a:pt x="1255" y="1549"/>
                    <a:pt x="1256" y="1549"/>
                    <a:pt x="1257" y="1551"/>
                  </a:cubicBezTo>
                  <a:cubicBezTo>
                    <a:pt x="1407" y="1582"/>
                    <a:pt x="1538" y="1663"/>
                    <a:pt x="1633" y="1776"/>
                  </a:cubicBezTo>
                  <a:cubicBezTo>
                    <a:pt x="1633" y="1776"/>
                    <a:pt x="1633" y="1779"/>
                    <a:pt x="1634" y="1779"/>
                  </a:cubicBezTo>
                  <a:cubicBezTo>
                    <a:pt x="1728" y="1892"/>
                    <a:pt x="1784" y="2038"/>
                    <a:pt x="1784" y="2198"/>
                  </a:cubicBezTo>
                  <a:cubicBezTo>
                    <a:pt x="1785" y="2483"/>
                    <a:pt x="1605" y="2725"/>
                    <a:pt x="1354" y="2818"/>
                  </a:cubicBezTo>
                  <a:lnTo>
                    <a:pt x="1354" y="2353"/>
                  </a:lnTo>
                  <a:lnTo>
                    <a:pt x="892" y="2353"/>
                  </a:lnTo>
                  <a:lnTo>
                    <a:pt x="892" y="2818"/>
                  </a:lnTo>
                  <a:cubicBezTo>
                    <a:pt x="642" y="2723"/>
                    <a:pt x="462" y="2483"/>
                    <a:pt x="462" y="2198"/>
                  </a:cubicBezTo>
                  <a:cubicBezTo>
                    <a:pt x="462" y="2039"/>
                    <a:pt x="519" y="1893"/>
                    <a:pt x="612" y="1779"/>
                  </a:cubicBezTo>
                  <a:cubicBezTo>
                    <a:pt x="612" y="1779"/>
                    <a:pt x="612" y="1776"/>
                    <a:pt x="614" y="1776"/>
                  </a:cubicBezTo>
                  <a:cubicBezTo>
                    <a:pt x="708" y="1663"/>
                    <a:pt x="838" y="1582"/>
                    <a:pt x="988" y="1551"/>
                  </a:cubicBezTo>
                  <a:cubicBezTo>
                    <a:pt x="989" y="1551"/>
                    <a:pt x="991" y="1551"/>
                    <a:pt x="993" y="1549"/>
                  </a:cubicBezTo>
                  <a:cubicBezTo>
                    <a:pt x="1013" y="1546"/>
                    <a:pt x="1033" y="1542"/>
                    <a:pt x="1054" y="1541"/>
                  </a:cubicBezTo>
                  <a:lnTo>
                    <a:pt x="1060" y="1541"/>
                  </a:lnTo>
                  <a:cubicBezTo>
                    <a:pt x="1080" y="1538"/>
                    <a:pt x="1101" y="1538"/>
                    <a:pt x="1123" y="1538"/>
                  </a:cubicBezTo>
                  <a:close/>
                  <a:moveTo>
                    <a:pt x="1123" y="1"/>
                  </a:moveTo>
                  <a:cubicBezTo>
                    <a:pt x="503" y="1"/>
                    <a:pt x="1" y="503"/>
                    <a:pt x="1" y="1123"/>
                  </a:cubicBezTo>
                  <a:cubicBezTo>
                    <a:pt x="1" y="1314"/>
                    <a:pt x="48" y="1496"/>
                    <a:pt x="138" y="1661"/>
                  </a:cubicBezTo>
                  <a:cubicBezTo>
                    <a:pt x="50" y="1821"/>
                    <a:pt x="1" y="2003"/>
                    <a:pt x="1" y="2198"/>
                  </a:cubicBezTo>
                  <a:cubicBezTo>
                    <a:pt x="1" y="2738"/>
                    <a:pt x="383" y="3190"/>
                    <a:pt x="893" y="3297"/>
                  </a:cubicBezTo>
                  <a:lnTo>
                    <a:pt x="893" y="3920"/>
                  </a:lnTo>
                  <a:lnTo>
                    <a:pt x="1354" y="3920"/>
                  </a:lnTo>
                  <a:lnTo>
                    <a:pt x="1354" y="3297"/>
                  </a:lnTo>
                  <a:cubicBezTo>
                    <a:pt x="1862" y="3190"/>
                    <a:pt x="2246" y="2738"/>
                    <a:pt x="2246" y="2198"/>
                  </a:cubicBezTo>
                  <a:cubicBezTo>
                    <a:pt x="2246" y="2003"/>
                    <a:pt x="2196" y="1821"/>
                    <a:pt x="2109" y="1661"/>
                  </a:cubicBezTo>
                  <a:cubicBezTo>
                    <a:pt x="2198" y="1497"/>
                    <a:pt x="2245" y="1314"/>
                    <a:pt x="2245" y="1123"/>
                  </a:cubicBezTo>
                  <a:cubicBezTo>
                    <a:pt x="2245" y="503"/>
                    <a:pt x="1742" y="1"/>
                    <a:pt x="11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6"/>
            <p:cNvSpPr/>
            <p:nvPr/>
          </p:nvSpPr>
          <p:spPr>
            <a:xfrm>
              <a:off x="6390119" y="3081892"/>
              <a:ext cx="15335" cy="15335"/>
            </a:xfrm>
            <a:custGeom>
              <a:rect b="b" l="l" r="r" t="t"/>
              <a:pathLst>
                <a:path extrusionOk="0" h="462"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6"/>
            <p:cNvSpPr/>
            <p:nvPr/>
          </p:nvSpPr>
          <p:spPr>
            <a:xfrm>
              <a:off x="6390119" y="3122685"/>
              <a:ext cx="15335" cy="15368"/>
            </a:xfrm>
            <a:custGeom>
              <a:rect b="b" l="l" r="r" t="t"/>
              <a:pathLst>
                <a:path extrusionOk="0" h="463" w="462">
                  <a:moveTo>
                    <a:pt x="1" y="0"/>
                  </a:moveTo>
                  <a:lnTo>
                    <a:pt x="1" y="463"/>
                  </a:lnTo>
                  <a:lnTo>
                    <a:pt x="462" y="463"/>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6"/>
            <p:cNvSpPr/>
            <p:nvPr/>
          </p:nvSpPr>
          <p:spPr>
            <a:xfrm>
              <a:off x="5882439" y="2724740"/>
              <a:ext cx="15335" cy="15335"/>
            </a:xfrm>
            <a:custGeom>
              <a:rect b="b" l="l" r="r" t="t"/>
              <a:pathLst>
                <a:path extrusionOk="0" h="462" w="462">
                  <a:moveTo>
                    <a:pt x="0" y="0"/>
                  </a:moveTo>
                  <a:lnTo>
                    <a:pt x="0"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6"/>
            <p:cNvSpPr/>
            <p:nvPr/>
          </p:nvSpPr>
          <p:spPr>
            <a:xfrm>
              <a:off x="5882439" y="2765501"/>
              <a:ext cx="15335" cy="15401"/>
            </a:xfrm>
            <a:custGeom>
              <a:rect b="b" l="l" r="r" t="t"/>
              <a:pathLst>
                <a:path extrusionOk="0" h="464" w="462">
                  <a:moveTo>
                    <a:pt x="0" y="1"/>
                  </a:moveTo>
                  <a:lnTo>
                    <a:pt x="0"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5950252" y="3156907"/>
              <a:ext cx="15401" cy="15335"/>
            </a:xfrm>
            <a:custGeom>
              <a:rect b="b" l="l" r="r" t="t"/>
              <a:pathLst>
                <a:path extrusionOk="0" h="462" w="464">
                  <a:moveTo>
                    <a:pt x="1" y="0"/>
                  </a:moveTo>
                  <a:lnTo>
                    <a:pt x="1" y="462"/>
                  </a:lnTo>
                  <a:lnTo>
                    <a:pt x="463" y="462"/>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6"/>
            <p:cNvSpPr/>
            <p:nvPr/>
          </p:nvSpPr>
          <p:spPr>
            <a:xfrm>
              <a:off x="5991078" y="3156907"/>
              <a:ext cx="15335" cy="15335"/>
            </a:xfrm>
            <a:custGeom>
              <a:rect b="b" l="l" r="r" t="t"/>
              <a:pathLst>
                <a:path extrusionOk="0" h="462"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6"/>
            <p:cNvSpPr/>
            <p:nvPr/>
          </p:nvSpPr>
          <p:spPr>
            <a:xfrm>
              <a:off x="6284998" y="2649725"/>
              <a:ext cx="15368" cy="15335"/>
            </a:xfrm>
            <a:custGeom>
              <a:rect b="b" l="l" r="r" t="t"/>
              <a:pathLst>
                <a:path extrusionOk="0" h="462" w="463">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6"/>
            <p:cNvSpPr/>
            <p:nvPr/>
          </p:nvSpPr>
          <p:spPr>
            <a:xfrm>
              <a:off x="6244204" y="2649725"/>
              <a:ext cx="15335" cy="15335"/>
            </a:xfrm>
            <a:custGeom>
              <a:rect b="b" l="l" r="r" t="t"/>
              <a:pathLst>
                <a:path extrusionOk="0" h="462"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6"/>
            <p:cNvSpPr/>
            <p:nvPr/>
          </p:nvSpPr>
          <p:spPr>
            <a:xfrm>
              <a:off x="6136030" y="3029348"/>
              <a:ext cx="15368" cy="15335"/>
            </a:xfrm>
            <a:custGeom>
              <a:rect b="b" l="l" r="r" t="t"/>
              <a:pathLst>
                <a:path extrusionOk="0" h="462" w="463">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6"/>
            <p:cNvSpPr/>
            <p:nvPr/>
          </p:nvSpPr>
          <p:spPr>
            <a:xfrm>
              <a:off x="6136030" y="2920112"/>
              <a:ext cx="15368" cy="15368"/>
            </a:xfrm>
            <a:custGeom>
              <a:rect b="b" l="l" r="r" t="t"/>
              <a:pathLst>
                <a:path extrusionOk="0" h="463" w="463">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6"/>
            <p:cNvSpPr/>
            <p:nvPr/>
          </p:nvSpPr>
          <p:spPr>
            <a:xfrm>
              <a:off x="6136030" y="2950781"/>
              <a:ext cx="15368" cy="63331"/>
            </a:xfrm>
            <a:custGeom>
              <a:rect b="b" l="l" r="r" t="t"/>
              <a:pathLst>
                <a:path extrusionOk="0" h="1908" w="463">
                  <a:moveTo>
                    <a:pt x="1" y="0"/>
                  </a:moveTo>
                  <a:lnTo>
                    <a:pt x="1" y="1907"/>
                  </a:lnTo>
                  <a:lnTo>
                    <a:pt x="462" y="1907"/>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6"/>
            <p:cNvSpPr/>
            <p:nvPr/>
          </p:nvSpPr>
          <p:spPr>
            <a:xfrm>
              <a:off x="6136030" y="3059952"/>
              <a:ext cx="15368" cy="15368"/>
            </a:xfrm>
            <a:custGeom>
              <a:rect b="b" l="l" r="r" t="t"/>
              <a:pathLst>
                <a:path extrusionOk="0" h="463" w="463">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6"/>
            <p:cNvSpPr/>
            <p:nvPr/>
          </p:nvSpPr>
          <p:spPr>
            <a:xfrm>
              <a:off x="6136030" y="3090555"/>
              <a:ext cx="15368" cy="60244"/>
            </a:xfrm>
            <a:custGeom>
              <a:rect b="b" l="l" r="r" t="t"/>
              <a:pathLst>
                <a:path extrusionOk="0" h="1815" w="463">
                  <a:moveTo>
                    <a:pt x="1" y="0"/>
                  </a:moveTo>
                  <a:lnTo>
                    <a:pt x="1" y="1814"/>
                  </a:lnTo>
                  <a:lnTo>
                    <a:pt x="462" y="1814"/>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6"/>
            <p:cNvSpPr/>
            <p:nvPr/>
          </p:nvSpPr>
          <p:spPr>
            <a:xfrm>
              <a:off x="6136030" y="2780338"/>
              <a:ext cx="15368" cy="15335"/>
            </a:xfrm>
            <a:custGeom>
              <a:rect b="b" l="l" r="r" t="t"/>
              <a:pathLst>
                <a:path extrusionOk="0" h="462" w="463">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6"/>
            <p:cNvSpPr/>
            <p:nvPr/>
          </p:nvSpPr>
          <p:spPr>
            <a:xfrm>
              <a:off x="6136030" y="2671101"/>
              <a:ext cx="15368" cy="63331"/>
            </a:xfrm>
            <a:custGeom>
              <a:rect b="b" l="l" r="r" t="t"/>
              <a:pathLst>
                <a:path extrusionOk="0" h="1908" w="463">
                  <a:moveTo>
                    <a:pt x="1" y="1"/>
                  </a:moveTo>
                  <a:lnTo>
                    <a:pt x="1" y="1908"/>
                  </a:lnTo>
                  <a:lnTo>
                    <a:pt x="462" y="1908"/>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6136030" y="2889541"/>
              <a:ext cx="15368" cy="15335"/>
            </a:xfrm>
            <a:custGeom>
              <a:rect b="b" l="l" r="r" t="t"/>
              <a:pathLst>
                <a:path extrusionOk="0" h="462" w="463">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6136030" y="2749768"/>
              <a:ext cx="15368" cy="15335"/>
            </a:xfrm>
            <a:custGeom>
              <a:rect b="b" l="l" r="r" t="t"/>
              <a:pathLst>
                <a:path extrusionOk="0" h="462" w="463">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6"/>
            <p:cNvSpPr/>
            <p:nvPr/>
          </p:nvSpPr>
          <p:spPr>
            <a:xfrm>
              <a:off x="6136030" y="2810941"/>
              <a:ext cx="15368" cy="63331"/>
            </a:xfrm>
            <a:custGeom>
              <a:rect b="b" l="l" r="r" t="t"/>
              <a:pathLst>
                <a:path extrusionOk="0" h="1908" w="463">
                  <a:moveTo>
                    <a:pt x="1" y="1"/>
                  </a:moveTo>
                  <a:lnTo>
                    <a:pt x="1" y="1908"/>
                  </a:lnTo>
                  <a:lnTo>
                    <a:pt x="462" y="1908"/>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6"/>
            <p:cNvSpPr/>
            <p:nvPr/>
          </p:nvSpPr>
          <p:spPr>
            <a:xfrm>
              <a:off x="6091618" y="2903283"/>
              <a:ext cx="15335" cy="15401"/>
            </a:xfrm>
            <a:custGeom>
              <a:rect b="b" l="l" r="r" t="t"/>
              <a:pathLst>
                <a:path extrusionOk="0" h="464" w="462">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5903849" y="2903283"/>
              <a:ext cx="47996" cy="15401"/>
            </a:xfrm>
            <a:custGeom>
              <a:rect b="b" l="l" r="r" t="t"/>
              <a:pathLst>
                <a:path extrusionOk="0" h="464" w="1446">
                  <a:moveTo>
                    <a:pt x="1" y="1"/>
                  </a:moveTo>
                  <a:lnTo>
                    <a:pt x="1" y="463"/>
                  </a:lnTo>
                  <a:lnTo>
                    <a:pt x="1445" y="463"/>
                  </a:lnTo>
                  <a:lnTo>
                    <a:pt x="1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5967113" y="2903283"/>
              <a:ext cx="15368" cy="15401"/>
            </a:xfrm>
            <a:custGeom>
              <a:rect b="b" l="l" r="r" t="t"/>
              <a:pathLst>
                <a:path extrusionOk="0" h="464" w="463">
                  <a:moveTo>
                    <a:pt x="1" y="1"/>
                  </a:moveTo>
                  <a:lnTo>
                    <a:pt x="1"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6028354" y="2903283"/>
              <a:ext cx="48030" cy="15401"/>
            </a:xfrm>
            <a:custGeom>
              <a:rect b="b" l="l" r="r" t="t"/>
              <a:pathLst>
                <a:path extrusionOk="0" h="464" w="1447">
                  <a:moveTo>
                    <a:pt x="1" y="1"/>
                  </a:moveTo>
                  <a:lnTo>
                    <a:pt x="1" y="463"/>
                  </a:lnTo>
                  <a:lnTo>
                    <a:pt x="1446" y="463"/>
                  </a:lnTo>
                  <a:lnTo>
                    <a:pt x="14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5997750" y="2903283"/>
              <a:ext cx="15335" cy="15401"/>
            </a:xfrm>
            <a:custGeom>
              <a:rect b="b" l="l" r="r" t="t"/>
              <a:pathLst>
                <a:path extrusionOk="0" h="464" w="462">
                  <a:moveTo>
                    <a:pt x="0" y="1"/>
                  </a:moveTo>
                  <a:lnTo>
                    <a:pt x="0" y="463"/>
                  </a:lnTo>
                  <a:lnTo>
                    <a:pt x="461" y="463"/>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6212041" y="2903283"/>
              <a:ext cx="48030" cy="15401"/>
            </a:xfrm>
            <a:custGeom>
              <a:rect b="b" l="l" r="r" t="t"/>
              <a:pathLst>
                <a:path extrusionOk="0" h="464" w="1447">
                  <a:moveTo>
                    <a:pt x="0" y="1"/>
                  </a:moveTo>
                  <a:lnTo>
                    <a:pt x="0" y="463"/>
                  </a:lnTo>
                  <a:lnTo>
                    <a:pt x="1446" y="463"/>
                  </a:lnTo>
                  <a:lnTo>
                    <a:pt x="14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6"/>
            <p:cNvSpPr/>
            <p:nvPr/>
          </p:nvSpPr>
          <p:spPr>
            <a:xfrm>
              <a:off x="6181404" y="2903283"/>
              <a:ext cx="15368" cy="15401"/>
            </a:xfrm>
            <a:custGeom>
              <a:rect b="b" l="l" r="r" t="t"/>
              <a:pathLst>
                <a:path extrusionOk="0" h="464" w="463">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6"/>
            <p:cNvSpPr/>
            <p:nvPr/>
          </p:nvSpPr>
          <p:spPr>
            <a:xfrm>
              <a:off x="6275306" y="2903283"/>
              <a:ext cx="15335" cy="15401"/>
            </a:xfrm>
            <a:custGeom>
              <a:rect b="b" l="l" r="r" t="t"/>
              <a:pathLst>
                <a:path extrusionOk="0" h="464" w="462">
                  <a:moveTo>
                    <a:pt x="0" y="1"/>
                  </a:moveTo>
                  <a:lnTo>
                    <a:pt x="0"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6"/>
            <p:cNvSpPr/>
            <p:nvPr/>
          </p:nvSpPr>
          <p:spPr>
            <a:xfrm>
              <a:off x="6336546" y="2903283"/>
              <a:ext cx="47996" cy="15401"/>
            </a:xfrm>
            <a:custGeom>
              <a:rect b="b" l="l" r="r" t="t"/>
              <a:pathLst>
                <a:path extrusionOk="0" h="464" w="1446">
                  <a:moveTo>
                    <a:pt x="0" y="1"/>
                  </a:moveTo>
                  <a:lnTo>
                    <a:pt x="0" y="463"/>
                  </a:lnTo>
                  <a:lnTo>
                    <a:pt x="1445" y="463"/>
                  </a:lnTo>
                  <a:lnTo>
                    <a:pt x="1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6305942" y="2903283"/>
              <a:ext cx="15368" cy="15401"/>
            </a:xfrm>
            <a:custGeom>
              <a:rect b="b" l="l" r="r" t="t"/>
              <a:pathLst>
                <a:path extrusionOk="0" h="464" w="463">
                  <a:moveTo>
                    <a:pt x="1" y="1"/>
                  </a:moveTo>
                  <a:lnTo>
                    <a:pt x="1"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66"/>
          <p:cNvGrpSpPr/>
          <p:nvPr/>
        </p:nvGrpSpPr>
        <p:grpSpPr>
          <a:xfrm>
            <a:off x="5300822" y="2639730"/>
            <a:ext cx="465454" cy="462577"/>
            <a:chOff x="5251682" y="2649460"/>
            <a:chExt cx="526234" cy="522981"/>
          </a:xfrm>
        </p:grpSpPr>
        <p:sp>
          <p:nvSpPr>
            <p:cNvPr id="6047" name="Google Shape;6047;p66"/>
            <p:cNvSpPr/>
            <p:nvPr/>
          </p:nvSpPr>
          <p:spPr>
            <a:xfrm>
              <a:off x="5251682" y="2649460"/>
              <a:ext cx="526234" cy="522981"/>
            </a:xfrm>
            <a:custGeom>
              <a:rect b="b" l="l" r="r" t="t"/>
              <a:pathLst>
                <a:path extrusionOk="0" h="15756" w="15854">
                  <a:moveTo>
                    <a:pt x="12081" y="464"/>
                  </a:moveTo>
                  <a:cubicBezTo>
                    <a:pt x="12221" y="464"/>
                    <a:pt x="12354" y="517"/>
                    <a:pt x="12454" y="619"/>
                  </a:cubicBezTo>
                  <a:lnTo>
                    <a:pt x="15140" y="3303"/>
                  </a:lnTo>
                  <a:cubicBezTo>
                    <a:pt x="15344" y="3510"/>
                    <a:pt x="15344" y="3845"/>
                    <a:pt x="15139" y="4051"/>
                  </a:cubicBezTo>
                  <a:cubicBezTo>
                    <a:pt x="15036" y="4153"/>
                    <a:pt x="14901" y="4205"/>
                    <a:pt x="14765" y="4205"/>
                  </a:cubicBezTo>
                  <a:cubicBezTo>
                    <a:pt x="14630" y="4205"/>
                    <a:pt x="14495" y="4153"/>
                    <a:pt x="14392" y="4051"/>
                  </a:cubicBezTo>
                  <a:lnTo>
                    <a:pt x="11707" y="1365"/>
                  </a:lnTo>
                  <a:cubicBezTo>
                    <a:pt x="11608" y="1266"/>
                    <a:pt x="11552" y="1133"/>
                    <a:pt x="11552" y="992"/>
                  </a:cubicBezTo>
                  <a:cubicBezTo>
                    <a:pt x="11552" y="851"/>
                    <a:pt x="11606" y="719"/>
                    <a:pt x="11707" y="619"/>
                  </a:cubicBezTo>
                  <a:cubicBezTo>
                    <a:pt x="11807" y="519"/>
                    <a:pt x="11940" y="464"/>
                    <a:pt x="12081" y="464"/>
                  </a:cubicBezTo>
                  <a:close/>
                  <a:moveTo>
                    <a:pt x="11811" y="2125"/>
                  </a:moveTo>
                  <a:lnTo>
                    <a:pt x="13631" y="3946"/>
                  </a:lnTo>
                  <a:lnTo>
                    <a:pt x="11279" y="6298"/>
                  </a:lnTo>
                  <a:cubicBezTo>
                    <a:pt x="11096" y="5913"/>
                    <a:pt x="10845" y="5551"/>
                    <a:pt x="10526" y="5231"/>
                  </a:cubicBezTo>
                  <a:cubicBezTo>
                    <a:pt x="10207" y="4911"/>
                    <a:pt x="9845" y="4661"/>
                    <a:pt x="9458" y="4478"/>
                  </a:cubicBezTo>
                  <a:lnTo>
                    <a:pt x="11811" y="2125"/>
                  </a:lnTo>
                  <a:close/>
                  <a:moveTo>
                    <a:pt x="7811" y="4574"/>
                  </a:moveTo>
                  <a:cubicBezTo>
                    <a:pt x="8675" y="4574"/>
                    <a:pt x="9540" y="4903"/>
                    <a:pt x="10198" y="5561"/>
                  </a:cubicBezTo>
                  <a:cubicBezTo>
                    <a:pt x="11514" y="6876"/>
                    <a:pt x="11514" y="9017"/>
                    <a:pt x="10198" y="10334"/>
                  </a:cubicBezTo>
                  <a:lnTo>
                    <a:pt x="9100" y="11431"/>
                  </a:lnTo>
                  <a:lnTo>
                    <a:pt x="4327" y="6658"/>
                  </a:lnTo>
                  <a:lnTo>
                    <a:pt x="5424" y="5561"/>
                  </a:lnTo>
                  <a:cubicBezTo>
                    <a:pt x="6082" y="4903"/>
                    <a:pt x="6946" y="4574"/>
                    <a:pt x="7811" y="4574"/>
                  </a:cubicBezTo>
                  <a:close/>
                  <a:moveTo>
                    <a:pt x="6023" y="9011"/>
                  </a:moveTo>
                  <a:lnTo>
                    <a:pt x="6748" y="9736"/>
                  </a:lnTo>
                  <a:lnTo>
                    <a:pt x="638" y="15122"/>
                  </a:lnTo>
                  <a:lnTo>
                    <a:pt x="6023" y="9011"/>
                  </a:lnTo>
                  <a:close/>
                  <a:moveTo>
                    <a:pt x="12081" y="0"/>
                  </a:moveTo>
                  <a:cubicBezTo>
                    <a:pt x="11816" y="0"/>
                    <a:pt x="11568" y="104"/>
                    <a:pt x="11381" y="292"/>
                  </a:cubicBezTo>
                  <a:cubicBezTo>
                    <a:pt x="11192" y="479"/>
                    <a:pt x="11089" y="727"/>
                    <a:pt x="11089" y="992"/>
                  </a:cubicBezTo>
                  <a:cubicBezTo>
                    <a:pt x="11089" y="1257"/>
                    <a:pt x="11192" y="1505"/>
                    <a:pt x="11381" y="1693"/>
                  </a:cubicBezTo>
                  <a:lnTo>
                    <a:pt x="11485" y="1798"/>
                  </a:lnTo>
                  <a:lnTo>
                    <a:pt x="8990" y="4292"/>
                  </a:lnTo>
                  <a:cubicBezTo>
                    <a:pt x="8608" y="4170"/>
                    <a:pt x="8210" y="4108"/>
                    <a:pt x="7813" y="4108"/>
                  </a:cubicBezTo>
                  <a:cubicBezTo>
                    <a:pt x="6830" y="4108"/>
                    <a:pt x="5846" y="4483"/>
                    <a:pt x="5098" y="5231"/>
                  </a:cubicBezTo>
                  <a:lnTo>
                    <a:pt x="3672" y="6657"/>
                  </a:lnTo>
                  <a:lnTo>
                    <a:pt x="5696" y="8681"/>
                  </a:lnTo>
                  <a:lnTo>
                    <a:pt x="1" y="15139"/>
                  </a:lnTo>
                  <a:lnTo>
                    <a:pt x="617" y="15756"/>
                  </a:lnTo>
                  <a:lnTo>
                    <a:pt x="7075" y="10063"/>
                  </a:lnTo>
                  <a:lnTo>
                    <a:pt x="9100" y="12088"/>
                  </a:lnTo>
                  <a:lnTo>
                    <a:pt x="10526" y="10661"/>
                  </a:lnTo>
                  <a:cubicBezTo>
                    <a:pt x="11577" y="9611"/>
                    <a:pt x="11889" y="8096"/>
                    <a:pt x="11464" y="6769"/>
                  </a:cubicBezTo>
                  <a:lnTo>
                    <a:pt x="13960" y="4274"/>
                  </a:lnTo>
                  <a:lnTo>
                    <a:pt x="14064" y="4379"/>
                  </a:lnTo>
                  <a:cubicBezTo>
                    <a:pt x="14258" y="4571"/>
                    <a:pt x="14511" y="4668"/>
                    <a:pt x="14764" y="4668"/>
                  </a:cubicBezTo>
                  <a:cubicBezTo>
                    <a:pt x="15018" y="4668"/>
                    <a:pt x="15273" y="4571"/>
                    <a:pt x="15466" y="4379"/>
                  </a:cubicBezTo>
                  <a:cubicBezTo>
                    <a:pt x="15853" y="3991"/>
                    <a:pt x="15853" y="3363"/>
                    <a:pt x="15467" y="2977"/>
                  </a:cubicBezTo>
                  <a:lnTo>
                    <a:pt x="12782" y="292"/>
                  </a:lnTo>
                  <a:cubicBezTo>
                    <a:pt x="12594" y="104"/>
                    <a:pt x="12345" y="0"/>
                    <a:pt x="120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5624899" y="2801382"/>
              <a:ext cx="25625" cy="25625"/>
            </a:xfrm>
            <a:custGeom>
              <a:rect b="b" l="l" r="r" t="t"/>
              <a:pathLst>
                <a:path extrusionOk="0" h="772" w="772">
                  <a:moveTo>
                    <a:pt x="444" y="0"/>
                  </a:moveTo>
                  <a:lnTo>
                    <a:pt x="0" y="443"/>
                  </a:lnTo>
                  <a:lnTo>
                    <a:pt x="329" y="772"/>
                  </a:lnTo>
                  <a:lnTo>
                    <a:pt x="772" y="328"/>
                  </a:lnTo>
                  <a:lnTo>
                    <a:pt x="4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5597083" y="2770247"/>
              <a:ext cx="29077" cy="29077"/>
            </a:xfrm>
            <a:custGeom>
              <a:rect b="b" l="l" r="r" t="t"/>
              <a:pathLst>
                <a:path extrusionOk="0" h="876" w="876">
                  <a:moveTo>
                    <a:pt x="548" y="0"/>
                  </a:moveTo>
                  <a:lnTo>
                    <a:pt x="0" y="546"/>
                  </a:lnTo>
                  <a:lnTo>
                    <a:pt x="329" y="875"/>
                  </a:lnTo>
                  <a:lnTo>
                    <a:pt x="875" y="328"/>
                  </a:lnTo>
                  <a:lnTo>
                    <a:pt x="5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5626160" y="2748440"/>
              <a:ext cx="21807" cy="21841"/>
            </a:xfrm>
            <a:custGeom>
              <a:rect b="b" l="l" r="r" t="t"/>
              <a:pathLst>
                <a:path extrusionOk="0" h="658" w="657">
                  <a:moveTo>
                    <a:pt x="328" y="1"/>
                  </a:moveTo>
                  <a:lnTo>
                    <a:pt x="0" y="329"/>
                  </a:lnTo>
                  <a:lnTo>
                    <a:pt x="328" y="657"/>
                  </a:lnTo>
                  <a:lnTo>
                    <a:pt x="656" y="329"/>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6"/>
            <p:cNvSpPr/>
            <p:nvPr/>
          </p:nvSpPr>
          <p:spPr>
            <a:xfrm>
              <a:off x="5568472" y="2959843"/>
              <a:ext cx="21675" cy="21642"/>
            </a:xfrm>
            <a:custGeom>
              <a:rect b="b" l="l" r="r" t="t"/>
              <a:pathLst>
                <a:path extrusionOk="0" h="652" w="653">
                  <a:moveTo>
                    <a:pt x="272" y="0"/>
                  </a:moveTo>
                  <a:cubicBezTo>
                    <a:pt x="192" y="115"/>
                    <a:pt x="100" y="224"/>
                    <a:pt x="1" y="324"/>
                  </a:cubicBezTo>
                  <a:lnTo>
                    <a:pt x="329" y="652"/>
                  </a:lnTo>
                  <a:cubicBezTo>
                    <a:pt x="448" y="533"/>
                    <a:pt x="556" y="403"/>
                    <a:pt x="653" y="266"/>
                  </a:cubicBez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5568372" y="2844864"/>
              <a:ext cx="39167" cy="77173"/>
            </a:xfrm>
            <a:custGeom>
              <a:rect b="b" l="l" r="r" t="t"/>
              <a:pathLst>
                <a:path extrusionOk="0" h="2325" w="1180">
                  <a:moveTo>
                    <a:pt x="330" y="1"/>
                  </a:moveTo>
                  <a:lnTo>
                    <a:pt x="1" y="329"/>
                  </a:lnTo>
                  <a:cubicBezTo>
                    <a:pt x="463" y="791"/>
                    <a:pt x="718" y="1406"/>
                    <a:pt x="718" y="2060"/>
                  </a:cubicBezTo>
                  <a:cubicBezTo>
                    <a:pt x="718" y="2135"/>
                    <a:pt x="713" y="2210"/>
                    <a:pt x="707" y="2283"/>
                  </a:cubicBezTo>
                  <a:lnTo>
                    <a:pt x="1168" y="2325"/>
                  </a:lnTo>
                  <a:cubicBezTo>
                    <a:pt x="1177" y="2237"/>
                    <a:pt x="1180" y="2148"/>
                    <a:pt x="1180" y="2059"/>
                  </a:cubicBezTo>
                  <a:cubicBezTo>
                    <a:pt x="1180" y="1282"/>
                    <a:pt x="878" y="550"/>
                    <a:pt x="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5584503" y="2934484"/>
              <a:ext cx="19716" cy="19750"/>
            </a:xfrm>
            <a:custGeom>
              <a:rect b="b" l="l" r="r" t="t"/>
              <a:pathLst>
                <a:path extrusionOk="0" h="595" w="594">
                  <a:moveTo>
                    <a:pt x="146" y="1"/>
                  </a:moveTo>
                  <a:cubicBezTo>
                    <a:pt x="110" y="136"/>
                    <a:pt x="61" y="270"/>
                    <a:pt x="1" y="398"/>
                  </a:cubicBezTo>
                  <a:lnTo>
                    <a:pt x="422" y="595"/>
                  </a:lnTo>
                  <a:cubicBezTo>
                    <a:pt x="492" y="444"/>
                    <a:pt x="551" y="284"/>
                    <a:pt x="594" y="121"/>
                  </a:cubicBezTo>
                  <a:lnTo>
                    <a:pt x="1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5442572" y="2822260"/>
              <a:ext cx="40727" cy="33524"/>
            </a:xfrm>
            <a:custGeom>
              <a:rect b="b" l="l" r="r" t="t"/>
              <a:pathLst>
                <a:path extrusionOk="0" h="1010" w="1227">
                  <a:moveTo>
                    <a:pt x="1069" y="0"/>
                  </a:moveTo>
                  <a:cubicBezTo>
                    <a:pt x="667" y="146"/>
                    <a:pt x="308" y="376"/>
                    <a:pt x="1" y="682"/>
                  </a:cubicBezTo>
                  <a:lnTo>
                    <a:pt x="330" y="1010"/>
                  </a:lnTo>
                  <a:cubicBezTo>
                    <a:pt x="586" y="753"/>
                    <a:pt x="889" y="560"/>
                    <a:pt x="1226" y="438"/>
                  </a:cubicBezTo>
                  <a:lnTo>
                    <a:pt x="10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6"/>
            <p:cNvSpPr/>
            <p:nvPr/>
          </p:nvSpPr>
          <p:spPr>
            <a:xfrm>
              <a:off x="5494187" y="2816551"/>
              <a:ext cx="16663" cy="16663"/>
            </a:xfrm>
            <a:custGeom>
              <a:rect b="b" l="l" r="r" t="t"/>
              <a:pathLst>
                <a:path extrusionOk="0" h="502" w="502">
                  <a:moveTo>
                    <a:pt x="502" y="1"/>
                  </a:moveTo>
                  <a:cubicBezTo>
                    <a:pt x="333" y="1"/>
                    <a:pt x="165" y="15"/>
                    <a:pt x="0" y="43"/>
                  </a:cubicBezTo>
                  <a:lnTo>
                    <a:pt x="79" y="501"/>
                  </a:lnTo>
                  <a:cubicBezTo>
                    <a:pt x="217" y="476"/>
                    <a:pt x="359" y="465"/>
                    <a:pt x="501" y="465"/>
                  </a:cubicBezTo>
                  <a:lnTo>
                    <a:pt x="5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6"/>
            <p:cNvSpPr/>
            <p:nvPr/>
          </p:nvSpPr>
          <p:spPr>
            <a:xfrm>
              <a:off x="5473840" y="2916394"/>
              <a:ext cx="50851" cy="50884"/>
            </a:xfrm>
            <a:custGeom>
              <a:rect b="b" l="l" r="r" t="t"/>
              <a:pathLst>
                <a:path extrusionOk="0" h="1533" w="1532">
                  <a:moveTo>
                    <a:pt x="329" y="1"/>
                  </a:moveTo>
                  <a:lnTo>
                    <a:pt x="1" y="330"/>
                  </a:lnTo>
                  <a:lnTo>
                    <a:pt x="1204" y="1533"/>
                  </a:lnTo>
                  <a:lnTo>
                    <a:pt x="1531" y="1205"/>
                  </a:lnTo>
                  <a:lnTo>
                    <a:pt x="3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5452065" y="2894653"/>
              <a:ext cx="21807" cy="21807"/>
            </a:xfrm>
            <a:custGeom>
              <a:rect b="b" l="l" r="r" t="t"/>
              <a:pathLst>
                <a:path extrusionOk="0" h="657" w="657">
                  <a:moveTo>
                    <a:pt x="328" y="0"/>
                  </a:moveTo>
                  <a:lnTo>
                    <a:pt x="0" y="328"/>
                  </a:lnTo>
                  <a:lnTo>
                    <a:pt x="328" y="657"/>
                  </a:lnTo>
                  <a:lnTo>
                    <a:pt x="657" y="328"/>
                  </a:lnTo>
                  <a:lnTo>
                    <a:pt x="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66"/>
          <p:cNvSpPr/>
          <p:nvPr/>
        </p:nvSpPr>
        <p:spPr>
          <a:xfrm>
            <a:off x="4684841" y="2864236"/>
            <a:ext cx="13594" cy="13564"/>
          </a:xfrm>
          <a:custGeom>
            <a:rect b="b" l="l" r="r" t="t"/>
            <a:pathLst>
              <a:path extrusionOk="0" h="462" w="463">
                <a:moveTo>
                  <a:pt x="0" y="0"/>
                </a:moveTo>
                <a:lnTo>
                  <a:pt x="0" y="461"/>
                </a:lnTo>
                <a:lnTo>
                  <a:pt x="463" y="461"/>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4657744" y="2864236"/>
            <a:ext cx="13594" cy="13564"/>
          </a:xfrm>
          <a:custGeom>
            <a:rect b="b" l="l" r="r" t="t"/>
            <a:pathLst>
              <a:path extrusionOk="0" h="462" w="463">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0" name="Google Shape;6060;p66"/>
          <p:cNvGrpSpPr/>
          <p:nvPr/>
        </p:nvGrpSpPr>
        <p:grpSpPr>
          <a:xfrm>
            <a:off x="4694110" y="2642798"/>
            <a:ext cx="426348" cy="456441"/>
            <a:chOff x="4661951" y="2652945"/>
            <a:chExt cx="482021" cy="516044"/>
          </a:xfrm>
        </p:grpSpPr>
        <p:sp>
          <p:nvSpPr>
            <p:cNvPr id="6061" name="Google Shape;6061;p66"/>
            <p:cNvSpPr/>
            <p:nvPr/>
          </p:nvSpPr>
          <p:spPr>
            <a:xfrm>
              <a:off x="5097935" y="3153654"/>
              <a:ext cx="15335" cy="15335"/>
            </a:xfrm>
            <a:custGeom>
              <a:rect b="b" l="l" r="r" t="t"/>
              <a:pathLst>
                <a:path extrusionOk="0" h="462" w="462">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5128638" y="3153654"/>
              <a:ext cx="15335" cy="15335"/>
            </a:xfrm>
            <a:custGeom>
              <a:rect b="b" l="l" r="r" t="t"/>
              <a:pathLst>
                <a:path extrusionOk="0" h="462" w="462">
                  <a:moveTo>
                    <a:pt x="0" y="0"/>
                  </a:moveTo>
                  <a:lnTo>
                    <a:pt x="0" y="461"/>
                  </a:lnTo>
                  <a:lnTo>
                    <a:pt x="461" y="46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4661951" y="2652945"/>
              <a:ext cx="441095" cy="516044"/>
            </a:xfrm>
            <a:custGeom>
              <a:rect b="b" l="l" r="r" t="t"/>
              <a:pathLst>
                <a:path extrusionOk="0" h="15547" w="13289">
                  <a:moveTo>
                    <a:pt x="3873" y="1089"/>
                  </a:moveTo>
                  <a:lnTo>
                    <a:pt x="5002" y="3499"/>
                  </a:lnTo>
                  <a:lnTo>
                    <a:pt x="4649" y="4253"/>
                  </a:lnTo>
                  <a:lnTo>
                    <a:pt x="2390" y="4253"/>
                  </a:lnTo>
                  <a:lnTo>
                    <a:pt x="3873" y="1089"/>
                  </a:lnTo>
                  <a:close/>
                  <a:moveTo>
                    <a:pt x="6642" y="1089"/>
                  </a:moveTo>
                  <a:lnTo>
                    <a:pt x="8125" y="4253"/>
                  </a:lnTo>
                  <a:lnTo>
                    <a:pt x="5159" y="4253"/>
                  </a:lnTo>
                  <a:lnTo>
                    <a:pt x="6642" y="1089"/>
                  </a:lnTo>
                  <a:close/>
                  <a:moveTo>
                    <a:pt x="9413" y="1089"/>
                  </a:moveTo>
                  <a:lnTo>
                    <a:pt x="10896" y="4253"/>
                  </a:lnTo>
                  <a:lnTo>
                    <a:pt x="8636" y="4253"/>
                  </a:lnTo>
                  <a:lnTo>
                    <a:pt x="8283" y="3499"/>
                  </a:lnTo>
                  <a:lnTo>
                    <a:pt x="9413" y="1089"/>
                  </a:lnTo>
                  <a:close/>
                  <a:moveTo>
                    <a:pt x="5218" y="4713"/>
                  </a:moveTo>
                  <a:lnTo>
                    <a:pt x="3721" y="8253"/>
                  </a:lnTo>
                  <a:lnTo>
                    <a:pt x="1453" y="8253"/>
                  </a:lnTo>
                  <a:lnTo>
                    <a:pt x="2949" y="4713"/>
                  </a:lnTo>
                  <a:close/>
                  <a:moveTo>
                    <a:pt x="7567" y="4713"/>
                  </a:moveTo>
                  <a:lnTo>
                    <a:pt x="9064" y="8253"/>
                  </a:lnTo>
                  <a:lnTo>
                    <a:pt x="4221" y="8253"/>
                  </a:lnTo>
                  <a:lnTo>
                    <a:pt x="5719" y="4713"/>
                  </a:lnTo>
                  <a:close/>
                  <a:moveTo>
                    <a:pt x="10337" y="4713"/>
                  </a:moveTo>
                  <a:lnTo>
                    <a:pt x="11835" y="8253"/>
                  </a:lnTo>
                  <a:lnTo>
                    <a:pt x="9566" y="8253"/>
                  </a:lnTo>
                  <a:lnTo>
                    <a:pt x="8068" y="4713"/>
                  </a:lnTo>
                  <a:close/>
                  <a:moveTo>
                    <a:pt x="4307" y="8715"/>
                  </a:moveTo>
                  <a:lnTo>
                    <a:pt x="2945" y="12254"/>
                  </a:lnTo>
                  <a:lnTo>
                    <a:pt x="670" y="12254"/>
                  </a:lnTo>
                  <a:lnTo>
                    <a:pt x="2032" y="8715"/>
                  </a:lnTo>
                  <a:close/>
                  <a:moveTo>
                    <a:pt x="8485" y="8716"/>
                  </a:moveTo>
                  <a:lnTo>
                    <a:pt x="9846" y="12256"/>
                  </a:lnTo>
                  <a:lnTo>
                    <a:pt x="3440" y="12256"/>
                  </a:lnTo>
                  <a:lnTo>
                    <a:pt x="4801" y="8716"/>
                  </a:lnTo>
                  <a:close/>
                  <a:moveTo>
                    <a:pt x="11256" y="8716"/>
                  </a:moveTo>
                  <a:lnTo>
                    <a:pt x="12617" y="12256"/>
                  </a:lnTo>
                  <a:lnTo>
                    <a:pt x="10341" y="12256"/>
                  </a:lnTo>
                  <a:lnTo>
                    <a:pt x="8980" y="8716"/>
                  </a:lnTo>
                  <a:close/>
                  <a:moveTo>
                    <a:pt x="4166" y="12716"/>
                  </a:moveTo>
                  <a:lnTo>
                    <a:pt x="4166" y="15085"/>
                  </a:lnTo>
                  <a:lnTo>
                    <a:pt x="3089" y="15085"/>
                  </a:lnTo>
                  <a:lnTo>
                    <a:pt x="3089" y="12716"/>
                  </a:lnTo>
                  <a:close/>
                  <a:moveTo>
                    <a:pt x="5643" y="12716"/>
                  </a:moveTo>
                  <a:lnTo>
                    <a:pt x="5643" y="15085"/>
                  </a:lnTo>
                  <a:lnTo>
                    <a:pt x="4628" y="15085"/>
                  </a:lnTo>
                  <a:lnTo>
                    <a:pt x="4628" y="12716"/>
                  </a:lnTo>
                  <a:close/>
                  <a:moveTo>
                    <a:pt x="7182" y="12716"/>
                  </a:moveTo>
                  <a:lnTo>
                    <a:pt x="7182" y="15085"/>
                  </a:lnTo>
                  <a:lnTo>
                    <a:pt x="6105" y="15085"/>
                  </a:lnTo>
                  <a:lnTo>
                    <a:pt x="6105" y="12716"/>
                  </a:lnTo>
                  <a:close/>
                  <a:moveTo>
                    <a:pt x="8659" y="12716"/>
                  </a:moveTo>
                  <a:lnTo>
                    <a:pt x="8659" y="15085"/>
                  </a:lnTo>
                  <a:lnTo>
                    <a:pt x="7643" y="15085"/>
                  </a:lnTo>
                  <a:lnTo>
                    <a:pt x="7643" y="12716"/>
                  </a:lnTo>
                  <a:close/>
                  <a:moveTo>
                    <a:pt x="10198" y="12716"/>
                  </a:moveTo>
                  <a:lnTo>
                    <a:pt x="10198" y="15085"/>
                  </a:lnTo>
                  <a:lnTo>
                    <a:pt x="9121" y="15085"/>
                  </a:lnTo>
                  <a:lnTo>
                    <a:pt x="9121" y="12716"/>
                  </a:lnTo>
                  <a:close/>
                  <a:moveTo>
                    <a:pt x="3874" y="1"/>
                  </a:moveTo>
                  <a:lnTo>
                    <a:pt x="1665" y="4713"/>
                  </a:lnTo>
                  <a:lnTo>
                    <a:pt x="2450" y="4713"/>
                  </a:lnTo>
                  <a:lnTo>
                    <a:pt x="757" y="8715"/>
                  </a:lnTo>
                  <a:lnTo>
                    <a:pt x="1540" y="8715"/>
                  </a:lnTo>
                  <a:lnTo>
                    <a:pt x="1" y="12716"/>
                  </a:lnTo>
                  <a:lnTo>
                    <a:pt x="2631" y="12716"/>
                  </a:lnTo>
                  <a:lnTo>
                    <a:pt x="2631" y="15085"/>
                  </a:lnTo>
                  <a:lnTo>
                    <a:pt x="615" y="15085"/>
                  </a:lnTo>
                  <a:lnTo>
                    <a:pt x="615" y="15546"/>
                  </a:lnTo>
                  <a:lnTo>
                    <a:pt x="12679" y="15546"/>
                  </a:lnTo>
                  <a:lnTo>
                    <a:pt x="12679" y="15085"/>
                  </a:lnTo>
                  <a:lnTo>
                    <a:pt x="10663" y="15085"/>
                  </a:lnTo>
                  <a:lnTo>
                    <a:pt x="10663" y="12716"/>
                  </a:lnTo>
                  <a:lnTo>
                    <a:pt x="13289" y="12716"/>
                  </a:lnTo>
                  <a:lnTo>
                    <a:pt x="11750" y="8715"/>
                  </a:lnTo>
                  <a:lnTo>
                    <a:pt x="12533" y="8715"/>
                  </a:lnTo>
                  <a:lnTo>
                    <a:pt x="10840" y="4713"/>
                  </a:lnTo>
                  <a:lnTo>
                    <a:pt x="11625" y="4713"/>
                  </a:lnTo>
                  <a:lnTo>
                    <a:pt x="9413" y="1"/>
                  </a:lnTo>
                  <a:lnTo>
                    <a:pt x="8029" y="2955"/>
                  </a:lnTo>
                  <a:lnTo>
                    <a:pt x="6642" y="1"/>
                  </a:lnTo>
                  <a:lnTo>
                    <a:pt x="5258" y="2954"/>
                  </a:lnTo>
                  <a:lnTo>
                    <a:pt x="38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4918828" y="2958084"/>
              <a:ext cx="30836" cy="48428"/>
            </a:xfrm>
            <a:custGeom>
              <a:rect b="b" l="l" r="r" t="t"/>
              <a:pathLst>
                <a:path extrusionOk="0" h="1459" w="929">
                  <a:moveTo>
                    <a:pt x="431" y="0"/>
                  </a:moveTo>
                  <a:lnTo>
                    <a:pt x="0" y="166"/>
                  </a:lnTo>
                  <a:lnTo>
                    <a:pt x="497" y="1459"/>
                  </a:lnTo>
                  <a:lnTo>
                    <a:pt x="928" y="1293"/>
                  </a:lnTo>
                  <a:lnTo>
                    <a:pt x="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4940801" y="3015274"/>
              <a:ext cx="19783" cy="19816"/>
            </a:xfrm>
            <a:custGeom>
              <a:rect b="b" l="l" r="r" t="t"/>
              <a:pathLst>
                <a:path extrusionOk="0" h="597" w="596">
                  <a:moveTo>
                    <a:pt x="431" y="0"/>
                  </a:moveTo>
                  <a:lnTo>
                    <a:pt x="0" y="166"/>
                  </a:lnTo>
                  <a:lnTo>
                    <a:pt x="166" y="596"/>
                  </a:lnTo>
                  <a:lnTo>
                    <a:pt x="596" y="431"/>
                  </a:lnTo>
                  <a:lnTo>
                    <a:pt x="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4799269" y="3027688"/>
              <a:ext cx="19849" cy="19816"/>
            </a:xfrm>
            <a:custGeom>
              <a:rect b="b" l="l" r="r" t="t"/>
              <a:pathLst>
                <a:path extrusionOk="0" h="597" w="598">
                  <a:moveTo>
                    <a:pt x="166" y="1"/>
                  </a:moveTo>
                  <a:lnTo>
                    <a:pt x="0" y="431"/>
                  </a:lnTo>
                  <a:lnTo>
                    <a:pt x="431" y="596"/>
                  </a:lnTo>
                  <a:lnTo>
                    <a:pt x="597" y="166"/>
                  </a:lnTo>
                  <a:lnTo>
                    <a:pt x="1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6"/>
            <p:cNvSpPr/>
            <p:nvPr/>
          </p:nvSpPr>
          <p:spPr>
            <a:xfrm>
              <a:off x="4810388" y="2983642"/>
              <a:ext cx="25791" cy="35383"/>
            </a:xfrm>
            <a:custGeom>
              <a:rect b="b" l="l" r="r" t="t"/>
              <a:pathLst>
                <a:path extrusionOk="0" h="1066" w="777">
                  <a:moveTo>
                    <a:pt x="346" y="1"/>
                  </a:moveTo>
                  <a:lnTo>
                    <a:pt x="1" y="900"/>
                  </a:lnTo>
                  <a:lnTo>
                    <a:pt x="431" y="1065"/>
                  </a:lnTo>
                  <a:lnTo>
                    <a:pt x="776" y="166"/>
                  </a:lnTo>
                  <a:lnTo>
                    <a:pt x="3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4887561" y="2821563"/>
              <a:ext cx="36777" cy="59514"/>
            </a:xfrm>
            <a:custGeom>
              <a:rect b="b" l="l" r="r" t="t"/>
              <a:pathLst>
                <a:path extrusionOk="0" h="1793" w="1108">
                  <a:moveTo>
                    <a:pt x="425" y="1"/>
                  </a:moveTo>
                  <a:lnTo>
                    <a:pt x="0" y="180"/>
                  </a:lnTo>
                  <a:lnTo>
                    <a:pt x="683" y="1793"/>
                  </a:lnTo>
                  <a:lnTo>
                    <a:pt x="1108" y="1613"/>
                  </a:lnTo>
                  <a:lnTo>
                    <a:pt x="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4916338" y="2889209"/>
              <a:ext cx="20115" cy="20115"/>
            </a:xfrm>
            <a:custGeom>
              <a:rect b="b" l="l" r="r" t="t"/>
              <a:pathLst>
                <a:path extrusionOk="0" h="606" w="606">
                  <a:moveTo>
                    <a:pt x="426" y="1"/>
                  </a:moveTo>
                  <a:lnTo>
                    <a:pt x="1" y="181"/>
                  </a:lnTo>
                  <a:lnTo>
                    <a:pt x="181" y="606"/>
                  </a:lnTo>
                  <a:lnTo>
                    <a:pt x="606" y="426"/>
                  </a:lnTo>
                  <a:lnTo>
                    <a:pt x="4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4737364" y="2866107"/>
              <a:ext cx="54668" cy="44511"/>
            </a:xfrm>
            <a:custGeom>
              <a:rect b="b" l="l" r="r" t="t"/>
              <a:pathLst>
                <a:path extrusionOk="0" h="1341" w="1647">
                  <a:moveTo>
                    <a:pt x="1220" y="1"/>
                  </a:moveTo>
                  <a:lnTo>
                    <a:pt x="850" y="877"/>
                  </a:lnTo>
                  <a:lnTo>
                    <a:pt x="1" y="877"/>
                  </a:lnTo>
                  <a:lnTo>
                    <a:pt x="1" y="1340"/>
                  </a:lnTo>
                  <a:lnTo>
                    <a:pt x="1156" y="1340"/>
                  </a:lnTo>
                  <a:lnTo>
                    <a:pt x="1646" y="182"/>
                  </a:lnTo>
                  <a:lnTo>
                    <a:pt x="12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4784033" y="2837761"/>
              <a:ext cx="20115" cy="20115"/>
            </a:xfrm>
            <a:custGeom>
              <a:rect b="b" l="l" r="r" t="t"/>
              <a:pathLst>
                <a:path extrusionOk="0" h="606" w="606">
                  <a:moveTo>
                    <a:pt x="180" y="1"/>
                  </a:moveTo>
                  <a:lnTo>
                    <a:pt x="0" y="426"/>
                  </a:lnTo>
                  <a:lnTo>
                    <a:pt x="425" y="606"/>
                  </a:lnTo>
                  <a:lnTo>
                    <a:pt x="605" y="181"/>
                  </a:lnTo>
                  <a:lnTo>
                    <a:pt x="1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6"/>
            <p:cNvSpPr/>
            <p:nvPr/>
          </p:nvSpPr>
          <p:spPr>
            <a:xfrm>
              <a:off x="4874416" y="2737420"/>
              <a:ext cx="33060" cy="47399"/>
            </a:xfrm>
            <a:custGeom>
              <a:rect b="b" l="l" r="r" t="t"/>
              <a:pathLst>
                <a:path extrusionOk="0" h="1428" w="996">
                  <a:moveTo>
                    <a:pt x="418" y="1"/>
                  </a:moveTo>
                  <a:lnTo>
                    <a:pt x="0" y="196"/>
                  </a:lnTo>
                  <a:lnTo>
                    <a:pt x="577" y="1428"/>
                  </a:lnTo>
                  <a:lnTo>
                    <a:pt x="995" y="1232"/>
                  </a:lnTo>
                  <a:lnTo>
                    <a:pt x="4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4774673" y="3124544"/>
              <a:ext cx="15368" cy="15368"/>
            </a:xfrm>
            <a:custGeom>
              <a:rect b="b" l="l" r="r" t="t"/>
              <a:pathLst>
                <a:path extrusionOk="0" h="463" w="463">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4774673" y="3088796"/>
              <a:ext cx="15368" cy="20447"/>
            </a:xfrm>
            <a:custGeom>
              <a:rect b="b" l="l" r="r" t="t"/>
              <a:pathLst>
                <a:path extrusionOk="0" h="616" w="463">
                  <a:moveTo>
                    <a:pt x="1" y="1"/>
                  </a:moveTo>
                  <a:lnTo>
                    <a:pt x="1" y="616"/>
                  </a:lnTo>
                  <a:lnTo>
                    <a:pt x="462" y="616"/>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4874781" y="3088796"/>
              <a:ext cx="15335" cy="20447"/>
            </a:xfrm>
            <a:custGeom>
              <a:rect b="b" l="l" r="r" t="t"/>
              <a:pathLst>
                <a:path extrusionOk="0" h="616" w="462">
                  <a:moveTo>
                    <a:pt x="1" y="1"/>
                  </a:moveTo>
                  <a:lnTo>
                    <a:pt x="1" y="616"/>
                  </a:lnTo>
                  <a:lnTo>
                    <a:pt x="462" y="616"/>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4874781" y="3124544"/>
              <a:ext cx="15335" cy="15368"/>
            </a:xfrm>
            <a:custGeom>
              <a:rect b="b" l="l" r="r" t="t"/>
              <a:pathLst>
                <a:path extrusionOk="0" h="463"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4974890" y="3088796"/>
              <a:ext cx="15335" cy="20447"/>
            </a:xfrm>
            <a:custGeom>
              <a:rect b="b" l="l" r="r" t="t"/>
              <a:pathLst>
                <a:path extrusionOk="0" h="616" w="462">
                  <a:moveTo>
                    <a:pt x="0" y="1"/>
                  </a:moveTo>
                  <a:lnTo>
                    <a:pt x="0" y="616"/>
                  </a:lnTo>
                  <a:lnTo>
                    <a:pt x="461" y="616"/>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4974890" y="3124544"/>
              <a:ext cx="15335" cy="15368"/>
            </a:xfrm>
            <a:custGeom>
              <a:rect b="b" l="l" r="r" t="t"/>
              <a:pathLst>
                <a:path extrusionOk="0" h="463" w="462">
                  <a:moveTo>
                    <a:pt x="0" y="0"/>
                  </a:moveTo>
                  <a:lnTo>
                    <a:pt x="0" y="462"/>
                  </a:lnTo>
                  <a:lnTo>
                    <a:pt x="461" y="462"/>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6"/>
            <p:cNvSpPr/>
            <p:nvPr/>
          </p:nvSpPr>
          <p:spPr>
            <a:xfrm>
              <a:off x="4982159" y="2828334"/>
              <a:ext cx="20115" cy="20115"/>
            </a:xfrm>
            <a:custGeom>
              <a:rect b="b" l="l" r="r" t="t"/>
              <a:pathLst>
                <a:path extrusionOk="0" h="606" w="606">
                  <a:moveTo>
                    <a:pt x="425" y="0"/>
                  </a:moveTo>
                  <a:lnTo>
                    <a:pt x="0" y="180"/>
                  </a:lnTo>
                  <a:lnTo>
                    <a:pt x="180" y="605"/>
                  </a:lnTo>
                  <a:lnTo>
                    <a:pt x="605" y="425"/>
                  </a:lnTo>
                  <a:lnTo>
                    <a:pt x="4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4984582" y="2856614"/>
              <a:ext cx="47067" cy="54967"/>
            </a:xfrm>
            <a:custGeom>
              <a:rect b="b" l="l" r="r" t="t"/>
              <a:pathLst>
                <a:path extrusionOk="0" h="1656" w="1418">
                  <a:moveTo>
                    <a:pt x="717" y="0"/>
                  </a:moveTo>
                  <a:lnTo>
                    <a:pt x="291" y="180"/>
                  </a:lnTo>
                  <a:lnTo>
                    <a:pt x="721" y="1194"/>
                  </a:lnTo>
                  <a:lnTo>
                    <a:pt x="1" y="1194"/>
                  </a:lnTo>
                  <a:lnTo>
                    <a:pt x="1" y="1655"/>
                  </a:lnTo>
                  <a:lnTo>
                    <a:pt x="1418" y="1655"/>
                  </a:lnTo>
                  <a:lnTo>
                    <a:pt x="7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4834419" y="2895184"/>
              <a:ext cx="15335" cy="15368"/>
            </a:xfrm>
            <a:custGeom>
              <a:rect b="b" l="l" r="r" t="t"/>
              <a:pathLst>
                <a:path extrusionOk="0" h="463"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4865089" y="2895184"/>
              <a:ext cx="30670" cy="15368"/>
            </a:xfrm>
            <a:custGeom>
              <a:rect b="b" l="l" r="r" t="t"/>
              <a:pathLst>
                <a:path extrusionOk="0" h="463" w="924">
                  <a:moveTo>
                    <a:pt x="1" y="1"/>
                  </a:moveTo>
                  <a:lnTo>
                    <a:pt x="1" y="462"/>
                  </a:lnTo>
                  <a:lnTo>
                    <a:pt x="923" y="462"/>
                  </a:lnTo>
                  <a:lnTo>
                    <a:pt x="9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4985611" y="2957519"/>
              <a:ext cx="57788" cy="53340"/>
            </a:xfrm>
            <a:custGeom>
              <a:rect b="b" l="l" r="r" t="t"/>
              <a:pathLst>
                <a:path extrusionOk="0" h="1607" w="1741">
                  <a:moveTo>
                    <a:pt x="1" y="1"/>
                  </a:moveTo>
                  <a:lnTo>
                    <a:pt x="1" y="463"/>
                  </a:lnTo>
                  <a:lnTo>
                    <a:pt x="870" y="463"/>
                  </a:lnTo>
                  <a:lnTo>
                    <a:pt x="1310" y="1607"/>
                  </a:lnTo>
                  <a:lnTo>
                    <a:pt x="1740" y="1441"/>
                  </a:lnTo>
                  <a:lnTo>
                    <a:pt x="1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5034404" y="3019589"/>
              <a:ext cx="19849" cy="19816"/>
            </a:xfrm>
            <a:custGeom>
              <a:rect b="b" l="l" r="r" t="t"/>
              <a:pathLst>
                <a:path extrusionOk="0" h="597" w="598">
                  <a:moveTo>
                    <a:pt x="432" y="1"/>
                  </a:moveTo>
                  <a:lnTo>
                    <a:pt x="0" y="166"/>
                  </a:lnTo>
                  <a:lnTo>
                    <a:pt x="166" y="596"/>
                  </a:lnTo>
                  <a:lnTo>
                    <a:pt x="597" y="431"/>
                  </a:lnTo>
                  <a:lnTo>
                    <a:pt x="4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4706495" y="3003292"/>
              <a:ext cx="44212" cy="41092"/>
            </a:xfrm>
            <a:custGeom>
              <a:rect b="b" l="l" r="r" t="t"/>
              <a:pathLst>
                <a:path extrusionOk="0" h="1238" w="1332">
                  <a:moveTo>
                    <a:pt x="477" y="0"/>
                  </a:moveTo>
                  <a:lnTo>
                    <a:pt x="0" y="1237"/>
                  </a:lnTo>
                  <a:lnTo>
                    <a:pt x="1331" y="1237"/>
                  </a:lnTo>
                  <a:lnTo>
                    <a:pt x="1331" y="776"/>
                  </a:lnTo>
                  <a:lnTo>
                    <a:pt x="672" y="776"/>
                  </a:lnTo>
                  <a:lnTo>
                    <a:pt x="907" y="166"/>
                  </a:lnTo>
                  <a:lnTo>
                    <a:pt x="4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4727672" y="2974780"/>
              <a:ext cx="19816" cy="19816"/>
            </a:xfrm>
            <a:custGeom>
              <a:rect b="b" l="l" r="r" t="t"/>
              <a:pathLst>
                <a:path extrusionOk="0" h="597" w="597">
                  <a:moveTo>
                    <a:pt x="166" y="0"/>
                  </a:moveTo>
                  <a:lnTo>
                    <a:pt x="0" y="430"/>
                  </a:lnTo>
                  <a:lnTo>
                    <a:pt x="430" y="597"/>
                  </a:lnTo>
                  <a:lnTo>
                    <a:pt x="597" y="165"/>
                  </a:lnTo>
                  <a:lnTo>
                    <a:pt x="1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4883478" y="3028020"/>
              <a:ext cx="40860" cy="15335"/>
            </a:xfrm>
            <a:custGeom>
              <a:rect b="b" l="l" r="r" t="t"/>
              <a:pathLst>
                <a:path extrusionOk="0" h="462" w="1231">
                  <a:moveTo>
                    <a:pt x="0" y="0"/>
                  </a:moveTo>
                  <a:lnTo>
                    <a:pt x="0" y="461"/>
                  </a:lnTo>
                  <a:lnTo>
                    <a:pt x="1231" y="461"/>
                  </a:lnTo>
                  <a:lnTo>
                    <a:pt x="1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4852808" y="3028020"/>
              <a:ext cx="15335" cy="15335"/>
            </a:xfrm>
            <a:custGeom>
              <a:rect b="b" l="l" r="r" t="t"/>
              <a:pathLst>
                <a:path extrusionOk="0" h="462" w="462">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4965364" y="2735395"/>
              <a:ext cx="32296" cy="45806"/>
            </a:xfrm>
            <a:custGeom>
              <a:rect b="b" l="l" r="r" t="t"/>
              <a:pathLst>
                <a:path extrusionOk="0" h="1380" w="973">
                  <a:moveTo>
                    <a:pt x="419" y="1"/>
                  </a:moveTo>
                  <a:lnTo>
                    <a:pt x="1" y="197"/>
                  </a:lnTo>
                  <a:lnTo>
                    <a:pt x="555" y="1379"/>
                  </a:lnTo>
                  <a:lnTo>
                    <a:pt x="973" y="1184"/>
                  </a:lnTo>
                  <a:lnTo>
                    <a:pt x="4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4767205" y="2735428"/>
              <a:ext cx="32296" cy="45806"/>
            </a:xfrm>
            <a:custGeom>
              <a:rect b="b" l="l" r="r" t="t"/>
              <a:pathLst>
                <a:path extrusionOk="0" h="1380" w="973">
                  <a:moveTo>
                    <a:pt x="555" y="1"/>
                  </a:moveTo>
                  <a:lnTo>
                    <a:pt x="1" y="1183"/>
                  </a:lnTo>
                  <a:lnTo>
                    <a:pt x="418" y="1379"/>
                  </a:lnTo>
                  <a:lnTo>
                    <a:pt x="973" y="197"/>
                  </a:lnTo>
                  <a:lnTo>
                    <a:pt x="5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66"/>
          <p:cNvGrpSpPr/>
          <p:nvPr/>
        </p:nvGrpSpPr>
        <p:grpSpPr>
          <a:xfrm>
            <a:off x="4014852" y="2643547"/>
            <a:ext cx="462606" cy="454943"/>
            <a:chOff x="3990202" y="2277830"/>
            <a:chExt cx="523014" cy="514351"/>
          </a:xfrm>
        </p:grpSpPr>
        <p:sp>
          <p:nvSpPr>
            <p:cNvPr id="6092" name="Google Shape;6092;p66"/>
            <p:cNvSpPr/>
            <p:nvPr/>
          </p:nvSpPr>
          <p:spPr>
            <a:xfrm>
              <a:off x="3990202" y="2776846"/>
              <a:ext cx="523014" cy="15335"/>
            </a:xfrm>
            <a:custGeom>
              <a:rect b="b" l="l" r="r" t="t"/>
              <a:pathLst>
                <a:path extrusionOk="0" h="462" w="15757">
                  <a:moveTo>
                    <a:pt x="0" y="0"/>
                  </a:moveTo>
                  <a:lnTo>
                    <a:pt x="0" y="461"/>
                  </a:lnTo>
                  <a:lnTo>
                    <a:pt x="15757" y="461"/>
                  </a:lnTo>
                  <a:lnTo>
                    <a:pt x="157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6"/>
            <p:cNvSpPr/>
            <p:nvPr/>
          </p:nvSpPr>
          <p:spPr>
            <a:xfrm>
              <a:off x="3990202" y="2715540"/>
              <a:ext cx="523014" cy="15335"/>
            </a:xfrm>
            <a:custGeom>
              <a:rect b="b" l="l" r="r" t="t"/>
              <a:pathLst>
                <a:path extrusionOk="0" h="462" w="15757">
                  <a:moveTo>
                    <a:pt x="0" y="0"/>
                  </a:moveTo>
                  <a:lnTo>
                    <a:pt x="0" y="461"/>
                  </a:lnTo>
                  <a:lnTo>
                    <a:pt x="15757" y="461"/>
                  </a:lnTo>
                  <a:lnTo>
                    <a:pt x="157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3990202" y="2562290"/>
              <a:ext cx="523014" cy="107311"/>
            </a:xfrm>
            <a:custGeom>
              <a:rect b="b" l="l" r="r" t="t"/>
              <a:pathLst>
                <a:path extrusionOk="0" h="3233" w="15757">
                  <a:moveTo>
                    <a:pt x="0" y="1"/>
                  </a:moveTo>
                  <a:lnTo>
                    <a:pt x="0" y="462"/>
                  </a:lnTo>
                  <a:lnTo>
                    <a:pt x="2294" y="462"/>
                  </a:lnTo>
                  <a:lnTo>
                    <a:pt x="5113" y="3232"/>
                  </a:lnTo>
                  <a:lnTo>
                    <a:pt x="15757" y="3232"/>
                  </a:lnTo>
                  <a:lnTo>
                    <a:pt x="15757" y="2771"/>
                  </a:lnTo>
                  <a:lnTo>
                    <a:pt x="5301" y="2771"/>
                  </a:lnTo>
                  <a:lnTo>
                    <a:pt x="24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3990235" y="2318425"/>
              <a:ext cx="522981" cy="269490"/>
            </a:xfrm>
            <a:custGeom>
              <a:rect b="b" l="l" r="r" t="t"/>
              <a:pathLst>
                <a:path extrusionOk="0" h="8119" w="15756">
                  <a:moveTo>
                    <a:pt x="1784" y="1125"/>
                  </a:moveTo>
                  <a:lnTo>
                    <a:pt x="2413" y="2517"/>
                  </a:lnTo>
                  <a:lnTo>
                    <a:pt x="1158" y="2517"/>
                  </a:lnTo>
                  <a:lnTo>
                    <a:pt x="1784" y="1125"/>
                  </a:lnTo>
                  <a:close/>
                  <a:moveTo>
                    <a:pt x="2063" y="2978"/>
                  </a:moveTo>
                  <a:lnTo>
                    <a:pt x="2410" y="3748"/>
                  </a:lnTo>
                  <a:lnTo>
                    <a:pt x="1156" y="3748"/>
                  </a:lnTo>
                  <a:lnTo>
                    <a:pt x="1503" y="2978"/>
                  </a:lnTo>
                  <a:close/>
                  <a:moveTo>
                    <a:pt x="13786" y="4474"/>
                  </a:moveTo>
                  <a:lnTo>
                    <a:pt x="14197" y="5378"/>
                  </a:lnTo>
                  <a:lnTo>
                    <a:pt x="13733" y="5378"/>
                  </a:lnTo>
                  <a:lnTo>
                    <a:pt x="13576" y="4937"/>
                  </a:lnTo>
                  <a:lnTo>
                    <a:pt x="13786" y="4474"/>
                  </a:lnTo>
                  <a:close/>
                  <a:moveTo>
                    <a:pt x="11816" y="4476"/>
                  </a:moveTo>
                  <a:lnTo>
                    <a:pt x="12027" y="4938"/>
                  </a:lnTo>
                  <a:lnTo>
                    <a:pt x="11869" y="5379"/>
                  </a:lnTo>
                  <a:lnTo>
                    <a:pt x="11405" y="5379"/>
                  </a:lnTo>
                  <a:lnTo>
                    <a:pt x="11816" y="4476"/>
                  </a:lnTo>
                  <a:close/>
                  <a:moveTo>
                    <a:pt x="12801" y="4142"/>
                  </a:moveTo>
                  <a:lnTo>
                    <a:pt x="13243" y="5379"/>
                  </a:lnTo>
                  <a:lnTo>
                    <a:pt x="12359" y="5379"/>
                  </a:lnTo>
                  <a:lnTo>
                    <a:pt x="12801" y="4142"/>
                  </a:lnTo>
                  <a:close/>
                  <a:moveTo>
                    <a:pt x="14648" y="4142"/>
                  </a:moveTo>
                  <a:lnTo>
                    <a:pt x="15090" y="5379"/>
                  </a:lnTo>
                  <a:lnTo>
                    <a:pt x="14705" y="5379"/>
                  </a:lnTo>
                  <a:lnTo>
                    <a:pt x="14426" y="4765"/>
                  </a:lnTo>
                  <a:lnTo>
                    <a:pt x="14648" y="4142"/>
                  </a:lnTo>
                  <a:close/>
                  <a:moveTo>
                    <a:pt x="12571" y="5841"/>
                  </a:moveTo>
                  <a:lnTo>
                    <a:pt x="12571" y="6425"/>
                  </a:lnTo>
                  <a:lnTo>
                    <a:pt x="12047" y="6425"/>
                  </a:lnTo>
                  <a:lnTo>
                    <a:pt x="12047" y="5841"/>
                  </a:lnTo>
                  <a:close/>
                  <a:moveTo>
                    <a:pt x="13556" y="5841"/>
                  </a:moveTo>
                  <a:lnTo>
                    <a:pt x="13556" y="6425"/>
                  </a:lnTo>
                  <a:lnTo>
                    <a:pt x="13033" y="6425"/>
                  </a:lnTo>
                  <a:lnTo>
                    <a:pt x="13033" y="5841"/>
                  </a:lnTo>
                  <a:close/>
                  <a:moveTo>
                    <a:pt x="14416" y="5841"/>
                  </a:moveTo>
                  <a:lnTo>
                    <a:pt x="14416" y="6425"/>
                  </a:lnTo>
                  <a:lnTo>
                    <a:pt x="14017" y="6425"/>
                  </a:lnTo>
                  <a:lnTo>
                    <a:pt x="14017" y="5841"/>
                  </a:lnTo>
                  <a:close/>
                  <a:moveTo>
                    <a:pt x="1784" y="1"/>
                  </a:moveTo>
                  <a:lnTo>
                    <a:pt x="443" y="2978"/>
                  </a:lnTo>
                  <a:lnTo>
                    <a:pt x="997" y="2978"/>
                  </a:lnTo>
                  <a:lnTo>
                    <a:pt x="443" y="4209"/>
                  </a:lnTo>
                  <a:lnTo>
                    <a:pt x="1524" y="4209"/>
                  </a:lnTo>
                  <a:lnTo>
                    <a:pt x="1524" y="4886"/>
                  </a:lnTo>
                  <a:lnTo>
                    <a:pt x="0" y="4886"/>
                  </a:lnTo>
                  <a:lnTo>
                    <a:pt x="0" y="5348"/>
                  </a:lnTo>
                  <a:lnTo>
                    <a:pt x="3426" y="5348"/>
                  </a:lnTo>
                  <a:lnTo>
                    <a:pt x="6246" y="8118"/>
                  </a:lnTo>
                  <a:lnTo>
                    <a:pt x="9116" y="8118"/>
                  </a:lnTo>
                  <a:lnTo>
                    <a:pt x="11012" y="6887"/>
                  </a:lnTo>
                  <a:lnTo>
                    <a:pt x="15756" y="6887"/>
                  </a:lnTo>
                  <a:lnTo>
                    <a:pt x="15756" y="6426"/>
                  </a:lnTo>
                  <a:lnTo>
                    <a:pt x="14879" y="6426"/>
                  </a:lnTo>
                  <a:lnTo>
                    <a:pt x="14879" y="6425"/>
                  </a:lnTo>
                  <a:lnTo>
                    <a:pt x="14879" y="5841"/>
                  </a:lnTo>
                  <a:lnTo>
                    <a:pt x="15744" y="5841"/>
                  </a:lnTo>
                  <a:lnTo>
                    <a:pt x="14647" y="2769"/>
                  </a:lnTo>
                  <a:lnTo>
                    <a:pt x="14150" y="4161"/>
                  </a:lnTo>
                  <a:lnTo>
                    <a:pt x="13785" y="3360"/>
                  </a:lnTo>
                  <a:lnTo>
                    <a:pt x="13351" y="4313"/>
                  </a:lnTo>
                  <a:lnTo>
                    <a:pt x="12801" y="2770"/>
                  </a:lnTo>
                  <a:lnTo>
                    <a:pt x="12250" y="4313"/>
                  </a:lnTo>
                  <a:lnTo>
                    <a:pt x="11818" y="3360"/>
                  </a:lnTo>
                  <a:lnTo>
                    <a:pt x="10690" y="5841"/>
                  </a:lnTo>
                  <a:lnTo>
                    <a:pt x="11587" y="5841"/>
                  </a:lnTo>
                  <a:lnTo>
                    <a:pt x="11587" y="6425"/>
                  </a:lnTo>
                  <a:lnTo>
                    <a:pt x="10876" y="6425"/>
                  </a:lnTo>
                  <a:lnTo>
                    <a:pt x="8981" y="7655"/>
                  </a:lnTo>
                  <a:lnTo>
                    <a:pt x="6436" y="7655"/>
                  </a:lnTo>
                  <a:lnTo>
                    <a:pt x="3614" y="4886"/>
                  </a:lnTo>
                  <a:lnTo>
                    <a:pt x="1985" y="4886"/>
                  </a:lnTo>
                  <a:lnTo>
                    <a:pt x="1985" y="4209"/>
                  </a:lnTo>
                  <a:lnTo>
                    <a:pt x="3127" y="4209"/>
                  </a:lnTo>
                  <a:lnTo>
                    <a:pt x="2572" y="2978"/>
                  </a:lnTo>
                  <a:lnTo>
                    <a:pt x="3127" y="2978"/>
                  </a:lnTo>
                  <a:lnTo>
                    <a:pt x="17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4279740" y="2307936"/>
              <a:ext cx="188069" cy="76708"/>
            </a:xfrm>
            <a:custGeom>
              <a:rect b="b" l="l" r="r" t="t"/>
              <a:pathLst>
                <a:path extrusionOk="0" h="2311" w="5666">
                  <a:moveTo>
                    <a:pt x="2909" y="461"/>
                  </a:moveTo>
                  <a:cubicBezTo>
                    <a:pt x="3036" y="461"/>
                    <a:pt x="3140" y="564"/>
                    <a:pt x="3140" y="692"/>
                  </a:cubicBezTo>
                  <a:cubicBezTo>
                    <a:pt x="3140" y="1074"/>
                    <a:pt x="3450" y="1385"/>
                    <a:pt x="3833" y="1385"/>
                  </a:cubicBezTo>
                  <a:lnTo>
                    <a:pt x="4973" y="1385"/>
                  </a:lnTo>
                  <a:cubicBezTo>
                    <a:pt x="5099" y="1385"/>
                    <a:pt x="5203" y="1489"/>
                    <a:pt x="5203" y="1617"/>
                  </a:cubicBezTo>
                  <a:cubicBezTo>
                    <a:pt x="5203" y="1744"/>
                    <a:pt x="5099" y="1848"/>
                    <a:pt x="4973" y="1848"/>
                  </a:cubicBezTo>
                  <a:lnTo>
                    <a:pt x="2233" y="1848"/>
                  </a:lnTo>
                  <a:cubicBezTo>
                    <a:pt x="2106" y="1848"/>
                    <a:pt x="2002" y="1744"/>
                    <a:pt x="2002" y="1617"/>
                  </a:cubicBezTo>
                  <a:cubicBezTo>
                    <a:pt x="2002" y="1235"/>
                    <a:pt x="1691" y="924"/>
                    <a:pt x="1309" y="924"/>
                  </a:cubicBezTo>
                  <a:lnTo>
                    <a:pt x="693" y="924"/>
                  </a:lnTo>
                  <a:cubicBezTo>
                    <a:pt x="567" y="924"/>
                    <a:pt x="462" y="821"/>
                    <a:pt x="462" y="692"/>
                  </a:cubicBezTo>
                  <a:cubicBezTo>
                    <a:pt x="462" y="564"/>
                    <a:pt x="565" y="461"/>
                    <a:pt x="693" y="461"/>
                  </a:cubicBezTo>
                  <a:close/>
                  <a:moveTo>
                    <a:pt x="693" y="1"/>
                  </a:moveTo>
                  <a:cubicBezTo>
                    <a:pt x="312" y="1"/>
                    <a:pt x="0" y="311"/>
                    <a:pt x="0" y="693"/>
                  </a:cubicBezTo>
                  <a:cubicBezTo>
                    <a:pt x="0" y="1075"/>
                    <a:pt x="311" y="1386"/>
                    <a:pt x="693" y="1386"/>
                  </a:cubicBezTo>
                  <a:lnTo>
                    <a:pt x="1309" y="1386"/>
                  </a:lnTo>
                  <a:cubicBezTo>
                    <a:pt x="1436" y="1386"/>
                    <a:pt x="1540" y="1490"/>
                    <a:pt x="1540" y="1618"/>
                  </a:cubicBezTo>
                  <a:cubicBezTo>
                    <a:pt x="1540" y="2000"/>
                    <a:pt x="1851" y="2311"/>
                    <a:pt x="2233" y="2311"/>
                  </a:cubicBezTo>
                  <a:lnTo>
                    <a:pt x="4973" y="2311"/>
                  </a:lnTo>
                  <a:cubicBezTo>
                    <a:pt x="5353" y="2311"/>
                    <a:pt x="5666" y="2001"/>
                    <a:pt x="5666" y="1618"/>
                  </a:cubicBezTo>
                  <a:cubicBezTo>
                    <a:pt x="5663" y="1235"/>
                    <a:pt x="5353" y="925"/>
                    <a:pt x="4973" y="925"/>
                  </a:cubicBezTo>
                  <a:lnTo>
                    <a:pt x="3833" y="925"/>
                  </a:lnTo>
                  <a:cubicBezTo>
                    <a:pt x="3707" y="925"/>
                    <a:pt x="3602" y="822"/>
                    <a:pt x="3602" y="693"/>
                  </a:cubicBezTo>
                  <a:cubicBezTo>
                    <a:pt x="3602" y="312"/>
                    <a:pt x="3292" y="1"/>
                    <a:pt x="2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4136780" y="2314077"/>
              <a:ext cx="66451" cy="66451"/>
            </a:xfrm>
            <a:custGeom>
              <a:rect b="b" l="l" r="r" t="t"/>
              <a:pathLst>
                <a:path extrusionOk="0" h="2002" w="2002">
                  <a:moveTo>
                    <a:pt x="1001" y="462"/>
                  </a:moveTo>
                  <a:cubicBezTo>
                    <a:pt x="1298" y="462"/>
                    <a:pt x="1540" y="704"/>
                    <a:pt x="1540" y="1001"/>
                  </a:cubicBezTo>
                  <a:cubicBezTo>
                    <a:pt x="1540" y="1299"/>
                    <a:pt x="1298" y="1541"/>
                    <a:pt x="1001" y="1541"/>
                  </a:cubicBezTo>
                  <a:cubicBezTo>
                    <a:pt x="703" y="1541"/>
                    <a:pt x="461" y="1299"/>
                    <a:pt x="461" y="1001"/>
                  </a:cubicBezTo>
                  <a:cubicBezTo>
                    <a:pt x="461" y="704"/>
                    <a:pt x="703" y="462"/>
                    <a:pt x="1001" y="462"/>
                  </a:cubicBezTo>
                  <a:close/>
                  <a:moveTo>
                    <a:pt x="1001" y="1"/>
                  </a:moveTo>
                  <a:cubicBezTo>
                    <a:pt x="449" y="1"/>
                    <a:pt x="0" y="449"/>
                    <a:pt x="0" y="1001"/>
                  </a:cubicBezTo>
                  <a:cubicBezTo>
                    <a:pt x="0" y="1553"/>
                    <a:pt x="449" y="2002"/>
                    <a:pt x="1001" y="2002"/>
                  </a:cubicBezTo>
                  <a:cubicBezTo>
                    <a:pt x="1552" y="2002"/>
                    <a:pt x="2001" y="1553"/>
                    <a:pt x="2001" y="1001"/>
                  </a:cubicBezTo>
                  <a:cubicBezTo>
                    <a:pt x="2001" y="449"/>
                    <a:pt x="1552" y="1"/>
                    <a:pt x="10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4162305" y="2277830"/>
              <a:ext cx="15335" cy="15335"/>
            </a:xfrm>
            <a:custGeom>
              <a:rect b="b" l="l" r="r" t="t"/>
              <a:pathLst>
                <a:path extrusionOk="0" h="462"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4162305" y="2401439"/>
              <a:ext cx="15335" cy="15335"/>
            </a:xfrm>
            <a:custGeom>
              <a:rect b="b" l="l" r="r" t="t"/>
              <a:pathLst>
                <a:path extrusionOk="0" h="462"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4202800" y="2292767"/>
              <a:ext cx="21708" cy="21675"/>
            </a:xfrm>
            <a:custGeom>
              <a:rect b="b" l="l" r="r" t="t"/>
              <a:pathLst>
                <a:path extrusionOk="0" h="653" w="654">
                  <a:moveTo>
                    <a:pt x="327" y="0"/>
                  </a:moveTo>
                  <a:lnTo>
                    <a:pt x="1" y="326"/>
                  </a:lnTo>
                  <a:lnTo>
                    <a:pt x="327" y="653"/>
                  </a:lnTo>
                  <a:lnTo>
                    <a:pt x="653" y="326"/>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4115404" y="2380163"/>
              <a:ext cx="21708" cy="21675"/>
            </a:xfrm>
            <a:custGeom>
              <a:rect b="b" l="l" r="r" t="t"/>
              <a:pathLst>
                <a:path extrusionOk="0" h="653" w="654">
                  <a:moveTo>
                    <a:pt x="327" y="0"/>
                  </a:moveTo>
                  <a:lnTo>
                    <a:pt x="1" y="327"/>
                  </a:lnTo>
                  <a:lnTo>
                    <a:pt x="327" y="653"/>
                  </a:lnTo>
                  <a:lnTo>
                    <a:pt x="653" y="327"/>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4224143" y="2339668"/>
              <a:ext cx="15335" cy="15335"/>
            </a:xfrm>
            <a:custGeom>
              <a:rect b="b" l="l" r="r" t="t"/>
              <a:pathLst>
                <a:path extrusionOk="0" h="462" w="462">
                  <a:moveTo>
                    <a:pt x="0" y="0"/>
                  </a:moveTo>
                  <a:lnTo>
                    <a:pt x="0" y="461"/>
                  </a:lnTo>
                  <a:lnTo>
                    <a:pt x="461" y="46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4100534" y="2339668"/>
              <a:ext cx="15335" cy="15335"/>
            </a:xfrm>
            <a:custGeom>
              <a:rect b="b" l="l" r="r" t="t"/>
              <a:pathLst>
                <a:path extrusionOk="0" h="462" w="462">
                  <a:moveTo>
                    <a:pt x="0" y="0"/>
                  </a:moveTo>
                  <a:lnTo>
                    <a:pt x="0" y="461"/>
                  </a:lnTo>
                  <a:lnTo>
                    <a:pt x="461" y="46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4202800" y="2380163"/>
              <a:ext cx="21708" cy="21675"/>
            </a:xfrm>
            <a:custGeom>
              <a:rect b="b" l="l" r="r" t="t"/>
              <a:pathLst>
                <a:path extrusionOk="0" h="653" w="654">
                  <a:moveTo>
                    <a:pt x="327" y="0"/>
                  </a:moveTo>
                  <a:lnTo>
                    <a:pt x="1" y="326"/>
                  </a:lnTo>
                  <a:lnTo>
                    <a:pt x="327" y="653"/>
                  </a:lnTo>
                  <a:lnTo>
                    <a:pt x="653" y="326"/>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4115404" y="2292767"/>
              <a:ext cx="21708" cy="21675"/>
            </a:xfrm>
            <a:custGeom>
              <a:rect b="b" l="l" r="r" t="t"/>
              <a:pathLst>
                <a:path extrusionOk="0" h="653" w="654">
                  <a:moveTo>
                    <a:pt x="327" y="0"/>
                  </a:moveTo>
                  <a:lnTo>
                    <a:pt x="1" y="326"/>
                  </a:lnTo>
                  <a:lnTo>
                    <a:pt x="327" y="653"/>
                  </a:lnTo>
                  <a:lnTo>
                    <a:pt x="653" y="326"/>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4001454" y="2592927"/>
              <a:ext cx="15335" cy="15368"/>
            </a:xfrm>
            <a:custGeom>
              <a:rect b="b" l="l" r="r" t="t"/>
              <a:pathLst>
                <a:path extrusionOk="0" h="463" w="462">
                  <a:moveTo>
                    <a:pt x="0" y="0"/>
                  </a:moveTo>
                  <a:lnTo>
                    <a:pt x="0"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4032058" y="2592960"/>
              <a:ext cx="53108" cy="35616"/>
            </a:xfrm>
            <a:custGeom>
              <a:rect b="b" l="l" r="r" t="t"/>
              <a:pathLst>
                <a:path extrusionOk="0" h="1073" w="1600">
                  <a:moveTo>
                    <a:pt x="1" y="0"/>
                  </a:moveTo>
                  <a:lnTo>
                    <a:pt x="1" y="462"/>
                  </a:lnTo>
                  <a:lnTo>
                    <a:pt x="656" y="462"/>
                  </a:lnTo>
                  <a:lnTo>
                    <a:pt x="1277" y="1073"/>
                  </a:lnTo>
                  <a:lnTo>
                    <a:pt x="1600" y="743"/>
                  </a:lnTo>
                  <a:lnTo>
                    <a:pt x="8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4115603" y="2658084"/>
              <a:ext cx="55465" cy="42154"/>
            </a:xfrm>
            <a:custGeom>
              <a:rect b="b" l="l" r="r" t="t"/>
              <a:pathLst>
                <a:path extrusionOk="0" h="1270" w="1671">
                  <a:moveTo>
                    <a:pt x="323" y="0"/>
                  </a:moveTo>
                  <a:lnTo>
                    <a:pt x="0" y="330"/>
                  </a:lnTo>
                  <a:lnTo>
                    <a:pt x="957" y="1270"/>
                  </a:lnTo>
                  <a:lnTo>
                    <a:pt x="1670" y="1270"/>
                  </a:lnTo>
                  <a:lnTo>
                    <a:pt x="1670" y="808"/>
                  </a:lnTo>
                  <a:lnTo>
                    <a:pt x="1146" y="808"/>
                  </a:lnTo>
                  <a:lnTo>
                    <a:pt x="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4186336" y="2684870"/>
              <a:ext cx="15335" cy="15368"/>
            </a:xfrm>
            <a:custGeom>
              <a:rect b="b" l="l" r="r" t="t"/>
              <a:pathLst>
                <a:path extrusionOk="0" h="463" w="462">
                  <a:moveTo>
                    <a:pt x="0" y="1"/>
                  </a:moveTo>
                  <a:lnTo>
                    <a:pt x="0"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4456988" y="2684870"/>
              <a:ext cx="24529" cy="15368"/>
            </a:xfrm>
            <a:custGeom>
              <a:rect b="b" l="l" r="r" t="t"/>
              <a:pathLst>
                <a:path extrusionOk="0" h="463" w="739">
                  <a:moveTo>
                    <a:pt x="1" y="1"/>
                  </a:moveTo>
                  <a:lnTo>
                    <a:pt x="1" y="463"/>
                  </a:lnTo>
                  <a:lnTo>
                    <a:pt x="738" y="463"/>
                  </a:lnTo>
                  <a:lnTo>
                    <a:pt x="7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4426351" y="2684870"/>
              <a:ext cx="15335" cy="15368"/>
            </a:xfrm>
            <a:custGeom>
              <a:rect b="b" l="l" r="r" t="t"/>
              <a:pathLst>
                <a:path extrusionOk="0" h="463" w="462">
                  <a:moveTo>
                    <a:pt x="0" y="1"/>
                  </a:moveTo>
                  <a:lnTo>
                    <a:pt x="0" y="463"/>
                  </a:lnTo>
                  <a:lnTo>
                    <a:pt x="462" y="463"/>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4303805" y="2684870"/>
              <a:ext cx="56195" cy="15368"/>
            </a:xfrm>
            <a:custGeom>
              <a:rect b="b" l="l" r="r" t="t"/>
              <a:pathLst>
                <a:path extrusionOk="0" h="463" w="1693">
                  <a:moveTo>
                    <a:pt x="0" y="1"/>
                  </a:moveTo>
                  <a:lnTo>
                    <a:pt x="0" y="463"/>
                  </a:lnTo>
                  <a:lnTo>
                    <a:pt x="1692" y="463"/>
                  </a:lnTo>
                  <a:lnTo>
                    <a:pt x="16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4273102" y="2684870"/>
              <a:ext cx="15401" cy="15368"/>
            </a:xfrm>
            <a:custGeom>
              <a:rect b="b" l="l" r="r" t="t"/>
              <a:pathLst>
                <a:path extrusionOk="0" h="463" w="464">
                  <a:moveTo>
                    <a:pt x="1" y="1"/>
                  </a:moveTo>
                  <a:lnTo>
                    <a:pt x="1"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4020805" y="2511240"/>
              <a:ext cx="15368" cy="15368"/>
            </a:xfrm>
            <a:custGeom>
              <a:rect b="b" l="l" r="r" t="t"/>
              <a:pathLst>
                <a:path extrusionOk="0" h="463" w="463">
                  <a:moveTo>
                    <a:pt x="1" y="1"/>
                  </a:moveTo>
                  <a:lnTo>
                    <a:pt x="1" y="462"/>
                  </a:lnTo>
                  <a:lnTo>
                    <a:pt x="463" y="462"/>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4051475" y="2511240"/>
              <a:ext cx="76907" cy="41126"/>
            </a:xfrm>
            <a:custGeom>
              <a:rect b="b" l="l" r="r" t="t"/>
              <a:pathLst>
                <a:path extrusionOk="0" h="1239" w="2317">
                  <a:moveTo>
                    <a:pt x="0" y="1"/>
                  </a:moveTo>
                  <a:lnTo>
                    <a:pt x="0" y="462"/>
                  </a:lnTo>
                  <a:lnTo>
                    <a:pt x="1203" y="462"/>
                  </a:lnTo>
                  <a:lnTo>
                    <a:pt x="1994" y="1239"/>
                  </a:lnTo>
                  <a:lnTo>
                    <a:pt x="2317" y="909"/>
                  </a:lnTo>
                  <a:lnTo>
                    <a:pt x="13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4171931" y="2594586"/>
              <a:ext cx="21675" cy="21708"/>
            </a:xfrm>
            <a:custGeom>
              <a:rect b="b" l="l" r="r" t="t"/>
              <a:pathLst>
                <a:path extrusionOk="0" h="654" w="653">
                  <a:moveTo>
                    <a:pt x="324" y="1"/>
                  </a:moveTo>
                  <a:lnTo>
                    <a:pt x="0" y="330"/>
                  </a:lnTo>
                  <a:lnTo>
                    <a:pt x="330" y="653"/>
                  </a:lnTo>
                  <a:lnTo>
                    <a:pt x="653" y="325"/>
                  </a:lnTo>
                  <a:lnTo>
                    <a:pt x="3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4142257" y="2565477"/>
              <a:ext cx="29475" cy="29409"/>
            </a:xfrm>
            <a:custGeom>
              <a:rect b="b" l="l" r="r" t="t"/>
              <a:pathLst>
                <a:path extrusionOk="0" h="886" w="888">
                  <a:moveTo>
                    <a:pt x="324" y="1"/>
                  </a:moveTo>
                  <a:lnTo>
                    <a:pt x="1" y="331"/>
                  </a:lnTo>
                  <a:lnTo>
                    <a:pt x="565" y="885"/>
                  </a:lnTo>
                  <a:lnTo>
                    <a:pt x="888" y="555"/>
                  </a:lnTo>
                  <a:lnTo>
                    <a:pt x="3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4229254" y="2603183"/>
              <a:ext cx="15335" cy="15335"/>
            </a:xfrm>
            <a:custGeom>
              <a:rect b="b" l="l" r="r" t="t"/>
              <a:pathLst>
                <a:path extrusionOk="0" h="462" w="462">
                  <a:moveTo>
                    <a:pt x="0" y="0"/>
                  </a:moveTo>
                  <a:lnTo>
                    <a:pt x="0" y="462"/>
                  </a:lnTo>
                  <a:lnTo>
                    <a:pt x="461" y="462"/>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4259858" y="2603183"/>
              <a:ext cx="28678" cy="15335"/>
            </a:xfrm>
            <a:custGeom>
              <a:rect b="b" l="l" r="r" t="t"/>
              <a:pathLst>
                <a:path extrusionOk="0" h="462" w="864">
                  <a:moveTo>
                    <a:pt x="1" y="0"/>
                  </a:moveTo>
                  <a:lnTo>
                    <a:pt x="1" y="462"/>
                  </a:lnTo>
                  <a:lnTo>
                    <a:pt x="863" y="462"/>
                  </a:lnTo>
                  <a:lnTo>
                    <a:pt x="8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4393159" y="2562290"/>
              <a:ext cx="15335" cy="15335"/>
            </a:xfrm>
            <a:custGeom>
              <a:rect b="b" l="l" r="r" t="t"/>
              <a:pathLst>
                <a:path extrusionOk="0" h="462"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4423762" y="2562290"/>
              <a:ext cx="48594" cy="15335"/>
            </a:xfrm>
            <a:custGeom>
              <a:rect b="b" l="l" r="r" t="t"/>
              <a:pathLst>
                <a:path extrusionOk="0" h="462" w="1464">
                  <a:moveTo>
                    <a:pt x="1" y="1"/>
                  </a:moveTo>
                  <a:lnTo>
                    <a:pt x="1" y="462"/>
                  </a:lnTo>
                  <a:lnTo>
                    <a:pt x="1463" y="462"/>
                  </a:lnTo>
                  <a:lnTo>
                    <a:pt x="1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4362489" y="2562290"/>
              <a:ext cx="15401" cy="15335"/>
            </a:xfrm>
            <a:custGeom>
              <a:rect b="b" l="l" r="r" t="t"/>
              <a:pathLst>
                <a:path extrusionOk="0" h="462" w="464">
                  <a:moveTo>
                    <a:pt x="1" y="1"/>
                  </a:moveTo>
                  <a:lnTo>
                    <a:pt x="1" y="462"/>
                  </a:lnTo>
                  <a:lnTo>
                    <a:pt x="463" y="462"/>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4357410" y="2338639"/>
              <a:ext cx="15335" cy="15335"/>
            </a:xfrm>
            <a:custGeom>
              <a:rect b="b" l="l" r="r" t="t"/>
              <a:pathLst>
                <a:path extrusionOk="0" h="462" w="462">
                  <a:moveTo>
                    <a:pt x="1" y="0"/>
                  </a:moveTo>
                  <a:lnTo>
                    <a:pt x="1"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4325214" y="2606237"/>
              <a:ext cx="36810" cy="15335"/>
            </a:xfrm>
            <a:custGeom>
              <a:rect b="b" l="l" r="r" t="t"/>
              <a:pathLst>
                <a:path extrusionOk="0" h="462" w="1109">
                  <a:moveTo>
                    <a:pt x="1" y="0"/>
                  </a:moveTo>
                  <a:lnTo>
                    <a:pt x="1" y="462"/>
                  </a:lnTo>
                  <a:lnTo>
                    <a:pt x="1108" y="462"/>
                  </a:lnTo>
                  <a:lnTo>
                    <a:pt x="11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4414136" y="2596047"/>
              <a:ext cx="52079" cy="15335"/>
            </a:xfrm>
            <a:custGeom>
              <a:rect b="b" l="l" r="r" t="t"/>
              <a:pathLst>
                <a:path extrusionOk="0" h="462" w="1569">
                  <a:moveTo>
                    <a:pt x="0" y="0"/>
                  </a:moveTo>
                  <a:lnTo>
                    <a:pt x="0" y="462"/>
                  </a:lnTo>
                  <a:lnTo>
                    <a:pt x="1569" y="462"/>
                  </a:lnTo>
                  <a:lnTo>
                    <a:pt x="15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4473352" y="2621539"/>
              <a:ext cx="23533" cy="15368"/>
            </a:xfrm>
            <a:custGeom>
              <a:rect b="b" l="l" r="r" t="t"/>
              <a:pathLst>
                <a:path extrusionOk="0" h="463" w="709">
                  <a:moveTo>
                    <a:pt x="0" y="1"/>
                  </a:moveTo>
                  <a:lnTo>
                    <a:pt x="0" y="463"/>
                  </a:lnTo>
                  <a:lnTo>
                    <a:pt x="708" y="463"/>
                  </a:ln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4009586" y="2634816"/>
              <a:ext cx="27616" cy="15368"/>
            </a:xfrm>
            <a:custGeom>
              <a:rect b="b" l="l" r="r" t="t"/>
              <a:pathLst>
                <a:path extrusionOk="0" h="463" w="832">
                  <a:moveTo>
                    <a:pt x="1" y="1"/>
                  </a:moveTo>
                  <a:lnTo>
                    <a:pt x="1" y="462"/>
                  </a:lnTo>
                  <a:lnTo>
                    <a:pt x="832" y="462"/>
                  </a:lnTo>
                  <a:lnTo>
                    <a:pt x="8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4060703" y="2651180"/>
              <a:ext cx="37839" cy="15335"/>
            </a:xfrm>
            <a:custGeom>
              <a:rect b="b" l="l" r="r" t="t"/>
              <a:pathLst>
                <a:path extrusionOk="0" h="462" w="1140">
                  <a:moveTo>
                    <a:pt x="0" y="0"/>
                  </a:moveTo>
                  <a:lnTo>
                    <a:pt x="0" y="461"/>
                  </a:lnTo>
                  <a:lnTo>
                    <a:pt x="1139" y="461"/>
                  </a:lnTo>
                  <a:lnTo>
                    <a:pt x="11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4010615" y="2678729"/>
              <a:ext cx="43980" cy="15368"/>
            </a:xfrm>
            <a:custGeom>
              <a:rect b="b" l="l" r="r" t="t"/>
              <a:pathLst>
                <a:path extrusionOk="0" h="463" w="1325">
                  <a:moveTo>
                    <a:pt x="1" y="1"/>
                  </a:moveTo>
                  <a:lnTo>
                    <a:pt x="1" y="463"/>
                  </a:lnTo>
                  <a:lnTo>
                    <a:pt x="1324" y="463"/>
                  </a:lnTo>
                  <a:lnTo>
                    <a:pt x="13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4084137" y="2686928"/>
              <a:ext cx="21509" cy="15401"/>
            </a:xfrm>
            <a:custGeom>
              <a:rect b="b" l="l" r="r" t="t"/>
              <a:pathLst>
                <a:path extrusionOk="0" h="464" w="648">
                  <a:moveTo>
                    <a:pt x="1" y="1"/>
                  </a:moveTo>
                  <a:lnTo>
                    <a:pt x="1" y="463"/>
                  </a:lnTo>
                  <a:lnTo>
                    <a:pt x="647" y="463"/>
                  </a:lnTo>
                  <a:lnTo>
                    <a:pt x="6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4020805" y="2744119"/>
              <a:ext cx="27649" cy="15368"/>
            </a:xfrm>
            <a:custGeom>
              <a:rect b="b" l="l" r="r" t="t"/>
              <a:pathLst>
                <a:path extrusionOk="0" h="463" w="833">
                  <a:moveTo>
                    <a:pt x="1" y="1"/>
                  </a:moveTo>
                  <a:lnTo>
                    <a:pt x="1" y="463"/>
                  </a:lnTo>
                  <a:lnTo>
                    <a:pt x="832" y="463"/>
                  </a:lnTo>
                  <a:lnTo>
                    <a:pt x="8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4072918" y="2754342"/>
              <a:ext cx="25558" cy="15368"/>
            </a:xfrm>
            <a:custGeom>
              <a:rect b="b" l="l" r="r" t="t"/>
              <a:pathLst>
                <a:path extrusionOk="0" h="463" w="770">
                  <a:moveTo>
                    <a:pt x="1" y="1"/>
                  </a:moveTo>
                  <a:lnTo>
                    <a:pt x="1" y="462"/>
                  </a:lnTo>
                  <a:lnTo>
                    <a:pt x="770" y="462"/>
                  </a:lnTo>
                  <a:lnTo>
                    <a:pt x="7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4123005" y="2746143"/>
              <a:ext cx="56195" cy="15368"/>
            </a:xfrm>
            <a:custGeom>
              <a:rect b="b" l="l" r="r" t="t"/>
              <a:pathLst>
                <a:path extrusionOk="0" h="463" w="1693">
                  <a:moveTo>
                    <a:pt x="0" y="1"/>
                  </a:moveTo>
                  <a:lnTo>
                    <a:pt x="0" y="463"/>
                  </a:lnTo>
                  <a:lnTo>
                    <a:pt x="1692" y="463"/>
                  </a:lnTo>
                  <a:lnTo>
                    <a:pt x="16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4225138" y="2744119"/>
              <a:ext cx="28612" cy="15368"/>
            </a:xfrm>
            <a:custGeom>
              <a:rect b="b" l="l" r="r" t="t"/>
              <a:pathLst>
                <a:path extrusionOk="0" h="463" w="862">
                  <a:moveTo>
                    <a:pt x="0" y="1"/>
                  </a:moveTo>
                  <a:lnTo>
                    <a:pt x="0" y="463"/>
                  </a:lnTo>
                  <a:lnTo>
                    <a:pt x="862" y="463"/>
                  </a:lnTo>
                  <a:lnTo>
                    <a:pt x="8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4288470" y="2751255"/>
              <a:ext cx="60311" cy="15368"/>
            </a:xfrm>
            <a:custGeom>
              <a:rect b="b" l="l" r="r" t="t"/>
              <a:pathLst>
                <a:path extrusionOk="0" h="463" w="1817">
                  <a:moveTo>
                    <a:pt x="0" y="1"/>
                  </a:moveTo>
                  <a:lnTo>
                    <a:pt x="0" y="462"/>
                  </a:lnTo>
                  <a:lnTo>
                    <a:pt x="1816" y="462"/>
                  </a:lnTo>
                  <a:lnTo>
                    <a:pt x="18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4376330" y="2740069"/>
              <a:ext cx="21476" cy="15335"/>
            </a:xfrm>
            <a:custGeom>
              <a:rect b="b" l="l" r="r" t="t"/>
              <a:pathLst>
                <a:path extrusionOk="0" h="462" w="647">
                  <a:moveTo>
                    <a:pt x="1" y="1"/>
                  </a:moveTo>
                  <a:lnTo>
                    <a:pt x="1" y="462"/>
                  </a:lnTo>
                  <a:lnTo>
                    <a:pt x="647" y="462"/>
                  </a:lnTo>
                  <a:lnTo>
                    <a:pt x="6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4426351" y="2752284"/>
              <a:ext cx="44976" cy="15368"/>
            </a:xfrm>
            <a:custGeom>
              <a:rect b="b" l="l" r="r" t="t"/>
              <a:pathLst>
                <a:path extrusionOk="0" h="463" w="1355">
                  <a:moveTo>
                    <a:pt x="0" y="1"/>
                  </a:moveTo>
                  <a:lnTo>
                    <a:pt x="0" y="462"/>
                  </a:lnTo>
                  <a:lnTo>
                    <a:pt x="1354" y="462"/>
                  </a:lnTo>
                  <a:lnTo>
                    <a:pt x="13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66"/>
          <p:cNvGrpSpPr/>
          <p:nvPr/>
        </p:nvGrpSpPr>
        <p:grpSpPr>
          <a:xfrm>
            <a:off x="3371882" y="2640053"/>
            <a:ext cx="462547" cy="461931"/>
            <a:chOff x="3359478" y="2273947"/>
            <a:chExt cx="522948" cy="522251"/>
          </a:xfrm>
        </p:grpSpPr>
        <p:sp>
          <p:nvSpPr>
            <p:cNvPr id="6139" name="Google Shape;6139;p66"/>
            <p:cNvSpPr/>
            <p:nvPr/>
          </p:nvSpPr>
          <p:spPr>
            <a:xfrm>
              <a:off x="3489526" y="2429454"/>
              <a:ext cx="61340" cy="43316"/>
            </a:xfrm>
            <a:custGeom>
              <a:rect b="b" l="l" r="r" t="t"/>
              <a:pathLst>
                <a:path extrusionOk="0" h="1305" w="1848">
                  <a:moveTo>
                    <a:pt x="367" y="0"/>
                  </a:moveTo>
                  <a:lnTo>
                    <a:pt x="1" y="280"/>
                  </a:lnTo>
                  <a:cubicBezTo>
                    <a:pt x="435" y="847"/>
                    <a:pt x="1088" y="1221"/>
                    <a:pt x="1794" y="1305"/>
                  </a:cubicBezTo>
                  <a:lnTo>
                    <a:pt x="1848" y="847"/>
                  </a:lnTo>
                  <a:cubicBezTo>
                    <a:pt x="1266" y="779"/>
                    <a:pt x="725" y="470"/>
                    <a:pt x="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3359478" y="2273947"/>
              <a:ext cx="522948" cy="522251"/>
            </a:xfrm>
            <a:custGeom>
              <a:rect b="b" l="l" r="r" t="t"/>
              <a:pathLst>
                <a:path extrusionOk="0" h="15734" w="15755">
                  <a:moveTo>
                    <a:pt x="15295" y="1"/>
                  </a:moveTo>
                  <a:lnTo>
                    <a:pt x="15295" y="4"/>
                  </a:lnTo>
                  <a:lnTo>
                    <a:pt x="15295" y="550"/>
                  </a:lnTo>
                  <a:cubicBezTo>
                    <a:pt x="15295" y="1397"/>
                    <a:pt x="14962" y="2194"/>
                    <a:pt x="14355" y="2797"/>
                  </a:cubicBezTo>
                  <a:cubicBezTo>
                    <a:pt x="13765" y="3382"/>
                    <a:pt x="12993" y="3704"/>
                    <a:pt x="12177" y="3704"/>
                  </a:cubicBezTo>
                  <a:lnTo>
                    <a:pt x="12155" y="3704"/>
                  </a:lnTo>
                  <a:cubicBezTo>
                    <a:pt x="11860" y="3702"/>
                    <a:pt x="11570" y="3660"/>
                    <a:pt x="11288" y="3577"/>
                  </a:cubicBezTo>
                  <a:lnTo>
                    <a:pt x="11069" y="3512"/>
                  </a:lnTo>
                  <a:lnTo>
                    <a:pt x="11003" y="3732"/>
                  </a:lnTo>
                  <a:cubicBezTo>
                    <a:pt x="10844" y="4259"/>
                    <a:pt x="10349" y="4628"/>
                    <a:pt x="9797" y="4628"/>
                  </a:cubicBezTo>
                  <a:cubicBezTo>
                    <a:pt x="9767" y="4628"/>
                    <a:pt x="9739" y="4627"/>
                    <a:pt x="9709" y="4624"/>
                  </a:cubicBezTo>
                  <a:cubicBezTo>
                    <a:pt x="9689" y="4623"/>
                    <a:pt x="9669" y="4622"/>
                    <a:pt x="9649" y="4622"/>
                  </a:cubicBezTo>
                  <a:cubicBezTo>
                    <a:pt x="9437" y="4622"/>
                    <a:pt x="9235" y="4702"/>
                    <a:pt x="9078" y="4850"/>
                  </a:cubicBezTo>
                  <a:cubicBezTo>
                    <a:pt x="8904" y="5012"/>
                    <a:pt x="8804" y="5242"/>
                    <a:pt x="8804" y="5481"/>
                  </a:cubicBezTo>
                  <a:lnTo>
                    <a:pt x="8804" y="7176"/>
                  </a:lnTo>
                  <a:lnTo>
                    <a:pt x="8489" y="6800"/>
                  </a:lnTo>
                  <a:lnTo>
                    <a:pt x="7848" y="7199"/>
                  </a:lnTo>
                  <a:lnTo>
                    <a:pt x="7207" y="6800"/>
                  </a:lnTo>
                  <a:lnTo>
                    <a:pt x="6891" y="7176"/>
                  </a:lnTo>
                  <a:lnTo>
                    <a:pt x="6891" y="5480"/>
                  </a:lnTo>
                  <a:cubicBezTo>
                    <a:pt x="6891" y="5252"/>
                    <a:pt x="6802" y="5038"/>
                    <a:pt x="6642" y="4880"/>
                  </a:cubicBezTo>
                  <a:cubicBezTo>
                    <a:pt x="6479" y="4718"/>
                    <a:pt x="6261" y="4629"/>
                    <a:pt x="6030" y="4629"/>
                  </a:cubicBezTo>
                  <a:lnTo>
                    <a:pt x="6021" y="4629"/>
                  </a:lnTo>
                  <a:cubicBezTo>
                    <a:pt x="5463" y="4629"/>
                    <a:pt x="4965" y="4254"/>
                    <a:pt x="4811" y="3719"/>
                  </a:cubicBezTo>
                  <a:lnTo>
                    <a:pt x="4745" y="3491"/>
                  </a:lnTo>
                  <a:lnTo>
                    <a:pt x="4520" y="3562"/>
                  </a:lnTo>
                  <a:cubicBezTo>
                    <a:pt x="4217" y="3658"/>
                    <a:pt x="3899" y="3707"/>
                    <a:pt x="3579" y="3707"/>
                  </a:cubicBezTo>
                  <a:cubicBezTo>
                    <a:pt x="1861" y="3707"/>
                    <a:pt x="462" y="2310"/>
                    <a:pt x="461" y="591"/>
                  </a:cubicBezTo>
                  <a:lnTo>
                    <a:pt x="471" y="10"/>
                  </a:lnTo>
                  <a:lnTo>
                    <a:pt x="11" y="2"/>
                  </a:lnTo>
                  <a:lnTo>
                    <a:pt x="1" y="585"/>
                  </a:lnTo>
                  <a:lnTo>
                    <a:pt x="1" y="589"/>
                  </a:lnTo>
                  <a:cubicBezTo>
                    <a:pt x="1" y="2561"/>
                    <a:pt x="1607" y="4167"/>
                    <a:pt x="3579" y="4167"/>
                  </a:cubicBezTo>
                  <a:cubicBezTo>
                    <a:pt x="3872" y="4167"/>
                    <a:pt x="4163" y="4131"/>
                    <a:pt x="4446" y="4061"/>
                  </a:cubicBezTo>
                  <a:cubicBezTo>
                    <a:pt x="4718" y="4676"/>
                    <a:pt x="5336" y="5089"/>
                    <a:pt x="6021" y="5089"/>
                  </a:cubicBezTo>
                  <a:lnTo>
                    <a:pt x="6032" y="5089"/>
                  </a:lnTo>
                  <a:cubicBezTo>
                    <a:pt x="6140" y="5089"/>
                    <a:pt x="6242" y="5130"/>
                    <a:pt x="6317" y="5206"/>
                  </a:cubicBezTo>
                  <a:cubicBezTo>
                    <a:pt x="6391" y="5279"/>
                    <a:pt x="6431" y="5376"/>
                    <a:pt x="6431" y="5480"/>
                  </a:cubicBezTo>
                  <a:lnTo>
                    <a:pt x="6431" y="7176"/>
                  </a:lnTo>
                  <a:lnTo>
                    <a:pt x="5837" y="6469"/>
                  </a:lnTo>
                  <a:lnTo>
                    <a:pt x="5837" y="7901"/>
                  </a:lnTo>
                  <a:cubicBezTo>
                    <a:pt x="5837" y="10155"/>
                    <a:pt x="4849" y="12281"/>
                    <a:pt x="3124" y="13734"/>
                  </a:cubicBezTo>
                  <a:lnTo>
                    <a:pt x="2228" y="14489"/>
                  </a:lnTo>
                  <a:lnTo>
                    <a:pt x="2228" y="15733"/>
                  </a:lnTo>
                  <a:lnTo>
                    <a:pt x="2688" y="15733"/>
                  </a:lnTo>
                  <a:lnTo>
                    <a:pt x="2688" y="14704"/>
                  </a:lnTo>
                  <a:lnTo>
                    <a:pt x="3421" y="14087"/>
                  </a:lnTo>
                  <a:cubicBezTo>
                    <a:pt x="5248" y="12546"/>
                    <a:pt x="6298" y="10292"/>
                    <a:pt x="6298" y="7902"/>
                  </a:cubicBezTo>
                  <a:lnTo>
                    <a:pt x="6298" y="7731"/>
                  </a:lnTo>
                  <a:lnTo>
                    <a:pt x="6661" y="8163"/>
                  </a:lnTo>
                  <a:lnTo>
                    <a:pt x="7302" y="7399"/>
                  </a:lnTo>
                  <a:lnTo>
                    <a:pt x="7848" y="7737"/>
                  </a:lnTo>
                  <a:lnTo>
                    <a:pt x="8393" y="7399"/>
                  </a:lnTo>
                  <a:lnTo>
                    <a:pt x="9034" y="8163"/>
                  </a:lnTo>
                  <a:lnTo>
                    <a:pt x="9398" y="7730"/>
                  </a:lnTo>
                  <a:lnTo>
                    <a:pt x="9398" y="7897"/>
                  </a:lnTo>
                  <a:cubicBezTo>
                    <a:pt x="9398" y="10288"/>
                    <a:pt x="10446" y="12542"/>
                    <a:pt x="12275" y="14082"/>
                  </a:cubicBezTo>
                  <a:lnTo>
                    <a:pt x="13007" y="14698"/>
                  </a:lnTo>
                  <a:lnTo>
                    <a:pt x="13007" y="15728"/>
                  </a:lnTo>
                  <a:lnTo>
                    <a:pt x="13467" y="15728"/>
                  </a:lnTo>
                  <a:lnTo>
                    <a:pt x="13467" y="14484"/>
                  </a:lnTo>
                  <a:lnTo>
                    <a:pt x="12571" y="13729"/>
                  </a:lnTo>
                  <a:cubicBezTo>
                    <a:pt x="10847" y="12276"/>
                    <a:pt x="9858" y="10150"/>
                    <a:pt x="9858" y="7896"/>
                  </a:cubicBezTo>
                  <a:lnTo>
                    <a:pt x="9858" y="6464"/>
                  </a:lnTo>
                  <a:lnTo>
                    <a:pt x="9265" y="7171"/>
                  </a:lnTo>
                  <a:lnTo>
                    <a:pt x="9265" y="5476"/>
                  </a:lnTo>
                  <a:cubicBezTo>
                    <a:pt x="9265" y="5364"/>
                    <a:pt x="9311" y="5257"/>
                    <a:pt x="9393" y="5182"/>
                  </a:cubicBezTo>
                  <a:cubicBezTo>
                    <a:pt x="9465" y="5115"/>
                    <a:pt x="9555" y="5079"/>
                    <a:pt x="9652" y="5079"/>
                  </a:cubicBezTo>
                  <a:cubicBezTo>
                    <a:pt x="9660" y="5079"/>
                    <a:pt x="9669" y="5079"/>
                    <a:pt x="9678" y="5079"/>
                  </a:cubicBezTo>
                  <a:cubicBezTo>
                    <a:pt x="9719" y="5083"/>
                    <a:pt x="9758" y="5084"/>
                    <a:pt x="9797" y="5084"/>
                  </a:cubicBezTo>
                  <a:cubicBezTo>
                    <a:pt x="10475" y="5084"/>
                    <a:pt x="11091" y="4676"/>
                    <a:pt x="11365" y="4069"/>
                  </a:cubicBezTo>
                  <a:cubicBezTo>
                    <a:pt x="11622" y="4128"/>
                    <a:pt x="11886" y="4159"/>
                    <a:pt x="12152" y="4162"/>
                  </a:cubicBezTo>
                  <a:lnTo>
                    <a:pt x="12177" y="4162"/>
                  </a:lnTo>
                  <a:cubicBezTo>
                    <a:pt x="13116" y="4162"/>
                    <a:pt x="14002" y="3792"/>
                    <a:pt x="14679" y="3122"/>
                  </a:cubicBezTo>
                  <a:cubicBezTo>
                    <a:pt x="15373" y="2432"/>
                    <a:pt x="15755" y="1519"/>
                    <a:pt x="15755" y="548"/>
                  </a:cubicBezTo>
                  <a:lnTo>
                    <a:pt x="157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3689445" y="2455742"/>
              <a:ext cx="17426" cy="17459"/>
            </a:xfrm>
            <a:custGeom>
              <a:rect b="b" l="l" r="r" t="t"/>
              <a:pathLst>
                <a:path extrusionOk="0" h="526" w="525">
                  <a:moveTo>
                    <a:pt x="408" y="1"/>
                  </a:moveTo>
                  <a:cubicBezTo>
                    <a:pt x="275" y="36"/>
                    <a:pt x="137" y="58"/>
                    <a:pt x="1" y="66"/>
                  </a:cubicBezTo>
                  <a:lnTo>
                    <a:pt x="31" y="526"/>
                  </a:lnTo>
                  <a:cubicBezTo>
                    <a:pt x="197" y="516"/>
                    <a:pt x="364" y="489"/>
                    <a:pt x="524" y="447"/>
                  </a:cubicBezTo>
                  <a:lnTo>
                    <a:pt x="4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3715932" y="2429653"/>
              <a:ext cx="38337" cy="35151"/>
            </a:xfrm>
            <a:custGeom>
              <a:rect b="b" l="l" r="r" t="t"/>
              <a:pathLst>
                <a:path extrusionOk="0" h="1059" w="1155">
                  <a:moveTo>
                    <a:pt x="790" y="1"/>
                  </a:moveTo>
                  <a:cubicBezTo>
                    <a:pt x="668" y="159"/>
                    <a:pt x="529" y="300"/>
                    <a:pt x="372" y="417"/>
                  </a:cubicBezTo>
                  <a:cubicBezTo>
                    <a:pt x="255" y="505"/>
                    <a:pt x="130" y="581"/>
                    <a:pt x="0" y="644"/>
                  </a:cubicBezTo>
                  <a:lnTo>
                    <a:pt x="200" y="1059"/>
                  </a:lnTo>
                  <a:cubicBezTo>
                    <a:pt x="357" y="983"/>
                    <a:pt x="507" y="890"/>
                    <a:pt x="648" y="785"/>
                  </a:cubicBezTo>
                  <a:cubicBezTo>
                    <a:pt x="838" y="641"/>
                    <a:pt x="1009" y="471"/>
                    <a:pt x="1154" y="280"/>
                  </a:cubicBezTo>
                  <a:lnTo>
                    <a:pt x="7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6"/>
            <p:cNvSpPr/>
            <p:nvPr/>
          </p:nvSpPr>
          <p:spPr>
            <a:xfrm>
              <a:off x="3483220" y="2742824"/>
              <a:ext cx="21642" cy="21608"/>
            </a:xfrm>
            <a:custGeom>
              <a:rect b="b" l="l" r="r" t="t"/>
              <a:pathLst>
                <a:path extrusionOk="0" h="651" w="652">
                  <a:moveTo>
                    <a:pt x="336" y="0"/>
                  </a:moveTo>
                  <a:cubicBezTo>
                    <a:pt x="227" y="103"/>
                    <a:pt x="114" y="203"/>
                    <a:pt x="1" y="299"/>
                  </a:cubicBezTo>
                  <a:lnTo>
                    <a:pt x="299" y="651"/>
                  </a:lnTo>
                  <a:cubicBezTo>
                    <a:pt x="419" y="548"/>
                    <a:pt x="537" y="444"/>
                    <a:pt x="651" y="336"/>
                  </a:cubicBezTo>
                  <a:lnTo>
                    <a:pt x="3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3504961" y="2721382"/>
              <a:ext cx="21608" cy="21608"/>
            </a:xfrm>
            <a:custGeom>
              <a:rect b="b" l="l" r="r" t="t"/>
              <a:pathLst>
                <a:path extrusionOk="0" h="651" w="651">
                  <a:moveTo>
                    <a:pt x="301" y="0"/>
                  </a:moveTo>
                  <a:cubicBezTo>
                    <a:pt x="204" y="113"/>
                    <a:pt x="103" y="223"/>
                    <a:pt x="0" y="331"/>
                  </a:cubicBezTo>
                  <a:lnTo>
                    <a:pt x="332" y="651"/>
                  </a:lnTo>
                  <a:cubicBezTo>
                    <a:pt x="441" y="537"/>
                    <a:pt x="548" y="419"/>
                    <a:pt x="651" y="301"/>
                  </a:cubicBezTo>
                  <a:lnTo>
                    <a:pt x="3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3524378" y="2638334"/>
              <a:ext cx="54668" cy="80857"/>
            </a:xfrm>
            <a:custGeom>
              <a:rect b="b" l="l" r="r" t="t"/>
              <a:pathLst>
                <a:path extrusionOk="0" h="2436" w="1647">
                  <a:moveTo>
                    <a:pt x="1217" y="0"/>
                  </a:moveTo>
                  <a:cubicBezTo>
                    <a:pt x="918" y="774"/>
                    <a:pt x="511" y="1499"/>
                    <a:pt x="1" y="2155"/>
                  </a:cubicBezTo>
                  <a:lnTo>
                    <a:pt x="365" y="2436"/>
                  </a:lnTo>
                  <a:cubicBezTo>
                    <a:pt x="900" y="1744"/>
                    <a:pt x="1332" y="982"/>
                    <a:pt x="1646" y="166"/>
                  </a:cubicBezTo>
                  <a:lnTo>
                    <a:pt x="12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6"/>
            <p:cNvSpPr/>
            <p:nvPr/>
          </p:nvSpPr>
          <p:spPr>
            <a:xfrm>
              <a:off x="3602580" y="2543038"/>
              <a:ext cx="34786" cy="23799"/>
            </a:xfrm>
            <a:custGeom>
              <a:rect b="b" l="l" r="r" t="t"/>
              <a:pathLst>
                <a:path extrusionOk="0" h="717" w="1048">
                  <a:moveTo>
                    <a:pt x="244" y="1"/>
                  </a:moveTo>
                  <a:lnTo>
                    <a:pt x="0" y="390"/>
                  </a:lnTo>
                  <a:lnTo>
                    <a:pt x="524" y="716"/>
                  </a:lnTo>
                  <a:lnTo>
                    <a:pt x="1047" y="390"/>
                  </a:lnTo>
                  <a:lnTo>
                    <a:pt x="804" y="1"/>
                  </a:lnTo>
                  <a:lnTo>
                    <a:pt x="524" y="173"/>
                  </a:lnTo>
                  <a:lnTo>
                    <a:pt x="2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3676898" y="2671261"/>
              <a:ext cx="20911" cy="20911"/>
            </a:xfrm>
            <a:custGeom>
              <a:rect b="b" l="l" r="r" t="t"/>
              <a:pathLst>
                <a:path extrusionOk="0" h="630" w="630">
                  <a:moveTo>
                    <a:pt x="405" y="0"/>
                  </a:moveTo>
                  <a:lnTo>
                    <a:pt x="0" y="219"/>
                  </a:lnTo>
                  <a:cubicBezTo>
                    <a:pt x="75" y="358"/>
                    <a:pt x="154" y="496"/>
                    <a:pt x="236" y="630"/>
                  </a:cubicBezTo>
                  <a:lnTo>
                    <a:pt x="629" y="389"/>
                  </a:lnTo>
                  <a:cubicBezTo>
                    <a:pt x="551" y="263"/>
                    <a:pt x="476" y="130"/>
                    <a:pt x="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3693229" y="2696653"/>
              <a:ext cx="21376" cy="21376"/>
            </a:xfrm>
            <a:custGeom>
              <a:rect b="b" l="l" r="r" t="t"/>
              <a:pathLst>
                <a:path extrusionOk="0" h="644" w="644">
                  <a:moveTo>
                    <a:pt x="380" y="0"/>
                  </a:moveTo>
                  <a:lnTo>
                    <a:pt x="1" y="261"/>
                  </a:lnTo>
                  <a:cubicBezTo>
                    <a:pt x="90" y="390"/>
                    <a:pt x="183" y="520"/>
                    <a:pt x="279" y="644"/>
                  </a:cubicBezTo>
                  <a:lnTo>
                    <a:pt x="644" y="363"/>
                  </a:lnTo>
                  <a:cubicBezTo>
                    <a:pt x="554" y="244"/>
                    <a:pt x="466" y="123"/>
                    <a:pt x="3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3712347" y="2720220"/>
              <a:ext cx="44777" cy="44578"/>
            </a:xfrm>
            <a:custGeom>
              <a:rect b="b" l="l" r="r" t="t"/>
              <a:pathLst>
                <a:path extrusionOk="0" h="1343" w="1349">
                  <a:moveTo>
                    <a:pt x="351" y="1"/>
                  </a:moveTo>
                  <a:lnTo>
                    <a:pt x="1" y="300"/>
                  </a:lnTo>
                  <a:cubicBezTo>
                    <a:pt x="320" y="673"/>
                    <a:pt x="673" y="1024"/>
                    <a:pt x="1050" y="1342"/>
                  </a:cubicBezTo>
                  <a:lnTo>
                    <a:pt x="1348" y="989"/>
                  </a:lnTo>
                  <a:cubicBezTo>
                    <a:pt x="990" y="689"/>
                    <a:pt x="654" y="357"/>
                    <a:pt x="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3760609" y="2772531"/>
              <a:ext cx="15302" cy="23567"/>
            </a:xfrm>
            <a:custGeom>
              <a:rect b="b" l="l" r="r" t="t"/>
              <a:pathLst>
                <a:path extrusionOk="0" h="710" w="461">
                  <a:moveTo>
                    <a:pt x="1" y="1"/>
                  </a:moveTo>
                  <a:lnTo>
                    <a:pt x="1" y="709"/>
                  </a:lnTo>
                  <a:lnTo>
                    <a:pt x="461" y="709"/>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6"/>
            <p:cNvSpPr/>
            <p:nvPr/>
          </p:nvSpPr>
          <p:spPr>
            <a:xfrm>
              <a:off x="3603476" y="2469783"/>
              <a:ext cx="15302" cy="20413"/>
            </a:xfrm>
            <a:custGeom>
              <a:rect b="b" l="l" r="r" t="t"/>
              <a:pathLst>
                <a:path extrusionOk="0" h="615" w="461">
                  <a:moveTo>
                    <a:pt x="0" y="1"/>
                  </a:moveTo>
                  <a:lnTo>
                    <a:pt x="0" y="615"/>
                  </a:lnTo>
                  <a:lnTo>
                    <a:pt x="461" y="615"/>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3533838" y="2388826"/>
              <a:ext cx="25724" cy="23434"/>
            </a:xfrm>
            <a:custGeom>
              <a:rect b="b" l="l" r="r" t="t"/>
              <a:pathLst>
                <a:path extrusionOk="0" h="706" w="775">
                  <a:moveTo>
                    <a:pt x="443" y="0"/>
                  </a:moveTo>
                  <a:lnTo>
                    <a:pt x="0" y="128"/>
                  </a:lnTo>
                  <a:cubicBezTo>
                    <a:pt x="98" y="469"/>
                    <a:pt x="414" y="705"/>
                    <a:pt x="768" y="705"/>
                  </a:cubicBezTo>
                  <a:lnTo>
                    <a:pt x="775" y="705"/>
                  </a:lnTo>
                  <a:lnTo>
                    <a:pt x="775" y="245"/>
                  </a:lnTo>
                  <a:lnTo>
                    <a:pt x="766" y="245"/>
                  </a:lnTo>
                  <a:cubicBezTo>
                    <a:pt x="616" y="245"/>
                    <a:pt x="484" y="144"/>
                    <a:pt x="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3390015" y="2293663"/>
              <a:ext cx="38138" cy="63829"/>
            </a:xfrm>
            <a:custGeom>
              <a:rect b="b" l="l" r="r" t="t"/>
              <a:pathLst>
                <a:path extrusionOk="0" h="1923" w="1149">
                  <a:moveTo>
                    <a:pt x="461" y="0"/>
                  </a:moveTo>
                  <a:lnTo>
                    <a:pt x="1" y="1"/>
                  </a:lnTo>
                  <a:cubicBezTo>
                    <a:pt x="4" y="735"/>
                    <a:pt x="299" y="1417"/>
                    <a:pt x="832" y="1923"/>
                  </a:cubicBezTo>
                  <a:lnTo>
                    <a:pt x="1149" y="1588"/>
                  </a:lnTo>
                  <a:cubicBezTo>
                    <a:pt x="708" y="1170"/>
                    <a:pt x="464" y="606"/>
                    <a:pt x="4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6"/>
            <p:cNvSpPr/>
            <p:nvPr/>
          </p:nvSpPr>
          <p:spPr>
            <a:xfrm>
              <a:off x="3430809" y="2354903"/>
              <a:ext cx="20579" cy="20513"/>
            </a:xfrm>
            <a:custGeom>
              <a:rect b="b" l="l" r="r" t="t"/>
              <a:pathLst>
                <a:path extrusionOk="0" h="618" w="620">
                  <a:moveTo>
                    <a:pt x="250" y="0"/>
                  </a:moveTo>
                  <a:lnTo>
                    <a:pt x="1" y="388"/>
                  </a:lnTo>
                  <a:cubicBezTo>
                    <a:pt x="142" y="478"/>
                    <a:pt x="292" y="556"/>
                    <a:pt x="449" y="618"/>
                  </a:cubicBezTo>
                  <a:lnTo>
                    <a:pt x="620" y="190"/>
                  </a:lnTo>
                  <a:cubicBezTo>
                    <a:pt x="492" y="138"/>
                    <a:pt x="366" y="75"/>
                    <a:pt x="2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3461711" y="2365060"/>
              <a:ext cx="16497" cy="16563"/>
            </a:xfrm>
            <a:custGeom>
              <a:rect b="b" l="l" r="r" t="t"/>
              <a:pathLst>
                <a:path extrusionOk="0" h="499" w="497">
                  <a:moveTo>
                    <a:pt x="87" y="0"/>
                  </a:moveTo>
                  <a:lnTo>
                    <a:pt x="0" y="452"/>
                  </a:lnTo>
                  <a:cubicBezTo>
                    <a:pt x="163" y="483"/>
                    <a:pt x="330" y="499"/>
                    <a:pt x="497" y="499"/>
                  </a:cubicBezTo>
                  <a:lnTo>
                    <a:pt x="497" y="39"/>
                  </a:lnTo>
                  <a:cubicBezTo>
                    <a:pt x="359" y="39"/>
                    <a:pt x="222" y="26"/>
                    <a:pt x="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3621134" y="2407016"/>
              <a:ext cx="34387" cy="48793"/>
            </a:xfrm>
            <a:custGeom>
              <a:rect b="b" l="l" r="r" t="t"/>
              <a:pathLst>
                <a:path extrusionOk="0" h="1470" w="1036">
                  <a:moveTo>
                    <a:pt x="776" y="0"/>
                  </a:moveTo>
                  <a:cubicBezTo>
                    <a:pt x="701" y="50"/>
                    <a:pt x="632" y="107"/>
                    <a:pt x="567" y="166"/>
                  </a:cubicBezTo>
                  <a:cubicBezTo>
                    <a:pt x="207" y="502"/>
                    <a:pt x="1" y="977"/>
                    <a:pt x="1" y="1470"/>
                  </a:cubicBezTo>
                  <a:lnTo>
                    <a:pt x="461" y="1470"/>
                  </a:lnTo>
                  <a:cubicBezTo>
                    <a:pt x="461" y="1105"/>
                    <a:pt x="613" y="753"/>
                    <a:pt x="881" y="503"/>
                  </a:cubicBezTo>
                  <a:cubicBezTo>
                    <a:pt x="929" y="459"/>
                    <a:pt x="980" y="418"/>
                    <a:pt x="1035" y="381"/>
                  </a:cubicBezTo>
                  <a:lnTo>
                    <a:pt x="7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6"/>
            <p:cNvSpPr/>
            <p:nvPr/>
          </p:nvSpPr>
          <p:spPr>
            <a:xfrm>
              <a:off x="3662592" y="2396759"/>
              <a:ext cx="17360" cy="17260"/>
            </a:xfrm>
            <a:custGeom>
              <a:rect b="b" l="l" r="r" t="t"/>
              <a:pathLst>
                <a:path extrusionOk="0" h="520" w="523">
                  <a:moveTo>
                    <a:pt x="522" y="1"/>
                  </a:moveTo>
                  <a:cubicBezTo>
                    <a:pt x="346" y="1"/>
                    <a:pt x="170" y="27"/>
                    <a:pt x="0" y="80"/>
                  </a:cubicBezTo>
                  <a:lnTo>
                    <a:pt x="138" y="519"/>
                  </a:lnTo>
                  <a:cubicBezTo>
                    <a:pt x="263" y="480"/>
                    <a:pt x="392" y="461"/>
                    <a:pt x="522" y="461"/>
                  </a:cubicBezTo>
                  <a:lnTo>
                    <a:pt x="5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a:off x="3824505" y="2320483"/>
              <a:ext cx="20613" cy="20646"/>
            </a:xfrm>
            <a:custGeom>
              <a:rect b="b" l="l" r="r" t="t"/>
              <a:pathLst>
                <a:path extrusionOk="0" h="622" w="621">
                  <a:moveTo>
                    <a:pt x="195" y="0"/>
                  </a:moveTo>
                  <a:cubicBezTo>
                    <a:pt x="142" y="129"/>
                    <a:pt x="76" y="253"/>
                    <a:pt x="0" y="370"/>
                  </a:cubicBezTo>
                  <a:lnTo>
                    <a:pt x="385" y="622"/>
                  </a:lnTo>
                  <a:cubicBezTo>
                    <a:pt x="477" y="481"/>
                    <a:pt x="557" y="332"/>
                    <a:pt x="621" y="177"/>
                  </a:cubicBezTo>
                  <a:lnTo>
                    <a:pt x="1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3763066" y="2343651"/>
              <a:ext cx="63829" cy="37972"/>
            </a:xfrm>
            <a:custGeom>
              <a:rect b="b" l="l" r="r" t="t"/>
              <a:pathLst>
                <a:path extrusionOk="0" h="1144" w="1923">
                  <a:moveTo>
                    <a:pt x="1590" y="0"/>
                  </a:moveTo>
                  <a:cubicBezTo>
                    <a:pt x="1577" y="15"/>
                    <a:pt x="1562" y="30"/>
                    <a:pt x="1547" y="45"/>
                  </a:cubicBezTo>
                  <a:cubicBezTo>
                    <a:pt x="1133" y="456"/>
                    <a:pt x="590" y="684"/>
                    <a:pt x="18" y="684"/>
                  </a:cubicBezTo>
                  <a:lnTo>
                    <a:pt x="2" y="684"/>
                  </a:lnTo>
                  <a:lnTo>
                    <a:pt x="0" y="1144"/>
                  </a:lnTo>
                  <a:lnTo>
                    <a:pt x="18" y="1144"/>
                  </a:lnTo>
                  <a:cubicBezTo>
                    <a:pt x="711" y="1144"/>
                    <a:pt x="1368" y="870"/>
                    <a:pt x="1871" y="371"/>
                  </a:cubicBezTo>
                  <a:cubicBezTo>
                    <a:pt x="1890" y="353"/>
                    <a:pt x="1906" y="336"/>
                    <a:pt x="1923" y="319"/>
                  </a:cubicBezTo>
                  <a:lnTo>
                    <a:pt x="15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3834994" y="2293564"/>
              <a:ext cx="16862" cy="16928"/>
            </a:xfrm>
            <a:custGeom>
              <a:rect b="b" l="l" r="r" t="t"/>
              <a:pathLst>
                <a:path extrusionOk="0" h="510" w="508">
                  <a:moveTo>
                    <a:pt x="47" y="0"/>
                  </a:moveTo>
                  <a:cubicBezTo>
                    <a:pt x="44" y="140"/>
                    <a:pt x="29" y="279"/>
                    <a:pt x="1" y="416"/>
                  </a:cubicBezTo>
                  <a:lnTo>
                    <a:pt x="452" y="509"/>
                  </a:lnTo>
                  <a:cubicBezTo>
                    <a:pt x="486" y="345"/>
                    <a:pt x="504" y="176"/>
                    <a:pt x="508" y="8"/>
                  </a:cubicBezTo>
                  <a:lnTo>
                    <a:pt x="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6"/>
            <p:cNvSpPr/>
            <p:nvPr/>
          </p:nvSpPr>
          <p:spPr>
            <a:xfrm>
              <a:off x="3603476" y="2332167"/>
              <a:ext cx="15302" cy="15302"/>
            </a:xfrm>
            <a:custGeom>
              <a:rect b="b" l="l" r="r" t="t"/>
              <a:pathLst>
                <a:path extrusionOk="0" h="461" w="461">
                  <a:moveTo>
                    <a:pt x="0" y="1"/>
                  </a:moveTo>
                  <a:lnTo>
                    <a:pt x="0"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3603476" y="2362803"/>
              <a:ext cx="15302" cy="37707"/>
            </a:xfrm>
            <a:custGeom>
              <a:rect b="b" l="l" r="r" t="t"/>
              <a:pathLst>
                <a:path extrusionOk="0" h="1136" w="461">
                  <a:moveTo>
                    <a:pt x="0" y="0"/>
                  </a:moveTo>
                  <a:lnTo>
                    <a:pt x="0" y="1136"/>
                  </a:lnTo>
                  <a:lnTo>
                    <a:pt x="461" y="1136"/>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3603476" y="2301596"/>
              <a:ext cx="15302" cy="15302"/>
            </a:xfrm>
            <a:custGeom>
              <a:rect b="b" l="l" r="r" t="t"/>
              <a:pathLst>
                <a:path extrusionOk="0" h="461" w="461">
                  <a:moveTo>
                    <a:pt x="0" y="0"/>
                  </a:moveTo>
                  <a:lnTo>
                    <a:pt x="0" y="460"/>
                  </a:lnTo>
                  <a:lnTo>
                    <a:pt x="461" y="460"/>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3654095" y="2324034"/>
              <a:ext cx="15302" cy="37773"/>
            </a:xfrm>
            <a:custGeom>
              <a:rect b="b" l="l" r="r" t="t"/>
              <a:pathLst>
                <a:path extrusionOk="0" h="1138" w="461">
                  <a:moveTo>
                    <a:pt x="1" y="1"/>
                  </a:moveTo>
                  <a:lnTo>
                    <a:pt x="1" y="1137"/>
                  </a:lnTo>
                  <a:lnTo>
                    <a:pt x="461" y="1137"/>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3654095" y="2293431"/>
              <a:ext cx="15302" cy="15302"/>
            </a:xfrm>
            <a:custGeom>
              <a:rect b="b" l="l" r="r" t="t"/>
              <a:pathLst>
                <a:path extrusionOk="0" h="461" w="461">
                  <a:moveTo>
                    <a:pt x="1" y="0"/>
                  </a:moveTo>
                  <a:lnTo>
                    <a:pt x="1" y="460"/>
                  </a:lnTo>
                  <a:lnTo>
                    <a:pt x="461" y="460"/>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3557239" y="2280154"/>
              <a:ext cx="15302" cy="15335"/>
            </a:xfrm>
            <a:custGeom>
              <a:rect b="b" l="l" r="r" t="t"/>
              <a:pathLst>
                <a:path extrusionOk="0" h="462" w="461">
                  <a:moveTo>
                    <a:pt x="0" y="1"/>
                  </a:moveTo>
                  <a:lnTo>
                    <a:pt x="0" y="461"/>
                  </a:lnTo>
                  <a:lnTo>
                    <a:pt x="461" y="461"/>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a:off x="3557239" y="2310757"/>
              <a:ext cx="15302" cy="37740"/>
            </a:xfrm>
            <a:custGeom>
              <a:rect b="b" l="l" r="r" t="t"/>
              <a:pathLst>
                <a:path extrusionOk="0" h="1137" w="461">
                  <a:moveTo>
                    <a:pt x="0" y="0"/>
                  </a:moveTo>
                  <a:lnTo>
                    <a:pt x="0" y="1137"/>
                  </a:lnTo>
                  <a:lnTo>
                    <a:pt x="461" y="1137"/>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66"/>
          <p:cNvGrpSpPr/>
          <p:nvPr/>
        </p:nvGrpSpPr>
        <p:grpSpPr>
          <a:xfrm>
            <a:off x="2728853" y="2642049"/>
            <a:ext cx="462635" cy="457938"/>
            <a:chOff x="2728688" y="2276138"/>
            <a:chExt cx="523047" cy="517737"/>
          </a:xfrm>
        </p:grpSpPr>
        <p:sp>
          <p:nvSpPr>
            <p:cNvPr id="6169" name="Google Shape;6169;p66"/>
            <p:cNvSpPr/>
            <p:nvPr/>
          </p:nvSpPr>
          <p:spPr>
            <a:xfrm>
              <a:off x="2730513" y="2446548"/>
              <a:ext cx="520492" cy="347326"/>
            </a:xfrm>
            <a:custGeom>
              <a:rect b="b" l="l" r="r" t="t"/>
              <a:pathLst>
                <a:path extrusionOk="0" h="10464" w="15681">
                  <a:moveTo>
                    <a:pt x="8182" y="462"/>
                  </a:moveTo>
                  <a:lnTo>
                    <a:pt x="9375" y="3321"/>
                  </a:lnTo>
                  <a:lnTo>
                    <a:pt x="9301" y="3383"/>
                  </a:lnTo>
                  <a:lnTo>
                    <a:pt x="8561" y="2768"/>
                  </a:lnTo>
                  <a:lnTo>
                    <a:pt x="7824" y="3383"/>
                  </a:lnTo>
                  <a:lnTo>
                    <a:pt x="7086" y="2768"/>
                  </a:lnTo>
                  <a:lnTo>
                    <a:pt x="6347" y="3383"/>
                  </a:lnTo>
                  <a:lnTo>
                    <a:pt x="6274" y="3321"/>
                  </a:lnTo>
                  <a:lnTo>
                    <a:pt x="7467" y="462"/>
                  </a:lnTo>
                  <a:close/>
                  <a:moveTo>
                    <a:pt x="4523" y="3453"/>
                  </a:moveTo>
                  <a:lnTo>
                    <a:pt x="5752" y="5997"/>
                  </a:lnTo>
                  <a:lnTo>
                    <a:pt x="5639" y="6092"/>
                  </a:lnTo>
                  <a:lnTo>
                    <a:pt x="4899" y="5475"/>
                  </a:lnTo>
                  <a:lnTo>
                    <a:pt x="4161" y="6092"/>
                  </a:lnTo>
                  <a:lnTo>
                    <a:pt x="3424" y="5475"/>
                  </a:lnTo>
                  <a:lnTo>
                    <a:pt x="2685" y="6092"/>
                  </a:lnTo>
                  <a:lnTo>
                    <a:pt x="2572" y="5997"/>
                  </a:lnTo>
                  <a:lnTo>
                    <a:pt x="3799" y="3453"/>
                  </a:lnTo>
                  <a:close/>
                  <a:moveTo>
                    <a:pt x="11879" y="3453"/>
                  </a:moveTo>
                  <a:lnTo>
                    <a:pt x="13107" y="5997"/>
                  </a:lnTo>
                  <a:lnTo>
                    <a:pt x="12995" y="6092"/>
                  </a:lnTo>
                  <a:lnTo>
                    <a:pt x="12255" y="5475"/>
                  </a:lnTo>
                  <a:lnTo>
                    <a:pt x="11517" y="6092"/>
                  </a:lnTo>
                  <a:lnTo>
                    <a:pt x="10779" y="5475"/>
                  </a:lnTo>
                  <a:lnTo>
                    <a:pt x="10040" y="6092"/>
                  </a:lnTo>
                  <a:lnTo>
                    <a:pt x="9926" y="5997"/>
                  </a:lnTo>
                  <a:lnTo>
                    <a:pt x="11155" y="3453"/>
                  </a:lnTo>
                  <a:close/>
                  <a:moveTo>
                    <a:pt x="8561" y="3369"/>
                  </a:moveTo>
                  <a:lnTo>
                    <a:pt x="9301" y="3984"/>
                  </a:lnTo>
                  <a:lnTo>
                    <a:pt x="9561" y="3767"/>
                  </a:lnTo>
                  <a:lnTo>
                    <a:pt x="9992" y="4799"/>
                  </a:lnTo>
                  <a:lnTo>
                    <a:pt x="7841" y="9257"/>
                  </a:lnTo>
                  <a:lnTo>
                    <a:pt x="5671" y="4765"/>
                  </a:lnTo>
                  <a:lnTo>
                    <a:pt x="6088" y="3767"/>
                  </a:lnTo>
                  <a:lnTo>
                    <a:pt x="6347" y="3984"/>
                  </a:lnTo>
                  <a:lnTo>
                    <a:pt x="7086" y="3369"/>
                  </a:lnTo>
                  <a:lnTo>
                    <a:pt x="7824" y="3984"/>
                  </a:lnTo>
                  <a:lnTo>
                    <a:pt x="8561" y="3369"/>
                  </a:lnTo>
                  <a:close/>
                  <a:moveTo>
                    <a:pt x="7160" y="0"/>
                  </a:moveTo>
                  <a:lnTo>
                    <a:pt x="5404" y="4211"/>
                  </a:lnTo>
                  <a:lnTo>
                    <a:pt x="4816" y="2991"/>
                  </a:lnTo>
                  <a:lnTo>
                    <a:pt x="3513" y="2991"/>
                  </a:lnTo>
                  <a:lnTo>
                    <a:pt x="1" y="10261"/>
                  </a:lnTo>
                  <a:lnTo>
                    <a:pt x="416" y="10462"/>
                  </a:lnTo>
                  <a:lnTo>
                    <a:pt x="2366" y="6425"/>
                  </a:lnTo>
                  <a:lnTo>
                    <a:pt x="2686" y="6693"/>
                  </a:lnTo>
                  <a:lnTo>
                    <a:pt x="3425" y="6077"/>
                  </a:lnTo>
                  <a:lnTo>
                    <a:pt x="4163" y="6693"/>
                  </a:lnTo>
                  <a:lnTo>
                    <a:pt x="4900" y="6077"/>
                  </a:lnTo>
                  <a:lnTo>
                    <a:pt x="5640" y="6693"/>
                  </a:lnTo>
                  <a:lnTo>
                    <a:pt x="5960" y="6426"/>
                  </a:lnTo>
                  <a:lnTo>
                    <a:pt x="7841" y="10319"/>
                  </a:lnTo>
                  <a:lnTo>
                    <a:pt x="9720" y="6426"/>
                  </a:lnTo>
                  <a:lnTo>
                    <a:pt x="10040" y="6693"/>
                  </a:lnTo>
                  <a:lnTo>
                    <a:pt x="10779" y="6077"/>
                  </a:lnTo>
                  <a:lnTo>
                    <a:pt x="11517" y="6693"/>
                  </a:lnTo>
                  <a:lnTo>
                    <a:pt x="12255" y="6077"/>
                  </a:lnTo>
                  <a:lnTo>
                    <a:pt x="12995" y="6693"/>
                  </a:lnTo>
                  <a:lnTo>
                    <a:pt x="13315" y="6426"/>
                  </a:lnTo>
                  <a:lnTo>
                    <a:pt x="15265" y="10463"/>
                  </a:lnTo>
                  <a:lnTo>
                    <a:pt x="15681" y="10263"/>
                  </a:lnTo>
                  <a:lnTo>
                    <a:pt x="12170" y="2991"/>
                  </a:lnTo>
                  <a:lnTo>
                    <a:pt x="10867" y="2991"/>
                  </a:lnTo>
                  <a:lnTo>
                    <a:pt x="10262" y="4244"/>
                  </a:lnTo>
                  <a:lnTo>
                    <a:pt x="8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2730215" y="2276138"/>
              <a:ext cx="334083" cy="97154"/>
            </a:xfrm>
            <a:custGeom>
              <a:rect b="b" l="l" r="r" t="t"/>
              <a:pathLst>
                <a:path extrusionOk="0" h="2927" w="10065">
                  <a:moveTo>
                    <a:pt x="3524" y="461"/>
                  </a:moveTo>
                  <a:cubicBezTo>
                    <a:pt x="3736" y="461"/>
                    <a:pt x="3909" y="633"/>
                    <a:pt x="3909" y="846"/>
                  </a:cubicBezTo>
                  <a:cubicBezTo>
                    <a:pt x="3909" y="1313"/>
                    <a:pt x="4289" y="1693"/>
                    <a:pt x="4756" y="1693"/>
                  </a:cubicBezTo>
                  <a:lnTo>
                    <a:pt x="9219" y="1693"/>
                  </a:lnTo>
                  <a:cubicBezTo>
                    <a:pt x="9430" y="1693"/>
                    <a:pt x="9604" y="1864"/>
                    <a:pt x="9604" y="2079"/>
                  </a:cubicBezTo>
                  <a:cubicBezTo>
                    <a:pt x="9602" y="2291"/>
                    <a:pt x="9430" y="2463"/>
                    <a:pt x="9219" y="2463"/>
                  </a:cubicBezTo>
                  <a:lnTo>
                    <a:pt x="3674" y="2463"/>
                  </a:lnTo>
                  <a:cubicBezTo>
                    <a:pt x="3462" y="2463"/>
                    <a:pt x="3289" y="2292"/>
                    <a:pt x="3289" y="2079"/>
                  </a:cubicBezTo>
                  <a:cubicBezTo>
                    <a:pt x="3289" y="1611"/>
                    <a:pt x="2908" y="1232"/>
                    <a:pt x="2442" y="1232"/>
                  </a:cubicBezTo>
                  <a:lnTo>
                    <a:pt x="846" y="1232"/>
                  </a:lnTo>
                  <a:cubicBezTo>
                    <a:pt x="634" y="1232"/>
                    <a:pt x="462" y="1060"/>
                    <a:pt x="462" y="846"/>
                  </a:cubicBezTo>
                  <a:cubicBezTo>
                    <a:pt x="462" y="633"/>
                    <a:pt x="633" y="461"/>
                    <a:pt x="846" y="461"/>
                  </a:cubicBezTo>
                  <a:close/>
                  <a:moveTo>
                    <a:pt x="847" y="1"/>
                  </a:moveTo>
                  <a:cubicBezTo>
                    <a:pt x="380" y="1"/>
                    <a:pt x="0" y="380"/>
                    <a:pt x="0" y="847"/>
                  </a:cubicBezTo>
                  <a:cubicBezTo>
                    <a:pt x="0" y="1314"/>
                    <a:pt x="380" y="1694"/>
                    <a:pt x="847" y="1694"/>
                  </a:cubicBezTo>
                  <a:lnTo>
                    <a:pt x="2442" y="1694"/>
                  </a:lnTo>
                  <a:cubicBezTo>
                    <a:pt x="2654" y="1694"/>
                    <a:pt x="2828" y="1865"/>
                    <a:pt x="2828" y="2080"/>
                  </a:cubicBezTo>
                  <a:cubicBezTo>
                    <a:pt x="2828" y="2546"/>
                    <a:pt x="3207" y="2927"/>
                    <a:pt x="3674" y="2927"/>
                  </a:cubicBezTo>
                  <a:lnTo>
                    <a:pt x="9219" y="2927"/>
                  </a:lnTo>
                  <a:cubicBezTo>
                    <a:pt x="9685" y="2927"/>
                    <a:pt x="10065" y="2546"/>
                    <a:pt x="10065" y="2080"/>
                  </a:cubicBezTo>
                  <a:cubicBezTo>
                    <a:pt x="10065" y="1611"/>
                    <a:pt x="9685" y="1233"/>
                    <a:pt x="9219" y="1233"/>
                  </a:cubicBezTo>
                  <a:lnTo>
                    <a:pt x="4756" y="1233"/>
                  </a:lnTo>
                  <a:cubicBezTo>
                    <a:pt x="4544" y="1233"/>
                    <a:pt x="4371" y="1061"/>
                    <a:pt x="4371" y="847"/>
                  </a:cubicBezTo>
                  <a:cubicBezTo>
                    <a:pt x="4371" y="380"/>
                    <a:pt x="3991" y="1"/>
                    <a:pt x="3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3186645" y="2283241"/>
              <a:ext cx="20447" cy="20314"/>
            </a:xfrm>
            <a:custGeom>
              <a:rect b="b" l="l" r="r" t="t"/>
              <a:pathLst>
                <a:path extrusionOk="0" h="612" w="616">
                  <a:moveTo>
                    <a:pt x="144" y="1"/>
                  </a:moveTo>
                  <a:lnTo>
                    <a:pt x="1" y="439"/>
                  </a:lnTo>
                  <a:cubicBezTo>
                    <a:pt x="134" y="483"/>
                    <a:pt x="263" y="540"/>
                    <a:pt x="384" y="611"/>
                  </a:cubicBezTo>
                  <a:lnTo>
                    <a:pt x="616" y="212"/>
                  </a:lnTo>
                  <a:cubicBezTo>
                    <a:pt x="468" y="126"/>
                    <a:pt x="309" y="55"/>
                    <a:pt x="1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3157435" y="2279224"/>
              <a:ext cx="17161" cy="15733"/>
            </a:xfrm>
            <a:custGeom>
              <a:rect b="b" l="l" r="r" t="t"/>
              <a:pathLst>
                <a:path extrusionOk="0" h="474" w="517">
                  <a:moveTo>
                    <a:pt x="249" y="1"/>
                  </a:moveTo>
                  <a:cubicBezTo>
                    <a:pt x="166" y="1"/>
                    <a:pt x="83" y="5"/>
                    <a:pt x="0" y="13"/>
                  </a:cubicBezTo>
                  <a:lnTo>
                    <a:pt x="47" y="473"/>
                  </a:lnTo>
                  <a:cubicBezTo>
                    <a:pt x="116" y="465"/>
                    <a:pt x="185" y="462"/>
                    <a:pt x="255" y="462"/>
                  </a:cubicBezTo>
                  <a:cubicBezTo>
                    <a:pt x="327" y="462"/>
                    <a:pt x="398" y="466"/>
                    <a:pt x="469" y="474"/>
                  </a:cubicBezTo>
                  <a:lnTo>
                    <a:pt x="517" y="15"/>
                  </a:lnTo>
                  <a:cubicBezTo>
                    <a:pt x="429" y="6"/>
                    <a:pt x="339" y="1"/>
                    <a:pt x="2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3210776" y="2300435"/>
              <a:ext cx="21807" cy="21807"/>
            </a:xfrm>
            <a:custGeom>
              <a:rect b="b" l="l" r="r" t="t"/>
              <a:pathLst>
                <a:path extrusionOk="0" h="657" w="657">
                  <a:moveTo>
                    <a:pt x="310" y="0"/>
                  </a:moveTo>
                  <a:lnTo>
                    <a:pt x="1" y="343"/>
                  </a:lnTo>
                  <a:cubicBezTo>
                    <a:pt x="105" y="437"/>
                    <a:pt x="199" y="543"/>
                    <a:pt x="282" y="657"/>
                  </a:cubicBezTo>
                  <a:lnTo>
                    <a:pt x="656" y="386"/>
                  </a:lnTo>
                  <a:cubicBezTo>
                    <a:pt x="554" y="246"/>
                    <a:pt x="437" y="116"/>
                    <a:pt x="3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a:off x="3099448" y="2300235"/>
              <a:ext cx="21807" cy="21841"/>
            </a:xfrm>
            <a:custGeom>
              <a:rect b="b" l="l" r="r" t="t"/>
              <a:pathLst>
                <a:path extrusionOk="0" h="658" w="657">
                  <a:moveTo>
                    <a:pt x="348" y="1"/>
                  </a:moveTo>
                  <a:cubicBezTo>
                    <a:pt x="221" y="117"/>
                    <a:pt x="103" y="246"/>
                    <a:pt x="1" y="386"/>
                  </a:cubicBezTo>
                  <a:lnTo>
                    <a:pt x="373" y="658"/>
                  </a:lnTo>
                  <a:cubicBezTo>
                    <a:pt x="456" y="544"/>
                    <a:pt x="552" y="439"/>
                    <a:pt x="656" y="345"/>
                  </a:cubicBezTo>
                  <a:lnTo>
                    <a:pt x="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3085474" y="2327852"/>
              <a:ext cx="19351" cy="19584"/>
            </a:xfrm>
            <a:custGeom>
              <a:rect b="b" l="l" r="r" t="t"/>
              <a:pathLst>
                <a:path extrusionOk="0" h="590" w="583">
                  <a:moveTo>
                    <a:pt x="162" y="0"/>
                  </a:moveTo>
                  <a:cubicBezTo>
                    <a:pt x="91" y="159"/>
                    <a:pt x="37" y="324"/>
                    <a:pt x="1" y="493"/>
                  </a:cubicBezTo>
                  <a:lnTo>
                    <a:pt x="452" y="590"/>
                  </a:lnTo>
                  <a:cubicBezTo>
                    <a:pt x="482" y="453"/>
                    <a:pt x="525" y="319"/>
                    <a:pt x="582" y="191"/>
                  </a:cubicBezTo>
                  <a:lnTo>
                    <a:pt x="1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3124907" y="2283174"/>
              <a:ext cx="20447" cy="20314"/>
            </a:xfrm>
            <a:custGeom>
              <a:rect b="b" l="l" r="r" t="t"/>
              <a:pathLst>
                <a:path extrusionOk="0" h="612" w="616">
                  <a:moveTo>
                    <a:pt x="474" y="1"/>
                  </a:moveTo>
                  <a:cubicBezTo>
                    <a:pt x="309" y="54"/>
                    <a:pt x="150" y="125"/>
                    <a:pt x="0" y="212"/>
                  </a:cubicBezTo>
                  <a:lnTo>
                    <a:pt x="231" y="611"/>
                  </a:lnTo>
                  <a:cubicBezTo>
                    <a:pt x="352" y="541"/>
                    <a:pt x="481" y="483"/>
                    <a:pt x="615" y="440"/>
                  </a:cubicBezTo>
                  <a:lnTo>
                    <a:pt x="4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a:off x="3227073" y="2328117"/>
              <a:ext cx="19285" cy="19550"/>
            </a:xfrm>
            <a:custGeom>
              <a:rect b="b" l="l" r="r" t="t"/>
              <a:pathLst>
                <a:path extrusionOk="0" h="589" w="581">
                  <a:moveTo>
                    <a:pt x="422" y="1"/>
                  </a:moveTo>
                  <a:lnTo>
                    <a:pt x="1" y="188"/>
                  </a:lnTo>
                  <a:cubicBezTo>
                    <a:pt x="58" y="315"/>
                    <a:pt x="101" y="452"/>
                    <a:pt x="130" y="588"/>
                  </a:cubicBezTo>
                  <a:lnTo>
                    <a:pt x="581" y="494"/>
                  </a:lnTo>
                  <a:cubicBezTo>
                    <a:pt x="546" y="323"/>
                    <a:pt x="493" y="158"/>
                    <a:pt x="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3083681" y="2361276"/>
              <a:ext cx="16762" cy="17260"/>
            </a:xfrm>
            <a:custGeom>
              <a:rect b="b" l="l" r="r" t="t"/>
              <a:pathLst>
                <a:path extrusionOk="0" h="520" w="505">
                  <a:moveTo>
                    <a:pt x="0" y="1"/>
                  </a:moveTo>
                  <a:lnTo>
                    <a:pt x="0" y="6"/>
                  </a:lnTo>
                  <a:cubicBezTo>
                    <a:pt x="0" y="179"/>
                    <a:pt x="19" y="352"/>
                    <a:pt x="54" y="520"/>
                  </a:cubicBezTo>
                  <a:lnTo>
                    <a:pt x="505" y="425"/>
                  </a:lnTo>
                  <a:cubicBezTo>
                    <a:pt x="476" y="289"/>
                    <a:pt x="461" y="147"/>
                    <a:pt x="461" y="6"/>
                  </a:cubicBez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3090785" y="2388627"/>
              <a:ext cx="20978" cy="21144"/>
            </a:xfrm>
            <a:custGeom>
              <a:rect b="b" l="l" r="r" t="t"/>
              <a:pathLst>
                <a:path extrusionOk="0" h="637" w="632">
                  <a:moveTo>
                    <a:pt x="421" y="1"/>
                  </a:moveTo>
                  <a:lnTo>
                    <a:pt x="0" y="189"/>
                  </a:lnTo>
                  <a:cubicBezTo>
                    <a:pt x="69" y="346"/>
                    <a:pt x="157" y="497"/>
                    <a:pt x="259" y="637"/>
                  </a:cubicBezTo>
                  <a:lnTo>
                    <a:pt x="632" y="366"/>
                  </a:lnTo>
                  <a:cubicBezTo>
                    <a:pt x="549" y="252"/>
                    <a:pt x="478" y="129"/>
                    <a:pt x="4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a:off x="3172837" y="2425139"/>
              <a:ext cx="18455" cy="18123"/>
            </a:xfrm>
            <a:custGeom>
              <a:rect b="b" l="l" r="r" t="t"/>
              <a:pathLst>
                <a:path extrusionOk="0" h="546" w="556">
                  <a:moveTo>
                    <a:pt x="412" y="0"/>
                  </a:moveTo>
                  <a:cubicBezTo>
                    <a:pt x="280" y="43"/>
                    <a:pt x="141" y="73"/>
                    <a:pt x="1" y="87"/>
                  </a:cubicBezTo>
                  <a:lnTo>
                    <a:pt x="48" y="545"/>
                  </a:lnTo>
                  <a:cubicBezTo>
                    <a:pt x="220" y="528"/>
                    <a:pt x="391" y="491"/>
                    <a:pt x="555" y="439"/>
                  </a:cubicBezTo>
                  <a:lnTo>
                    <a:pt x="4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3110899" y="2411198"/>
              <a:ext cx="21575" cy="21509"/>
            </a:xfrm>
            <a:custGeom>
              <a:rect b="b" l="l" r="r" t="t"/>
              <a:pathLst>
                <a:path extrusionOk="0" h="648" w="650">
                  <a:moveTo>
                    <a:pt x="309" y="0"/>
                  </a:moveTo>
                  <a:lnTo>
                    <a:pt x="0" y="343"/>
                  </a:lnTo>
                  <a:cubicBezTo>
                    <a:pt x="128" y="458"/>
                    <a:pt x="269" y="561"/>
                    <a:pt x="419" y="648"/>
                  </a:cubicBezTo>
                  <a:lnTo>
                    <a:pt x="650" y="249"/>
                  </a:lnTo>
                  <a:cubicBezTo>
                    <a:pt x="528" y="177"/>
                    <a:pt x="414" y="94"/>
                    <a:pt x="3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3220036" y="2388727"/>
              <a:ext cx="21044" cy="21144"/>
            </a:xfrm>
            <a:custGeom>
              <a:rect b="b" l="l" r="r" t="t"/>
              <a:pathLst>
                <a:path extrusionOk="0" h="637" w="634">
                  <a:moveTo>
                    <a:pt x="212" y="1"/>
                  </a:moveTo>
                  <a:cubicBezTo>
                    <a:pt x="155" y="129"/>
                    <a:pt x="84" y="251"/>
                    <a:pt x="1" y="365"/>
                  </a:cubicBezTo>
                  <a:lnTo>
                    <a:pt x="374" y="637"/>
                  </a:lnTo>
                  <a:cubicBezTo>
                    <a:pt x="476" y="497"/>
                    <a:pt x="563" y="346"/>
                    <a:pt x="634" y="188"/>
                  </a:cubicBezTo>
                  <a:lnTo>
                    <a:pt x="2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a:off x="3231388" y="2361509"/>
              <a:ext cx="16795" cy="17127"/>
            </a:xfrm>
            <a:custGeom>
              <a:rect b="b" l="l" r="r" t="t"/>
              <a:pathLst>
                <a:path extrusionOk="0" h="516" w="506">
                  <a:moveTo>
                    <a:pt x="43" y="1"/>
                  </a:moveTo>
                  <a:cubicBezTo>
                    <a:pt x="43" y="143"/>
                    <a:pt x="28" y="283"/>
                    <a:pt x="0" y="420"/>
                  </a:cubicBezTo>
                  <a:lnTo>
                    <a:pt x="451" y="516"/>
                  </a:lnTo>
                  <a:cubicBezTo>
                    <a:pt x="487" y="347"/>
                    <a:pt x="506" y="175"/>
                    <a:pt x="5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3140474" y="2425106"/>
              <a:ext cx="18455" cy="18156"/>
            </a:xfrm>
            <a:custGeom>
              <a:rect b="b" l="l" r="r" t="t"/>
              <a:pathLst>
                <a:path extrusionOk="0" h="547" w="556">
                  <a:moveTo>
                    <a:pt x="143" y="0"/>
                  </a:moveTo>
                  <a:lnTo>
                    <a:pt x="1" y="440"/>
                  </a:lnTo>
                  <a:cubicBezTo>
                    <a:pt x="165" y="492"/>
                    <a:pt x="336" y="529"/>
                    <a:pt x="507" y="546"/>
                  </a:cubicBezTo>
                  <a:lnTo>
                    <a:pt x="556" y="88"/>
                  </a:lnTo>
                  <a:cubicBezTo>
                    <a:pt x="414" y="74"/>
                    <a:pt x="276" y="44"/>
                    <a:pt x="1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3199324" y="2411231"/>
              <a:ext cx="21608" cy="21509"/>
            </a:xfrm>
            <a:custGeom>
              <a:rect b="b" l="l" r="r" t="t"/>
              <a:pathLst>
                <a:path extrusionOk="0" h="648" w="651">
                  <a:moveTo>
                    <a:pt x="341" y="0"/>
                  </a:moveTo>
                  <a:cubicBezTo>
                    <a:pt x="237" y="94"/>
                    <a:pt x="122" y="177"/>
                    <a:pt x="0" y="249"/>
                  </a:cubicBezTo>
                  <a:lnTo>
                    <a:pt x="232" y="648"/>
                  </a:lnTo>
                  <a:cubicBezTo>
                    <a:pt x="382" y="561"/>
                    <a:pt x="522" y="458"/>
                    <a:pt x="651" y="344"/>
                  </a:cubicBezTo>
                  <a:lnTo>
                    <a:pt x="3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3112260" y="2307803"/>
              <a:ext cx="107311" cy="107311"/>
            </a:xfrm>
            <a:custGeom>
              <a:rect b="b" l="l" r="r" t="t"/>
              <a:pathLst>
                <a:path extrusionOk="0" h="3233" w="3233">
                  <a:moveTo>
                    <a:pt x="1616" y="462"/>
                  </a:moveTo>
                  <a:cubicBezTo>
                    <a:pt x="2254" y="462"/>
                    <a:pt x="2771" y="979"/>
                    <a:pt x="2771" y="1617"/>
                  </a:cubicBezTo>
                  <a:cubicBezTo>
                    <a:pt x="2771" y="2253"/>
                    <a:pt x="2254" y="2771"/>
                    <a:pt x="1616" y="2771"/>
                  </a:cubicBezTo>
                  <a:cubicBezTo>
                    <a:pt x="980" y="2771"/>
                    <a:pt x="462" y="2254"/>
                    <a:pt x="462" y="1617"/>
                  </a:cubicBezTo>
                  <a:cubicBezTo>
                    <a:pt x="462" y="981"/>
                    <a:pt x="979" y="462"/>
                    <a:pt x="1616" y="462"/>
                  </a:cubicBezTo>
                  <a:close/>
                  <a:moveTo>
                    <a:pt x="1616" y="0"/>
                  </a:moveTo>
                  <a:cubicBezTo>
                    <a:pt x="725" y="0"/>
                    <a:pt x="1" y="726"/>
                    <a:pt x="1" y="1617"/>
                  </a:cubicBezTo>
                  <a:cubicBezTo>
                    <a:pt x="1" y="2507"/>
                    <a:pt x="725" y="3232"/>
                    <a:pt x="1616" y="3232"/>
                  </a:cubicBezTo>
                  <a:cubicBezTo>
                    <a:pt x="2507" y="3232"/>
                    <a:pt x="3232" y="2507"/>
                    <a:pt x="3232" y="1617"/>
                  </a:cubicBezTo>
                  <a:cubicBezTo>
                    <a:pt x="3232" y="726"/>
                    <a:pt x="2507" y="0"/>
                    <a:pt x="16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3156207" y="2474363"/>
              <a:ext cx="95528" cy="60278"/>
            </a:xfrm>
            <a:custGeom>
              <a:rect b="b" l="l" r="r" t="t"/>
              <a:pathLst>
                <a:path extrusionOk="0" h="1816" w="2878">
                  <a:moveTo>
                    <a:pt x="907" y="0"/>
                  </a:moveTo>
                  <a:cubicBezTo>
                    <a:pt x="408" y="0"/>
                    <a:pt x="0" y="407"/>
                    <a:pt x="0" y="907"/>
                  </a:cubicBezTo>
                  <a:cubicBezTo>
                    <a:pt x="0" y="1408"/>
                    <a:pt x="408" y="1815"/>
                    <a:pt x="907" y="1815"/>
                  </a:cubicBezTo>
                  <a:lnTo>
                    <a:pt x="2877" y="1815"/>
                  </a:lnTo>
                  <a:lnTo>
                    <a:pt x="2877" y="1353"/>
                  </a:lnTo>
                  <a:lnTo>
                    <a:pt x="907" y="1353"/>
                  </a:lnTo>
                  <a:cubicBezTo>
                    <a:pt x="662" y="1353"/>
                    <a:pt x="461" y="1153"/>
                    <a:pt x="461" y="907"/>
                  </a:cubicBezTo>
                  <a:cubicBezTo>
                    <a:pt x="461" y="662"/>
                    <a:pt x="662" y="461"/>
                    <a:pt x="907" y="461"/>
                  </a:cubicBezTo>
                  <a:lnTo>
                    <a:pt x="2877" y="461"/>
                  </a:lnTo>
                  <a:lnTo>
                    <a:pt x="28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2844098" y="2391548"/>
              <a:ext cx="15368" cy="15401"/>
            </a:xfrm>
            <a:custGeom>
              <a:rect b="b" l="l" r="r" t="t"/>
              <a:pathLst>
                <a:path extrusionOk="0" h="464" w="463">
                  <a:moveTo>
                    <a:pt x="1" y="1"/>
                  </a:moveTo>
                  <a:lnTo>
                    <a:pt x="1"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a:off x="2728688" y="2391548"/>
              <a:ext cx="69505" cy="15401"/>
            </a:xfrm>
            <a:custGeom>
              <a:rect b="b" l="l" r="r" t="t"/>
              <a:pathLst>
                <a:path extrusionOk="0" h="464" w="2094">
                  <a:moveTo>
                    <a:pt x="1" y="1"/>
                  </a:moveTo>
                  <a:lnTo>
                    <a:pt x="1" y="463"/>
                  </a:lnTo>
                  <a:lnTo>
                    <a:pt x="2094" y="463"/>
                  </a:lnTo>
                  <a:lnTo>
                    <a:pt x="2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a:off x="2813495" y="2391548"/>
              <a:ext cx="15335" cy="15401"/>
            </a:xfrm>
            <a:custGeom>
              <a:rect b="b" l="l" r="r" t="t"/>
              <a:pathLst>
                <a:path extrusionOk="0" h="464" w="462">
                  <a:moveTo>
                    <a:pt x="0" y="1"/>
                  </a:moveTo>
                  <a:lnTo>
                    <a:pt x="0" y="463"/>
                  </a:lnTo>
                  <a:lnTo>
                    <a:pt x="461" y="463"/>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2852297" y="2447776"/>
              <a:ext cx="55232" cy="15335"/>
            </a:xfrm>
            <a:custGeom>
              <a:rect b="b" l="l" r="r" t="t"/>
              <a:pathLst>
                <a:path extrusionOk="0" h="462" w="1664">
                  <a:moveTo>
                    <a:pt x="1" y="1"/>
                  </a:moveTo>
                  <a:lnTo>
                    <a:pt x="1" y="462"/>
                  </a:lnTo>
                  <a:lnTo>
                    <a:pt x="1664" y="462"/>
                  </a:lnTo>
                  <a:lnTo>
                    <a:pt x="16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2821693" y="2447776"/>
              <a:ext cx="15335" cy="15335"/>
            </a:xfrm>
            <a:custGeom>
              <a:rect b="b" l="l" r="r" t="t"/>
              <a:pathLst>
                <a:path extrusionOk="0" h="462"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2790990" y="2447776"/>
              <a:ext cx="15368" cy="15335"/>
            </a:xfrm>
            <a:custGeom>
              <a:rect b="b" l="l" r="r" t="t"/>
              <a:pathLst>
                <a:path extrusionOk="0" h="462" w="463">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6"/>
            <p:cNvSpPr/>
            <p:nvPr/>
          </p:nvSpPr>
          <p:spPr>
            <a:xfrm>
              <a:off x="3216983" y="2574439"/>
              <a:ext cx="34753" cy="15368"/>
            </a:xfrm>
            <a:custGeom>
              <a:rect b="b" l="l" r="r" t="t"/>
              <a:pathLst>
                <a:path extrusionOk="0" h="463" w="1047">
                  <a:moveTo>
                    <a:pt x="1" y="1"/>
                  </a:moveTo>
                  <a:lnTo>
                    <a:pt x="1" y="462"/>
                  </a:lnTo>
                  <a:lnTo>
                    <a:pt x="1046" y="462"/>
                  </a:lnTo>
                  <a:lnTo>
                    <a:pt x="10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6"/>
            <p:cNvSpPr/>
            <p:nvPr/>
          </p:nvSpPr>
          <p:spPr>
            <a:xfrm>
              <a:off x="3186313" y="2574439"/>
              <a:ext cx="15335" cy="15368"/>
            </a:xfrm>
            <a:custGeom>
              <a:rect b="b" l="l" r="r" t="t"/>
              <a:pathLst>
                <a:path extrusionOk="0" h="463" w="462">
                  <a:moveTo>
                    <a:pt x="0" y="1"/>
                  </a:moveTo>
                  <a:lnTo>
                    <a:pt x="0" y="462"/>
                  </a:lnTo>
                  <a:lnTo>
                    <a:pt x="461" y="462"/>
                  </a:lnTo>
                  <a:lnTo>
                    <a:pt x="4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2728688" y="2561128"/>
              <a:ext cx="32728" cy="15335"/>
            </a:xfrm>
            <a:custGeom>
              <a:rect b="b" l="l" r="r" t="t"/>
              <a:pathLst>
                <a:path extrusionOk="0" h="462" w="986">
                  <a:moveTo>
                    <a:pt x="1" y="1"/>
                  </a:moveTo>
                  <a:lnTo>
                    <a:pt x="1" y="462"/>
                  </a:lnTo>
                  <a:lnTo>
                    <a:pt x="985" y="462"/>
                  </a:lnTo>
                  <a:lnTo>
                    <a:pt x="9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2776717" y="2561128"/>
              <a:ext cx="15335" cy="15335"/>
            </a:xfrm>
            <a:custGeom>
              <a:rect b="b" l="l" r="r" t="t"/>
              <a:pathLst>
                <a:path extrusionOk="0" h="462"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3072960" y="2491723"/>
              <a:ext cx="44976" cy="15335"/>
            </a:xfrm>
            <a:custGeom>
              <a:rect b="b" l="l" r="r" t="t"/>
              <a:pathLst>
                <a:path extrusionOk="0" h="462" w="1355">
                  <a:moveTo>
                    <a:pt x="0" y="0"/>
                  </a:moveTo>
                  <a:lnTo>
                    <a:pt x="0" y="462"/>
                  </a:lnTo>
                  <a:lnTo>
                    <a:pt x="1354" y="462"/>
                  </a:lnTo>
                  <a:lnTo>
                    <a:pt x="13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2789994" y="2507025"/>
              <a:ext cx="44976" cy="15335"/>
            </a:xfrm>
            <a:custGeom>
              <a:rect b="b" l="l" r="r" t="t"/>
              <a:pathLst>
                <a:path extrusionOk="0" h="462" w="1355">
                  <a:moveTo>
                    <a:pt x="1" y="1"/>
                  </a:moveTo>
                  <a:lnTo>
                    <a:pt x="1" y="462"/>
                  </a:lnTo>
                  <a:lnTo>
                    <a:pt x="1355" y="462"/>
                  </a:lnTo>
                  <a:lnTo>
                    <a:pt x="1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a:off x="3039204" y="2444689"/>
              <a:ext cx="30703" cy="15335"/>
            </a:xfrm>
            <a:custGeom>
              <a:rect b="b" l="l" r="r" t="t"/>
              <a:pathLst>
                <a:path extrusionOk="0" h="462" w="925">
                  <a:moveTo>
                    <a:pt x="1" y="1"/>
                  </a:moveTo>
                  <a:lnTo>
                    <a:pt x="1" y="462"/>
                  </a:lnTo>
                  <a:lnTo>
                    <a:pt x="924" y="462"/>
                  </a:lnTo>
                  <a:lnTo>
                    <a:pt x="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2938132" y="2404891"/>
              <a:ext cx="59315" cy="15335"/>
            </a:xfrm>
            <a:custGeom>
              <a:rect b="b" l="l" r="r" t="t"/>
              <a:pathLst>
                <a:path extrusionOk="0" h="462" w="1787">
                  <a:moveTo>
                    <a:pt x="0" y="0"/>
                  </a:moveTo>
                  <a:lnTo>
                    <a:pt x="0" y="461"/>
                  </a:lnTo>
                  <a:lnTo>
                    <a:pt x="1786" y="461"/>
                  </a:lnTo>
                  <a:lnTo>
                    <a:pt x="17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3012683" y="2404891"/>
              <a:ext cx="15335" cy="15335"/>
            </a:xfrm>
            <a:custGeom>
              <a:rect b="b" l="l" r="r" t="t"/>
              <a:pathLst>
                <a:path extrusionOk="0" h="462" w="462">
                  <a:moveTo>
                    <a:pt x="0" y="0"/>
                  </a:moveTo>
                  <a:lnTo>
                    <a:pt x="0"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a:off x="2970628" y="2490196"/>
              <a:ext cx="26554" cy="35682"/>
            </a:xfrm>
            <a:custGeom>
              <a:rect b="b" l="l" r="r" t="t"/>
              <a:pathLst>
                <a:path extrusionOk="0" h="1075" w="800">
                  <a:moveTo>
                    <a:pt x="375" y="1"/>
                  </a:moveTo>
                  <a:lnTo>
                    <a:pt x="1" y="897"/>
                  </a:lnTo>
                  <a:lnTo>
                    <a:pt x="427" y="1074"/>
                  </a:lnTo>
                  <a:lnTo>
                    <a:pt x="800" y="179"/>
                  </a:lnTo>
                  <a:lnTo>
                    <a:pt x="3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a:off x="3022740" y="2589276"/>
              <a:ext cx="23965" cy="29409"/>
            </a:xfrm>
            <a:custGeom>
              <a:rect b="b" l="l" r="r" t="t"/>
              <a:pathLst>
                <a:path extrusionOk="0" h="886" w="722">
                  <a:moveTo>
                    <a:pt x="425" y="1"/>
                  </a:moveTo>
                  <a:lnTo>
                    <a:pt x="0" y="178"/>
                  </a:lnTo>
                  <a:lnTo>
                    <a:pt x="295" y="886"/>
                  </a:lnTo>
                  <a:lnTo>
                    <a:pt x="721" y="708"/>
                  </a:lnTo>
                  <a:lnTo>
                    <a:pt x="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a:off x="3167426" y="2342589"/>
              <a:ext cx="15335" cy="15335"/>
            </a:xfrm>
            <a:custGeom>
              <a:rect b="b" l="l" r="r" t="t"/>
              <a:pathLst>
                <a:path extrusionOk="0" h="462" w="462">
                  <a:moveTo>
                    <a:pt x="0" y="0"/>
                  </a:moveTo>
                  <a:lnTo>
                    <a:pt x="0" y="461"/>
                  </a:lnTo>
                  <a:lnTo>
                    <a:pt x="462" y="461"/>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3027951" y="2715639"/>
              <a:ext cx="29110" cy="38371"/>
            </a:xfrm>
            <a:custGeom>
              <a:rect b="b" l="l" r="r" t="t"/>
              <a:pathLst>
                <a:path extrusionOk="0" h="1156" w="877">
                  <a:moveTo>
                    <a:pt x="461" y="0"/>
                  </a:moveTo>
                  <a:lnTo>
                    <a:pt x="1" y="955"/>
                  </a:lnTo>
                  <a:lnTo>
                    <a:pt x="415" y="1155"/>
                  </a:lnTo>
                  <a:lnTo>
                    <a:pt x="877" y="20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3157634" y="2693135"/>
              <a:ext cx="21144" cy="21874"/>
            </a:xfrm>
            <a:custGeom>
              <a:rect b="b" l="l" r="r" t="t"/>
              <a:pathLst>
                <a:path extrusionOk="0" h="659" w="637">
                  <a:moveTo>
                    <a:pt x="416" y="1"/>
                  </a:moveTo>
                  <a:lnTo>
                    <a:pt x="1" y="202"/>
                  </a:lnTo>
                  <a:lnTo>
                    <a:pt x="222" y="659"/>
                  </a:lnTo>
                  <a:lnTo>
                    <a:pt x="637" y="458"/>
                  </a:lnTo>
                  <a:lnTo>
                    <a:pt x="4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3171642" y="2722112"/>
              <a:ext cx="33358" cy="47133"/>
            </a:xfrm>
            <a:custGeom>
              <a:rect b="b" l="l" r="r" t="t"/>
              <a:pathLst>
                <a:path extrusionOk="0" h="1420" w="1005">
                  <a:moveTo>
                    <a:pt x="416" y="1"/>
                  </a:moveTo>
                  <a:lnTo>
                    <a:pt x="1" y="201"/>
                  </a:lnTo>
                  <a:lnTo>
                    <a:pt x="589" y="1420"/>
                  </a:lnTo>
                  <a:lnTo>
                    <a:pt x="1005" y="1219"/>
                  </a:lnTo>
                  <a:lnTo>
                    <a:pt x="4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2774825" y="2729945"/>
              <a:ext cx="31068" cy="42420"/>
            </a:xfrm>
            <a:custGeom>
              <a:rect b="b" l="l" r="r" t="t"/>
              <a:pathLst>
                <a:path extrusionOk="0" h="1278" w="936">
                  <a:moveTo>
                    <a:pt x="521" y="1"/>
                  </a:moveTo>
                  <a:lnTo>
                    <a:pt x="1" y="1077"/>
                  </a:lnTo>
                  <a:lnTo>
                    <a:pt x="416" y="1278"/>
                  </a:lnTo>
                  <a:lnTo>
                    <a:pt x="936" y="201"/>
                  </a:lnTo>
                  <a:lnTo>
                    <a:pt x="5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a:off x="2850438" y="2585824"/>
              <a:ext cx="25094" cy="29906"/>
            </a:xfrm>
            <a:custGeom>
              <a:rect b="b" l="l" r="r" t="t"/>
              <a:pathLst>
                <a:path extrusionOk="0" h="901" w="756">
                  <a:moveTo>
                    <a:pt x="340" y="0"/>
                  </a:moveTo>
                  <a:lnTo>
                    <a:pt x="1" y="700"/>
                  </a:lnTo>
                  <a:lnTo>
                    <a:pt x="417" y="901"/>
                  </a:lnTo>
                  <a:lnTo>
                    <a:pt x="756" y="201"/>
                  </a:lnTo>
                  <a:lnTo>
                    <a:pt x="3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2913537" y="2693102"/>
              <a:ext cx="34719" cy="49955"/>
            </a:xfrm>
            <a:custGeom>
              <a:rect b="b" l="l" r="r" t="t"/>
              <a:pathLst>
                <a:path extrusionOk="0" h="1505" w="1046">
                  <a:moveTo>
                    <a:pt x="416" y="1"/>
                  </a:moveTo>
                  <a:lnTo>
                    <a:pt x="1" y="202"/>
                  </a:lnTo>
                  <a:lnTo>
                    <a:pt x="630" y="1505"/>
                  </a:lnTo>
                  <a:lnTo>
                    <a:pt x="1045" y="1304"/>
                  </a:lnTo>
                  <a:lnTo>
                    <a:pt x="4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2941087" y="2750126"/>
              <a:ext cx="20812" cy="21210"/>
            </a:xfrm>
            <a:custGeom>
              <a:rect b="b" l="l" r="r" t="t"/>
              <a:pathLst>
                <a:path extrusionOk="0" h="639" w="627">
                  <a:moveTo>
                    <a:pt x="416" y="1"/>
                  </a:moveTo>
                  <a:lnTo>
                    <a:pt x="0" y="202"/>
                  </a:lnTo>
                  <a:lnTo>
                    <a:pt x="211" y="639"/>
                  </a:lnTo>
                  <a:lnTo>
                    <a:pt x="627" y="438"/>
                  </a:lnTo>
                  <a:lnTo>
                    <a:pt x="4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66"/>
          <p:cNvGrpSpPr/>
          <p:nvPr/>
        </p:nvGrpSpPr>
        <p:grpSpPr>
          <a:xfrm>
            <a:off x="2085913" y="2639730"/>
            <a:ext cx="462577" cy="462577"/>
            <a:chOff x="2097996" y="2649460"/>
            <a:chExt cx="522981" cy="522981"/>
          </a:xfrm>
        </p:grpSpPr>
        <p:sp>
          <p:nvSpPr>
            <p:cNvPr id="6214" name="Google Shape;6214;p66"/>
            <p:cNvSpPr/>
            <p:nvPr/>
          </p:nvSpPr>
          <p:spPr>
            <a:xfrm>
              <a:off x="2097996" y="2649460"/>
              <a:ext cx="522981" cy="522981"/>
            </a:xfrm>
            <a:custGeom>
              <a:rect b="b" l="l" r="r" t="t"/>
              <a:pathLst>
                <a:path extrusionOk="0" h="15756" w="15756">
                  <a:moveTo>
                    <a:pt x="7878" y="464"/>
                  </a:moveTo>
                  <a:cubicBezTo>
                    <a:pt x="11967" y="464"/>
                    <a:pt x="15293" y="3789"/>
                    <a:pt x="15293" y="7879"/>
                  </a:cubicBezTo>
                  <a:cubicBezTo>
                    <a:pt x="15293" y="11968"/>
                    <a:pt x="11967" y="15293"/>
                    <a:pt x="7878" y="15293"/>
                  </a:cubicBezTo>
                  <a:cubicBezTo>
                    <a:pt x="3789" y="15293"/>
                    <a:pt x="463" y="11968"/>
                    <a:pt x="463" y="7879"/>
                  </a:cubicBezTo>
                  <a:cubicBezTo>
                    <a:pt x="463" y="3789"/>
                    <a:pt x="3789" y="464"/>
                    <a:pt x="7878" y="464"/>
                  </a:cubicBezTo>
                  <a:close/>
                  <a:moveTo>
                    <a:pt x="7878" y="0"/>
                  </a:moveTo>
                  <a:cubicBezTo>
                    <a:pt x="5775" y="0"/>
                    <a:pt x="3795" y="820"/>
                    <a:pt x="2308" y="2308"/>
                  </a:cubicBezTo>
                  <a:cubicBezTo>
                    <a:pt x="820" y="3796"/>
                    <a:pt x="0" y="5775"/>
                    <a:pt x="0" y="7879"/>
                  </a:cubicBezTo>
                  <a:cubicBezTo>
                    <a:pt x="0" y="9981"/>
                    <a:pt x="820" y="11960"/>
                    <a:pt x="2308" y="13449"/>
                  </a:cubicBezTo>
                  <a:cubicBezTo>
                    <a:pt x="3795" y="14937"/>
                    <a:pt x="5775" y="15756"/>
                    <a:pt x="7878" y="15756"/>
                  </a:cubicBezTo>
                  <a:cubicBezTo>
                    <a:pt x="9982" y="15756"/>
                    <a:pt x="11960" y="14937"/>
                    <a:pt x="13448" y="13449"/>
                  </a:cubicBezTo>
                  <a:cubicBezTo>
                    <a:pt x="14937" y="11960"/>
                    <a:pt x="15756" y="9981"/>
                    <a:pt x="15756" y="7879"/>
                  </a:cubicBezTo>
                  <a:cubicBezTo>
                    <a:pt x="15756" y="5775"/>
                    <a:pt x="14937" y="3796"/>
                    <a:pt x="13448" y="2308"/>
                  </a:cubicBezTo>
                  <a:cubicBezTo>
                    <a:pt x="11960" y="820"/>
                    <a:pt x="9982" y="0"/>
                    <a:pt x="78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2214535" y="2766065"/>
              <a:ext cx="289870" cy="289837"/>
            </a:xfrm>
            <a:custGeom>
              <a:rect b="b" l="l" r="r" t="t"/>
              <a:pathLst>
                <a:path extrusionOk="0" h="8732" w="8733">
                  <a:moveTo>
                    <a:pt x="7570" y="1164"/>
                  </a:moveTo>
                  <a:lnTo>
                    <a:pt x="5308" y="5308"/>
                  </a:lnTo>
                  <a:lnTo>
                    <a:pt x="1164" y="7570"/>
                  </a:lnTo>
                  <a:lnTo>
                    <a:pt x="3426" y="3425"/>
                  </a:lnTo>
                  <a:lnTo>
                    <a:pt x="7570" y="1164"/>
                  </a:lnTo>
                  <a:close/>
                  <a:moveTo>
                    <a:pt x="8733" y="0"/>
                  </a:moveTo>
                  <a:lnTo>
                    <a:pt x="3084" y="3083"/>
                  </a:lnTo>
                  <a:lnTo>
                    <a:pt x="0" y="8732"/>
                  </a:lnTo>
                  <a:lnTo>
                    <a:pt x="0" y="8732"/>
                  </a:lnTo>
                  <a:lnTo>
                    <a:pt x="5650" y="5649"/>
                  </a:lnTo>
                  <a:lnTo>
                    <a:pt x="87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2331307" y="2882770"/>
              <a:ext cx="56394" cy="56394"/>
            </a:xfrm>
            <a:custGeom>
              <a:rect b="b" l="l" r="r" t="t"/>
              <a:pathLst>
                <a:path extrusionOk="0" h="1699" w="1699">
                  <a:moveTo>
                    <a:pt x="849" y="463"/>
                  </a:moveTo>
                  <a:cubicBezTo>
                    <a:pt x="1062" y="463"/>
                    <a:pt x="1236" y="636"/>
                    <a:pt x="1236" y="850"/>
                  </a:cubicBezTo>
                  <a:cubicBezTo>
                    <a:pt x="1236" y="1063"/>
                    <a:pt x="1062" y="1236"/>
                    <a:pt x="849" y="1236"/>
                  </a:cubicBezTo>
                  <a:cubicBezTo>
                    <a:pt x="636" y="1236"/>
                    <a:pt x="463" y="1063"/>
                    <a:pt x="463" y="850"/>
                  </a:cubicBezTo>
                  <a:cubicBezTo>
                    <a:pt x="463" y="636"/>
                    <a:pt x="636" y="463"/>
                    <a:pt x="849" y="463"/>
                  </a:cubicBezTo>
                  <a:close/>
                  <a:moveTo>
                    <a:pt x="849" y="0"/>
                  </a:moveTo>
                  <a:cubicBezTo>
                    <a:pt x="381" y="0"/>
                    <a:pt x="0" y="381"/>
                    <a:pt x="0" y="850"/>
                  </a:cubicBezTo>
                  <a:cubicBezTo>
                    <a:pt x="0" y="1317"/>
                    <a:pt x="381" y="1699"/>
                    <a:pt x="849" y="1699"/>
                  </a:cubicBezTo>
                  <a:cubicBezTo>
                    <a:pt x="1317" y="1699"/>
                    <a:pt x="1698" y="1317"/>
                    <a:pt x="1698" y="850"/>
                  </a:cubicBezTo>
                  <a:cubicBezTo>
                    <a:pt x="1698" y="381"/>
                    <a:pt x="1317" y="0"/>
                    <a:pt x="8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a:off x="2128766" y="2680229"/>
              <a:ext cx="461442" cy="461475"/>
            </a:xfrm>
            <a:custGeom>
              <a:rect b="b" l="l" r="r" t="t"/>
              <a:pathLst>
                <a:path extrusionOk="0" h="13903" w="13902">
                  <a:moveTo>
                    <a:pt x="6951" y="463"/>
                  </a:moveTo>
                  <a:cubicBezTo>
                    <a:pt x="10530" y="463"/>
                    <a:pt x="13440" y="3373"/>
                    <a:pt x="13440" y="6952"/>
                  </a:cubicBezTo>
                  <a:cubicBezTo>
                    <a:pt x="13440" y="10530"/>
                    <a:pt x="10529" y="13440"/>
                    <a:pt x="6951" y="13440"/>
                  </a:cubicBezTo>
                  <a:cubicBezTo>
                    <a:pt x="3374" y="13440"/>
                    <a:pt x="463" y="10530"/>
                    <a:pt x="463" y="6952"/>
                  </a:cubicBezTo>
                  <a:cubicBezTo>
                    <a:pt x="463" y="3373"/>
                    <a:pt x="3373" y="463"/>
                    <a:pt x="6951" y="463"/>
                  </a:cubicBezTo>
                  <a:close/>
                  <a:moveTo>
                    <a:pt x="6951" y="1"/>
                  </a:moveTo>
                  <a:cubicBezTo>
                    <a:pt x="5095" y="1"/>
                    <a:pt x="3348" y="723"/>
                    <a:pt x="2036" y="2036"/>
                  </a:cubicBezTo>
                  <a:cubicBezTo>
                    <a:pt x="723" y="3350"/>
                    <a:pt x="1" y="5095"/>
                    <a:pt x="1" y="6952"/>
                  </a:cubicBezTo>
                  <a:cubicBezTo>
                    <a:pt x="1" y="8808"/>
                    <a:pt x="723" y="10555"/>
                    <a:pt x="2036" y="11866"/>
                  </a:cubicBezTo>
                  <a:cubicBezTo>
                    <a:pt x="3349" y="13179"/>
                    <a:pt x="5095" y="13902"/>
                    <a:pt x="6951" y="13902"/>
                  </a:cubicBezTo>
                  <a:cubicBezTo>
                    <a:pt x="8808" y="13902"/>
                    <a:pt x="10554" y="13179"/>
                    <a:pt x="11866" y="11866"/>
                  </a:cubicBezTo>
                  <a:cubicBezTo>
                    <a:pt x="13179" y="10552"/>
                    <a:pt x="13902" y="8808"/>
                    <a:pt x="13902" y="6952"/>
                  </a:cubicBezTo>
                  <a:cubicBezTo>
                    <a:pt x="13902" y="5095"/>
                    <a:pt x="13179" y="3350"/>
                    <a:pt x="11866" y="2036"/>
                  </a:cubicBezTo>
                  <a:cubicBezTo>
                    <a:pt x="10552" y="723"/>
                    <a:pt x="8808" y="1"/>
                    <a:pt x="69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2195250" y="2784089"/>
              <a:ext cx="21608" cy="21542"/>
            </a:xfrm>
            <a:custGeom>
              <a:rect b="b" l="l" r="r" t="t"/>
              <a:pathLst>
                <a:path extrusionOk="0" h="649" w="651">
                  <a:moveTo>
                    <a:pt x="292" y="0"/>
                  </a:moveTo>
                  <a:cubicBezTo>
                    <a:pt x="190" y="122"/>
                    <a:pt x="93" y="252"/>
                    <a:pt x="1" y="384"/>
                  </a:cubicBezTo>
                  <a:lnTo>
                    <a:pt x="381" y="649"/>
                  </a:lnTo>
                  <a:cubicBezTo>
                    <a:pt x="465" y="528"/>
                    <a:pt x="555" y="409"/>
                    <a:pt x="650" y="295"/>
                  </a:cubicBezTo>
                  <a:lnTo>
                    <a:pt x="2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2292505" y="3084979"/>
              <a:ext cx="19252" cy="19252"/>
            </a:xfrm>
            <a:custGeom>
              <a:rect b="b" l="l" r="r" t="t"/>
              <a:pathLst>
                <a:path extrusionOk="0" h="580" w="580">
                  <a:moveTo>
                    <a:pt x="156" y="1"/>
                  </a:moveTo>
                  <a:lnTo>
                    <a:pt x="1" y="436"/>
                  </a:lnTo>
                  <a:cubicBezTo>
                    <a:pt x="152" y="489"/>
                    <a:pt x="306" y="538"/>
                    <a:pt x="461" y="580"/>
                  </a:cubicBezTo>
                  <a:lnTo>
                    <a:pt x="580" y="132"/>
                  </a:lnTo>
                  <a:cubicBezTo>
                    <a:pt x="437" y="95"/>
                    <a:pt x="293" y="49"/>
                    <a:pt x="1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a:off x="2237936" y="3057562"/>
              <a:ext cx="21476" cy="21442"/>
            </a:xfrm>
            <a:custGeom>
              <a:rect b="b" l="l" r="r" t="t"/>
              <a:pathLst>
                <a:path extrusionOk="0" h="646" w="647">
                  <a:moveTo>
                    <a:pt x="283" y="0"/>
                  </a:moveTo>
                  <a:lnTo>
                    <a:pt x="0" y="368"/>
                  </a:lnTo>
                  <a:cubicBezTo>
                    <a:pt x="127" y="465"/>
                    <a:pt x="260" y="559"/>
                    <a:pt x="394" y="646"/>
                  </a:cubicBezTo>
                  <a:lnTo>
                    <a:pt x="647" y="256"/>
                  </a:lnTo>
                  <a:cubicBezTo>
                    <a:pt x="523" y="176"/>
                    <a:pt x="400" y="89"/>
                    <a:pt x="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6"/>
            <p:cNvSpPr/>
            <p:nvPr/>
          </p:nvSpPr>
          <p:spPr>
            <a:xfrm>
              <a:off x="2238202" y="2742764"/>
              <a:ext cx="21442" cy="21442"/>
            </a:xfrm>
            <a:custGeom>
              <a:rect b="b" l="l" r="r" t="t"/>
              <a:pathLst>
                <a:path extrusionOk="0" h="646" w="646">
                  <a:moveTo>
                    <a:pt x="396" y="0"/>
                  </a:moveTo>
                  <a:cubicBezTo>
                    <a:pt x="261" y="87"/>
                    <a:pt x="128" y="180"/>
                    <a:pt x="1" y="276"/>
                  </a:cubicBezTo>
                  <a:lnTo>
                    <a:pt x="283" y="645"/>
                  </a:lnTo>
                  <a:cubicBezTo>
                    <a:pt x="401" y="555"/>
                    <a:pt x="523" y="470"/>
                    <a:pt x="646" y="389"/>
                  </a:cubicBezTo>
                  <a:lnTo>
                    <a:pt x="3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2159535" y="2898238"/>
              <a:ext cx="15800" cy="15999"/>
            </a:xfrm>
            <a:custGeom>
              <a:rect b="b" l="l" r="r" t="t"/>
              <a:pathLst>
                <a:path extrusionOk="0" h="482" w="476">
                  <a:moveTo>
                    <a:pt x="12" y="1"/>
                  </a:moveTo>
                  <a:cubicBezTo>
                    <a:pt x="3" y="127"/>
                    <a:pt x="0" y="256"/>
                    <a:pt x="0" y="384"/>
                  </a:cubicBezTo>
                  <a:cubicBezTo>
                    <a:pt x="0" y="416"/>
                    <a:pt x="0" y="450"/>
                    <a:pt x="1" y="482"/>
                  </a:cubicBezTo>
                  <a:lnTo>
                    <a:pt x="464" y="473"/>
                  </a:lnTo>
                  <a:cubicBezTo>
                    <a:pt x="463" y="445"/>
                    <a:pt x="463" y="415"/>
                    <a:pt x="463" y="384"/>
                  </a:cubicBezTo>
                  <a:cubicBezTo>
                    <a:pt x="463" y="266"/>
                    <a:pt x="467" y="147"/>
                    <a:pt x="475" y="29"/>
                  </a:cubicBezTo>
                  <a:lnTo>
                    <a:pt x="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2292870" y="2717670"/>
              <a:ext cx="19252" cy="19252"/>
            </a:xfrm>
            <a:custGeom>
              <a:rect b="b" l="l" r="r" t="t"/>
              <a:pathLst>
                <a:path extrusionOk="0" h="580" w="580">
                  <a:moveTo>
                    <a:pt x="460" y="0"/>
                  </a:moveTo>
                  <a:cubicBezTo>
                    <a:pt x="306" y="41"/>
                    <a:pt x="151" y="89"/>
                    <a:pt x="0" y="142"/>
                  </a:cubicBezTo>
                  <a:lnTo>
                    <a:pt x="153" y="579"/>
                  </a:lnTo>
                  <a:cubicBezTo>
                    <a:pt x="293" y="530"/>
                    <a:pt x="435" y="486"/>
                    <a:pt x="579" y="448"/>
                  </a:cubicBez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2532818" y="2842209"/>
              <a:ext cx="19418" cy="19351"/>
            </a:xfrm>
            <a:custGeom>
              <a:rect b="b" l="l" r="r" t="t"/>
              <a:pathLst>
                <a:path extrusionOk="0" h="583" w="585">
                  <a:moveTo>
                    <a:pt x="436" y="0"/>
                  </a:moveTo>
                  <a:lnTo>
                    <a:pt x="1" y="159"/>
                  </a:lnTo>
                  <a:cubicBezTo>
                    <a:pt x="52" y="298"/>
                    <a:pt x="98" y="440"/>
                    <a:pt x="136" y="582"/>
                  </a:cubicBezTo>
                  <a:lnTo>
                    <a:pt x="584" y="459"/>
                  </a:lnTo>
                  <a:cubicBezTo>
                    <a:pt x="541" y="305"/>
                    <a:pt x="492" y="150"/>
                    <a:pt x="4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2165576" y="2956325"/>
              <a:ext cx="19119" cy="19185"/>
            </a:xfrm>
            <a:custGeom>
              <a:rect b="b" l="l" r="r" t="t"/>
              <a:pathLst>
                <a:path extrusionOk="0" h="578" w="576">
                  <a:moveTo>
                    <a:pt x="449" y="1"/>
                  </a:moveTo>
                  <a:lnTo>
                    <a:pt x="0" y="114"/>
                  </a:lnTo>
                  <a:cubicBezTo>
                    <a:pt x="40" y="270"/>
                    <a:pt x="86" y="425"/>
                    <a:pt x="138" y="578"/>
                  </a:cubicBezTo>
                  <a:lnTo>
                    <a:pt x="575" y="428"/>
                  </a:lnTo>
                  <a:cubicBezTo>
                    <a:pt x="528" y="288"/>
                    <a:pt x="485" y="144"/>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2190039" y="3009034"/>
              <a:ext cx="21376" cy="21409"/>
            </a:xfrm>
            <a:custGeom>
              <a:rect b="b" l="l" r="r" t="t"/>
              <a:pathLst>
                <a:path extrusionOk="0" h="645" w="644">
                  <a:moveTo>
                    <a:pt x="392" y="0"/>
                  </a:moveTo>
                  <a:lnTo>
                    <a:pt x="1" y="247"/>
                  </a:lnTo>
                  <a:cubicBezTo>
                    <a:pt x="86" y="383"/>
                    <a:pt x="178" y="516"/>
                    <a:pt x="273" y="644"/>
                  </a:cubicBezTo>
                  <a:lnTo>
                    <a:pt x="644" y="367"/>
                  </a:lnTo>
                  <a:cubicBezTo>
                    <a:pt x="556" y="248"/>
                    <a:pt x="470" y="126"/>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2168099" y="2837562"/>
              <a:ext cx="19617" cy="19650"/>
            </a:xfrm>
            <a:custGeom>
              <a:rect b="b" l="l" r="r" t="t"/>
              <a:pathLst>
                <a:path extrusionOk="0" h="592" w="591">
                  <a:moveTo>
                    <a:pt x="160" y="0"/>
                  </a:moveTo>
                  <a:cubicBezTo>
                    <a:pt x="101" y="150"/>
                    <a:pt x="47" y="303"/>
                    <a:pt x="1" y="458"/>
                  </a:cubicBezTo>
                  <a:lnTo>
                    <a:pt x="445" y="592"/>
                  </a:lnTo>
                  <a:cubicBezTo>
                    <a:pt x="487" y="450"/>
                    <a:pt x="536" y="309"/>
                    <a:pt x="590" y="171"/>
                  </a:cubicBezTo>
                  <a:lnTo>
                    <a:pt x="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2411201" y="2718965"/>
              <a:ext cx="19550" cy="19517"/>
            </a:xfrm>
            <a:custGeom>
              <a:rect b="b" l="l" r="r" t="t"/>
              <a:pathLst>
                <a:path extrusionOk="0" h="588" w="589">
                  <a:moveTo>
                    <a:pt x="132" y="0"/>
                  </a:moveTo>
                  <a:lnTo>
                    <a:pt x="1" y="445"/>
                  </a:lnTo>
                  <a:cubicBezTo>
                    <a:pt x="144" y="486"/>
                    <a:pt x="284" y="535"/>
                    <a:pt x="423" y="588"/>
                  </a:cubicBezTo>
                  <a:lnTo>
                    <a:pt x="588" y="155"/>
                  </a:lnTo>
                  <a:cubicBezTo>
                    <a:pt x="438" y="98"/>
                    <a:pt x="284" y="46"/>
                    <a:pt x="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2505003" y="2787939"/>
              <a:ext cx="21476" cy="21476"/>
            </a:xfrm>
            <a:custGeom>
              <a:rect b="b" l="l" r="r" t="t"/>
              <a:pathLst>
                <a:path extrusionOk="0" h="647" w="647">
                  <a:moveTo>
                    <a:pt x="364" y="0"/>
                  </a:moveTo>
                  <a:lnTo>
                    <a:pt x="0" y="285"/>
                  </a:lnTo>
                  <a:cubicBezTo>
                    <a:pt x="90" y="402"/>
                    <a:pt x="178" y="523"/>
                    <a:pt x="260" y="646"/>
                  </a:cubicBezTo>
                  <a:lnTo>
                    <a:pt x="647" y="390"/>
                  </a:lnTo>
                  <a:cubicBezTo>
                    <a:pt x="559" y="258"/>
                    <a:pt x="463" y="125"/>
                    <a:pt x="3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2353546" y="3095268"/>
              <a:ext cx="16032" cy="15667"/>
            </a:xfrm>
            <a:custGeom>
              <a:rect b="b" l="l" r="r" t="t"/>
              <a:pathLst>
                <a:path extrusionOk="0" h="472" w="483">
                  <a:moveTo>
                    <a:pt x="460" y="1"/>
                  </a:moveTo>
                  <a:cubicBezTo>
                    <a:pt x="367" y="7"/>
                    <a:pt x="272" y="8"/>
                    <a:pt x="179" y="8"/>
                  </a:cubicBezTo>
                  <a:cubicBezTo>
                    <a:pt x="124" y="8"/>
                    <a:pt x="70" y="7"/>
                    <a:pt x="14" y="6"/>
                  </a:cubicBezTo>
                  <a:lnTo>
                    <a:pt x="0" y="468"/>
                  </a:lnTo>
                  <a:cubicBezTo>
                    <a:pt x="60" y="470"/>
                    <a:pt x="119" y="472"/>
                    <a:pt x="178" y="472"/>
                  </a:cubicBezTo>
                  <a:lnTo>
                    <a:pt x="179" y="472"/>
                  </a:lnTo>
                  <a:cubicBezTo>
                    <a:pt x="280" y="472"/>
                    <a:pt x="382" y="468"/>
                    <a:pt x="482" y="463"/>
                  </a:cubicBezTo>
                  <a:lnTo>
                    <a:pt x="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2543871" y="2903183"/>
              <a:ext cx="15600" cy="15999"/>
            </a:xfrm>
            <a:custGeom>
              <a:rect b="b" l="l" r="r" t="t"/>
              <a:pathLst>
                <a:path extrusionOk="0" h="482" w="470">
                  <a:moveTo>
                    <a:pt x="465" y="1"/>
                  </a:moveTo>
                  <a:lnTo>
                    <a:pt x="3" y="18"/>
                  </a:lnTo>
                  <a:cubicBezTo>
                    <a:pt x="5" y="91"/>
                    <a:pt x="6" y="163"/>
                    <a:pt x="6" y="236"/>
                  </a:cubicBezTo>
                  <a:cubicBezTo>
                    <a:pt x="6" y="312"/>
                    <a:pt x="5" y="389"/>
                    <a:pt x="1" y="463"/>
                  </a:cubicBezTo>
                  <a:lnTo>
                    <a:pt x="464" y="482"/>
                  </a:lnTo>
                  <a:cubicBezTo>
                    <a:pt x="468" y="400"/>
                    <a:pt x="469" y="317"/>
                    <a:pt x="469" y="235"/>
                  </a:cubicBezTo>
                  <a:cubicBezTo>
                    <a:pt x="469" y="157"/>
                    <a:pt x="468" y="78"/>
                    <a:pt x="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2504737" y="3012851"/>
              <a:ext cx="21509" cy="21509"/>
            </a:xfrm>
            <a:custGeom>
              <a:rect b="b" l="l" r="r" t="t"/>
              <a:pathLst>
                <a:path extrusionOk="0" h="648" w="648">
                  <a:moveTo>
                    <a:pt x="262" y="1"/>
                  </a:moveTo>
                  <a:cubicBezTo>
                    <a:pt x="180" y="123"/>
                    <a:pt x="93" y="245"/>
                    <a:pt x="1" y="361"/>
                  </a:cubicBezTo>
                  <a:lnTo>
                    <a:pt x="366" y="647"/>
                  </a:lnTo>
                  <a:cubicBezTo>
                    <a:pt x="464" y="521"/>
                    <a:pt x="559" y="390"/>
                    <a:pt x="647" y="256"/>
                  </a:cubicBezTo>
                  <a:lnTo>
                    <a:pt x="2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a:off x="2532719" y="2960739"/>
              <a:ext cx="19418" cy="19384"/>
            </a:xfrm>
            <a:custGeom>
              <a:rect b="b" l="l" r="r" t="t"/>
              <a:pathLst>
                <a:path extrusionOk="0" h="584" w="585">
                  <a:moveTo>
                    <a:pt x="138" y="0"/>
                  </a:moveTo>
                  <a:cubicBezTo>
                    <a:pt x="98" y="142"/>
                    <a:pt x="51" y="284"/>
                    <a:pt x="1" y="423"/>
                  </a:cubicBezTo>
                  <a:lnTo>
                    <a:pt x="435" y="583"/>
                  </a:lnTo>
                  <a:cubicBezTo>
                    <a:pt x="491" y="432"/>
                    <a:pt x="540" y="279"/>
                    <a:pt x="584" y="124"/>
                  </a:cubicBezTo>
                  <a:lnTo>
                    <a:pt x="1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a:off x="2410935" y="3083618"/>
              <a:ext cx="19484" cy="19451"/>
            </a:xfrm>
            <a:custGeom>
              <a:rect b="b" l="l" r="r" t="t"/>
              <a:pathLst>
                <a:path extrusionOk="0" h="586" w="587">
                  <a:moveTo>
                    <a:pt x="422" y="0"/>
                  </a:moveTo>
                  <a:cubicBezTo>
                    <a:pt x="283" y="53"/>
                    <a:pt x="142" y="100"/>
                    <a:pt x="1" y="141"/>
                  </a:cubicBezTo>
                  <a:lnTo>
                    <a:pt x="130" y="586"/>
                  </a:lnTo>
                  <a:cubicBezTo>
                    <a:pt x="283" y="542"/>
                    <a:pt x="437" y="491"/>
                    <a:pt x="587" y="434"/>
                  </a:cubicBezTo>
                  <a:lnTo>
                    <a:pt x="4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2463114" y="2745453"/>
              <a:ext cx="21509" cy="21575"/>
            </a:xfrm>
            <a:custGeom>
              <a:rect b="b" l="l" r="r" t="t"/>
              <a:pathLst>
                <a:path extrusionOk="0" h="650" w="648">
                  <a:moveTo>
                    <a:pt x="260" y="1"/>
                  </a:moveTo>
                  <a:lnTo>
                    <a:pt x="0" y="384"/>
                  </a:lnTo>
                  <a:cubicBezTo>
                    <a:pt x="121" y="467"/>
                    <a:pt x="241" y="556"/>
                    <a:pt x="358" y="649"/>
                  </a:cubicBezTo>
                  <a:lnTo>
                    <a:pt x="648" y="287"/>
                  </a:lnTo>
                  <a:cubicBezTo>
                    <a:pt x="523" y="187"/>
                    <a:pt x="393" y="9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2353944" y="2710966"/>
              <a:ext cx="15999" cy="15700"/>
            </a:xfrm>
            <a:custGeom>
              <a:rect b="b" l="l" r="r" t="t"/>
              <a:pathLst>
                <a:path extrusionOk="0" h="473" w="482">
                  <a:moveTo>
                    <a:pt x="164" y="1"/>
                  </a:moveTo>
                  <a:cubicBezTo>
                    <a:pt x="110" y="1"/>
                    <a:pt x="55" y="2"/>
                    <a:pt x="1" y="4"/>
                  </a:cubicBezTo>
                  <a:lnTo>
                    <a:pt x="13" y="467"/>
                  </a:lnTo>
                  <a:cubicBezTo>
                    <a:pt x="68" y="465"/>
                    <a:pt x="124" y="464"/>
                    <a:pt x="179" y="464"/>
                  </a:cubicBezTo>
                  <a:cubicBezTo>
                    <a:pt x="272" y="464"/>
                    <a:pt x="366" y="467"/>
                    <a:pt x="458" y="472"/>
                  </a:cubicBezTo>
                  <a:lnTo>
                    <a:pt x="482" y="9"/>
                  </a:lnTo>
                  <a:cubicBezTo>
                    <a:pt x="377" y="4"/>
                    <a:pt x="270" y="1"/>
                    <a:pt x="1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a:off x="2462815" y="3055172"/>
              <a:ext cx="21509" cy="21509"/>
            </a:xfrm>
            <a:custGeom>
              <a:rect b="b" l="l" r="r" t="t"/>
              <a:pathLst>
                <a:path extrusionOk="0" h="648" w="648">
                  <a:moveTo>
                    <a:pt x="358" y="0"/>
                  </a:moveTo>
                  <a:cubicBezTo>
                    <a:pt x="243" y="93"/>
                    <a:pt x="123" y="181"/>
                    <a:pt x="0" y="264"/>
                  </a:cubicBezTo>
                  <a:lnTo>
                    <a:pt x="260" y="647"/>
                  </a:lnTo>
                  <a:cubicBezTo>
                    <a:pt x="391" y="558"/>
                    <a:pt x="522" y="461"/>
                    <a:pt x="648" y="362"/>
                  </a:cubicBezTo>
                  <a:lnTo>
                    <a:pt x="3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2413591" y="2965087"/>
              <a:ext cx="54369" cy="54369"/>
            </a:xfrm>
            <a:custGeom>
              <a:rect b="b" l="l" r="r" t="t"/>
              <a:pathLst>
                <a:path extrusionOk="0" h="1638" w="1638">
                  <a:moveTo>
                    <a:pt x="327" y="0"/>
                  </a:moveTo>
                  <a:lnTo>
                    <a:pt x="0" y="328"/>
                  </a:lnTo>
                  <a:lnTo>
                    <a:pt x="1309" y="1637"/>
                  </a:lnTo>
                  <a:lnTo>
                    <a:pt x="1637" y="1311"/>
                  </a:lnTo>
                  <a:lnTo>
                    <a:pt x="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2250914" y="2802444"/>
              <a:ext cx="54369" cy="54369"/>
            </a:xfrm>
            <a:custGeom>
              <a:rect b="b" l="l" r="r" t="t"/>
              <a:pathLst>
                <a:path extrusionOk="0" h="1638" w="1638">
                  <a:moveTo>
                    <a:pt x="328" y="1"/>
                  </a:moveTo>
                  <a:lnTo>
                    <a:pt x="0" y="328"/>
                  </a:lnTo>
                  <a:lnTo>
                    <a:pt x="1311" y="1638"/>
                  </a:lnTo>
                  <a:lnTo>
                    <a:pt x="1637" y="1311"/>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66"/>
          <p:cNvGrpSpPr/>
          <p:nvPr/>
        </p:nvGrpSpPr>
        <p:grpSpPr>
          <a:xfrm>
            <a:off x="1443119" y="2639730"/>
            <a:ext cx="462224" cy="462577"/>
            <a:chOff x="1467472" y="2273482"/>
            <a:chExt cx="522583" cy="522981"/>
          </a:xfrm>
        </p:grpSpPr>
        <p:sp>
          <p:nvSpPr>
            <p:cNvPr id="6241" name="Google Shape;6241;p66"/>
            <p:cNvSpPr/>
            <p:nvPr/>
          </p:nvSpPr>
          <p:spPr>
            <a:xfrm>
              <a:off x="1566685" y="2373657"/>
              <a:ext cx="322067" cy="322133"/>
            </a:xfrm>
            <a:custGeom>
              <a:rect b="b" l="l" r="r" t="t"/>
              <a:pathLst>
                <a:path extrusionOk="0" h="9705" w="9703">
                  <a:moveTo>
                    <a:pt x="5052" y="478"/>
                  </a:moveTo>
                  <a:cubicBezTo>
                    <a:pt x="5617" y="559"/>
                    <a:pt x="6149" y="988"/>
                    <a:pt x="6569" y="1702"/>
                  </a:cubicBezTo>
                  <a:cubicBezTo>
                    <a:pt x="6681" y="1891"/>
                    <a:pt x="6780" y="2095"/>
                    <a:pt x="6868" y="2311"/>
                  </a:cubicBezTo>
                  <a:lnTo>
                    <a:pt x="5052" y="2311"/>
                  </a:lnTo>
                  <a:lnTo>
                    <a:pt x="5052" y="478"/>
                  </a:lnTo>
                  <a:close/>
                  <a:moveTo>
                    <a:pt x="3258" y="764"/>
                  </a:moveTo>
                  <a:lnTo>
                    <a:pt x="3258" y="764"/>
                  </a:lnTo>
                  <a:cubicBezTo>
                    <a:pt x="3070" y="963"/>
                    <a:pt x="2894" y="1199"/>
                    <a:pt x="2736" y="1469"/>
                  </a:cubicBezTo>
                  <a:cubicBezTo>
                    <a:pt x="2584" y="1728"/>
                    <a:pt x="2452" y="2011"/>
                    <a:pt x="2341" y="2312"/>
                  </a:cubicBezTo>
                  <a:lnTo>
                    <a:pt x="1274" y="2312"/>
                  </a:lnTo>
                  <a:cubicBezTo>
                    <a:pt x="1767" y="1620"/>
                    <a:pt x="2454" y="1076"/>
                    <a:pt x="3258" y="764"/>
                  </a:cubicBezTo>
                  <a:close/>
                  <a:moveTo>
                    <a:pt x="4590" y="490"/>
                  </a:moveTo>
                  <a:lnTo>
                    <a:pt x="4590" y="2312"/>
                  </a:lnTo>
                  <a:lnTo>
                    <a:pt x="2836" y="2312"/>
                  </a:lnTo>
                  <a:cubicBezTo>
                    <a:pt x="2924" y="2096"/>
                    <a:pt x="3023" y="1892"/>
                    <a:pt x="3135" y="1703"/>
                  </a:cubicBezTo>
                  <a:cubicBezTo>
                    <a:pt x="3539" y="1014"/>
                    <a:pt x="4048" y="594"/>
                    <a:pt x="4590" y="490"/>
                  </a:cubicBezTo>
                  <a:close/>
                  <a:moveTo>
                    <a:pt x="6445" y="764"/>
                  </a:moveTo>
                  <a:lnTo>
                    <a:pt x="6445" y="764"/>
                  </a:lnTo>
                  <a:cubicBezTo>
                    <a:pt x="7248" y="1076"/>
                    <a:pt x="7935" y="1620"/>
                    <a:pt x="8429" y="2312"/>
                  </a:cubicBezTo>
                  <a:lnTo>
                    <a:pt x="7362" y="2312"/>
                  </a:lnTo>
                  <a:cubicBezTo>
                    <a:pt x="7251" y="2011"/>
                    <a:pt x="7118" y="1728"/>
                    <a:pt x="6967" y="1469"/>
                  </a:cubicBezTo>
                  <a:cubicBezTo>
                    <a:pt x="6808" y="1199"/>
                    <a:pt x="6634" y="963"/>
                    <a:pt x="6445" y="764"/>
                  </a:cubicBezTo>
                  <a:close/>
                  <a:moveTo>
                    <a:pt x="2190" y="2774"/>
                  </a:moveTo>
                  <a:cubicBezTo>
                    <a:pt x="2027" y="3348"/>
                    <a:pt x="1931" y="3973"/>
                    <a:pt x="1913" y="4623"/>
                  </a:cubicBezTo>
                  <a:lnTo>
                    <a:pt x="468" y="4623"/>
                  </a:lnTo>
                  <a:cubicBezTo>
                    <a:pt x="503" y="3957"/>
                    <a:pt x="686" y="3330"/>
                    <a:pt x="986" y="2774"/>
                  </a:cubicBezTo>
                  <a:close/>
                  <a:moveTo>
                    <a:pt x="4590" y="2774"/>
                  </a:moveTo>
                  <a:lnTo>
                    <a:pt x="4590" y="4623"/>
                  </a:lnTo>
                  <a:lnTo>
                    <a:pt x="2376" y="4623"/>
                  </a:lnTo>
                  <a:cubicBezTo>
                    <a:pt x="2395" y="3967"/>
                    <a:pt x="2496" y="3340"/>
                    <a:pt x="2671" y="2774"/>
                  </a:cubicBezTo>
                  <a:close/>
                  <a:moveTo>
                    <a:pt x="7033" y="2774"/>
                  </a:moveTo>
                  <a:cubicBezTo>
                    <a:pt x="7206" y="3340"/>
                    <a:pt x="7309" y="3967"/>
                    <a:pt x="7327" y="4623"/>
                  </a:cubicBezTo>
                  <a:lnTo>
                    <a:pt x="5052" y="4623"/>
                  </a:lnTo>
                  <a:lnTo>
                    <a:pt x="5052" y="2774"/>
                  </a:lnTo>
                  <a:close/>
                  <a:moveTo>
                    <a:pt x="8716" y="2774"/>
                  </a:moveTo>
                  <a:cubicBezTo>
                    <a:pt x="9016" y="3330"/>
                    <a:pt x="9200" y="3957"/>
                    <a:pt x="9235" y="4623"/>
                  </a:cubicBezTo>
                  <a:lnTo>
                    <a:pt x="7790" y="4623"/>
                  </a:lnTo>
                  <a:cubicBezTo>
                    <a:pt x="7772" y="3973"/>
                    <a:pt x="7677" y="3348"/>
                    <a:pt x="7514" y="2774"/>
                  </a:cubicBezTo>
                  <a:close/>
                  <a:moveTo>
                    <a:pt x="1914" y="5084"/>
                  </a:moveTo>
                  <a:cubicBezTo>
                    <a:pt x="1931" y="5733"/>
                    <a:pt x="2025" y="6359"/>
                    <a:pt x="2190" y="6933"/>
                  </a:cubicBezTo>
                  <a:lnTo>
                    <a:pt x="986" y="6933"/>
                  </a:lnTo>
                  <a:cubicBezTo>
                    <a:pt x="686" y="6377"/>
                    <a:pt x="503" y="5750"/>
                    <a:pt x="468" y="5084"/>
                  </a:cubicBezTo>
                  <a:close/>
                  <a:moveTo>
                    <a:pt x="4590" y="5084"/>
                  </a:moveTo>
                  <a:lnTo>
                    <a:pt x="4590" y="6933"/>
                  </a:lnTo>
                  <a:lnTo>
                    <a:pt x="2671" y="6933"/>
                  </a:lnTo>
                  <a:cubicBezTo>
                    <a:pt x="2496" y="6366"/>
                    <a:pt x="2393" y="5740"/>
                    <a:pt x="2376" y="5084"/>
                  </a:cubicBezTo>
                  <a:close/>
                  <a:moveTo>
                    <a:pt x="7328" y="5084"/>
                  </a:moveTo>
                  <a:cubicBezTo>
                    <a:pt x="7309" y="5740"/>
                    <a:pt x="7208" y="6366"/>
                    <a:pt x="7034" y="6933"/>
                  </a:cubicBezTo>
                  <a:lnTo>
                    <a:pt x="5052" y="6933"/>
                  </a:lnTo>
                  <a:lnTo>
                    <a:pt x="5052" y="5084"/>
                  </a:lnTo>
                  <a:close/>
                  <a:moveTo>
                    <a:pt x="9235" y="5084"/>
                  </a:moveTo>
                  <a:cubicBezTo>
                    <a:pt x="9200" y="5750"/>
                    <a:pt x="9016" y="6377"/>
                    <a:pt x="8716" y="6933"/>
                  </a:cubicBezTo>
                  <a:lnTo>
                    <a:pt x="7514" y="6933"/>
                  </a:lnTo>
                  <a:cubicBezTo>
                    <a:pt x="7676" y="6359"/>
                    <a:pt x="7772" y="5733"/>
                    <a:pt x="7790" y="5084"/>
                  </a:cubicBezTo>
                  <a:close/>
                  <a:moveTo>
                    <a:pt x="2341" y="7394"/>
                  </a:moveTo>
                  <a:cubicBezTo>
                    <a:pt x="2452" y="7695"/>
                    <a:pt x="2584" y="7979"/>
                    <a:pt x="2736" y="8237"/>
                  </a:cubicBezTo>
                  <a:cubicBezTo>
                    <a:pt x="2894" y="8508"/>
                    <a:pt x="3069" y="8744"/>
                    <a:pt x="3258" y="8942"/>
                  </a:cubicBezTo>
                  <a:cubicBezTo>
                    <a:pt x="2454" y="8630"/>
                    <a:pt x="1767" y="8086"/>
                    <a:pt x="1274" y="7394"/>
                  </a:cubicBezTo>
                  <a:close/>
                  <a:moveTo>
                    <a:pt x="8429" y="7394"/>
                  </a:moveTo>
                  <a:cubicBezTo>
                    <a:pt x="7935" y="8086"/>
                    <a:pt x="7248" y="8630"/>
                    <a:pt x="6445" y="8942"/>
                  </a:cubicBezTo>
                  <a:cubicBezTo>
                    <a:pt x="6632" y="8744"/>
                    <a:pt x="6808" y="8508"/>
                    <a:pt x="6967" y="8237"/>
                  </a:cubicBezTo>
                  <a:cubicBezTo>
                    <a:pt x="7118" y="7979"/>
                    <a:pt x="7251" y="7695"/>
                    <a:pt x="7362" y="7394"/>
                  </a:cubicBezTo>
                  <a:close/>
                  <a:moveTo>
                    <a:pt x="4590" y="7395"/>
                  </a:moveTo>
                  <a:lnTo>
                    <a:pt x="4590" y="9218"/>
                  </a:lnTo>
                  <a:cubicBezTo>
                    <a:pt x="4048" y="9115"/>
                    <a:pt x="3539" y="8693"/>
                    <a:pt x="3135" y="8004"/>
                  </a:cubicBezTo>
                  <a:cubicBezTo>
                    <a:pt x="3023" y="7815"/>
                    <a:pt x="2924" y="7611"/>
                    <a:pt x="2836" y="7395"/>
                  </a:cubicBezTo>
                  <a:close/>
                  <a:moveTo>
                    <a:pt x="6867" y="7395"/>
                  </a:moveTo>
                  <a:cubicBezTo>
                    <a:pt x="6779" y="7611"/>
                    <a:pt x="6679" y="7815"/>
                    <a:pt x="6568" y="8004"/>
                  </a:cubicBezTo>
                  <a:cubicBezTo>
                    <a:pt x="6149" y="8719"/>
                    <a:pt x="5617" y="9146"/>
                    <a:pt x="5052" y="9229"/>
                  </a:cubicBezTo>
                  <a:lnTo>
                    <a:pt x="5052" y="7395"/>
                  </a:lnTo>
                  <a:close/>
                  <a:moveTo>
                    <a:pt x="4852" y="1"/>
                  </a:moveTo>
                  <a:cubicBezTo>
                    <a:pt x="2176" y="1"/>
                    <a:pt x="0" y="2178"/>
                    <a:pt x="0" y="4852"/>
                  </a:cubicBezTo>
                  <a:cubicBezTo>
                    <a:pt x="0" y="7528"/>
                    <a:pt x="2177" y="9705"/>
                    <a:pt x="4852" y="9705"/>
                  </a:cubicBezTo>
                  <a:cubicBezTo>
                    <a:pt x="7526" y="9705"/>
                    <a:pt x="9703" y="7528"/>
                    <a:pt x="9703" y="4852"/>
                  </a:cubicBezTo>
                  <a:cubicBezTo>
                    <a:pt x="9703" y="2178"/>
                    <a:pt x="7527" y="1"/>
                    <a:pt x="48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1775665" y="2470314"/>
              <a:ext cx="214390" cy="326150"/>
            </a:xfrm>
            <a:custGeom>
              <a:rect b="b" l="l" r="r" t="t"/>
              <a:pathLst>
                <a:path extrusionOk="0" h="9826" w="6459">
                  <a:moveTo>
                    <a:pt x="5995" y="0"/>
                  </a:moveTo>
                  <a:lnTo>
                    <a:pt x="5995" y="2633"/>
                  </a:lnTo>
                  <a:cubicBezTo>
                    <a:pt x="5995" y="4944"/>
                    <a:pt x="4988" y="7199"/>
                    <a:pt x="3302" y="8666"/>
                  </a:cubicBezTo>
                  <a:lnTo>
                    <a:pt x="3159" y="8791"/>
                  </a:lnTo>
                  <a:lnTo>
                    <a:pt x="3488" y="9365"/>
                  </a:lnTo>
                  <a:lnTo>
                    <a:pt x="779" y="9365"/>
                  </a:lnTo>
                  <a:lnTo>
                    <a:pt x="2032" y="7078"/>
                  </a:lnTo>
                  <a:lnTo>
                    <a:pt x="2537" y="7569"/>
                  </a:lnTo>
                  <a:lnTo>
                    <a:pt x="2676" y="7516"/>
                  </a:lnTo>
                  <a:cubicBezTo>
                    <a:pt x="3799" y="7087"/>
                    <a:pt x="4494" y="6153"/>
                    <a:pt x="4879" y="5446"/>
                  </a:cubicBezTo>
                  <a:cubicBezTo>
                    <a:pt x="5355" y="4572"/>
                    <a:pt x="5628" y="3547"/>
                    <a:pt x="5628" y="2633"/>
                  </a:cubicBezTo>
                  <a:lnTo>
                    <a:pt x="5166" y="2633"/>
                  </a:lnTo>
                  <a:cubicBezTo>
                    <a:pt x="5166" y="4277"/>
                    <a:pt x="4227" y="6334"/>
                    <a:pt x="2647" y="7028"/>
                  </a:cubicBezTo>
                  <a:lnTo>
                    <a:pt x="1922" y="6322"/>
                  </a:lnTo>
                  <a:lnTo>
                    <a:pt x="0" y="9826"/>
                  </a:lnTo>
                  <a:lnTo>
                    <a:pt x="4286" y="9826"/>
                  </a:lnTo>
                  <a:lnTo>
                    <a:pt x="3749" y="8888"/>
                  </a:lnTo>
                  <a:cubicBezTo>
                    <a:pt x="4549" y="8156"/>
                    <a:pt x="5217" y="7224"/>
                    <a:pt x="5686" y="6184"/>
                  </a:cubicBezTo>
                  <a:cubicBezTo>
                    <a:pt x="6192" y="5064"/>
                    <a:pt x="6459" y="3837"/>
                    <a:pt x="6459" y="2633"/>
                  </a:cubicBezTo>
                  <a:lnTo>
                    <a:pt x="6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1467505" y="2273482"/>
              <a:ext cx="214291" cy="300127"/>
            </a:xfrm>
            <a:custGeom>
              <a:rect b="b" l="l" r="r" t="t"/>
              <a:pathLst>
                <a:path extrusionOk="0" h="9042" w="6456">
                  <a:moveTo>
                    <a:pt x="2173" y="0"/>
                  </a:moveTo>
                  <a:lnTo>
                    <a:pt x="2710" y="939"/>
                  </a:lnTo>
                  <a:cubicBezTo>
                    <a:pt x="1911" y="1670"/>
                    <a:pt x="1243" y="2601"/>
                    <a:pt x="773" y="3643"/>
                  </a:cubicBezTo>
                  <a:cubicBezTo>
                    <a:pt x="268" y="4762"/>
                    <a:pt x="1" y="5990"/>
                    <a:pt x="1" y="7193"/>
                  </a:cubicBezTo>
                  <a:lnTo>
                    <a:pt x="1" y="9042"/>
                  </a:lnTo>
                  <a:lnTo>
                    <a:pt x="462" y="9042"/>
                  </a:lnTo>
                  <a:lnTo>
                    <a:pt x="462" y="7193"/>
                  </a:lnTo>
                  <a:cubicBezTo>
                    <a:pt x="462" y="4881"/>
                    <a:pt x="1469" y="2627"/>
                    <a:pt x="3155" y="1161"/>
                  </a:cubicBezTo>
                  <a:lnTo>
                    <a:pt x="3299" y="1036"/>
                  </a:lnTo>
                  <a:lnTo>
                    <a:pt x="2970" y="462"/>
                  </a:lnTo>
                  <a:lnTo>
                    <a:pt x="5678" y="462"/>
                  </a:lnTo>
                  <a:lnTo>
                    <a:pt x="4424" y="2749"/>
                  </a:lnTo>
                  <a:lnTo>
                    <a:pt x="3920" y="2258"/>
                  </a:lnTo>
                  <a:lnTo>
                    <a:pt x="3782" y="2311"/>
                  </a:lnTo>
                  <a:cubicBezTo>
                    <a:pt x="2658" y="2740"/>
                    <a:pt x="1962" y="3674"/>
                    <a:pt x="1578" y="4380"/>
                  </a:cubicBezTo>
                  <a:cubicBezTo>
                    <a:pt x="1102" y="5254"/>
                    <a:pt x="829" y="6280"/>
                    <a:pt x="829" y="7193"/>
                  </a:cubicBezTo>
                  <a:lnTo>
                    <a:pt x="1290" y="7193"/>
                  </a:lnTo>
                  <a:cubicBezTo>
                    <a:pt x="1290" y="5549"/>
                    <a:pt x="2230" y="3493"/>
                    <a:pt x="3810" y="2798"/>
                  </a:cubicBezTo>
                  <a:lnTo>
                    <a:pt x="4535" y="3505"/>
                  </a:lnTo>
                  <a:lnTo>
                    <a:pt x="64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1467472" y="2665618"/>
              <a:ext cx="15335" cy="15335"/>
            </a:xfrm>
            <a:custGeom>
              <a:rect b="b" l="l" r="r" t="t"/>
              <a:pathLst>
                <a:path extrusionOk="0" h="462"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1467472" y="2588911"/>
              <a:ext cx="15335" cy="30703"/>
            </a:xfrm>
            <a:custGeom>
              <a:rect b="b" l="l" r="r" t="t"/>
              <a:pathLst>
                <a:path extrusionOk="0" h="925" w="462">
                  <a:moveTo>
                    <a:pt x="1" y="0"/>
                  </a:moveTo>
                  <a:lnTo>
                    <a:pt x="1" y="925"/>
                  </a:lnTo>
                  <a:lnTo>
                    <a:pt x="462" y="925"/>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1467472" y="2634915"/>
              <a:ext cx="15335" cy="15368"/>
            </a:xfrm>
            <a:custGeom>
              <a:rect b="b" l="l" r="r" t="t"/>
              <a:pathLst>
                <a:path extrusionOk="0" h="463"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1974654" y="2424309"/>
              <a:ext cx="15335" cy="30703"/>
            </a:xfrm>
            <a:custGeom>
              <a:rect b="b" l="l" r="r" t="t"/>
              <a:pathLst>
                <a:path extrusionOk="0" h="925" w="462">
                  <a:moveTo>
                    <a:pt x="0" y="0"/>
                  </a:moveTo>
                  <a:lnTo>
                    <a:pt x="0" y="925"/>
                  </a:lnTo>
                  <a:lnTo>
                    <a:pt x="462" y="925"/>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1974654" y="2362936"/>
              <a:ext cx="15335" cy="15368"/>
            </a:xfrm>
            <a:custGeom>
              <a:rect b="b" l="l" r="r" t="t"/>
              <a:pathLst>
                <a:path extrusionOk="0" h="463" w="462">
                  <a:moveTo>
                    <a:pt x="0" y="0"/>
                  </a:moveTo>
                  <a:lnTo>
                    <a:pt x="0" y="463"/>
                  </a:lnTo>
                  <a:lnTo>
                    <a:pt x="462" y="463"/>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a:off x="1974654" y="2393606"/>
              <a:ext cx="15335" cy="15368"/>
            </a:xfrm>
            <a:custGeom>
              <a:rect b="b" l="l" r="r" t="t"/>
              <a:pathLst>
                <a:path extrusionOk="0" h="463"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1947038" y="2512203"/>
              <a:ext cx="15368" cy="30736"/>
            </a:xfrm>
            <a:custGeom>
              <a:rect b="b" l="l" r="r" t="t"/>
              <a:pathLst>
                <a:path extrusionOk="0" h="926" w="463">
                  <a:moveTo>
                    <a:pt x="1" y="1"/>
                  </a:moveTo>
                  <a:lnTo>
                    <a:pt x="1" y="925"/>
                  </a:lnTo>
                  <a:lnTo>
                    <a:pt x="462" y="925"/>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1495122" y="2526575"/>
              <a:ext cx="15335" cy="26620"/>
            </a:xfrm>
            <a:custGeom>
              <a:rect b="b" l="l" r="r" t="t"/>
              <a:pathLst>
                <a:path extrusionOk="0" h="802" w="462">
                  <a:moveTo>
                    <a:pt x="0" y="0"/>
                  </a:moveTo>
                  <a:lnTo>
                    <a:pt x="0" y="802"/>
                  </a:lnTo>
                  <a:lnTo>
                    <a:pt x="461" y="802"/>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1757873" y="2488171"/>
              <a:ext cx="15335" cy="15368"/>
            </a:xfrm>
            <a:custGeom>
              <a:rect b="b" l="l" r="r" t="t"/>
              <a:pathLst>
                <a:path extrusionOk="0" h="463" w="462">
                  <a:moveTo>
                    <a:pt x="1" y="1"/>
                  </a:moveTo>
                  <a:lnTo>
                    <a:pt x="1"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1836075" y="2750956"/>
              <a:ext cx="15335" cy="15368"/>
            </a:xfrm>
            <a:custGeom>
              <a:rect b="b" l="l" r="r" t="t"/>
              <a:pathLst>
                <a:path extrusionOk="0" h="463" w="462">
                  <a:moveTo>
                    <a:pt x="0" y="0"/>
                  </a:moveTo>
                  <a:lnTo>
                    <a:pt x="0" y="463"/>
                  </a:lnTo>
                  <a:lnTo>
                    <a:pt x="462" y="463"/>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a:off x="1677581" y="2566937"/>
              <a:ext cx="15335" cy="15335"/>
            </a:xfrm>
            <a:custGeom>
              <a:rect b="b" l="l" r="r" t="t"/>
              <a:pathLst>
                <a:path extrusionOk="0" h="462" w="462">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1749177" y="2632360"/>
              <a:ext cx="15368" cy="15335"/>
            </a:xfrm>
            <a:custGeom>
              <a:rect b="b" l="l" r="r" t="t"/>
              <a:pathLst>
                <a:path extrusionOk="0" h="462" w="463">
                  <a:moveTo>
                    <a:pt x="1" y="0"/>
                  </a:moveTo>
                  <a:lnTo>
                    <a:pt x="1" y="462"/>
                  </a:lnTo>
                  <a:lnTo>
                    <a:pt x="462" y="46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1668386" y="2477981"/>
              <a:ext cx="15368" cy="15368"/>
            </a:xfrm>
            <a:custGeom>
              <a:rect b="b" l="l" r="r" t="t"/>
              <a:pathLst>
                <a:path extrusionOk="0" h="463" w="463">
                  <a:moveTo>
                    <a:pt x="1" y="1"/>
                  </a:moveTo>
                  <a:lnTo>
                    <a:pt x="1" y="462"/>
                  </a:lnTo>
                  <a:lnTo>
                    <a:pt x="463" y="462"/>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1605022" y="2303123"/>
              <a:ext cx="15335" cy="15335"/>
            </a:xfrm>
            <a:custGeom>
              <a:rect b="b" l="l" r="r" t="t"/>
              <a:pathLst>
                <a:path extrusionOk="0" h="462" w="462">
                  <a:moveTo>
                    <a:pt x="0" y="1"/>
                  </a:moveTo>
                  <a:lnTo>
                    <a:pt x="0" y="462"/>
                  </a:lnTo>
                  <a:lnTo>
                    <a:pt x="462" y="46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66"/>
          <p:cNvGrpSpPr/>
          <p:nvPr/>
        </p:nvGrpSpPr>
        <p:grpSpPr>
          <a:xfrm>
            <a:off x="7229790" y="3241110"/>
            <a:ext cx="462606" cy="462577"/>
            <a:chOff x="7143921" y="2901252"/>
            <a:chExt cx="523014" cy="522981"/>
          </a:xfrm>
        </p:grpSpPr>
        <p:sp>
          <p:nvSpPr>
            <p:cNvPr id="6259" name="Google Shape;6259;p66"/>
            <p:cNvSpPr/>
            <p:nvPr/>
          </p:nvSpPr>
          <p:spPr>
            <a:xfrm>
              <a:off x="7143921" y="2901252"/>
              <a:ext cx="523014" cy="522981"/>
            </a:xfrm>
            <a:custGeom>
              <a:rect b="b" l="l" r="r" t="t"/>
              <a:pathLst>
                <a:path extrusionOk="0" h="15756" w="15757">
                  <a:moveTo>
                    <a:pt x="6116" y="680"/>
                  </a:moveTo>
                  <a:lnTo>
                    <a:pt x="6116" y="680"/>
                  </a:lnTo>
                  <a:cubicBezTo>
                    <a:pt x="5630" y="1078"/>
                    <a:pt x="5185" y="1644"/>
                    <a:pt x="4804" y="2363"/>
                  </a:cubicBezTo>
                  <a:cubicBezTo>
                    <a:pt x="4555" y="2831"/>
                    <a:pt x="4342" y="3347"/>
                    <a:pt x="4168" y="3900"/>
                  </a:cubicBezTo>
                  <a:lnTo>
                    <a:pt x="1629" y="3900"/>
                  </a:lnTo>
                  <a:cubicBezTo>
                    <a:pt x="2641" y="2316"/>
                    <a:pt x="4240" y="1140"/>
                    <a:pt x="6116" y="680"/>
                  </a:cubicBezTo>
                  <a:close/>
                  <a:moveTo>
                    <a:pt x="7644" y="482"/>
                  </a:moveTo>
                  <a:lnTo>
                    <a:pt x="7644" y="3288"/>
                  </a:lnTo>
                  <a:cubicBezTo>
                    <a:pt x="7074" y="3331"/>
                    <a:pt x="6511" y="3536"/>
                    <a:pt x="6034" y="3900"/>
                  </a:cubicBezTo>
                  <a:lnTo>
                    <a:pt x="4660" y="3900"/>
                  </a:lnTo>
                  <a:cubicBezTo>
                    <a:pt x="4818" y="3428"/>
                    <a:pt x="5004" y="2986"/>
                    <a:pt x="5217" y="2582"/>
                  </a:cubicBezTo>
                  <a:cubicBezTo>
                    <a:pt x="5884" y="1326"/>
                    <a:pt x="6738" y="591"/>
                    <a:pt x="7644" y="482"/>
                  </a:cubicBezTo>
                  <a:close/>
                  <a:moveTo>
                    <a:pt x="8113" y="482"/>
                  </a:moveTo>
                  <a:cubicBezTo>
                    <a:pt x="9019" y="591"/>
                    <a:pt x="9873" y="1326"/>
                    <a:pt x="10540" y="2582"/>
                  </a:cubicBezTo>
                  <a:cubicBezTo>
                    <a:pt x="10755" y="2986"/>
                    <a:pt x="10941" y="3428"/>
                    <a:pt x="11097" y="3900"/>
                  </a:cubicBezTo>
                  <a:lnTo>
                    <a:pt x="9723" y="3900"/>
                  </a:lnTo>
                  <a:cubicBezTo>
                    <a:pt x="9246" y="3536"/>
                    <a:pt x="8684" y="3331"/>
                    <a:pt x="8113" y="3288"/>
                  </a:cubicBezTo>
                  <a:lnTo>
                    <a:pt x="8113" y="482"/>
                  </a:lnTo>
                  <a:close/>
                  <a:moveTo>
                    <a:pt x="9640" y="680"/>
                  </a:moveTo>
                  <a:lnTo>
                    <a:pt x="9640" y="680"/>
                  </a:lnTo>
                  <a:cubicBezTo>
                    <a:pt x="11517" y="1140"/>
                    <a:pt x="13115" y="2316"/>
                    <a:pt x="14128" y="3900"/>
                  </a:cubicBezTo>
                  <a:lnTo>
                    <a:pt x="11589" y="3900"/>
                  </a:lnTo>
                  <a:cubicBezTo>
                    <a:pt x="11414" y="3347"/>
                    <a:pt x="11201" y="2831"/>
                    <a:pt x="10953" y="2363"/>
                  </a:cubicBezTo>
                  <a:cubicBezTo>
                    <a:pt x="10571" y="1644"/>
                    <a:pt x="10126" y="1078"/>
                    <a:pt x="9640" y="680"/>
                  </a:cubicBezTo>
                  <a:close/>
                  <a:moveTo>
                    <a:pt x="4030" y="4368"/>
                  </a:moveTo>
                  <a:cubicBezTo>
                    <a:pt x="3759" y="5377"/>
                    <a:pt x="3608" y="6489"/>
                    <a:pt x="3589" y="7644"/>
                  </a:cubicBezTo>
                  <a:lnTo>
                    <a:pt x="471" y="7644"/>
                  </a:lnTo>
                  <a:cubicBezTo>
                    <a:pt x="509" y="6463"/>
                    <a:pt x="824" y="5349"/>
                    <a:pt x="1354" y="4368"/>
                  </a:cubicBezTo>
                  <a:close/>
                  <a:moveTo>
                    <a:pt x="5544" y="4368"/>
                  </a:moveTo>
                  <a:cubicBezTo>
                    <a:pt x="4766" y="5299"/>
                    <a:pt x="4632" y="6589"/>
                    <a:pt x="5141" y="7644"/>
                  </a:cubicBezTo>
                  <a:lnTo>
                    <a:pt x="4058" y="7644"/>
                  </a:lnTo>
                  <a:cubicBezTo>
                    <a:pt x="4075" y="6483"/>
                    <a:pt x="4234" y="5367"/>
                    <a:pt x="4515" y="4368"/>
                  </a:cubicBezTo>
                  <a:close/>
                  <a:moveTo>
                    <a:pt x="11241" y="4368"/>
                  </a:moveTo>
                  <a:cubicBezTo>
                    <a:pt x="11522" y="5367"/>
                    <a:pt x="11680" y="6483"/>
                    <a:pt x="11698" y="7644"/>
                  </a:cubicBezTo>
                  <a:lnTo>
                    <a:pt x="10616" y="7644"/>
                  </a:lnTo>
                  <a:cubicBezTo>
                    <a:pt x="11124" y="6589"/>
                    <a:pt x="10992" y="5299"/>
                    <a:pt x="10212" y="4368"/>
                  </a:cubicBezTo>
                  <a:close/>
                  <a:moveTo>
                    <a:pt x="14403" y="4368"/>
                  </a:moveTo>
                  <a:cubicBezTo>
                    <a:pt x="14933" y="5349"/>
                    <a:pt x="15248" y="6463"/>
                    <a:pt x="15285" y="7644"/>
                  </a:cubicBezTo>
                  <a:lnTo>
                    <a:pt x="12167" y="7644"/>
                  </a:lnTo>
                  <a:cubicBezTo>
                    <a:pt x="12148" y="6489"/>
                    <a:pt x="11997" y="5377"/>
                    <a:pt x="11726" y="4368"/>
                  </a:cubicBezTo>
                  <a:close/>
                  <a:moveTo>
                    <a:pt x="7879" y="3745"/>
                  </a:moveTo>
                  <a:cubicBezTo>
                    <a:pt x="8538" y="3745"/>
                    <a:pt x="9198" y="3996"/>
                    <a:pt x="9699" y="4498"/>
                  </a:cubicBezTo>
                  <a:cubicBezTo>
                    <a:pt x="10702" y="5501"/>
                    <a:pt x="10702" y="7135"/>
                    <a:pt x="9699" y="8138"/>
                  </a:cubicBezTo>
                  <a:lnTo>
                    <a:pt x="7879" y="9958"/>
                  </a:lnTo>
                  <a:lnTo>
                    <a:pt x="6059" y="8138"/>
                  </a:lnTo>
                  <a:cubicBezTo>
                    <a:pt x="5056" y="7135"/>
                    <a:pt x="5056" y="5501"/>
                    <a:pt x="6059" y="4498"/>
                  </a:cubicBezTo>
                  <a:cubicBezTo>
                    <a:pt x="6561" y="3996"/>
                    <a:pt x="7219" y="3745"/>
                    <a:pt x="7879" y="3745"/>
                  </a:cubicBezTo>
                  <a:close/>
                  <a:moveTo>
                    <a:pt x="8796" y="9702"/>
                  </a:moveTo>
                  <a:cubicBezTo>
                    <a:pt x="9226" y="9836"/>
                    <a:pt x="9515" y="10062"/>
                    <a:pt x="9515" y="10273"/>
                  </a:cubicBezTo>
                  <a:cubicBezTo>
                    <a:pt x="9515" y="10604"/>
                    <a:pt x="8815" y="10975"/>
                    <a:pt x="7877" y="10975"/>
                  </a:cubicBezTo>
                  <a:cubicBezTo>
                    <a:pt x="6940" y="10975"/>
                    <a:pt x="6239" y="10604"/>
                    <a:pt x="6239" y="10273"/>
                  </a:cubicBezTo>
                  <a:cubicBezTo>
                    <a:pt x="6239" y="10062"/>
                    <a:pt x="6529" y="9836"/>
                    <a:pt x="6958" y="9702"/>
                  </a:cubicBezTo>
                  <a:lnTo>
                    <a:pt x="7877" y="10621"/>
                  </a:lnTo>
                  <a:lnTo>
                    <a:pt x="8796" y="9702"/>
                  </a:lnTo>
                  <a:close/>
                  <a:moveTo>
                    <a:pt x="3590" y="8112"/>
                  </a:moveTo>
                  <a:cubicBezTo>
                    <a:pt x="3609" y="9266"/>
                    <a:pt x="3760" y="10379"/>
                    <a:pt x="4032" y="11387"/>
                  </a:cubicBezTo>
                  <a:lnTo>
                    <a:pt x="1354" y="11387"/>
                  </a:lnTo>
                  <a:cubicBezTo>
                    <a:pt x="824" y="10408"/>
                    <a:pt x="509" y="9294"/>
                    <a:pt x="472" y="8112"/>
                  </a:cubicBezTo>
                  <a:close/>
                  <a:moveTo>
                    <a:pt x="5420" y="8112"/>
                  </a:moveTo>
                  <a:cubicBezTo>
                    <a:pt x="5512" y="8237"/>
                    <a:pt x="5612" y="8356"/>
                    <a:pt x="5726" y="8469"/>
                  </a:cubicBezTo>
                  <a:lnTo>
                    <a:pt x="5973" y="8715"/>
                  </a:lnTo>
                  <a:cubicBezTo>
                    <a:pt x="5254" y="9087"/>
                    <a:pt x="4836" y="9654"/>
                    <a:pt x="4836" y="10271"/>
                  </a:cubicBezTo>
                  <a:cubicBezTo>
                    <a:pt x="4836" y="10679"/>
                    <a:pt x="5016" y="11063"/>
                    <a:pt x="5351" y="11387"/>
                  </a:cubicBezTo>
                  <a:lnTo>
                    <a:pt x="4515" y="11387"/>
                  </a:lnTo>
                  <a:cubicBezTo>
                    <a:pt x="4234" y="10388"/>
                    <a:pt x="4077" y="9272"/>
                    <a:pt x="4058" y="8112"/>
                  </a:cubicBezTo>
                  <a:close/>
                  <a:moveTo>
                    <a:pt x="10336" y="8111"/>
                  </a:moveTo>
                  <a:lnTo>
                    <a:pt x="11698" y="8112"/>
                  </a:lnTo>
                  <a:cubicBezTo>
                    <a:pt x="11681" y="9272"/>
                    <a:pt x="11522" y="10388"/>
                    <a:pt x="11241" y="11387"/>
                  </a:cubicBezTo>
                  <a:lnTo>
                    <a:pt x="10406" y="11387"/>
                  </a:lnTo>
                  <a:cubicBezTo>
                    <a:pt x="10741" y="11063"/>
                    <a:pt x="10921" y="10679"/>
                    <a:pt x="10921" y="10271"/>
                  </a:cubicBezTo>
                  <a:cubicBezTo>
                    <a:pt x="10921" y="9654"/>
                    <a:pt x="10502" y="9087"/>
                    <a:pt x="9783" y="8715"/>
                  </a:cubicBezTo>
                  <a:lnTo>
                    <a:pt x="10030" y="8468"/>
                  </a:lnTo>
                  <a:cubicBezTo>
                    <a:pt x="10142" y="8356"/>
                    <a:pt x="10244" y="8235"/>
                    <a:pt x="10336" y="8111"/>
                  </a:cubicBezTo>
                  <a:close/>
                  <a:moveTo>
                    <a:pt x="15285" y="8112"/>
                  </a:moveTo>
                  <a:cubicBezTo>
                    <a:pt x="15248" y="9294"/>
                    <a:pt x="14933" y="10408"/>
                    <a:pt x="14403" y="11387"/>
                  </a:cubicBezTo>
                  <a:lnTo>
                    <a:pt x="11726" y="11387"/>
                  </a:lnTo>
                  <a:cubicBezTo>
                    <a:pt x="11997" y="10379"/>
                    <a:pt x="12148" y="9266"/>
                    <a:pt x="12167" y="8112"/>
                  </a:cubicBezTo>
                  <a:close/>
                  <a:moveTo>
                    <a:pt x="9432" y="9066"/>
                  </a:moveTo>
                  <a:cubicBezTo>
                    <a:pt x="10074" y="9356"/>
                    <a:pt x="10452" y="9800"/>
                    <a:pt x="10452" y="10271"/>
                  </a:cubicBezTo>
                  <a:cubicBezTo>
                    <a:pt x="10452" y="10657"/>
                    <a:pt x="10199" y="11026"/>
                    <a:pt x="9740" y="11315"/>
                  </a:cubicBezTo>
                  <a:cubicBezTo>
                    <a:pt x="9246" y="11624"/>
                    <a:pt x="8585" y="11794"/>
                    <a:pt x="7878" y="11794"/>
                  </a:cubicBezTo>
                  <a:cubicBezTo>
                    <a:pt x="7172" y="11794"/>
                    <a:pt x="6511" y="11624"/>
                    <a:pt x="6018" y="11315"/>
                  </a:cubicBezTo>
                  <a:cubicBezTo>
                    <a:pt x="5558" y="11028"/>
                    <a:pt x="5305" y="10657"/>
                    <a:pt x="5305" y="10271"/>
                  </a:cubicBezTo>
                  <a:cubicBezTo>
                    <a:pt x="5305" y="9800"/>
                    <a:pt x="5684" y="9355"/>
                    <a:pt x="6325" y="9066"/>
                  </a:cubicBezTo>
                  <a:lnTo>
                    <a:pt x="6595" y="9335"/>
                  </a:lnTo>
                  <a:cubicBezTo>
                    <a:pt x="6079" y="9551"/>
                    <a:pt x="5773" y="9892"/>
                    <a:pt x="5773" y="10271"/>
                  </a:cubicBezTo>
                  <a:cubicBezTo>
                    <a:pt x="5773" y="10616"/>
                    <a:pt x="6013" y="10924"/>
                    <a:pt x="6450" y="11143"/>
                  </a:cubicBezTo>
                  <a:cubicBezTo>
                    <a:pt x="6836" y="11336"/>
                    <a:pt x="7343" y="11441"/>
                    <a:pt x="7878" y="11441"/>
                  </a:cubicBezTo>
                  <a:cubicBezTo>
                    <a:pt x="8414" y="11441"/>
                    <a:pt x="8922" y="11336"/>
                    <a:pt x="9307" y="11143"/>
                  </a:cubicBezTo>
                  <a:cubicBezTo>
                    <a:pt x="9744" y="10924"/>
                    <a:pt x="9985" y="10616"/>
                    <a:pt x="9985" y="10271"/>
                  </a:cubicBezTo>
                  <a:cubicBezTo>
                    <a:pt x="9985" y="9890"/>
                    <a:pt x="9678" y="9551"/>
                    <a:pt x="9163" y="9335"/>
                  </a:cubicBezTo>
                  <a:lnTo>
                    <a:pt x="9432" y="9066"/>
                  </a:lnTo>
                  <a:close/>
                  <a:moveTo>
                    <a:pt x="4168" y="11856"/>
                  </a:moveTo>
                  <a:cubicBezTo>
                    <a:pt x="4342" y="12409"/>
                    <a:pt x="4555" y="12924"/>
                    <a:pt x="4804" y="13393"/>
                  </a:cubicBezTo>
                  <a:cubicBezTo>
                    <a:pt x="5185" y="14111"/>
                    <a:pt x="5630" y="14677"/>
                    <a:pt x="6116" y="15075"/>
                  </a:cubicBezTo>
                  <a:cubicBezTo>
                    <a:pt x="4240" y="14617"/>
                    <a:pt x="2641" y="13440"/>
                    <a:pt x="1629" y="11856"/>
                  </a:cubicBezTo>
                  <a:close/>
                  <a:moveTo>
                    <a:pt x="14128" y="11856"/>
                  </a:moveTo>
                  <a:cubicBezTo>
                    <a:pt x="13115" y="13440"/>
                    <a:pt x="11517" y="14617"/>
                    <a:pt x="9640" y="15075"/>
                  </a:cubicBezTo>
                  <a:cubicBezTo>
                    <a:pt x="10126" y="14677"/>
                    <a:pt x="10571" y="14111"/>
                    <a:pt x="10953" y="13393"/>
                  </a:cubicBezTo>
                  <a:cubicBezTo>
                    <a:pt x="11201" y="12924"/>
                    <a:pt x="11414" y="12409"/>
                    <a:pt x="11589" y="11856"/>
                  </a:cubicBezTo>
                  <a:close/>
                  <a:moveTo>
                    <a:pt x="6029" y="11856"/>
                  </a:moveTo>
                  <a:cubicBezTo>
                    <a:pt x="6495" y="12088"/>
                    <a:pt x="7054" y="12226"/>
                    <a:pt x="7646" y="12255"/>
                  </a:cubicBezTo>
                  <a:lnTo>
                    <a:pt x="7646" y="15274"/>
                  </a:lnTo>
                  <a:lnTo>
                    <a:pt x="7644" y="15274"/>
                  </a:lnTo>
                  <a:cubicBezTo>
                    <a:pt x="6738" y="15165"/>
                    <a:pt x="5884" y="14429"/>
                    <a:pt x="5217" y="13172"/>
                  </a:cubicBezTo>
                  <a:cubicBezTo>
                    <a:pt x="5002" y="12769"/>
                    <a:pt x="4816" y="12327"/>
                    <a:pt x="4660" y="11856"/>
                  </a:cubicBezTo>
                  <a:close/>
                  <a:moveTo>
                    <a:pt x="11098" y="11856"/>
                  </a:moveTo>
                  <a:cubicBezTo>
                    <a:pt x="10941" y="12327"/>
                    <a:pt x="10755" y="12769"/>
                    <a:pt x="10542" y="13172"/>
                  </a:cubicBezTo>
                  <a:cubicBezTo>
                    <a:pt x="9875" y="14429"/>
                    <a:pt x="9020" y="15165"/>
                    <a:pt x="8114" y="15274"/>
                  </a:cubicBezTo>
                  <a:lnTo>
                    <a:pt x="8114" y="12255"/>
                  </a:lnTo>
                  <a:lnTo>
                    <a:pt x="8113" y="12255"/>
                  </a:lnTo>
                  <a:cubicBezTo>
                    <a:pt x="8704" y="12226"/>
                    <a:pt x="9263" y="12088"/>
                    <a:pt x="9730" y="11856"/>
                  </a:cubicBezTo>
                  <a:close/>
                  <a:moveTo>
                    <a:pt x="7879" y="0"/>
                  </a:moveTo>
                  <a:cubicBezTo>
                    <a:pt x="5775" y="0"/>
                    <a:pt x="3796" y="819"/>
                    <a:pt x="2308" y="2307"/>
                  </a:cubicBezTo>
                  <a:cubicBezTo>
                    <a:pt x="821" y="3795"/>
                    <a:pt x="1" y="5775"/>
                    <a:pt x="1" y="7877"/>
                  </a:cubicBezTo>
                  <a:cubicBezTo>
                    <a:pt x="1" y="9981"/>
                    <a:pt x="821" y="11960"/>
                    <a:pt x="2308" y="13447"/>
                  </a:cubicBezTo>
                  <a:cubicBezTo>
                    <a:pt x="3796" y="14935"/>
                    <a:pt x="5776" y="15756"/>
                    <a:pt x="7879" y="15756"/>
                  </a:cubicBezTo>
                  <a:cubicBezTo>
                    <a:pt x="9984" y="15756"/>
                    <a:pt x="11961" y="14935"/>
                    <a:pt x="13449" y="13447"/>
                  </a:cubicBezTo>
                  <a:cubicBezTo>
                    <a:pt x="14937" y="11960"/>
                    <a:pt x="15756" y="9981"/>
                    <a:pt x="15756" y="7877"/>
                  </a:cubicBezTo>
                  <a:cubicBezTo>
                    <a:pt x="15756" y="5775"/>
                    <a:pt x="14937" y="3795"/>
                    <a:pt x="13449" y="2307"/>
                  </a:cubicBezTo>
                  <a:cubicBezTo>
                    <a:pt x="11961" y="819"/>
                    <a:pt x="9982" y="0"/>
                    <a:pt x="78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7335508" y="3041026"/>
              <a:ext cx="139840" cy="139840"/>
            </a:xfrm>
            <a:custGeom>
              <a:rect b="b" l="l" r="r" t="t"/>
              <a:pathLst>
                <a:path extrusionOk="0" h="4213" w="4213">
                  <a:moveTo>
                    <a:pt x="2107" y="469"/>
                  </a:moveTo>
                  <a:cubicBezTo>
                    <a:pt x="3010" y="469"/>
                    <a:pt x="3744" y="1203"/>
                    <a:pt x="3744" y="2107"/>
                  </a:cubicBezTo>
                  <a:cubicBezTo>
                    <a:pt x="3744" y="3010"/>
                    <a:pt x="3009" y="3744"/>
                    <a:pt x="2107" y="3744"/>
                  </a:cubicBezTo>
                  <a:cubicBezTo>
                    <a:pt x="1203" y="3744"/>
                    <a:pt x="469" y="3010"/>
                    <a:pt x="469" y="2107"/>
                  </a:cubicBezTo>
                  <a:cubicBezTo>
                    <a:pt x="469" y="1203"/>
                    <a:pt x="1203" y="469"/>
                    <a:pt x="2107" y="469"/>
                  </a:cubicBezTo>
                  <a:close/>
                  <a:moveTo>
                    <a:pt x="2107" y="0"/>
                  </a:moveTo>
                  <a:cubicBezTo>
                    <a:pt x="946" y="0"/>
                    <a:pt x="1" y="945"/>
                    <a:pt x="1" y="2107"/>
                  </a:cubicBezTo>
                  <a:cubicBezTo>
                    <a:pt x="1" y="3267"/>
                    <a:pt x="946" y="4212"/>
                    <a:pt x="2107" y="4212"/>
                  </a:cubicBezTo>
                  <a:cubicBezTo>
                    <a:pt x="3267" y="4212"/>
                    <a:pt x="4213" y="3267"/>
                    <a:pt x="4213" y="2107"/>
                  </a:cubicBezTo>
                  <a:cubicBezTo>
                    <a:pt x="4213" y="945"/>
                    <a:pt x="3267" y="0"/>
                    <a:pt x="2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7615686" y="3114746"/>
              <a:ext cx="17990" cy="18024"/>
            </a:xfrm>
            <a:custGeom>
              <a:rect b="b" l="l" r="r" t="t"/>
              <a:pathLst>
                <a:path extrusionOk="0" h="543" w="542">
                  <a:moveTo>
                    <a:pt x="457" y="1"/>
                  </a:moveTo>
                  <a:lnTo>
                    <a:pt x="0" y="98"/>
                  </a:lnTo>
                  <a:cubicBezTo>
                    <a:pt x="31" y="244"/>
                    <a:pt x="57" y="394"/>
                    <a:pt x="78" y="542"/>
                  </a:cubicBezTo>
                  <a:lnTo>
                    <a:pt x="541" y="477"/>
                  </a:lnTo>
                  <a:cubicBezTo>
                    <a:pt x="518" y="318"/>
                    <a:pt x="492" y="158"/>
                    <a:pt x="4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a:off x="7599322" y="3063132"/>
              <a:ext cx="27716" cy="40329"/>
            </a:xfrm>
            <a:custGeom>
              <a:rect b="b" l="l" r="r" t="t"/>
              <a:pathLst>
                <a:path extrusionOk="0" h="1215" w="835">
                  <a:moveTo>
                    <a:pt x="422" y="0"/>
                  </a:moveTo>
                  <a:lnTo>
                    <a:pt x="0" y="203"/>
                  </a:lnTo>
                  <a:cubicBezTo>
                    <a:pt x="157" y="528"/>
                    <a:pt x="284" y="868"/>
                    <a:pt x="385" y="1214"/>
                  </a:cubicBezTo>
                  <a:lnTo>
                    <a:pt x="835" y="1086"/>
                  </a:lnTo>
                  <a:cubicBezTo>
                    <a:pt x="728" y="714"/>
                    <a:pt x="590" y="348"/>
                    <a:pt x="4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7532339" y="2976765"/>
              <a:ext cx="43250" cy="41092"/>
            </a:xfrm>
            <a:custGeom>
              <a:rect b="b" l="l" r="r" t="t"/>
              <a:pathLst>
                <a:path extrusionOk="0" h="1238" w="1303">
                  <a:moveTo>
                    <a:pt x="278" y="0"/>
                  </a:moveTo>
                  <a:lnTo>
                    <a:pt x="0" y="378"/>
                  </a:lnTo>
                  <a:cubicBezTo>
                    <a:pt x="265" y="573"/>
                    <a:pt x="519" y="791"/>
                    <a:pt x="754" y="1025"/>
                  </a:cubicBezTo>
                  <a:cubicBezTo>
                    <a:pt x="824" y="1095"/>
                    <a:pt x="891" y="1166"/>
                    <a:pt x="957" y="1237"/>
                  </a:cubicBezTo>
                  <a:lnTo>
                    <a:pt x="1302" y="922"/>
                  </a:lnTo>
                  <a:cubicBezTo>
                    <a:pt x="1232" y="844"/>
                    <a:pt x="1159" y="768"/>
                    <a:pt x="1085" y="694"/>
                  </a:cubicBezTo>
                  <a:cubicBezTo>
                    <a:pt x="833" y="442"/>
                    <a:pt x="562" y="209"/>
                    <a:pt x="2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7529352" y="3329269"/>
              <a:ext cx="21774" cy="21741"/>
            </a:xfrm>
            <a:custGeom>
              <a:rect b="b" l="l" r="r" t="t"/>
              <a:pathLst>
                <a:path extrusionOk="0" h="655" w="656">
                  <a:moveTo>
                    <a:pt x="359" y="0"/>
                  </a:moveTo>
                  <a:cubicBezTo>
                    <a:pt x="243" y="95"/>
                    <a:pt x="121" y="187"/>
                    <a:pt x="0" y="274"/>
                  </a:cubicBezTo>
                  <a:lnTo>
                    <a:pt x="270" y="655"/>
                  </a:lnTo>
                  <a:cubicBezTo>
                    <a:pt x="401" y="562"/>
                    <a:pt x="531" y="463"/>
                    <a:pt x="655" y="362"/>
                  </a:cubicBezTo>
                  <a:lnTo>
                    <a:pt x="3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7552521" y="3306632"/>
              <a:ext cx="24065" cy="24065"/>
            </a:xfrm>
            <a:custGeom>
              <a:rect b="b" l="l" r="r" t="t"/>
              <a:pathLst>
                <a:path extrusionOk="0" h="725" w="725">
                  <a:moveTo>
                    <a:pt x="376" y="1"/>
                  </a:moveTo>
                  <a:cubicBezTo>
                    <a:pt x="302" y="82"/>
                    <a:pt x="225" y="163"/>
                    <a:pt x="146" y="243"/>
                  </a:cubicBezTo>
                  <a:cubicBezTo>
                    <a:pt x="99" y="290"/>
                    <a:pt x="49" y="338"/>
                    <a:pt x="1" y="383"/>
                  </a:cubicBezTo>
                  <a:lnTo>
                    <a:pt x="321" y="724"/>
                  </a:lnTo>
                  <a:cubicBezTo>
                    <a:pt x="373" y="675"/>
                    <a:pt x="426" y="624"/>
                    <a:pt x="477" y="572"/>
                  </a:cubicBezTo>
                  <a:cubicBezTo>
                    <a:pt x="561" y="489"/>
                    <a:pt x="644" y="402"/>
                    <a:pt x="724" y="314"/>
                  </a:cubicBezTo>
                  <a:lnTo>
                    <a:pt x="3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7602044" y="3235799"/>
              <a:ext cx="20214" cy="20247"/>
            </a:xfrm>
            <a:custGeom>
              <a:rect b="b" l="l" r="r" t="t"/>
              <a:pathLst>
                <a:path extrusionOk="0" h="610" w="609">
                  <a:moveTo>
                    <a:pt x="168" y="0"/>
                  </a:moveTo>
                  <a:cubicBezTo>
                    <a:pt x="118" y="141"/>
                    <a:pt x="62" y="282"/>
                    <a:pt x="1" y="419"/>
                  </a:cubicBezTo>
                  <a:lnTo>
                    <a:pt x="429" y="609"/>
                  </a:lnTo>
                  <a:cubicBezTo>
                    <a:pt x="494" y="461"/>
                    <a:pt x="554" y="310"/>
                    <a:pt x="609" y="159"/>
                  </a:cubicBezTo>
                  <a:lnTo>
                    <a:pt x="1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7612234" y="3199719"/>
              <a:ext cx="20281" cy="25990"/>
            </a:xfrm>
            <a:custGeom>
              <a:rect b="b" l="l" r="r" t="t"/>
              <a:pathLst>
                <a:path extrusionOk="0" h="783" w="611">
                  <a:moveTo>
                    <a:pt x="149" y="0"/>
                  </a:moveTo>
                  <a:cubicBezTo>
                    <a:pt x="112" y="221"/>
                    <a:pt x="61" y="442"/>
                    <a:pt x="1" y="657"/>
                  </a:cubicBezTo>
                  <a:lnTo>
                    <a:pt x="450" y="783"/>
                  </a:lnTo>
                  <a:cubicBezTo>
                    <a:pt x="515" y="553"/>
                    <a:pt x="570" y="316"/>
                    <a:pt x="610" y="79"/>
                  </a:cubicBezTo>
                  <a:lnTo>
                    <a:pt x="1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7177180" y="3114746"/>
              <a:ext cx="18024" cy="18024"/>
            </a:xfrm>
            <a:custGeom>
              <a:rect b="b" l="l" r="r" t="t"/>
              <a:pathLst>
                <a:path extrusionOk="0" h="543" w="543">
                  <a:moveTo>
                    <a:pt x="85" y="1"/>
                  </a:moveTo>
                  <a:cubicBezTo>
                    <a:pt x="52" y="158"/>
                    <a:pt x="23" y="318"/>
                    <a:pt x="1" y="477"/>
                  </a:cubicBezTo>
                  <a:lnTo>
                    <a:pt x="465" y="542"/>
                  </a:lnTo>
                  <a:cubicBezTo>
                    <a:pt x="486" y="394"/>
                    <a:pt x="512" y="244"/>
                    <a:pt x="543" y="98"/>
                  </a:cubicBezTo>
                  <a:lnTo>
                    <a:pt x="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a:off x="7183785" y="3063132"/>
              <a:ext cx="27749" cy="40329"/>
            </a:xfrm>
            <a:custGeom>
              <a:rect b="b" l="l" r="r" t="t"/>
              <a:pathLst>
                <a:path extrusionOk="0" h="1215" w="836">
                  <a:moveTo>
                    <a:pt x="413" y="0"/>
                  </a:moveTo>
                  <a:cubicBezTo>
                    <a:pt x="247" y="350"/>
                    <a:pt x="107" y="714"/>
                    <a:pt x="1" y="1086"/>
                  </a:cubicBezTo>
                  <a:lnTo>
                    <a:pt x="450" y="1214"/>
                  </a:lnTo>
                  <a:cubicBezTo>
                    <a:pt x="551" y="868"/>
                    <a:pt x="678" y="528"/>
                    <a:pt x="835" y="203"/>
                  </a:cubicBezTo>
                  <a:lnTo>
                    <a:pt x="4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a:off x="7235233" y="2976765"/>
              <a:ext cx="43250" cy="41059"/>
            </a:xfrm>
            <a:custGeom>
              <a:rect b="b" l="l" r="r" t="t"/>
              <a:pathLst>
                <a:path extrusionOk="0" h="1237" w="1303">
                  <a:moveTo>
                    <a:pt x="1026" y="0"/>
                  </a:moveTo>
                  <a:cubicBezTo>
                    <a:pt x="741" y="209"/>
                    <a:pt x="470" y="442"/>
                    <a:pt x="218" y="694"/>
                  </a:cubicBezTo>
                  <a:cubicBezTo>
                    <a:pt x="144" y="768"/>
                    <a:pt x="71" y="844"/>
                    <a:pt x="1" y="921"/>
                  </a:cubicBezTo>
                  <a:lnTo>
                    <a:pt x="346" y="1236"/>
                  </a:lnTo>
                  <a:cubicBezTo>
                    <a:pt x="410" y="1165"/>
                    <a:pt x="480" y="1093"/>
                    <a:pt x="549" y="1024"/>
                  </a:cubicBezTo>
                  <a:cubicBezTo>
                    <a:pt x="785" y="788"/>
                    <a:pt x="1038" y="571"/>
                    <a:pt x="1303" y="376"/>
                  </a:cubicBez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7259763" y="3329269"/>
              <a:ext cx="21774" cy="21741"/>
            </a:xfrm>
            <a:custGeom>
              <a:rect b="b" l="l" r="r" t="t"/>
              <a:pathLst>
                <a:path extrusionOk="0" h="655" w="656">
                  <a:moveTo>
                    <a:pt x="296" y="0"/>
                  </a:moveTo>
                  <a:lnTo>
                    <a:pt x="0" y="362"/>
                  </a:lnTo>
                  <a:cubicBezTo>
                    <a:pt x="124" y="463"/>
                    <a:pt x="255" y="562"/>
                    <a:pt x="385" y="655"/>
                  </a:cubicBezTo>
                  <a:lnTo>
                    <a:pt x="656" y="274"/>
                  </a:lnTo>
                  <a:cubicBezTo>
                    <a:pt x="533" y="187"/>
                    <a:pt x="413" y="95"/>
                    <a:pt x="2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7234238" y="3306632"/>
              <a:ext cx="24065" cy="24065"/>
            </a:xfrm>
            <a:custGeom>
              <a:rect b="b" l="l" r="r" t="t"/>
              <a:pathLst>
                <a:path extrusionOk="0" h="725" w="725">
                  <a:moveTo>
                    <a:pt x="349" y="1"/>
                  </a:moveTo>
                  <a:lnTo>
                    <a:pt x="1" y="315"/>
                  </a:lnTo>
                  <a:cubicBezTo>
                    <a:pt x="80" y="403"/>
                    <a:pt x="164" y="489"/>
                    <a:pt x="248" y="573"/>
                  </a:cubicBezTo>
                  <a:cubicBezTo>
                    <a:pt x="300" y="625"/>
                    <a:pt x="351" y="675"/>
                    <a:pt x="404" y="724"/>
                  </a:cubicBezTo>
                  <a:lnTo>
                    <a:pt x="725" y="383"/>
                  </a:lnTo>
                  <a:cubicBezTo>
                    <a:pt x="676" y="338"/>
                    <a:pt x="626" y="290"/>
                    <a:pt x="579" y="243"/>
                  </a:cubicBezTo>
                  <a:cubicBezTo>
                    <a:pt x="501" y="165"/>
                    <a:pt x="424" y="83"/>
                    <a:pt x="3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7178341" y="3199719"/>
              <a:ext cx="20281" cy="26089"/>
            </a:xfrm>
            <a:custGeom>
              <a:rect b="b" l="l" r="r" t="t"/>
              <a:pathLst>
                <a:path extrusionOk="0" h="786" w="611">
                  <a:moveTo>
                    <a:pt x="462" y="0"/>
                  </a:moveTo>
                  <a:lnTo>
                    <a:pt x="0" y="80"/>
                  </a:lnTo>
                  <a:cubicBezTo>
                    <a:pt x="43" y="317"/>
                    <a:pt x="95" y="553"/>
                    <a:pt x="160" y="785"/>
                  </a:cubicBezTo>
                  <a:lnTo>
                    <a:pt x="610" y="658"/>
                  </a:lnTo>
                  <a:cubicBezTo>
                    <a:pt x="550" y="442"/>
                    <a:pt x="500" y="221"/>
                    <a:pt x="4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7188565" y="3235799"/>
              <a:ext cx="20214" cy="20247"/>
            </a:xfrm>
            <a:custGeom>
              <a:rect b="b" l="l" r="r" t="t"/>
              <a:pathLst>
                <a:path extrusionOk="0" h="610" w="609">
                  <a:moveTo>
                    <a:pt x="441" y="0"/>
                  </a:moveTo>
                  <a:lnTo>
                    <a:pt x="0" y="159"/>
                  </a:lnTo>
                  <a:cubicBezTo>
                    <a:pt x="55" y="310"/>
                    <a:pt x="115" y="461"/>
                    <a:pt x="180" y="609"/>
                  </a:cubicBezTo>
                  <a:lnTo>
                    <a:pt x="608" y="419"/>
                  </a:lnTo>
                  <a:cubicBezTo>
                    <a:pt x="548" y="282"/>
                    <a:pt x="492" y="141"/>
                    <a:pt x="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7429011" y="2943074"/>
              <a:ext cx="40760" cy="42520"/>
            </a:xfrm>
            <a:custGeom>
              <a:rect b="b" l="l" r="r" t="t"/>
              <a:pathLst>
                <a:path extrusionOk="0" h="1281" w="1228">
                  <a:moveTo>
                    <a:pt x="262" y="1"/>
                  </a:moveTo>
                  <a:lnTo>
                    <a:pt x="1" y="390"/>
                  </a:lnTo>
                  <a:cubicBezTo>
                    <a:pt x="293" y="585"/>
                    <a:pt x="575" y="886"/>
                    <a:pt x="838" y="1281"/>
                  </a:cubicBezTo>
                  <a:lnTo>
                    <a:pt x="1227" y="1021"/>
                  </a:lnTo>
                  <a:cubicBezTo>
                    <a:pt x="930" y="575"/>
                    <a:pt x="606" y="230"/>
                    <a:pt x="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7464560" y="2990805"/>
              <a:ext cx="20911" cy="20878"/>
            </a:xfrm>
            <a:custGeom>
              <a:rect b="b" l="l" r="r" t="t"/>
              <a:pathLst>
                <a:path extrusionOk="0" h="629" w="630">
                  <a:moveTo>
                    <a:pt x="412" y="0"/>
                  </a:moveTo>
                  <a:lnTo>
                    <a:pt x="1" y="226"/>
                  </a:lnTo>
                  <a:cubicBezTo>
                    <a:pt x="20" y="257"/>
                    <a:pt x="36" y="290"/>
                    <a:pt x="53" y="322"/>
                  </a:cubicBezTo>
                  <a:cubicBezTo>
                    <a:pt x="106" y="420"/>
                    <a:pt x="156" y="523"/>
                    <a:pt x="206" y="629"/>
                  </a:cubicBezTo>
                  <a:lnTo>
                    <a:pt x="630" y="431"/>
                  </a:lnTo>
                  <a:cubicBezTo>
                    <a:pt x="578" y="319"/>
                    <a:pt x="522" y="209"/>
                    <a:pt x="466" y="104"/>
                  </a:cubicBezTo>
                  <a:cubicBezTo>
                    <a:pt x="449" y="68"/>
                    <a:pt x="429" y="34"/>
                    <a:pt x="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7323725" y="2994058"/>
              <a:ext cx="21077" cy="21011"/>
            </a:xfrm>
            <a:custGeom>
              <a:rect b="b" l="l" r="r" t="t"/>
              <a:pathLst>
                <a:path extrusionOk="0" h="633" w="635">
                  <a:moveTo>
                    <a:pt x="216" y="0"/>
                  </a:moveTo>
                  <a:lnTo>
                    <a:pt x="213" y="7"/>
                  </a:lnTo>
                  <a:cubicBezTo>
                    <a:pt x="138" y="145"/>
                    <a:pt x="68" y="291"/>
                    <a:pt x="1" y="440"/>
                  </a:cubicBezTo>
                  <a:lnTo>
                    <a:pt x="427" y="632"/>
                  </a:lnTo>
                  <a:cubicBezTo>
                    <a:pt x="490" y="493"/>
                    <a:pt x="556" y="355"/>
                    <a:pt x="626" y="226"/>
                  </a:cubicBezTo>
                  <a:lnTo>
                    <a:pt x="635" y="208"/>
                  </a:lnTo>
                  <a:lnTo>
                    <a:pt x="414" y="112"/>
                  </a:lnTo>
                  <a:lnTo>
                    <a:pt x="2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7338894" y="2963886"/>
              <a:ext cx="23832" cy="24762"/>
            </a:xfrm>
            <a:custGeom>
              <a:rect b="b" l="l" r="r" t="t"/>
              <a:pathLst>
                <a:path extrusionOk="0" h="746" w="718">
                  <a:moveTo>
                    <a:pt x="358" y="0"/>
                  </a:moveTo>
                  <a:cubicBezTo>
                    <a:pt x="235" y="149"/>
                    <a:pt x="115" y="315"/>
                    <a:pt x="1" y="494"/>
                  </a:cubicBezTo>
                  <a:lnTo>
                    <a:pt x="395" y="745"/>
                  </a:lnTo>
                  <a:cubicBezTo>
                    <a:pt x="498" y="582"/>
                    <a:pt x="607" y="432"/>
                    <a:pt x="718" y="298"/>
                  </a:cubicBezTo>
                  <a:lnTo>
                    <a:pt x="3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7449723" y="3313735"/>
              <a:ext cx="35782" cy="45706"/>
            </a:xfrm>
            <a:custGeom>
              <a:rect b="b" l="l" r="r" t="t"/>
              <a:pathLst>
                <a:path extrusionOk="0" h="1377" w="1078">
                  <a:moveTo>
                    <a:pt x="653" y="1"/>
                  </a:moveTo>
                  <a:cubicBezTo>
                    <a:pt x="603" y="106"/>
                    <a:pt x="551" y="210"/>
                    <a:pt x="500" y="309"/>
                  </a:cubicBezTo>
                  <a:cubicBezTo>
                    <a:pt x="345" y="603"/>
                    <a:pt x="176" y="863"/>
                    <a:pt x="0" y="1085"/>
                  </a:cubicBezTo>
                  <a:lnTo>
                    <a:pt x="365" y="1376"/>
                  </a:lnTo>
                  <a:cubicBezTo>
                    <a:pt x="560" y="1132"/>
                    <a:pt x="744" y="847"/>
                    <a:pt x="913" y="527"/>
                  </a:cubicBezTo>
                  <a:cubicBezTo>
                    <a:pt x="969" y="422"/>
                    <a:pt x="1025" y="311"/>
                    <a:pt x="1078" y="199"/>
                  </a:cubicBezTo>
                  <a:lnTo>
                    <a:pt x="6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6"/>
            <p:cNvSpPr/>
            <p:nvPr/>
          </p:nvSpPr>
          <p:spPr>
            <a:xfrm>
              <a:off x="7429044" y="3360570"/>
              <a:ext cx="21807" cy="21841"/>
            </a:xfrm>
            <a:custGeom>
              <a:rect b="b" l="l" r="r" t="t"/>
              <a:pathLst>
                <a:path extrusionOk="0" h="658" w="657">
                  <a:moveTo>
                    <a:pt x="331" y="0"/>
                  </a:moveTo>
                  <a:cubicBezTo>
                    <a:pt x="221" y="104"/>
                    <a:pt x="111" y="195"/>
                    <a:pt x="1" y="269"/>
                  </a:cubicBezTo>
                  <a:lnTo>
                    <a:pt x="262" y="658"/>
                  </a:lnTo>
                  <a:cubicBezTo>
                    <a:pt x="396" y="569"/>
                    <a:pt x="528" y="460"/>
                    <a:pt x="656" y="336"/>
                  </a:cubicBezTo>
                  <a:lnTo>
                    <a:pt x="3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a:off x="7323758" y="3310449"/>
              <a:ext cx="22538" cy="24197"/>
            </a:xfrm>
            <a:custGeom>
              <a:rect b="b" l="l" r="r" t="t"/>
              <a:pathLst>
                <a:path extrusionOk="0" h="729" w="679">
                  <a:moveTo>
                    <a:pt x="427" y="0"/>
                  </a:moveTo>
                  <a:lnTo>
                    <a:pt x="1" y="193"/>
                  </a:lnTo>
                  <a:cubicBezTo>
                    <a:pt x="68" y="342"/>
                    <a:pt x="139" y="487"/>
                    <a:pt x="213" y="626"/>
                  </a:cubicBezTo>
                  <a:cubicBezTo>
                    <a:pt x="230" y="661"/>
                    <a:pt x="250" y="694"/>
                    <a:pt x="269" y="728"/>
                  </a:cubicBezTo>
                  <a:lnTo>
                    <a:pt x="678" y="502"/>
                  </a:lnTo>
                  <a:cubicBezTo>
                    <a:pt x="660" y="471"/>
                    <a:pt x="643" y="439"/>
                    <a:pt x="627" y="407"/>
                  </a:cubicBezTo>
                  <a:cubicBezTo>
                    <a:pt x="558" y="278"/>
                    <a:pt x="491" y="140"/>
                    <a:pt x="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7341084" y="3339824"/>
              <a:ext cx="21675" cy="21807"/>
            </a:xfrm>
            <a:custGeom>
              <a:rect b="b" l="l" r="r" t="t"/>
              <a:pathLst>
                <a:path extrusionOk="0" h="657" w="653">
                  <a:moveTo>
                    <a:pt x="389" y="1"/>
                  </a:moveTo>
                  <a:lnTo>
                    <a:pt x="0" y="261"/>
                  </a:lnTo>
                  <a:cubicBezTo>
                    <a:pt x="94" y="402"/>
                    <a:pt x="192" y="535"/>
                    <a:pt x="292" y="656"/>
                  </a:cubicBezTo>
                  <a:lnTo>
                    <a:pt x="653" y="357"/>
                  </a:lnTo>
                  <a:cubicBezTo>
                    <a:pt x="562" y="249"/>
                    <a:pt x="474" y="129"/>
                    <a:pt x="3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7397644" y="3134197"/>
              <a:ext cx="15567" cy="15600"/>
            </a:xfrm>
            <a:custGeom>
              <a:rect b="b" l="l" r="r" t="t"/>
              <a:pathLst>
                <a:path extrusionOk="0" h="470" w="469">
                  <a:moveTo>
                    <a:pt x="0" y="1"/>
                  </a:moveTo>
                  <a:lnTo>
                    <a:pt x="0" y="469"/>
                  </a:lnTo>
                  <a:lnTo>
                    <a:pt x="469" y="469"/>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6"/>
            <p:cNvSpPr/>
            <p:nvPr/>
          </p:nvSpPr>
          <p:spPr>
            <a:xfrm>
              <a:off x="7397644" y="3072094"/>
              <a:ext cx="15567" cy="15567"/>
            </a:xfrm>
            <a:custGeom>
              <a:rect b="b" l="l" r="r" t="t"/>
              <a:pathLst>
                <a:path extrusionOk="0" h="469" w="469">
                  <a:moveTo>
                    <a:pt x="0" y="0"/>
                  </a:moveTo>
                  <a:lnTo>
                    <a:pt x="0"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6"/>
            <p:cNvSpPr/>
            <p:nvPr/>
          </p:nvSpPr>
          <p:spPr>
            <a:xfrm>
              <a:off x="7397644" y="3103162"/>
              <a:ext cx="15567" cy="15567"/>
            </a:xfrm>
            <a:custGeom>
              <a:rect b="b" l="l" r="r" t="t"/>
              <a:pathLst>
                <a:path extrusionOk="0" h="469" w="469">
                  <a:moveTo>
                    <a:pt x="0" y="0"/>
                  </a:moveTo>
                  <a:lnTo>
                    <a:pt x="0"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7428713" y="3103162"/>
              <a:ext cx="15567" cy="15567"/>
            </a:xfrm>
            <a:custGeom>
              <a:rect b="b" l="l" r="r" t="t"/>
              <a:pathLst>
                <a:path extrusionOk="0" h="469" w="469">
                  <a:moveTo>
                    <a:pt x="0" y="0"/>
                  </a:moveTo>
                  <a:lnTo>
                    <a:pt x="0"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7366576" y="3103162"/>
              <a:ext cx="15567" cy="15567"/>
            </a:xfrm>
            <a:custGeom>
              <a:rect b="b" l="l" r="r" t="t"/>
              <a:pathLst>
                <a:path extrusionOk="0" h="469" w="469">
                  <a:moveTo>
                    <a:pt x="0" y="0"/>
                  </a:moveTo>
                  <a:lnTo>
                    <a:pt x="0"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6"/>
            <p:cNvSpPr/>
            <p:nvPr/>
          </p:nvSpPr>
          <p:spPr>
            <a:xfrm>
              <a:off x="7397644" y="3194275"/>
              <a:ext cx="15567" cy="15600"/>
            </a:xfrm>
            <a:custGeom>
              <a:rect b="b" l="l" r="r" t="t"/>
              <a:pathLst>
                <a:path extrusionOk="0" h="470" w="469">
                  <a:moveTo>
                    <a:pt x="0" y="1"/>
                  </a:moveTo>
                  <a:lnTo>
                    <a:pt x="0" y="469"/>
                  </a:lnTo>
                  <a:lnTo>
                    <a:pt x="469" y="469"/>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66"/>
          <p:cNvGrpSpPr/>
          <p:nvPr/>
        </p:nvGrpSpPr>
        <p:grpSpPr>
          <a:xfrm>
            <a:off x="6586791" y="3241155"/>
            <a:ext cx="462606" cy="462489"/>
            <a:chOff x="6513164" y="2901252"/>
            <a:chExt cx="523014" cy="522881"/>
          </a:xfrm>
        </p:grpSpPr>
        <p:sp>
          <p:nvSpPr>
            <p:cNvPr id="6290" name="Google Shape;6290;p66"/>
            <p:cNvSpPr/>
            <p:nvPr/>
          </p:nvSpPr>
          <p:spPr>
            <a:xfrm>
              <a:off x="6603912" y="3216548"/>
              <a:ext cx="108705" cy="115908"/>
            </a:xfrm>
            <a:custGeom>
              <a:rect b="b" l="l" r="r" t="t"/>
              <a:pathLst>
                <a:path extrusionOk="0" h="3492" w="3275">
                  <a:moveTo>
                    <a:pt x="1177" y="465"/>
                  </a:moveTo>
                  <a:lnTo>
                    <a:pt x="1518" y="1485"/>
                  </a:lnTo>
                  <a:lnTo>
                    <a:pt x="2813" y="1485"/>
                  </a:lnTo>
                  <a:lnTo>
                    <a:pt x="2813" y="3029"/>
                  </a:lnTo>
                  <a:lnTo>
                    <a:pt x="1826" y="3029"/>
                  </a:lnTo>
                  <a:lnTo>
                    <a:pt x="1145" y="2194"/>
                  </a:lnTo>
                  <a:lnTo>
                    <a:pt x="464" y="2194"/>
                  </a:lnTo>
                  <a:lnTo>
                    <a:pt x="464" y="465"/>
                  </a:lnTo>
                  <a:close/>
                  <a:moveTo>
                    <a:pt x="0" y="1"/>
                  </a:moveTo>
                  <a:lnTo>
                    <a:pt x="0" y="2658"/>
                  </a:lnTo>
                  <a:lnTo>
                    <a:pt x="924" y="2658"/>
                  </a:lnTo>
                  <a:lnTo>
                    <a:pt x="1604" y="3491"/>
                  </a:lnTo>
                  <a:lnTo>
                    <a:pt x="3275" y="3491"/>
                  </a:lnTo>
                  <a:lnTo>
                    <a:pt x="3275" y="1020"/>
                  </a:lnTo>
                  <a:lnTo>
                    <a:pt x="1852" y="1020"/>
                  </a:lnTo>
                  <a:lnTo>
                    <a:pt x="1852" y="1021"/>
                  </a:lnTo>
                  <a:lnTo>
                    <a:pt x="1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6513164" y="2901252"/>
              <a:ext cx="523014" cy="522881"/>
            </a:xfrm>
            <a:custGeom>
              <a:rect b="b" l="l" r="r" t="t"/>
              <a:pathLst>
                <a:path extrusionOk="0" h="15753" w="15757">
                  <a:moveTo>
                    <a:pt x="7833" y="462"/>
                  </a:moveTo>
                  <a:lnTo>
                    <a:pt x="7833" y="1608"/>
                  </a:lnTo>
                  <a:lnTo>
                    <a:pt x="9562" y="2288"/>
                  </a:lnTo>
                  <a:lnTo>
                    <a:pt x="9562" y="2917"/>
                  </a:lnTo>
                  <a:lnTo>
                    <a:pt x="8584" y="2917"/>
                  </a:lnTo>
                  <a:lnTo>
                    <a:pt x="7563" y="5605"/>
                  </a:lnTo>
                  <a:lnTo>
                    <a:pt x="6418" y="5605"/>
                  </a:lnTo>
                  <a:lnTo>
                    <a:pt x="5800" y="7303"/>
                  </a:lnTo>
                  <a:lnTo>
                    <a:pt x="4990" y="7303"/>
                  </a:lnTo>
                  <a:lnTo>
                    <a:pt x="4990" y="5605"/>
                  </a:lnTo>
                  <a:lnTo>
                    <a:pt x="2628" y="5605"/>
                  </a:lnTo>
                  <a:lnTo>
                    <a:pt x="2111" y="3221"/>
                  </a:lnTo>
                  <a:cubicBezTo>
                    <a:pt x="3285" y="1773"/>
                    <a:pt x="4994" y="771"/>
                    <a:pt x="6935" y="522"/>
                  </a:cubicBezTo>
                  <a:cubicBezTo>
                    <a:pt x="6990" y="516"/>
                    <a:pt x="7043" y="509"/>
                    <a:pt x="7095" y="504"/>
                  </a:cubicBezTo>
                  <a:cubicBezTo>
                    <a:pt x="7111" y="503"/>
                    <a:pt x="7127" y="501"/>
                    <a:pt x="7142" y="499"/>
                  </a:cubicBezTo>
                  <a:lnTo>
                    <a:pt x="7274" y="487"/>
                  </a:lnTo>
                  <a:cubicBezTo>
                    <a:pt x="7300" y="485"/>
                    <a:pt x="7326" y="483"/>
                    <a:pt x="7350" y="482"/>
                  </a:cubicBezTo>
                  <a:cubicBezTo>
                    <a:pt x="7388" y="480"/>
                    <a:pt x="7424" y="477"/>
                    <a:pt x="7462" y="476"/>
                  </a:cubicBezTo>
                  <a:cubicBezTo>
                    <a:pt x="7494" y="475"/>
                    <a:pt x="7528" y="472"/>
                    <a:pt x="7560" y="471"/>
                  </a:cubicBezTo>
                  <a:cubicBezTo>
                    <a:pt x="7592" y="470"/>
                    <a:pt x="7623" y="468"/>
                    <a:pt x="7655" y="466"/>
                  </a:cubicBezTo>
                  <a:cubicBezTo>
                    <a:pt x="7693" y="465"/>
                    <a:pt x="7732" y="465"/>
                    <a:pt x="7769" y="464"/>
                  </a:cubicBezTo>
                  <a:cubicBezTo>
                    <a:pt x="7789" y="464"/>
                    <a:pt x="7811" y="462"/>
                    <a:pt x="7833" y="462"/>
                  </a:cubicBezTo>
                  <a:close/>
                  <a:moveTo>
                    <a:pt x="11749" y="4099"/>
                  </a:moveTo>
                  <a:cubicBezTo>
                    <a:pt x="12419" y="4099"/>
                    <a:pt x="13026" y="4441"/>
                    <a:pt x="13373" y="5013"/>
                  </a:cubicBezTo>
                  <a:cubicBezTo>
                    <a:pt x="13718" y="5584"/>
                    <a:pt x="13743" y="6274"/>
                    <a:pt x="13438" y="6867"/>
                  </a:cubicBezTo>
                  <a:lnTo>
                    <a:pt x="11748" y="9544"/>
                  </a:lnTo>
                  <a:lnTo>
                    <a:pt x="10061" y="6867"/>
                  </a:lnTo>
                  <a:cubicBezTo>
                    <a:pt x="9756" y="6274"/>
                    <a:pt x="9780" y="5581"/>
                    <a:pt x="10126" y="5013"/>
                  </a:cubicBezTo>
                  <a:cubicBezTo>
                    <a:pt x="10473" y="4441"/>
                    <a:pt x="11080" y="4099"/>
                    <a:pt x="11749" y="4099"/>
                  </a:cubicBezTo>
                  <a:close/>
                  <a:moveTo>
                    <a:pt x="10473" y="8387"/>
                  </a:moveTo>
                  <a:lnTo>
                    <a:pt x="11750" y="10413"/>
                  </a:lnTo>
                  <a:lnTo>
                    <a:pt x="12789" y="8769"/>
                  </a:lnTo>
                  <a:lnTo>
                    <a:pt x="13812" y="9346"/>
                  </a:lnTo>
                  <a:lnTo>
                    <a:pt x="15147" y="9346"/>
                  </a:lnTo>
                  <a:cubicBezTo>
                    <a:pt x="14553" y="12296"/>
                    <a:pt x="12202" y="14617"/>
                    <a:pt x="9236" y="15167"/>
                  </a:cubicBezTo>
                  <a:lnTo>
                    <a:pt x="8613" y="12805"/>
                  </a:lnTo>
                  <a:lnTo>
                    <a:pt x="10783" y="12805"/>
                  </a:lnTo>
                  <a:cubicBezTo>
                    <a:pt x="11286" y="12805"/>
                    <a:pt x="11694" y="12397"/>
                    <a:pt x="11694" y="11894"/>
                  </a:cubicBezTo>
                  <a:cubicBezTo>
                    <a:pt x="11694" y="11391"/>
                    <a:pt x="11286" y="10983"/>
                    <a:pt x="10783" y="10983"/>
                  </a:cubicBezTo>
                  <a:lnTo>
                    <a:pt x="9981" y="10983"/>
                  </a:lnTo>
                  <a:lnTo>
                    <a:pt x="9404" y="8387"/>
                  </a:lnTo>
                  <a:close/>
                  <a:moveTo>
                    <a:pt x="8295" y="476"/>
                  </a:moveTo>
                  <a:cubicBezTo>
                    <a:pt x="12190" y="693"/>
                    <a:pt x="15292" y="3930"/>
                    <a:pt x="15292" y="7879"/>
                  </a:cubicBezTo>
                  <a:cubicBezTo>
                    <a:pt x="15294" y="8219"/>
                    <a:pt x="15271" y="8554"/>
                    <a:pt x="15225" y="8883"/>
                  </a:cubicBezTo>
                  <a:lnTo>
                    <a:pt x="13932" y="8883"/>
                  </a:lnTo>
                  <a:lnTo>
                    <a:pt x="13035" y="8376"/>
                  </a:lnTo>
                  <a:lnTo>
                    <a:pt x="13836" y="7105"/>
                  </a:lnTo>
                  <a:lnTo>
                    <a:pt x="13844" y="7088"/>
                  </a:lnTo>
                  <a:cubicBezTo>
                    <a:pt x="14230" y="6350"/>
                    <a:pt x="14201" y="5482"/>
                    <a:pt x="13770" y="4772"/>
                  </a:cubicBezTo>
                  <a:cubicBezTo>
                    <a:pt x="13338" y="4059"/>
                    <a:pt x="12583" y="3634"/>
                    <a:pt x="11749" y="3634"/>
                  </a:cubicBezTo>
                  <a:cubicBezTo>
                    <a:pt x="10917" y="3634"/>
                    <a:pt x="10161" y="4059"/>
                    <a:pt x="9728" y="4772"/>
                  </a:cubicBezTo>
                  <a:cubicBezTo>
                    <a:pt x="9297" y="5483"/>
                    <a:pt x="9268" y="6350"/>
                    <a:pt x="9654" y="7088"/>
                  </a:cubicBezTo>
                  <a:lnTo>
                    <a:pt x="10180" y="7923"/>
                  </a:lnTo>
                  <a:lnTo>
                    <a:pt x="8826" y="7923"/>
                  </a:lnTo>
                  <a:lnTo>
                    <a:pt x="9607" y="11445"/>
                  </a:lnTo>
                  <a:lnTo>
                    <a:pt x="10782" y="11445"/>
                  </a:lnTo>
                  <a:cubicBezTo>
                    <a:pt x="11029" y="11445"/>
                    <a:pt x="11231" y="11646"/>
                    <a:pt x="11231" y="11894"/>
                  </a:cubicBezTo>
                  <a:cubicBezTo>
                    <a:pt x="11231" y="12142"/>
                    <a:pt x="11030" y="12343"/>
                    <a:pt x="10782" y="12343"/>
                  </a:cubicBezTo>
                  <a:lnTo>
                    <a:pt x="8011" y="12343"/>
                  </a:lnTo>
                  <a:lnTo>
                    <a:pt x="8775" y="15238"/>
                  </a:lnTo>
                  <a:cubicBezTo>
                    <a:pt x="8481" y="15275"/>
                    <a:pt x="8181" y="15292"/>
                    <a:pt x="7879" y="15292"/>
                  </a:cubicBezTo>
                  <a:cubicBezTo>
                    <a:pt x="3790" y="15292"/>
                    <a:pt x="464" y="11966"/>
                    <a:pt x="464" y="7877"/>
                  </a:cubicBezTo>
                  <a:cubicBezTo>
                    <a:pt x="464" y="6336"/>
                    <a:pt x="937" y="4904"/>
                    <a:pt x="1744" y="3718"/>
                  </a:cubicBezTo>
                  <a:lnTo>
                    <a:pt x="2255" y="6071"/>
                  </a:lnTo>
                  <a:lnTo>
                    <a:pt x="4527" y="6071"/>
                  </a:lnTo>
                  <a:lnTo>
                    <a:pt x="4527" y="7769"/>
                  </a:lnTo>
                  <a:lnTo>
                    <a:pt x="6126" y="7769"/>
                  </a:lnTo>
                  <a:lnTo>
                    <a:pt x="6744" y="6071"/>
                  </a:lnTo>
                  <a:lnTo>
                    <a:pt x="7885" y="6071"/>
                  </a:lnTo>
                  <a:lnTo>
                    <a:pt x="8904" y="3383"/>
                  </a:lnTo>
                  <a:lnTo>
                    <a:pt x="10026" y="3383"/>
                  </a:lnTo>
                  <a:lnTo>
                    <a:pt x="10026" y="1974"/>
                  </a:lnTo>
                  <a:lnTo>
                    <a:pt x="8295" y="1294"/>
                  </a:lnTo>
                  <a:lnTo>
                    <a:pt x="8295" y="476"/>
                  </a:lnTo>
                  <a:close/>
                  <a:moveTo>
                    <a:pt x="7879" y="0"/>
                  </a:moveTo>
                  <a:cubicBezTo>
                    <a:pt x="7808" y="0"/>
                    <a:pt x="7737" y="1"/>
                    <a:pt x="7665" y="2"/>
                  </a:cubicBezTo>
                  <a:cubicBezTo>
                    <a:pt x="7638" y="4"/>
                    <a:pt x="7611" y="5"/>
                    <a:pt x="7583" y="5"/>
                  </a:cubicBezTo>
                  <a:cubicBezTo>
                    <a:pt x="7540" y="6"/>
                    <a:pt x="7499" y="7"/>
                    <a:pt x="7456" y="10"/>
                  </a:cubicBezTo>
                  <a:cubicBezTo>
                    <a:pt x="7421" y="11"/>
                    <a:pt x="7386" y="15"/>
                    <a:pt x="7352" y="17"/>
                  </a:cubicBezTo>
                  <a:lnTo>
                    <a:pt x="7251" y="25"/>
                  </a:lnTo>
                  <a:cubicBezTo>
                    <a:pt x="7210" y="27"/>
                    <a:pt x="7172" y="31"/>
                    <a:pt x="7132" y="35"/>
                  </a:cubicBezTo>
                  <a:cubicBezTo>
                    <a:pt x="7105" y="37"/>
                    <a:pt x="7076" y="40"/>
                    <a:pt x="7049" y="42"/>
                  </a:cubicBezTo>
                  <a:cubicBezTo>
                    <a:pt x="7006" y="47"/>
                    <a:pt x="6962" y="52"/>
                    <a:pt x="6920" y="57"/>
                  </a:cubicBezTo>
                  <a:cubicBezTo>
                    <a:pt x="6899" y="59"/>
                    <a:pt x="6877" y="62"/>
                    <a:pt x="6857" y="64"/>
                  </a:cubicBezTo>
                  <a:cubicBezTo>
                    <a:pt x="6696" y="85"/>
                    <a:pt x="6537" y="111"/>
                    <a:pt x="6378" y="141"/>
                  </a:cubicBezTo>
                  <a:cubicBezTo>
                    <a:pt x="6360" y="145"/>
                    <a:pt x="6342" y="147"/>
                    <a:pt x="6324" y="151"/>
                  </a:cubicBezTo>
                  <a:cubicBezTo>
                    <a:pt x="6287" y="159"/>
                    <a:pt x="6251" y="167"/>
                    <a:pt x="6214" y="175"/>
                  </a:cubicBezTo>
                  <a:cubicBezTo>
                    <a:pt x="6180" y="182"/>
                    <a:pt x="6145" y="188"/>
                    <a:pt x="6112" y="197"/>
                  </a:cubicBezTo>
                  <a:cubicBezTo>
                    <a:pt x="6083" y="203"/>
                    <a:pt x="6055" y="209"/>
                    <a:pt x="6026" y="217"/>
                  </a:cubicBezTo>
                  <a:cubicBezTo>
                    <a:pt x="5982" y="228"/>
                    <a:pt x="5935" y="239"/>
                    <a:pt x="5890" y="250"/>
                  </a:cubicBezTo>
                  <a:cubicBezTo>
                    <a:pt x="5871" y="255"/>
                    <a:pt x="5853" y="260"/>
                    <a:pt x="5834" y="265"/>
                  </a:cubicBezTo>
                  <a:cubicBezTo>
                    <a:pt x="4513" y="617"/>
                    <a:pt x="3301" y="1312"/>
                    <a:pt x="2308" y="2305"/>
                  </a:cubicBezTo>
                  <a:cubicBezTo>
                    <a:pt x="2240" y="2373"/>
                    <a:pt x="2174" y="2443"/>
                    <a:pt x="2109" y="2513"/>
                  </a:cubicBezTo>
                  <a:lnTo>
                    <a:pt x="2104" y="2518"/>
                  </a:lnTo>
                  <a:cubicBezTo>
                    <a:pt x="2054" y="2570"/>
                    <a:pt x="2007" y="2623"/>
                    <a:pt x="1960" y="2675"/>
                  </a:cubicBezTo>
                  <a:lnTo>
                    <a:pt x="1957" y="2679"/>
                  </a:lnTo>
                  <a:cubicBezTo>
                    <a:pt x="1841" y="2810"/>
                    <a:pt x="1729" y="2944"/>
                    <a:pt x="1624" y="3083"/>
                  </a:cubicBezTo>
                  <a:lnTo>
                    <a:pt x="1610" y="3099"/>
                  </a:lnTo>
                  <a:cubicBezTo>
                    <a:pt x="566" y="4465"/>
                    <a:pt x="0" y="6126"/>
                    <a:pt x="0" y="7875"/>
                  </a:cubicBezTo>
                  <a:cubicBezTo>
                    <a:pt x="0" y="9980"/>
                    <a:pt x="819" y="11957"/>
                    <a:pt x="2307" y="13445"/>
                  </a:cubicBezTo>
                  <a:cubicBezTo>
                    <a:pt x="3795" y="14933"/>
                    <a:pt x="5775" y="15752"/>
                    <a:pt x="7877" y="15752"/>
                  </a:cubicBezTo>
                  <a:cubicBezTo>
                    <a:pt x="8221" y="15752"/>
                    <a:pt x="8559" y="15731"/>
                    <a:pt x="8894" y="15688"/>
                  </a:cubicBezTo>
                  <a:lnTo>
                    <a:pt x="8895" y="15690"/>
                  </a:lnTo>
                  <a:lnTo>
                    <a:pt x="9015" y="15672"/>
                  </a:lnTo>
                  <a:cubicBezTo>
                    <a:pt x="9763" y="15564"/>
                    <a:pt x="10483" y="15351"/>
                    <a:pt x="11161" y="15039"/>
                  </a:cubicBezTo>
                  <a:cubicBezTo>
                    <a:pt x="11161" y="15039"/>
                    <a:pt x="11163" y="15039"/>
                    <a:pt x="11163" y="15038"/>
                  </a:cubicBezTo>
                  <a:cubicBezTo>
                    <a:pt x="11209" y="15017"/>
                    <a:pt x="11254" y="14995"/>
                    <a:pt x="11299" y="14974"/>
                  </a:cubicBezTo>
                  <a:cubicBezTo>
                    <a:pt x="11299" y="14974"/>
                    <a:pt x="11300" y="14974"/>
                    <a:pt x="11300" y="14972"/>
                  </a:cubicBezTo>
                  <a:cubicBezTo>
                    <a:pt x="11430" y="14909"/>
                    <a:pt x="11558" y="14842"/>
                    <a:pt x="11685" y="14773"/>
                  </a:cubicBezTo>
                  <a:cubicBezTo>
                    <a:pt x="11695" y="14768"/>
                    <a:pt x="11704" y="14763"/>
                    <a:pt x="11714" y="14758"/>
                  </a:cubicBezTo>
                  <a:cubicBezTo>
                    <a:pt x="11748" y="14738"/>
                    <a:pt x="11783" y="14718"/>
                    <a:pt x="11816" y="14700"/>
                  </a:cubicBezTo>
                  <a:cubicBezTo>
                    <a:pt x="11832" y="14690"/>
                    <a:pt x="11847" y="14681"/>
                    <a:pt x="11864" y="14672"/>
                  </a:cubicBezTo>
                  <a:cubicBezTo>
                    <a:pt x="11897" y="14653"/>
                    <a:pt x="11929" y="14635"/>
                    <a:pt x="11960" y="14615"/>
                  </a:cubicBezTo>
                  <a:cubicBezTo>
                    <a:pt x="11977" y="14605"/>
                    <a:pt x="11992" y="14596"/>
                    <a:pt x="12009" y="14586"/>
                  </a:cubicBezTo>
                  <a:cubicBezTo>
                    <a:pt x="12114" y="14521"/>
                    <a:pt x="12218" y="14454"/>
                    <a:pt x="12319" y="14382"/>
                  </a:cubicBezTo>
                  <a:cubicBezTo>
                    <a:pt x="12336" y="14371"/>
                    <a:pt x="12354" y="14359"/>
                    <a:pt x="12371" y="14346"/>
                  </a:cubicBezTo>
                  <a:cubicBezTo>
                    <a:pt x="12400" y="14325"/>
                    <a:pt x="12428" y="14307"/>
                    <a:pt x="12458" y="14286"/>
                  </a:cubicBezTo>
                  <a:cubicBezTo>
                    <a:pt x="12476" y="14273"/>
                    <a:pt x="12494" y="14260"/>
                    <a:pt x="12510" y="14247"/>
                  </a:cubicBezTo>
                  <a:cubicBezTo>
                    <a:pt x="12539" y="14226"/>
                    <a:pt x="12567" y="14204"/>
                    <a:pt x="12596" y="14184"/>
                  </a:cubicBezTo>
                  <a:cubicBezTo>
                    <a:pt x="12612" y="14172"/>
                    <a:pt x="12627" y="14160"/>
                    <a:pt x="12643" y="14147"/>
                  </a:cubicBezTo>
                  <a:cubicBezTo>
                    <a:pt x="12745" y="14070"/>
                    <a:pt x="12845" y="13988"/>
                    <a:pt x="12944" y="13905"/>
                  </a:cubicBezTo>
                  <a:cubicBezTo>
                    <a:pt x="12955" y="13895"/>
                    <a:pt x="12967" y="13886"/>
                    <a:pt x="12979" y="13875"/>
                  </a:cubicBezTo>
                  <a:cubicBezTo>
                    <a:pt x="13010" y="13850"/>
                    <a:pt x="13040" y="13824"/>
                    <a:pt x="13069" y="13797"/>
                  </a:cubicBezTo>
                  <a:cubicBezTo>
                    <a:pt x="13081" y="13787"/>
                    <a:pt x="13094" y="13775"/>
                    <a:pt x="13105" y="13765"/>
                  </a:cubicBezTo>
                  <a:cubicBezTo>
                    <a:pt x="13136" y="13738"/>
                    <a:pt x="13166" y="13710"/>
                    <a:pt x="13197" y="13682"/>
                  </a:cubicBezTo>
                  <a:cubicBezTo>
                    <a:pt x="13205" y="13674"/>
                    <a:pt x="13213" y="13668"/>
                    <a:pt x="13221" y="13660"/>
                  </a:cubicBezTo>
                  <a:cubicBezTo>
                    <a:pt x="13296" y="13589"/>
                    <a:pt x="13372" y="13518"/>
                    <a:pt x="13446" y="13444"/>
                  </a:cubicBezTo>
                  <a:cubicBezTo>
                    <a:pt x="13471" y="13419"/>
                    <a:pt x="13496" y="13394"/>
                    <a:pt x="13521" y="13368"/>
                  </a:cubicBezTo>
                  <a:cubicBezTo>
                    <a:pt x="13529" y="13358"/>
                    <a:pt x="13537" y="13350"/>
                    <a:pt x="13547" y="13342"/>
                  </a:cubicBezTo>
                  <a:cubicBezTo>
                    <a:pt x="13575" y="13312"/>
                    <a:pt x="13603" y="13283"/>
                    <a:pt x="13631" y="13252"/>
                  </a:cubicBezTo>
                  <a:cubicBezTo>
                    <a:pt x="13642" y="13239"/>
                    <a:pt x="13652" y="13228"/>
                    <a:pt x="13663" y="13218"/>
                  </a:cubicBezTo>
                  <a:cubicBezTo>
                    <a:pt x="13692" y="13188"/>
                    <a:pt x="13719" y="13157"/>
                    <a:pt x="13748" y="13126"/>
                  </a:cubicBezTo>
                  <a:cubicBezTo>
                    <a:pt x="13756" y="13118"/>
                    <a:pt x="13762" y="13109"/>
                    <a:pt x="13770" y="13102"/>
                  </a:cubicBezTo>
                  <a:cubicBezTo>
                    <a:pt x="13859" y="13001"/>
                    <a:pt x="13946" y="12898"/>
                    <a:pt x="14030" y="12794"/>
                  </a:cubicBezTo>
                  <a:cubicBezTo>
                    <a:pt x="14040" y="12781"/>
                    <a:pt x="14051" y="12767"/>
                    <a:pt x="14062" y="12753"/>
                  </a:cubicBezTo>
                  <a:cubicBezTo>
                    <a:pt x="14085" y="12724"/>
                    <a:pt x="14108" y="12694"/>
                    <a:pt x="14132" y="12663"/>
                  </a:cubicBezTo>
                  <a:cubicBezTo>
                    <a:pt x="14143" y="12649"/>
                    <a:pt x="14155" y="12633"/>
                    <a:pt x="14165" y="12619"/>
                  </a:cubicBezTo>
                  <a:cubicBezTo>
                    <a:pt x="14189" y="12588"/>
                    <a:pt x="14212" y="12559"/>
                    <a:pt x="14234" y="12528"/>
                  </a:cubicBezTo>
                  <a:cubicBezTo>
                    <a:pt x="14242" y="12518"/>
                    <a:pt x="14250" y="12507"/>
                    <a:pt x="14257" y="12495"/>
                  </a:cubicBezTo>
                  <a:cubicBezTo>
                    <a:pt x="14336" y="12386"/>
                    <a:pt x="14412" y="12277"/>
                    <a:pt x="14485" y="12166"/>
                  </a:cubicBezTo>
                  <a:lnTo>
                    <a:pt x="14508" y="12131"/>
                  </a:lnTo>
                  <a:cubicBezTo>
                    <a:pt x="14530" y="12096"/>
                    <a:pt x="14553" y="12061"/>
                    <a:pt x="14576" y="12024"/>
                  </a:cubicBezTo>
                  <a:cubicBezTo>
                    <a:pt x="14582" y="12014"/>
                    <a:pt x="14588" y="12004"/>
                    <a:pt x="14593" y="11995"/>
                  </a:cubicBezTo>
                  <a:cubicBezTo>
                    <a:pt x="15151" y="11091"/>
                    <a:pt x="15517" y="10085"/>
                    <a:pt x="15670" y="9027"/>
                  </a:cubicBezTo>
                  <a:lnTo>
                    <a:pt x="15695" y="8878"/>
                  </a:lnTo>
                  <a:lnTo>
                    <a:pt x="15690" y="8878"/>
                  </a:lnTo>
                  <a:cubicBezTo>
                    <a:pt x="15736" y="8552"/>
                    <a:pt x="15757" y="8217"/>
                    <a:pt x="15757" y="7877"/>
                  </a:cubicBezTo>
                  <a:cubicBezTo>
                    <a:pt x="15757" y="5773"/>
                    <a:pt x="14938" y="3795"/>
                    <a:pt x="13449" y="2307"/>
                  </a:cubicBezTo>
                  <a:cubicBezTo>
                    <a:pt x="12059" y="917"/>
                    <a:pt x="10243" y="113"/>
                    <a:pt x="8295" y="11"/>
                  </a:cubicBezTo>
                  <a:lnTo>
                    <a:pt x="8295" y="9"/>
                  </a:lnTo>
                  <a:lnTo>
                    <a:pt x="8088" y="4"/>
                  </a:lnTo>
                  <a:cubicBezTo>
                    <a:pt x="8079" y="4"/>
                    <a:pt x="8069" y="4"/>
                    <a:pt x="8060" y="2"/>
                  </a:cubicBezTo>
                  <a:cubicBezTo>
                    <a:pt x="7995" y="1"/>
                    <a:pt x="7936" y="0"/>
                    <a:pt x="78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6"/>
            <p:cNvSpPr/>
            <p:nvPr/>
          </p:nvSpPr>
          <p:spPr>
            <a:xfrm>
              <a:off x="6864739" y="3060676"/>
              <a:ext cx="76907" cy="76940"/>
            </a:xfrm>
            <a:custGeom>
              <a:rect b="b" l="l" r="r" t="t"/>
              <a:pathLst>
                <a:path extrusionOk="0" h="2318" w="2317">
                  <a:moveTo>
                    <a:pt x="1158" y="463"/>
                  </a:moveTo>
                  <a:cubicBezTo>
                    <a:pt x="1541" y="463"/>
                    <a:pt x="1854" y="775"/>
                    <a:pt x="1854" y="1159"/>
                  </a:cubicBezTo>
                  <a:cubicBezTo>
                    <a:pt x="1853" y="1543"/>
                    <a:pt x="1541" y="1854"/>
                    <a:pt x="1158" y="1854"/>
                  </a:cubicBezTo>
                  <a:cubicBezTo>
                    <a:pt x="775" y="1854"/>
                    <a:pt x="463" y="1543"/>
                    <a:pt x="463" y="1159"/>
                  </a:cubicBezTo>
                  <a:cubicBezTo>
                    <a:pt x="463" y="775"/>
                    <a:pt x="775" y="463"/>
                    <a:pt x="1158" y="463"/>
                  </a:cubicBezTo>
                  <a:close/>
                  <a:moveTo>
                    <a:pt x="1158" y="1"/>
                  </a:moveTo>
                  <a:cubicBezTo>
                    <a:pt x="520" y="1"/>
                    <a:pt x="0" y="520"/>
                    <a:pt x="0" y="1159"/>
                  </a:cubicBezTo>
                  <a:cubicBezTo>
                    <a:pt x="0" y="1797"/>
                    <a:pt x="520" y="2317"/>
                    <a:pt x="1158" y="2317"/>
                  </a:cubicBezTo>
                  <a:cubicBezTo>
                    <a:pt x="1797" y="2317"/>
                    <a:pt x="2317" y="1797"/>
                    <a:pt x="2317" y="1159"/>
                  </a:cubicBezTo>
                  <a:cubicBezTo>
                    <a:pt x="2317" y="520"/>
                    <a:pt x="1797" y="1"/>
                    <a:pt x="1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6"/>
            <p:cNvSpPr/>
            <p:nvPr/>
          </p:nvSpPr>
          <p:spPr>
            <a:xfrm>
              <a:off x="6926941" y="3274502"/>
              <a:ext cx="45075" cy="51382"/>
            </a:xfrm>
            <a:custGeom>
              <a:rect b="b" l="l" r="r" t="t"/>
              <a:pathLst>
                <a:path extrusionOk="0" h="1548" w="1358">
                  <a:moveTo>
                    <a:pt x="962" y="1"/>
                  </a:moveTo>
                  <a:cubicBezTo>
                    <a:pt x="693" y="441"/>
                    <a:pt x="369" y="851"/>
                    <a:pt x="1" y="1221"/>
                  </a:cubicBezTo>
                  <a:lnTo>
                    <a:pt x="329" y="1548"/>
                  </a:lnTo>
                  <a:cubicBezTo>
                    <a:pt x="725" y="1152"/>
                    <a:pt x="1071" y="712"/>
                    <a:pt x="1358" y="241"/>
                  </a:cubicBezTo>
                  <a:lnTo>
                    <a:pt x="9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6611480" y="2957181"/>
              <a:ext cx="65090" cy="53274"/>
            </a:xfrm>
            <a:custGeom>
              <a:rect b="b" l="l" r="r" t="t"/>
              <a:pathLst>
                <a:path extrusionOk="0" h="1605" w="1961">
                  <a:moveTo>
                    <a:pt x="1749" y="1"/>
                  </a:moveTo>
                  <a:cubicBezTo>
                    <a:pt x="1107" y="331"/>
                    <a:pt x="519" y="761"/>
                    <a:pt x="1" y="1278"/>
                  </a:cubicBezTo>
                  <a:lnTo>
                    <a:pt x="329" y="1605"/>
                  </a:lnTo>
                  <a:cubicBezTo>
                    <a:pt x="813" y="1122"/>
                    <a:pt x="1361" y="721"/>
                    <a:pt x="1961" y="413"/>
                  </a:cubicBezTo>
                  <a:lnTo>
                    <a:pt x="17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6683939" y="2944701"/>
              <a:ext cx="19915" cy="19949"/>
            </a:xfrm>
            <a:custGeom>
              <a:rect b="b" l="l" r="r" t="t"/>
              <a:pathLst>
                <a:path extrusionOk="0" h="601" w="600">
                  <a:moveTo>
                    <a:pt x="447" y="0"/>
                  </a:moveTo>
                  <a:cubicBezTo>
                    <a:pt x="297" y="52"/>
                    <a:pt x="146" y="110"/>
                    <a:pt x="0" y="174"/>
                  </a:cubicBezTo>
                  <a:lnTo>
                    <a:pt x="182" y="600"/>
                  </a:lnTo>
                  <a:cubicBezTo>
                    <a:pt x="320" y="542"/>
                    <a:pt x="459" y="487"/>
                    <a:pt x="600" y="439"/>
                  </a:cubicBezTo>
                  <a:lnTo>
                    <a:pt x="4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6546522" y="3112854"/>
              <a:ext cx="17858" cy="17559"/>
            </a:xfrm>
            <a:custGeom>
              <a:rect b="b" l="l" r="r" t="t"/>
              <a:pathLst>
                <a:path extrusionOk="0" h="529" w="538">
                  <a:moveTo>
                    <a:pt x="85" y="1"/>
                  </a:moveTo>
                  <a:cubicBezTo>
                    <a:pt x="51" y="152"/>
                    <a:pt x="23" y="306"/>
                    <a:pt x="0" y="460"/>
                  </a:cubicBezTo>
                  <a:lnTo>
                    <a:pt x="459" y="528"/>
                  </a:lnTo>
                  <a:cubicBezTo>
                    <a:pt x="479" y="384"/>
                    <a:pt x="506" y="241"/>
                    <a:pt x="537" y="100"/>
                  </a:cubicBezTo>
                  <a:lnTo>
                    <a:pt x="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6543900" y="3143889"/>
              <a:ext cx="31998" cy="108008"/>
            </a:xfrm>
            <a:custGeom>
              <a:rect b="b" l="l" r="r" t="t"/>
              <a:pathLst>
                <a:path extrusionOk="0" h="3254" w="964">
                  <a:moveTo>
                    <a:pt x="25" y="1"/>
                  </a:moveTo>
                  <a:cubicBezTo>
                    <a:pt x="8" y="188"/>
                    <a:pt x="1" y="379"/>
                    <a:pt x="1" y="567"/>
                  </a:cubicBezTo>
                  <a:cubicBezTo>
                    <a:pt x="1" y="1500"/>
                    <a:pt x="181" y="2403"/>
                    <a:pt x="536" y="3253"/>
                  </a:cubicBezTo>
                  <a:lnTo>
                    <a:pt x="964" y="3074"/>
                  </a:lnTo>
                  <a:cubicBezTo>
                    <a:pt x="633" y="2282"/>
                    <a:pt x="465" y="1439"/>
                    <a:pt x="465" y="567"/>
                  </a:cubicBezTo>
                  <a:cubicBezTo>
                    <a:pt x="465" y="390"/>
                    <a:pt x="471" y="213"/>
                    <a:pt x="486" y="38"/>
                  </a:cubicBezTo>
                  <a:lnTo>
                    <a:pt x="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6706809" y="3368669"/>
              <a:ext cx="18754" cy="18853"/>
            </a:xfrm>
            <a:custGeom>
              <a:rect b="b" l="l" r="r" t="t"/>
              <a:pathLst>
                <a:path extrusionOk="0" h="568" w="565">
                  <a:moveTo>
                    <a:pt x="137" y="0"/>
                  </a:moveTo>
                  <a:lnTo>
                    <a:pt x="1" y="444"/>
                  </a:lnTo>
                  <a:cubicBezTo>
                    <a:pt x="153" y="490"/>
                    <a:pt x="306" y="532"/>
                    <a:pt x="460" y="567"/>
                  </a:cubicBezTo>
                  <a:lnTo>
                    <a:pt x="564" y="116"/>
                  </a:lnTo>
                  <a:cubicBezTo>
                    <a:pt x="422" y="82"/>
                    <a:pt x="278" y="44"/>
                    <a:pt x="1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6737678" y="3375307"/>
              <a:ext cx="36976" cy="18156"/>
            </a:xfrm>
            <a:custGeom>
              <a:rect b="b" l="l" r="r" t="t"/>
              <a:pathLst>
                <a:path extrusionOk="0" h="547" w="1114">
                  <a:moveTo>
                    <a:pt x="74" y="1"/>
                  </a:moveTo>
                  <a:lnTo>
                    <a:pt x="1" y="459"/>
                  </a:lnTo>
                  <a:cubicBezTo>
                    <a:pt x="367" y="517"/>
                    <a:pt x="740" y="547"/>
                    <a:pt x="1113" y="547"/>
                  </a:cubicBezTo>
                  <a:lnTo>
                    <a:pt x="1113" y="84"/>
                  </a:lnTo>
                  <a:cubicBezTo>
                    <a:pt x="766" y="84"/>
                    <a:pt x="415" y="57"/>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6"/>
            <p:cNvSpPr/>
            <p:nvPr/>
          </p:nvSpPr>
          <p:spPr>
            <a:xfrm>
              <a:off x="6638797" y="3056593"/>
              <a:ext cx="41026" cy="15368"/>
            </a:xfrm>
            <a:custGeom>
              <a:rect b="b" l="l" r="r" t="t"/>
              <a:pathLst>
                <a:path extrusionOk="0" h="463" w="1236">
                  <a:moveTo>
                    <a:pt x="0" y="1"/>
                  </a:moveTo>
                  <a:lnTo>
                    <a:pt x="0" y="463"/>
                  </a:lnTo>
                  <a:lnTo>
                    <a:pt x="1236" y="463"/>
                  </a:lnTo>
                  <a:lnTo>
                    <a:pt x="12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6"/>
            <p:cNvSpPr/>
            <p:nvPr/>
          </p:nvSpPr>
          <p:spPr>
            <a:xfrm>
              <a:off x="6694694" y="3201146"/>
              <a:ext cx="41059" cy="15401"/>
            </a:xfrm>
            <a:custGeom>
              <a:rect b="b" l="l" r="r" t="t"/>
              <a:pathLst>
                <a:path extrusionOk="0" h="464" w="1237">
                  <a:moveTo>
                    <a:pt x="1" y="1"/>
                  </a:moveTo>
                  <a:lnTo>
                    <a:pt x="1" y="464"/>
                  </a:lnTo>
                  <a:lnTo>
                    <a:pt x="1237" y="464"/>
                  </a:lnTo>
                  <a:lnTo>
                    <a:pt x="12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6896205" y="3158129"/>
              <a:ext cx="15368" cy="15401"/>
            </a:xfrm>
            <a:custGeom>
              <a:rect b="b" l="l" r="r" t="t"/>
              <a:pathLst>
                <a:path extrusionOk="0" h="464" w="463">
                  <a:moveTo>
                    <a:pt x="0" y="1"/>
                  </a:moveTo>
                  <a:lnTo>
                    <a:pt x="0" y="463"/>
                  </a:lnTo>
                  <a:lnTo>
                    <a:pt x="463" y="463"/>
                  </a:lnTo>
                  <a:lnTo>
                    <a:pt x="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3" name="Google Shape;6303;p66"/>
          <p:cNvSpPr/>
          <p:nvPr/>
        </p:nvSpPr>
        <p:spPr>
          <a:xfrm>
            <a:off x="6301495" y="3434496"/>
            <a:ext cx="17968" cy="18086"/>
          </a:xfrm>
          <a:custGeom>
            <a:rect b="b" l="l" r="r" t="t"/>
            <a:pathLst>
              <a:path extrusionOk="0" h="616" w="612">
                <a:moveTo>
                  <a:pt x="373" y="0"/>
                </a:moveTo>
                <a:cubicBezTo>
                  <a:pt x="254" y="73"/>
                  <a:pt x="128" y="138"/>
                  <a:pt x="0" y="194"/>
                </a:cubicBezTo>
                <a:lnTo>
                  <a:pt x="183" y="615"/>
                </a:lnTo>
                <a:cubicBezTo>
                  <a:pt x="330" y="552"/>
                  <a:pt x="475" y="478"/>
                  <a:pt x="611" y="395"/>
                </a:cubicBezTo>
                <a:lnTo>
                  <a:pt x="3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6"/>
          <p:cNvSpPr/>
          <p:nvPr/>
        </p:nvSpPr>
        <p:spPr>
          <a:xfrm>
            <a:off x="6322751" y="3404785"/>
            <a:ext cx="31474" cy="33001"/>
          </a:xfrm>
          <a:custGeom>
            <a:rect b="b" l="l" r="r" t="t"/>
            <a:pathLst>
              <a:path extrusionOk="0" h="1124" w="1072">
                <a:moveTo>
                  <a:pt x="684" y="1"/>
                </a:moveTo>
                <a:cubicBezTo>
                  <a:pt x="499" y="291"/>
                  <a:pt x="269" y="549"/>
                  <a:pt x="0" y="766"/>
                </a:cubicBezTo>
                <a:lnTo>
                  <a:pt x="290" y="1124"/>
                </a:lnTo>
                <a:cubicBezTo>
                  <a:pt x="597" y="876"/>
                  <a:pt x="861" y="580"/>
                  <a:pt x="1072" y="247"/>
                </a:cubicBezTo>
                <a:lnTo>
                  <a:pt x="6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6264710" y="3058813"/>
            <a:ext cx="37551" cy="19495"/>
          </a:xfrm>
          <a:custGeom>
            <a:rect b="b" l="l" r="r" t="t"/>
            <a:pathLst>
              <a:path extrusionOk="0" h="664" w="1279">
                <a:moveTo>
                  <a:pt x="1" y="1"/>
                </a:moveTo>
                <a:lnTo>
                  <a:pt x="1" y="461"/>
                </a:lnTo>
                <a:cubicBezTo>
                  <a:pt x="385" y="461"/>
                  <a:pt x="758" y="529"/>
                  <a:pt x="1115" y="664"/>
                </a:cubicBezTo>
                <a:lnTo>
                  <a:pt x="1278" y="234"/>
                </a:lnTo>
                <a:cubicBezTo>
                  <a:pt x="870" y="79"/>
                  <a:pt x="440"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6082585" y="3159261"/>
            <a:ext cx="16882" cy="28098"/>
          </a:xfrm>
          <a:custGeom>
            <a:rect b="b" l="l" r="r" t="t"/>
            <a:pathLst>
              <a:path extrusionOk="0" h="957" w="575">
                <a:moveTo>
                  <a:pt x="1" y="0"/>
                </a:moveTo>
                <a:cubicBezTo>
                  <a:pt x="1" y="325"/>
                  <a:pt x="43" y="646"/>
                  <a:pt x="130" y="957"/>
                </a:cubicBezTo>
                <a:lnTo>
                  <a:pt x="575" y="834"/>
                </a:lnTo>
                <a:cubicBezTo>
                  <a:pt x="498" y="564"/>
                  <a:pt x="461" y="283"/>
                  <a:pt x="4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6336755" y="3226330"/>
            <a:ext cx="18996" cy="13535"/>
          </a:xfrm>
          <a:custGeom>
            <a:rect b="b" l="l" r="r" t="t"/>
            <a:pathLst>
              <a:path extrusionOk="0" h="461" w="647">
                <a:moveTo>
                  <a:pt x="1" y="1"/>
                </a:moveTo>
                <a:lnTo>
                  <a:pt x="1" y="461"/>
                </a:lnTo>
                <a:lnTo>
                  <a:pt x="646" y="461"/>
                </a:lnTo>
                <a:lnTo>
                  <a:pt x="6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6001527" y="3241130"/>
            <a:ext cx="362596" cy="462537"/>
          </a:xfrm>
          <a:custGeom>
            <a:rect b="b" l="l" r="r" t="t"/>
            <a:pathLst>
              <a:path extrusionOk="0" h="15754" w="12350">
                <a:moveTo>
                  <a:pt x="6750" y="461"/>
                </a:moveTo>
                <a:lnTo>
                  <a:pt x="6750" y="1537"/>
                </a:lnTo>
                <a:lnTo>
                  <a:pt x="4632" y="1537"/>
                </a:lnTo>
                <a:lnTo>
                  <a:pt x="4632" y="461"/>
                </a:lnTo>
                <a:close/>
                <a:moveTo>
                  <a:pt x="9393" y="1918"/>
                </a:moveTo>
                <a:lnTo>
                  <a:pt x="10491" y="2230"/>
                </a:lnTo>
                <a:lnTo>
                  <a:pt x="9393" y="2778"/>
                </a:lnTo>
                <a:lnTo>
                  <a:pt x="9393" y="1918"/>
                </a:lnTo>
                <a:close/>
                <a:moveTo>
                  <a:pt x="1752" y="2412"/>
                </a:moveTo>
                <a:lnTo>
                  <a:pt x="1362" y="3575"/>
                </a:lnTo>
                <a:lnTo>
                  <a:pt x="755" y="2968"/>
                </a:lnTo>
                <a:lnTo>
                  <a:pt x="1752" y="2412"/>
                </a:lnTo>
                <a:close/>
                <a:moveTo>
                  <a:pt x="3258" y="4618"/>
                </a:moveTo>
                <a:lnTo>
                  <a:pt x="5400" y="4744"/>
                </a:lnTo>
                <a:lnTo>
                  <a:pt x="5175" y="5621"/>
                </a:lnTo>
                <a:lnTo>
                  <a:pt x="4376" y="5621"/>
                </a:lnTo>
                <a:lnTo>
                  <a:pt x="4039" y="6357"/>
                </a:lnTo>
                <a:lnTo>
                  <a:pt x="3710" y="6357"/>
                </a:lnTo>
                <a:lnTo>
                  <a:pt x="3710" y="5621"/>
                </a:lnTo>
                <a:lnTo>
                  <a:pt x="2634" y="5621"/>
                </a:lnTo>
                <a:cubicBezTo>
                  <a:pt x="2794" y="5256"/>
                  <a:pt x="3005" y="4919"/>
                  <a:pt x="3258" y="4618"/>
                </a:cubicBezTo>
                <a:close/>
                <a:moveTo>
                  <a:pt x="8440" y="6972"/>
                </a:moveTo>
                <a:lnTo>
                  <a:pt x="8440" y="8048"/>
                </a:lnTo>
                <a:lnTo>
                  <a:pt x="6321" y="8048"/>
                </a:lnTo>
                <a:lnTo>
                  <a:pt x="6321" y="6972"/>
                </a:lnTo>
                <a:close/>
                <a:moveTo>
                  <a:pt x="4543" y="8385"/>
                </a:moveTo>
                <a:lnTo>
                  <a:pt x="4543" y="9368"/>
                </a:lnTo>
                <a:lnTo>
                  <a:pt x="5166" y="9368"/>
                </a:lnTo>
                <a:lnTo>
                  <a:pt x="5482" y="9884"/>
                </a:lnTo>
                <a:lnTo>
                  <a:pt x="6447" y="10197"/>
                </a:lnTo>
                <a:lnTo>
                  <a:pt x="6447" y="10412"/>
                </a:lnTo>
                <a:lnTo>
                  <a:pt x="5403" y="10412"/>
                </a:lnTo>
                <a:lnTo>
                  <a:pt x="5403" y="11190"/>
                </a:lnTo>
                <a:cubicBezTo>
                  <a:pt x="4351" y="10932"/>
                  <a:pt x="3459" y="10265"/>
                  <a:pt x="2905" y="9368"/>
                </a:cubicBezTo>
                <a:lnTo>
                  <a:pt x="3734" y="9368"/>
                </a:lnTo>
                <a:lnTo>
                  <a:pt x="4348" y="8385"/>
                </a:lnTo>
                <a:close/>
                <a:moveTo>
                  <a:pt x="6368" y="3166"/>
                </a:moveTo>
                <a:cubicBezTo>
                  <a:pt x="7339" y="3166"/>
                  <a:pt x="8229" y="3507"/>
                  <a:pt x="8930" y="4076"/>
                </a:cubicBezTo>
                <a:lnTo>
                  <a:pt x="8930" y="4513"/>
                </a:lnTo>
                <a:lnTo>
                  <a:pt x="7944" y="4513"/>
                </a:lnTo>
                <a:lnTo>
                  <a:pt x="7204" y="6025"/>
                </a:lnTo>
                <a:lnTo>
                  <a:pt x="7618" y="6228"/>
                </a:lnTo>
                <a:lnTo>
                  <a:pt x="8231" y="4975"/>
                </a:lnTo>
                <a:lnTo>
                  <a:pt x="9750" y="4975"/>
                </a:lnTo>
                <a:cubicBezTo>
                  <a:pt x="10183" y="5622"/>
                  <a:pt x="10436" y="6399"/>
                  <a:pt x="10436" y="7235"/>
                </a:cubicBezTo>
                <a:cubicBezTo>
                  <a:pt x="10436" y="7541"/>
                  <a:pt x="10401" y="7840"/>
                  <a:pt x="10338" y="8127"/>
                </a:cubicBezTo>
                <a:lnTo>
                  <a:pt x="9485" y="7943"/>
                </a:lnTo>
                <a:lnTo>
                  <a:pt x="9388" y="8393"/>
                </a:lnTo>
                <a:lnTo>
                  <a:pt x="10212" y="8570"/>
                </a:lnTo>
                <a:cubicBezTo>
                  <a:pt x="9656" y="10160"/>
                  <a:pt x="8143" y="11302"/>
                  <a:pt x="6367" y="11302"/>
                </a:cubicBezTo>
                <a:cubicBezTo>
                  <a:pt x="6195" y="11302"/>
                  <a:pt x="6025" y="11292"/>
                  <a:pt x="5860" y="11271"/>
                </a:cubicBezTo>
                <a:lnTo>
                  <a:pt x="5860" y="10871"/>
                </a:lnTo>
                <a:lnTo>
                  <a:pt x="6905" y="10871"/>
                </a:lnTo>
                <a:lnTo>
                  <a:pt x="6905" y="9859"/>
                </a:lnTo>
                <a:lnTo>
                  <a:pt x="6319" y="9668"/>
                </a:lnTo>
                <a:lnTo>
                  <a:pt x="6319" y="8505"/>
                </a:lnTo>
                <a:lnTo>
                  <a:pt x="8899" y="8505"/>
                </a:lnTo>
                <a:lnTo>
                  <a:pt x="8899" y="6510"/>
                </a:lnTo>
                <a:lnTo>
                  <a:pt x="5860" y="6510"/>
                </a:lnTo>
                <a:lnTo>
                  <a:pt x="5860" y="9521"/>
                </a:lnTo>
                <a:lnTo>
                  <a:pt x="5784" y="9496"/>
                </a:lnTo>
                <a:lnTo>
                  <a:pt x="5424" y="8905"/>
                </a:lnTo>
                <a:lnTo>
                  <a:pt x="5002" y="8905"/>
                </a:lnTo>
                <a:lnTo>
                  <a:pt x="5002" y="7923"/>
                </a:lnTo>
                <a:lnTo>
                  <a:pt x="4091" y="7923"/>
                </a:lnTo>
                <a:lnTo>
                  <a:pt x="3476" y="8905"/>
                </a:lnTo>
                <a:lnTo>
                  <a:pt x="2658" y="8905"/>
                </a:lnTo>
                <a:cubicBezTo>
                  <a:pt x="2428" y="8397"/>
                  <a:pt x="2300" y="7832"/>
                  <a:pt x="2300" y="7236"/>
                </a:cubicBezTo>
                <a:cubicBezTo>
                  <a:pt x="2300" y="6836"/>
                  <a:pt x="2358" y="6448"/>
                  <a:pt x="2467" y="6082"/>
                </a:cubicBezTo>
                <a:lnTo>
                  <a:pt x="3249" y="6082"/>
                </a:lnTo>
                <a:lnTo>
                  <a:pt x="3249" y="6818"/>
                </a:lnTo>
                <a:lnTo>
                  <a:pt x="4334" y="6818"/>
                </a:lnTo>
                <a:lnTo>
                  <a:pt x="4671" y="6082"/>
                </a:lnTo>
                <a:lnTo>
                  <a:pt x="5532" y="6082"/>
                </a:lnTo>
                <a:lnTo>
                  <a:pt x="5983" y="4318"/>
                </a:lnTo>
                <a:lnTo>
                  <a:pt x="3683" y="4180"/>
                </a:lnTo>
                <a:cubicBezTo>
                  <a:pt x="4401" y="3549"/>
                  <a:pt x="5341" y="3166"/>
                  <a:pt x="6368" y="3166"/>
                </a:cubicBezTo>
                <a:close/>
                <a:moveTo>
                  <a:pt x="4173" y="0"/>
                </a:moveTo>
                <a:lnTo>
                  <a:pt x="4173" y="3275"/>
                </a:lnTo>
                <a:cubicBezTo>
                  <a:pt x="3523" y="3637"/>
                  <a:pt x="2972" y="4154"/>
                  <a:pt x="2567" y="4776"/>
                </a:cubicBezTo>
                <a:lnTo>
                  <a:pt x="1729" y="3937"/>
                </a:lnTo>
                <a:lnTo>
                  <a:pt x="2567" y="1427"/>
                </a:lnTo>
                <a:lnTo>
                  <a:pt x="0" y="2861"/>
                </a:lnTo>
                <a:lnTo>
                  <a:pt x="1564" y="4424"/>
                </a:lnTo>
                <a:lnTo>
                  <a:pt x="2328" y="5188"/>
                </a:lnTo>
                <a:cubicBezTo>
                  <a:pt x="2015" y="5804"/>
                  <a:pt x="1839" y="6498"/>
                  <a:pt x="1839" y="7234"/>
                </a:cubicBezTo>
                <a:cubicBezTo>
                  <a:pt x="1839" y="8400"/>
                  <a:pt x="2283" y="9465"/>
                  <a:pt x="3010" y="10269"/>
                </a:cubicBezTo>
                <a:lnTo>
                  <a:pt x="1439" y="11839"/>
                </a:lnTo>
                <a:lnTo>
                  <a:pt x="1765" y="12165"/>
                </a:lnTo>
                <a:lnTo>
                  <a:pt x="2681" y="11249"/>
                </a:lnTo>
                <a:cubicBezTo>
                  <a:pt x="3670" y="12159"/>
                  <a:pt x="4941" y="12664"/>
                  <a:pt x="6293" y="12682"/>
                </a:cubicBezTo>
                <a:lnTo>
                  <a:pt x="6293" y="15293"/>
                </a:lnTo>
                <a:lnTo>
                  <a:pt x="4220" y="15293"/>
                </a:lnTo>
                <a:lnTo>
                  <a:pt x="4220" y="15753"/>
                </a:lnTo>
                <a:lnTo>
                  <a:pt x="8827" y="15753"/>
                </a:lnTo>
                <a:lnTo>
                  <a:pt x="8827" y="15293"/>
                </a:lnTo>
                <a:lnTo>
                  <a:pt x="6754" y="15293"/>
                </a:lnTo>
                <a:lnTo>
                  <a:pt x="6754" y="12670"/>
                </a:lnTo>
                <a:cubicBezTo>
                  <a:pt x="8067" y="12582"/>
                  <a:pt x="9287" y="12028"/>
                  <a:pt x="10224" y="11091"/>
                </a:cubicBezTo>
                <a:cubicBezTo>
                  <a:pt x="12349" y="8966"/>
                  <a:pt x="12349" y="5507"/>
                  <a:pt x="10224" y="3382"/>
                </a:cubicBezTo>
                <a:lnTo>
                  <a:pt x="9898" y="3708"/>
                </a:lnTo>
                <a:cubicBezTo>
                  <a:pt x="11844" y="5653"/>
                  <a:pt x="11844" y="8819"/>
                  <a:pt x="9898" y="10766"/>
                </a:cubicBezTo>
                <a:cubicBezTo>
                  <a:pt x="8957" y="11707"/>
                  <a:pt x="7704" y="12225"/>
                  <a:pt x="6370" y="12225"/>
                </a:cubicBezTo>
                <a:cubicBezTo>
                  <a:pt x="5111" y="12225"/>
                  <a:pt x="3926" y="11765"/>
                  <a:pt x="3007" y="10924"/>
                </a:cubicBezTo>
                <a:lnTo>
                  <a:pt x="3334" y="10597"/>
                </a:lnTo>
                <a:cubicBezTo>
                  <a:pt x="4138" y="11323"/>
                  <a:pt x="5202" y="11767"/>
                  <a:pt x="6369" y="11767"/>
                </a:cubicBezTo>
                <a:cubicBezTo>
                  <a:pt x="8866" y="11767"/>
                  <a:pt x="10901" y="9735"/>
                  <a:pt x="10901" y="7236"/>
                </a:cubicBezTo>
                <a:cubicBezTo>
                  <a:pt x="10901" y="5898"/>
                  <a:pt x="10317" y="4694"/>
                  <a:pt x="9393" y="3865"/>
                </a:cubicBezTo>
                <a:lnTo>
                  <a:pt x="9393" y="3291"/>
                </a:lnTo>
                <a:lnTo>
                  <a:pt x="11761" y="2110"/>
                </a:lnTo>
                <a:lnTo>
                  <a:pt x="8933" y="1308"/>
                </a:lnTo>
                <a:lnTo>
                  <a:pt x="8933" y="3502"/>
                </a:lnTo>
                <a:cubicBezTo>
                  <a:pt x="8203" y="3000"/>
                  <a:pt x="7320" y="2705"/>
                  <a:pt x="6371" y="2705"/>
                </a:cubicBezTo>
                <a:cubicBezTo>
                  <a:pt x="5756" y="2705"/>
                  <a:pt x="5168" y="2830"/>
                  <a:pt x="4634" y="3052"/>
                </a:cubicBezTo>
                <a:lnTo>
                  <a:pt x="4634" y="1996"/>
                </a:lnTo>
                <a:lnTo>
                  <a:pt x="7214" y="1996"/>
                </a:lnTo>
                <a:lnTo>
                  <a:pt x="72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9" name="Google Shape;6309;p66"/>
          <p:cNvGrpSpPr/>
          <p:nvPr/>
        </p:nvGrpSpPr>
        <p:grpSpPr>
          <a:xfrm>
            <a:off x="5334173" y="3241081"/>
            <a:ext cx="393143" cy="462635"/>
            <a:chOff x="5289389" y="3277163"/>
            <a:chExt cx="444481" cy="523047"/>
          </a:xfrm>
        </p:grpSpPr>
        <p:sp>
          <p:nvSpPr>
            <p:cNvPr id="6310" name="Google Shape;6310;p66"/>
            <p:cNvSpPr/>
            <p:nvPr/>
          </p:nvSpPr>
          <p:spPr>
            <a:xfrm>
              <a:off x="5289389" y="3277163"/>
              <a:ext cx="444481" cy="523047"/>
            </a:xfrm>
            <a:custGeom>
              <a:rect b="b" l="l" r="r" t="t"/>
              <a:pathLst>
                <a:path extrusionOk="0" h="15758" w="13391">
                  <a:moveTo>
                    <a:pt x="4324" y="464"/>
                  </a:moveTo>
                  <a:cubicBezTo>
                    <a:pt x="4448" y="464"/>
                    <a:pt x="4573" y="510"/>
                    <a:pt x="4672" y="603"/>
                  </a:cubicBezTo>
                  <a:lnTo>
                    <a:pt x="5536" y="1413"/>
                  </a:lnTo>
                  <a:lnTo>
                    <a:pt x="1530" y="5418"/>
                  </a:lnTo>
                  <a:lnTo>
                    <a:pt x="706" y="4594"/>
                  </a:lnTo>
                  <a:cubicBezTo>
                    <a:pt x="507" y="4394"/>
                    <a:pt x="507" y="4073"/>
                    <a:pt x="706" y="3874"/>
                  </a:cubicBezTo>
                  <a:lnTo>
                    <a:pt x="3964" y="614"/>
                  </a:lnTo>
                  <a:cubicBezTo>
                    <a:pt x="4064" y="515"/>
                    <a:pt x="4195" y="464"/>
                    <a:pt x="4324" y="464"/>
                  </a:cubicBezTo>
                  <a:close/>
                  <a:moveTo>
                    <a:pt x="5875" y="1728"/>
                  </a:moveTo>
                  <a:lnTo>
                    <a:pt x="6286" y="2112"/>
                  </a:lnTo>
                  <a:lnTo>
                    <a:pt x="2256" y="6144"/>
                  </a:lnTo>
                  <a:lnTo>
                    <a:pt x="1858" y="5746"/>
                  </a:lnTo>
                  <a:lnTo>
                    <a:pt x="5875" y="1728"/>
                  </a:lnTo>
                  <a:close/>
                  <a:moveTo>
                    <a:pt x="11311" y="4929"/>
                  </a:moveTo>
                  <a:cubicBezTo>
                    <a:pt x="11750" y="5582"/>
                    <a:pt x="12005" y="6367"/>
                    <a:pt x="12005" y="7199"/>
                  </a:cubicBezTo>
                  <a:cubicBezTo>
                    <a:pt x="12005" y="7506"/>
                    <a:pt x="11971" y="7806"/>
                    <a:pt x="11905" y="8095"/>
                  </a:cubicBezTo>
                  <a:lnTo>
                    <a:pt x="9796" y="7640"/>
                  </a:lnTo>
                  <a:lnTo>
                    <a:pt x="9442" y="6995"/>
                  </a:lnTo>
                  <a:lnTo>
                    <a:pt x="8301" y="6995"/>
                  </a:lnTo>
                  <a:lnTo>
                    <a:pt x="8301" y="6585"/>
                  </a:lnTo>
                  <a:lnTo>
                    <a:pt x="9133" y="6269"/>
                  </a:lnTo>
                  <a:lnTo>
                    <a:pt x="9789" y="4929"/>
                  </a:lnTo>
                  <a:close/>
                  <a:moveTo>
                    <a:pt x="6656" y="2398"/>
                  </a:moveTo>
                  <a:lnTo>
                    <a:pt x="8345" y="2786"/>
                  </a:lnTo>
                  <a:lnTo>
                    <a:pt x="2886" y="8246"/>
                  </a:lnTo>
                  <a:lnTo>
                    <a:pt x="2610" y="6501"/>
                  </a:lnTo>
                  <a:lnTo>
                    <a:pt x="2583" y="6472"/>
                  </a:lnTo>
                  <a:lnTo>
                    <a:pt x="6656" y="2398"/>
                  </a:lnTo>
                  <a:close/>
                  <a:moveTo>
                    <a:pt x="6081" y="8353"/>
                  </a:moveTo>
                  <a:lnTo>
                    <a:pt x="6081" y="9341"/>
                  </a:lnTo>
                  <a:lnTo>
                    <a:pt x="6707" y="9341"/>
                  </a:lnTo>
                  <a:lnTo>
                    <a:pt x="7023" y="9859"/>
                  </a:lnTo>
                  <a:lnTo>
                    <a:pt x="7994" y="10173"/>
                  </a:lnTo>
                  <a:lnTo>
                    <a:pt x="7994" y="10390"/>
                  </a:lnTo>
                  <a:lnTo>
                    <a:pt x="6945" y="10390"/>
                  </a:lnTo>
                  <a:lnTo>
                    <a:pt x="6945" y="11168"/>
                  </a:lnTo>
                  <a:cubicBezTo>
                    <a:pt x="5900" y="10909"/>
                    <a:pt x="4997" y="10242"/>
                    <a:pt x="4438" y="9341"/>
                  </a:cubicBezTo>
                  <a:lnTo>
                    <a:pt x="5268" y="9341"/>
                  </a:lnTo>
                  <a:lnTo>
                    <a:pt x="5886" y="8353"/>
                  </a:lnTo>
                  <a:close/>
                  <a:moveTo>
                    <a:pt x="8616" y="3169"/>
                  </a:moveTo>
                  <a:cubicBezTo>
                    <a:pt x="9540" y="3328"/>
                    <a:pt x="10353" y="3800"/>
                    <a:pt x="10950" y="4464"/>
                  </a:cubicBezTo>
                  <a:lnTo>
                    <a:pt x="9500" y="4464"/>
                  </a:lnTo>
                  <a:lnTo>
                    <a:pt x="8798" y="5901"/>
                  </a:lnTo>
                  <a:lnTo>
                    <a:pt x="7840" y="6264"/>
                  </a:lnTo>
                  <a:lnTo>
                    <a:pt x="7840" y="7457"/>
                  </a:lnTo>
                  <a:lnTo>
                    <a:pt x="9169" y="7457"/>
                  </a:lnTo>
                  <a:lnTo>
                    <a:pt x="9494" y="8047"/>
                  </a:lnTo>
                  <a:lnTo>
                    <a:pt x="11779" y="8539"/>
                  </a:lnTo>
                  <a:cubicBezTo>
                    <a:pt x="11222" y="10136"/>
                    <a:pt x="9702" y="11285"/>
                    <a:pt x="7918" y="11285"/>
                  </a:cubicBezTo>
                  <a:cubicBezTo>
                    <a:pt x="7746" y="11285"/>
                    <a:pt x="7576" y="11273"/>
                    <a:pt x="7408" y="11253"/>
                  </a:cubicBezTo>
                  <a:lnTo>
                    <a:pt x="7408" y="10850"/>
                  </a:lnTo>
                  <a:lnTo>
                    <a:pt x="8458" y="10850"/>
                  </a:lnTo>
                  <a:lnTo>
                    <a:pt x="8458" y="9833"/>
                  </a:lnTo>
                  <a:lnTo>
                    <a:pt x="7330" y="9469"/>
                  </a:lnTo>
                  <a:lnTo>
                    <a:pt x="6968" y="8875"/>
                  </a:lnTo>
                  <a:lnTo>
                    <a:pt x="6545" y="8875"/>
                  </a:lnTo>
                  <a:lnTo>
                    <a:pt x="6545" y="7888"/>
                  </a:lnTo>
                  <a:lnTo>
                    <a:pt x="5630" y="7888"/>
                  </a:lnTo>
                  <a:lnTo>
                    <a:pt x="5014" y="8875"/>
                  </a:lnTo>
                  <a:lnTo>
                    <a:pt x="4192" y="8875"/>
                  </a:lnTo>
                  <a:cubicBezTo>
                    <a:pt x="4051" y="8570"/>
                    <a:pt x="3948" y="8240"/>
                    <a:pt x="3889" y="7897"/>
                  </a:cubicBezTo>
                  <a:lnTo>
                    <a:pt x="8616" y="3169"/>
                  </a:lnTo>
                  <a:close/>
                  <a:moveTo>
                    <a:pt x="11625" y="3819"/>
                  </a:moveTo>
                  <a:cubicBezTo>
                    <a:pt x="12469" y="4744"/>
                    <a:pt x="12930" y="5934"/>
                    <a:pt x="12930" y="7197"/>
                  </a:cubicBezTo>
                  <a:cubicBezTo>
                    <a:pt x="12930" y="8538"/>
                    <a:pt x="12410" y="9797"/>
                    <a:pt x="11465" y="10743"/>
                  </a:cubicBezTo>
                  <a:cubicBezTo>
                    <a:pt x="10517" y="11689"/>
                    <a:pt x="9258" y="12210"/>
                    <a:pt x="7918" y="12210"/>
                  </a:cubicBezTo>
                  <a:cubicBezTo>
                    <a:pt x="6655" y="12210"/>
                    <a:pt x="5464" y="11747"/>
                    <a:pt x="4540" y="10904"/>
                  </a:cubicBezTo>
                  <a:lnTo>
                    <a:pt x="4868" y="10576"/>
                  </a:lnTo>
                  <a:cubicBezTo>
                    <a:pt x="4887" y="10593"/>
                    <a:pt x="4905" y="10610"/>
                    <a:pt x="4925" y="10627"/>
                  </a:cubicBezTo>
                  <a:cubicBezTo>
                    <a:pt x="5753" y="11351"/>
                    <a:pt x="6816" y="11750"/>
                    <a:pt x="7919" y="11750"/>
                  </a:cubicBezTo>
                  <a:cubicBezTo>
                    <a:pt x="10428" y="11750"/>
                    <a:pt x="12470" y="9709"/>
                    <a:pt x="12470" y="7199"/>
                  </a:cubicBezTo>
                  <a:cubicBezTo>
                    <a:pt x="12470" y="6097"/>
                    <a:pt x="12071" y="5033"/>
                    <a:pt x="11347" y="4204"/>
                  </a:cubicBezTo>
                  <a:cubicBezTo>
                    <a:pt x="11330" y="4185"/>
                    <a:pt x="11314" y="4167"/>
                    <a:pt x="11296" y="4148"/>
                  </a:cubicBezTo>
                  <a:lnTo>
                    <a:pt x="11625" y="3819"/>
                  </a:lnTo>
                  <a:close/>
                  <a:moveTo>
                    <a:pt x="4324" y="1"/>
                  </a:moveTo>
                  <a:cubicBezTo>
                    <a:pt x="4076" y="1"/>
                    <a:pt x="3828" y="97"/>
                    <a:pt x="3637" y="287"/>
                  </a:cubicBezTo>
                  <a:lnTo>
                    <a:pt x="379" y="3546"/>
                  </a:lnTo>
                  <a:cubicBezTo>
                    <a:pt x="0" y="3925"/>
                    <a:pt x="0" y="4542"/>
                    <a:pt x="379" y="4921"/>
                  </a:cubicBezTo>
                  <a:lnTo>
                    <a:pt x="2178" y="6720"/>
                  </a:lnTo>
                  <a:lnTo>
                    <a:pt x="2570" y="9218"/>
                  </a:lnTo>
                  <a:lnTo>
                    <a:pt x="3499" y="8288"/>
                  </a:lnTo>
                  <a:cubicBezTo>
                    <a:pt x="3679" y="9017"/>
                    <a:pt x="4037" y="9690"/>
                    <a:pt x="4541" y="10249"/>
                  </a:cubicBezTo>
                  <a:lnTo>
                    <a:pt x="2965" y="11825"/>
                  </a:lnTo>
                  <a:lnTo>
                    <a:pt x="3292" y="12151"/>
                  </a:lnTo>
                  <a:lnTo>
                    <a:pt x="4213" y="11230"/>
                  </a:lnTo>
                  <a:cubicBezTo>
                    <a:pt x="5206" y="12144"/>
                    <a:pt x="6483" y="12652"/>
                    <a:pt x="7842" y="12671"/>
                  </a:cubicBezTo>
                  <a:lnTo>
                    <a:pt x="7842" y="15294"/>
                  </a:lnTo>
                  <a:lnTo>
                    <a:pt x="5759" y="15294"/>
                  </a:lnTo>
                  <a:lnTo>
                    <a:pt x="5759" y="15758"/>
                  </a:lnTo>
                  <a:lnTo>
                    <a:pt x="10387" y="15758"/>
                  </a:lnTo>
                  <a:lnTo>
                    <a:pt x="10387" y="15294"/>
                  </a:lnTo>
                  <a:lnTo>
                    <a:pt x="8306" y="15294"/>
                  </a:lnTo>
                  <a:lnTo>
                    <a:pt x="8306" y="12659"/>
                  </a:lnTo>
                  <a:cubicBezTo>
                    <a:pt x="9621" y="12568"/>
                    <a:pt x="10849" y="12013"/>
                    <a:pt x="11790" y="11072"/>
                  </a:cubicBezTo>
                  <a:cubicBezTo>
                    <a:pt x="12822" y="10039"/>
                    <a:pt x="13391" y="8663"/>
                    <a:pt x="13391" y="7199"/>
                  </a:cubicBezTo>
                  <a:cubicBezTo>
                    <a:pt x="13391" y="5811"/>
                    <a:pt x="12881" y="4505"/>
                    <a:pt x="11950" y="3493"/>
                  </a:cubicBezTo>
                  <a:lnTo>
                    <a:pt x="12871" y="2572"/>
                  </a:lnTo>
                  <a:lnTo>
                    <a:pt x="12545" y="2244"/>
                  </a:lnTo>
                  <a:lnTo>
                    <a:pt x="10967" y="3820"/>
                  </a:lnTo>
                  <a:cubicBezTo>
                    <a:pt x="10409" y="3317"/>
                    <a:pt x="9735" y="2958"/>
                    <a:pt x="9006" y="2779"/>
                  </a:cubicBezTo>
                  <a:lnTo>
                    <a:pt x="9264" y="2520"/>
                  </a:lnTo>
                  <a:lnTo>
                    <a:pt x="6796" y="1954"/>
                  </a:lnTo>
                  <a:lnTo>
                    <a:pt x="4988" y="264"/>
                  </a:lnTo>
                  <a:cubicBezTo>
                    <a:pt x="4800" y="88"/>
                    <a:pt x="4562" y="1"/>
                    <a:pt x="43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6"/>
            <p:cNvSpPr/>
            <p:nvPr/>
          </p:nvSpPr>
          <p:spPr>
            <a:xfrm>
              <a:off x="5646042" y="3462377"/>
              <a:ext cx="26488" cy="53739"/>
            </a:xfrm>
            <a:custGeom>
              <a:rect b="b" l="l" r="r" t="t"/>
              <a:pathLst>
                <a:path extrusionOk="0" h="1619" w="798">
                  <a:moveTo>
                    <a:pt x="414" y="0"/>
                  </a:moveTo>
                  <a:lnTo>
                    <a:pt x="0" y="208"/>
                  </a:lnTo>
                  <a:cubicBezTo>
                    <a:pt x="219" y="645"/>
                    <a:pt x="334" y="1133"/>
                    <a:pt x="334" y="1619"/>
                  </a:cubicBezTo>
                  <a:lnTo>
                    <a:pt x="797" y="1619"/>
                  </a:lnTo>
                  <a:cubicBezTo>
                    <a:pt x="797" y="1060"/>
                    <a:pt x="664" y="502"/>
                    <a:pt x="4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5597880" y="3593421"/>
              <a:ext cx="35582" cy="31002"/>
            </a:xfrm>
            <a:custGeom>
              <a:rect b="b" l="l" r="r" t="t"/>
              <a:pathLst>
                <a:path extrusionOk="0" h="934" w="1072">
                  <a:moveTo>
                    <a:pt x="759" y="1"/>
                  </a:moveTo>
                  <a:cubicBezTo>
                    <a:pt x="532" y="210"/>
                    <a:pt x="277" y="382"/>
                    <a:pt x="0" y="517"/>
                  </a:cubicBezTo>
                  <a:lnTo>
                    <a:pt x="203" y="934"/>
                  </a:lnTo>
                  <a:cubicBezTo>
                    <a:pt x="520" y="780"/>
                    <a:pt x="812" y="580"/>
                    <a:pt x="1072" y="342"/>
                  </a:cubicBezTo>
                  <a:lnTo>
                    <a:pt x="7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5632931" y="3571448"/>
              <a:ext cx="21442" cy="21476"/>
            </a:xfrm>
            <a:custGeom>
              <a:rect b="b" l="l" r="r" t="t"/>
              <a:pathLst>
                <a:path extrusionOk="0" h="647" w="646">
                  <a:moveTo>
                    <a:pt x="252" y="1"/>
                  </a:moveTo>
                  <a:cubicBezTo>
                    <a:pt x="176" y="123"/>
                    <a:pt x="92" y="241"/>
                    <a:pt x="0" y="350"/>
                  </a:cubicBezTo>
                  <a:lnTo>
                    <a:pt x="356" y="646"/>
                  </a:lnTo>
                  <a:cubicBezTo>
                    <a:pt x="460" y="519"/>
                    <a:pt x="559" y="386"/>
                    <a:pt x="645" y="246"/>
                  </a:cubicBezTo>
                  <a:lnTo>
                    <a:pt x="2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6"/>
            <p:cNvSpPr/>
            <p:nvPr/>
          </p:nvSpPr>
          <p:spPr>
            <a:xfrm>
              <a:off x="5472213" y="3594351"/>
              <a:ext cx="36014" cy="30935"/>
            </a:xfrm>
            <a:custGeom>
              <a:rect b="b" l="l" r="r" t="t"/>
              <a:pathLst>
                <a:path extrusionOk="0" h="932" w="1085">
                  <a:moveTo>
                    <a:pt x="307" y="1"/>
                  </a:moveTo>
                  <a:lnTo>
                    <a:pt x="0" y="347"/>
                  </a:lnTo>
                  <a:cubicBezTo>
                    <a:pt x="268" y="585"/>
                    <a:pt x="566" y="782"/>
                    <a:pt x="890" y="931"/>
                  </a:cubicBezTo>
                  <a:lnTo>
                    <a:pt x="1085" y="511"/>
                  </a:lnTo>
                  <a:cubicBezTo>
                    <a:pt x="803" y="380"/>
                    <a:pt x="542" y="209"/>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6"/>
            <p:cNvSpPr/>
            <p:nvPr/>
          </p:nvSpPr>
          <p:spPr>
            <a:xfrm>
              <a:off x="5327959" y="3386201"/>
              <a:ext cx="36943" cy="36976"/>
            </a:xfrm>
            <a:custGeom>
              <a:rect b="b" l="l" r="r" t="t"/>
              <a:pathLst>
                <a:path extrusionOk="0" h="1114" w="1113">
                  <a:moveTo>
                    <a:pt x="786" y="1"/>
                  </a:moveTo>
                  <a:lnTo>
                    <a:pt x="1" y="785"/>
                  </a:lnTo>
                  <a:lnTo>
                    <a:pt x="327" y="1113"/>
                  </a:lnTo>
                  <a:lnTo>
                    <a:pt x="1112" y="327"/>
                  </a:lnTo>
                  <a:lnTo>
                    <a:pt x="7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6"/>
            <p:cNvSpPr/>
            <p:nvPr/>
          </p:nvSpPr>
          <p:spPr>
            <a:xfrm>
              <a:off x="5364869" y="3364426"/>
              <a:ext cx="21741" cy="21774"/>
            </a:xfrm>
            <a:custGeom>
              <a:rect b="b" l="l" r="r" t="t"/>
              <a:pathLst>
                <a:path extrusionOk="0" h="656" w="655">
                  <a:moveTo>
                    <a:pt x="327" y="1"/>
                  </a:moveTo>
                  <a:lnTo>
                    <a:pt x="0" y="329"/>
                  </a:lnTo>
                  <a:lnTo>
                    <a:pt x="327" y="656"/>
                  </a:lnTo>
                  <a:lnTo>
                    <a:pt x="655" y="329"/>
                  </a:lnTo>
                  <a:lnTo>
                    <a:pt x="3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6"/>
            <p:cNvSpPr/>
            <p:nvPr/>
          </p:nvSpPr>
          <p:spPr>
            <a:xfrm>
              <a:off x="5455783" y="3425832"/>
              <a:ext cx="21774" cy="21774"/>
            </a:xfrm>
            <a:custGeom>
              <a:rect b="b" l="l" r="r" t="t"/>
              <a:pathLst>
                <a:path extrusionOk="0" h="656" w="656">
                  <a:moveTo>
                    <a:pt x="328" y="1"/>
                  </a:moveTo>
                  <a:lnTo>
                    <a:pt x="1" y="328"/>
                  </a:lnTo>
                  <a:lnTo>
                    <a:pt x="328" y="656"/>
                  </a:lnTo>
                  <a:lnTo>
                    <a:pt x="655" y="328"/>
                  </a:lnTo>
                  <a:lnTo>
                    <a:pt x="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5477524" y="3377338"/>
              <a:ext cx="48527" cy="48527"/>
            </a:xfrm>
            <a:custGeom>
              <a:rect b="b" l="l" r="r" t="t"/>
              <a:pathLst>
                <a:path extrusionOk="0" h="1462" w="1462">
                  <a:moveTo>
                    <a:pt x="1135" y="1"/>
                  </a:moveTo>
                  <a:lnTo>
                    <a:pt x="0" y="1135"/>
                  </a:lnTo>
                  <a:lnTo>
                    <a:pt x="328" y="1462"/>
                  </a:lnTo>
                  <a:lnTo>
                    <a:pt x="1462" y="328"/>
                  </a:lnTo>
                  <a:lnTo>
                    <a:pt x="11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66"/>
          <p:cNvGrpSpPr/>
          <p:nvPr/>
        </p:nvGrpSpPr>
        <p:grpSpPr>
          <a:xfrm>
            <a:off x="4657793" y="3241169"/>
            <a:ext cx="462665" cy="462459"/>
            <a:chOff x="4620892" y="3277230"/>
            <a:chExt cx="523081" cy="522848"/>
          </a:xfrm>
        </p:grpSpPr>
        <p:sp>
          <p:nvSpPr>
            <p:cNvPr id="6320" name="Google Shape;6320;p66"/>
            <p:cNvSpPr/>
            <p:nvPr/>
          </p:nvSpPr>
          <p:spPr>
            <a:xfrm>
              <a:off x="4711707" y="3592525"/>
              <a:ext cx="108705" cy="115908"/>
            </a:xfrm>
            <a:custGeom>
              <a:rect b="b" l="l" r="r" t="t"/>
              <a:pathLst>
                <a:path extrusionOk="0" h="3492" w="3275">
                  <a:moveTo>
                    <a:pt x="1178" y="465"/>
                  </a:moveTo>
                  <a:lnTo>
                    <a:pt x="1517" y="1485"/>
                  </a:lnTo>
                  <a:lnTo>
                    <a:pt x="2813" y="1485"/>
                  </a:lnTo>
                  <a:lnTo>
                    <a:pt x="2813" y="3029"/>
                  </a:lnTo>
                  <a:lnTo>
                    <a:pt x="1826" y="3029"/>
                  </a:lnTo>
                  <a:lnTo>
                    <a:pt x="1145" y="2194"/>
                  </a:lnTo>
                  <a:lnTo>
                    <a:pt x="464" y="2194"/>
                  </a:lnTo>
                  <a:lnTo>
                    <a:pt x="464" y="465"/>
                  </a:lnTo>
                  <a:close/>
                  <a:moveTo>
                    <a:pt x="0" y="1"/>
                  </a:moveTo>
                  <a:lnTo>
                    <a:pt x="0" y="2658"/>
                  </a:lnTo>
                  <a:lnTo>
                    <a:pt x="925" y="2658"/>
                  </a:lnTo>
                  <a:lnTo>
                    <a:pt x="1604" y="3491"/>
                  </a:lnTo>
                  <a:lnTo>
                    <a:pt x="3274" y="3491"/>
                  </a:lnTo>
                  <a:lnTo>
                    <a:pt x="3274" y="1020"/>
                  </a:lnTo>
                  <a:lnTo>
                    <a:pt x="1851" y="1020"/>
                  </a:lnTo>
                  <a:lnTo>
                    <a:pt x="1851" y="1021"/>
                  </a:lnTo>
                  <a:lnTo>
                    <a:pt x="1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4620892" y="3277230"/>
              <a:ext cx="523081" cy="522848"/>
            </a:xfrm>
            <a:custGeom>
              <a:rect b="b" l="l" r="r" t="t"/>
              <a:pathLst>
                <a:path extrusionOk="0" h="15752" w="15759">
                  <a:moveTo>
                    <a:pt x="7835" y="462"/>
                  </a:moveTo>
                  <a:lnTo>
                    <a:pt x="7835" y="1608"/>
                  </a:lnTo>
                  <a:lnTo>
                    <a:pt x="9564" y="2288"/>
                  </a:lnTo>
                  <a:lnTo>
                    <a:pt x="9564" y="2917"/>
                  </a:lnTo>
                  <a:lnTo>
                    <a:pt x="8586" y="2917"/>
                  </a:lnTo>
                  <a:lnTo>
                    <a:pt x="7566" y="5605"/>
                  </a:lnTo>
                  <a:lnTo>
                    <a:pt x="6420" y="5605"/>
                  </a:lnTo>
                  <a:lnTo>
                    <a:pt x="5803" y="7303"/>
                  </a:lnTo>
                  <a:lnTo>
                    <a:pt x="4992" y="7303"/>
                  </a:lnTo>
                  <a:lnTo>
                    <a:pt x="4992" y="5605"/>
                  </a:lnTo>
                  <a:lnTo>
                    <a:pt x="2630" y="5605"/>
                  </a:lnTo>
                  <a:lnTo>
                    <a:pt x="2113" y="3221"/>
                  </a:lnTo>
                  <a:cubicBezTo>
                    <a:pt x="3286" y="1773"/>
                    <a:pt x="4996" y="771"/>
                    <a:pt x="6936" y="522"/>
                  </a:cubicBezTo>
                  <a:cubicBezTo>
                    <a:pt x="6991" y="516"/>
                    <a:pt x="7044" y="509"/>
                    <a:pt x="7097" y="504"/>
                  </a:cubicBezTo>
                  <a:cubicBezTo>
                    <a:pt x="7113" y="503"/>
                    <a:pt x="7128" y="501"/>
                    <a:pt x="7144" y="499"/>
                  </a:cubicBezTo>
                  <a:lnTo>
                    <a:pt x="7276" y="487"/>
                  </a:lnTo>
                  <a:cubicBezTo>
                    <a:pt x="7302" y="485"/>
                    <a:pt x="7328" y="483"/>
                    <a:pt x="7353" y="482"/>
                  </a:cubicBezTo>
                  <a:cubicBezTo>
                    <a:pt x="7390" y="480"/>
                    <a:pt x="7426" y="477"/>
                    <a:pt x="7463" y="476"/>
                  </a:cubicBezTo>
                  <a:cubicBezTo>
                    <a:pt x="7496" y="475"/>
                    <a:pt x="7530" y="472"/>
                    <a:pt x="7562" y="471"/>
                  </a:cubicBezTo>
                  <a:cubicBezTo>
                    <a:pt x="7594" y="470"/>
                    <a:pt x="7625" y="468"/>
                    <a:pt x="7658" y="466"/>
                  </a:cubicBezTo>
                  <a:cubicBezTo>
                    <a:pt x="7695" y="465"/>
                    <a:pt x="7733" y="465"/>
                    <a:pt x="7772" y="464"/>
                  </a:cubicBezTo>
                  <a:cubicBezTo>
                    <a:pt x="7792" y="464"/>
                    <a:pt x="7814" y="462"/>
                    <a:pt x="7835" y="462"/>
                  </a:cubicBezTo>
                  <a:close/>
                  <a:moveTo>
                    <a:pt x="12114" y="8387"/>
                  </a:moveTo>
                  <a:lnTo>
                    <a:pt x="13813" y="9345"/>
                  </a:lnTo>
                  <a:lnTo>
                    <a:pt x="15148" y="9345"/>
                  </a:lnTo>
                  <a:cubicBezTo>
                    <a:pt x="14554" y="12296"/>
                    <a:pt x="12203" y="14617"/>
                    <a:pt x="9237" y="15167"/>
                  </a:cubicBezTo>
                  <a:lnTo>
                    <a:pt x="8613" y="12805"/>
                  </a:lnTo>
                  <a:lnTo>
                    <a:pt x="10784" y="12805"/>
                  </a:lnTo>
                  <a:cubicBezTo>
                    <a:pt x="11287" y="12805"/>
                    <a:pt x="11695" y="12397"/>
                    <a:pt x="11695" y="11894"/>
                  </a:cubicBezTo>
                  <a:cubicBezTo>
                    <a:pt x="11695" y="11391"/>
                    <a:pt x="11287" y="10983"/>
                    <a:pt x="10784" y="10983"/>
                  </a:cubicBezTo>
                  <a:lnTo>
                    <a:pt x="9982" y="10983"/>
                  </a:lnTo>
                  <a:lnTo>
                    <a:pt x="9405" y="8387"/>
                  </a:lnTo>
                  <a:close/>
                  <a:moveTo>
                    <a:pt x="8297" y="477"/>
                  </a:moveTo>
                  <a:cubicBezTo>
                    <a:pt x="12193" y="694"/>
                    <a:pt x="15295" y="3931"/>
                    <a:pt x="15295" y="7880"/>
                  </a:cubicBezTo>
                  <a:cubicBezTo>
                    <a:pt x="15295" y="8219"/>
                    <a:pt x="15271" y="8554"/>
                    <a:pt x="15226" y="8883"/>
                  </a:cubicBezTo>
                  <a:lnTo>
                    <a:pt x="13933" y="8883"/>
                  </a:lnTo>
                  <a:lnTo>
                    <a:pt x="12235" y="7924"/>
                  </a:lnTo>
                  <a:lnTo>
                    <a:pt x="8826" y="7924"/>
                  </a:lnTo>
                  <a:lnTo>
                    <a:pt x="9608" y="11447"/>
                  </a:lnTo>
                  <a:lnTo>
                    <a:pt x="10783" y="11447"/>
                  </a:lnTo>
                  <a:cubicBezTo>
                    <a:pt x="11030" y="11447"/>
                    <a:pt x="11232" y="11647"/>
                    <a:pt x="11232" y="11895"/>
                  </a:cubicBezTo>
                  <a:cubicBezTo>
                    <a:pt x="11232" y="12142"/>
                    <a:pt x="11031" y="12344"/>
                    <a:pt x="10783" y="12344"/>
                  </a:cubicBezTo>
                  <a:lnTo>
                    <a:pt x="8012" y="12344"/>
                  </a:lnTo>
                  <a:lnTo>
                    <a:pt x="8776" y="15240"/>
                  </a:lnTo>
                  <a:cubicBezTo>
                    <a:pt x="8482" y="15276"/>
                    <a:pt x="8182" y="15293"/>
                    <a:pt x="7880" y="15293"/>
                  </a:cubicBezTo>
                  <a:cubicBezTo>
                    <a:pt x="3791" y="15293"/>
                    <a:pt x="465" y="11967"/>
                    <a:pt x="465" y="7878"/>
                  </a:cubicBezTo>
                  <a:cubicBezTo>
                    <a:pt x="465" y="6337"/>
                    <a:pt x="938" y="4905"/>
                    <a:pt x="1745" y="3719"/>
                  </a:cubicBezTo>
                  <a:lnTo>
                    <a:pt x="2255" y="6072"/>
                  </a:lnTo>
                  <a:lnTo>
                    <a:pt x="4527" y="6072"/>
                  </a:lnTo>
                  <a:lnTo>
                    <a:pt x="4527" y="7770"/>
                  </a:lnTo>
                  <a:lnTo>
                    <a:pt x="6127" y="7770"/>
                  </a:lnTo>
                  <a:lnTo>
                    <a:pt x="6745" y="6072"/>
                  </a:lnTo>
                  <a:lnTo>
                    <a:pt x="7885" y="6072"/>
                  </a:lnTo>
                  <a:lnTo>
                    <a:pt x="8905" y="3384"/>
                  </a:lnTo>
                  <a:lnTo>
                    <a:pt x="10027" y="3384"/>
                  </a:lnTo>
                  <a:lnTo>
                    <a:pt x="10027" y="1975"/>
                  </a:lnTo>
                  <a:lnTo>
                    <a:pt x="8297" y="1295"/>
                  </a:lnTo>
                  <a:lnTo>
                    <a:pt x="8297" y="477"/>
                  </a:lnTo>
                  <a:close/>
                  <a:moveTo>
                    <a:pt x="7881" y="0"/>
                  </a:moveTo>
                  <a:cubicBezTo>
                    <a:pt x="7810" y="0"/>
                    <a:pt x="7739" y="1"/>
                    <a:pt x="7667" y="2"/>
                  </a:cubicBezTo>
                  <a:cubicBezTo>
                    <a:pt x="7640" y="4"/>
                    <a:pt x="7612" y="5"/>
                    <a:pt x="7584" y="5"/>
                  </a:cubicBezTo>
                  <a:cubicBezTo>
                    <a:pt x="7542" y="6"/>
                    <a:pt x="7501" y="7"/>
                    <a:pt x="7458" y="10"/>
                  </a:cubicBezTo>
                  <a:cubicBezTo>
                    <a:pt x="7423" y="11"/>
                    <a:pt x="7388" y="15"/>
                    <a:pt x="7354" y="17"/>
                  </a:cubicBezTo>
                  <a:lnTo>
                    <a:pt x="7252" y="25"/>
                  </a:lnTo>
                  <a:cubicBezTo>
                    <a:pt x="7212" y="27"/>
                    <a:pt x="7174" y="31"/>
                    <a:pt x="7134" y="35"/>
                  </a:cubicBezTo>
                  <a:cubicBezTo>
                    <a:pt x="7107" y="37"/>
                    <a:pt x="7078" y="40"/>
                    <a:pt x="7051" y="42"/>
                  </a:cubicBezTo>
                  <a:cubicBezTo>
                    <a:pt x="7007" y="47"/>
                    <a:pt x="6964" y="52"/>
                    <a:pt x="6922" y="57"/>
                  </a:cubicBezTo>
                  <a:cubicBezTo>
                    <a:pt x="6901" y="59"/>
                    <a:pt x="6879" y="62"/>
                    <a:pt x="6858" y="64"/>
                  </a:cubicBezTo>
                  <a:cubicBezTo>
                    <a:pt x="6698" y="85"/>
                    <a:pt x="6539" y="111"/>
                    <a:pt x="6380" y="141"/>
                  </a:cubicBezTo>
                  <a:cubicBezTo>
                    <a:pt x="6362" y="145"/>
                    <a:pt x="6344" y="147"/>
                    <a:pt x="6326" y="151"/>
                  </a:cubicBezTo>
                  <a:cubicBezTo>
                    <a:pt x="6289" y="159"/>
                    <a:pt x="6252" y="167"/>
                    <a:pt x="6216" y="175"/>
                  </a:cubicBezTo>
                  <a:cubicBezTo>
                    <a:pt x="6182" y="182"/>
                    <a:pt x="6147" y="188"/>
                    <a:pt x="6114" y="197"/>
                  </a:cubicBezTo>
                  <a:cubicBezTo>
                    <a:pt x="6085" y="203"/>
                    <a:pt x="6057" y="209"/>
                    <a:pt x="6027" y="217"/>
                  </a:cubicBezTo>
                  <a:cubicBezTo>
                    <a:pt x="5981" y="228"/>
                    <a:pt x="5935" y="239"/>
                    <a:pt x="5890" y="250"/>
                  </a:cubicBezTo>
                  <a:cubicBezTo>
                    <a:pt x="5872" y="255"/>
                    <a:pt x="5852" y="260"/>
                    <a:pt x="5835" y="265"/>
                  </a:cubicBezTo>
                  <a:cubicBezTo>
                    <a:pt x="4513" y="617"/>
                    <a:pt x="3302" y="1312"/>
                    <a:pt x="2309" y="2305"/>
                  </a:cubicBezTo>
                  <a:cubicBezTo>
                    <a:pt x="2241" y="2373"/>
                    <a:pt x="2175" y="2442"/>
                    <a:pt x="2111" y="2512"/>
                  </a:cubicBezTo>
                  <a:lnTo>
                    <a:pt x="2103" y="2518"/>
                  </a:lnTo>
                  <a:cubicBezTo>
                    <a:pt x="2056" y="2570"/>
                    <a:pt x="2008" y="2622"/>
                    <a:pt x="1962" y="2674"/>
                  </a:cubicBezTo>
                  <a:lnTo>
                    <a:pt x="1958" y="2679"/>
                  </a:lnTo>
                  <a:cubicBezTo>
                    <a:pt x="1843" y="2810"/>
                    <a:pt x="1731" y="2944"/>
                    <a:pt x="1626" y="3082"/>
                  </a:cubicBezTo>
                  <a:lnTo>
                    <a:pt x="1611" y="3098"/>
                  </a:lnTo>
                  <a:cubicBezTo>
                    <a:pt x="567" y="4464"/>
                    <a:pt x="1" y="6124"/>
                    <a:pt x="1" y="7874"/>
                  </a:cubicBezTo>
                  <a:cubicBezTo>
                    <a:pt x="1" y="9979"/>
                    <a:pt x="820" y="11956"/>
                    <a:pt x="2308" y="13444"/>
                  </a:cubicBezTo>
                  <a:cubicBezTo>
                    <a:pt x="3796" y="14932"/>
                    <a:pt x="5775" y="15751"/>
                    <a:pt x="7878" y="15751"/>
                  </a:cubicBezTo>
                  <a:cubicBezTo>
                    <a:pt x="8220" y="15751"/>
                    <a:pt x="8560" y="15730"/>
                    <a:pt x="8895" y="15687"/>
                  </a:cubicBezTo>
                  <a:lnTo>
                    <a:pt x="8895" y="15689"/>
                  </a:lnTo>
                  <a:lnTo>
                    <a:pt x="9015" y="15670"/>
                  </a:lnTo>
                  <a:cubicBezTo>
                    <a:pt x="9761" y="15563"/>
                    <a:pt x="10482" y="15349"/>
                    <a:pt x="11161" y="15039"/>
                  </a:cubicBezTo>
                  <a:cubicBezTo>
                    <a:pt x="11162" y="15039"/>
                    <a:pt x="11163" y="15038"/>
                    <a:pt x="11165" y="15038"/>
                  </a:cubicBezTo>
                  <a:cubicBezTo>
                    <a:pt x="11209" y="15017"/>
                    <a:pt x="11255" y="14995"/>
                    <a:pt x="11300" y="14975"/>
                  </a:cubicBezTo>
                  <a:cubicBezTo>
                    <a:pt x="11301" y="14974"/>
                    <a:pt x="11302" y="14974"/>
                    <a:pt x="11304" y="14972"/>
                  </a:cubicBezTo>
                  <a:cubicBezTo>
                    <a:pt x="11432" y="14910"/>
                    <a:pt x="11559" y="14844"/>
                    <a:pt x="11684" y="14775"/>
                  </a:cubicBezTo>
                  <a:cubicBezTo>
                    <a:pt x="11694" y="14769"/>
                    <a:pt x="11706" y="14764"/>
                    <a:pt x="11716" y="14758"/>
                  </a:cubicBezTo>
                  <a:cubicBezTo>
                    <a:pt x="11750" y="14739"/>
                    <a:pt x="11783" y="14720"/>
                    <a:pt x="11816" y="14701"/>
                  </a:cubicBezTo>
                  <a:cubicBezTo>
                    <a:pt x="11833" y="14691"/>
                    <a:pt x="11849" y="14681"/>
                    <a:pt x="11866" y="14672"/>
                  </a:cubicBezTo>
                  <a:cubicBezTo>
                    <a:pt x="11897" y="14654"/>
                    <a:pt x="11928" y="14635"/>
                    <a:pt x="11961" y="14617"/>
                  </a:cubicBezTo>
                  <a:cubicBezTo>
                    <a:pt x="11978" y="14607"/>
                    <a:pt x="11995" y="14594"/>
                    <a:pt x="12013" y="14584"/>
                  </a:cubicBezTo>
                  <a:cubicBezTo>
                    <a:pt x="12116" y="14521"/>
                    <a:pt x="12217" y="14454"/>
                    <a:pt x="12318" y="14385"/>
                  </a:cubicBezTo>
                  <a:cubicBezTo>
                    <a:pt x="12335" y="14372"/>
                    <a:pt x="12355" y="14359"/>
                    <a:pt x="12373" y="14346"/>
                  </a:cubicBezTo>
                  <a:cubicBezTo>
                    <a:pt x="12402" y="14327"/>
                    <a:pt x="12428" y="14308"/>
                    <a:pt x="12457" y="14287"/>
                  </a:cubicBezTo>
                  <a:cubicBezTo>
                    <a:pt x="12476" y="14274"/>
                    <a:pt x="12495" y="14260"/>
                    <a:pt x="12512" y="14247"/>
                  </a:cubicBezTo>
                  <a:cubicBezTo>
                    <a:pt x="12541" y="14226"/>
                    <a:pt x="12568" y="14205"/>
                    <a:pt x="12597" y="14185"/>
                  </a:cubicBezTo>
                  <a:lnTo>
                    <a:pt x="12647" y="14146"/>
                  </a:lnTo>
                  <a:cubicBezTo>
                    <a:pt x="12747" y="14070"/>
                    <a:pt x="12846" y="13991"/>
                    <a:pt x="12943" y="13910"/>
                  </a:cubicBezTo>
                  <a:cubicBezTo>
                    <a:pt x="12956" y="13898"/>
                    <a:pt x="12969" y="13888"/>
                    <a:pt x="12982" y="13875"/>
                  </a:cubicBezTo>
                  <a:cubicBezTo>
                    <a:pt x="13012" y="13852"/>
                    <a:pt x="13040" y="13826"/>
                    <a:pt x="13070" y="13800"/>
                  </a:cubicBezTo>
                  <a:cubicBezTo>
                    <a:pt x="13083" y="13788"/>
                    <a:pt x="13097" y="13776"/>
                    <a:pt x="13110" y="13765"/>
                  </a:cubicBezTo>
                  <a:cubicBezTo>
                    <a:pt x="13140" y="13738"/>
                    <a:pt x="13169" y="13712"/>
                    <a:pt x="13199" y="13684"/>
                  </a:cubicBezTo>
                  <a:cubicBezTo>
                    <a:pt x="13208" y="13676"/>
                    <a:pt x="13218" y="13668"/>
                    <a:pt x="13228" y="13658"/>
                  </a:cubicBezTo>
                  <a:cubicBezTo>
                    <a:pt x="13302" y="13589"/>
                    <a:pt x="13378" y="13518"/>
                    <a:pt x="13450" y="13445"/>
                  </a:cubicBezTo>
                  <a:cubicBezTo>
                    <a:pt x="13474" y="13420"/>
                    <a:pt x="13498" y="13397"/>
                    <a:pt x="13521" y="13373"/>
                  </a:cubicBezTo>
                  <a:cubicBezTo>
                    <a:pt x="13531" y="13363"/>
                    <a:pt x="13540" y="13352"/>
                    <a:pt x="13551" y="13343"/>
                  </a:cubicBezTo>
                  <a:cubicBezTo>
                    <a:pt x="13579" y="13314"/>
                    <a:pt x="13606" y="13285"/>
                    <a:pt x="13633" y="13255"/>
                  </a:cubicBezTo>
                  <a:cubicBezTo>
                    <a:pt x="13645" y="13243"/>
                    <a:pt x="13657" y="13231"/>
                    <a:pt x="13668" y="13218"/>
                  </a:cubicBezTo>
                  <a:lnTo>
                    <a:pt x="13750" y="13129"/>
                  </a:lnTo>
                  <a:cubicBezTo>
                    <a:pt x="13758" y="13118"/>
                    <a:pt x="13768" y="13109"/>
                    <a:pt x="13776" y="13099"/>
                  </a:cubicBezTo>
                  <a:cubicBezTo>
                    <a:pt x="13864" y="13001"/>
                    <a:pt x="13948" y="12900"/>
                    <a:pt x="14030" y="12798"/>
                  </a:cubicBezTo>
                  <a:cubicBezTo>
                    <a:pt x="14042" y="12783"/>
                    <a:pt x="14053" y="12768"/>
                    <a:pt x="14066" y="12753"/>
                  </a:cubicBezTo>
                  <a:cubicBezTo>
                    <a:pt x="14088" y="12725"/>
                    <a:pt x="14110" y="12695"/>
                    <a:pt x="14134" y="12665"/>
                  </a:cubicBezTo>
                  <a:cubicBezTo>
                    <a:pt x="14145" y="12650"/>
                    <a:pt x="14159" y="12633"/>
                    <a:pt x="14170" y="12618"/>
                  </a:cubicBezTo>
                  <a:cubicBezTo>
                    <a:pt x="14192" y="12588"/>
                    <a:pt x="14215" y="12559"/>
                    <a:pt x="14237" y="12529"/>
                  </a:cubicBezTo>
                  <a:cubicBezTo>
                    <a:pt x="14247" y="12516"/>
                    <a:pt x="14255" y="12504"/>
                    <a:pt x="14264" y="12492"/>
                  </a:cubicBezTo>
                  <a:cubicBezTo>
                    <a:pt x="14317" y="12419"/>
                    <a:pt x="14369" y="12345"/>
                    <a:pt x="14419" y="12271"/>
                  </a:cubicBezTo>
                  <a:cubicBezTo>
                    <a:pt x="14443" y="12238"/>
                    <a:pt x="14465" y="12203"/>
                    <a:pt x="14487" y="12168"/>
                  </a:cubicBezTo>
                  <a:cubicBezTo>
                    <a:pt x="14496" y="12156"/>
                    <a:pt x="14505" y="12143"/>
                    <a:pt x="14512" y="12131"/>
                  </a:cubicBezTo>
                  <a:cubicBezTo>
                    <a:pt x="14534" y="12096"/>
                    <a:pt x="14557" y="12063"/>
                    <a:pt x="14578" y="12027"/>
                  </a:cubicBezTo>
                  <a:cubicBezTo>
                    <a:pt x="14585" y="12017"/>
                    <a:pt x="14591" y="12006"/>
                    <a:pt x="14599" y="11995"/>
                  </a:cubicBezTo>
                  <a:cubicBezTo>
                    <a:pt x="15155" y="11091"/>
                    <a:pt x="15521" y="10085"/>
                    <a:pt x="15675" y="9028"/>
                  </a:cubicBezTo>
                  <a:lnTo>
                    <a:pt x="15700" y="8879"/>
                  </a:lnTo>
                  <a:lnTo>
                    <a:pt x="15695" y="8879"/>
                  </a:lnTo>
                  <a:cubicBezTo>
                    <a:pt x="15737" y="8552"/>
                    <a:pt x="15758" y="8217"/>
                    <a:pt x="15758" y="7877"/>
                  </a:cubicBezTo>
                  <a:cubicBezTo>
                    <a:pt x="15758" y="5773"/>
                    <a:pt x="14939" y="3795"/>
                    <a:pt x="13451" y="2307"/>
                  </a:cubicBezTo>
                  <a:cubicBezTo>
                    <a:pt x="12061" y="917"/>
                    <a:pt x="10245" y="113"/>
                    <a:pt x="8297" y="11"/>
                  </a:cubicBezTo>
                  <a:lnTo>
                    <a:pt x="8297" y="9"/>
                  </a:lnTo>
                  <a:lnTo>
                    <a:pt x="8090" y="4"/>
                  </a:lnTo>
                  <a:cubicBezTo>
                    <a:pt x="8081" y="4"/>
                    <a:pt x="8071" y="4"/>
                    <a:pt x="8062" y="2"/>
                  </a:cubicBezTo>
                  <a:cubicBezTo>
                    <a:pt x="7997" y="1"/>
                    <a:pt x="7938" y="0"/>
                    <a:pt x="78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5034736" y="3650479"/>
              <a:ext cx="45042" cy="51382"/>
            </a:xfrm>
            <a:custGeom>
              <a:rect b="b" l="l" r="r" t="t"/>
              <a:pathLst>
                <a:path extrusionOk="0" h="1548" w="1357">
                  <a:moveTo>
                    <a:pt x="962" y="1"/>
                  </a:moveTo>
                  <a:cubicBezTo>
                    <a:pt x="693" y="441"/>
                    <a:pt x="369" y="851"/>
                    <a:pt x="1" y="1221"/>
                  </a:cubicBezTo>
                  <a:lnTo>
                    <a:pt x="328" y="1548"/>
                  </a:lnTo>
                  <a:cubicBezTo>
                    <a:pt x="724" y="1152"/>
                    <a:pt x="1070" y="712"/>
                    <a:pt x="1357" y="241"/>
                  </a:cubicBezTo>
                  <a:lnTo>
                    <a:pt x="9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6"/>
            <p:cNvSpPr/>
            <p:nvPr/>
          </p:nvSpPr>
          <p:spPr>
            <a:xfrm>
              <a:off x="4719275" y="3333159"/>
              <a:ext cx="65057" cy="53274"/>
            </a:xfrm>
            <a:custGeom>
              <a:rect b="b" l="l" r="r" t="t"/>
              <a:pathLst>
                <a:path extrusionOk="0" h="1605" w="1960">
                  <a:moveTo>
                    <a:pt x="1748" y="1"/>
                  </a:moveTo>
                  <a:cubicBezTo>
                    <a:pt x="1106" y="331"/>
                    <a:pt x="518" y="761"/>
                    <a:pt x="1" y="1278"/>
                  </a:cubicBezTo>
                  <a:lnTo>
                    <a:pt x="328" y="1605"/>
                  </a:lnTo>
                  <a:cubicBezTo>
                    <a:pt x="812" y="1122"/>
                    <a:pt x="1360" y="721"/>
                    <a:pt x="1960" y="413"/>
                  </a:cubicBezTo>
                  <a:lnTo>
                    <a:pt x="17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6"/>
            <p:cNvSpPr/>
            <p:nvPr/>
          </p:nvSpPr>
          <p:spPr>
            <a:xfrm>
              <a:off x="4791701" y="3320679"/>
              <a:ext cx="19949" cy="19949"/>
            </a:xfrm>
            <a:custGeom>
              <a:rect b="b" l="l" r="r" t="t"/>
              <a:pathLst>
                <a:path extrusionOk="0" h="601" w="601">
                  <a:moveTo>
                    <a:pt x="449" y="0"/>
                  </a:moveTo>
                  <a:cubicBezTo>
                    <a:pt x="299" y="52"/>
                    <a:pt x="147" y="110"/>
                    <a:pt x="1" y="174"/>
                  </a:cubicBezTo>
                  <a:lnTo>
                    <a:pt x="183" y="600"/>
                  </a:lnTo>
                  <a:cubicBezTo>
                    <a:pt x="320" y="542"/>
                    <a:pt x="460" y="487"/>
                    <a:pt x="601" y="439"/>
                  </a:cubicBezTo>
                  <a:lnTo>
                    <a:pt x="4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4651661" y="3519867"/>
              <a:ext cx="31998" cy="108008"/>
            </a:xfrm>
            <a:custGeom>
              <a:rect b="b" l="l" r="r" t="t"/>
              <a:pathLst>
                <a:path extrusionOk="0" h="3254" w="964">
                  <a:moveTo>
                    <a:pt x="24" y="1"/>
                  </a:moveTo>
                  <a:cubicBezTo>
                    <a:pt x="9" y="188"/>
                    <a:pt x="1" y="379"/>
                    <a:pt x="1" y="567"/>
                  </a:cubicBezTo>
                  <a:cubicBezTo>
                    <a:pt x="1" y="1500"/>
                    <a:pt x="180" y="2403"/>
                    <a:pt x="536" y="3253"/>
                  </a:cubicBezTo>
                  <a:lnTo>
                    <a:pt x="963" y="3074"/>
                  </a:lnTo>
                  <a:cubicBezTo>
                    <a:pt x="632" y="2282"/>
                    <a:pt x="465" y="1439"/>
                    <a:pt x="465" y="567"/>
                  </a:cubicBezTo>
                  <a:cubicBezTo>
                    <a:pt x="465" y="390"/>
                    <a:pt x="472" y="213"/>
                    <a:pt x="486" y="38"/>
                  </a:cubicBezTo>
                  <a:lnTo>
                    <a:pt x="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4654284" y="3488832"/>
              <a:ext cx="17824" cy="17559"/>
            </a:xfrm>
            <a:custGeom>
              <a:rect b="b" l="l" r="r" t="t"/>
              <a:pathLst>
                <a:path extrusionOk="0" h="529" w="537">
                  <a:moveTo>
                    <a:pt x="85" y="1"/>
                  </a:moveTo>
                  <a:cubicBezTo>
                    <a:pt x="51" y="152"/>
                    <a:pt x="23" y="306"/>
                    <a:pt x="0" y="460"/>
                  </a:cubicBezTo>
                  <a:lnTo>
                    <a:pt x="459" y="528"/>
                  </a:lnTo>
                  <a:cubicBezTo>
                    <a:pt x="480" y="385"/>
                    <a:pt x="506" y="241"/>
                    <a:pt x="537" y="100"/>
                  </a:cubicBezTo>
                  <a:lnTo>
                    <a:pt x="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4814603" y="3744646"/>
              <a:ext cx="18787" cy="18853"/>
            </a:xfrm>
            <a:custGeom>
              <a:rect b="b" l="l" r="r" t="t"/>
              <a:pathLst>
                <a:path extrusionOk="0" h="568" w="566">
                  <a:moveTo>
                    <a:pt x="137" y="0"/>
                  </a:moveTo>
                  <a:lnTo>
                    <a:pt x="1" y="444"/>
                  </a:lnTo>
                  <a:cubicBezTo>
                    <a:pt x="153" y="490"/>
                    <a:pt x="307" y="532"/>
                    <a:pt x="460" y="567"/>
                  </a:cubicBezTo>
                  <a:lnTo>
                    <a:pt x="565" y="116"/>
                  </a:lnTo>
                  <a:cubicBezTo>
                    <a:pt x="422" y="82"/>
                    <a:pt x="278" y="44"/>
                    <a:pt x="1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4845472" y="3751285"/>
              <a:ext cx="36976" cy="18156"/>
            </a:xfrm>
            <a:custGeom>
              <a:rect b="b" l="l" r="r" t="t"/>
              <a:pathLst>
                <a:path extrusionOk="0" h="547" w="1114">
                  <a:moveTo>
                    <a:pt x="75" y="1"/>
                  </a:moveTo>
                  <a:lnTo>
                    <a:pt x="0" y="459"/>
                  </a:lnTo>
                  <a:cubicBezTo>
                    <a:pt x="367" y="517"/>
                    <a:pt x="741" y="547"/>
                    <a:pt x="1113" y="547"/>
                  </a:cubicBezTo>
                  <a:lnTo>
                    <a:pt x="1113" y="84"/>
                  </a:lnTo>
                  <a:cubicBezTo>
                    <a:pt x="765" y="84"/>
                    <a:pt x="415" y="57"/>
                    <a:pt x="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5072874" y="3430712"/>
              <a:ext cx="20613" cy="20613"/>
            </a:xfrm>
            <a:custGeom>
              <a:rect b="b" l="l" r="r" t="t"/>
              <a:pathLst>
                <a:path extrusionOk="0" h="621" w="621">
                  <a:moveTo>
                    <a:pt x="411" y="1"/>
                  </a:moveTo>
                  <a:lnTo>
                    <a:pt x="1" y="218"/>
                  </a:lnTo>
                  <a:cubicBezTo>
                    <a:pt x="71" y="349"/>
                    <a:pt x="136" y="485"/>
                    <a:pt x="196" y="620"/>
                  </a:cubicBezTo>
                  <a:lnTo>
                    <a:pt x="620" y="432"/>
                  </a:lnTo>
                  <a:cubicBezTo>
                    <a:pt x="556" y="287"/>
                    <a:pt x="485" y="143"/>
                    <a:pt x="4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5034736" y="3375546"/>
              <a:ext cx="43847" cy="49556"/>
            </a:xfrm>
            <a:custGeom>
              <a:rect b="b" l="l" r="r" t="t"/>
              <a:pathLst>
                <a:path extrusionOk="0" h="1493" w="1321">
                  <a:moveTo>
                    <a:pt x="328" y="1"/>
                  </a:moveTo>
                  <a:lnTo>
                    <a:pt x="1" y="328"/>
                  </a:lnTo>
                  <a:cubicBezTo>
                    <a:pt x="356" y="682"/>
                    <a:pt x="667" y="1073"/>
                    <a:pt x="927" y="1492"/>
                  </a:cubicBezTo>
                  <a:lnTo>
                    <a:pt x="1320" y="1247"/>
                  </a:lnTo>
                  <a:cubicBezTo>
                    <a:pt x="1040" y="798"/>
                    <a:pt x="705" y="379"/>
                    <a:pt x="3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5084923" y="3459822"/>
              <a:ext cx="19484" cy="19418"/>
            </a:xfrm>
            <a:custGeom>
              <a:rect b="b" l="l" r="r" t="t"/>
              <a:pathLst>
                <a:path extrusionOk="0" h="585" w="587">
                  <a:moveTo>
                    <a:pt x="437" y="1"/>
                  </a:moveTo>
                  <a:lnTo>
                    <a:pt x="1" y="158"/>
                  </a:lnTo>
                  <a:cubicBezTo>
                    <a:pt x="51" y="298"/>
                    <a:pt x="98" y="441"/>
                    <a:pt x="139" y="584"/>
                  </a:cubicBezTo>
                  <a:lnTo>
                    <a:pt x="586" y="456"/>
                  </a:lnTo>
                  <a:cubicBezTo>
                    <a:pt x="541" y="303"/>
                    <a:pt x="491" y="150"/>
                    <a:pt x="4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6"/>
            <p:cNvSpPr/>
            <p:nvPr/>
          </p:nvSpPr>
          <p:spPr>
            <a:xfrm>
              <a:off x="5093055" y="3490392"/>
              <a:ext cx="20148" cy="48328"/>
            </a:xfrm>
            <a:custGeom>
              <a:rect b="b" l="l" r="r" t="t"/>
              <a:pathLst>
                <a:path extrusionOk="0" h="1456" w="607">
                  <a:moveTo>
                    <a:pt x="454" y="0"/>
                  </a:moveTo>
                  <a:lnTo>
                    <a:pt x="1" y="95"/>
                  </a:lnTo>
                  <a:cubicBezTo>
                    <a:pt x="95" y="539"/>
                    <a:pt x="143" y="996"/>
                    <a:pt x="143" y="1455"/>
                  </a:cubicBezTo>
                  <a:lnTo>
                    <a:pt x="606" y="1455"/>
                  </a:lnTo>
                  <a:cubicBezTo>
                    <a:pt x="607" y="964"/>
                    <a:pt x="555" y="476"/>
                    <a:pt x="4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a:off x="4746592" y="3432571"/>
              <a:ext cx="41026" cy="15368"/>
            </a:xfrm>
            <a:custGeom>
              <a:rect b="b" l="l" r="r" t="t"/>
              <a:pathLst>
                <a:path extrusionOk="0" h="463" w="1236">
                  <a:moveTo>
                    <a:pt x="0" y="1"/>
                  </a:moveTo>
                  <a:lnTo>
                    <a:pt x="0" y="463"/>
                  </a:lnTo>
                  <a:lnTo>
                    <a:pt x="1236" y="463"/>
                  </a:lnTo>
                  <a:lnTo>
                    <a:pt x="12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4915243" y="3509478"/>
              <a:ext cx="41059" cy="15401"/>
            </a:xfrm>
            <a:custGeom>
              <a:rect b="b" l="l" r="r" t="t"/>
              <a:pathLst>
                <a:path extrusionOk="0" h="464" w="1237">
                  <a:moveTo>
                    <a:pt x="1" y="0"/>
                  </a:moveTo>
                  <a:lnTo>
                    <a:pt x="1" y="464"/>
                  </a:lnTo>
                  <a:lnTo>
                    <a:pt x="1237" y="464"/>
                  </a:lnTo>
                  <a:lnTo>
                    <a:pt x="12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66"/>
          <p:cNvGrpSpPr/>
          <p:nvPr/>
        </p:nvGrpSpPr>
        <p:grpSpPr>
          <a:xfrm>
            <a:off x="4120191" y="3241096"/>
            <a:ext cx="251928" cy="462606"/>
            <a:chOff x="4109296" y="3277230"/>
            <a:chExt cx="284825" cy="523014"/>
          </a:xfrm>
        </p:grpSpPr>
        <p:sp>
          <p:nvSpPr>
            <p:cNvPr id="6336" name="Google Shape;6336;p66"/>
            <p:cNvSpPr/>
            <p:nvPr/>
          </p:nvSpPr>
          <p:spPr>
            <a:xfrm>
              <a:off x="4109296" y="3277230"/>
              <a:ext cx="284825" cy="523014"/>
            </a:xfrm>
            <a:custGeom>
              <a:rect b="b" l="l" r="r" t="t"/>
              <a:pathLst>
                <a:path extrusionOk="0" h="15757" w="8581">
                  <a:moveTo>
                    <a:pt x="7411" y="468"/>
                  </a:moveTo>
                  <a:cubicBezTo>
                    <a:pt x="7797" y="468"/>
                    <a:pt x="8113" y="783"/>
                    <a:pt x="8113" y="1170"/>
                  </a:cubicBezTo>
                  <a:lnTo>
                    <a:pt x="8113" y="1872"/>
                  </a:lnTo>
                  <a:lnTo>
                    <a:pt x="469" y="1872"/>
                  </a:lnTo>
                  <a:lnTo>
                    <a:pt x="469" y="1170"/>
                  </a:lnTo>
                  <a:cubicBezTo>
                    <a:pt x="469" y="783"/>
                    <a:pt x="785" y="468"/>
                    <a:pt x="1170" y="468"/>
                  </a:cubicBezTo>
                  <a:close/>
                  <a:moveTo>
                    <a:pt x="8114" y="2339"/>
                  </a:moveTo>
                  <a:lnTo>
                    <a:pt x="8113" y="3929"/>
                  </a:lnTo>
                  <a:lnTo>
                    <a:pt x="7482" y="3875"/>
                  </a:lnTo>
                  <a:lnTo>
                    <a:pt x="6788" y="3208"/>
                  </a:lnTo>
                  <a:lnTo>
                    <a:pt x="6654" y="2339"/>
                  </a:lnTo>
                  <a:close/>
                  <a:moveTo>
                    <a:pt x="3729" y="3651"/>
                  </a:moveTo>
                  <a:cubicBezTo>
                    <a:pt x="4250" y="3651"/>
                    <a:pt x="4740" y="3853"/>
                    <a:pt x="5109" y="4222"/>
                  </a:cubicBezTo>
                  <a:cubicBezTo>
                    <a:pt x="5869" y="4982"/>
                    <a:pt x="5869" y="6220"/>
                    <a:pt x="5109" y="6980"/>
                  </a:cubicBezTo>
                  <a:lnTo>
                    <a:pt x="3729" y="8358"/>
                  </a:lnTo>
                  <a:lnTo>
                    <a:pt x="2349" y="6980"/>
                  </a:lnTo>
                  <a:cubicBezTo>
                    <a:pt x="1589" y="6220"/>
                    <a:pt x="1589" y="4982"/>
                    <a:pt x="2349" y="4222"/>
                  </a:cubicBezTo>
                  <a:cubicBezTo>
                    <a:pt x="2719" y="3853"/>
                    <a:pt x="3208" y="3651"/>
                    <a:pt x="3729" y="3651"/>
                  </a:cubicBezTo>
                  <a:close/>
                  <a:moveTo>
                    <a:pt x="3132" y="2339"/>
                  </a:moveTo>
                  <a:lnTo>
                    <a:pt x="3308" y="3218"/>
                  </a:lnTo>
                  <a:cubicBezTo>
                    <a:pt x="2822" y="3304"/>
                    <a:pt x="2375" y="3534"/>
                    <a:pt x="2018" y="3890"/>
                  </a:cubicBezTo>
                  <a:cubicBezTo>
                    <a:pt x="1076" y="4832"/>
                    <a:pt x="1076" y="6366"/>
                    <a:pt x="2018" y="7309"/>
                  </a:cubicBezTo>
                  <a:lnTo>
                    <a:pt x="3729" y="9019"/>
                  </a:lnTo>
                  <a:lnTo>
                    <a:pt x="5439" y="7309"/>
                  </a:lnTo>
                  <a:cubicBezTo>
                    <a:pt x="5735" y="7013"/>
                    <a:pt x="5940" y="6657"/>
                    <a:pt x="6050" y="6280"/>
                  </a:cubicBezTo>
                  <a:lnTo>
                    <a:pt x="6811" y="6704"/>
                  </a:lnTo>
                  <a:lnTo>
                    <a:pt x="5917" y="9132"/>
                  </a:lnTo>
                  <a:lnTo>
                    <a:pt x="3748" y="9989"/>
                  </a:lnTo>
                  <a:lnTo>
                    <a:pt x="1799" y="8906"/>
                  </a:lnTo>
                  <a:lnTo>
                    <a:pt x="469" y="9211"/>
                  </a:lnTo>
                  <a:lnTo>
                    <a:pt x="469" y="2339"/>
                  </a:lnTo>
                  <a:close/>
                  <a:moveTo>
                    <a:pt x="6180" y="2338"/>
                  </a:moveTo>
                  <a:lnTo>
                    <a:pt x="6351" y="3435"/>
                  </a:lnTo>
                  <a:lnTo>
                    <a:pt x="7278" y="4327"/>
                  </a:lnTo>
                  <a:lnTo>
                    <a:pt x="8114" y="4396"/>
                  </a:lnTo>
                  <a:lnTo>
                    <a:pt x="8113" y="9733"/>
                  </a:lnTo>
                  <a:lnTo>
                    <a:pt x="6672" y="10036"/>
                  </a:lnTo>
                  <a:lnTo>
                    <a:pt x="5462" y="11215"/>
                  </a:lnTo>
                  <a:lnTo>
                    <a:pt x="2944" y="11564"/>
                  </a:lnTo>
                  <a:lnTo>
                    <a:pt x="2545" y="12479"/>
                  </a:lnTo>
                  <a:lnTo>
                    <a:pt x="470" y="12479"/>
                  </a:lnTo>
                  <a:lnTo>
                    <a:pt x="470" y="9694"/>
                  </a:lnTo>
                  <a:lnTo>
                    <a:pt x="1729" y="9405"/>
                  </a:lnTo>
                  <a:lnTo>
                    <a:pt x="3713" y="10507"/>
                  </a:lnTo>
                  <a:lnTo>
                    <a:pt x="6284" y="9493"/>
                  </a:lnTo>
                  <a:lnTo>
                    <a:pt x="7389" y="6492"/>
                  </a:lnTo>
                  <a:lnTo>
                    <a:pt x="6139" y="5796"/>
                  </a:lnTo>
                  <a:cubicBezTo>
                    <a:pt x="6192" y="5113"/>
                    <a:pt x="5960" y="4411"/>
                    <a:pt x="5440" y="3890"/>
                  </a:cubicBezTo>
                  <a:cubicBezTo>
                    <a:pt x="4996" y="3445"/>
                    <a:pt x="4406" y="3196"/>
                    <a:pt x="3780" y="3182"/>
                  </a:cubicBezTo>
                  <a:lnTo>
                    <a:pt x="3610" y="2338"/>
                  </a:lnTo>
                  <a:close/>
                  <a:moveTo>
                    <a:pt x="8113" y="10209"/>
                  </a:moveTo>
                  <a:lnTo>
                    <a:pt x="8113" y="12479"/>
                  </a:lnTo>
                  <a:lnTo>
                    <a:pt x="3055" y="12479"/>
                  </a:lnTo>
                  <a:lnTo>
                    <a:pt x="3268" y="11991"/>
                  </a:lnTo>
                  <a:lnTo>
                    <a:pt x="5678" y="11655"/>
                  </a:lnTo>
                  <a:lnTo>
                    <a:pt x="6902" y="10463"/>
                  </a:lnTo>
                  <a:lnTo>
                    <a:pt x="8113" y="10209"/>
                  </a:lnTo>
                  <a:close/>
                  <a:moveTo>
                    <a:pt x="8113" y="12948"/>
                  </a:moveTo>
                  <a:lnTo>
                    <a:pt x="8113" y="14586"/>
                  </a:lnTo>
                  <a:cubicBezTo>
                    <a:pt x="8113" y="14972"/>
                    <a:pt x="7797" y="15287"/>
                    <a:pt x="7411" y="15287"/>
                  </a:cubicBezTo>
                  <a:lnTo>
                    <a:pt x="1170" y="15287"/>
                  </a:lnTo>
                  <a:cubicBezTo>
                    <a:pt x="785" y="15287"/>
                    <a:pt x="469" y="14972"/>
                    <a:pt x="469" y="14586"/>
                  </a:cubicBezTo>
                  <a:lnTo>
                    <a:pt x="469" y="12948"/>
                  </a:lnTo>
                  <a:close/>
                  <a:moveTo>
                    <a:pt x="1170" y="0"/>
                  </a:moveTo>
                  <a:cubicBezTo>
                    <a:pt x="526" y="0"/>
                    <a:pt x="1" y="524"/>
                    <a:pt x="1" y="1170"/>
                  </a:cubicBezTo>
                  <a:lnTo>
                    <a:pt x="1" y="14587"/>
                  </a:lnTo>
                  <a:cubicBezTo>
                    <a:pt x="1" y="15231"/>
                    <a:pt x="526" y="15757"/>
                    <a:pt x="1170" y="15757"/>
                  </a:cubicBezTo>
                  <a:lnTo>
                    <a:pt x="7411" y="15757"/>
                  </a:lnTo>
                  <a:cubicBezTo>
                    <a:pt x="8056" y="15757"/>
                    <a:pt x="8580" y="15231"/>
                    <a:pt x="8580" y="14587"/>
                  </a:cubicBezTo>
                  <a:lnTo>
                    <a:pt x="8580" y="1170"/>
                  </a:lnTo>
                  <a:cubicBezTo>
                    <a:pt x="8580" y="524"/>
                    <a:pt x="8056" y="0"/>
                    <a:pt x="74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4228391" y="3722507"/>
              <a:ext cx="46602" cy="46635"/>
            </a:xfrm>
            <a:custGeom>
              <a:rect b="b" l="l" r="r" t="t"/>
              <a:pathLst>
                <a:path extrusionOk="0" h="1405" w="1404">
                  <a:moveTo>
                    <a:pt x="936" y="469"/>
                  </a:moveTo>
                  <a:lnTo>
                    <a:pt x="936" y="936"/>
                  </a:lnTo>
                  <a:lnTo>
                    <a:pt x="468" y="936"/>
                  </a:lnTo>
                  <a:lnTo>
                    <a:pt x="468" y="469"/>
                  </a:lnTo>
                  <a:close/>
                  <a:moveTo>
                    <a:pt x="0" y="0"/>
                  </a:moveTo>
                  <a:lnTo>
                    <a:pt x="0" y="1405"/>
                  </a:lnTo>
                  <a:lnTo>
                    <a:pt x="1404" y="1405"/>
                  </a:lnTo>
                  <a:lnTo>
                    <a:pt x="14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6"/>
            <p:cNvSpPr/>
            <p:nvPr/>
          </p:nvSpPr>
          <p:spPr>
            <a:xfrm>
              <a:off x="4212823" y="3308265"/>
              <a:ext cx="15600" cy="15567"/>
            </a:xfrm>
            <a:custGeom>
              <a:rect b="b" l="l" r="r" t="t"/>
              <a:pathLst>
                <a:path extrusionOk="0" h="469" w="470">
                  <a:moveTo>
                    <a:pt x="1" y="1"/>
                  </a:moveTo>
                  <a:lnTo>
                    <a:pt x="1"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6"/>
            <p:cNvSpPr/>
            <p:nvPr/>
          </p:nvSpPr>
          <p:spPr>
            <a:xfrm>
              <a:off x="4274960" y="3308265"/>
              <a:ext cx="15600" cy="15567"/>
            </a:xfrm>
            <a:custGeom>
              <a:rect b="b" l="l" r="r" t="t"/>
              <a:pathLst>
                <a:path extrusionOk="0" h="469" w="470">
                  <a:moveTo>
                    <a:pt x="1" y="1"/>
                  </a:moveTo>
                  <a:lnTo>
                    <a:pt x="1"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4243892" y="3308265"/>
              <a:ext cx="15600" cy="15567"/>
            </a:xfrm>
            <a:custGeom>
              <a:rect b="b" l="l" r="r" t="t"/>
              <a:pathLst>
                <a:path extrusionOk="0" h="469" w="470">
                  <a:moveTo>
                    <a:pt x="1" y="1"/>
                  </a:moveTo>
                  <a:lnTo>
                    <a:pt x="1"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4189024" y="3419061"/>
              <a:ext cx="88093" cy="88060"/>
            </a:xfrm>
            <a:custGeom>
              <a:rect b="b" l="l" r="r" t="t"/>
              <a:pathLst>
                <a:path extrusionOk="0" h="2653" w="2654">
                  <a:moveTo>
                    <a:pt x="1327" y="469"/>
                  </a:moveTo>
                  <a:cubicBezTo>
                    <a:pt x="1800" y="469"/>
                    <a:pt x="2185" y="853"/>
                    <a:pt x="2185" y="1327"/>
                  </a:cubicBezTo>
                  <a:cubicBezTo>
                    <a:pt x="2185" y="1800"/>
                    <a:pt x="1801" y="2185"/>
                    <a:pt x="1327" y="2185"/>
                  </a:cubicBezTo>
                  <a:cubicBezTo>
                    <a:pt x="853" y="2185"/>
                    <a:pt x="469" y="1800"/>
                    <a:pt x="469" y="1327"/>
                  </a:cubicBezTo>
                  <a:cubicBezTo>
                    <a:pt x="469" y="853"/>
                    <a:pt x="854" y="469"/>
                    <a:pt x="1327" y="469"/>
                  </a:cubicBezTo>
                  <a:close/>
                  <a:moveTo>
                    <a:pt x="1327" y="0"/>
                  </a:moveTo>
                  <a:cubicBezTo>
                    <a:pt x="595" y="0"/>
                    <a:pt x="0" y="595"/>
                    <a:pt x="0" y="1327"/>
                  </a:cubicBezTo>
                  <a:cubicBezTo>
                    <a:pt x="0" y="2058"/>
                    <a:pt x="595" y="2653"/>
                    <a:pt x="1327" y="2653"/>
                  </a:cubicBezTo>
                  <a:cubicBezTo>
                    <a:pt x="2059" y="2653"/>
                    <a:pt x="2654" y="2058"/>
                    <a:pt x="2654" y="1327"/>
                  </a:cubicBezTo>
                  <a:cubicBezTo>
                    <a:pt x="2654" y="597"/>
                    <a:pt x="2059" y="0"/>
                    <a:pt x="13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4139866" y="3722507"/>
              <a:ext cx="31101" cy="15567"/>
            </a:xfrm>
            <a:custGeom>
              <a:rect b="b" l="l" r="r" t="t"/>
              <a:pathLst>
                <a:path extrusionOk="0" h="469" w="937">
                  <a:moveTo>
                    <a:pt x="0" y="0"/>
                  </a:moveTo>
                  <a:lnTo>
                    <a:pt x="0" y="469"/>
                  </a:lnTo>
                  <a:lnTo>
                    <a:pt x="936" y="469"/>
                  </a:lnTo>
                  <a:lnTo>
                    <a:pt x="9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4148131" y="3308265"/>
              <a:ext cx="15567" cy="15567"/>
            </a:xfrm>
            <a:custGeom>
              <a:rect b="b" l="l" r="r" t="t"/>
              <a:pathLst>
                <a:path extrusionOk="0" h="469" w="469">
                  <a:moveTo>
                    <a:pt x="0" y="1"/>
                  </a:moveTo>
                  <a:lnTo>
                    <a:pt x="0"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4309712" y="3308265"/>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6"/>
            <p:cNvSpPr/>
            <p:nvPr/>
          </p:nvSpPr>
          <p:spPr>
            <a:xfrm>
              <a:off x="4340747" y="3308265"/>
              <a:ext cx="20745" cy="15567"/>
            </a:xfrm>
            <a:custGeom>
              <a:rect b="b" l="l" r="r" t="t"/>
              <a:pathLst>
                <a:path extrusionOk="0" h="469" w="625">
                  <a:moveTo>
                    <a:pt x="0" y="1"/>
                  </a:moveTo>
                  <a:lnTo>
                    <a:pt x="0" y="468"/>
                  </a:lnTo>
                  <a:lnTo>
                    <a:pt x="625" y="468"/>
                  </a:lnTo>
                  <a:lnTo>
                    <a:pt x="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6"/>
            <p:cNvSpPr/>
            <p:nvPr/>
          </p:nvSpPr>
          <p:spPr>
            <a:xfrm>
              <a:off x="4187498" y="3738041"/>
              <a:ext cx="16596" cy="20015"/>
            </a:xfrm>
            <a:custGeom>
              <a:rect b="b" l="l" r="r" t="t"/>
              <a:pathLst>
                <a:path extrusionOk="0" h="603" w="500">
                  <a:moveTo>
                    <a:pt x="1" y="1"/>
                  </a:moveTo>
                  <a:lnTo>
                    <a:pt x="1" y="468"/>
                  </a:lnTo>
                  <a:lnTo>
                    <a:pt x="87" y="468"/>
                  </a:lnTo>
                  <a:lnTo>
                    <a:pt x="1" y="1"/>
                  </a:lnTo>
                  <a:close/>
                  <a:moveTo>
                    <a:pt x="87" y="468"/>
                  </a:moveTo>
                  <a:lnTo>
                    <a:pt x="112" y="603"/>
                  </a:lnTo>
                  <a:lnTo>
                    <a:pt x="499" y="46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6"/>
            <p:cNvSpPr/>
            <p:nvPr/>
          </p:nvSpPr>
          <p:spPr>
            <a:xfrm>
              <a:off x="4299323" y="3738041"/>
              <a:ext cx="16629" cy="15567"/>
            </a:xfrm>
            <a:custGeom>
              <a:rect b="b" l="l" r="r" t="t"/>
              <a:pathLst>
                <a:path extrusionOk="0" h="469" w="501">
                  <a:moveTo>
                    <a:pt x="1" y="1"/>
                  </a:moveTo>
                  <a:lnTo>
                    <a:pt x="1" y="468"/>
                  </a:lnTo>
                  <a:lnTo>
                    <a:pt x="500" y="468"/>
                  </a:lnTo>
                  <a:lnTo>
                    <a:pt x="5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6"/>
            <p:cNvSpPr/>
            <p:nvPr/>
          </p:nvSpPr>
          <p:spPr>
            <a:xfrm>
              <a:off x="4135352" y="3395660"/>
              <a:ext cx="21509" cy="21509"/>
            </a:xfrm>
            <a:custGeom>
              <a:rect b="b" l="l" r="r" t="t"/>
              <a:pathLst>
                <a:path extrusionOk="0" h="648" w="648">
                  <a:moveTo>
                    <a:pt x="275" y="1"/>
                  </a:moveTo>
                  <a:cubicBezTo>
                    <a:pt x="172" y="134"/>
                    <a:pt x="80" y="275"/>
                    <a:pt x="1" y="423"/>
                  </a:cubicBezTo>
                  <a:lnTo>
                    <a:pt x="410" y="647"/>
                  </a:lnTo>
                  <a:cubicBezTo>
                    <a:pt x="479" y="522"/>
                    <a:pt x="559" y="399"/>
                    <a:pt x="647" y="285"/>
                  </a:cubicBezTo>
                  <a:lnTo>
                    <a:pt x="2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4155500" y="3368476"/>
              <a:ext cx="27052" cy="25890"/>
            </a:xfrm>
            <a:custGeom>
              <a:rect b="b" l="l" r="r" t="t"/>
              <a:pathLst>
                <a:path extrusionOk="0" h="780" w="815">
                  <a:moveTo>
                    <a:pt x="567" y="1"/>
                  </a:moveTo>
                  <a:cubicBezTo>
                    <a:pt x="365" y="127"/>
                    <a:pt x="175" y="276"/>
                    <a:pt x="1" y="444"/>
                  </a:cubicBezTo>
                  <a:lnTo>
                    <a:pt x="327" y="780"/>
                  </a:lnTo>
                  <a:cubicBezTo>
                    <a:pt x="475" y="635"/>
                    <a:pt x="640" y="506"/>
                    <a:pt x="815" y="397"/>
                  </a:cubicBezTo>
                  <a:lnTo>
                    <a:pt x="5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4323155" y="3425235"/>
              <a:ext cx="21276" cy="37906"/>
            </a:xfrm>
            <a:custGeom>
              <a:rect b="b" l="l" r="r" t="t"/>
              <a:pathLst>
                <a:path extrusionOk="0" h="1142" w="641">
                  <a:moveTo>
                    <a:pt x="441" y="0"/>
                  </a:moveTo>
                  <a:lnTo>
                    <a:pt x="1" y="160"/>
                  </a:lnTo>
                  <a:cubicBezTo>
                    <a:pt x="113" y="473"/>
                    <a:pt x="171" y="804"/>
                    <a:pt x="171" y="1141"/>
                  </a:cubicBezTo>
                  <a:lnTo>
                    <a:pt x="639" y="1141"/>
                  </a:lnTo>
                  <a:cubicBezTo>
                    <a:pt x="641" y="749"/>
                    <a:pt x="574" y="365"/>
                    <a:pt x="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4275225" y="3363065"/>
              <a:ext cx="32827" cy="29176"/>
            </a:xfrm>
            <a:custGeom>
              <a:rect b="b" l="l" r="r" t="t"/>
              <a:pathLst>
                <a:path extrusionOk="0" h="879" w="989">
                  <a:moveTo>
                    <a:pt x="207" y="1"/>
                  </a:moveTo>
                  <a:lnTo>
                    <a:pt x="1" y="420"/>
                  </a:lnTo>
                  <a:cubicBezTo>
                    <a:pt x="184" y="511"/>
                    <a:pt x="359" y="621"/>
                    <a:pt x="520" y="749"/>
                  </a:cubicBezTo>
                  <a:cubicBezTo>
                    <a:pt x="572" y="791"/>
                    <a:pt x="623" y="833"/>
                    <a:pt x="673" y="879"/>
                  </a:cubicBezTo>
                  <a:lnTo>
                    <a:pt x="989" y="532"/>
                  </a:lnTo>
                  <a:cubicBezTo>
                    <a:pt x="929" y="480"/>
                    <a:pt x="870" y="430"/>
                    <a:pt x="810" y="382"/>
                  </a:cubicBezTo>
                  <a:cubicBezTo>
                    <a:pt x="622" y="233"/>
                    <a:pt x="420" y="105"/>
                    <a:pt x="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6"/>
            <p:cNvSpPr/>
            <p:nvPr/>
          </p:nvSpPr>
          <p:spPr>
            <a:xfrm>
              <a:off x="4261318" y="3536032"/>
              <a:ext cx="42154" cy="42984"/>
            </a:xfrm>
            <a:custGeom>
              <a:rect b="b" l="l" r="r" t="t"/>
              <a:pathLst>
                <a:path extrusionOk="0" h="1295" w="1270">
                  <a:moveTo>
                    <a:pt x="830" y="1"/>
                  </a:moveTo>
                  <a:lnTo>
                    <a:pt x="603" y="620"/>
                  </a:lnTo>
                  <a:lnTo>
                    <a:pt x="0" y="859"/>
                  </a:lnTo>
                  <a:lnTo>
                    <a:pt x="171" y="1294"/>
                  </a:lnTo>
                  <a:lnTo>
                    <a:pt x="970" y="979"/>
                  </a:lnTo>
                  <a:lnTo>
                    <a:pt x="1270" y="162"/>
                  </a:lnTo>
                  <a:lnTo>
                    <a:pt x="8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6"/>
            <p:cNvSpPr/>
            <p:nvPr/>
          </p:nvSpPr>
          <p:spPr>
            <a:xfrm>
              <a:off x="4138008" y="3539716"/>
              <a:ext cx="39731" cy="23467"/>
            </a:xfrm>
            <a:custGeom>
              <a:rect b="b" l="l" r="r" t="t"/>
              <a:pathLst>
                <a:path extrusionOk="0" h="707" w="1197">
                  <a:moveTo>
                    <a:pt x="1092" y="0"/>
                  </a:moveTo>
                  <a:lnTo>
                    <a:pt x="0" y="251"/>
                  </a:lnTo>
                  <a:lnTo>
                    <a:pt x="105" y="707"/>
                  </a:lnTo>
                  <a:lnTo>
                    <a:pt x="1197" y="456"/>
                  </a:lnTo>
                  <a:lnTo>
                    <a:pt x="10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4336731" y="3571182"/>
              <a:ext cx="19949" cy="19982"/>
            </a:xfrm>
            <a:custGeom>
              <a:rect b="b" l="l" r="r" t="t"/>
              <a:pathLst>
                <a:path extrusionOk="0" h="602" w="601">
                  <a:moveTo>
                    <a:pt x="161" y="1"/>
                  </a:moveTo>
                  <a:lnTo>
                    <a:pt x="0" y="440"/>
                  </a:lnTo>
                  <a:lnTo>
                    <a:pt x="440" y="602"/>
                  </a:lnTo>
                  <a:lnTo>
                    <a:pt x="601" y="163"/>
                  </a:lnTo>
                  <a:lnTo>
                    <a:pt x="1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4347419" y="3540712"/>
              <a:ext cx="20480" cy="21310"/>
            </a:xfrm>
            <a:custGeom>
              <a:rect b="b" l="l" r="r" t="t"/>
              <a:pathLst>
                <a:path extrusionOk="0" h="642" w="617">
                  <a:moveTo>
                    <a:pt x="177" y="0"/>
                  </a:moveTo>
                  <a:lnTo>
                    <a:pt x="1" y="479"/>
                  </a:lnTo>
                  <a:lnTo>
                    <a:pt x="439" y="642"/>
                  </a:lnTo>
                  <a:lnTo>
                    <a:pt x="616" y="162"/>
                  </a:lnTo>
                  <a:lnTo>
                    <a:pt x="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4312567" y="3660570"/>
              <a:ext cx="21940" cy="22007"/>
            </a:xfrm>
            <a:custGeom>
              <a:rect b="b" l="l" r="r" t="t"/>
              <a:pathLst>
                <a:path extrusionOk="0" h="663" w="661">
                  <a:moveTo>
                    <a:pt x="335" y="1"/>
                  </a:moveTo>
                  <a:lnTo>
                    <a:pt x="0" y="327"/>
                  </a:lnTo>
                  <a:lnTo>
                    <a:pt x="326" y="662"/>
                  </a:lnTo>
                  <a:lnTo>
                    <a:pt x="661" y="336"/>
                  </a:lnTo>
                  <a:lnTo>
                    <a:pt x="3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4334773" y="3634149"/>
              <a:ext cx="26853" cy="26753"/>
            </a:xfrm>
            <a:custGeom>
              <a:rect b="b" l="l" r="r" t="t"/>
              <a:pathLst>
                <a:path extrusionOk="0" h="806" w="809">
                  <a:moveTo>
                    <a:pt x="482" y="0"/>
                  </a:moveTo>
                  <a:lnTo>
                    <a:pt x="0" y="471"/>
                  </a:lnTo>
                  <a:lnTo>
                    <a:pt x="327" y="806"/>
                  </a:lnTo>
                  <a:lnTo>
                    <a:pt x="809" y="335"/>
                  </a:lnTo>
                  <a:lnTo>
                    <a:pt x="4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4345693" y="3361837"/>
              <a:ext cx="25293" cy="25160"/>
            </a:xfrm>
            <a:custGeom>
              <a:rect b="b" l="l" r="r" t="t"/>
              <a:pathLst>
                <a:path extrusionOk="0" h="758" w="762">
                  <a:moveTo>
                    <a:pt x="324" y="0"/>
                  </a:moveTo>
                  <a:lnTo>
                    <a:pt x="0" y="337"/>
                  </a:lnTo>
                  <a:lnTo>
                    <a:pt x="436" y="757"/>
                  </a:lnTo>
                  <a:lnTo>
                    <a:pt x="761" y="420"/>
                  </a:lnTo>
                  <a:lnTo>
                    <a:pt x="3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4140364" y="3612242"/>
              <a:ext cx="15567" cy="15534"/>
            </a:xfrm>
            <a:custGeom>
              <a:rect b="b" l="l" r="r" t="t"/>
              <a:pathLst>
                <a:path extrusionOk="0" h="468" w="469">
                  <a:moveTo>
                    <a:pt x="1" y="1"/>
                  </a:moveTo>
                  <a:lnTo>
                    <a:pt x="1"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4140364" y="3643310"/>
              <a:ext cx="42984" cy="32628"/>
            </a:xfrm>
            <a:custGeom>
              <a:rect b="b" l="l" r="r" t="t"/>
              <a:pathLst>
                <a:path extrusionOk="0" h="983" w="1295">
                  <a:moveTo>
                    <a:pt x="1" y="0"/>
                  </a:moveTo>
                  <a:lnTo>
                    <a:pt x="1" y="983"/>
                  </a:lnTo>
                  <a:lnTo>
                    <a:pt x="1294" y="983"/>
                  </a:lnTo>
                  <a:lnTo>
                    <a:pt x="1294" y="514"/>
                  </a:lnTo>
                  <a:lnTo>
                    <a:pt x="469" y="514"/>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6"/>
            <p:cNvSpPr/>
            <p:nvPr/>
          </p:nvSpPr>
          <p:spPr>
            <a:xfrm>
              <a:off x="4329362" y="3722507"/>
              <a:ext cx="33690" cy="38868"/>
            </a:xfrm>
            <a:custGeom>
              <a:rect b="b" l="l" r="r" t="t"/>
              <a:pathLst>
                <a:path extrusionOk="0" h="1171" w="1015">
                  <a:moveTo>
                    <a:pt x="1" y="0"/>
                  </a:moveTo>
                  <a:lnTo>
                    <a:pt x="1" y="469"/>
                  </a:lnTo>
                  <a:lnTo>
                    <a:pt x="547" y="469"/>
                  </a:lnTo>
                  <a:lnTo>
                    <a:pt x="547" y="1171"/>
                  </a:lnTo>
                  <a:lnTo>
                    <a:pt x="1014" y="1171"/>
                  </a:lnTo>
                  <a:lnTo>
                    <a:pt x="10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6"/>
            <p:cNvSpPr/>
            <p:nvPr/>
          </p:nvSpPr>
          <p:spPr>
            <a:xfrm>
              <a:off x="4225304" y="3455341"/>
              <a:ext cx="15534" cy="15534"/>
            </a:xfrm>
            <a:custGeom>
              <a:rect b="b" l="l" r="r" t="t"/>
              <a:pathLst>
                <a:path extrusionOk="0" h="468" w="468">
                  <a:moveTo>
                    <a:pt x="0" y="0"/>
                  </a:moveTo>
                  <a:lnTo>
                    <a:pt x="0" y="468"/>
                  </a:lnTo>
                  <a:lnTo>
                    <a:pt x="468" y="468"/>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4225304" y="3518506"/>
              <a:ext cx="15534" cy="15534"/>
            </a:xfrm>
            <a:custGeom>
              <a:rect b="b" l="l" r="r" t="t"/>
              <a:pathLst>
                <a:path extrusionOk="0" h="468" w="468">
                  <a:moveTo>
                    <a:pt x="0" y="0"/>
                  </a:moveTo>
                  <a:lnTo>
                    <a:pt x="0" y="468"/>
                  </a:lnTo>
                  <a:lnTo>
                    <a:pt x="468" y="468"/>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4" name="Google Shape;6364;p66"/>
          <p:cNvSpPr/>
          <p:nvPr/>
        </p:nvSpPr>
        <p:spPr>
          <a:xfrm>
            <a:off x="3589399" y="3129801"/>
            <a:ext cx="27364" cy="13682"/>
          </a:xfrm>
          <a:custGeom>
            <a:rect b="b" l="l" r="r" t="t"/>
            <a:pathLst>
              <a:path extrusionOk="0" h="466" w="932">
                <a:moveTo>
                  <a:pt x="0" y="0"/>
                </a:moveTo>
                <a:lnTo>
                  <a:pt x="0" y="466"/>
                </a:lnTo>
                <a:lnTo>
                  <a:pt x="931" y="466"/>
                </a:lnTo>
                <a:lnTo>
                  <a:pt x="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5" name="Google Shape;6365;p66"/>
          <p:cNvGrpSpPr/>
          <p:nvPr/>
        </p:nvGrpSpPr>
        <p:grpSpPr>
          <a:xfrm>
            <a:off x="3371853" y="3242329"/>
            <a:ext cx="462635" cy="460140"/>
            <a:chOff x="3359445" y="2902613"/>
            <a:chExt cx="523047" cy="520226"/>
          </a:xfrm>
        </p:grpSpPr>
        <p:sp>
          <p:nvSpPr>
            <p:cNvPr id="6366" name="Google Shape;6366;p66"/>
            <p:cNvSpPr/>
            <p:nvPr/>
          </p:nvSpPr>
          <p:spPr>
            <a:xfrm>
              <a:off x="3359445" y="2902613"/>
              <a:ext cx="523047" cy="520226"/>
            </a:xfrm>
            <a:custGeom>
              <a:rect b="b" l="l" r="r" t="t"/>
              <a:pathLst>
                <a:path extrusionOk="0" h="15673" w="15758">
                  <a:moveTo>
                    <a:pt x="8732" y="467"/>
                  </a:moveTo>
                  <a:lnTo>
                    <a:pt x="8732" y="1863"/>
                  </a:lnTo>
                  <a:lnTo>
                    <a:pt x="7026" y="1863"/>
                  </a:lnTo>
                  <a:lnTo>
                    <a:pt x="7026" y="467"/>
                  </a:lnTo>
                  <a:close/>
                  <a:moveTo>
                    <a:pt x="7026" y="3414"/>
                  </a:moveTo>
                  <a:lnTo>
                    <a:pt x="7026" y="5432"/>
                  </a:lnTo>
                  <a:lnTo>
                    <a:pt x="1179" y="5432"/>
                  </a:lnTo>
                  <a:lnTo>
                    <a:pt x="1179" y="5431"/>
                  </a:lnTo>
                  <a:lnTo>
                    <a:pt x="549" y="4423"/>
                  </a:lnTo>
                  <a:lnTo>
                    <a:pt x="1179" y="3414"/>
                  </a:lnTo>
                  <a:close/>
                  <a:moveTo>
                    <a:pt x="14578" y="5896"/>
                  </a:moveTo>
                  <a:lnTo>
                    <a:pt x="14578" y="5897"/>
                  </a:lnTo>
                  <a:lnTo>
                    <a:pt x="15209" y="6906"/>
                  </a:lnTo>
                  <a:lnTo>
                    <a:pt x="14578" y="7914"/>
                  </a:lnTo>
                  <a:lnTo>
                    <a:pt x="8733" y="7914"/>
                  </a:lnTo>
                  <a:lnTo>
                    <a:pt x="8733" y="5896"/>
                  </a:lnTo>
                  <a:close/>
                  <a:moveTo>
                    <a:pt x="7026" y="8381"/>
                  </a:moveTo>
                  <a:lnTo>
                    <a:pt x="7026" y="10399"/>
                  </a:lnTo>
                  <a:lnTo>
                    <a:pt x="2421" y="10399"/>
                  </a:lnTo>
                  <a:lnTo>
                    <a:pt x="2421" y="10398"/>
                  </a:lnTo>
                  <a:lnTo>
                    <a:pt x="1791" y="9390"/>
                  </a:lnTo>
                  <a:lnTo>
                    <a:pt x="2421" y="8381"/>
                  </a:lnTo>
                  <a:close/>
                  <a:moveTo>
                    <a:pt x="8267" y="2328"/>
                  </a:moveTo>
                  <a:lnTo>
                    <a:pt x="8267" y="13967"/>
                  </a:lnTo>
                  <a:lnTo>
                    <a:pt x="7491" y="13967"/>
                  </a:lnTo>
                  <a:lnTo>
                    <a:pt x="7491" y="2328"/>
                  </a:lnTo>
                  <a:close/>
                  <a:moveTo>
                    <a:pt x="10439" y="14432"/>
                  </a:moveTo>
                  <a:lnTo>
                    <a:pt x="10439" y="15208"/>
                  </a:lnTo>
                  <a:lnTo>
                    <a:pt x="5318" y="15208"/>
                  </a:lnTo>
                  <a:lnTo>
                    <a:pt x="5318" y="14432"/>
                  </a:lnTo>
                  <a:close/>
                  <a:moveTo>
                    <a:pt x="6559" y="0"/>
                  </a:moveTo>
                  <a:lnTo>
                    <a:pt x="6559" y="2328"/>
                  </a:lnTo>
                  <a:lnTo>
                    <a:pt x="7025" y="2328"/>
                  </a:lnTo>
                  <a:lnTo>
                    <a:pt x="7025" y="2949"/>
                  </a:lnTo>
                  <a:lnTo>
                    <a:pt x="922" y="2949"/>
                  </a:lnTo>
                  <a:lnTo>
                    <a:pt x="1" y="4423"/>
                  </a:lnTo>
                  <a:lnTo>
                    <a:pt x="922" y="5896"/>
                  </a:lnTo>
                  <a:lnTo>
                    <a:pt x="7025" y="5896"/>
                  </a:lnTo>
                  <a:lnTo>
                    <a:pt x="7025" y="7914"/>
                  </a:lnTo>
                  <a:lnTo>
                    <a:pt x="2163" y="7914"/>
                  </a:lnTo>
                  <a:lnTo>
                    <a:pt x="1242" y="9388"/>
                  </a:lnTo>
                  <a:lnTo>
                    <a:pt x="2163" y="10861"/>
                  </a:lnTo>
                  <a:lnTo>
                    <a:pt x="7025" y="10861"/>
                  </a:lnTo>
                  <a:lnTo>
                    <a:pt x="7025" y="13966"/>
                  </a:lnTo>
                  <a:lnTo>
                    <a:pt x="4852" y="13966"/>
                  </a:lnTo>
                  <a:lnTo>
                    <a:pt x="4852" y="15672"/>
                  </a:lnTo>
                  <a:lnTo>
                    <a:pt x="10905" y="15672"/>
                  </a:lnTo>
                  <a:lnTo>
                    <a:pt x="10905" y="13966"/>
                  </a:lnTo>
                  <a:lnTo>
                    <a:pt x="8731" y="13966"/>
                  </a:lnTo>
                  <a:lnTo>
                    <a:pt x="8731" y="8379"/>
                  </a:lnTo>
                  <a:lnTo>
                    <a:pt x="14836" y="8379"/>
                  </a:lnTo>
                  <a:lnTo>
                    <a:pt x="15757" y="6906"/>
                  </a:lnTo>
                  <a:lnTo>
                    <a:pt x="14836" y="5432"/>
                  </a:lnTo>
                  <a:lnTo>
                    <a:pt x="8733" y="5432"/>
                  </a:lnTo>
                  <a:lnTo>
                    <a:pt x="8733" y="2328"/>
                  </a:lnTo>
                  <a:lnTo>
                    <a:pt x="9198" y="2328"/>
                  </a:lnTo>
                  <a:lnTo>
                    <a:pt x="91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6"/>
            <p:cNvSpPr/>
            <p:nvPr/>
          </p:nvSpPr>
          <p:spPr>
            <a:xfrm>
              <a:off x="3456101" y="3042685"/>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6"/>
            <p:cNvSpPr/>
            <p:nvPr/>
          </p:nvSpPr>
          <p:spPr>
            <a:xfrm>
              <a:off x="3487004" y="3042685"/>
              <a:ext cx="15468" cy="15501"/>
            </a:xfrm>
            <a:custGeom>
              <a:rect b="b" l="l" r="r" t="t"/>
              <a:pathLst>
                <a:path extrusionOk="0" h="467"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3517939" y="3042685"/>
              <a:ext cx="15468" cy="15501"/>
            </a:xfrm>
            <a:custGeom>
              <a:rect b="b" l="l" r="r" t="t"/>
              <a:pathLst>
                <a:path extrusionOk="0" h="467"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6"/>
            <p:cNvSpPr/>
            <p:nvPr/>
          </p:nvSpPr>
          <p:spPr>
            <a:xfrm>
              <a:off x="3538518" y="3207519"/>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6"/>
            <p:cNvSpPr/>
            <p:nvPr/>
          </p:nvSpPr>
          <p:spPr>
            <a:xfrm>
              <a:off x="3476714" y="3207519"/>
              <a:ext cx="15468" cy="15501"/>
            </a:xfrm>
            <a:custGeom>
              <a:rect b="b" l="l" r="r" t="t"/>
              <a:pathLst>
                <a:path extrusionOk="0" h="467"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3507583" y="3207519"/>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6"/>
            <p:cNvSpPr/>
            <p:nvPr/>
          </p:nvSpPr>
          <p:spPr>
            <a:xfrm>
              <a:off x="3770335" y="3125102"/>
              <a:ext cx="15468" cy="15501"/>
            </a:xfrm>
            <a:custGeom>
              <a:rect b="b" l="l" r="r" t="t"/>
              <a:pathLst>
                <a:path extrusionOk="0" h="467"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6"/>
            <p:cNvSpPr/>
            <p:nvPr/>
          </p:nvSpPr>
          <p:spPr>
            <a:xfrm>
              <a:off x="3708497" y="3125102"/>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6"/>
            <p:cNvSpPr/>
            <p:nvPr/>
          </p:nvSpPr>
          <p:spPr>
            <a:xfrm>
              <a:off x="3739433" y="3125102"/>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3802266" y="3113784"/>
              <a:ext cx="46138" cy="30006"/>
            </a:xfrm>
            <a:custGeom>
              <a:rect b="b" l="l" r="r" t="t"/>
              <a:pathLst>
                <a:path extrusionOk="0" h="904" w="1390">
                  <a:moveTo>
                    <a:pt x="0" y="1"/>
                  </a:moveTo>
                  <a:lnTo>
                    <a:pt x="0" y="466"/>
                  </a:lnTo>
                  <a:lnTo>
                    <a:pt x="720" y="466"/>
                  </a:lnTo>
                  <a:lnTo>
                    <a:pt x="994" y="903"/>
                  </a:lnTo>
                  <a:lnTo>
                    <a:pt x="1389" y="656"/>
                  </a:lnTo>
                  <a:lnTo>
                    <a:pt x="9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6"/>
            <p:cNvSpPr/>
            <p:nvPr/>
          </p:nvSpPr>
          <p:spPr>
            <a:xfrm>
              <a:off x="3662160" y="3113784"/>
              <a:ext cx="30935" cy="15468"/>
            </a:xfrm>
            <a:custGeom>
              <a:rect b="b" l="l" r="r" t="t"/>
              <a:pathLst>
                <a:path extrusionOk="0" h="466" w="932">
                  <a:moveTo>
                    <a:pt x="1" y="1"/>
                  </a:moveTo>
                  <a:lnTo>
                    <a:pt x="1" y="466"/>
                  </a:lnTo>
                  <a:lnTo>
                    <a:pt x="932" y="466"/>
                  </a:lnTo>
                  <a:lnTo>
                    <a:pt x="9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3547779" y="3032396"/>
              <a:ext cx="30935" cy="15468"/>
            </a:xfrm>
            <a:custGeom>
              <a:rect b="b" l="l" r="r" t="t"/>
              <a:pathLst>
                <a:path extrusionOk="0" h="466" w="932">
                  <a:moveTo>
                    <a:pt x="1" y="1"/>
                  </a:moveTo>
                  <a:lnTo>
                    <a:pt x="1" y="466"/>
                  </a:lnTo>
                  <a:lnTo>
                    <a:pt x="932" y="466"/>
                  </a:lnTo>
                  <a:lnTo>
                    <a:pt x="9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3393932" y="3038105"/>
              <a:ext cx="43681" cy="29342"/>
            </a:xfrm>
            <a:custGeom>
              <a:rect b="b" l="l" r="r" t="t"/>
              <a:pathLst>
                <a:path extrusionOk="0" h="884" w="1316">
                  <a:moveTo>
                    <a:pt x="395" y="0"/>
                  </a:moveTo>
                  <a:lnTo>
                    <a:pt x="1" y="247"/>
                  </a:lnTo>
                  <a:lnTo>
                    <a:pt x="399" y="883"/>
                  </a:lnTo>
                  <a:lnTo>
                    <a:pt x="1315" y="883"/>
                  </a:lnTo>
                  <a:lnTo>
                    <a:pt x="1315" y="418"/>
                  </a:lnTo>
                  <a:lnTo>
                    <a:pt x="658" y="418"/>
                  </a:lnTo>
                  <a:lnTo>
                    <a:pt x="3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3436717" y="3193412"/>
              <a:ext cx="26488" cy="29674"/>
            </a:xfrm>
            <a:custGeom>
              <a:rect b="b" l="l" r="r" t="t"/>
              <a:pathLst>
                <a:path extrusionOk="0" h="894" w="798">
                  <a:moveTo>
                    <a:pt x="404" y="1"/>
                  </a:moveTo>
                  <a:lnTo>
                    <a:pt x="0" y="646"/>
                  </a:lnTo>
                  <a:lnTo>
                    <a:pt x="394" y="893"/>
                  </a:lnTo>
                  <a:lnTo>
                    <a:pt x="798" y="247"/>
                  </a:lnTo>
                  <a:lnTo>
                    <a:pt x="4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3565338" y="3192051"/>
              <a:ext cx="15468" cy="15468"/>
            </a:xfrm>
            <a:custGeom>
              <a:rect b="b" l="l" r="r" t="t"/>
              <a:pathLst>
                <a:path extrusionOk="0" h="466"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66"/>
          <p:cNvGrpSpPr/>
          <p:nvPr/>
        </p:nvGrpSpPr>
        <p:grpSpPr>
          <a:xfrm>
            <a:off x="2728853" y="3242329"/>
            <a:ext cx="462635" cy="460140"/>
            <a:chOff x="2728687" y="3278624"/>
            <a:chExt cx="523047" cy="520226"/>
          </a:xfrm>
        </p:grpSpPr>
        <p:sp>
          <p:nvSpPr>
            <p:cNvPr id="6383" name="Google Shape;6383;p66"/>
            <p:cNvSpPr/>
            <p:nvPr/>
          </p:nvSpPr>
          <p:spPr>
            <a:xfrm>
              <a:off x="2728687" y="3278624"/>
              <a:ext cx="523047" cy="520226"/>
            </a:xfrm>
            <a:custGeom>
              <a:rect b="b" l="l" r="r" t="t"/>
              <a:pathLst>
                <a:path extrusionOk="0" h="15673" w="15758">
                  <a:moveTo>
                    <a:pt x="8732" y="465"/>
                  </a:moveTo>
                  <a:lnTo>
                    <a:pt x="8732" y="1861"/>
                  </a:lnTo>
                  <a:lnTo>
                    <a:pt x="7026" y="1861"/>
                  </a:lnTo>
                  <a:lnTo>
                    <a:pt x="7026" y="465"/>
                  </a:lnTo>
                  <a:close/>
                  <a:moveTo>
                    <a:pt x="14578" y="3412"/>
                  </a:moveTo>
                  <a:lnTo>
                    <a:pt x="15209" y="4420"/>
                  </a:lnTo>
                  <a:lnTo>
                    <a:pt x="14578" y="5429"/>
                  </a:lnTo>
                  <a:lnTo>
                    <a:pt x="8733" y="5429"/>
                  </a:lnTo>
                  <a:lnTo>
                    <a:pt x="8733" y="3412"/>
                  </a:lnTo>
                  <a:close/>
                  <a:moveTo>
                    <a:pt x="7026" y="3413"/>
                  </a:moveTo>
                  <a:lnTo>
                    <a:pt x="7026" y="5430"/>
                  </a:lnTo>
                  <a:lnTo>
                    <a:pt x="1180" y="5430"/>
                  </a:lnTo>
                  <a:lnTo>
                    <a:pt x="549" y="4422"/>
                  </a:lnTo>
                  <a:lnTo>
                    <a:pt x="1180" y="3413"/>
                  </a:lnTo>
                  <a:close/>
                  <a:moveTo>
                    <a:pt x="8268" y="2327"/>
                  </a:moveTo>
                  <a:lnTo>
                    <a:pt x="8268" y="13966"/>
                  </a:lnTo>
                  <a:lnTo>
                    <a:pt x="7492" y="13966"/>
                  </a:lnTo>
                  <a:lnTo>
                    <a:pt x="7492" y="2327"/>
                  </a:lnTo>
                  <a:close/>
                  <a:moveTo>
                    <a:pt x="10440" y="14431"/>
                  </a:moveTo>
                  <a:lnTo>
                    <a:pt x="10440" y="15207"/>
                  </a:lnTo>
                  <a:lnTo>
                    <a:pt x="5319" y="15207"/>
                  </a:lnTo>
                  <a:lnTo>
                    <a:pt x="5319" y="14431"/>
                  </a:lnTo>
                  <a:close/>
                  <a:moveTo>
                    <a:pt x="6559" y="0"/>
                  </a:moveTo>
                  <a:lnTo>
                    <a:pt x="6559" y="2328"/>
                  </a:lnTo>
                  <a:lnTo>
                    <a:pt x="7025" y="2328"/>
                  </a:lnTo>
                  <a:lnTo>
                    <a:pt x="7025" y="2949"/>
                  </a:lnTo>
                  <a:lnTo>
                    <a:pt x="922" y="2949"/>
                  </a:lnTo>
                  <a:lnTo>
                    <a:pt x="1" y="4423"/>
                  </a:lnTo>
                  <a:lnTo>
                    <a:pt x="922" y="5896"/>
                  </a:lnTo>
                  <a:lnTo>
                    <a:pt x="7025" y="5896"/>
                  </a:lnTo>
                  <a:lnTo>
                    <a:pt x="7025" y="13966"/>
                  </a:lnTo>
                  <a:lnTo>
                    <a:pt x="4852" y="13966"/>
                  </a:lnTo>
                  <a:lnTo>
                    <a:pt x="4852" y="15672"/>
                  </a:lnTo>
                  <a:lnTo>
                    <a:pt x="10905" y="15672"/>
                  </a:lnTo>
                  <a:lnTo>
                    <a:pt x="10905" y="13966"/>
                  </a:lnTo>
                  <a:lnTo>
                    <a:pt x="8731" y="13966"/>
                  </a:lnTo>
                  <a:lnTo>
                    <a:pt x="8731" y="5896"/>
                  </a:lnTo>
                  <a:lnTo>
                    <a:pt x="14836" y="5896"/>
                  </a:lnTo>
                  <a:lnTo>
                    <a:pt x="15757" y="4423"/>
                  </a:lnTo>
                  <a:lnTo>
                    <a:pt x="14836" y="2949"/>
                  </a:lnTo>
                  <a:lnTo>
                    <a:pt x="8733" y="2949"/>
                  </a:lnTo>
                  <a:lnTo>
                    <a:pt x="8733" y="2328"/>
                  </a:lnTo>
                  <a:lnTo>
                    <a:pt x="9199" y="2328"/>
                  </a:lnTo>
                  <a:lnTo>
                    <a:pt x="91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2887215" y="3418663"/>
              <a:ext cx="15468" cy="15501"/>
            </a:xfrm>
            <a:custGeom>
              <a:rect b="b" l="l" r="r" t="t"/>
              <a:pathLst>
                <a:path extrusionOk="0" h="467" w="466">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6"/>
            <p:cNvSpPr/>
            <p:nvPr/>
          </p:nvSpPr>
          <p:spPr>
            <a:xfrm>
              <a:off x="2825344" y="3418663"/>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6"/>
            <p:cNvSpPr/>
            <p:nvPr/>
          </p:nvSpPr>
          <p:spPr>
            <a:xfrm>
              <a:off x="2856246" y="3418663"/>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3139577" y="3418663"/>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3108642" y="3418663"/>
              <a:ext cx="15501" cy="15501"/>
            </a:xfrm>
            <a:custGeom>
              <a:rect b="b" l="l" r="r" t="t"/>
              <a:pathLst>
                <a:path extrusionOk="0" h="467" w="467">
                  <a:moveTo>
                    <a:pt x="1" y="1"/>
                  </a:moveTo>
                  <a:lnTo>
                    <a:pt x="1"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6"/>
            <p:cNvSpPr/>
            <p:nvPr/>
          </p:nvSpPr>
          <p:spPr>
            <a:xfrm>
              <a:off x="3077773" y="3418663"/>
              <a:ext cx="15468" cy="15501"/>
            </a:xfrm>
            <a:custGeom>
              <a:rect b="b" l="l" r="r" t="t"/>
              <a:pathLst>
                <a:path extrusionOk="0" h="467" w="466">
                  <a:moveTo>
                    <a:pt x="0" y="1"/>
                  </a:moveTo>
                  <a:lnTo>
                    <a:pt x="0" y="466"/>
                  </a:lnTo>
                  <a:lnTo>
                    <a:pt x="466" y="46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2982444" y="3306904"/>
              <a:ext cx="15468" cy="20646"/>
            </a:xfrm>
            <a:custGeom>
              <a:rect b="b" l="l" r="r" t="t"/>
              <a:pathLst>
                <a:path extrusionOk="0" h="622" w="466">
                  <a:moveTo>
                    <a:pt x="0" y="1"/>
                  </a:moveTo>
                  <a:lnTo>
                    <a:pt x="0" y="621"/>
                  </a:lnTo>
                  <a:lnTo>
                    <a:pt x="466" y="621"/>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3033992" y="3407344"/>
              <a:ext cx="15468" cy="36080"/>
            </a:xfrm>
            <a:custGeom>
              <a:rect b="b" l="l" r="r" t="t"/>
              <a:pathLst>
                <a:path extrusionOk="0" h="1087" w="466">
                  <a:moveTo>
                    <a:pt x="1" y="1"/>
                  </a:moveTo>
                  <a:lnTo>
                    <a:pt x="1" y="1086"/>
                  </a:lnTo>
                  <a:lnTo>
                    <a:pt x="466" y="1086"/>
                  </a:lnTo>
                  <a:lnTo>
                    <a:pt x="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3170479" y="3407344"/>
              <a:ext cx="47167" cy="30006"/>
            </a:xfrm>
            <a:custGeom>
              <a:rect b="b" l="l" r="r" t="t"/>
              <a:pathLst>
                <a:path extrusionOk="0" h="904" w="1421">
                  <a:moveTo>
                    <a:pt x="0" y="1"/>
                  </a:moveTo>
                  <a:lnTo>
                    <a:pt x="0" y="466"/>
                  </a:lnTo>
                  <a:lnTo>
                    <a:pt x="751" y="466"/>
                  </a:lnTo>
                  <a:lnTo>
                    <a:pt x="1025" y="903"/>
                  </a:lnTo>
                  <a:lnTo>
                    <a:pt x="1420" y="656"/>
                  </a:lnTo>
                  <a:lnTo>
                    <a:pt x="10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2773862" y="3407344"/>
              <a:ext cx="32993" cy="15468"/>
            </a:xfrm>
            <a:custGeom>
              <a:rect b="b" l="l" r="r" t="t"/>
              <a:pathLst>
                <a:path extrusionOk="0" h="466" w="994">
                  <a:moveTo>
                    <a:pt x="1" y="1"/>
                  </a:moveTo>
                  <a:lnTo>
                    <a:pt x="1" y="466"/>
                  </a:lnTo>
                  <a:lnTo>
                    <a:pt x="994" y="466"/>
                  </a:lnTo>
                  <a:lnTo>
                    <a:pt x="9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2916059" y="3427957"/>
              <a:ext cx="32993" cy="15468"/>
            </a:xfrm>
            <a:custGeom>
              <a:rect b="b" l="l" r="r" t="t"/>
              <a:pathLst>
                <a:path extrusionOk="0" h="466" w="994">
                  <a:moveTo>
                    <a:pt x="0" y="0"/>
                  </a:moveTo>
                  <a:lnTo>
                    <a:pt x="0" y="465"/>
                  </a:lnTo>
                  <a:lnTo>
                    <a:pt x="993" y="465"/>
                  </a:lnTo>
                  <a:lnTo>
                    <a:pt x="9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5" name="Google Shape;6395;p66"/>
          <p:cNvSpPr/>
          <p:nvPr/>
        </p:nvSpPr>
        <p:spPr>
          <a:xfrm>
            <a:off x="2124688" y="3273133"/>
            <a:ext cx="366237" cy="398533"/>
          </a:xfrm>
          <a:custGeom>
            <a:rect b="b" l="l" r="r" t="t"/>
            <a:pathLst>
              <a:path extrusionOk="0" h="13574" w="12474">
                <a:moveTo>
                  <a:pt x="7038" y="1124"/>
                </a:moveTo>
                <a:cubicBezTo>
                  <a:pt x="7312" y="1124"/>
                  <a:pt x="7566" y="1260"/>
                  <a:pt x="7719" y="1488"/>
                </a:cubicBezTo>
                <a:cubicBezTo>
                  <a:pt x="7958" y="1846"/>
                  <a:pt x="8357" y="2060"/>
                  <a:pt x="8787" y="2060"/>
                </a:cubicBezTo>
                <a:lnTo>
                  <a:pt x="11713" y="2060"/>
                </a:lnTo>
                <a:lnTo>
                  <a:pt x="10490" y="4479"/>
                </a:lnTo>
                <a:lnTo>
                  <a:pt x="11713" y="6897"/>
                </a:lnTo>
                <a:lnTo>
                  <a:pt x="8787" y="6897"/>
                </a:lnTo>
                <a:cubicBezTo>
                  <a:pt x="8513" y="6897"/>
                  <a:pt x="8260" y="6760"/>
                  <a:pt x="8108" y="6533"/>
                </a:cubicBezTo>
                <a:cubicBezTo>
                  <a:pt x="7869" y="6175"/>
                  <a:pt x="7468" y="5961"/>
                  <a:pt x="7038" y="5961"/>
                </a:cubicBezTo>
                <a:lnTo>
                  <a:pt x="4215" y="5961"/>
                </a:lnTo>
                <a:lnTo>
                  <a:pt x="4215" y="1124"/>
                </a:lnTo>
                <a:close/>
                <a:moveTo>
                  <a:pt x="3513" y="470"/>
                </a:moveTo>
                <a:cubicBezTo>
                  <a:pt x="3642" y="470"/>
                  <a:pt x="3748" y="574"/>
                  <a:pt x="3748" y="703"/>
                </a:cubicBezTo>
                <a:lnTo>
                  <a:pt x="3748" y="10922"/>
                </a:lnTo>
                <a:lnTo>
                  <a:pt x="3279" y="10922"/>
                </a:lnTo>
                <a:lnTo>
                  <a:pt x="3279" y="703"/>
                </a:lnTo>
                <a:cubicBezTo>
                  <a:pt x="3279" y="574"/>
                  <a:pt x="3384" y="470"/>
                  <a:pt x="3513" y="470"/>
                </a:cubicBezTo>
                <a:close/>
                <a:moveTo>
                  <a:pt x="4917" y="11388"/>
                </a:moveTo>
                <a:cubicBezTo>
                  <a:pt x="5222" y="11388"/>
                  <a:pt x="5482" y="11584"/>
                  <a:pt x="5579" y="11857"/>
                </a:cubicBezTo>
                <a:lnTo>
                  <a:pt x="1448" y="11857"/>
                </a:lnTo>
                <a:cubicBezTo>
                  <a:pt x="1544" y="11584"/>
                  <a:pt x="1804" y="11388"/>
                  <a:pt x="2109" y="11388"/>
                </a:cubicBezTo>
                <a:close/>
                <a:moveTo>
                  <a:pt x="6165" y="12324"/>
                </a:moveTo>
                <a:cubicBezTo>
                  <a:pt x="6381" y="12324"/>
                  <a:pt x="6556" y="12499"/>
                  <a:pt x="6556" y="12715"/>
                </a:cubicBezTo>
                <a:lnTo>
                  <a:pt x="6556" y="13105"/>
                </a:lnTo>
                <a:lnTo>
                  <a:pt x="471" y="13105"/>
                </a:lnTo>
                <a:lnTo>
                  <a:pt x="471" y="12715"/>
                </a:lnTo>
                <a:cubicBezTo>
                  <a:pt x="471" y="12500"/>
                  <a:pt x="646" y="12324"/>
                  <a:pt x="861" y="12324"/>
                </a:cubicBezTo>
                <a:close/>
                <a:moveTo>
                  <a:pt x="3512" y="0"/>
                </a:moveTo>
                <a:cubicBezTo>
                  <a:pt x="3125" y="0"/>
                  <a:pt x="2810" y="316"/>
                  <a:pt x="2810" y="702"/>
                </a:cubicBezTo>
                <a:lnTo>
                  <a:pt x="2810" y="10921"/>
                </a:lnTo>
                <a:lnTo>
                  <a:pt x="2108" y="10921"/>
                </a:lnTo>
                <a:cubicBezTo>
                  <a:pt x="1543" y="10921"/>
                  <a:pt x="1070" y="11323"/>
                  <a:pt x="962" y="11857"/>
                </a:cubicBezTo>
                <a:lnTo>
                  <a:pt x="859" y="11857"/>
                </a:lnTo>
                <a:cubicBezTo>
                  <a:pt x="387" y="11857"/>
                  <a:pt x="1" y="12242"/>
                  <a:pt x="1" y="12715"/>
                </a:cubicBezTo>
                <a:lnTo>
                  <a:pt x="1" y="13574"/>
                </a:lnTo>
                <a:lnTo>
                  <a:pt x="7022" y="13574"/>
                </a:lnTo>
                <a:lnTo>
                  <a:pt x="7022" y="12715"/>
                </a:lnTo>
                <a:cubicBezTo>
                  <a:pt x="7022" y="12242"/>
                  <a:pt x="6636" y="11857"/>
                  <a:pt x="6163" y="11857"/>
                </a:cubicBezTo>
                <a:lnTo>
                  <a:pt x="6061" y="11857"/>
                </a:lnTo>
                <a:cubicBezTo>
                  <a:pt x="5952" y="11322"/>
                  <a:pt x="5480" y="10921"/>
                  <a:pt x="4914" y="10921"/>
                </a:cubicBezTo>
                <a:lnTo>
                  <a:pt x="4213" y="10921"/>
                </a:lnTo>
                <a:lnTo>
                  <a:pt x="4213" y="6427"/>
                </a:lnTo>
                <a:lnTo>
                  <a:pt x="7036" y="6427"/>
                </a:lnTo>
                <a:cubicBezTo>
                  <a:pt x="7310" y="6427"/>
                  <a:pt x="7564" y="6563"/>
                  <a:pt x="7716" y="6790"/>
                </a:cubicBezTo>
                <a:cubicBezTo>
                  <a:pt x="7955" y="7148"/>
                  <a:pt x="8355" y="7363"/>
                  <a:pt x="8785" y="7363"/>
                </a:cubicBezTo>
                <a:lnTo>
                  <a:pt x="12472" y="7363"/>
                </a:lnTo>
                <a:lnTo>
                  <a:pt x="11012" y="4477"/>
                </a:lnTo>
                <a:lnTo>
                  <a:pt x="12474" y="1592"/>
                </a:lnTo>
                <a:lnTo>
                  <a:pt x="8787" y="1592"/>
                </a:lnTo>
                <a:cubicBezTo>
                  <a:pt x="8513" y="1592"/>
                  <a:pt x="8260" y="1455"/>
                  <a:pt x="8108" y="1228"/>
                </a:cubicBezTo>
                <a:cubicBezTo>
                  <a:pt x="7869" y="870"/>
                  <a:pt x="7468" y="655"/>
                  <a:pt x="7038" y="655"/>
                </a:cubicBezTo>
                <a:lnTo>
                  <a:pt x="4213" y="655"/>
                </a:lnTo>
                <a:cubicBezTo>
                  <a:pt x="4188" y="290"/>
                  <a:pt x="3884" y="0"/>
                  <a:pt x="35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6" name="Google Shape;6396;p66"/>
          <p:cNvGrpSpPr/>
          <p:nvPr/>
        </p:nvGrpSpPr>
        <p:grpSpPr>
          <a:xfrm>
            <a:off x="1493293" y="3241096"/>
            <a:ext cx="361876" cy="462606"/>
            <a:chOff x="1524198" y="3277230"/>
            <a:chExt cx="409131" cy="523014"/>
          </a:xfrm>
        </p:grpSpPr>
        <p:sp>
          <p:nvSpPr>
            <p:cNvPr id="6397" name="Google Shape;6397;p66"/>
            <p:cNvSpPr/>
            <p:nvPr/>
          </p:nvSpPr>
          <p:spPr>
            <a:xfrm>
              <a:off x="1612191" y="3277230"/>
              <a:ext cx="57025" cy="56992"/>
            </a:xfrm>
            <a:custGeom>
              <a:rect b="b" l="l" r="r" t="t"/>
              <a:pathLst>
                <a:path extrusionOk="0" h="1717" w="1718">
                  <a:moveTo>
                    <a:pt x="859" y="466"/>
                  </a:moveTo>
                  <a:cubicBezTo>
                    <a:pt x="1073" y="466"/>
                    <a:pt x="1249" y="641"/>
                    <a:pt x="1249" y="857"/>
                  </a:cubicBezTo>
                  <a:cubicBezTo>
                    <a:pt x="1249" y="1072"/>
                    <a:pt x="1075" y="1247"/>
                    <a:pt x="859" y="1247"/>
                  </a:cubicBezTo>
                  <a:cubicBezTo>
                    <a:pt x="644" y="1247"/>
                    <a:pt x="468" y="1072"/>
                    <a:pt x="468" y="857"/>
                  </a:cubicBezTo>
                  <a:cubicBezTo>
                    <a:pt x="468" y="642"/>
                    <a:pt x="643" y="466"/>
                    <a:pt x="859" y="466"/>
                  </a:cubicBezTo>
                  <a:close/>
                  <a:moveTo>
                    <a:pt x="859" y="0"/>
                  </a:moveTo>
                  <a:cubicBezTo>
                    <a:pt x="385" y="0"/>
                    <a:pt x="1" y="385"/>
                    <a:pt x="1" y="858"/>
                  </a:cubicBezTo>
                  <a:cubicBezTo>
                    <a:pt x="1" y="1331"/>
                    <a:pt x="385" y="1717"/>
                    <a:pt x="859" y="1717"/>
                  </a:cubicBezTo>
                  <a:cubicBezTo>
                    <a:pt x="1332" y="1717"/>
                    <a:pt x="1717" y="1331"/>
                    <a:pt x="1717" y="858"/>
                  </a:cubicBezTo>
                  <a:cubicBezTo>
                    <a:pt x="1717" y="385"/>
                    <a:pt x="1332" y="0"/>
                    <a:pt x="8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1524198" y="3349689"/>
              <a:ext cx="409131" cy="450555"/>
            </a:xfrm>
            <a:custGeom>
              <a:rect b="b" l="l" r="r" t="t"/>
              <a:pathLst>
                <a:path extrusionOk="0" h="13574" w="12326">
                  <a:moveTo>
                    <a:pt x="8361" y="1123"/>
                  </a:moveTo>
                  <a:lnTo>
                    <a:pt x="8361" y="5648"/>
                  </a:lnTo>
                  <a:lnTo>
                    <a:pt x="4212" y="5648"/>
                  </a:lnTo>
                  <a:lnTo>
                    <a:pt x="4212" y="1123"/>
                  </a:lnTo>
                  <a:close/>
                  <a:moveTo>
                    <a:pt x="7930" y="6116"/>
                  </a:moveTo>
                  <a:lnTo>
                    <a:pt x="7270" y="6644"/>
                  </a:lnTo>
                  <a:lnTo>
                    <a:pt x="7270" y="6116"/>
                  </a:lnTo>
                  <a:close/>
                  <a:moveTo>
                    <a:pt x="11857" y="2373"/>
                  </a:moveTo>
                  <a:lnTo>
                    <a:pt x="11857" y="6897"/>
                  </a:lnTo>
                  <a:lnTo>
                    <a:pt x="7704" y="6897"/>
                  </a:lnTo>
                  <a:lnTo>
                    <a:pt x="8831" y="5996"/>
                  </a:lnTo>
                  <a:lnTo>
                    <a:pt x="8831" y="2373"/>
                  </a:lnTo>
                  <a:close/>
                  <a:moveTo>
                    <a:pt x="3510" y="469"/>
                  </a:moveTo>
                  <a:cubicBezTo>
                    <a:pt x="3639" y="469"/>
                    <a:pt x="3744" y="573"/>
                    <a:pt x="3744" y="702"/>
                  </a:cubicBezTo>
                  <a:lnTo>
                    <a:pt x="3744" y="10921"/>
                  </a:lnTo>
                  <a:lnTo>
                    <a:pt x="3275" y="10921"/>
                  </a:lnTo>
                  <a:lnTo>
                    <a:pt x="3275" y="702"/>
                  </a:lnTo>
                  <a:cubicBezTo>
                    <a:pt x="3275" y="573"/>
                    <a:pt x="3381" y="469"/>
                    <a:pt x="3510" y="469"/>
                  </a:cubicBezTo>
                  <a:close/>
                  <a:moveTo>
                    <a:pt x="4913" y="11389"/>
                  </a:moveTo>
                  <a:cubicBezTo>
                    <a:pt x="5218" y="11389"/>
                    <a:pt x="5479" y="11584"/>
                    <a:pt x="5575" y="11857"/>
                  </a:cubicBezTo>
                  <a:lnTo>
                    <a:pt x="1444" y="11857"/>
                  </a:lnTo>
                  <a:cubicBezTo>
                    <a:pt x="1541" y="11584"/>
                    <a:pt x="1801" y="11389"/>
                    <a:pt x="2106" y="11389"/>
                  </a:cubicBezTo>
                  <a:close/>
                  <a:moveTo>
                    <a:pt x="6163" y="12325"/>
                  </a:moveTo>
                  <a:cubicBezTo>
                    <a:pt x="6377" y="12325"/>
                    <a:pt x="6552" y="12499"/>
                    <a:pt x="6552" y="12715"/>
                  </a:cubicBezTo>
                  <a:lnTo>
                    <a:pt x="6552" y="13106"/>
                  </a:lnTo>
                  <a:lnTo>
                    <a:pt x="469" y="13106"/>
                  </a:lnTo>
                  <a:lnTo>
                    <a:pt x="469" y="12715"/>
                  </a:lnTo>
                  <a:cubicBezTo>
                    <a:pt x="469" y="12500"/>
                    <a:pt x="642" y="12325"/>
                    <a:pt x="858" y="12325"/>
                  </a:cubicBezTo>
                  <a:close/>
                  <a:moveTo>
                    <a:pt x="3511" y="0"/>
                  </a:moveTo>
                  <a:cubicBezTo>
                    <a:pt x="3124" y="0"/>
                    <a:pt x="2809" y="316"/>
                    <a:pt x="2809" y="702"/>
                  </a:cubicBezTo>
                  <a:lnTo>
                    <a:pt x="2809" y="10921"/>
                  </a:lnTo>
                  <a:lnTo>
                    <a:pt x="2108" y="10921"/>
                  </a:lnTo>
                  <a:cubicBezTo>
                    <a:pt x="1542" y="10921"/>
                    <a:pt x="1069" y="11323"/>
                    <a:pt x="961" y="11857"/>
                  </a:cubicBezTo>
                  <a:lnTo>
                    <a:pt x="858" y="11857"/>
                  </a:lnTo>
                  <a:cubicBezTo>
                    <a:pt x="386" y="11857"/>
                    <a:pt x="0" y="12243"/>
                    <a:pt x="0" y="12715"/>
                  </a:cubicBezTo>
                  <a:lnTo>
                    <a:pt x="0" y="13574"/>
                  </a:lnTo>
                  <a:lnTo>
                    <a:pt x="7021" y="13574"/>
                  </a:lnTo>
                  <a:lnTo>
                    <a:pt x="7021" y="12715"/>
                  </a:lnTo>
                  <a:cubicBezTo>
                    <a:pt x="7021" y="12242"/>
                    <a:pt x="6635" y="11857"/>
                    <a:pt x="6163" y="11857"/>
                  </a:cubicBezTo>
                  <a:lnTo>
                    <a:pt x="6060" y="11857"/>
                  </a:lnTo>
                  <a:cubicBezTo>
                    <a:pt x="5952" y="11323"/>
                    <a:pt x="5479" y="10921"/>
                    <a:pt x="4913" y="10921"/>
                  </a:cubicBezTo>
                  <a:lnTo>
                    <a:pt x="4212" y="10921"/>
                  </a:lnTo>
                  <a:lnTo>
                    <a:pt x="4212" y="6116"/>
                  </a:lnTo>
                  <a:lnTo>
                    <a:pt x="6801" y="6116"/>
                  </a:lnTo>
                  <a:lnTo>
                    <a:pt x="6801" y="7363"/>
                  </a:lnTo>
                  <a:lnTo>
                    <a:pt x="12325" y="7363"/>
                  </a:lnTo>
                  <a:lnTo>
                    <a:pt x="12325" y="1903"/>
                  </a:lnTo>
                  <a:lnTo>
                    <a:pt x="8831" y="1903"/>
                  </a:lnTo>
                  <a:lnTo>
                    <a:pt x="8831" y="656"/>
                  </a:lnTo>
                  <a:lnTo>
                    <a:pt x="4212" y="656"/>
                  </a:lnTo>
                  <a:cubicBezTo>
                    <a:pt x="4187" y="290"/>
                    <a:pt x="3883" y="0"/>
                    <a:pt x="3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6"/>
            <p:cNvSpPr/>
            <p:nvPr/>
          </p:nvSpPr>
          <p:spPr>
            <a:xfrm>
              <a:off x="1679505" y="3500383"/>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6"/>
            <p:cNvSpPr/>
            <p:nvPr/>
          </p:nvSpPr>
          <p:spPr>
            <a:xfrm>
              <a:off x="1679505" y="3433068"/>
              <a:ext cx="15567" cy="51813"/>
            </a:xfrm>
            <a:custGeom>
              <a:rect b="b" l="l" r="r" t="t"/>
              <a:pathLst>
                <a:path extrusionOk="0" h="1561" w="469">
                  <a:moveTo>
                    <a:pt x="1" y="0"/>
                  </a:moveTo>
                  <a:lnTo>
                    <a:pt x="1" y="1561"/>
                  </a:lnTo>
                  <a:lnTo>
                    <a:pt x="468" y="1561"/>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6"/>
            <p:cNvSpPr/>
            <p:nvPr/>
          </p:nvSpPr>
          <p:spPr>
            <a:xfrm>
              <a:off x="1770121" y="3506059"/>
              <a:ext cx="15600" cy="15600"/>
            </a:xfrm>
            <a:custGeom>
              <a:rect b="b" l="l" r="r" t="t"/>
              <a:pathLst>
                <a:path extrusionOk="0" h="470" w="470">
                  <a:moveTo>
                    <a:pt x="1" y="1"/>
                  </a:moveTo>
                  <a:lnTo>
                    <a:pt x="1" y="469"/>
                  </a:lnTo>
                  <a:lnTo>
                    <a:pt x="469" y="469"/>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1840555" y="3547483"/>
              <a:ext cx="15600" cy="15567"/>
            </a:xfrm>
            <a:custGeom>
              <a:rect b="b" l="l" r="r" t="t"/>
              <a:pathLst>
                <a:path extrusionOk="0" h="469" w="470">
                  <a:moveTo>
                    <a:pt x="1" y="0"/>
                  </a:moveTo>
                  <a:lnTo>
                    <a:pt x="1"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1871657" y="3547483"/>
              <a:ext cx="31101" cy="15567"/>
            </a:xfrm>
            <a:custGeom>
              <a:rect b="b" l="l" r="r" t="t"/>
              <a:pathLst>
                <a:path extrusionOk="0" h="469" w="937">
                  <a:moveTo>
                    <a:pt x="1" y="0"/>
                  </a:moveTo>
                  <a:lnTo>
                    <a:pt x="1" y="469"/>
                  </a:lnTo>
                  <a:lnTo>
                    <a:pt x="937" y="469"/>
                  </a:lnTo>
                  <a:lnTo>
                    <a:pt x="9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1832291" y="3443956"/>
              <a:ext cx="15600" cy="15567"/>
            </a:xfrm>
            <a:custGeom>
              <a:rect b="b" l="l" r="r" t="t"/>
              <a:pathLst>
                <a:path extrusionOk="0" h="469" w="470">
                  <a:moveTo>
                    <a:pt x="1" y="0"/>
                  </a:moveTo>
                  <a:lnTo>
                    <a:pt x="1" y="468"/>
                  </a:lnTo>
                  <a:lnTo>
                    <a:pt x="469" y="468"/>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1863359" y="3443956"/>
              <a:ext cx="38902" cy="38868"/>
            </a:xfrm>
            <a:custGeom>
              <a:rect b="b" l="l" r="r" t="t"/>
              <a:pathLst>
                <a:path extrusionOk="0" h="1171" w="1172">
                  <a:moveTo>
                    <a:pt x="1" y="0"/>
                  </a:moveTo>
                  <a:lnTo>
                    <a:pt x="1" y="468"/>
                  </a:lnTo>
                  <a:lnTo>
                    <a:pt x="703" y="468"/>
                  </a:lnTo>
                  <a:lnTo>
                    <a:pt x="703" y="1171"/>
                  </a:lnTo>
                  <a:lnTo>
                    <a:pt x="1171" y="1171"/>
                  </a:lnTo>
                  <a:lnTo>
                    <a:pt x="11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6"/>
            <p:cNvSpPr/>
            <p:nvPr/>
          </p:nvSpPr>
          <p:spPr>
            <a:xfrm>
              <a:off x="1886660" y="3498325"/>
              <a:ext cx="15600" cy="15567"/>
            </a:xfrm>
            <a:custGeom>
              <a:rect b="b" l="l" r="r" t="t"/>
              <a:pathLst>
                <a:path extrusionOk="0" h="469" w="470">
                  <a:moveTo>
                    <a:pt x="1" y="0"/>
                  </a:moveTo>
                  <a:lnTo>
                    <a:pt x="1" y="469"/>
                  </a:lnTo>
                  <a:lnTo>
                    <a:pt x="469" y="469"/>
                  </a:ln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6"/>
            <p:cNvSpPr/>
            <p:nvPr/>
          </p:nvSpPr>
          <p:spPr>
            <a:xfrm>
              <a:off x="1716283" y="3402498"/>
              <a:ext cx="15567" cy="15567"/>
            </a:xfrm>
            <a:custGeom>
              <a:rect b="b" l="l" r="r" t="t"/>
              <a:pathLst>
                <a:path extrusionOk="0" h="469" w="469">
                  <a:moveTo>
                    <a:pt x="0" y="1"/>
                  </a:moveTo>
                  <a:lnTo>
                    <a:pt x="0"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6"/>
            <p:cNvSpPr/>
            <p:nvPr/>
          </p:nvSpPr>
          <p:spPr>
            <a:xfrm>
              <a:off x="1770652" y="3456867"/>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6"/>
            <p:cNvSpPr/>
            <p:nvPr/>
          </p:nvSpPr>
          <p:spPr>
            <a:xfrm>
              <a:off x="1747351" y="3402498"/>
              <a:ext cx="38868" cy="38868"/>
            </a:xfrm>
            <a:custGeom>
              <a:rect b="b" l="l" r="r" t="t"/>
              <a:pathLst>
                <a:path extrusionOk="0" h="1171" w="1171">
                  <a:moveTo>
                    <a:pt x="0" y="1"/>
                  </a:moveTo>
                  <a:lnTo>
                    <a:pt x="0" y="468"/>
                  </a:lnTo>
                  <a:lnTo>
                    <a:pt x="702" y="468"/>
                  </a:lnTo>
                  <a:lnTo>
                    <a:pt x="702" y="1170"/>
                  </a:lnTo>
                  <a:lnTo>
                    <a:pt x="1171" y="1170"/>
                  </a:lnTo>
                  <a:lnTo>
                    <a:pt x="11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66"/>
          <p:cNvGrpSpPr/>
          <p:nvPr/>
        </p:nvGrpSpPr>
        <p:grpSpPr>
          <a:xfrm>
            <a:off x="1442913" y="3811804"/>
            <a:ext cx="462577" cy="462665"/>
            <a:chOff x="1467239" y="3947220"/>
            <a:chExt cx="522981" cy="523081"/>
          </a:xfrm>
        </p:grpSpPr>
        <p:sp>
          <p:nvSpPr>
            <p:cNvPr id="6411" name="Google Shape;6411;p66"/>
            <p:cNvSpPr/>
            <p:nvPr/>
          </p:nvSpPr>
          <p:spPr>
            <a:xfrm>
              <a:off x="1467239" y="3947220"/>
              <a:ext cx="522981" cy="523081"/>
            </a:xfrm>
            <a:custGeom>
              <a:rect b="b" l="l" r="r" t="t"/>
              <a:pathLst>
                <a:path extrusionOk="0" h="15759" w="15756">
                  <a:moveTo>
                    <a:pt x="6224" y="1686"/>
                  </a:moveTo>
                  <a:cubicBezTo>
                    <a:pt x="6724" y="1686"/>
                    <a:pt x="7223" y="1876"/>
                    <a:pt x="7604" y="2256"/>
                  </a:cubicBezTo>
                  <a:cubicBezTo>
                    <a:pt x="8364" y="3017"/>
                    <a:pt x="8364" y="4253"/>
                    <a:pt x="7604" y="5014"/>
                  </a:cubicBezTo>
                  <a:lnTo>
                    <a:pt x="6225" y="6393"/>
                  </a:lnTo>
                  <a:lnTo>
                    <a:pt x="4845" y="5014"/>
                  </a:lnTo>
                  <a:cubicBezTo>
                    <a:pt x="4085" y="4254"/>
                    <a:pt x="4085" y="3018"/>
                    <a:pt x="4845" y="2256"/>
                  </a:cubicBezTo>
                  <a:cubicBezTo>
                    <a:pt x="5225" y="1876"/>
                    <a:pt x="5725" y="1686"/>
                    <a:pt x="6224" y="1686"/>
                  </a:cubicBezTo>
                  <a:close/>
                  <a:moveTo>
                    <a:pt x="12792" y="4619"/>
                  </a:moveTo>
                  <a:lnTo>
                    <a:pt x="12792" y="11935"/>
                  </a:lnTo>
                  <a:lnTo>
                    <a:pt x="11521" y="12339"/>
                  </a:lnTo>
                  <a:lnTo>
                    <a:pt x="10456" y="11765"/>
                  </a:lnTo>
                  <a:lnTo>
                    <a:pt x="9470" y="9818"/>
                  </a:lnTo>
                  <a:lnTo>
                    <a:pt x="10831" y="9094"/>
                  </a:lnTo>
                  <a:lnTo>
                    <a:pt x="11219" y="7195"/>
                  </a:lnTo>
                  <a:lnTo>
                    <a:pt x="10113" y="5820"/>
                  </a:lnTo>
                  <a:lnTo>
                    <a:pt x="10961" y="4766"/>
                  </a:lnTo>
                  <a:lnTo>
                    <a:pt x="12792" y="4619"/>
                  </a:lnTo>
                  <a:close/>
                  <a:moveTo>
                    <a:pt x="1482" y="469"/>
                  </a:moveTo>
                  <a:cubicBezTo>
                    <a:pt x="2042" y="469"/>
                    <a:pt x="2496" y="924"/>
                    <a:pt x="2496" y="1483"/>
                  </a:cubicBezTo>
                  <a:lnTo>
                    <a:pt x="2496" y="13195"/>
                  </a:lnTo>
                  <a:cubicBezTo>
                    <a:pt x="2231" y="12946"/>
                    <a:pt x="1874" y="12794"/>
                    <a:pt x="1482" y="12794"/>
                  </a:cubicBezTo>
                  <a:cubicBezTo>
                    <a:pt x="1090" y="12794"/>
                    <a:pt x="734" y="12946"/>
                    <a:pt x="469" y="13195"/>
                  </a:cubicBezTo>
                  <a:lnTo>
                    <a:pt x="469" y="1483"/>
                  </a:lnTo>
                  <a:cubicBezTo>
                    <a:pt x="469" y="923"/>
                    <a:pt x="924" y="469"/>
                    <a:pt x="1482" y="469"/>
                  </a:cubicBezTo>
                  <a:close/>
                  <a:moveTo>
                    <a:pt x="14275" y="469"/>
                  </a:moveTo>
                  <a:cubicBezTo>
                    <a:pt x="14834" y="469"/>
                    <a:pt x="15288" y="924"/>
                    <a:pt x="15288" y="1483"/>
                  </a:cubicBezTo>
                  <a:lnTo>
                    <a:pt x="15288" y="13195"/>
                  </a:lnTo>
                  <a:cubicBezTo>
                    <a:pt x="15024" y="12946"/>
                    <a:pt x="14667" y="12794"/>
                    <a:pt x="14275" y="12794"/>
                  </a:cubicBezTo>
                  <a:cubicBezTo>
                    <a:pt x="13883" y="12794"/>
                    <a:pt x="13526" y="12946"/>
                    <a:pt x="13261" y="13195"/>
                  </a:cubicBezTo>
                  <a:lnTo>
                    <a:pt x="13261" y="1483"/>
                  </a:lnTo>
                  <a:cubicBezTo>
                    <a:pt x="13261" y="923"/>
                    <a:pt x="13716" y="469"/>
                    <a:pt x="14275" y="469"/>
                  </a:cubicBezTo>
                  <a:close/>
                  <a:moveTo>
                    <a:pt x="9773" y="13814"/>
                  </a:moveTo>
                  <a:lnTo>
                    <a:pt x="11128" y="14477"/>
                  </a:lnTo>
                  <a:lnTo>
                    <a:pt x="11467" y="15289"/>
                  </a:lnTo>
                  <a:lnTo>
                    <a:pt x="8286" y="15289"/>
                  </a:lnTo>
                  <a:lnTo>
                    <a:pt x="8432" y="14378"/>
                  </a:lnTo>
                  <a:lnTo>
                    <a:pt x="9773" y="13814"/>
                  </a:lnTo>
                  <a:close/>
                  <a:moveTo>
                    <a:pt x="14275" y="1"/>
                  </a:moveTo>
                  <a:cubicBezTo>
                    <a:pt x="13458" y="1"/>
                    <a:pt x="12793" y="665"/>
                    <a:pt x="12793" y="1482"/>
                  </a:cubicBezTo>
                  <a:lnTo>
                    <a:pt x="12793" y="2809"/>
                  </a:lnTo>
                  <a:lnTo>
                    <a:pt x="9129" y="2809"/>
                  </a:lnTo>
                  <a:lnTo>
                    <a:pt x="9129" y="3276"/>
                  </a:lnTo>
                  <a:lnTo>
                    <a:pt x="12792" y="3276"/>
                  </a:lnTo>
                  <a:lnTo>
                    <a:pt x="12792" y="4146"/>
                  </a:lnTo>
                  <a:lnTo>
                    <a:pt x="10723" y="4314"/>
                  </a:lnTo>
                  <a:lnTo>
                    <a:pt x="9512" y="5819"/>
                  </a:lnTo>
                  <a:lnTo>
                    <a:pt x="10714" y="7316"/>
                  </a:lnTo>
                  <a:lnTo>
                    <a:pt x="10416" y="8784"/>
                  </a:lnTo>
                  <a:lnTo>
                    <a:pt x="8845" y="9621"/>
                  </a:lnTo>
                  <a:lnTo>
                    <a:pt x="10104" y="12107"/>
                  </a:lnTo>
                  <a:lnTo>
                    <a:pt x="11473" y="12843"/>
                  </a:lnTo>
                  <a:lnTo>
                    <a:pt x="12792" y="12426"/>
                  </a:lnTo>
                  <a:lnTo>
                    <a:pt x="12792" y="14276"/>
                  </a:lnTo>
                  <a:lnTo>
                    <a:pt x="13260" y="14276"/>
                  </a:lnTo>
                  <a:cubicBezTo>
                    <a:pt x="13260" y="13716"/>
                    <a:pt x="13715" y="13262"/>
                    <a:pt x="14274" y="13262"/>
                  </a:cubicBezTo>
                  <a:cubicBezTo>
                    <a:pt x="14833" y="13262"/>
                    <a:pt x="15287" y="13717"/>
                    <a:pt x="15287" y="14276"/>
                  </a:cubicBezTo>
                  <a:cubicBezTo>
                    <a:pt x="15287" y="14836"/>
                    <a:pt x="14832" y="15289"/>
                    <a:pt x="14274" y="15289"/>
                  </a:cubicBezTo>
                  <a:lnTo>
                    <a:pt x="11973" y="15289"/>
                  </a:lnTo>
                  <a:lnTo>
                    <a:pt x="11492" y="14135"/>
                  </a:lnTo>
                  <a:lnTo>
                    <a:pt x="9788" y="13301"/>
                  </a:lnTo>
                  <a:lnTo>
                    <a:pt x="8010" y="14048"/>
                  </a:lnTo>
                  <a:lnTo>
                    <a:pt x="7811" y="15291"/>
                  </a:lnTo>
                  <a:lnTo>
                    <a:pt x="6428" y="15291"/>
                  </a:lnTo>
                  <a:lnTo>
                    <a:pt x="6109" y="13867"/>
                  </a:lnTo>
                  <a:lnTo>
                    <a:pt x="7346" y="12853"/>
                  </a:lnTo>
                  <a:lnTo>
                    <a:pt x="6464" y="10629"/>
                  </a:lnTo>
                  <a:lnTo>
                    <a:pt x="4982" y="10105"/>
                  </a:lnTo>
                  <a:lnTo>
                    <a:pt x="4709" y="9129"/>
                  </a:lnTo>
                  <a:lnTo>
                    <a:pt x="6810" y="8753"/>
                  </a:lnTo>
                  <a:lnTo>
                    <a:pt x="8403" y="7023"/>
                  </a:lnTo>
                  <a:lnTo>
                    <a:pt x="8020" y="6154"/>
                  </a:lnTo>
                  <a:lnTo>
                    <a:pt x="7593" y="6342"/>
                  </a:lnTo>
                  <a:lnTo>
                    <a:pt x="7853" y="6931"/>
                  </a:lnTo>
                  <a:lnTo>
                    <a:pt x="6575" y="8321"/>
                  </a:lnTo>
                  <a:lnTo>
                    <a:pt x="4120" y="8757"/>
                  </a:lnTo>
                  <a:lnTo>
                    <a:pt x="4596" y="10464"/>
                  </a:lnTo>
                  <a:lnTo>
                    <a:pt x="6109" y="10998"/>
                  </a:lnTo>
                  <a:lnTo>
                    <a:pt x="6787" y="12707"/>
                  </a:lnTo>
                  <a:lnTo>
                    <a:pt x="5590" y="13687"/>
                  </a:lnTo>
                  <a:lnTo>
                    <a:pt x="5950" y="15290"/>
                  </a:lnTo>
                  <a:lnTo>
                    <a:pt x="1482" y="15290"/>
                  </a:lnTo>
                  <a:cubicBezTo>
                    <a:pt x="923" y="15290"/>
                    <a:pt x="469" y="14835"/>
                    <a:pt x="469" y="14277"/>
                  </a:cubicBezTo>
                  <a:cubicBezTo>
                    <a:pt x="469" y="13717"/>
                    <a:pt x="924" y="13264"/>
                    <a:pt x="1482" y="13264"/>
                  </a:cubicBezTo>
                  <a:cubicBezTo>
                    <a:pt x="2042" y="13264"/>
                    <a:pt x="2496" y="13719"/>
                    <a:pt x="2496" y="14277"/>
                  </a:cubicBezTo>
                  <a:lnTo>
                    <a:pt x="2963" y="14277"/>
                  </a:lnTo>
                  <a:lnTo>
                    <a:pt x="2963" y="3279"/>
                  </a:lnTo>
                  <a:lnTo>
                    <a:pt x="3834" y="3279"/>
                  </a:lnTo>
                  <a:cubicBezTo>
                    <a:pt x="3725" y="4011"/>
                    <a:pt x="3951" y="4785"/>
                    <a:pt x="4513" y="5348"/>
                  </a:cubicBezTo>
                  <a:lnTo>
                    <a:pt x="6224" y="7057"/>
                  </a:lnTo>
                  <a:lnTo>
                    <a:pt x="7933" y="5348"/>
                  </a:lnTo>
                  <a:cubicBezTo>
                    <a:pt x="8877" y="4404"/>
                    <a:pt x="8877" y="2871"/>
                    <a:pt x="7933" y="1928"/>
                  </a:cubicBezTo>
                  <a:cubicBezTo>
                    <a:pt x="7462" y="1457"/>
                    <a:pt x="6843" y="1221"/>
                    <a:pt x="6224" y="1221"/>
                  </a:cubicBezTo>
                  <a:cubicBezTo>
                    <a:pt x="5605" y="1221"/>
                    <a:pt x="4986" y="1457"/>
                    <a:pt x="4514" y="1928"/>
                  </a:cubicBezTo>
                  <a:cubicBezTo>
                    <a:pt x="4256" y="2186"/>
                    <a:pt x="4070" y="2489"/>
                    <a:pt x="3952" y="2811"/>
                  </a:cubicBezTo>
                  <a:lnTo>
                    <a:pt x="2963" y="2811"/>
                  </a:lnTo>
                  <a:lnTo>
                    <a:pt x="2963" y="1484"/>
                  </a:lnTo>
                  <a:cubicBezTo>
                    <a:pt x="2963" y="667"/>
                    <a:pt x="2299" y="3"/>
                    <a:pt x="1482" y="3"/>
                  </a:cubicBezTo>
                  <a:cubicBezTo>
                    <a:pt x="665" y="3"/>
                    <a:pt x="0" y="667"/>
                    <a:pt x="0" y="1484"/>
                  </a:cubicBezTo>
                  <a:lnTo>
                    <a:pt x="0" y="14277"/>
                  </a:lnTo>
                  <a:cubicBezTo>
                    <a:pt x="0" y="15095"/>
                    <a:pt x="665" y="15759"/>
                    <a:pt x="1482" y="15759"/>
                  </a:cubicBezTo>
                  <a:lnTo>
                    <a:pt x="14275" y="15759"/>
                  </a:lnTo>
                  <a:cubicBezTo>
                    <a:pt x="15092" y="15759"/>
                    <a:pt x="15756" y="15095"/>
                    <a:pt x="15756" y="14277"/>
                  </a:cubicBezTo>
                  <a:lnTo>
                    <a:pt x="15756" y="1484"/>
                  </a:lnTo>
                  <a:cubicBezTo>
                    <a:pt x="15756" y="666"/>
                    <a:pt x="15092" y="1"/>
                    <a:pt x="14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6"/>
            <p:cNvSpPr/>
            <p:nvPr/>
          </p:nvSpPr>
          <p:spPr>
            <a:xfrm>
              <a:off x="1629849" y="4023862"/>
              <a:ext cx="88027" cy="88060"/>
            </a:xfrm>
            <a:custGeom>
              <a:rect b="b" l="l" r="r" t="t"/>
              <a:pathLst>
                <a:path extrusionOk="0" h="2653" w="2652">
                  <a:moveTo>
                    <a:pt x="1326" y="469"/>
                  </a:moveTo>
                  <a:cubicBezTo>
                    <a:pt x="1800" y="469"/>
                    <a:pt x="2184" y="853"/>
                    <a:pt x="2184" y="1327"/>
                  </a:cubicBezTo>
                  <a:cubicBezTo>
                    <a:pt x="2184" y="1800"/>
                    <a:pt x="1799" y="2185"/>
                    <a:pt x="1326" y="2185"/>
                  </a:cubicBezTo>
                  <a:cubicBezTo>
                    <a:pt x="853" y="2185"/>
                    <a:pt x="468" y="1800"/>
                    <a:pt x="468" y="1327"/>
                  </a:cubicBezTo>
                  <a:cubicBezTo>
                    <a:pt x="468" y="853"/>
                    <a:pt x="852" y="469"/>
                    <a:pt x="1326" y="469"/>
                  </a:cubicBezTo>
                  <a:close/>
                  <a:moveTo>
                    <a:pt x="1326" y="0"/>
                  </a:moveTo>
                  <a:cubicBezTo>
                    <a:pt x="595" y="0"/>
                    <a:pt x="0" y="595"/>
                    <a:pt x="0" y="1327"/>
                  </a:cubicBezTo>
                  <a:cubicBezTo>
                    <a:pt x="0" y="2058"/>
                    <a:pt x="595" y="2653"/>
                    <a:pt x="1326" y="2653"/>
                  </a:cubicBezTo>
                  <a:cubicBezTo>
                    <a:pt x="2057" y="2653"/>
                    <a:pt x="2652" y="2058"/>
                    <a:pt x="2652" y="1327"/>
                  </a:cubicBezTo>
                  <a:cubicBezTo>
                    <a:pt x="2651" y="595"/>
                    <a:pt x="2056" y="0"/>
                    <a:pt x="13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1821934" y="4008294"/>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6"/>
            <p:cNvSpPr/>
            <p:nvPr/>
          </p:nvSpPr>
          <p:spPr>
            <a:xfrm>
              <a:off x="1790866" y="4008294"/>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6"/>
            <p:cNvSpPr/>
            <p:nvPr/>
          </p:nvSpPr>
          <p:spPr>
            <a:xfrm>
              <a:off x="1759798" y="4008294"/>
              <a:ext cx="15534" cy="15600"/>
            </a:xfrm>
            <a:custGeom>
              <a:rect b="b" l="l" r="r" t="t"/>
              <a:pathLst>
                <a:path extrusionOk="0" h="470" w="468">
                  <a:moveTo>
                    <a:pt x="1" y="1"/>
                  </a:moveTo>
                  <a:lnTo>
                    <a:pt x="1"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1790866" y="3977226"/>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6"/>
            <p:cNvSpPr/>
            <p:nvPr/>
          </p:nvSpPr>
          <p:spPr>
            <a:xfrm>
              <a:off x="1853003" y="3977226"/>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6"/>
            <p:cNvSpPr/>
            <p:nvPr/>
          </p:nvSpPr>
          <p:spPr>
            <a:xfrm>
              <a:off x="1821934" y="3977226"/>
              <a:ext cx="15534" cy="15600"/>
            </a:xfrm>
            <a:custGeom>
              <a:rect b="b" l="l" r="r" t="t"/>
              <a:pathLst>
                <a:path extrusionOk="0" h="470" w="468">
                  <a:moveTo>
                    <a:pt x="0" y="1"/>
                  </a:moveTo>
                  <a:lnTo>
                    <a:pt x="0"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1616041" y="4193774"/>
              <a:ext cx="47830" cy="23334"/>
            </a:xfrm>
            <a:custGeom>
              <a:rect b="b" l="l" r="r" t="t"/>
              <a:pathLst>
                <a:path extrusionOk="0" h="703" w="1441">
                  <a:moveTo>
                    <a:pt x="1357" y="0"/>
                  </a:moveTo>
                  <a:lnTo>
                    <a:pt x="0" y="242"/>
                  </a:lnTo>
                  <a:lnTo>
                    <a:pt x="83" y="703"/>
                  </a:lnTo>
                  <a:lnTo>
                    <a:pt x="1440" y="462"/>
                  </a:lnTo>
                  <a:lnTo>
                    <a:pt x="13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6"/>
            <p:cNvSpPr/>
            <p:nvPr/>
          </p:nvSpPr>
          <p:spPr>
            <a:xfrm>
              <a:off x="1585471" y="4204562"/>
              <a:ext cx="17990" cy="17990"/>
            </a:xfrm>
            <a:custGeom>
              <a:rect b="b" l="l" r="r" t="t"/>
              <a:pathLst>
                <a:path extrusionOk="0" h="542" w="542">
                  <a:moveTo>
                    <a:pt x="460" y="0"/>
                  </a:moveTo>
                  <a:lnTo>
                    <a:pt x="0" y="82"/>
                  </a:lnTo>
                  <a:lnTo>
                    <a:pt x="82" y="542"/>
                  </a:lnTo>
                  <a:lnTo>
                    <a:pt x="542" y="460"/>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6"/>
            <p:cNvSpPr/>
            <p:nvPr/>
          </p:nvSpPr>
          <p:spPr>
            <a:xfrm>
              <a:off x="1636023" y="4317283"/>
              <a:ext cx="23733" cy="29077"/>
            </a:xfrm>
            <a:custGeom>
              <a:rect b="b" l="l" r="r" t="t"/>
              <a:pathLst>
                <a:path extrusionOk="0" h="876" w="715">
                  <a:moveTo>
                    <a:pt x="436" y="0"/>
                  </a:moveTo>
                  <a:lnTo>
                    <a:pt x="0" y="173"/>
                  </a:lnTo>
                  <a:lnTo>
                    <a:pt x="280" y="875"/>
                  </a:lnTo>
                  <a:lnTo>
                    <a:pt x="715" y="703"/>
                  </a:lnTo>
                  <a:lnTo>
                    <a:pt x="4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6"/>
            <p:cNvSpPr/>
            <p:nvPr/>
          </p:nvSpPr>
          <p:spPr>
            <a:xfrm>
              <a:off x="1651126" y="4355156"/>
              <a:ext cx="20181" cy="20214"/>
            </a:xfrm>
            <a:custGeom>
              <a:rect b="b" l="l" r="r" t="t"/>
              <a:pathLst>
                <a:path extrusionOk="0" h="609" w="608">
                  <a:moveTo>
                    <a:pt x="435" y="1"/>
                  </a:moveTo>
                  <a:lnTo>
                    <a:pt x="0" y="174"/>
                  </a:lnTo>
                  <a:lnTo>
                    <a:pt x="173" y="608"/>
                  </a:lnTo>
                  <a:lnTo>
                    <a:pt x="607" y="435"/>
                  </a:lnTo>
                  <a:lnTo>
                    <a:pt x="4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6"/>
            <p:cNvSpPr/>
            <p:nvPr/>
          </p:nvSpPr>
          <p:spPr>
            <a:xfrm>
              <a:off x="1733178" y="4283892"/>
              <a:ext cx="37076" cy="52842"/>
            </a:xfrm>
            <a:custGeom>
              <a:rect b="b" l="l" r="r" t="t"/>
              <a:pathLst>
                <a:path extrusionOk="0" h="1592" w="1117">
                  <a:moveTo>
                    <a:pt x="417" y="0"/>
                  </a:moveTo>
                  <a:lnTo>
                    <a:pt x="0" y="211"/>
                  </a:lnTo>
                  <a:lnTo>
                    <a:pt x="699" y="1592"/>
                  </a:lnTo>
                  <a:lnTo>
                    <a:pt x="1117" y="1380"/>
                  </a:lnTo>
                  <a:lnTo>
                    <a:pt x="4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6"/>
            <p:cNvSpPr/>
            <p:nvPr/>
          </p:nvSpPr>
          <p:spPr>
            <a:xfrm>
              <a:off x="1763416" y="4343539"/>
              <a:ext cx="20878" cy="20944"/>
            </a:xfrm>
            <a:custGeom>
              <a:rect b="b" l="l" r="r" t="t"/>
              <a:pathLst>
                <a:path extrusionOk="0" h="631" w="629">
                  <a:moveTo>
                    <a:pt x="417" y="0"/>
                  </a:moveTo>
                  <a:lnTo>
                    <a:pt x="0" y="212"/>
                  </a:lnTo>
                  <a:lnTo>
                    <a:pt x="211" y="630"/>
                  </a:lnTo>
                  <a:lnTo>
                    <a:pt x="629" y="418"/>
                  </a:lnTo>
                  <a:lnTo>
                    <a:pt x="4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6"/>
            <p:cNvSpPr/>
            <p:nvPr/>
          </p:nvSpPr>
          <p:spPr>
            <a:xfrm>
              <a:off x="1843908" y="4242036"/>
              <a:ext cx="18355" cy="18355"/>
            </a:xfrm>
            <a:custGeom>
              <a:rect b="b" l="l" r="r" t="t"/>
              <a:pathLst>
                <a:path extrusionOk="0" h="553" w="553">
                  <a:moveTo>
                    <a:pt x="93" y="0"/>
                  </a:moveTo>
                  <a:lnTo>
                    <a:pt x="0" y="459"/>
                  </a:lnTo>
                  <a:lnTo>
                    <a:pt x="458" y="553"/>
                  </a:lnTo>
                  <a:lnTo>
                    <a:pt x="552" y="93"/>
                  </a:lnTo>
                  <a:lnTo>
                    <a:pt x="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6"/>
            <p:cNvSpPr/>
            <p:nvPr/>
          </p:nvSpPr>
          <p:spPr>
            <a:xfrm>
              <a:off x="1850115" y="4186040"/>
              <a:ext cx="23533" cy="43914"/>
            </a:xfrm>
            <a:custGeom>
              <a:rect b="b" l="l" r="r" t="t"/>
              <a:pathLst>
                <a:path extrusionOk="0" h="1323" w="709">
                  <a:moveTo>
                    <a:pt x="251" y="1"/>
                  </a:moveTo>
                  <a:lnTo>
                    <a:pt x="0" y="1228"/>
                  </a:lnTo>
                  <a:lnTo>
                    <a:pt x="459" y="1322"/>
                  </a:lnTo>
                  <a:lnTo>
                    <a:pt x="709" y="95"/>
                  </a:lnTo>
                  <a:lnTo>
                    <a:pt x="2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6"/>
            <p:cNvSpPr/>
            <p:nvPr/>
          </p:nvSpPr>
          <p:spPr>
            <a:xfrm>
              <a:off x="1611726" y="4423632"/>
              <a:ext cx="31101" cy="15567"/>
            </a:xfrm>
            <a:custGeom>
              <a:rect b="b" l="l" r="r" t="t"/>
              <a:pathLst>
                <a:path extrusionOk="0" h="469" w="937">
                  <a:moveTo>
                    <a:pt x="0" y="0"/>
                  </a:moveTo>
                  <a:lnTo>
                    <a:pt x="0" y="469"/>
                  </a:lnTo>
                  <a:lnTo>
                    <a:pt x="936" y="469"/>
                  </a:lnTo>
                  <a:lnTo>
                    <a:pt x="9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6"/>
            <p:cNvSpPr/>
            <p:nvPr/>
          </p:nvSpPr>
          <p:spPr>
            <a:xfrm>
              <a:off x="1580625" y="4423632"/>
              <a:ext cx="15534" cy="15567"/>
            </a:xfrm>
            <a:custGeom>
              <a:rect b="b" l="l" r="r" t="t"/>
              <a:pathLst>
                <a:path extrusionOk="0" h="469" w="468">
                  <a:moveTo>
                    <a:pt x="0" y="0"/>
                  </a:moveTo>
                  <a:lnTo>
                    <a:pt x="0"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6"/>
            <p:cNvSpPr/>
            <p:nvPr/>
          </p:nvSpPr>
          <p:spPr>
            <a:xfrm>
              <a:off x="1518987" y="4210802"/>
              <a:ext cx="15567" cy="15567"/>
            </a:xfrm>
            <a:custGeom>
              <a:rect b="b" l="l" r="r" t="t"/>
              <a:pathLst>
                <a:path extrusionOk="0" h="469" w="469">
                  <a:moveTo>
                    <a:pt x="1" y="0"/>
                  </a:moveTo>
                  <a:lnTo>
                    <a:pt x="1"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6"/>
            <p:cNvSpPr/>
            <p:nvPr/>
          </p:nvSpPr>
          <p:spPr>
            <a:xfrm>
              <a:off x="1518987" y="4153810"/>
              <a:ext cx="15567" cy="41457"/>
            </a:xfrm>
            <a:custGeom>
              <a:rect b="b" l="l" r="r" t="t"/>
              <a:pathLst>
                <a:path extrusionOk="0" h="1249" w="469">
                  <a:moveTo>
                    <a:pt x="1" y="1"/>
                  </a:moveTo>
                  <a:lnTo>
                    <a:pt x="1" y="1249"/>
                  </a:lnTo>
                  <a:lnTo>
                    <a:pt x="468" y="124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6"/>
            <p:cNvSpPr/>
            <p:nvPr/>
          </p:nvSpPr>
          <p:spPr>
            <a:xfrm>
              <a:off x="1518987" y="4281203"/>
              <a:ext cx="15567" cy="31101"/>
            </a:xfrm>
            <a:custGeom>
              <a:rect b="b" l="l" r="r" t="t"/>
              <a:pathLst>
                <a:path extrusionOk="0" h="937" w="469">
                  <a:moveTo>
                    <a:pt x="1" y="0"/>
                  </a:moveTo>
                  <a:lnTo>
                    <a:pt x="1" y="936"/>
                  </a:lnTo>
                  <a:lnTo>
                    <a:pt x="468" y="936"/>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6"/>
            <p:cNvSpPr/>
            <p:nvPr/>
          </p:nvSpPr>
          <p:spPr>
            <a:xfrm>
              <a:off x="1518987" y="4327805"/>
              <a:ext cx="15567" cy="15600"/>
            </a:xfrm>
            <a:custGeom>
              <a:rect b="b" l="l" r="r" t="t"/>
              <a:pathLst>
                <a:path extrusionOk="0" h="470" w="469">
                  <a:moveTo>
                    <a:pt x="1" y="1"/>
                  </a:moveTo>
                  <a:lnTo>
                    <a:pt x="1" y="469"/>
                  </a:lnTo>
                  <a:lnTo>
                    <a:pt x="468" y="469"/>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6"/>
            <p:cNvSpPr/>
            <p:nvPr/>
          </p:nvSpPr>
          <p:spPr>
            <a:xfrm>
              <a:off x="1499337" y="4053370"/>
              <a:ext cx="15567" cy="52876"/>
            </a:xfrm>
            <a:custGeom>
              <a:rect b="b" l="l" r="r" t="t"/>
              <a:pathLst>
                <a:path extrusionOk="0" h="1593" w="469">
                  <a:moveTo>
                    <a:pt x="0" y="1"/>
                  </a:moveTo>
                  <a:lnTo>
                    <a:pt x="0" y="1592"/>
                  </a:lnTo>
                  <a:lnTo>
                    <a:pt x="469" y="1592"/>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6"/>
            <p:cNvSpPr/>
            <p:nvPr/>
          </p:nvSpPr>
          <p:spPr>
            <a:xfrm>
              <a:off x="1499337" y="3991234"/>
              <a:ext cx="15567" cy="15600"/>
            </a:xfrm>
            <a:custGeom>
              <a:rect b="b" l="l" r="r" t="t"/>
              <a:pathLst>
                <a:path extrusionOk="0" h="470" w="469">
                  <a:moveTo>
                    <a:pt x="0" y="1"/>
                  </a:moveTo>
                  <a:lnTo>
                    <a:pt x="0" y="469"/>
                  </a:lnTo>
                  <a:lnTo>
                    <a:pt x="469" y="469"/>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6"/>
            <p:cNvSpPr/>
            <p:nvPr/>
          </p:nvSpPr>
          <p:spPr>
            <a:xfrm>
              <a:off x="1499337" y="4022302"/>
              <a:ext cx="15567" cy="15600"/>
            </a:xfrm>
            <a:custGeom>
              <a:rect b="b" l="l" r="r" t="t"/>
              <a:pathLst>
                <a:path extrusionOk="0" h="470" w="469">
                  <a:moveTo>
                    <a:pt x="0" y="1"/>
                  </a:moveTo>
                  <a:lnTo>
                    <a:pt x="0" y="469"/>
                  </a:lnTo>
                  <a:lnTo>
                    <a:pt x="469" y="469"/>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6"/>
            <p:cNvSpPr/>
            <p:nvPr/>
          </p:nvSpPr>
          <p:spPr>
            <a:xfrm>
              <a:off x="1942589" y="4063759"/>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6"/>
            <p:cNvSpPr/>
            <p:nvPr/>
          </p:nvSpPr>
          <p:spPr>
            <a:xfrm>
              <a:off x="1942589" y="3996412"/>
              <a:ext cx="15534" cy="51847"/>
            </a:xfrm>
            <a:custGeom>
              <a:rect b="b" l="l" r="r" t="t"/>
              <a:pathLst>
                <a:path extrusionOk="0" h="1562" w="468">
                  <a:moveTo>
                    <a:pt x="0" y="1"/>
                  </a:moveTo>
                  <a:lnTo>
                    <a:pt x="0" y="1561"/>
                  </a:lnTo>
                  <a:lnTo>
                    <a:pt x="468" y="1561"/>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6"/>
            <p:cNvSpPr/>
            <p:nvPr/>
          </p:nvSpPr>
          <p:spPr>
            <a:xfrm>
              <a:off x="1922873" y="4220129"/>
              <a:ext cx="15600" cy="15567"/>
            </a:xfrm>
            <a:custGeom>
              <a:rect b="b" l="l" r="r" t="t"/>
              <a:pathLst>
                <a:path extrusionOk="0" h="469" w="470">
                  <a:moveTo>
                    <a:pt x="1" y="1"/>
                  </a:moveTo>
                  <a:lnTo>
                    <a:pt x="1" y="468"/>
                  </a:lnTo>
                  <a:lnTo>
                    <a:pt x="469" y="46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6"/>
            <p:cNvSpPr/>
            <p:nvPr/>
          </p:nvSpPr>
          <p:spPr>
            <a:xfrm>
              <a:off x="1922873" y="4163171"/>
              <a:ext cx="15600" cy="41457"/>
            </a:xfrm>
            <a:custGeom>
              <a:rect b="b" l="l" r="r" t="t"/>
              <a:pathLst>
                <a:path extrusionOk="0" h="1249" w="470">
                  <a:moveTo>
                    <a:pt x="1" y="1"/>
                  </a:moveTo>
                  <a:lnTo>
                    <a:pt x="1" y="1248"/>
                  </a:lnTo>
                  <a:lnTo>
                    <a:pt x="469" y="1248"/>
                  </a:lnTo>
                  <a:lnTo>
                    <a:pt x="4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6"/>
            <p:cNvSpPr/>
            <p:nvPr/>
          </p:nvSpPr>
          <p:spPr>
            <a:xfrm>
              <a:off x="1943618" y="4323690"/>
              <a:ext cx="15534" cy="15567"/>
            </a:xfrm>
            <a:custGeom>
              <a:rect b="b" l="l" r="r" t="t"/>
              <a:pathLst>
                <a:path extrusionOk="0" h="469" w="468">
                  <a:moveTo>
                    <a:pt x="0" y="1"/>
                  </a:moveTo>
                  <a:lnTo>
                    <a:pt x="0" y="468"/>
                  </a:lnTo>
                  <a:lnTo>
                    <a:pt x="468" y="46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6"/>
            <p:cNvSpPr/>
            <p:nvPr/>
          </p:nvSpPr>
          <p:spPr>
            <a:xfrm>
              <a:off x="1943618" y="4266698"/>
              <a:ext cx="15534" cy="41457"/>
            </a:xfrm>
            <a:custGeom>
              <a:rect b="b" l="l" r="r" t="t"/>
              <a:pathLst>
                <a:path extrusionOk="0" h="1249" w="468">
                  <a:moveTo>
                    <a:pt x="0" y="1"/>
                  </a:moveTo>
                  <a:lnTo>
                    <a:pt x="0" y="1248"/>
                  </a:lnTo>
                  <a:lnTo>
                    <a:pt x="468" y="1248"/>
                  </a:lnTo>
                  <a:lnTo>
                    <a:pt x="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6"/>
            <p:cNvSpPr/>
            <p:nvPr/>
          </p:nvSpPr>
          <p:spPr>
            <a:xfrm>
              <a:off x="1666096" y="4060108"/>
              <a:ext cx="15534" cy="15567"/>
            </a:xfrm>
            <a:custGeom>
              <a:rect b="b" l="l" r="r" t="t"/>
              <a:pathLst>
                <a:path extrusionOk="0" h="469" w="468">
                  <a:moveTo>
                    <a:pt x="0" y="0"/>
                  </a:moveTo>
                  <a:lnTo>
                    <a:pt x="0" y="469"/>
                  </a:lnTo>
                  <a:lnTo>
                    <a:pt x="468" y="469"/>
                  </a:lnTo>
                  <a:lnTo>
                    <a:pt x="4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6" name="Shape 6446"/>
        <p:cNvGrpSpPr/>
        <p:nvPr/>
      </p:nvGrpSpPr>
      <p:grpSpPr>
        <a:xfrm>
          <a:off x="0" y="0"/>
          <a:ext cx="0" cy="0"/>
          <a:chOff x="0" y="0"/>
          <a:chExt cx="0" cy="0"/>
        </a:xfrm>
      </p:grpSpPr>
      <p:sp>
        <p:nvSpPr>
          <p:cNvPr id="6447" name="Google Shape;6447;p67"/>
          <p:cNvSpPr txBox="1"/>
          <p:nvPr>
            <p:ph idx="1" type="body"/>
          </p:nvPr>
        </p:nvSpPr>
        <p:spPr>
          <a:xfrm>
            <a:off x="720000" y="1237074"/>
            <a:ext cx="7704000" cy="52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Hier ist eine Auswahl an alternativen Ressourcen im gleichen Stil wie diese Vorlage</a:t>
            </a:r>
            <a:endParaRPr/>
          </a:p>
          <a:p>
            <a:pPr indent="-317500" lvl="0" marL="457200" rtl="0" algn="l">
              <a:spcBef>
                <a:spcPts val="0"/>
              </a:spcBef>
              <a:spcAft>
                <a:spcPts val="0"/>
              </a:spcAft>
              <a:buClr>
                <a:schemeClr val="dk1"/>
              </a:buClr>
              <a:buSzPts val="1400"/>
              <a:buChar char="●"/>
            </a:pPr>
            <a:r>
              <a:rPr lang="en">
                <a:uFill>
                  <a:noFill/>
                </a:uFill>
                <a:hlinkClick r:id="rId3"/>
              </a:rPr>
              <a:t>Vintage Map with pirate treasure</a:t>
            </a:r>
            <a:endParaRPr/>
          </a:p>
        </p:txBody>
      </p:sp>
      <p:sp>
        <p:nvSpPr>
          <p:cNvPr id="6448" name="Google Shape;6448;p67"/>
          <p:cNvSpPr txBox="1"/>
          <p:nvPr>
            <p:ph type="title"/>
          </p:nvPr>
        </p:nvSpPr>
        <p:spPr>
          <a:xfrm>
            <a:off x="720000" y="540000"/>
            <a:ext cx="7704000" cy="63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Ressourcen</a:t>
            </a:r>
            <a:endParaRPr/>
          </a:p>
        </p:txBody>
      </p:sp>
      <p:sp>
        <p:nvSpPr>
          <p:cNvPr id="6449" name="Google Shape;6449;p67"/>
          <p:cNvSpPr/>
          <p:nvPr/>
        </p:nvSpPr>
        <p:spPr>
          <a:xfrm>
            <a:off x="6146650" y="1970025"/>
            <a:ext cx="2282262" cy="2407834"/>
          </a:xfrm>
          <a:custGeom>
            <a:rect b="b" l="l" r="r" t="t"/>
            <a:pathLst>
              <a:path extrusionOk="0" h="36005" w="34126">
                <a:moveTo>
                  <a:pt x="31525" y="17697"/>
                </a:moveTo>
                <a:cubicBezTo>
                  <a:pt x="31477" y="17967"/>
                  <a:pt x="31430" y="18229"/>
                  <a:pt x="31722" y="18420"/>
                </a:cubicBezTo>
                <a:cubicBezTo>
                  <a:pt x="31759" y="18443"/>
                  <a:pt x="31767" y="18587"/>
                  <a:pt x="31744" y="18600"/>
                </a:cubicBezTo>
                <a:cubicBezTo>
                  <a:pt x="31658" y="18646"/>
                  <a:pt x="31543" y="18699"/>
                  <a:pt x="31458" y="18678"/>
                </a:cubicBezTo>
                <a:cubicBezTo>
                  <a:pt x="31325" y="18646"/>
                  <a:pt x="31197" y="18570"/>
                  <a:pt x="31090" y="18486"/>
                </a:cubicBezTo>
                <a:cubicBezTo>
                  <a:pt x="30928" y="18358"/>
                  <a:pt x="30785" y="18209"/>
                  <a:pt x="30635" y="18067"/>
                </a:cubicBezTo>
                <a:cubicBezTo>
                  <a:pt x="30113" y="18066"/>
                  <a:pt x="29614" y="18061"/>
                  <a:pt x="29114" y="18067"/>
                </a:cubicBezTo>
                <a:cubicBezTo>
                  <a:pt x="29058" y="18069"/>
                  <a:pt x="29002" y="18129"/>
                  <a:pt x="28913" y="18183"/>
                </a:cubicBezTo>
                <a:cubicBezTo>
                  <a:pt x="29022" y="18672"/>
                  <a:pt x="29243" y="19127"/>
                  <a:pt x="29489" y="19563"/>
                </a:cubicBezTo>
                <a:cubicBezTo>
                  <a:pt x="29921" y="19800"/>
                  <a:pt x="30343" y="19616"/>
                  <a:pt x="30762" y="19590"/>
                </a:cubicBezTo>
                <a:cubicBezTo>
                  <a:pt x="30929" y="19580"/>
                  <a:pt x="31117" y="19732"/>
                  <a:pt x="31137" y="19892"/>
                </a:cubicBezTo>
                <a:cubicBezTo>
                  <a:pt x="31146" y="19959"/>
                  <a:pt x="31160" y="20026"/>
                  <a:pt x="31161" y="20094"/>
                </a:cubicBezTo>
                <a:cubicBezTo>
                  <a:pt x="31164" y="20263"/>
                  <a:pt x="31177" y="20433"/>
                  <a:pt x="31162" y="20602"/>
                </a:cubicBezTo>
                <a:cubicBezTo>
                  <a:pt x="31106" y="21205"/>
                  <a:pt x="31327" y="21734"/>
                  <a:pt x="31630" y="22245"/>
                </a:cubicBezTo>
                <a:cubicBezTo>
                  <a:pt x="31841" y="22599"/>
                  <a:pt x="32059" y="22949"/>
                  <a:pt x="32248" y="23314"/>
                </a:cubicBezTo>
                <a:cubicBezTo>
                  <a:pt x="32533" y="23869"/>
                  <a:pt x="32461" y="24010"/>
                  <a:pt x="31853" y="24186"/>
                </a:cubicBezTo>
                <a:cubicBezTo>
                  <a:pt x="31818" y="24197"/>
                  <a:pt x="31782" y="24196"/>
                  <a:pt x="31749" y="24206"/>
                </a:cubicBezTo>
                <a:cubicBezTo>
                  <a:pt x="31421" y="24305"/>
                  <a:pt x="31364" y="24431"/>
                  <a:pt x="31500" y="24739"/>
                </a:cubicBezTo>
                <a:cubicBezTo>
                  <a:pt x="31555" y="24864"/>
                  <a:pt x="31610" y="24989"/>
                  <a:pt x="31673" y="25111"/>
                </a:cubicBezTo>
                <a:cubicBezTo>
                  <a:pt x="32048" y="25816"/>
                  <a:pt x="32044" y="25833"/>
                  <a:pt x="32775" y="25908"/>
                </a:cubicBezTo>
                <a:cubicBezTo>
                  <a:pt x="32875" y="25919"/>
                  <a:pt x="32969" y="25981"/>
                  <a:pt x="33088" y="26027"/>
                </a:cubicBezTo>
                <a:cubicBezTo>
                  <a:pt x="33168" y="26356"/>
                  <a:pt x="32933" y="26603"/>
                  <a:pt x="32831" y="26877"/>
                </a:cubicBezTo>
                <a:cubicBezTo>
                  <a:pt x="32738" y="27130"/>
                  <a:pt x="32592" y="27366"/>
                  <a:pt x="32468" y="27608"/>
                </a:cubicBezTo>
                <a:cubicBezTo>
                  <a:pt x="32502" y="27871"/>
                  <a:pt x="32669" y="28105"/>
                  <a:pt x="32540" y="28396"/>
                </a:cubicBezTo>
                <a:cubicBezTo>
                  <a:pt x="32448" y="28608"/>
                  <a:pt x="32485" y="29020"/>
                  <a:pt x="32599" y="29163"/>
                </a:cubicBezTo>
                <a:cubicBezTo>
                  <a:pt x="32748" y="29351"/>
                  <a:pt x="32684" y="29470"/>
                  <a:pt x="32556" y="29596"/>
                </a:cubicBezTo>
                <a:cubicBezTo>
                  <a:pt x="32481" y="29668"/>
                  <a:pt x="32390" y="29735"/>
                  <a:pt x="32293" y="29770"/>
                </a:cubicBezTo>
                <a:cubicBezTo>
                  <a:pt x="31559" y="30030"/>
                  <a:pt x="31341" y="30640"/>
                  <a:pt x="31149" y="31267"/>
                </a:cubicBezTo>
                <a:cubicBezTo>
                  <a:pt x="31121" y="31360"/>
                  <a:pt x="31108" y="31488"/>
                  <a:pt x="31155" y="31564"/>
                </a:cubicBezTo>
                <a:cubicBezTo>
                  <a:pt x="31302" y="31800"/>
                  <a:pt x="31230" y="32013"/>
                  <a:pt x="31131" y="32235"/>
                </a:cubicBezTo>
                <a:cubicBezTo>
                  <a:pt x="31062" y="32390"/>
                  <a:pt x="30983" y="32552"/>
                  <a:pt x="30960" y="32715"/>
                </a:cubicBezTo>
                <a:cubicBezTo>
                  <a:pt x="30903" y="33114"/>
                  <a:pt x="30712" y="33412"/>
                  <a:pt x="30342" y="33615"/>
                </a:cubicBezTo>
                <a:cubicBezTo>
                  <a:pt x="30261" y="33661"/>
                  <a:pt x="30213" y="33759"/>
                  <a:pt x="30136" y="33851"/>
                </a:cubicBezTo>
                <a:cubicBezTo>
                  <a:pt x="30275" y="33933"/>
                  <a:pt x="30386" y="34037"/>
                  <a:pt x="30517" y="34067"/>
                </a:cubicBezTo>
                <a:cubicBezTo>
                  <a:pt x="30830" y="34138"/>
                  <a:pt x="31149" y="34195"/>
                  <a:pt x="31469" y="34219"/>
                </a:cubicBezTo>
                <a:cubicBezTo>
                  <a:pt x="32020" y="34263"/>
                  <a:pt x="32527" y="34181"/>
                  <a:pt x="32936" y="33757"/>
                </a:cubicBezTo>
                <a:cubicBezTo>
                  <a:pt x="33122" y="33563"/>
                  <a:pt x="33390" y="33433"/>
                  <a:pt x="33641" y="33307"/>
                </a:cubicBezTo>
                <a:cubicBezTo>
                  <a:pt x="33765" y="33244"/>
                  <a:pt x="33916" y="33295"/>
                  <a:pt x="34027" y="33405"/>
                </a:cubicBezTo>
                <a:cubicBezTo>
                  <a:pt x="34099" y="33478"/>
                  <a:pt x="34125" y="33647"/>
                  <a:pt x="34055" y="33673"/>
                </a:cubicBezTo>
                <a:cubicBezTo>
                  <a:pt x="33617" y="33836"/>
                  <a:pt x="33260" y="34108"/>
                  <a:pt x="32916" y="34404"/>
                </a:cubicBezTo>
                <a:cubicBezTo>
                  <a:pt x="32695" y="34594"/>
                  <a:pt x="32414" y="34690"/>
                  <a:pt x="32125" y="34679"/>
                </a:cubicBezTo>
                <a:cubicBezTo>
                  <a:pt x="31377" y="34649"/>
                  <a:pt x="30630" y="34596"/>
                  <a:pt x="29883" y="34531"/>
                </a:cubicBezTo>
                <a:cubicBezTo>
                  <a:pt x="29756" y="34521"/>
                  <a:pt x="29616" y="34426"/>
                  <a:pt x="29523" y="34334"/>
                </a:cubicBezTo>
                <a:cubicBezTo>
                  <a:pt x="29246" y="34058"/>
                  <a:pt x="28963" y="34089"/>
                  <a:pt x="28654" y="34267"/>
                </a:cubicBezTo>
                <a:cubicBezTo>
                  <a:pt x="28501" y="34355"/>
                  <a:pt x="28341" y="34433"/>
                  <a:pt x="28186" y="34515"/>
                </a:cubicBezTo>
                <a:cubicBezTo>
                  <a:pt x="27713" y="34764"/>
                  <a:pt x="27226" y="34962"/>
                  <a:pt x="26678" y="35013"/>
                </a:cubicBezTo>
                <a:cubicBezTo>
                  <a:pt x="26363" y="35042"/>
                  <a:pt x="26052" y="35122"/>
                  <a:pt x="25758" y="35176"/>
                </a:cubicBezTo>
                <a:cubicBezTo>
                  <a:pt x="25545" y="34969"/>
                  <a:pt x="25686" y="34695"/>
                  <a:pt x="25529" y="34504"/>
                </a:cubicBezTo>
                <a:cubicBezTo>
                  <a:pt x="25488" y="34452"/>
                  <a:pt x="25483" y="34376"/>
                  <a:pt x="25454" y="34313"/>
                </a:cubicBezTo>
                <a:cubicBezTo>
                  <a:pt x="25401" y="34192"/>
                  <a:pt x="25232" y="34164"/>
                  <a:pt x="25092" y="34227"/>
                </a:cubicBezTo>
                <a:cubicBezTo>
                  <a:pt x="24858" y="34331"/>
                  <a:pt x="24678" y="34493"/>
                  <a:pt x="24523" y="34681"/>
                </a:cubicBezTo>
                <a:cubicBezTo>
                  <a:pt x="24127" y="35159"/>
                  <a:pt x="23571" y="35382"/>
                  <a:pt x="22979" y="35544"/>
                </a:cubicBezTo>
                <a:cubicBezTo>
                  <a:pt x="22624" y="35641"/>
                  <a:pt x="22284" y="35617"/>
                  <a:pt x="21935" y="35471"/>
                </a:cubicBezTo>
                <a:cubicBezTo>
                  <a:pt x="21547" y="35307"/>
                  <a:pt x="21136" y="35189"/>
                  <a:pt x="20714" y="35042"/>
                </a:cubicBezTo>
                <a:cubicBezTo>
                  <a:pt x="20790" y="34978"/>
                  <a:pt x="20867" y="34922"/>
                  <a:pt x="20935" y="34856"/>
                </a:cubicBezTo>
                <a:cubicBezTo>
                  <a:pt x="21073" y="34721"/>
                  <a:pt x="21070" y="34718"/>
                  <a:pt x="20856" y="34427"/>
                </a:cubicBezTo>
                <a:cubicBezTo>
                  <a:pt x="20008" y="34769"/>
                  <a:pt x="19153" y="35114"/>
                  <a:pt x="18301" y="35461"/>
                </a:cubicBezTo>
                <a:cubicBezTo>
                  <a:pt x="17971" y="35596"/>
                  <a:pt x="17635" y="35709"/>
                  <a:pt x="17272" y="35727"/>
                </a:cubicBezTo>
                <a:cubicBezTo>
                  <a:pt x="16632" y="35759"/>
                  <a:pt x="16013" y="36004"/>
                  <a:pt x="15356" y="35880"/>
                </a:cubicBezTo>
                <a:cubicBezTo>
                  <a:pt x="15185" y="35847"/>
                  <a:pt x="15006" y="35847"/>
                  <a:pt x="14832" y="35824"/>
                </a:cubicBezTo>
                <a:cubicBezTo>
                  <a:pt x="14587" y="35792"/>
                  <a:pt x="14341" y="35720"/>
                  <a:pt x="14096" y="35726"/>
                </a:cubicBezTo>
                <a:cubicBezTo>
                  <a:pt x="12982" y="35749"/>
                  <a:pt x="11888" y="35622"/>
                  <a:pt x="10812" y="35334"/>
                </a:cubicBezTo>
                <a:cubicBezTo>
                  <a:pt x="10713" y="35469"/>
                  <a:pt x="10642" y="35581"/>
                  <a:pt x="10557" y="35680"/>
                </a:cubicBezTo>
                <a:cubicBezTo>
                  <a:pt x="10457" y="35793"/>
                  <a:pt x="10277" y="35833"/>
                  <a:pt x="10174" y="35750"/>
                </a:cubicBezTo>
                <a:cubicBezTo>
                  <a:pt x="9842" y="35484"/>
                  <a:pt x="9446" y="35335"/>
                  <a:pt x="9052" y="35174"/>
                </a:cubicBezTo>
                <a:cubicBezTo>
                  <a:pt x="8762" y="35054"/>
                  <a:pt x="8494" y="34874"/>
                  <a:pt x="8232" y="34699"/>
                </a:cubicBezTo>
                <a:cubicBezTo>
                  <a:pt x="7882" y="34466"/>
                  <a:pt x="7546" y="34213"/>
                  <a:pt x="7179" y="33951"/>
                </a:cubicBezTo>
                <a:cubicBezTo>
                  <a:pt x="6947" y="34236"/>
                  <a:pt x="6743" y="34505"/>
                  <a:pt x="6517" y="34758"/>
                </a:cubicBezTo>
                <a:cubicBezTo>
                  <a:pt x="6355" y="34940"/>
                  <a:pt x="6168" y="35106"/>
                  <a:pt x="5908" y="35157"/>
                </a:cubicBezTo>
                <a:cubicBezTo>
                  <a:pt x="5727" y="35194"/>
                  <a:pt x="5548" y="35188"/>
                  <a:pt x="5470" y="34959"/>
                </a:cubicBezTo>
                <a:cubicBezTo>
                  <a:pt x="5676" y="34665"/>
                  <a:pt x="6169" y="34601"/>
                  <a:pt x="6235" y="34175"/>
                </a:cubicBezTo>
                <a:cubicBezTo>
                  <a:pt x="5316" y="33934"/>
                  <a:pt x="5316" y="33934"/>
                  <a:pt x="4416" y="33180"/>
                </a:cubicBezTo>
                <a:cubicBezTo>
                  <a:pt x="4146" y="33145"/>
                  <a:pt x="3974" y="33348"/>
                  <a:pt x="3754" y="33440"/>
                </a:cubicBezTo>
                <a:cubicBezTo>
                  <a:pt x="3427" y="33577"/>
                  <a:pt x="3102" y="33725"/>
                  <a:pt x="2768" y="33840"/>
                </a:cubicBezTo>
                <a:cubicBezTo>
                  <a:pt x="2604" y="33894"/>
                  <a:pt x="2418" y="33906"/>
                  <a:pt x="2242" y="33900"/>
                </a:cubicBezTo>
                <a:cubicBezTo>
                  <a:pt x="2159" y="33898"/>
                  <a:pt x="2079" y="33813"/>
                  <a:pt x="2000" y="33767"/>
                </a:cubicBezTo>
                <a:cubicBezTo>
                  <a:pt x="2040" y="33716"/>
                  <a:pt x="2071" y="33640"/>
                  <a:pt x="2123" y="33620"/>
                </a:cubicBezTo>
                <a:cubicBezTo>
                  <a:pt x="2863" y="33360"/>
                  <a:pt x="3585" y="33072"/>
                  <a:pt x="4249" y="32660"/>
                </a:cubicBezTo>
                <a:cubicBezTo>
                  <a:pt x="4490" y="32511"/>
                  <a:pt x="4738" y="32557"/>
                  <a:pt x="4914" y="32778"/>
                </a:cubicBezTo>
                <a:cubicBezTo>
                  <a:pt x="5243" y="33193"/>
                  <a:pt x="5653" y="33514"/>
                  <a:pt x="6134" y="33754"/>
                </a:cubicBezTo>
                <a:cubicBezTo>
                  <a:pt x="6260" y="33818"/>
                  <a:pt x="6417" y="33887"/>
                  <a:pt x="6523" y="33761"/>
                </a:cubicBezTo>
                <a:cubicBezTo>
                  <a:pt x="6627" y="33634"/>
                  <a:pt x="6690" y="33471"/>
                  <a:pt x="6746" y="33317"/>
                </a:cubicBezTo>
                <a:cubicBezTo>
                  <a:pt x="6766" y="33264"/>
                  <a:pt x="6719" y="33187"/>
                  <a:pt x="6692" y="33124"/>
                </a:cubicBezTo>
                <a:cubicBezTo>
                  <a:pt x="6395" y="32434"/>
                  <a:pt x="6172" y="31719"/>
                  <a:pt x="5931" y="31009"/>
                </a:cubicBezTo>
                <a:cubicBezTo>
                  <a:pt x="5757" y="30500"/>
                  <a:pt x="5463" y="30017"/>
                  <a:pt x="5151" y="29565"/>
                </a:cubicBezTo>
                <a:cubicBezTo>
                  <a:pt x="4799" y="29057"/>
                  <a:pt x="4412" y="28556"/>
                  <a:pt x="3960" y="28128"/>
                </a:cubicBezTo>
                <a:cubicBezTo>
                  <a:pt x="3324" y="27525"/>
                  <a:pt x="2777" y="26855"/>
                  <a:pt x="2214" y="26199"/>
                </a:cubicBezTo>
                <a:cubicBezTo>
                  <a:pt x="1557" y="25432"/>
                  <a:pt x="1088" y="24550"/>
                  <a:pt x="574" y="23696"/>
                </a:cubicBezTo>
                <a:cubicBezTo>
                  <a:pt x="486" y="23550"/>
                  <a:pt x="444" y="23375"/>
                  <a:pt x="337" y="23241"/>
                </a:cubicBezTo>
                <a:cubicBezTo>
                  <a:pt x="111" y="22953"/>
                  <a:pt x="1" y="22656"/>
                  <a:pt x="96" y="22295"/>
                </a:cubicBezTo>
                <a:cubicBezTo>
                  <a:pt x="120" y="22203"/>
                  <a:pt x="68" y="22096"/>
                  <a:pt x="64" y="21996"/>
                </a:cubicBezTo>
                <a:cubicBezTo>
                  <a:pt x="59" y="21855"/>
                  <a:pt x="173" y="21814"/>
                  <a:pt x="375" y="21881"/>
                </a:cubicBezTo>
                <a:cubicBezTo>
                  <a:pt x="441" y="21903"/>
                  <a:pt x="503" y="21939"/>
                  <a:pt x="565" y="21967"/>
                </a:cubicBezTo>
                <a:cubicBezTo>
                  <a:pt x="732" y="21963"/>
                  <a:pt x="815" y="21853"/>
                  <a:pt x="903" y="21746"/>
                </a:cubicBezTo>
                <a:cubicBezTo>
                  <a:pt x="1887" y="20537"/>
                  <a:pt x="2865" y="19325"/>
                  <a:pt x="3858" y="18123"/>
                </a:cubicBezTo>
                <a:cubicBezTo>
                  <a:pt x="4135" y="17789"/>
                  <a:pt x="4268" y="17442"/>
                  <a:pt x="4276" y="17010"/>
                </a:cubicBezTo>
                <a:cubicBezTo>
                  <a:pt x="4293" y="16265"/>
                  <a:pt x="4381" y="15522"/>
                  <a:pt x="4445" y="14778"/>
                </a:cubicBezTo>
                <a:cubicBezTo>
                  <a:pt x="4512" y="13994"/>
                  <a:pt x="4757" y="13247"/>
                  <a:pt x="5036" y="12513"/>
                </a:cubicBezTo>
                <a:cubicBezTo>
                  <a:pt x="5509" y="11270"/>
                  <a:pt x="6337" y="10267"/>
                  <a:pt x="7420" y="9439"/>
                </a:cubicBezTo>
                <a:cubicBezTo>
                  <a:pt x="7719" y="9209"/>
                  <a:pt x="8031" y="9064"/>
                  <a:pt x="8401" y="9154"/>
                </a:cubicBezTo>
                <a:cubicBezTo>
                  <a:pt x="8707" y="9229"/>
                  <a:pt x="8959" y="9127"/>
                  <a:pt x="9232" y="9050"/>
                </a:cubicBezTo>
                <a:cubicBezTo>
                  <a:pt x="9414" y="8998"/>
                  <a:pt x="9512" y="9079"/>
                  <a:pt x="9683" y="9396"/>
                </a:cubicBezTo>
                <a:cubicBezTo>
                  <a:pt x="10277" y="9548"/>
                  <a:pt x="10861" y="9819"/>
                  <a:pt x="11507" y="9837"/>
                </a:cubicBezTo>
                <a:cubicBezTo>
                  <a:pt x="11757" y="9261"/>
                  <a:pt x="11851" y="8859"/>
                  <a:pt x="11831" y="8356"/>
                </a:cubicBezTo>
                <a:cubicBezTo>
                  <a:pt x="11795" y="7439"/>
                  <a:pt x="11837" y="6528"/>
                  <a:pt x="11970" y="5617"/>
                </a:cubicBezTo>
                <a:cubicBezTo>
                  <a:pt x="12039" y="5147"/>
                  <a:pt x="12061" y="4670"/>
                  <a:pt x="12066" y="4196"/>
                </a:cubicBezTo>
                <a:cubicBezTo>
                  <a:pt x="12070" y="3941"/>
                  <a:pt x="12179" y="3742"/>
                  <a:pt x="12308" y="3539"/>
                </a:cubicBezTo>
                <a:cubicBezTo>
                  <a:pt x="12412" y="3376"/>
                  <a:pt x="12592" y="3284"/>
                  <a:pt x="12629" y="3372"/>
                </a:cubicBezTo>
                <a:cubicBezTo>
                  <a:pt x="12667" y="3457"/>
                  <a:pt x="12670" y="3556"/>
                  <a:pt x="12672" y="3649"/>
                </a:cubicBezTo>
                <a:cubicBezTo>
                  <a:pt x="12673" y="3716"/>
                  <a:pt x="12644" y="3782"/>
                  <a:pt x="12636" y="3850"/>
                </a:cubicBezTo>
                <a:cubicBezTo>
                  <a:pt x="12632" y="3882"/>
                  <a:pt x="12645" y="3916"/>
                  <a:pt x="12652" y="3953"/>
                </a:cubicBezTo>
                <a:cubicBezTo>
                  <a:pt x="12876" y="4159"/>
                  <a:pt x="13101" y="4370"/>
                  <a:pt x="13333" y="4572"/>
                </a:cubicBezTo>
                <a:cubicBezTo>
                  <a:pt x="13383" y="4615"/>
                  <a:pt x="13462" y="4641"/>
                  <a:pt x="13530" y="4646"/>
                </a:cubicBezTo>
                <a:cubicBezTo>
                  <a:pt x="13887" y="4672"/>
                  <a:pt x="14242" y="4693"/>
                  <a:pt x="14598" y="4708"/>
                </a:cubicBezTo>
                <a:cubicBezTo>
                  <a:pt x="14919" y="4720"/>
                  <a:pt x="15242" y="4718"/>
                  <a:pt x="15563" y="4734"/>
                </a:cubicBezTo>
                <a:cubicBezTo>
                  <a:pt x="15625" y="4736"/>
                  <a:pt x="15726" y="4791"/>
                  <a:pt x="15733" y="4832"/>
                </a:cubicBezTo>
                <a:cubicBezTo>
                  <a:pt x="15748" y="4922"/>
                  <a:pt x="15750" y="5048"/>
                  <a:pt x="15694" y="5111"/>
                </a:cubicBezTo>
                <a:cubicBezTo>
                  <a:pt x="15371" y="5476"/>
                  <a:pt x="15017" y="5805"/>
                  <a:pt x="14603" y="6083"/>
                </a:cubicBezTo>
                <a:cubicBezTo>
                  <a:pt x="14168" y="6376"/>
                  <a:pt x="13769" y="6718"/>
                  <a:pt x="13357" y="7044"/>
                </a:cubicBezTo>
                <a:cubicBezTo>
                  <a:pt x="13064" y="7276"/>
                  <a:pt x="12937" y="7567"/>
                  <a:pt x="12941" y="7936"/>
                </a:cubicBezTo>
                <a:cubicBezTo>
                  <a:pt x="12947" y="8544"/>
                  <a:pt x="12969" y="9156"/>
                  <a:pt x="12798" y="9755"/>
                </a:cubicBezTo>
                <a:cubicBezTo>
                  <a:pt x="12741" y="9953"/>
                  <a:pt x="12911" y="10159"/>
                  <a:pt x="13142" y="10192"/>
                </a:cubicBezTo>
                <a:cubicBezTo>
                  <a:pt x="13421" y="10232"/>
                  <a:pt x="13705" y="10249"/>
                  <a:pt x="14018" y="10279"/>
                </a:cubicBezTo>
                <a:cubicBezTo>
                  <a:pt x="14439" y="9623"/>
                  <a:pt x="14829" y="8971"/>
                  <a:pt x="15001" y="8246"/>
                </a:cubicBezTo>
                <a:cubicBezTo>
                  <a:pt x="15233" y="7264"/>
                  <a:pt x="15684" y="6396"/>
                  <a:pt x="16296" y="5589"/>
                </a:cubicBezTo>
                <a:cubicBezTo>
                  <a:pt x="16379" y="5480"/>
                  <a:pt x="16474" y="5370"/>
                  <a:pt x="16524" y="5246"/>
                </a:cubicBezTo>
                <a:cubicBezTo>
                  <a:pt x="16635" y="4972"/>
                  <a:pt x="16901" y="4967"/>
                  <a:pt x="17167" y="4883"/>
                </a:cubicBezTo>
                <a:cubicBezTo>
                  <a:pt x="17200" y="4963"/>
                  <a:pt x="17238" y="5045"/>
                  <a:pt x="17265" y="5130"/>
                </a:cubicBezTo>
                <a:cubicBezTo>
                  <a:pt x="17367" y="5424"/>
                  <a:pt x="17642" y="5613"/>
                  <a:pt x="17894" y="5529"/>
                </a:cubicBezTo>
                <a:cubicBezTo>
                  <a:pt x="18231" y="5418"/>
                  <a:pt x="18562" y="5289"/>
                  <a:pt x="18886" y="5145"/>
                </a:cubicBezTo>
                <a:cubicBezTo>
                  <a:pt x="19435" y="4900"/>
                  <a:pt x="19971" y="4622"/>
                  <a:pt x="20524" y="4386"/>
                </a:cubicBezTo>
                <a:cubicBezTo>
                  <a:pt x="21018" y="4175"/>
                  <a:pt x="21473" y="3918"/>
                  <a:pt x="21895" y="3515"/>
                </a:cubicBezTo>
                <a:cubicBezTo>
                  <a:pt x="22016" y="3030"/>
                  <a:pt x="22037" y="2487"/>
                  <a:pt x="22107" y="1951"/>
                </a:cubicBezTo>
                <a:cubicBezTo>
                  <a:pt x="22170" y="1446"/>
                  <a:pt x="22230" y="940"/>
                  <a:pt x="22312" y="438"/>
                </a:cubicBezTo>
                <a:cubicBezTo>
                  <a:pt x="22333" y="313"/>
                  <a:pt x="22420" y="192"/>
                  <a:pt x="22498" y="84"/>
                </a:cubicBezTo>
                <a:cubicBezTo>
                  <a:pt x="22531" y="36"/>
                  <a:pt x="22619" y="0"/>
                  <a:pt x="22681" y="1"/>
                </a:cubicBezTo>
                <a:cubicBezTo>
                  <a:pt x="22736" y="3"/>
                  <a:pt x="22809" y="51"/>
                  <a:pt x="22840" y="98"/>
                </a:cubicBezTo>
                <a:cubicBezTo>
                  <a:pt x="22876" y="151"/>
                  <a:pt x="22894" y="227"/>
                  <a:pt x="22891" y="293"/>
                </a:cubicBezTo>
                <a:cubicBezTo>
                  <a:pt x="22869" y="678"/>
                  <a:pt x="23102" y="920"/>
                  <a:pt x="23388" y="1144"/>
                </a:cubicBezTo>
                <a:cubicBezTo>
                  <a:pt x="24096" y="1707"/>
                  <a:pt x="24924" y="1986"/>
                  <a:pt x="25826" y="2103"/>
                </a:cubicBezTo>
                <a:cubicBezTo>
                  <a:pt x="26001" y="2125"/>
                  <a:pt x="26176" y="2163"/>
                  <a:pt x="26344" y="2215"/>
                </a:cubicBezTo>
                <a:cubicBezTo>
                  <a:pt x="26536" y="2274"/>
                  <a:pt x="26606" y="2609"/>
                  <a:pt x="26462" y="2733"/>
                </a:cubicBezTo>
                <a:cubicBezTo>
                  <a:pt x="26381" y="2801"/>
                  <a:pt x="26306" y="2882"/>
                  <a:pt x="26211" y="2922"/>
                </a:cubicBezTo>
                <a:cubicBezTo>
                  <a:pt x="25526" y="3213"/>
                  <a:pt x="24837" y="3496"/>
                  <a:pt x="24152" y="3784"/>
                </a:cubicBezTo>
                <a:cubicBezTo>
                  <a:pt x="24064" y="3820"/>
                  <a:pt x="23985" y="3870"/>
                  <a:pt x="23890" y="3917"/>
                </a:cubicBezTo>
                <a:cubicBezTo>
                  <a:pt x="24373" y="4340"/>
                  <a:pt x="25164" y="4874"/>
                  <a:pt x="25754" y="5121"/>
                </a:cubicBezTo>
                <a:cubicBezTo>
                  <a:pt x="26149" y="5286"/>
                  <a:pt x="26526" y="5472"/>
                  <a:pt x="26872" y="5716"/>
                </a:cubicBezTo>
                <a:cubicBezTo>
                  <a:pt x="27164" y="5922"/>
                  <a:pt x="27500" y="6030"/>
                  <a:pt x="27850" y="6115"/>
                </a:cubicBezTo>
                <a:cubicBezTo>
                  <a:pt x="28053" y="6164"/>
                  <a:pt x="28245" y="6260"/>
                  <a:pt x="28434" y="6351"/>
                </a:cubicBezTo>
                <a:cubicBezTo>
                  <a:pt x="28552" y="6406"/>
                  <a:pt x="28614" y="6610"/>
                  <a:pt x="28548" y="6705"/>
                </a:cubicBezTo>
                <a:cubicBezTo>
                  <a:pt x="28391" y="6928"/>
                  <a:pt x="28226" y="7149"/>
                  <a:pt x="28046" y="7396"/>
                </a:cubicBezTo>
                <a:cubicBezTo>
                  <a:pt x="28119" y="7487"/>
                  <a:pt x="28239" y="7571"/>
                  <a:pt x="28260" y="7674"/>
                </a:cubicBezTo>
                <a:cubicBezTo>
                  <a:pt x="28285" y="7798"/>
                  <a:pt x="28255" y="7953"/>
                  <a:pt x="28188" y="8061"/>
                </a:cubicBezTo>
                <a:cubicBezTo>
                  <a:pt x="28063" y="8265"/>
                  <a:pt x="27899" y="8446"/>
                  <a:pt x="27743" y="8631"/>
                </a:cubicBezTo>
                <a:cubicBezTo>
                  <a:pt x="27548" y="8862"/>
                  <a:pt x="27503" y="9121"/>
                  <a:pt x="27586" y="9397"/>
                </a:cubicBezTo>
                <a:cubicBezTo>
                  <a:pt x="27800" y="10115"/>
                  <a:pt x="28029" y="10828"/>
                  <a:pt x="28516" y="11491"/>
                </a:cubicBezTo>
                <a:cubicBezTo>
                  <a:pt x="28920" y="11616"/>
                  <a:pt x="29359" y="11755"/>
                  <a:pt x="29799" y="11887"/>
                </a:cubicBezTo>
                <a:cubicBezTo>
                  <a:pt x="30184" y="12002"/>
                  <a:pt x="30260" y="12074"/>
                  <a:pt x="30270" y="12449"/>
                </a:cubicBezTo>
                <a:cubicBezTo>
                  <a:pt x="30287" y="13094"/>
                  <a:pt x="30303" y="13738"/>
                  <a:pt x="30292" y="14382"/>
                </a:cubicBezTo>
                <a:cubicBezTo>
                  <a:pt x="30272" y="15390"/>
                  <a:pt x="30631" y="16314"/>
                  <a:pt x="30978" y="17240"/>
                </a:cubicBezTo>
                <a:cubicBezTo>
                  <a:pt x="31072" y="17484"/>
                  <a:pt x="31357" y="17526"/>
                  <a:pt x="31525" y="17697"/>
                </a:cubicBezTo>
                <a:close/>
                <a:moveTo>
                  <a:pt x="26618" y="33113"/>
                </a:moveTo>
                <a:cubicBezTo>
                  <a:pt x="27053" y="33065"/>
                  <a:pt x="27503" y="33118"/>
                  <a:pt x="27910" y="32916"/>
                </a:cubicBezTo>
                <a:cubicBezTo>
                  <a:pt x="28310" y="32909"/>
                  <a:pt x="28692" y="32862"/>
                  <a:pt x="28956" y="32522"/>
                </a:cubicBezTo>
                <a:cubicBezTo>
                  <a:pt x="28981" y="32491"/>
                  <a:pt x="29101" y="32487"/>
                  <a:pt x="29144" y="32514"/>
                </a:cubicBezTo>
                <a:cubicBezTo>
                  <a:pt x="29307" y="32616"/>
                  <a:pt x="29424" y="32546"/>
                  <a:pt x="29511" y="32433"/>
                </a:cubicBezTo>
                <a:cubicBezTo>
                  <a:pt x="29717" y="32158"/>
                  <a:pt x="29910" y="31875"/>
                  <a:pt x="30096" y="31587"/>
                </a:cubicBezTo>
                <a:cubicBezTo>
                  <a:pt x="30151" y="31505"/>
                  <a:pt x="30189" y="31401"/>
                  <a:pt x="30198" y="31304"/>
                </a:cubicBezTo>
                <a:cubicBezTo>
                  <a:pt x="30222" y="31047"/>
                  <a:pt x="30227" y="30788"/>
                  <a:pt x="30242" y="30479"/>
                </a:cubicBezTo>
                <a:cubicBezTo>
                  <a:pt x="30039" y="30508"/>
                  <a:pt x="29865" y="30513"/>
                  <a:pt x="29702" y="30561"/>
                </a:cubicBezTo>
                <a:cubicBezTo>
                  <a:pt x="28779" y="30824"/>
                  <a:pt x="27847" y="31046"/>
                  <a:pt x="26890" y="31165"/>
                </a:cubicBezTo>
                <a:cubicBezTo>
                  <a:pt x="26325" y="31236"/>
                  <a:pt x="25764" y="31349"/>
                  <a:pt x="25198" y="31414"/>
                </a:cubicBezTo>
                <a:cubicBezTo>
                  <a:pt x="24851" y="31454"/>
                  <a:pt x="24612" y="31591"/>
                  <a:pt x="24430" y="31880"/>
                </a:cubicBezTo>
                <a:cubicBezTo>
                  <a:pt x="24298" y="32087"/>
                  <a:pt x="24107" y="32096"/>
                  <a:pt x="23904" y="31881"/>
                </a:cubicBezTo>
                <a:cubicBezTo>
                  <a:pt x="23706" y="31675"/>
                  <a:pt x="23499" y="31634"/>
                  <a:pt x="23238" y="31653"/>
                </a:cubicBezTo>
                <a:cubicBezTo>
                  <a:pt x="22952" y="31675"/>
                  <a:pt x="22675" y="31691"/>
                  <a:pt x="22459" y="31920"/>
                </a:cubicBezTo>
                <a:cubicBezTo>
                  <a:pt x="22365" y="32019"/>
                  <a:pt x="22217" y="32031"/>
                  <a:pt x="22063" y="31977"/>
                </a:cubicBezTo>
                <a:cubicBezTo>
                  <a:pt x="21900" y="31916"/>
                  <a:pt x="21723" y="31848"/>
                  <a:pt x="21554" y="31854"/>
                </a:cubicBezTo>
                <a:cubicBezTo>
                  <a:pt x="21025" y="31874"/>
                  <a:pt x="20489" y="31860"/>
                  <a:pt x="19988" y="31953"/>
                </a:cubicBezTo>
                <a:cubicBezTo>
                  <a:pt x="19900" y="32070"/>
                  <a:pt x="19836" y="32149"/>
                  <a:pt x="19776" y="32231"/>
                </a:cubicBezTo>
                <a:cubicBezTo>
                  <a:pt x="19545" y="32550"/>
                  <a:pt x="19293" y="32636"/>
                  <a:pt x="18978" y="32456"/>
                </a:cubicBezTo>
                <a:cubicBezTo>
                  <a:pt x="18801" y="32355"/>
                  <a:pt x="18669" y="32186"/>
                  <a:pt x="18506" y="32060"/>
                </a:cubicBezTo>
                <a:cubicBezTo>
                  <a:pt x="18353" y="31943"/>
                  <a:pt x="18042" y="31988"/>
                  <a:pt x="17925" y="32134"/>
                </a:cubicBezTo>
                <a:cubicBezTo>
                  <a:pt x="17884" y="32186"/>
                  <a:pt x="17870" y="32257"/>
                  <a:pt x="17834" y="32313"/>
                </a:cubicBezTo>
                <a:cubicBezTo>
                  <a:pt x="17600" y="32689"/>
                  <a:pt x="17399" y="32718"/>
                  <a:pt x="17110" y="32406"/>
                </a:cubicBezTo>
                <a:cubicBezTo>
                  <a:pt x="16994" y="32282"/>
                  <a:pt x="16895" y="32143"/>
                  <a:pt x="16789" y="32014"/>
                </a:cubicBezTo>
                <a:cubicBezTo>
                  <a:pt x="16129" y="31961"/>
                  <a:pt x="15490" y="31823"/>
                  <a:pt x="14898" y="32213"/>
                </a:cubicBezTo>
                <a:cubicBezTo>
                  <a:pt x="14706" y="32102"/>
                  <a:pt x="14539" y="31964"/>
                  <a:pt x="14344" y="31905"/>
                </a:cubicBezTo>
                <a:cubicBezTo>
                  <a:pt x="14110" y="31830"/>
                  <a:pt x="13854" y="31827"/>
                  <a:pt x="13608" y="31789"/>
                </a:cubicBezTo>
                <a:cubicBezTo>
                  <a:pt x="12833" y="31673"/>
                  <a:pt x="12054" y="31576"/>
                  <a:pt x="11286" y="31432"/>
                </a:cubicBezTo>
                <a:cubicBezTo>
                  <a:pt x="10376" y="31261"/>
                  <a:pt x="9484" y="31020"/>
                  <a:pt x="8636" y="30652"/>
                </a:cubicBezTo>
                <a:cubicBezTo>
                  <a:pt x="8507" y="30595"/>
                  <a:pt x="8378" y="30542"/>
                  <a:pt x="8355" y="30384"/>
                </a:cubicBezTo>
                <a:lnTo>
                  <a:pt x="8340" y="30403"/>
                </a:lnTo>
                <a:cubicBezTo>
                  <a:pt x="8595" y="30354"/>
                  <a:pt x="8832" y="30431"/>
                  <a:pt x="9074" y="30494"/>
                </a:cubicBezTo>
                <a:cubicBezTo>
                  <a:pt x="9935" y="30718"/>
                  <a:pt x="10781" y="31004"/>
                  <a:pt x="11671" y="31114"/>
                </a:cubicBezTo>
                <a:cubicBezTo>
                  <a:pt x="12519" y="31220"/>
                  <a:pt x="13355" y="31430"/>
                  <a:pt x="14194" y="31405"/>
                </a:cubicBezTo>
                <a:cubicBezTo>
                  <a:pt x="14271" y="31337"/>
                  <a:pt x="14328" y="31297"/>
                  <a:pt x="14372" y="31247"/>
                </a:cubicBezTo>
                <a:cubicBezTo>
                  <a:pt x="14415" y="31195"/>
                  <a:pt x="14441" y="31128"/>
                  <a:pt x="14487" y="31078"/>
                </a:cubicBezTo>
                <a:cubicBezTo>
                  <a:pt x="14650" y="30905"/>
                  <a:pt x="14882" y="30897"/>
                  <a:pt x="15046" y="31055"/>
                </a:cubicBezTo>
                <a:cubicBezTo>
                  <a:pt x="15094" y="31103"/>
                  <a:pt x="15154" y="31152"/>
                  <a:pt x="15178" y="31211"/>
                </a:cubicBezTo>
                <a:cubicBezTo>
                  <a:pt x="15356" y="31639"/>
                  <a:pt x="15726" y="31571"/>
                  <a:pt x="16082" y="31525"/>
                </a:cubicBezTo>
                <a:cubicBezTo>
                  <a:pt x="16130" y="31518"/>
                  <a:pt x="16192" y="31432"/>
                  <a:pt x="16202" y="31375"/>
                </a:cubicBezTo>
                <a:cubicBezTo>
                  <a:pt x="16248" y="31131"/>
                  <a:pt x="16211" y="30906"/>
                  <a:pt x="15998" y="30731"/>
                </a:cubicBezTo>
                <a:cubicBezTo>
                  <a:pt x="15774" y="30548"/>
                  <a:pt x="15523" y="30434"/>
                  <a:pt x="15222" y="30428"/>
                </a:cubicBezTo>
                <a:cubicBezTo>
                  <a:pt x="14859" y="30422"/>
                  <a:pt x="14513" y="30453"/>
                  <a:pt x="14224" y="30705"/>
                </a:cubicBezTo>
                <a:cubicBezTo>
                  <a:pt x="14188" y="30736"/>
                  <a:pt x="14025" y="30676"/>
                  <a:pt x="13951" y="30623"/>
                </a:cubicBezTo>
                <a:cubicBezTo>
                  <a:pt x="13843" y="30547"/>
                  <a:pt x="13760" y="30437"/>
                  <a:pt x="13653" y="30325"/>
                </a:cubicBezTo>
                <a:cubicBezTo>
                  <a:pt x="13003" y="30509"/>
                  <a:pt x="12360" y="30484"/>
                  <a:pt x="11717" y="30433"/>
                </a:cubicBezTo>
                <a:cubicBezTo>
                  <a:pt x="11040" y="30378"/>
                  <a:pt x="10365" y="30313"/>
                  <a:pt x="9686" y="30280"/>
                </a:cubicBezTo>
                <a:cubicBezTo>
                  <a:pt x="9432" y="30268"/>
                  <a:pt x="9212" y="30212"/>
                  <a:pt x="8974" y="30126"/>
                </a:cubicBezTo>
                <a:cubicBezTo>
                  <a:pt x="8278" y="29873"/>
                  <a:pt x="7542" y="29716"/>
                  <a:pt x="6909" y="29312"/>
                </a:cubicBezTo>
                <a:cubicBezTo>
                  <a:pt x="6869" y="29286"/>
                  <a:pt x="6735" y="29384"/>
                  <a:pt x="6653" y="29434"/>
                </a:cubicBezTo>
                <a:cubicBezTo>
                  <a:pt x="6631" y="29446"/>
                  <a:pt x="6628" y="29497"/>
                  <a:pt x="6627" y="29531"/>
                </a:cubicBezTo>
                <a:cubicBezTo>
                  <a:pt x="6613" y="30354"/>
                  <a:pt x="6938" y="30808"/>
                  <a:pt x="7723" y="31068"/>
                </a:cubicBezTo>
                <a:cubicBezTo>
                  <a:pt x="8297" y="31257"/>
                  <a:pt x="8870" y="31449"/>
                  <a:pt x="9443" y="31637"/>
                </a:cubicBezTo>
                <a:cubicBezTo>
                  <a:pt x="10489" y="31981"/>
                  <a:pt x="11537" y="32323"/>
                  <a:pt x="12584" y="32666"/>
                </a:cubicBezTo>
                <a:cubicBezTo>
                  <a:pt x="14125" y="33171"/>
                  <a:pt x="15718" y="33355"/>
                  <a:pt x="17336" y="33346"/>
                </a:cubicBezTo>
                <a:cubicBezTo>
                  <a:pt x="19269" y="33334"/>
                  <a:pt x="21197" y="33206"/>
                  <a:pt x="23117" y="32998"/>
                </a:cubicBezTo>
                <a:cubicBezTo>
                  <a:pt x="23721" y="32933"/>
                  <a:pt x="24327" y="32878"/>
                  <a:pt x="24929" y="32802"/>
                </a:cubicBezTo>
                <a:cubicBezTo>
                  <a:pt x="25281" y="32758"/>
                  <a:pt x="25651" y="32724"/>
                  <a:pt x="25975" y="32599"/>
                </a:cubicBezTo>
                <a:cubicBezTo>
                  <a:pt x="26221" y="32506"/>
                  <a:pt x="26410" y="32275"/>
                  <a:pt x="26624" y="32105"/>
                </a:cubicBezTo>
                <a:lnTo>
                  <a:pt x="26603" y="32086"/>
                </a:lnTo>
                <a:cubicBezTo>
                  <a:pt x="26617" y="32184"/>
                  <a:pt x="26599" y="32306"/>
                  <a:pt x="26653" y="32378"/>
                </a:cubicBezTo>
                <a:cubicBezTo>
                  <a:pt x="26704" y="32444"/>
                  <a:pt x="26832" y="32490"/>
                  <a:pt x="26923" y="32485"/>
                </a:cubicBezTo>
                <a:cubicBezTo>
                  <a:pt x="27447" y="32452"/>
                  <a:pt x="27971" y="32404"/>
                  <a:pt x="28513" y="32358"/>
                </a:cubicBezTo>
                <a:cubicBezTo>
                  <a:pt x="28487" y="32429"/>
                  <a:pt x="28482" y="32473"/>
                  <a:pt x="28460" y="32490"/>
                </a:cubicBezTo>
                <a:cubicBezTo>
                  <a:pt x="28347" y="32567"/>
                  <a:pt x="28229" y="32643"/>
                  <a:pt x="28109" y="32708"/>
                </a:cubicBezTo>
                <a:cubicBezTo>
                  <a:pt x="28016" y="32760"/>
                  <a:pt x="27926" y="32806"/>
                  <a:pt x="27931" y="32928"/>
                </a:cubicBezTo>
                <a:cubicBezTo>
                  <a:pt x="27616" y="32929"/>
                  <a:pt x="27301" y="32928"/>
                  <a:pt x="26985" y="32933"/>
                </a:cubicBezTo>
                <a:cubicBezTo>
                  <a:pt x="26837" y="32935"/>
                  <a:pt x="26719" y="33005"/>
                  <a:pt x="26639" y="33124"/>
                </a:cubicBezTo>
                <a:cubicBezTo>
                  <a:pt x="26537" y="33116"/>
                  <a:pt x="26436" y="33101"/>
                  <a:pt x="26335" y="33105"/>
                </a:cubicBezTo>
                <a:cubicBezTo>
                  <a:pt x="26284" y="33106"/>
                  <a:pt x="26233" y="33142"/>
                  <a:pt x="26182" y="33164"/>
                </a:cubicBezTo>
                <a:cubicBezTo>
                  <a:pt x="26235" y="33182"/>
                  <a:pt x="26294" y="33224"/>
                  <a:pt x="26340" y="33214"/>
                </a:cubicBezTo>
                <a:cubicBezTo>
                  <a:pt x="26436" y="33200"/>
                  <a:pt x="26526" y="33150"/>
                  <a:pt x="26618" y="33113"/>
                </a:cubicBezTo>
                <a:close/>
                <a:moveTo>
                  <a:pt x="14189" y="28748"/>
                </a:moveTo>
                <a:cubicBezTo>
                  <a:pt x="14101" y="29012"/>
                  <a:pt x="14128" y="29270"/>
                  <a:pt x="14226" y="29531"/>
                </a:cubicBezTo>
                <a:cubicBezTo>
                  <a:pt x="14420" y="29128"/>
                  <a:pt x="14419" y="29128"/>
                  <a:pt x="14166" y="28767"/>
                </a:cubicBezTo>
                <a:cubicBezTo>
                  <a:pt x="14212" y="28678"/>
                  <a:pt x="14275" y="28595"/>
                  <a:pt x="14300" y="28501"/>
                </a:cubicBezTo>
                <a:cubicBezTo>
                  <a:pt x="14323" y="28408"/>
                  <a:pt x="14321" y="28307"/>
                  <a:pt x="14311" y="28211"/>
                </a:cubicBezTo>
                <a:cubicBezTo>
                  <a:pt x="14301" y="28112"/>
                  <a:pt x="14135" y="28009"/>
                  <a:pt x="14081" y="28060"/>
                </a:cubicBezTo>
                <a:cubicBezTo>
                  <a:pt x="14035" y="28101"/>
                  <a:pt x="13991" y="28158"/>
                  <a:pt x="13981" y="28214"/>
                </a:cubicBezTo>
                <a:cubicBezTo>
                  <a:pt x="13944" y="28425"/>
                  <a:pt x="14012" y="28607"/>
                  <a:pt x="14189" y="28748"/>
                </a:cubicBezTo>
                <a:close/>
                <a:moveTo>
                  <a:pt x="25081" y="33295"/>
                </a:moveTo>
                <a:cubicBezTo>
                  <a:pt x="24013" y="33250"/>
                  <a:pt x="22966" y="33451"/>
                  <a:pt x="21912" y="33562"/>
                </a:cubicBezTo>
                <a:cubicBezTo>
                  <a:pt x="21870" y="33566"/>
                  <a:pt x="21836" y="33653"/>
                  <a:pt x="21798" y="33702"/>
                </a:cubicBezTo>
                <a:cubicBezTo>
                  <a:pt x="21852" y="33734"/>
                  <a:pt x="21912" y="33800"/>
                  <a:pt x="21962" y="33793"/>
                </a:cubicBezTo>
                <a:cubicBezTo>
                  <a:pt x="22909" y="33679"/>
                  <a:pt x="23854" y="33559"/>
                  <a:pt x="24800" y="33429"/>
                </a:cubicBezTo>
                <a:cubicBezTo>
                  <a:pt x="24894" y="33417"/>
                  <a:pt x="24976" y="33330"/>
                  <a:pt x="25064" y="33278"/>
                </a:cubicBezTo>
                <a:cubicBezTo>
                  <a:pt x="25139" y="33259"/>
                  <a:pt x="25213" y="33240"/>
                  <a:pt x="25288" y="33221"/>
                </a:cubicBezTo>
                <a:cubicBezTo>
                  <a:pt x="25267" y="33211"/>
                  <a:pt x="25234" y="33186"/>
                  <a:pt x="25222" y="33192"/>
                </a:cubicBezTo>
                <a:cubicBezTo>
                  <a:pt x="25172" y="33221"/>
                  <a:pt x="25128" y="33259"/>
                  <a:pt x="25081" y="33295"/>
                </a:cubicBezTo>
                <a:close/>
                <a:moveTo>
                  <a:pt x="18255" y="24328"/>
                </a:moveTo>
                <a:cubicBezTo>
                  <a:pt x="17862" y="24833"/>
                  <a:pt x="17828" y="25439"/>
                  <a:pt x="17688" y="26008"/>
                </a:cubicBezTo>
                <a:cubicBezTo>
                  <a:pt x="18166" y="26209"/>
                  <a:pt x="18354" y="26166"/>
                  <a:pt x="18472" y="25842"/>
                </a:cubicBezTo>
                <a:cubicBezTo>
                  <a:pt x="18530" y="25683"/>
                  <a:pt x="18580" y="25522"/>
                  <a:pt x="18624" y="25360"/>
                </a:cubicBezTo>
                <a:cubicBezTo>
                  <a:pt x="18692" y="25113"/>
                  <a:pt x="18662" y="24901"/>
                  <a:pt x="18398" y="24758"/>
                </a:cubicBezTo>
                <a:cubicBezTo>
                  <a:pt x="18217" y="24660"/>
                  <a:pt x="18239" y="24477"/>
                  <a:pt x="18234" y="24310"/>
                </a:cubicBezTo>
                <a:cubicBezTo>
                  <a:pt x="18409" y="24300"/>
                  <a:pt x="18588" y="24310"/>
                  <a:pt x="18757" y="24274"/>
                </a:cubicBezTo>
                <a:cubicBezTo>
                  <a:pt x="18932" y="24237"/>
                  <a:pt x="19020" y="23872"/>
                  <a:pt x="18897" y="23768"/>
                </a:cubicBezTo>
                <a:cubicBezTo>
                  <a:pt x="18743" y="23640"/>
                  <a:pt x="18417" y="23672"/>
                  <a:pt x="18342" y="23846"/>
                </a:cubicBezTo>
                <a:cubicBezTo>
                  <a:pt x="18282" y="23995"/>
                  <a:pt x="18282" y="24168"/>
                  <a:pt x="18255" y="24328"/>
                </a:cubicBezTo>
                <a:close/>
                <a:moveTo>
                  <a:pt x="4688" y="26947"/>
                </a:moveTo>
                <a:cubicBezTo>
                  <a:pt x="4647" y="26679"/>
                  <a:pt x="4532" y="26455"/>
                  <a:pt x="4275" y="26316"/>
                </a:cubicBezTo>
                <a:cubicBezTo>
                  <a:pt x="4164" y="25928"/>
                  <a:pt x="4035" y="25542"/>
                  <a:pt x="3944" y="25148"/>
                </a:cubicBezTo>
                <a:cubicBezTo>
                  <a:pt x="3574" y="23564"/>
                  <a:pt x="3615" y="22048"/>
                  <a:pt x="4806" y="20733"/>
                </a:cubicBezTo>
                <a:cubicBezTo>
                  <a:pt x="4917" y="20611"/>
                  <a:pt x="4982" y="20452"/>
                  <a:pt x="5072" y="20306"/>
                </a:cubicBezTo>
                <a:cubicBezTo>
                  <a:pt x="4765" y="20109"/>
                  <a:pt x="4472" y="20247"/>
                  <a:pt x="4198" y="20211"/>
                </a:cubicBezTo>
                <a:cubicBezTo>
                  <a:pt x="4154" y="20205"/>
                  <a:pt x="4112" y="20133"/>
                  <a:pt x="4084" y="20082"/>
                </a:cubicBezTo>
                <a:cubicBezTo>
                  <a:pt x="4074" y="20066"/>
                  <a:pt x="4101" y="20022"/>
                  <a:pt x="4121" y="19999"/>
                </a:cubicBezTo>
                <a:cubicBezTo>
                  <a:pt x="4259" y="19851"/>
                  <a:pt x="4530" y="19852"/>
                  <a:pt x="4608" y="19593"/>
                </a:cubicBezTo>
                <a:cubicBezTo>
                  <a:pt x="4527" y="19327"/>
                  <a:pt x="4445" y="19033"/>
                  <a:pt x="4344" y="18746"/>
                </a:cubicBezTo>
                <a:cubicBezTo>
                  <a:pt x="4331" y="18710"/>
                  <a:pt x="4225" y="18676"/>
                  <a:pt x="4173" y="18686"/>
                </a:cubicBezTo>
                <a:cubicBezTo>
                  <a:pt x="4110" y="18699"/>
                  <a:pt x="4046" y="18750"/>
                  <a:pt x="4002" y="18801"/>
                </a:cubicBezTo>
                <a:cubicBezTo>
                  <a:pt x="3077" y="19923"/>
                  <a:pt x="2153" y="21043"/>
                  <a:pt x="1236" y="22171"/>
                </a:cubicBezTo>
                <a:cubicBezTo>
                  <a:pt x="1152" y="22272"/>
                  <a:pt x="1111" y="22406"/>
                  <a:pt x="1048" y="22531"/>
                </a:cubicBezTo>
                <a:cubicBezTo>
                  <a:pt x="1140" y="22661"/>
                  <a:pt x="1212" y="22778"/>
                  <a:pt x="1300" y="22883"/>
                </a:cubicBezTo>
                <a:cubicBezTo>
                  <a:pt x="2202" y="23976"/>
                  <a:pt x="3106" y="25070"/>
                  <a:pt x="4016" y="26158"/>
                </a:cubicBezTo>
                <a:cubicBezTo>
                  <a:pt x="4075" y="26230"/>
                  <a:pt x="4186" y="26265"/>
                  <a:pt x="4274" y="26316"/>
                </a:cubicBezTo>
                <a:cubicBezTo>
                  <a:pt x="4273" y="26614"/>
                  <a:pt x="4480" y="26776"/>
                  <a:pt x="4706" y="26930"/>
                </a:cubicBezTo>
                <a:cubicBezTo>
                  <a:pt x="4873" y="27355"/>
                  <a:pt x="5170" y="27673"/>
                  <a:pt x="5582" y="27897"/>
                </a:cubicBezTo>
                <a:cubicBezTo>
                  <a:pt x="6010" y="28132"/>
                  <a:pt x="6435" y="28374"/>
                  <a:pt x="6867" y="28602"/>
                </a:cubicBezTo>
                <a:cubicBezTo>
                  <a:pt x="6952" y="28649"/>
                  <a:pt x="7063" y="28653"/>
                  <a:pt x="7191" y="28683"/>
                </a:cubicBezTo>
                <a:cubicBezTo>
                  <a:pt x="7265" y="28339"/>
                  <a:pt x="7358" y="28016"/>
                  <a:pt x="7402" y="27688"/>
                </a:cubicBezTo>
                <a:cubicBezTo>
                  <a:pt x="7450" y="27328"/>
                  <a:pt x="7626" y="26988"/>
                  <a:pt x="7636" y="26675"/>
                </a:cubicBezTo>
                <a:cubicBezTo>
                  <a:pt x="7358" y="26285"/>
                  <a:pt x="7088" y="26065"/>
                  <a:pt x="6627" y="26267"/>
                </a:cubicBezTo>
                <a:cubicBezTo>
                  <a:pt x="6471" y="26336"/>
                  <a:pt x="6283" y="26340"/>
                  <a:pt x="6108" y="26361"/>
                </a:cubicBezTo>
                <a:cubicBezTo>
                  <a:pt x="5577" y="26432"/>
                  <a:pt x="5097" y="26613"/>
                  <a:pt x="4688" y="26947"/>
                </a:cubicBezTo>
                <a:close/>
                <a:moveTo>
                  <a:pt x="9901" y="21051"/>
                </a:moveTo>
                <a:cubicBezTo>
                  <a:pt x="9606" y="20951"/>
                  <a:pt x="9308" y="20850"/>
                  <a:pt x="9026" y="20755"/>
                </a:cubicBezTo>
                <a:cubicBezTo>
                  <a:pt x="8977" y="20779"/>
                  <a:pt x="8933" y="20788"/>
                  <a:pt x="8917" y="20811"/>
                </a:cubicBezTo>
                <a:cubicBezTo>
                  <a:pt x="8426" y="21592"/>
                  <a:pt x="8242" y="22439"/>
                  <a:pt x="8326" y="23341"/>
                </a:cubicBezTo>
                <a:cubicBezTo>
                  <a:pt x="8336" y="23439"/>
                  <a:pt x="8356" y="23573"/>
                  <a:pt x="8426" y="23621"/>
                </a:cubicBezTo>
                <a:cubicBezTo>
                  <a:pt x="8741" y="23846"/>
                  <a:pt x="8790" y="24190"/>
                  <a:pt x="8928" y="24499"/>
                </a:cubicBezTo>
                <a:cubicBezTo>
                  <a:pt x="8984" y="24628"/>
                  <a:pt x="9107" y="24706"/>
                  <a:pt x="9265" y="24708"/>
                </a:cubicBezTo>
                <a:cubicBezTo>
                  <a:pt x="9442" y="24709"/>
                  <a:pt x="9621" y="24716"/>
                  <a:pt x="9765" y="24598"/>
                </a:cubicBezTo>
                <a:cubicBezTo>
                  <a:pt x="9855" y="24240"/>
                  <a:pt x="9953" y="23886"/>
                  <a:pt x="10033" y="23528"/>
                </a:cubicBezTo>
                <a:cubicBezTo>
                  <a:pt x="10063" y="23398"/>
                  <a:pt x="10050" y="23259"/>
                  <a:pt x="10054" y="23124"/>
                </a:cubicBezTo>
                <a:cubicBezTo>
                  <a:pt x="10064" y="22683"/>
                  <a:pt x="10053" y="22241"/>
                  <a:pt x="10090" y="21803"/>
                </a:cubicBezTo>
                <a:cubicBezTo>
                  <a:pt x="10114" y="21513"/>
                  <a:pt x="10019" y="21273"/>
                  <a:pt x="9880" y="21035"/>
                </a:cubicBezTo>
                <a:cubicBezTo>
                  <a:pt x="9947" y="21036"/>
                  <a:pt x="10018" y="21052"/>
                  <a:pt x="10078" y="21035"/>
                </a:cubicBezTo>
                <a:cubicBezTo>
                  <a:pt x="10133" y="21020"/>
                  <a:pt x="10209" y="20976"/>
                  <a:pt x="10220" y="20931"/>
                </a:cubicBezTo>
                <a:cubicBezTo>
                  <a:pt x="10233" y="20882"/>
                  <a:pt x="10198" y="20803"/>
                  <a:pt x="10154" y="20767"/>
                </a:cubicBezTo>
                <a:cubicBezTo>
                  <a:pt x="10047" y="20679"/>
                  <a:pt x="9916" y="20661"/>
                  <a:pt x="9739" y="20742"/>
                </a:cubicBezTo>
                <a:cubicBezTo>
                  <a:pt x="9793" y="20845"/>
                  <a:pt x="9849" y="20948"/>
                  <a:pt x="9901" y="21051"/>
                </a:cubicBezTo>
                <a:close/>
                <a:moveTo>
                  <a:pt x="29889" y="15985"/>
                </a:moveTo>
                <a:cubicBezTo>
                  <a:pt x="29788" y="16437"/>
                  <a:pt x="29938" y="16842"/>
                  <a:pt x="30152" y="17231"/>
                </a:cubicBezTo>
                <a:cubicBezTo>
                  <a:pt x="30170" y="17262"/>
                  <a:pt x="30259" y="17262"/>
                  <a:pt x="30316" y="17264"/>
                </a:cubicBezTo>
                <a:cubicBezTo>
                  <a:pt x="30327" y="17264"/>
                  <a:pt x="30355" y="17209"/>
                  <a:pt x="30350" y="17185"/>
                </a:cubicBezTo>
                <a:cubicBezTo>
                  <a:pt x="30251" y="16768"/>
                  <a:pt x="30166" y="16345"/>
                  <a:pt x="29869" y="15999"/>
                </a:cubicBezTo>
                <a:cubicBezTo>
                  <a:pt x="29845" y="15186"/>
                  <a:pt x="29820" y="14373"/>
                  <a:pt x="29798" y="13559"/>
                </a:cubicBezTo>
                <a:cubicBezTo>
                  <a:pt x="29791" y="13254"/>
                  <a:pt x="29793" y="12950"/>
                  <a:pt x="29781" y="12645"/>
                </a:cubicBezTo>
                <a:cubicBezTo>
                  <a:pt x="29775" y="12471"/>
                  <a:pt x="29623" y="12326"/>
                  <a:pt x="29442" y="12314"/>
                </a:cubicBezTo>
                <a:cubicBezTo>
                  <a:pt x="28830" y="12277"/>
                  <a:pt x="28227" y="12316"/>
                  <a:pt x="27641" y="12498"/>
                </a:cubicBezTo>
                <a:cubicBezTo>
                  <a:pt x="27580" y="12517"/>
                  <a:pt x="27531" y="12580"/>
                  <a:pt x="27450" y="12643"/>
                </a:cubicBezTo>
                <a:cubicBezTo>
                  <a:pt x="27315" y="13253"/>
                  <a:pt x="27322" y="13898"/>
                  <a:pt x="27286" y="14540"/>
                </a:cubicBezTo>
                <a:cubicBezTo>
                  <a:pt x="27270" y="14850"/>
                  <a:pt x="27321" y="15121"/>
                  <a:pt x="27580" y="15374"/>
                </a:cubicBezTo>
                <a:cubicBezTo>
                  <a:pt x="27766" y="15555"/>
                  <a:pt x="27831" y="15853"/>
                  <a:pt x="27943" y="16101"/>
                </a:cubicBezTo>
                <a:cubicBezTo>
                  <a:pt x="28113" y="16474"/>
                  <a:pt x="28269" y="16853"/>
                  <a:pt x="28449" y="17222"/>
                </a:cubicBezTo>
                <a:cubicBezTo>
                  <a:pt x="28490" y="17303"/>
                  <a:pt x="28597" y="17383"/>
                  <a:pt x="28687" y="17407"/>
                </a:cubicBezTo>
                <a:cubicBezTo>
                  <a:pt x="29032" y="17496"/>
                  <a:pt x="29385" y="17555"/>
                  <a:pt x="29700" y="17375"/>
                </a:cubicBezTo>
                <a:cubicBezTo>
                  <a:pt x="29570" y="16690"/>
                  <a:pt x="29434" y="16029"/>
                  <a:pt x="29320" y="15364"/>
                </a:cubicBezTo>
                <a:cubicBezTo>
                  <a:pt x="29154" y="14366"/>
                  <a:pt x="29171" y="13939"/>
                  <a:pt x="29427" y="13297"/>
                </a:cubicBezTo>
                <a:cubicBezTo>
                  <a:pt x="29511" y="14057"/>
                  <a:pt x="29730" y="14666"/>
                  <a:pt x="29706" y="15314"/>
                </a:cubicBezTo>
                <a:cubicBezTo>
                  <a:pt x="29699" y="15549"/>
                  <a:pt x="29695" y="15793"/>
                  <a:pt x="29889" y="15985"/>
                </a:cubicBezTo>
                <a:close/>
                <a:moveTo>
                  <a:pt x="8597" y="32451"/>
                </a:moveTo>
                <a:cubicBezTo>
                  <a:pt x="8361" y="32525"/>
                  <a:pt x="8301" y="32590"/>
                  <a:pt x="8368" y="32693"/>
                </a:cubicBezTo>
                <a:cubicBezTo>
                  <a:pt x="8962" y="33629"/>
                  <a:pt x="9813" y="34284"/>
                  <a:pt x="10890" y="34632"/>
                </a:cubicBezTo>
                <a:cubicBezTo>
                  <a:pt x="11831" y="34936"/>
                  <a:pt x="12786" y="35277"/>
                  <a:pt x="13820" y="35053"/>
                </a:cubicBezTo>
                <a:cubicBezTo>
                  <a:pt x="13888" y="35038"/>
                  <a:pt x="13962" y="35048"/>
                  <a:pt x="14034" y="35049"/>
                </a:cubicBezTo>
                <a:cubicBezTo>
                  <a:pt x="14964" y="35071"/>
                  <a:pt x="15896" y="35051"/>
                  <a:pt x="16822" y="35128"/>
                </a:cubicBezTo>
                <a:cubicBezTo>
                  <a:pt x="17429" y="35179"/>
                  <a:pt x="17954" y="35060"/>
                  <a:pt x="18455" y="34772"/>
                </a:cubicBezTo>
                <a:cubicBezTo>
                  <a:pt x="18629" y="34674"/>
                  <a:pt x="18883" y="34665"/>
                  <a:pt x="18936" y="34417"/>
                </a:cubicBezTo>
                <a:cubicBezTo>
                  <a:pt x="18912" y="34402"/>
                  <a:pt x="18890" y="34374"/>
                  <a:pt x="18866" y="34374"/>
                </a:cubicBezTo>
                <a:cubicBezTo>
                  <a:pt x="18151" y="34370"/>
                  <a:pt x="17435" y="34381"/>
                  <a:pt x="16721" y="34362"/>
                </a:cubicBezTo>
                <a:cubicBezTo>
                  <a:pt x="15971" y="34341"/>
                  <a:pt x="15215" y="34343"/>
                  <a:pt x="14474" y="34240"/>
                </a:cubicBezTo>
                <a:cubicBezTo>
                  <a:pt x="13379" y="34089"/>
                  <a:pt x="12294" y="33868"/>
                  <a:pt x="11209" y="33651"/>
                </a:cubicBezTo>
                <a:cubicBezTo>
                  <a:pt x="10290" y="33468"/>
                  <a:pt x="9453" y="33085"/>
                  <a:pt x="8669" y="32600"/>
                </a:cubicBezTo>
                <a:cubicBezTo>
                  <a:pt x="8619" y="32569"/>
                  <a:pt x="8602" y="32490"/>
                  <a:pt x="8570" y="32432"/>
                </a:cubicBezTo>
                <a:cubicBezTo>
                  <a:pt x="8736" y="32490"/>
                  <a:pt x="8910" y="32537"/>
                  <a:pt x="9067" y="32611"/>
                </a:cubicBezTo>
                <a:cubicBezTo>
                  <a:pt x="9906" y="33006"/>
                  <a:pt x="10799" y="33244"/>
                  <a:pt x="11713" y="33412"/>
                </a:cubicBezTo>
                <a:cubicBezTo>
                  <a:pt x="12065" y="33475"/>
                  <a:pt x="12413" y="33551"/>
                  <a:pt x="12766" y="33604"/>
                </a:cubicBezTo>
                <a:cubicBezTo>
                  <a:pt x="13754" y="33748"/>
                  <a:pt x="14741" y="33953"/>
                  <a:pt x="15736" y="34004"/>
                </a:cubicBezTo>
                <a:cubicBezTo>
                  <a:pt x="17055" y="34072"/>
                  <a:pt x="18382" y="34022"/>
                  <a:pt x="19705" y="34011"/>
                </a:cubicBezTo>
                <a:cubicBezTo>
                  <a:pt x="19951" y="34009"/>
                  <a:pt x="20198" y="33948"/>
                  <a:pt x="20441" y="33897"/>
                </a:cubicBezTo>
                <a:cubicBezTo>
                  <a:pt x="20491" y="33887"/>
                  <a:pt x="20524" y="33803"/>
                  <a:pt x="20591" y="33720"/>
                </a:cubicBezTo>
                <a:cubicBezTo>
                  <a:pt x="20432" y="33706"/>
                  <a:pt x="20293" y="33680"/>
                  <a:pt x="20156" y="33684"/>
                </a:cubicBezTo>
                <a:cubicBezTo>
                  <a:pt x="19513" y="33703"/>
                  <a:pt x="18869" y="33731"/>
                  <a:pt x="18226" y="33756"/>
                </a:cubicBezTo>
                <a:cubicBezTo>
                  <a:pt x="16169" y="33840"/>
                  <a:pt x="14153" y="33641"/>
                  <a:pt x="12201" y="32995"/>
                </a:cubicBezTo>
                <a:cubicBezTo>
                  <a:pt x="11123" y="32635"/>
                  <a:pt x="10051" y="32256"/>
                  <a:pt x="8978" y="31884"/>
                </a:cubicBezTo>
                <a:cubicBezTo>
                  <a:pt x="8608" y="31756"/>
                  <a:pt x="8243" y="31621"/>
                  <a:pt x="7871" y="31500"/>
                </a:cubicBezTo>
                <a:cubicBezTo>
                  <a:pt x="7820" y="31483"/>
                  <a:pt x="7713" y="31512"/>
                  <a:pt x="7691" y="31550"/>
                </a:cubicBezTo>
                <a:cubicBezTo>
                  <a:pt x="7665" y="31595"/>
                  <a:pt x="7690" y="31679"/>
                  <a:pt x="7716" y="31736"/>
                </a:cubicBezTo>
                <a:cubicBezTo>
                  <a:pt x="7888" y="32108"/>
                  <a:pt x="8272" y="32248"/>
                  <a:pt x="8597" y="32451"/>
                </a:cubicBezTo>
                <a:close/>
                <a:moveTo>
                  <a:pt x="9688" y="18560"/>
                </a:moveTo>
                <a:cubicBezTo>
                  <a:pt x="9642" y="18750"/>
                  <a:pt x="9595" y="18941"/>
                  <a:pt x="9541" y="19151"/>
                </a:cubicBezTo>
                <a:cubicBezTo>
                  <a:pt x="9649" y="19186"/>
                  <a:pt x="9749" y="19245"/>
                  <a:pt x="9838" y="19235"/>
                </a:cubicBezTo>
                <a:cubicBezTo>
                  <a:pt x="9929" y="19225"/>
                  <a:pt x="10027" y="19160"/>
                  <a:pt x="10091" y="19091"/>
                </a:cubicBezTo>
                <a:cubicBezTo>
                  <a:pt x="10157" y="19019"/>
                  <a:pt x="10193" y="18919"/>
                  <a:pt x="10226" y="18824"/>
                </a:cubicBezTo>
                <a:cubicBezTo>
                  <a:pt x="10272" y="18696"/>
                  <a:pt x="10285" y="18548"/>
                  <a:pt x="10167" y="18459"/>
                </a:cubicBezTo>
                <a:cubicBezTo>
                  <a:pt x="10096" y="18405"/>
                  <a:pt x="9970" y="18418"/>
                  <a:pt x="9868" y="18400"/>
                </a:cubicBezTo>
                <a:cubicBezTo>
                  <a:pt x="10022" y="18314"/>
                  <a:pt x="10166" y="18204"/>
                  <a:pt x="10332" y="18152"/>
                </a:cubicBezTo>
                <a:cubicBezTo>
                  <a:pt x="10447" y="18116"/>
                  <a:pt x="10591" y="18160"/>
                  <a:pt x="10766" y="18173"/>
                </a:cubicBezTo>
                <a:cubicBezTo>
                  <a:pt x="10776" y="17915"/>
                  <a:pt x="10791" y="17684"/>
                  <a:pt x="10794" y="17450"/>
                </a:cubicBezTo>
                <a:cubicBezTo>
                  <a:pt x="10803" y="16333"/>
                  <a:pt x="10774" y="15218"/>
                  <a:pt x="10882" y="14103"/>
                </a:cubicBezTo>
                <a:cubicBezTo>
                  <a:pt x="10982" y="13067"/>
                  <a:pt x="11316" y="12121"/>
                  <a:pt x="11973" y="11282"/>
                </a:cubicBezTo>
                <a:cubicBezTo>
                  <a:pt x="12078" y="11148"/>
                  <a:pt x="12179" y="11008"/>
                  <a:pt x="12263" y="10860"/>
                </a:cubicBezTo>
                <a:cubicBezTo>
                  <a:pt x="12285" y="10820"/>
                  <a:pt x="12257" y="10726"/>
                  <a:pt x="12216" y="10689"/>
                </a:cubicBezTo>
                <a:cubicBezTo>
                  <a:pt x="12174" y="10648"/>
                  <a:pt x="12084" y="10617"/>
                  <a:pt x="12027" y="10630"/>
                </a:cubicBezTo>
                <a:cubicBezTo>
                  <a:pt x="11928" y="10654"/>
                  <a:pt x="11816" y="10695"/>
                  <a:pt x="11750" y="10764"/>
                </a:cubicBezTo>
                <a:cubicBezTo>
                  <a:pt x="11315" y="11215"/>
                  <a:pt x="10831" y="11612"/>
                  <a:pt x="10316" y="11981"/>
                </a:cubicBezTo>
                <a:cubicBezTo>
                  <a:pt x="10117" y="12122"/>
                  <a:pt x="9953" y="12306"/>
                  <a:pt x="9768" y="12465"/>
                </a:cubicBezTo>
                <a:cubicBezTo>
                  <a:pt x="9546" y="12653"/>
                  <a:pt x="9412" y="12894"/>
                  <a:pt x="9354" y="13161"/>
                </a:cubicBezTo>
                <a:cubicBezTo>
                  <a:pt x="9089" y="14352"/>
                  <a:pt x="8789" y="15544"/>
                  <a:pt x="8846" y="16773"/>
                </a:cubicBezTo>
                <a:cubicBezTo>
                  <a:pt x="8877" y="17444"/>
                  <a:pt x="8988" y="18113"/>
                  <a:pt x="9065" y="18783"/>
                </a:cubicBezTo>
                <a:cubicBezTo>
                  <a:pt x="9067" y="18803"/>
                  <a:pt x="9114" y="18817"/>
                  <a:pt x="9182" y="18859"/>
                </a:cubicBezTo>
                <a:cubicBezTo>
                  <a:pt x="9356" y="18804"/>
                  <a:pt x="9528" y="18690"/>
                  <a:pt x="9688" y="18560"/>
                </a:cubicBezTo>
                <a:close/>
                <a:moveTo>
                  <a:pt x="22393" y="15827"/>
                </a:moveTo>
                <a:lnTo>
                  <a:pt x="22375" y="15807"/>
                </a:lnTo>
                <a:cubicBezTo>
                  <a:pt x="22349" y="15907"/>
                  <a:pt x="22300" y="16007"/>
                  <a:pt x="22304" y="16104"/>
                </a:cubicBezTo>
                <a:cubicBezTo>
                  <a:pt x="22310" y="16271"/>
                  <a:pt x="22325" y="16444"/>
                  <a:pt x="22384" y="16600"/>
                </a:cubicBezTo>
                <a:cubicBezTo>
                  <a:pt x="22475" y="16845"/>
                  <a:pt x="22508" y="17119"/>
                  <a:pt x="22732" y="17335"/>
                </a:cubicBezTo>
                <a:cubicBezTo>
                  <a:pt x="22828" y="17281"/>
                  <a:pt x="22935" y="17247"/>
                  <a:pt x="23000" y="17180"/>
                </a:cubicBezTo>
                <a:cubicBezTo>
                  <a:pt x="23502" y="16660"/>
                  <a:pt x="23756" y="16065"/>
                  <a:pt x="23743" y="15336"/>
                </a:cubicBezTo>
                <a:cubicBezTo>
                  <a:pt x="23720" y="13946"/>
                  <a:pt x="23769" y="12553"/>
                  <a:pt x="23774" y="11163"/>
                </a:cubicBezTo>
                <a:cubicBezTo>
                  <a:pt x="23779" y="10005"/>
                  <a:pt x="23882" y="8859"/>
                  <a:pt x="24217" y="7740"/>
                </a:cubicBezTo>
                <a:cubicBezTo>
                  <a:pt x="24244" y="7644"/>
                  <a:pt x="24253" y="7538"/>
                  <a:pt x="24239" y="7441"/>
                </a:cubicBezTo>
                <a:cubicBezTo>
                  <a:pt x="24233" y="7385"/>
                  <a:pt x="24167" y="7334"/>
                  <a:pt x="24117" y="7289"/>
                </a:cubicBezTo>
                <a:cubicBezTo>
                  <a:pt x="24095" y="7269"/>
                  <a:pt x="24051" y="7269"/>
                  <a:pt x="24016" y="7264"/>
                </a:cubicBezTo>
                <a:cubicBezTo>
                  <a:pt x="23393" y="7196"/>
                  <a:pt x="23239" y="7276"/>
                  <a:pt x="23054" y="7809"/>
                </a:cubicBezTo>
                <a:cubicBezTo>
                  <a:pt x="22817" y="8487"/>
                  <a:pt x="22662" y="9182"/>
                  <a:pt x="22601" y="9897"/>
                </a:cubicBezTo>
                <a:cubicBezTo>
                  <a:pt x="22478" y="11316"/>
                  <a:pt x="22340" y="12734"/>
                  <a:pt x="22217" y="14153"/>
                </a:cubicBezTo>
                <a:cubicBezTo>
                  <a:pt x="22185" y="14525"/>
                  <a:pt x="22179" y="14898"/>
                  <a:pt x="22161" y="15271"/>
                </a:cubicBezTo>
                <a:cubicBezTo>
                  <a:pt x="22150" y="15491"/>
                  <a:pt x="22257" y="15664"/>
                  <a:pt x="22393" y="15827"/>
                </a:cubicBezTo>
                <a:close/>
                <a:moveTo>
                  <a:pt x="20967" y="7113"/>
                </a:moveTo>
                <a:cubicBezTo>
                  <a:pt x="20714" y="7081"/>
                  <a:pt x="20435" y="7049"/>
                  <a:pt x="20154" y="7009"/>
                </a:cubicBezTo>
                <a:cubicBezTo>
                  <a:pt x="19791" y="6959"/>
                  <a:pt x="19540" y="7112"/>
                  <a:pt x="19340" y="7384"/>
                </a:cubicBezTo>
                <a:cubicBezTo>
                  <a:pt x="18988" y="7860"/>
                  <a:pt x="18761" y="8391"/>
                  <a:pt x="18555" y="8934"/>
                </a:cubicBezTo>
                <a:cubicBezTo>
                  <a:pt x="17915" y="10629"/>
                  <a:pt x="17512" y="12376"/>
                  <a:pt x="17270" y="14159"/>
                </a:cubicBezTo>
                <a:cubicBezTo>
                  <a:pt x="17264" y="14198"/>
                  <a:pt x="17323" y="14245"/>
                  <a:pt x="17380" y="14327"/>
                </a:cubicBezTo>
                <a:cubicBezTo>
                  <a:pt x="17497" y="14173"/>
                  <a:pt x="17604" y="14042"/>
                  <a:pt x="17701" y="13906"/>
                </a:cubicBezTo>
                <a:cubicBezTo>
                  <a:pt x="18016" y="13455"/>
                  <a:pt x="18325" y="13000"/>
                  <a:pt x="18644" y="12551"/>
                </a:cubicBezTo>
                <a:cubicBezTo>
                  <a:pt x="18721" y="12441"/>
                  <a:pt x="18830" y="12352"/>
                  <a:pt x="18930" y="12258"/>
                </a:cubicBezTo>
                <a:cubicBezTo>
                  <a:pt x="18953" y="12237"/>
                  <a:pt x="19016" y="12222"/>
                  <a:pt x="19020" y="12227"/>
                </a:cubicBezTo>
                <a:cubicBezTo>
                  <a:pt x="19052" y="12282"/>
                  <a:pt x="19117" y="12364"/>
                  <a:pt x="19097" y="12397"/>
                </a:cubicBezTo>
                <a:cubicBezTo>
                  <a:pt x="18609" y="13140"/>
                  <a:pt x="18120" y="13885"/>
                  <a:pt x="17615" y="14618"/>
                </a:cubicBezTo>
                <a:cubicBezTo>
                  <a:pt x="16993" y="15527"/>
                  <a:pt x="17029" y="15341"/>
                  <a:pt x="16992" y="16604"/>
                </a:cubicBezTo>
                <a:cubicBezTo>
                  <a:pt x="16981" y="16943"/>
                  <a:pt x="16979" y="17279"/>
                  <a:pt x="16986" y="17619"/>
                </a:cubicBezTo>
                <a:cubicBezTo>
                  <a:pt x="16988" y="17750"/>
                  <a:pt x="17022" y="17880"/>
                  <a:pt x="17048" y="18051"/>
                </a:cubicBezTo>
                <a:cubicBezTo>
                  <a:pt x="17252" y="18029"/>
                  <a:pt x="17425" y="18019"/>
                  <a:pt x="17592" y="17984"/>
                </a:cubicBezTo>
                <a:cubicBezTo>
                  <a:pt x="17766" y="17948"/>
                  <a:pt x="17934" y="17892"/>
                  <a:pt x="18103" y="17835"/>
                </a:cubicBezTo>
                <a:cubicBezTo>
                  <a:pt x="18266" y="17782"/>
                  <a:pt x="18459" y="17784"/>
                  <a:pt x="18623" y="17568"/>
                </a:cubicBezTo>
                <a:cubicBezTo>
                  <a:pt x="18640" y="17470"/>
                  <a:pt x="18673" y="17307"/>
                  <a:pt x="18691" y="17142"/>
                </a:cubicBezTo>
                <a:cubicBezTo>
                  <a:pt x="18757" y="16537"/>
                  <a:pt x="18791" y="15928"/>
                  <a:pt x="18887" y="15327"/>
                </a:cubicBezTo>
                <a:cubicBezTo>
                  <a:pt x="19110" y="13923"/>
                  <a:pt x="19362" y="12524"/>
                  <a:pt x="19606" y="11123"/>
                </a:cubicBezTo>
                <a:cubicBezTo>
                  <a:pt x="19629" y="10989"/>
                  <a:pt x="19673" y="10859"/>
                  <a:pt x="19695" y="10725"/>
                </a:cubicBezTo>
                <a:cubicBezTo>
                  <a:pt x="19884" y="9574"/>
                  <a:pt x="20268" y="8494"/>
                  <a:pt x="20965" y="7524"/>
                </a:cubicBezTo>
                <a:cubicBezTo>
                  <a:pt x="21052" y="7400"/>
                  <a:pt x="21070" y="7279"/>
                  <a:pt x="20967" y="7113"/>
                </a:cubicBezTo>
                <a:close/>
                <a:moveTo>
                  <a:pt x="21548" y="7301"/>
                </a:moveTo>
                <a:cubicBezTo>
                  <a:pt x="20874" y="8181"/>
                  <a:pt x="20460" y="9064"/>
                  <a:pt x="20235" y="10115"/>
                </a:cubicBezTo>
                <a:cubicBezTo>
                  <a:pt x="19848" y="11940"/>
                  <a:pt x="19638" y="13790"/>
                  <a:pt x="19353" y="15630"/>
                </a:cubicBezTo>
                <a:cubicBezTo>
                  <a:pt x="19327" y="15797"/>
                  <a:pt x="19304" y="15966"/>
                  <a:pt x="19296" y="16135"/>
                </a:cubicBezTo>
                <a:cubicBezTo>
                  <a:pt x="19287" y="16331"/>
                  <a:pt x="19168" y="16526"/>
                  <a:pt x="19277" y="16725"/>
                </a:cubicBezTo>
                <a:cubicBezTo>
                  <a:pt x="19312" y="16729"/>
                  <a:pt x="19356" y="16746"/>
                  <a:pt x="19374" y="16733"/>
                </a:cubicBezTo>
                <a:cubicBezTo>
                  <a:pt x="19890" y="16294"/>
                  <a:pt x="20291" y="15799"/>
                  <a:pt x="20221" y="15086"/>
                </a:cubicBezTo>
                <a:cubicBezTo>
                  <a:pt x="20219" y="15059"/>
                  <a:pt x="20250" y="15025"/>
                  <a:pt x="20272" y="15002"/>
                </a:cubicBezTo>
                <a:cubicBezTo>
                  <a:pt x="20292" y="14983"/>
                  <a:pt x="20326" y="14967"/>
                  <a:pt x="20351" y="14968"/>
                </a:cubicBezTo>
                <a:cubicBezTo>
                  <a:pt x="20384" y="14970"/>
                  <a:pt x="20426" y="14983"/>
                  <a:pt x="20449" y="15004"/>
                </a:cubicBezTo>
                <a:cubicBezTo>
                  <a:pt x="20585" y="15135"/>
                  <a:pt x="20586" y="15306"/>
                  <a:pt x="20604" y="15475"/>
                </a:cubicBezTo>
                <a:cubicBezTo>
                  <a:pt x="20658" y="16006"/>
                  <a:pt x="20647" y="16552"/>
                  <a:pt x="20904" y="17046"/>
                </a:cubicBezTo>
                <a:cubicBezTo>
                  <a:pt x="21221" y="16995"/>
                  <a:pt x="21322" y="16763"/>
                  <a:pt x="21464" y="16574"/>
                </a:cubicBezTo>
                <a:cubicBezTo>
                  <a:pt x="21592" y="16404"/>
                  <a:pt x="21628" y="16205"/>
                  <a:pt x="21636" y="15998"/>
                </a:cubicBezTo>
                <a:cubicBezTo>
                  <a:pt x="21671" y="15221"/>
                  <a:pt x="21690" y="14442"/>
                  <a:pt x="21752" y="13668"/>
                </a:cubicBezTo>
                <a:cubicBezTo>
                  <a:pt x="21849" y="12488"/>
                  <a:pt x="21989" y="11311"/>
                  <a:pt x="22087" y="10130"/>
                </a:cubicBezTo>
                <a:cubicBezTo>
                  <a:pt x="22144" y="9453"/>
                  <a:pt x="22281" y="8792"/>
                  <a:pt x="22484" y="8142"/>
                </a:cubicBezTo>
                <a:cubicBezTo>
                  <a:pt x="22566" y="7884"/>
                  <a:pt x="22648" y="7627"/>
                  <a:pt x="22729" y="7374"/>
                </a:cubicBezTo>
                <a:cubicBezTo>
                  <a:pt x="22305" y="7194"/>
                  <a:pt x="22305" y="7191"/>
                  <a:pt x="21548" y="7301"/>
                </a:cubicBezTo>
                <a:close/>
                <a:moveTo>
                  <a:pt x="24763" y="7326"/>
                </a:moveTo>
                <a:cubicBezTo>
                  <a:pt x="24714" y="7434"/>
                  <a:pt x="24624" y="7554"/>
                  <a:pt x="24610" y="7679"/>
                </a:cubicBezTo>
                <a:cubicBezTo>
                  <a:pt x="24493" y="8618"/>
                  <a:pt x="24291" y="9548"/>
                  <a:pt x="24299" y="10502"/>
                </a:cubicBezTo>
                <a:cubicBezTo>
                  <a:pt x="24320" y="13006"/>
                  <a:pt x="24317" y="15510"/>
                  <a:pt x="24318" y="18013"/>
                </a:cubicBezTo>
                <a:cubicBezTo>
                  <a:pt x="24318" y="18323"/>
                  <a:pt x="24388" y="18615"/>
                  <a:pt x="24501" y="18904"/>
                </a:cubicBezTo>
                <a:cubicBezTo>
                  <a:pt x="24651" y="19280"/>
                  <a:pt x="24899" y="19485"/>
                  <a:pt x="25506" y="19707"/>
                </a:cubicBezTo>
                <a:cubicBezTo>
                  <a:pt x="25506" y="19598"/>
                  <a:pt x="25530" y="19496"/>
                  <a:pt x="25504" y="19404"/>
                </a:cubicBezTo>
                <a:cubicBezTo>
                  <a:pt x="25376" y="18947"/>
                  <a:pt x="25231" y="18495"/>
                  <a:pt x="25097" y="18040"/>
                </a:cubicBezTo>
                <a:cubicBezTo>
                  <a:pt x="25068" y="17943"/>
                  <a:pt x="25010" y="17792"/>
                  <a:pt x="25056" y="17751"/>
                </a:cubicBezTo>
                <a:cubicBezTo>
                  <a:pt x="25382" y="17440"/>
                  <a:pt x="25274" y="17056"/>
                  <a:pt x="25279" y="16697"/>
                </a:cubicBezTo>
                <a:cubicBezTo>
                  <a:pt x="25300" y="15480"/>
                  <a:pt x="25311" y="14261"/>
                  <a:pt x="25311" y="13042"/>
                </a:cubicBezTo>
                <a:cubicBezTo>
                  <a:pt x="25311" y="11653"/>
                  <a:pt x="25412" y="10269"/>
                  <a:pt x="25575" y="8890"/>
                </a:cubicBezTo>
                <a:cubicBezTo>
                  <a:pt x="25607" y="8618"/>
                  <a:pt x="25648" y="8352"/>
                  <a:pt x="25804" y="8116"/>
                </a:cubicBezTo>
                <a:cubicBezTo>
                  <a:pt x="25833" y="8073"/>
                  <a:pt x="25902" y="8056"/>
                  <a:pt x="26000" y="8001"/>
                </a:cubicBezTo>
                <a:cubicBezTo>
                  <a:pt x="26045" y="8332"/>
                  <a:pt x="25933" y="8625"/>
                  <a:pt x="25914" y="8922"/>
                </a:cubicBezTo>
                <a:cubicBezTo>
                  <a:pt x="25896" y="9227"/>
                  <a:pt x="25879" y="9531"/>
                  <a:pt x="25862" y="9835"/>
                </a:cubicBezTo>
                <a:cubicBezTo>
                  <a:pt x="25844" y="10173"/>
                  <a:pt x="25800" y="10513"/>
                  <a:pt x="25820" y="10849"/>
                </a:cubicBezTo>
                <a:cubicBezTo>
                  <a:pt x="25837" y="11107"/>
                  <a:pt x="25649" y="11401"/>
                  <a:pt x="25929" y="11628"/>
                </a:cubicBezTo>
                <a:cubicBezTo>
                  <a:pt x="26058" y="11001"/>
                  <a:pt x="26189" y="10375"/>
                  <a:pt x="26321" y="9748"/>
                </a:cubicBezTo>
                <a:cubicBezTo>
                  <a:pt x="26412" y="9317"/>
                  <a:pt x="26511" y="8888"/>
                  <a:pt x="26597" y="8456"/>
                </a:cubicBezTo>
                <a:cubicBezTo>
                  <a:pt x="26670" y="8086"/>
                  <a:pt x="26659" y="7722"/>
                  <a:pt x="26484" y="7342"/>
                </a:cubicBezTo>
                <a:cubicBezTo>
                  <a:pt x="25906" y="7326"/>
                  <a:pt x="25357" y="7099"/>
                  <a:pt x="24763" y="7326"/>
                </a:cubicBezTo>
                <a:close/>
                <a:moveTo>
                  <a:pt x="21088" y="29811"/>
                </a:moveTo>
                <a:cubicBezTo>
                  <a:pt x="21636" y="29769"/>
                  <a:pt x="21955" y="29748"/>
                  <a:pt x="22272" y="29717"/>
                </a:cubicBezTo>
                <a:cubicBezTo>
                  <a:pt x="23908" y="29553"/>
                  <a:pt x="25545" y="29393"/>
                  <a:pt x="27181" y="29219"/>
                </a:cubicBezTo>
                <a:cubicBezTo>
                  <a:pt x="27533" y="29182"/>
                  <a:pt x="27892" y="29126"/>
                  <a:pt x="28229" y="29026"/>
                </a:cubicBezTo>
                <a:cubicBezTo>
                  <a:pt x="29116" y="28765"/>
                  <a:pt x="29995" y="28474"/>
                  <a:pt x="30875" y="28195"/>
                </a:cubicBezTo>
                <a:cubicBezTo>
                  <a:pt x="30977" y="28163"/>
                  <a:pt x="31078" y="28127"/>
                  <a:pt x="31175" y="28085"/>
                </a:cubicBezTo>
                <a:cubicBezTo>
                  <a:pt x="31530" y="27931"/>
                  <a:pt x="31979" y="27219"/>
                  <a:pt x="31912" y="26924"/>
                </a:cubicBezTo>
                <a:cubicBezTo>
                  <a:pt x="31601" y="26665"/>
                  <a:pt x="31243" y="26810"/>
                  <a:pt x="30903" y="26824"/>
                </a:cubicBezTo>
                <a:cubicBezTo>
                  <a:pt x="30728" y="26830"/>
                  <a:pt x="30559" y="26904"/>
                  <a:pt x="30384" y="26940"/>
                </a:cubicBezTo>
                <a:cubicBezTo>
                  <a:pt x="29860" y="27046"/>
                  <a:pt x="29335" y="27151"/>
                  <a:pt x="28810" y="27249"/>
                </a:cubicBezTo>
                <a:cubicBezTo>
                  <a:pt x="27794" y="27439"/>
                  <a:pt x="26776" y="27622"/>
                  <a:pt x="25759" y="27817"/>
                </a:cubicBezTo>
                <a:cubicBezTo>
                  <a:pt x="25625" y="27843"/>
                  <a:pt x="25439" y="27882"/>
                  <a:pt x="25383" y="27973"/>
                </a:cubicBezTo>
                <a:cubicBezTo>
                  <a:pt x="25236" y="28214"/>
                  <a:pt x="25002" y="28256"/>
                  <a:pt x="24760" y="28318"/>
                </a:cubicBezTo>
                <a:cubicBezTo>
                  <a:pt x="23796" y="28569"/>
                  <a:pt x="22820" y="28766"/>
                  <a:pt x="21805" y="28862"/>
                </a:cubicBezTo>
                <a:cubicBezTo>
                  <a:pt x="21724" y="29019"/>
                  <a:pt x="21666" y="29178"/>
                  <a:pt x="21569" y="29312"/>
                </a:cubicBezTo>
                <a:cubicBezTo>
                  <a:pt x="21474" y="29444"/>
                  <a:pt x="21341" y="29552"/>
                  <a:pt x="21088" y="29811"/>
                </a:cubicBezTo>
                <a:close/>
                <a:moveTo>
                  <a:pt x="18686" y="7551"/>
                </a:moveTo>
                <a:cubicBezTo>
                  <a:pt x="18613" y="7330"/>
                  <a:pt x="18553" y="7138"/>
                  <a:pt x="18483" y="6949"/>
                </a:cubicBezTo>
                <a:cubicBezTo>
                  <a:pt x="18435" y="6824"/>
                  <a:pt x="18233" y="6795"/>
                  <a:pt x="18118" y="6862"/>
                </a:cubicBezTo>
                <a:cubicBezTo>
                  <a:pt x="17920" y="6978"/>
                  <a:pt x="17826" y="7163"/>
                  <a:pt x="17744" y="7345"/>
                </a:cubicBezTo>
                <a:cubicBezTo>
                  <a:pt x="17506" y="7875"/>
                  <a:pt x="17306" y="8420"/>
                  <a:pt x="17053" y="8943"/>
                </a:cubicBezTo>
                <a:cubicBezTo>
                  <a:pt x="16756" y="9562"/>
                  <a:pt x="16489" y="10185"/>
                  <a:pt x="16325" y="10850"/>
                </a:cubicBezTo>
                <a:cubicBezTo>
                  <a:pt x="16236" y="11210"/>
                  <a:pt x="16096" y="11563"/>
                  <a:pt x="15856" y="11868"/>
                </a:cubicBezTo>
                <a:cubicBezTo>
                  <a:pt x="15444" y="11888"/>
                  <a:pt x="15499" y="12219"/>
                  <a:pt x="15442" y="12456"/>
                </a:cubicBezTo>
                <a:cubicBezTo>
                  <a:pt x="15403" y="12616"/>
                  <a:pt x="15429" y="12793"/>
                  <a:pt x="15432" y="12961"/>
                </a:cubicBezTo>
                <a:cubicBezTo>
                  <a:pt x="15441" y="13437"/>
                  <a:pt x="15460" y="13910"/>
                  <a:pt x="15464" y="14385"/>
                </a:cubicBezTo>
                <a:cubicBezTo>
                  <a:pt x="15474" y="15538"/>
                  <a:pt x="15475" y="16689"/>
                  <a:pt x="15487" y="17842"/>
                </a:cubicBezTo>
                <a:cubicBezTo>
                  <a:pt x="15490" y="18071"/>
                  <a:pt x="15426" y="18313"/>
                  <a:pt x="15602" y="18538"/>
                </a:cubicBezTo>
                <a:cubicBezTo>
                  <a:pt x="15696" y="18532"/>
                  <a:pt x="15808" y="18545"/>
                  <a:pt x="15900" y="18512"/>
                </a:cubicBezTo>
                <a:cubicBezTo>
                  <a:pt x="16222" y="18398"/>
                  <a:pt x="16458" y="18214"/>
                  <a:pt x="16443" y="17843"/>
                </a:cubicBezTo>
                <a:cubicBezTo>
                  <a:pt x="16421" y="17338"/>
                  <a:pt x="16515" y="16828"/>
                  <a:pt x="16347" y="16329"/>
                </a:cubicBezTo>
                <a:cubicBezTo>
                  <a:pt x="16307" y="16211"/>
                  <a:pt x="16337" y="16064"/>
                  <a:pt x="16363" y="15935"/>
                </a:cubicBezTo>
                <a:cubicBezTo>
                  <a:pt x="16421" y="15636"/>
                  <a:pt x="16509" y="15344"/>
                  <a:pt x="16561" y="15046"/>
                </a:cubicBezTo>
                <a:cubicBezTo>
                  <a:pt x="16726" y="14111"/>
                  <a:pt x="16852" y="13167"/>
                  <a:pt x="17043" y="12237"/>
                </a:cubicBezTo>
                <a:cubicBezTo>
                  <a:pt x="17383" y="10604"/>
                  <a:pt x="17878" y="9013"/>
                  <a:pt x="18686" y="7551"/>
                </a:cubicBezTo>
                <a:close/>
                <a:moveTo>
                  <a:pt x="11433" y="16424"/>
                </a:moveTo>
                <a:lnTo>
                  <a:pt x="11444" y="16424"/>
                </a:lnTo>
                <a:cubicBezTo>
                  <a:pt x="11441" y="17101"/>
                  <a:pt x="11435" y="17777"/>
                  <a:pt x="11440" y="18456"/>
                </a:cubicBezTo>
                <a:cubicBezTo>
                  <a:pt x="11442" y="18691"/>
                  <a:pt x="11461" y="18929"/>
                  <a:pt x="11494" y="19163"/>
                </a:cubicBezTo>
                <a:cubicBezTo>
                  <a:pt x="11525" y="19394"/>
                  <a:pt x="11728" y="19526"/>
                  <a:pt x="12045" y="19549"/>
                </a:cubicBezTo>
                <a:cubicBezTo>
                  <a:pt x="12292" y="19566"/>
                  <a:pt x="12454" y="19469"/>
                  <a:pt x="12509" y="19226"/>
                </a:cubicBezTo>
                <a:cubicBezTo>
                  <a:pt x="12567" y="18963"/>
                  <a:pt x="12619" y="18695"/>
                  <a:pt x="12631" y="18427"/>
                </a:cubicBezTo>
                <a:cubicBezTo>
                  <a:pt x="12674" y="17413"/>
                  <a:pt x="12675" y="16397"/>
                  <a:pt x="12741" y="15383"/>
                </a:cubicBezTo>
                <a:cubicBezTo>
                  <a:pt x="12838" y="13902"/>
                  <a:pt x="12809" y="12398"/>
                  <a:pt x="13487" y="11004"/>
                </a:cubicBezTo>
                <a:cubicBezTo>
                  <a:pt x="13533" y="10911"/>
                  <a:pt x="13367" y="10746"/>
                  <a:pt x="13231" y="10734"/>
                </a:cubicBezTo>
                <a:cubicBezTo>
                  <a:pt x="13080" y="10721"/>
                  <a:pt x="12950" y="10759"/>
                  <a:pt x="12845" y="10864"/>
                </a:cubicBezTo>
                <a:cubicBezTo>
                  <a:pt x="12298" y="11415"/>
                  <a:pt x="11878" y="12043"/>
                  <a:pt x="11706" y="12787"/>
                </a:cubicBezTo>
                <a:cubicBezTo>
                  <a:pt x="11553" y="13448"/>
                  <a:pt x="11418" y="14113"/>
                  <a:pt x="11434" y="14797"/>
                </a:cubicBezTo>
                <a:cubicBezTo>
                  <a:pt x="11448" y="15339"/>
                  <a:pt x="11434" y="15882"/>
                  <a:pt x="11433" y="16424"/>
                </a:cubicBezTo>
                <a:close/>
                <a:moveTo>
                  <a:pt x="7225" y="25061"/>
                </a:moveTo>
                <a:cubicBezTo>
                  <a:pt x="7260" y="24675"/>
                  <a:pt x="7270" y="24405"/>
                  <a:pt x="7316" y="24139"/>
                </a:cubicBezTo>
                <a:cubicBezTo>
                  <a:pt x="7337" y="24011"/>
                  <a:pt x="7417" y="23890"/>
                  <a:pt x="7492" y="23776"/>
                </a:cubicBezTo>
                <a:cubicBezTo>
                  <a:pt x="7516" y="23738"/>
                  <a:pt x="7603" y="23727"/>
                  <a:pt x="7662" y="23721"/>
                </a:cubicBezTo>
                <a:cubicBezTo>
                  <a:pt x="7682" y="23718"/>
                  <a:pt x="7727" y="23769"/>
                  <a:pt x="7727" y="23795"/>
                </a:cubicBezTo>
                <a:cubicBezTo>
                  <a:pt x="7722" y="24097"/>
                  <a:pt x="7706" y="24398"/>
                  <a:pt x="7708" y="24701"/>
                </a:cubicBezTo>
                <a:cubicBezTo>
                  <a:pt x="7708" y="24741"/>
                  <a:pt x="7794" y="24808"/>
                  <a:pt x="7845" y="24810"/>
                </a:cubicBezTo>
                <a:cubicBezTo>
                  <a:pt x="7888" y="24813"/>
                  <a:pt x="7982" y="24732"/>
                  <a:pt x="7975" y="24705"/>
                </a:cubicBezTo>
                <a:cubicBezTo>
                  <a:pt x="7817" y="24068"/>
                  <a:pt x="7910" y="23425"/>
                  <a:pt x="7907" y="22784"/>
                </a:cubicBezTo>
                <a:cubicBezTo>
                  <a:pt x="7906" y="22476"/>
                  <a:pt x="7966" y="22183"/>
                  <a:pt x="8084" y="21894"/>
                </a:cubicBezTo>
                <a:cubicBezTo>
                  <a:pt x="8239" y="21519"/>
                  <a:pt x="8368" y="21135"/>
                  <a:pt x="8516" y="20737"/>
                </a:cubicBezTo>
                <a:cubicBezTo>
                  <a:pt x="8387" y="20692"/>
                  <a:pt x="8296" y="20639"/>
                  <a:pt x="8202" y="20633"/>
                </a:cubicBezTo>
                <a:cubicBezTo>
                  <a:pt x="7882" y="20613"/>
                  <a:pt x="7558" y="20629"/>
                  <a:pt x="7239" y="20597"/>
                </a:cubicBezTo>
                <a:cubicBezTo>
                  <a:pt x="6736" y="20548"/>
                  <a:pt x="6425" y="20763"/>
                  <a:pt x="6245" y="21186"/>
                </a:cubicBezTo>
                <a:cubicBezTo>
                  <a:pt x="6165" y="21372"/>
                  <a:pt x="6056" y="21560"/>
                  <a:pt x="6031" y="21755"/>
                </a:cubicBezTo>
                <a:cubicBezTo>
                  <a:pt x="5933" y="22493"/>
                  <a:pt x="5855" y="23233"/>
                  <a:pt x="5792" y="23973"/>
                </a:cubicBezTo>
                <a:cubicBezTo>
                  <a:pt x="5760" y="24346"/>
                  <a:pt x="5828" y="24714"/>
                  <a:pt x="5992" y="25062"/>
                </a:cubicBezTo>
                <a:cubicBezTo>
                  <a:pt x="6092" y="25277"/>
                  <a:pt x="6241" y="25370"/>
                  <a:pt x="6499" y="25303"/>
                </a:cubicBezTo>
                <a:cubicBezTo>
                  <a:pt x="6735" y="25246"/>
                  <a:pt x="6960" y="25152"/>
                  <a:pt x="7225" y="25061"/>
                </a:cubicBezTo>
                <a:close/>
                <a:moveTo>
                  <a:pt x="31054" y="28896"/>
                </a:moveTo>
                <a:cubicBezTo>
                  <a:pt x="30923" y="28882"/>
                  <a:pt x="30775" y="28828"/>
                  <a:pt x="30651" y="28860"/>
                </a:cubicBezTo>
                <a:cubicBezTo>
                  <a:pt x="30136" y="28993"/>
                  <a:pt x="29613" y="29119"/>
                  <a:pt x="29119" y="29309"/>
                </a:cubicBezTo>
                <a:cubicBezTo>
                  <a:pt x="28243" y="29646"/>
                  <a:pt x="27327" y="29764"/>
                  <a:pt x="26397" y="29830"/>
                </a:cubicBezTo>
                <a:cubicBezTo>
                  <a:pt x="26006" y="29857"/>
                  <a:pt x="25611" y="29867"/>
                  <a:pt x="25220" y="29912"/>
                </a:cubicBezTo>
                <a:cubicBezTo>
                  <a:pt x="24088" y="30040"/>
                  <a:pt x="22957" y="30180"/>
                  <a:pt x="21824" y="30316"/>
                </a:cubicBezTo>
                <a:cubicBezTo>
                  <a:pt x="22074" y="30363"/>
                  <a:pt x="22267" y="30474"/>
                  <a:pt x="22381" y="30715"/>
                </a:cubicBezTo>
                <a:cubicBezTo>
                  <a:pt x="22468" y="30895"/>
                  <a:pt x="22578" y="31121"/>
                  <a:pt x="22722" y="31180"/>
                </a:cubicBezTo>
                <a:cubicBezTo>
                  <a:pt x="23020" y="31302"/>
                  <a:pt x="23326" y="31262"/>
                  <a:pt x="23591" y="31153"/>
                </a:cubicBezTo>
                <a:cubicBezTo>
                  <a:pt x="23869" y="31039"/>
                  <a:pt x="23770" y="30733"/>
                  <a:pt x="23877" y="30527"/>
                </a:cubicBezTo>
                <a:cubicBezTo>
                  <a:pt x="24003" y="30285"/>
                  <a:pt x="24301" y="30258"/>
                  <a:pt x="24481" y="30489"/>
                </a:cubicBezTo>
                <a:cubicBezTo>
                  <a:pt x="24605" y="30649"/>
                  <a:pt x="24707" y="30824"/>
                  <a:pt x="24807" y="30974"/>
                </a:cubicBezTo>
                <a:cubicBezTo>
                  <a:pt x="26327" y="30962"/>
                  <a:pt x="29392" y="30346"/>
                  <a:pt x="30801" y="29774"/>
                </a:cubicBezTo>
                <a:cubicBezTo>
                  <a:pt x="30894" y="29507"/>
                  <a:pt x="31119" y="29264"/>
                  <a:pt x="31054" y="28896"/>
                </a:cubicBezTo>
                <a:close/>
                <a:moveTo>
                  <a:pt x="8134" y="9930"/>
                </a:moveTo>
                <a:cubicBezTo>
                  <a:pt x="8040" y="9911"/>
                  <a:pt x="7920" y="9845"/>
                  <a:pt x="7850" y="9877"/>
                </a:cubicBezTo>
                <a:cubicBezTo>
                  <a:pt x="7659" y="9964"/>
                  <a:pt x="7469" y="10069"/>
                  <a:pt x="7317" y="10207"/>
                </a:cubicBezTo>
                <a:cubicBezTo>
                  <a:pt x="6690" y="10774"/>
                  <a:pt x="6179" y="11426"/>
                  <a:pt x="5824" y="12179"/>
                </a:cubicBezTo>
                <a:cubicBezTo>
                  <a:pt x="5217" y="13468"/>
                  <a:pt x="4912" y="14817"/>
                  <a:pt x="4938" y="16229"/>
                </a:cubicBezTo>
                <a:cubicBezTo>
                  <a:pt x="4938" y="16261"/>
                  <a:pt x="4954" y="16297"/>
                  <a:pt x="4974" y="16325"/>
                </a:cubicBezTo>
                <a:cubicBezTo>
                  <a:pt x="4990" y="16347"/>
                  <a:pt x="5020" y="16366"/>
                  <a:pt x="5048" y="16373"/>
                </a:cubicBezTo>
                <a:cubicBezTo>
                  <a:pt x="5081" y="16383"/>
                  <a:pt x="5134" y="16389"/>
                  <a:pt x="5150" y="16373"/>
                </a:cubicBezTo>
                <a:cubicBezTo>
                  <a:pt x="5471" y="16012"/>
                  <a:pt x="5794" y="15651"/>
                  <a:pt x="6103" y="15278"/>
                </a:cubicBezTo>
                <a:cubicBezTo>
                  <a:pt x="6164" y="15205"/>
                  <a:pt x="6182" y="15091"/>
                  <a:pt x="6200" y="14993"/>
                </a:cubicBezTo>
                <a:cubicBezTo>
                  <a:pt x="6523" y="13237"/>
                  <a:pt x="7219" y="11612"/>
                  <a:pt x="8118" y="10056"/>
                </a:cubicBezTo>
                <a:cubicBezTo>
                  <a:pt x="8134" y="10026"/>
                  <a:pt x="8128" y="9989"/>
                  <a:pt x="8134" y="9930"/>
                </a:cubicBezTo>
                <a:close/>
                <a:moveTo>
                  <a:pt x="7179" y="17035"/>
                </a:moveTo>
                <a:cubicBezTo>
                  <a:pt x="7291" y="17120"/>
                  <a:pt x="7415" y="17169"/>
                  <a:pt x="7427" y="17234"/>
                </a:cubicBezTo>
                <a:cubicBezTo>
                  <a:pt x="7457" y="17397"/>
                  <a:pt x="7451" y="17568"/>
                  <a:pt x="7427" y="17731"/>
                </a:cubicBezTo>
                <a:cubicBezTo>
                  <a:pt x="7374" y="18098"/>
                  <a:pt x="7286" y="18461"/>
                  <a:pt x="7240" y="18828"/>
                </a:cubicBezTo>
                <a:cubicBezTo>
                  <a:pt x="7203" y="19132"/>
                  <a:pt x="7496" y="19392"/>
                  <a:pt x="7842" y="19392"/>
                </a:cubicBezTo>
                <a:cubicBezTo>
                  <a:pt x="7913" y="19392"/>
                  <a:pt x="7985" y="19384"/>
                  <a:pt x="8054" y="19374"/>
                </a:cubicBezTo>
                <a:cubicBezTo>
                  <a:pt x="8215" y="19353"/>
                  <a:pt x="8319" y="19253"/>
                  <a:pt x="8321" y="19114"/>
                </a:cubicBezTo>
                <a:cubicBezTo>
                  <a:pt x="8324" y="19013"/>
                  <a:pt x="8326" y="18911"/>
                  <a:pt x="8320" y="18811"/>
                </a:cubicBezTo>
                <a:cubicBezTo>
                  <a:pt x="8208" y="17293"/>
                  <a:pt x="8202" y="15781"/>
                  <a:pt x="8579" y="14287"/>
                </a:cubicBezTo>
                <a:cubicBezTo>
                  <a:pt x="8618" y="14133"/>
                  <a:pt x="8659" y="13962"/>
                  <a:pt x="8533" y="13813"/>
                </a:cubicBezTo>
                <a:cubicBezTo>
                  <a:pt x="8499" y="13812"/>
                  <a:pt x="8452" y="13795"/>
                  <a:pt x="8428" y="13810"/>
                </a:cubicBezTo>
                <a:cubicBezTo>
                  <a:pt x="7820" y="14227"/>
                  <a:pt x="7331" y="14759"/>
                  <a:pt x="6868" y="15312"/>
                </a:cubicBezTo>
                <a:cubicBezTo>
                  <a:pt x="6766" y="15434"/>
                  <a:pt x="6705" y="15619"/>
                  <a:pt x="6703" y="15776"/>
                </a:cubicBezTo>
                <a:cubicBezTo>
                  <a:pt x="6693" y="16383"/>
                  <a:pt x="6712" y="16989"/>
                  <a:pt x="6721" y="17593"/>
                </a:cubicBezTo>
                <a:cubicBezTo>
                  <a:pt x="6723" y="17679"/>
                  <a:pt x="6770" y="17712"/>
                  <a:pt x="6900" y="17688"/>
                </a:cubicBezTo>
                <a:cubicBezTo>
                  <a:pt x="6982" y="17494"/>
                  <a:pt x="7073" y="17283"/>
                  <a:pt x="7179" y="17035"/>
                </a:cubicBezTo>
                <a:close/>
                <a:moveTo>
                  <a:pt x="30899" y="24568"/>
                </a:moveTo>
                <a:cubicBezTo>
                  <a:pt x="30267" y="24567"/>
                  <a:pt x="29735" y="24561"/>
                  <a:pt x="29202" y="24566"/>
                </a:cubicBezTo>
                <a:cubicBezTo>
                  <a:pt x="28954" y="24568"/>
                  <a:pt x="28705" y="24588"/>
                  <a:pt x="28458" y="24611"/>
                </a:cubicBezTo>
                <a:cubicBezTo>
                  <a:pt x="28305" y="24625"/>
                  <a:pt x="28185" y="24711"/>
                  <a:pt x="28142" y="24848"/>
                </a:cubicBezTo>
                <a:cubicBezTo>
                  <a:pt x="27971" y="25402"/>
                  <a:pt x="27876" y="25967"/>
                  <a:pt x="27943" y="26549"/>
                </a:cubicBezTo>
                <a:cubicBezTo>
                  <a:pt x="27959" y="26684"/>
                  <a:pt x="28088" y="26801"/>
                  <a:pt x="28231" y="26794"/>
                </a:cubicBezTo>
                <a:cubicBezTo>
                  <a:pt x="29384" y="26730"/>
                  <a:pt x="30476" y="26477"/>
                  <a:pt x="31510" y="25886"/>
                </a:cubicBezTo>
                <a:cubicBezTo>
                  <a:pt x="31368" y="25420"/>
                  <a:pt x="31111" y="25020"/>
                  <a:pt x="30899" y="24568"/>
                </a:cubicBezTo>
                <a:close/>
                <a:moveTo>
                  <a:pt x="15182" y="10915"/>
                </a:moveTo>
                <a:cubicBezTo>
                  <a:pt x="15147" y="10911"/>
                  <a:pt x="15108" y="10895"/>
                  <a:pt x="15077" y="10904"/>
                </a:cubicBezTo>
                <a:cubicBezTo>
                  <a:pt x="14777" y="11002"/>
                  <a:pt x="14478" y="11103"/>
                  <a:pt x="14181" y="11206"/>
                </a:cubicBezTo>
                <a:cubicBezTo>
                  <a:pt x="13927" y="11294"/>
                  <a:pt x="13775" y="11474"/>
                  <a:pt x="13694" y="11710"/>
                </a:cubicBezTo>
                <a:cubicBezTo>
                  <a:pt x="13660" y="11807"/>
                  <a:pt x="13621" y="11905"/>
                  <a:pt x="13611" y="12004"/>
                </a:cubicBezTo>
                <a:cubicBezTo>
                  <a:pt x="13529" y="12779"/>
                  <a:pt x="13405" y="13553"/>
                  <a:pt x="13385" y="14330"/>
                </a:cubicBezTo>
                <a:cubicBezTo>
                  <a:pt x="13345" y="15720"/>
                  <a:pt x="13364" y="17111"/>
                  <a:pt x="13364" y="18501"/>
                </a:cubicBezTo>
                <a:cubicBezTo>
                  <a:pt x="13364" y="18738"/>
                  <a:pt x="13376" y="18976"/>
                  <a:pt x="13409" y="19209"/>
                </a:cubicBezTo>
                <a:cubicBezTo>
                  <a:pt x="13431" y="19376"/>
                  <a:pt x="13494" y="19537"/>
                  <a:pt x="13704" y="19584"/>
                </a:cubicBezTo>
                <a:cubicBezTo>
                  <a:pt x="13849" y="19618"/>
                  <a:pt x="13955" y="19459"/>
                  <a:pt x="13929" y="19212"/>
                </a:cubicBezTo>
                <a:cubicBezTo>
                  <a:pt x="13900" y="18944"/>
                  <a:pt x="13847" y="18676"/>
                  <a:pt x="13819" y="18406"/>
                </a:cubicBezTo>
                <a:cubicBezTo>
                  <a:pt x="13803" y="18240"/>
                  <a:pt x="13762" y="18049"/>
                  <a:pt x="13826" y="17906"/>
                </a:cubicBezTo>
                <a:cubicBezTo>
                  <a:pt x="14034" y="17439"/>
                  <a:pt x="13936" y="16968"/>
                  <a:pt x="13899" y="16500"/>
                </a:cubicBezTo>
                <a:cubicBezTo>
                  <a:pt x="13844" y="15818"/>
                  <a:pt x="13853" y="15145"/>
                  <a:pt x="14043" y="14481"/>
                </a:cubicBezTo>
                <a:cubicBezTo>
                  <a:pt x="14090" y="14319"/>
                  <a:pt x="14129" y="14149"/>
                  <a:pt x="14136" y="13982"/>
                </a:cubicBezTo>
                <a:cubicBezTo>
                  <a:pt x="14161" y="13432"/>
                  <a:pt x="14335" y="12928"/>
                  <a:pt x="14568" y="12425"/>
                </a:cubicBezTo>
                <a:cubicBezTo>
                  <a:pt x="14714" y="12114"/>
                  <a:pt x="14876" y="11817"/>
                  <a:pt x="15057" y="11527"/>
                </a:cubicBezTo>
                <a:cubicBezTo>
                  <a:pt x="15146" y="11384"/>
                  <a:pt x="15217" y="11227"/>
                  <a:pt x="15274" y="11069"/>
                </a:cubicBezTo>
                <a:cubicBezTo>
                  <a:pt x="15287" y="11032"/>
                  <a:pt x="15215" y="10967"/>
                  <a:pt x="15182" y="10915"/>
                </a:cubicBezTo>
                <a:close/>
                <a:moveTo>
                  <a:pt x="18166" y="21155"/>
                </a:moveTo>
                <a:cubicBezTo>
                  <a:pt x="18009" y="21150"/>
                  <a:pt x="17886" y="21221"/>
                  <a:pt x="17815" y="21340"/>
                </a:cubicBezTo>
                <a:cubicBezTo>
                  <a:pt x="17502" y="21871"/>
                  <a:pt x="17012" y="22175"/>
                  <a:pt x="16364" y="22362"/>
                </a:cubicBezTo>
                <a:cubicBezTo>
                  <a:pt x="16303" y="22912"/>
                  <a:pt x="16363" y="23485"/>
                  <a:pt x="16321" y="24051"/>
                </a:cubicBezTo>
                <a:cubicBezTo>
                  <a:pt x="16270" y="24757"/>
                  <a:pt x="16524" y="25366"/>
                  <a:pt x="16885" y="25953"/>
                </a:cubicBezTo>
                <a:cubicBezTo>
                  <a:pt x="16909" y="25993"/>
                  <a:pt x="17004" y="25994"/>
                  <a:pt x="17068" y="26014"/>
                </a:cubicBezTo>
                <a:cubicBezTo>
                  <a:pt x="17358" y="25152"/>
                  <a:pt x="17647" y="24287"/>
                  <a:pt x="17943" y="23424"/>
                </a:cubicBezTo>
                <a:cubicBezTo>
                  <a:pt x="18073" y="23040"/>
                  <a:pt x="18201" y="22654"/>
                  <a:pt x="18357" y="22278"/>
                </a:cubicBezTo>
                <a:cubicBezTo>
                  <a:pt x="18529" y="21860"/>
                  <a:pt x="18480" y="21491"/>
                  <a:pt x="18166" y="21155"/>
                </a:cubicBezTo>
                <a:close/>
                <a:moveTo>
                  <a:pt x="10603" y="20934"/>
                </a:moveTo>
                <a:cubicBezTo>
                  <a:pt x="10576" y="21222"/>
                  <a:pt x="10557" y="21484"/>
                  <a:pt x="10524" y="21747"/>
                </a:cubicBezTo>
                <a:cubicBezTo>
                  <a:pt x="10426" y="22553"/>
                  <a:pt x="10475" y="23358"/>
                  <a:pt x="10531" y="24163"/>
                </a:cubicBezTo>
                <a:cubicBezTo>
                  <a:pt x="10554" y="24490"/>
                  <a:pt x="10712" y="24616"/>
                  <a:pt x="11098" y="24607"/>
                </a:cubicBezTo>
                <a:cubicBezTo>
                  <a:pt x="11303" y="24603"/>
                  <a:pt x="11507" y="24555"/>
                  <a:pt x="11737" y="24524"/>
                </a:cubicBezTo>
                <a:cubicBezTo>
                  <a:pt x="11762" y="24327"/>
                  <a:pt x="11788" y="24163"/>
                  <a:pt x="11805" y="23999"/>
                </a:cubicBezTo>
                <a:cubicBezTo>
                  <a:pt x="11819" y="23864"/>
                  <a:pt x="11823" y="23715"/>
                  <a:pt x="11959" y="23645"/>
                </a:cubicBezTo>
                <a:cubicBezTo>
                  <a:pt x="12191" y="23530"/>
                  <a:pt x="12199" y="23336"/>
                  <a:pt x="12204" y="23131"/>
                </a:cubicBezTo>
                <a:cubicBezTo>
                  <a:pt x="12217" y="22594"/>
                  <a:pt x="12238" y="22058"/>
                  <a:pt x="12246" y="21519"/>
                </a:cubicBezTo>
                <a:cubicBezTo>
                  <a:pt x="12247" y="21394"/>
                  <a:pt x="12207" y="21266"/>
                  <a:pt x="12181" y="21113"/>
                </a:cubicBezTo>
                <a:cubicBezTo>
                  <a:pt x="11638" y="21046"/>
                  <a:pt x="11161" y="20759"/>
                  <a:pt x="10603" y="20934"/>
                </a:cubicBezTo>
                <a:close/>
                <a:moveTo>
                  <a:pt x="11918" y="26038"/>
                </a:moveTo>
                <a:cubicBezTo>
                  <a:pt x="11857" y="26187"/>
                  <a:pt x="11810" y="26249"/>
                  <a:pt x="11810" y="26311"/>
                </a:cubicBezTo>
                <a:cubicBezTo>
                  <a:pt x="11813" y="27190"/>
                  <a:pt x="11821" y="28070"/>
                  <a:pt x="11830" y="28949"/>
                </a:cubicBezTo>
                <a:cubicBezTo>
                  <a:pt x="11830" y="29016"/>
                  <a:pt x="11835" y="29093"/>
                  <a:pt x="11870" y="29146"/>
                </a:cubicBezTo>
                <a:cubicBezTo>
                  <a:pt x="11924" y="29228"/>
                  <a:pt x="11991" y="29328"/>
                  <a:pt x="12077" y="29359"/>
                </a:cubicBezTo>
                <a:cubicBezTo>
                  <a:pt x="12514" y="29513"/>
                  <a:pt x="12964" y="29613"/>
                  <a:pt x="13436" y="29596"/>
                </a:cubicBezTo>
                <a:cubicBezTo>
                  <a:pt x="13564" y="29590"/>
                  <a:pt x="13631" y="29511"/>
                  <a:pt x="13655" y="29414"/>
                </a:cubicBezTo>
                <a:cubicBezTo>
                  <a:pt x="13679" y="29318"/>
                  <a:pt x="13679" y="29212"/>
                  <a:pt x="13664" y="29112"/>
                </a:cubicBezTo>
                <a:cubicBezTo>
                  <a:pt x="13528" y="28242"/>
                  <a:pt x="13390" y="27373"/>
                  <a:pt x="13244" y="26505"/>
                </a:cubicBezTo>
                <a:cubicBezTo>
                  <a:pt x="13226" y="26412"/>
                  <a:pt x="13154" y="26325"/>
                  <a:pt x="13105" y="26230"/>
                </a:cubicBezTo>
                <a:cubicBezTo>
                  <a:pt x="12728" y="26110"/>
                  <a:pt x="12353" y="26023"/>
                  <a:pt x="11918" y="26038"/>
                </a:cubicBezTo>
                <a:close/>
                <a:moveTo>
                  <a:pt x="10168" y="10103"/>
                </a:moveTo>
                <a:cubicBezTo>
                  <a:pt x="9843" y="10016"/>
                  <a:pt x="9573" y="9933"/>
                  <a:pt x="9297" y="9874"/>
                </a:cubicBezTo>
                <a:cubicBezTo>
                  <a:pt x="9073" y="9827"/>
                  <a:pt x="8873" y="9879"/>
                  <a:pt x="8741" y="10079"/>
                </a:cubicBezTo>
                <a:cubicBezTo>
                  <a:pt x="8608" y="10280"/>
                  <a:pt x="8454" y="10469"/>
                  <a:pt x="8343" y="10680"/>
                </a:cubicBezTo>
                <a:cubicBezTo>
                  <a:pt x="7765" y="11769"/>
                  <a:pt x="7297" y="12897"/>
                  <a:pt x="6986" y="14082"/>
                </a:cubicBezTo>
                <a:cubicBezTo>
                  <a:pt x="6979" y="14107"/>
                  <a:pt x="7015" y="14142"/>
                  <a:pt x="7051" y="14207"/>
                </a:cubicBezTo>
                <a:cubicBezTo>
                  <a:pt x="7166" y="14127"/>
                  <a:pt x="7286" y="14061"/>
                  <a:pt x="7382" y="13972"/>
                </a:cubicBezTo>
                <a:cubicBezTo>
                  <a:pt x="7841" y="13546"/>
                  <a:pt x="8286" y="13107"/>
                  <a:pt x="8748" y="12685"/>
                </a:cubicBezTo>
                <a:cubicBezTo>
                  <a:pt x="9039" y="12421"/>
                  <a:pt x="9243" y="12116"/>
                  <a:pt x="9397" y="11767"/>
                </a:cubicBezTo>
                <a:cubicBezTo>
                  <a:pt x="9629" y="11240"/>
                  <a:pt x="9881" y="10719"/>
                  <a:pt x="10168" y="10103"/>
                </a:cubicBezTo>
                <a:close/>
                <a:moveTo>
                  <a:pt x="4305" y="23469"/>
                </a:moveTo>
                <a:cubicBezTo>
                  <a:pt x="4363" y="23903"/>
                  <a:pt x="4432" y="24509"/>
                  <a:pt x="4540" y="25106"/>
                </a:cubicBezTo>
                <a:cubicBezTo>
                  <a:pt x="4574" y="25297"/>
                  <a:pt x="4712" y="25472"/>
                  <a:pt x="4811" y="25651"/>
                </a:cubicBezTo>
                <a:cubicBezTo>
                  <a:pt x="4875" y="25764"/>
                  <a:pt x="5038" y="25803"/>
                  <a:pt x="5180" y="25756"/>
                </a:cubicBezTo>
                <a:cubicBezTo>
                  <a:pt x="5542" y="25633"/>
                  <a:pt x="5653" y="25491"/>
                  <a:pt x="5532" y="25147"/>
                </a:cubicBezTo>
                <a:cubicBezTo>
                  <a:pt x="5261" y="24381"/>
                  <a:pt x="5317" y="23612"/>
                  <a:pt x="5429" y="22836"/>
                </a:cubicBezTo>
                <a:cubicBezTo>
                  <a:pt x="5448" y="22702"/>
                  <a:pt x="5484" y="22568"/>
                  <a:pt x="5493" y="22434"/>
                </a:cubicBezTo>
                <a:cubicBezTo>
                  <a:pt x="5528" y="21849"/>
                  <a:pt x="5662" y="21297"/>
                  <a:pt x="6056" y="20823"/>
                </a:cubicBezTo>
                <a:cubicBezTo>
                  <a:pt x="6125" y="20739"/>
                  <a:pt x="6068" y="20589"/>
                  <a:pt x="5974" y="20578"/>
                </a:cubicBezTo>
                <a:cubicBezTo>
                  <a:pt x="5906" y="20569"/>
                  <a:pt x="5824" y="20557"/>
                  <a:pt x="5768" y="20584"/>
                </a:cubicBezTo>
                <a:cubicBezTo>
                  <a:pt x="5401" y="20762"/>
                  <a:pt x="5230" y="21112"/>
                  <a:pt x="4995" y="21407"/>
                </a:cubicBezTo>
                <a:cubicBezTo>
                  <a:pt x="4551" y="21966"/>
                  <a:pt x="4351" y="22606"/>
                  <a:pt x="4305" y="23469"/>
                </a:cubicBezTo>
                <a:close/>
                <a:moveTo>
                  <a:pt x="17831" y="6355"/>
                </a:moveTo>
                <a:cubicBezTo>
                  <a:pt x="17588" y="6124"/>
                  <a:pt x="17358" y="6036"/>
                  <a:pt x="17102" y="6031"/>
                </a:cubicBezTo>
                <a:cubicBezTo>
                  <a:pt x="17008" y="6030"/>
                  <a:pt x="16881" y="6069"/>
                  <a:pt x="16824" y="6135"/>
                </a:cubicBezTo>
                <a:cubicBezTo>
                  <a:pt x="16711" y="6262"/>
                  <a:pt x="16622" y="6412"/>
                  <a:pt x="16546" y="6564"/>
                </a:cubicBezTo>
                <a:cubicBezTo>
                  <a:pt x="16207" y="7232"/>
                  <a:pt x="15847" y="7890"/>
                  <a:pt x="15557" y="8576"/>
                </a:cubicBezTo>
                <a:cubicBezTo>
                  <a:pt x="15360" y="9041"/>
                  <a:pt x="15264" y="9545"/>
                  <a:pt x="15128" y="10032"/>
                </a:cubicBezTo>
                <a:cubicBezTo>
                  <a:pt x="15092" y="10163"/>
                  <a:pt x="15200" y="10288"/>
                  <a:pt x="15356" y="10316"/>
                </a:cubicBezTo>
                <a:cubicBezTo>
                  <a:pt x="15844" y="10405"/>
                  <a:pt x="15949" y="10328"/>
                  <a:pt x="16149" y="9885"/>
                </a:cubicBezTo>
                <a:cubicBezTo>
                  <a:pt x="16675" y="8712"/>
                  <a:pt x="17115" y="7502"/>
                  <a:pt x="17831" y="6355"/>
                </a:cubicBezTo>
                <a:close/>
                <a:moveTo>
                  <a:pt x="22899" y="25827"/>
                </a:moveTo>
                <a:cubicBezTo>
                  <a:pt x="22900" y="25627"/>
                  <a:pt x="22915" y="25461"/>
                  <a:pt x="22897" y="25296"/>
                </a:cubicBezTo>
                <a:cubicBezTo>
                  <a:pt x="22870" y="25033"/>
                  <a:pt x="22782" y="24948"/>
                  <a:pt x="22514" y="24886"/>
                </a:cubicBezTo>
                <a:cubicBezTo>
                  <a:pt x="22377" y="24854"/>
                  <a:pt x="22236" y="24839"/>
                  <a:pt x="22103" y="24794"/>
                </a:cubicBezTo>
                <a:cubicBezTo>
                  <a:pt x="22052" y="24776"/>
                  <a:pt x="21995" y="24701"/>
                  <a:pt x="21993" y="24649"/>
                </a:cubicBezTo>
                <a:cubicBezTo>
                  <a:pt x="21989" y="24596"/>
                  <a:pt x="22035" y="24509"/>
                  <a:pt x="22083" y="24490"/>
                </a:cubicBezTo>
                <a:cubicBezTo>
                  <a:pt x="22211" y="24442"/>
                  <a:pt x="22355" y="24428"/>
                  <a:pt x="22488" y="24390"/>
                </a:cubicBezTo>
                <a:cubicBezTo>
                  <a:pt x="22694" y="24330"/>
                  <a:pt x="22782" y="24082"/>
                  <a:pt x="22658" y="23898"/>
                </a:cubicBezTo>
                <a:cubicBezTo>
                  <a:pt x="22623" y="23847"/>
                  <a:pt x="22560" y="23784"/>
                  <a:pt x="22504" y="23779"/>
                </a:cubicBezTo>
                <a:cubicBezTo>
                  <a:pt x="21899" y="23718"/>
                  <a:pt x="21701" y="23900"/>
                  <a:pt x="21700" y="24314"/>
                </a:cubicBezTo>
                <a:cubicBezTo>
                  <a:pt x="21698" y="25394"/>
                  <a:pt x="21696" y="26474"/>
                  <a:pt x="21700" y="27551"/>
                </a:cubicBezTo>
                <a:cubicBezTo>
                  <a:pt x="21700" y="27645"/>
                  <a:pt x="21744" y="27741"/>
                  <a:pt x="21778" y="27871"/>
                </a:cubicBezTo>
                <a:cubicBezTo>
                  <a:pt x="22166" y="27773"/>
                  <a:pt x="22542" y="27676"/>
                  <a:pt x="22918" y="27583"/>
                </a:cubicBezTo>
                <a:cubicBezTo>
                  <a:pt x="23066" y="27547"/>
                  <a:pt x="23177" y="27477"/>
                  <a:pt x="23203" y="27325"/>
                </a:cubicBezTo>
                <a:cubicBezTo>
                  <a:pt x="23229" y="27179"/>
                  <a:pt x="23120" y="27033"/>
                  <a:pt x="22927" y="26954"/>
                </a:cubicBezTo>
                <a:cubicBezTo>
                  <a:pt x="22861" y="26929"/>
                  <a:pt x="22792" y="26913"/>
                  <a:pt x="22720" y="26893"/>
                </a:cubicBezTo>
                <a:cubicBezTo>
                  <a:pt x="22760" y="26742"/>
                  <a:pt x="22799" y="26592"/>
                  <a:pt x="22838" y="26444"/>
                </a:cubicBezTo>
                <a:cubicBezTo>
                  <a:pt x="22577" y="26419"/>
                  <a:pt x="22335" y="26398"/>
                  <a:pt x="22093" y="26372"/>
                </a:cubicBezTo>
                <a:cubicBezTo>
                  <a:pt x="22066" y="26369"/>
                  <a:pt x="22030" y="26329"/>
                  <a:pt x="22022" y="26301"/>
                </a:cubicBezTo>
                <a:cubicBezTo>
                  <a:pt x="22016" y="26276"/>
                  <a:pt x="22032" y="26227"/>
                  <a:pt x="22055" y="26216"/>
                </a:cubicBezTo>
                <a:cubicBezTo>
                  <a:pt x="22307" y="26095"/>
                  <a:pt x="22558" y="25982"/>
                  <a:pt x="22899" y="25827"/>
                </a:cubicBezTo>
                <a:close/>
                <a:moveTo>
                  <a:pt x="5490" y="19664"/>
                </a:moveTo>
                <a:cubicBezTo>
                  <a:pt x="5700" y="19644"/>
                  <a:pt x="5907" y="19629"/>
                  <a:pt x="6113" y="19601"/>
                </a:cubicBezTo>
                <a:cubicBezTo>
                  <a:pt x="6307" y="19575"/>
                  <a:pt x="6416" y="19454"/>
                  <a:pt x="6487" y="19287"/>
                </a:cubicBezTo>
                <a:cubicBezTo>
                  <a:pt x="6554" y="19127"/>
                  <a:pt x="6610" y="18976"/>
                  <a:pt x="6529" y="18806"/>
                </a:cubicBezTo>
                <a:cubicBezTo>
                  <a:pt x="6231" y="18183"/>
                  <a:pt x="6159" y="17519"/>
                  <a:pt x="6138" y="16845"/>
                </a:cubicBezTo>
                <a:cubicBezTo>
                  <a:pt x="6135" y="16778"/>
                  <a:pt x="6135" y="16707"/>
                  <a:pt x="6113" y="16646"/>
                </a:cubicBezTo>
                <a:cubicBezTo>
                  <a:pt x="6093" y="16588"/>
                  <a:pt x="6055" y="16518"/>
                  <a:pt x="6003" y="16492"/>
                </a:cubicBezTo>
                <a:cubicBezTo>
                  <a:pt x="5959" y="16470"/>
                  <a:pt x="5857" y="16485"/>
                  <a:pt x="5828" y="16518"/>
                </a:cubicBezTo>
                <a:cubicBezTo>
                  <a:pt x="5579" y="16801"/>
                  <a:pt x="5341" y="17092"/>
                  <a:pt x="5102" y="17381"/>
                </a:cubicBezTo>
                <a:cubicBezTo>
                  <a:pt x="4941" y="17577"/>
                  <a:pt x="4907" y="17802"/>
                  <a:pt x="4913" y="18044"/>
                </a:cubicBezTo>
                <a:cubicBezTo>
                  <a:pt x="4926" y="18632"/>
                  <a:pt x="5141" y="19151"/>
                  <a:pt x="5490" y="19664"/>
                </a:cubicBezTo>
                <a:close/>
                <a:moveTo>
                  <a:pt x="14527" y="24413"/>
                </a:moveTo>
                <a:cubicBezTo>
                  <a:pt x="14551" y="24041"/>
                  <a:pt x="14785" y="23771"/>
                  <a:pt x="14929" y="23466"/>
                </a:cubicBezTo>
                <a:cubicBezTo>
                  <a:pt x="15091" y="23124"/>
                  <a:pt x="15143" y="22758"/>
                  <a:pt x="15169" y="22384"/>
                </a:cubicBezTo>
                <a:cubicBezTo>
                  <a:pt x="15190" y="22050"/>
                  <a:pt x="15244" y="21719"/>
                  <a:pt x="15289" y="21354"/>
                </a:cubicBezTo>
                <a:cubicBezTo>
                  <a:pt x="14953" y="21323"/>
                  <a:pt x="14645" y="21288"/>
                  <a:pt x="14336" y="21267"/>
                </a:cubicBezTo>
                <a:cubicBezTo>
                  <a:pt x="14137" y="21254"/>
                  <a:pt x="14013" y="21393"/>
                  <a:pt x="14019" y="21588"/>
                </a:cubicBezTo>
                <a:cubicBezTo>
                  <a:pt x="14033" y="21997"/>
                  <a:pt x="14186" y="22378"/>
                  <a:pt x="14264" y="22769"/>
                </a:cubicBezTo>
                <a:cubicBezTo>
                  <a:pt x="14346" y="23183"/>
                  <a:pt x="14074" y="23615"/>
                  <a:pt x="14166" y="24059"/>
                </a:cubicBezTo>
                <a:cubicBezTo>
                  <a:pt x="14187" y="24159"/>
                  <a:pt x="14183" y="24261"/>
                  <a:pt x="14202" y="24361"/>
                </a:cubicBezTo>
                <a:cubicBezTo>
                  <a:pt x="14286" y="24826"/>
                  <a:pt x="14367" y="25292"/>
                  <a:pt x="14469" y="25754"/>
                </a:cubicBezTo>
                <a:cubicBezTo>
                  <a:pt x="14495" y="25873"/>
                  <a:pt x="14594" y="25981"/>
                  <a:pt x="14667" y="26104"/>
                </a:cubicBezTo>
                <a:cubicBezTo>
                  <a:pt x="14980" y="25765"/>
                  <a:pt x="15010" y="25686"/>
                  <a:pt x="15015" y="25473"/>
                </a:cubicBezTo>
                <a:cubicBezTo>
                  <a:pt x="15027" y="25041"/>
                  <a:pt x="14863" y="24685"/>
                  <a:pt x="14527" y="24413"/>
                </a:cubicBezTo>
                <a:close/>
                <a:moveTo>
                  <a:pt x="13638" y="21337"/>
                </a:moveTo>
                <a:cubicBezTo>
                  <a:pt x="13371" y="21179"/>
                  <a:pt x="13046" y="21217"/>
                  <a:pt x="12735" y="21194"/>
                </a:cubicBezTo>
                <a:cubicBezTo>
                  <a:pt x="12603" y="21184"/>
                  <a:pt x="12481" y="21325"/>
                  <a:pt x="12488" y="21466"/>
                </a:cubicBezTo>
                <a:cubicBezTo>
                  <a:pt x="12526" y="22274"/>
                  <a:pt x="12565" y="23080"/>
                  <a:pt x="12604" y="23888"/>
                </a:cubicBezTo>
                <a:cubicBezTo>
                  <a:pt x="12612" y="24024"/>
                  <a:pt x="12623" y="24156"/>
                  <a:pt x="12639" y="24290"/>
                </a:cubicBezTo>
                <a:cubicBezTo>
                  <a:pt x="12673" y="24548"/>
                  <a:pt x="12875" y="24681"/>
                  <a:pt x="13177" y="24635"/>
                </a:cubicBezTo>
                <a:cubicBezTo>
                  <a:pt x="13235" y="24627"/>
                  <a:pt x="13322" y="24576"/>
                  <a:pt x="13334" y="24530"/>
                </a:cubicBezTo>
                <a:cubicBezTo>
                  <a:pt x="13360" y="24436"/>
                  <a:pt x="13355" y="24331"/>
                  <a:pt x="13346" y="24233"/>
                </a:cubicBezTo>
                <a:cubicBezTo>
                  <a:pt x="13320" y="23961"/>
                  <a:pt x="13283" y="23698"/>
                  <a:pt x="13602" y="23532"/>
                </a:cubicBezTo>
                <a:cubicBezTo>
                  <a:pt x="13667" y="23497"/>
                  <a:pt x="13689" y="23354"/>
                  <a:pt x="13694" y="23260"/>
                </a:cubicBezTo>
                <a:cubicBezTo>
                  <a:pt x="13713" y="22789"/>
                  <a:pt x="13722" y="22317"/>
                  <a:pt x="13729" y="21845"/>
                </a:cubicBezTo>
                <a:cubicBezTo>
                  <a:pt x="13731" y="21680"/>
                  <a:pt x="13770" y="21508"/>
                  <a:pt x="13638" y="21337"/>
                </a:cubicBezTo>
                <a:close/>
                <a:moveTo>
                  <a:pt x="22909" y="1369"/>
                </a:moveTo>
                <a:cubicBezTo>
                  <a:pt x="22813" y="1499"/>
                  <a:pt x="22750" y="1550"/>
                  <a:pt x="22734" y="1609"/>
                </a:cubicBezTo>
                <a:cubicBezTo>
                  <a:pt x="22596" y="2139"/>
                  <a:pt x="22607" y="2681"/>
                  <a:pt x="22615" y="3221"/>
                </a:cubicBezTo>
                <a:cubicBezTo>
                  <a:pt x="22618" y="3351"/>
                  <a:pt x="22767" y="3483"/>
                  <a:pt x="22896" y="3468"/>
                </a:cubicBezTo>
                <a:cubicBezTo>
                  <a:pt x="23760" y="3383"/>
                  <a:pt x="24564" y="3136"/>
                  <a:pt x="25288" y="2693"/>
                </a:cubicBezTo>
                <a:cubicBezTo>
                  <a:pt x="25263" y="2462"/>
                  <a:pt x="25094" y="2397"/>
                  <a:pt x="24925" y="2366"/>
                </a:cubicBezTo>
                <a:cubicBezTo>
                  <a:pt x="24311" y="2255"/>
                  <a:pt x="23787" y="1983"/>
                  <a:pt x="23314" y="1607"/>
                </a:cubicBezTo>
                <a:cubicBezTo>
                  <a:pt x="23209" y="1522"/>
                  <a:pt x="23076" y="1465"/>
                  <a:pt x="22909" y="1369"/>
                </a:cubicBezTo>
                <a:close/>
                <a:moveTo>
                  <a:pt x="16045" y="19337"/>
                </a:moveTo>
                <a:cubicBezTo>
                  <a:pt x="16288" y="19601"/>
                  <a:pt x="16574" y="19794"/>
                  <a:pt x="16920" y="19892"/>
                </a:cubicBezTo>
                <a:cubicBezTo>
                  <a:pt x="17047" y="19928"/>
                  <a:pt x="17225" y="19950"/>
                  <a:pt x="17328" y="19894"/>
                </a:cubicBezTo>
                <a:cubicBezTo>
                  <a:pt x="17793" y="19639"/>
                  <a:pt x="18294" y="19709"/>
                  <a:pt x="18792" y="19686"/>
                </a:cubicBezTo>
                <a:cubicBezTo>
                  <a:pt x="19278" y="19662"/>
                  <a:pt x="19777" y="19886"/>
                  <a:pt x="20259" y="19624"/>
                </a:cubicBezTo>
                <a:cubicBezTo>
                  <a:pt x="20310" y="19595"/>
                  <a:pt x="20437" y="19688"/>
                  <a:pt x="20525" y="19729"/>
                </a:cubicBezTo>
                <a:cubicBezTo>
                  <a:pt x="20667" y="19794"/>
                  <a:pt x="20814" y="19806"/>
                  <a:pt x="20899" y="19671"/>
                </a:cubicBezTo>
                <a:cubicBezTo>
                  <a:pt x="20944" y="19598"/>
                  <a:pt x="20931" y="19479"/>
                  <a:pt x="20909" y="19387"/>
                </a:cubicBezTo>
                <a:cubicBezTo>
                  <a:pt x="20888" y="19294"/>
                  <a:pt x="20822" y="19207"/>
                  <a:pt x="20778" y="19121"/>
                </a:cubicBezTo>
                <a:cubicBezTo>
                  <a:pt x="20421" y="18991"/>
                  <a:pt x="20062" y="19055"/>
                  <a:pt x="19710" y="19042"/>
                </a:cubicBezTo>
                <a:cubicBezTo>
                  <a:pt x="19455" y="19031"/>
                  <a:pt x="19227" y="19144"/>
                  <a:pt x="18990" y="19184"/>
                </a:cubicBezTo>
                <a:cubicBezTo>
                  <a:pt x="18764" y="19222"/>
                  <a:pt x="18512" y="19070"/>
                  <a:pt x="18270" y="19064"/>
                </a:cubicBezTo>
                <a:cubicBezTo>
                  <a:pt x="17988" y="19055"/>
                  <a:pt x="17697" y="19084"/>
                  <a:pt x="17424" y="19150"/>
                </a:cubicBezTo>
                <a:cubicBezTo>
                  <a:pt x="17224" y="19197"/>
                  <a:pt x="17058" y="19359"/>
                  <a:pt x="16860" y="19419"/>
                </a:cubicBezTo>
                <a:cubicBezTo>
                  <a:pt x="16612" y="19496"/>
                  <a:pt x="16430" y="19176"/>
                  <a:pt x="16159" y="19274"/>
                </a:cubicBezTo>
                <a:cubicBezTo>
                  <a:pt x="16129" y="19286"/>
                  <a:pt x="16101" y="19306"/>
                  <a:pt x="16045" y="19337"/>
                </a:cubicBezTo>
                <a:close/>
                <a:moveTo>
                  <a:pt x="24433" y="23959"/>
                </a:moveTo>
                <a:cubicBezTo>
                  <a:pt x="24500" y="24140"/>
                  <a:pt x="24597" y="24251"/>
                  <a:pt x="24522" y="24392"/>
                </a:cubicBezTo>
                <a:cubicBezTo>
                  <a:pt x="24347" y="24726"/>
                  <a:pt x="24494" y="25055"/>
                  <a:pt x="24547" y="25385"/>
                </a:cubicBezTo>
                <a:cubicBezTo>
                  <a:pt x="24847" y="25575"/>
                  <a:pt x="24697" y="25849"/>
                  <a:pt x="24709" y="26100"/>
                </a:cubicBezTo>
                <a:cubicBezTo>
                  <a:pt x="24722" y="26398"/>
                  <a:pt x="24728" y="26713"/>
                  <a:pt x="25018" y="26918"/>
                </a:cubicBezTo>
                <a:cubicBezTo>
                  <a:pt x="25280" y="26908"/>
                  <a:pt x="25509" y="26835"/>
                  <a:pt x="25776" y="26603"/>
                </a:cubicBezTo>
                <a:cubicBezTo>
                  <a:pt x="25683" y="25758"/>
                  <a:pt x="25519" y="24874"/>
                  <a:pt x="25222" y="24034"/>
                </a:cubicBezTo>
                <a:cubicBezTo>
                  <a:pt x="25112" y="24000"/>
                  <a:pt x="25045" y="23967"/>
                  <a:pt x="24976" y="23963"/>
                </a:cubicBezTo>
                <a:cubicBezTo>
                  <a:pt x="24836" y="23954"/>
                  <a:pt x="24694" y="23960"/>
                  <a:pt x="24433" y="23959"/>
                </a:cubicBezTo>
                <a:close/>
                <a:moveTo>
                  <a:pt x="27490" y="23623"/>
                </a:moveTo>
                <a:cubicBezTo>
                  <a:pt x="27804" y="23779"/>
                  <a:pt x="28120" y="23738"/>
                  <a:pt x="28433" y="23715"/>
                </a:cubicBezTo>
                <a:cubicBezTo>
                  <a:pt x="28573" y="23705"/>
                  <a:pt x="28701" y="23588"/>
                  <a:pt x="28702" y="23454"/>
                </a:cubicBezTo>
                <a:cubicBezTo>
                  <a:pt x="28706" y="23022"/>
                  <a:pt x="28705" y="22589"/>
                  <a:pt x="28696" y="22156"/>
                </a:cubicBezTo>
                <a:cubicBezTo>
                  <a:pt x="28695" y="22048"/>
                  <a:pt x="28527" y="21926"/>
                  <a:pt x="28397" y="21923"/>
                </a:cubicBezTo>
                <a:cubicBezTo>
                  <a:pt x="28083" y="21920"/>
                  <a:pt x="27768" y="21907"/>
                  <a:pt x="27454" y="21923"/>
                </a:cubicBezTo>
                <a:cubicBezTo>
                  <a:pt x="27372" y="21927"/>
                  <a:pt x="27222" y="22024"/>
                  <a:pt x="27225" y="22072"/>
                </a:cubicBezTo>
                <a:cubicBezTo>
                  <a:pt x="27250" y="22600"/>
                  <a:pt x="27243" y="23138"/>
                  <a:pt x="27490" y="23623"/>
                </a:cubicBezTo>
                <a:close/>
                <a:moveTo>
                  <a:pt x="14999" y="13376"/>
                </a:moveTo>
                <a:cubicBezTo>
                  <a:pt x="14764" y="13473"/>
                  <a:pt x="14719" y="13602"/>
                  <a:pt x="14696" y="13733"/>
                </a:cubicBezTo>
                <a:cubicBezTo>
                  <a:pt x="14639" y="14067"/>
                  <a:pt x="14624" y="14407"/>
                  <a:pt x="14539" y="14734"/>
                </a:cubicBezTo>
                <a:cubicBezTo>
                  <a:pt x="14382" y="15337"/>
                  <a:pt x="14414" y="15941"/>
                  <a:pt x="14480" y="16546"/>
                </a:cubicBezTo>
                <a:cubicBezTo>
                  <a:pt x="14537" y="17079"/>
                  <a:pt x="14635" y="17609"/>
                  <a:pt x="14721" y="18177"/>
                </a:cubicBezTo>
                <a:cubicBezTo>
                  <a:pt x="14789" y="18117"/>
                  <a:pt x="14906" y="18064"/>
                  <a:pt x="14909" y="18003"/>
                </a:cubicBezTo>
                <a:cubicBezTo>
                  <a:pt x="14930" y="17634"/>
                  <a:pt x="14925" y="17264"/>
                  <a:pt x="14932" y="16895"/>
                </a:cubicBezTo>
                <a:cubicBezTo>
                  <a:pt x="14953" y="15749"/>
                  <a:pt x="14975" y="14601"/>
                  <a:pt x="14999" y="13376"/>
                </a:cubicBezTo>
                <a:close/>
                <a:moveTo>
                  <a:pt x="20255" y="29660"/>
                </a:moveTo>
                <a:cubicBezTo>
                  <a:pt x="19969" y="29470"/>
                  <a:pt x="19819" y="29239"/>
                  <a:pt x="19844" y="28914"/>
                </a:cubicBezTo>
                <a:cubicBezTo>
                  <a:pt x="19855" y="28751"/>
                  <a:pt x="19826" y="28577"/>
                  <a:pt x="19771" y="28421"/>
                </a:cubicBezTo>
                <a:cubicBezTo>
                  <a:pt x="19746" y="28352"/>
                  <a:pt x="19603" y="28266"/>
                  <a:pt x="19531" y="28277"/>
                </a:cubicBezTo>
                <a:cubicBezTo>
                  <a:pt x="19253" y="28322"/>
                  <a:pt x="18980" y="28400"/>
                  <a:pt x="18710" y="28478"/>
                </a:cubicBezTo>
                <a:cubicBezTo>
                  <a:pt x="18650" y="28494"/>
                  <a:pt x="18576" y="28561"/>
                  <a:pt x="18563" y="28616"/>
                </a:cubicBezTo>
                <a:cubicBezTo>
                  <a:pt x="18504" y="28910"/>
                  <a:pt x="18454" y="29208"/>
                  <a:pt x="18419" y="29506"/>
                </a:cubicBezTo>
                <a:cubicBezTo>
                  <a:pt x="18414" y="29549"/>
                  <a:pt x="18494" y="29631"/>
                  <a:pt x="18551" y="29647"/>
                </a:cubicBezTo>
                <a:cubicBezTo>
                  <a:pt x="18934" y="29767"/>
                  <a:pt x="19487" y="29769"/>
                  <a:pt x="20255" y="29660"/>
                </a:cubicBezTo>
                <a:close/>
                <a:moveTo>
                  <a:pt x="26970" y="23705"/>
                </a:moveTo>
                <a:cubicBezTo>
                  <a:pt x="27138" y="23124"/>
                  <a:pt x="26932" y="22677"/>
                  <a:pt x="26895" y="22219"/>
                </a:cubicBezTo>
                <a:cubicBezTo>
                  <a:pt x="26867" y="21888"/>
                  <a:pt x="26704" y="21656"/>
                  <a:pt x="26479" y="21437"/>
                </a:cubicBezTo>
                <a:cubicBezTo>
                  <a:pt x="26432" y="21391"/>
                  <a:pt x="26333" y="21312"/>
                  <a:pt x="26323" y="21322"/>
                </a:cubicBezTo>
                <a:cubicBezTo>
                  <a:pt x="26252" y="21379"/>
                  <a:pt x="26162" y="21448"/>
                  <a:pt x="26147" y="21527"/>
                </a:cubicBezTo>
                <a:cubicBezTo>
                  <a:pt x="26011" y="22222"/>
                  <a:pt x="26018" y="22917"/>
                  <a:pt x="26179" y="23646"/>
                </a:cubicBezTo>
                <a:cubicBezTo>
                  <a:pt x="26436" y="23664"/>
                  <a:pt x="26674" y="23682"/>
                  <a:pt x="26970" y="23705"/>
                </a:cubicBezTo>
                <a:close/>
                <a:moveTo>
                  <a:pt x="29474" y="23793"/>
                </a:moveTo>
                <a:cubicBezTo>
                  <a:pt x="29684" y="23839"/>
                  <a:pt x="29922" y="23903"/>
                  <a:pt x="30166" y="23939"/>
                </a:cubicBezTo>
                <a:cubicBezTo>
                  <a:pt x="30262" y="23954"/>
                  <a:pt x="30406" y="23937"/>
                  <a:pt x="30463" y="23878"/>
                </a:cubicBezTo>
                <a:cubicBezTo>
                  <a:pt x="30591" y="23743"/>
                  <a:pt x="30444" y="23649"/>
                  <a:pt x="30353" y="23557"/>
                </a:cubicBezTo>
                <a:cubicBezTo>
                  <a:pt x="30173" y="23378"/>
                  <a:pt x="30101" y="23156"/>
                  <a:pt x="30048" y="22920"/>
                </a:cubicBezTo>
                <a:cubicBezTo>
                  <a:pt x="29961" y="22528"/>
                  <a:pt x="29863" y="22138"/>
                  <a:pt x="29777" y="21783"/>
                </a:cubicBezTo>
                <a:cubicBezTo>
                  <a:pt x="29690" y="21744"/>
                  <a:pt x="29659" y="21724"/>
                  <a:pt x="29626" y="21715"/>
                </a:cubicBezTo>
                <a:cubicBezTo>
                  <a:pt x="29300" y="21632"/>
                  <a:pt x="29170" y="21680"/>
                  <a:pt x="29163" y="21904"/>
                </a:cubicBezTo>
                <a:cubicBezTo>
                  <a:pt x="29149" y="22275"/>
                  <a:pt x="29142" y="22647"/>
                  <a:pt x="29155" y="23018"/>
                </a:cubicBezTo>
                <a:cubicBezTo>
                  <a:pt x="29164" y="23293"/>
                  <a:pt x="29252" y="23548"/>
                  <a:pt x="29474" y="23793"/>
                </a:cubicBezTo>
                <a:close/>
                <a:moveTo>
                  <a:pt x="22746" y="4740"/>
                </a:moveTo>
                <a:cubicBezTo>
                  <a:pt x="22970" y="5368"/>
                  <a:pt x="23271" y="5936"/>
                  <a:pt x="23627" y="6476"/>
                </a:cubicBezTo>
                <a:cubicBezTo>
                  <a:pt x="23678" y="6555"/>
                  <a:pt x="23781" y="6633"/>
                  <a:pt x="23873" y="6650"/>
                </a:cubicBezTo>
                <a:cubicBezTo>
                  <a:pt x="24182" y="6712"/>
                  <a:pt x="24498" y="6754"/>
                  <a:pt x="24797" y="6545"/>
                </a:cubicBezTo>
                <a:cubicBezTo>
                  <a:pt x="24475" y="5584"/>
                  <a:pt x="23596" y="5181"/>
                  <a:pt x="22746" y="4740"/>
                </a:cubicBezTo>
                <a:close/>
                <a:moveTo>
                  <a:pt x="20205" y="6277"/>
                </a:moveTo>
                <a:cubicBezTo>
                  <a:pt x="20946" y="6553"/>
                  <a:pt x="20946" y="6553"/>
                  <a:pt x="21566" y="6476"/>
                </a:cubicBezTo>
                <a:cubicBezTo>
                  <a:pt x="21701" y="5899"/>
                  <a:pt x="21713" y="5301"/>
                  <a:pt x="21717" y="4700"/>
                </a:cubicBezTo>
                <a:cubicBezTo>
                  <a:pt x="21717" y="4622"/>
                  <a:pt x="21656" y="4595"/>
                  <a:pt x="21538" y="4630"/>
                </a:cubicBezTo>
                <a:cubicBezTo>
                  <a:pt x="21358" y="4890"/>
                  <a:pt x="21181" y="5178"/>
                  <a:pt x="20967" y="5441"/>
                </a:cubicBezTo>
                <a:cubicBezTo>
                  <a:pt x="20733" y="5729"/>
                  <a:pt x="20467" y="5992"/>
                  <a:pt x="20205" y="6277"/>
                </a:cubicBezTo>
                <a:close/>
                <a:moveTo>
                  <a:pt x="18233" y="30756"/>
                </a:moveTo>
                <a:cubicBezTo>
                  <a:pt x="17670" y="30754"/>
                  <a:pt x="17315" y="30741"/>
                  <a:pt x="16961" y="30761"/>
                </a:cubicBezTo>
                <a:cubicBezTo>
                  <a:pt x="16885" y="30764"/>
                  <a:pt x="16772" y="30872"/>
                  <a:pt x="16751" y="30950"/>
                </a:cubicBezTo>
                <a:cubicBezTo>
                  <a:pt x="16707" y="31109"/>
                  <a:pt x="16713" y="31279"/>
                  <a:pt x="16704" y="31446"/>
                </a:cubicBezTo>
                <a:cubicBezTo>
                  <a:pt x="16703" y="31467"/>
                  <a:pt x="16744" y="31501"/>
                  <a:pt x="16770" y="31507"/>
                </a:cubicBezTo>
                <a:cubicBezTo>
                  <a:pt x="16801" y="31513"/>
                  <a:pt x="16853" y="31507"/>
                  <a:pt x="16869" y="31488"/>
                </a:cubicBezTo>
                <a:cubicBezTo>
                  <a:pt x="16913" y="31436"/>
                  <a:pt x="16941" y="31371"/>
                  <a:pt x="16980" y="31317"/>
                </a:cubicBezTo>
                <a:cubicBezTo>
                  <a:pt x="17235" y="30964"/>
                  <a:pt x="17338" y="30947"/>
                  <a:pt x="17610" y="31217"/>
                </a:cubicBezTo>
                <a:cubicBezTo>
                  <a:pt x="17635" y="31242"/>
                  <a:pt x="17651" y="31271"/>
                  <a:pt x="17672" y="31299"/>
                </a:cubicBezTo>
                <a:cubicBezTo>
                  <a:pt x="17829" y="31515"/>
                  <a:pt x="18056" y="31601"/>
                  <a:pt x="18319" y="31562"/>
                </a:cubicBezTo>
                <a:cubicBezTo>
                  <a:pt x="18598" y="31522"/>
                  <a:pt x="18882" y="31474"/>
                  <a:pt x="19145" y="31385"/>
                </a:cubicBezTo>
                <a:cubicBezTo>
                  <a:pt x="19273" y="31340"/>
                  <a:pt x="19314" y="31169"/>
                  <a:pt x="19266" y="31034"/>
                </a:cubicBezTo>
                <a:cubicBezTo>
                  <a:pt x="19237" y="30949"/>
                  <a:pt x="19155" y="30831"/>
                  <a:pt x="19083" y="30823"/>
                </a:cubicBezTo>
                <a:cubicBezTo>
                  <a:pt x="18732" y="30777"/>
                  <a:pt x="18378" y="30766"/>
                  <a:pt x="18233" y="30756"/>
                </a:cubicBezTo>
                <a:close/>
                <a:moveTo>
                  <a:pt x="19885" y="27060"/>
                </a:moveTo>
                <a:lnTo>
                  <a:pt x="19885" y="26914"/>
                </a:lnTo>
                <a:cubicBezTo>
                  <a:pt x="19886" y="26672"/>
                  <a:pt x="19753" y="26535"/>
                  <a:pt x="19508" y="26520"/>
                </a:cubicBezTo>
                <a:cubicBezTo>
                  <a:pt x="19025" y="26490"/>
                  <a:pt x="18855" y="26603"/>
                  <a:pt x="18764" y="27042"/>
                </a:cubicBezTo>
                <a:cubicBezTo>
                  <a:pt x="18731" y="27206"/>
                  <a:pt x="18718" y="27375"/>
                  <a:pt x="18715" y="27542"/>
                </a:cubicBezTo>
                <a:cubicBezTo>
                  <a:pt x="18710" y="27729"/>
                  <a:pt x="18919" y="27927"/>
                  <a:pt x="19119" y="27948"/>
                </a:cubicBezTo>
                <a:cubicBezTo>
                  <a:pt x="19576" y="27991"/>
                  <a:pt x="19812" y="27823"/>
                  <a:pt x="19858" y="27421"/>
                </a:cubicBezTo>
                <a:cubicBezTo>
                  <a:pt x="19869" y="27319"/>
                  <a:pt x="19874" y="27218"/>
                  <a:pt x="19885" y="27060"/>
                </a:cubicBezTo>
                <a:close/>
                <a:moveTo>
                  <a:pt x="14785" y="5187"/>
                </a:moveTo>
                <a:cubicBezTo>
                  <a:pt x="14108" y="5153"/>
                  <a:pt x="13586" y="5128"/>
                  <a:pt x="13053" y="5101"/>
                </a:cubicBezTo>
                <a:cubicBezTo>
                  <a:pt x="13017" y="5225"/>
                  <a:pt x="12969" y="5318"/>
                  <a:pt x="12967" y="5413"/>
                </a:cubicBezTo>
                <a:cubicBezTo>
                  <a:pt x="12960" y="5745"/>
                  <a:pt x="12969" y="6080"/>
                  <a:pt x="12972" y="6406"/>
                </a:cubicBezTo>
                <a:cubicBezTo>
                  <a:pt x="13047" y="6418"/>
                  <a:pt x="13088" y="6439"/>
                  <a:pt x="13116" y="6428"/>
                </a:cubicBezTo>
                <a:cubicBezTo>
                  <a:pt x="13642" y="6214"/>
                  <a:pt x="14043" y="5827"/>
                  <a:pt x="14503" y="5521"/>
                </a:cubicBezTo>
                <a:cubicBezTo>
                  <a:pt x="14581" y="5471"/>
                  <a:pt x="14628" y="5378"/>
                  <a:pt x="14785" y="5187"/>
                </a:cubicBezTo>
                <a:close/>
                <a:moveTo>
                  <a:pt x="19358" y="20480"/>
                </a:moveTo>
                <a:cubicBezTo>
                  <a:pt x="18996" y="20479"/>
                  <a:pt x="18888" y="20476"/>
                  <a:pt x="18783" y="20479"/>
                </a:cubicBezTo>
                <a:cubicBezTo>
                  <a:pt x="18634" y="20481"/>
                  <a:pt x="18577" y="20629"/>
                  <a:pt x="18659" y="20777"/>
                </a:cubicBezTo>
                <a:cubicBezTo>
                  <a:pt x="18726" y="20896"/>
                  <a:pt x="18789" y="21020"/>
                  <a:pt x="18945" y="21052"/>
                </a:cubicBezTo>
                <a:cubicBezTo>
                  <a:pt x="19138" y="21092"/>
                  <a:pt x="19244" y="21184"/>
                  <a:pt x="19263" y="21386"/>
                </a:cubicBezTo>
                <a:cubicBezTo>
                  <a:pt x="19283" y="21590"/>
                  <a:pt x="19511" y="21677"/>
                  <a:pt x="19643" y="21505"/>
                </a:cubicBezTo>
                <a:cubicBezTo>
                  <a:pt x="19833" y="21258"/>
                  <a:pt x="20105" y="21217"/>
                  <a:pt x="20364" y="21119"/>
                </a:cubicBezTo>
                <a:cubicBezTo>
                  <a:pt x="20522" y="21059"/>
                  <a:pt x="20663" y="20957"/>
                  <a:pt x="20808" y="20869"/>
                </a:cubicBezTo>
                <a:cubicBezTo>
                  <a:pt x="20830" y="20855"/>
                  <a:pt x="20833" y="20804"/>
                  <a:pt x="20830" y="20773"/>
                </a:cubicBezTo>
                <a:cubicBezTo>
                  <a:pt x="20826" y="20747"/>
                  <a:pt x="20801" y="20706"/>
                  <a:pt x="20781" y="20702"/>
                </a:cubicBezTo>
                <a:cubicBezTo>
                  <a:pt x="20224" y="20613"/>
                  <a:pt x="19665" y="20527"/>
                  <a:pt x="19358" y="20480"/>
                </a:cubicBezTo>
                <a:close/>
                <a:moveTo>
                  <a:pt x="27475" y="17961"/>
                </a:moveTo>
                <a:cubicBezTo>
                  <a:pt x="27434" y="18364"/>
                  <a:pt x="27634" y="18676"/>
                  <a:pt x="27804" y="18996"/>
                </a:cubicBezTo>
                <a:cubicBezTo>
                  <a:pt x="27992" y="19352"/>
                  <a:pt x="28316" y="19536"/>
                  <a:pt x="28715" y="19608"/>
                </a:cubicBezTo>
                <a:cubicBezTo>
                  <a:pt x="28768" y="19616"/>
                  <a:pt x="28836" y="19564"/>
                  <a:pt x="28890" y="19532"/>
                </a:cubicBezTo>
                <a:cubicBezTo>
                  <a:pt x="28911" y="19518"/>
                  <a:pt x="28923" y="19471"/>
                  <a:pt x="28916" y="19446"/>
                </a:cubicBezTo>
                <a:cubicBezTo>
                  <a:pt x="28766" y="18969"/>
                  <a:pt x="28602" y="18497"/>
                  <a:pt x="28309" y="18065"/>
                </a:cubicBezTo>
                <a:cubicBezTo>
                  <a:pt x="28018" y="18028"/>
                  <a:pt x="27749" y="17995"/>
                  <a:pt x="27475" y="17961"/>
                </a:cubicBezTo>
                <a:close/>
                <a:moveTo>
                  <a:pt x="30359" y="20361"/>
                </a:moveTo>
                <a:cubicBezTo>
                  <a:pt x="30302" y="20390"/>
                  <a:pt x="30210" y="20406"/>
                  <a:pt x="30193" y="20449"/>
                </a:cubicBezTo>
                <a:cubicBezTo>
                  <a:pt x="30089" y="20713"/>
                  <a:pt x="30137" y="20985"/>
                  <a:pt x="30223" y="21241"/>
                </a:cubicBezTo>
                <a:cubicBezTo>
                  <a:pt x="30473" y="21983"/>
                  <a:pt x="30740" y="22719"/>
                  <a:pt x="31005" y="23458"/>
                </a:cubicBezTo>
                <a:cubicBezTo>
                  <a:pt x="31027" y="23518"/>
                  <a:pt x="31069" y="23595"/>
                  <a:pt x="31125" y="23619"/>
                </a:cubicBezTo>
                <a:cubicBezTo>
                  <a:pt x="31215" y="23656"/>
                  <a:pt x="31342" y="23691"/>
                  <a:pt x="31419" y="23658"/>
                </a:cubicBezTo>
                <a:cubicBezTo>
                  <a:pt x="31495" y="23623"/>
                  <a:pt x="31576" y="23500"/>
                  <a:pt x="31570" y="23419"/>
                </a:cubicBezTo>
                <a:cubicBezTo>
                  <a:pt x="31562" y="23291"/>
                  <a:pt x="31509" y="23151"/>
                  <a:pt x="31434" y="23042"/>
                </a:cubicBezTo>
                <a:cubicBezTo>
                  <a:pt x="30895" y="22263"/>
                  <a:pt x="30500" y="21442"/>
                  <a:pt x="30494" y="20488"/>
                </a:cubicBezTo>
                <a:cubicBezTo>
                  <a:pt x="30493" y="20445"/>
                  <a:pt x="30406" y="20403"/>
                  <a:pt x="30359" y="20361"/>
                </a:cubicBezTo>
                <a:close/>
                <a:moveTo>
                  <a:pt x="21598" y="31368"/>
                </a:moveTo>
                <a:cubicBezTo>
                  <a:pt x="21664" y="31251"/>
                  <a:pt x="21739" y="31138"/>
                  <a:pt x="21794" y="31015"/>
                </a:cubicBezTo>
                <a:cubicBezTo>
                  <a:pt x="21837" y="30917"/>
                  <a:pt x="21814" y="30789"/>
                  <a:pt x="21705" y="30766"/>
                </a:cubicBezTo>
                <a:cubicBezTo>
                  <a:pt x="21176" y="30658"/>
                  <a:pt x="20650" y="30686"/>
                  <a:pt x="20135" y="30849"/>
                </a:cubicBezTo>
                <a:cubicBezTo>
                  <a:pt x="20084" y="30866"/>
                  <a:pt x="20044" y="30949"/>
                  <a:pt x="20023" y="31010"/>
                </a:cubicBezTo>
                <a:cubicBezTo>
                  <a:pt x="19951" y="31225"/>
                  <a:pt x="20097" y="31449"/>
                  <a:pt x="20311" y="31458"/>
                </a:cubicBezTo>
                <a:cubicBezTo>
                  <a:pt x="20738" y="31477"/>
                  <a:pt x="21163" y="31463"/>
                  <a:pt x="21598" y="31368"/>
                </a:cubicBezTo>
                <a:close/>
                <a:moveTo>
                  <a:pt x="24382" y="33939"/>
                </a:moveTo>
                <a:cubicBezTo>
                  <a:pt x="23622" y="33845"/>
                  <a:pt x="22907" y="34122"/>
                  <a:pt x="22168" y="34147"/>
                </a:cubicBezTo>
                <a:cubicBezTo>
                  <a:pt x="22066" y="34151"/>
                  <a:pt x="21964" y="34196"/>
                  <a:pt x="21866" y="34230"/>
                </a:cubicBezTo>
                <a:cubicBezTo>
                  <a:pt x="21836" y="34240"/>
                  <a:pt x="21803" y="34266"/>
                  <a:pt x="21789" y="34293"/>
                </a:cubicBezTo>
                <a:cubicBezTo>
                  <a:pt x="21760" y="34350"/>
                  <a:pt x="21727" y="34413"/>
                  <a:pt x="21724" y="34475"/>
                </a:cubicBezTo>
                <a:cubicBezTo>
                  <a:pt x="21713" y="34654"/>
                  <a:pt x="21885" y="34820"/>
                  <a:pt x="22043" y="34798"/>
                </a:cubicBezTo>
                <a:cubicBezTo>
                  <a:pt x="22345" y="34755"/>
                  <a:pt x="23993" y="34220"/>
                  <a:pt x="24338" y="34048"/>
                </a:cubicBezTo>
                <a:cubicBezTo>
                  <a:pt x="24360" y="34039"/>
                  <a:pt x="24362" y="33993"/>
                  <a:pt x="24382" y="33939"/>
                </a:cubicBezTo>
                <a:close/>
                <a:moveTo>
                  <a:pt x="25072" y="23619"/>
                </a:moveTo>
                <a:cubicBezTo>
                  <a:pt x="25189" y="23110"/>
                  <a:pt x="24995" y="22647"/>
                  <a:pt x="24848" y="22169"/>
                </a:cubicBezTo>
                <a:cubicBezTo>
                  <a:pt x="24707" y="22116"/>
                  <a:pt x="24582" y="22043"/>
                  <a:pt x="24449" y="22028"/>
                </a:cubicBezTo>
                <a:cubicBezTo>
                  <a:pt x="24371" y="22018"/>
                  <a:pt x="24233" y="22080"/>
                  <a:pt x="24203" y="22145"/>
                </a:cubicBezTo>
                <a:cubicBezTo>
                  <a:pt x="24058" y="22455"/>
                  <a:pt x="23972" y="22774"/>
                  <a:pt x="24286" y="23054"/>
                </a:cubicBezTo>
                <a:cubicBezTo>
                  <a:pt x="24334" y="23098"/>
                  <a:pt x="24407" y="23154"/>
                  <a:pt x="24407" y="23205"/>
                </a:cubicBezTo>
                <a:cubicBezTo>
                  <a:pt x="24415" y="23633"/>
                  <a:pt x="24704" y="23659"/>
                  <a:pt x="25072" y="23619"/>
                </a:cubicBezTo>
                <a:close/>
                <a:moveTo>
                  <a:pt x="17249" y="28055"/>
                </a:moveTo>
                <a:cubicBezTo>
                  <a:pt x="17057" y="28424"/>
                  <a:pt x="16982" y="28780"/>
                  <a:pt x="16965" y="29152"/>
                </a:cubicBezTo>
                <a:cubicBezTo>
                  <a:pt x="16950" y="29431"/>
                  <a:pt x="17110" y="29631"/>
                  <a:pt x="17368" y="29652"/>
                </a:cubicBezTo>
                <a:cubicBezTo>
                  <a:pt x="17635" y="29675"/>
                  <a:pt x="17775" y="29549"/>
                  <a:pt x="17842" y="29219"/>
                </a:cubicBezTo>
                <a:cubicBezTo>
                  <a:pt x="17861" y="29121"/>
                  <a:pt x="17906" y="28974"/>
                  <a:pt x="17856" y="28927"/>
                </a:cubicBezTo>
                <a:cubicBezTo>
                  <a:pt x="17623" y="28700"/>
                  <a:pt x="17848" y="28490"/>
                  <a:pt x="17848" y="28262"/>
                </a:cubicBezTo>
                <a:cubicBezTo>
                  <a:pt x="17658" y="28195"/>
                  <a:pt x="17462" y="28128"/>
                  <a:pt x="17249" y="28055"/>
                </a:cubicBezTo>
                <a:close/>
                <a:moveTo>
                  <a:pt x="20018" y="25416"/>
                </a:moveTo>
                <a:cubicBezTo>
                  <a:pt x="20018" y="25281"/>
                  <a:pt x="20020" y="25182"/>
                  <a:pt x="20018" y="25081"/>
                </a:cubicBezTo>
                <a:cubicBezTo>
                  <a:pt x="20011" y="24814"/>
                  <a:pt x="19756" y="24685"/>
                  <a:pt x="19499" y="24814"/>
                </a:cubicBezTo>
                <a:cubicBezTo>
                  <a:pt x="19187" y="24972"/>
                  <a:pt x="18967" y="25651"/>
                  <a:pt x="19128" y="25963"/>
                </a:cubicBezTo>
                <a:cubicBezTo>
                  <a:pt x="19142" y="25991"/>
                  <a:pt x="19179" y="26019"/>
                  <a:pt x="19209" y="26023"/>
                </a:cubicBezTo>
                <a:cubicBezTo>
                  <a:pt x="19377" y="26040"/>
                  <a:pt x="19550" y="26073"/>
                  <a:pt x="19715" y="26054"/>
                </a:cubicBezTo>
                <a:cubicBezTo>
                  <a:pt x="19794" y="26044"/>
                  <a:pt x="19895" y="25946"/>
                  <a:pt x="19925" y="25867"/>
                </a:cubicBezTo>
                <a:cubicBezTo>
                  <a:pt x="19982" y="25713"/>
                  <a:pt x="19993" y="25544"/>
                  <a:pt x="20018" y="25416"/>
                </a:cubicBezTo>
                <a:close/>
                <a:moveTo>
                  <a:pt x="25870" y="15598"/>
                </a:moveTo>
                <a:cubicBezTo>
                  <a:pt x="25745" y="16456"/>
                  <a:pt x="25736" y="18136"/>
                  <a:pt x="25846" y="18722"/>
                </a:cubicBezTo>
                <a:cubicBezTo>
                  <a:pt x="25865" y="18817"/>
                  <a:pt x="25923" y="18910"/>
                  <a:pt x="25984" y="18991"/>
                </a:cubicBezTo>
                <a:cubicBezTo>
                  <a:pt x="26009" y="19024"/>
                  <a:pt x="26088" y="19020"/>
                  <a:pt x="26180" y="19044"/>
                </a:cubicBezTo>
                <a:cubicBezTo>
                  <a:pt x="26136" y="18154"/>
                  <a:pt x="26093" y="17282"/>
                  <a:pt x="26047" y="16410"/>
                </a:cubicBezTo>
                <a:cubicBezTo>
                  <a:pt x="26039" y="16243"/>
                  <a:pt x="26013" y="16075"/>
                  <a:pt x="25987" y="15909"/>
                </a:cubicBezTo>
                <a:cubicBezTo>
                  <a:pt x="25975" y="15844"/>
                  <a:pt x="25941" y="15785"/>
                  <a:pt x="25870" y="15598"/>
                </a:cubicBezTo>
                <a:close/>
                <a:moveTo>
                  <a:pt x="8533" y="29052"/>
                </a:moveTo>
                <a:cubicBezTo>
                  <a:pt x="8466" y="29035"/>
                  <a:pt x="8426" y="29037"/>
                  <a:pt x="8414" y="29019"/>
                </a:cubicBezTo>
                <a:cubicBezTo>
                  <a:pt x="8375" y="28967"/>
                  <a:pt x="8357" y="28893"/>
                  <a:pt x="8309" y="28851"/>
                </a:cubicBezTo>
                <a:cubicBezTo>
                  <a:pt x="8235" y="28788"/>
                  <a:pt x="8149" y="28713"/>
                  <a:pt x="8061" y="28702"/>
                </a:cubicBezTo>
                <a:cubicBezTo>
                  <a:pt x="7971" y="28690"/>
                  <a:pt x="7852" y="28729"/>
                  <a:pt x="7784" y="28787"/>
                </a:cubicBezTo>
                <a:cubicBezTo>
                  <a:pt x="7683" y="28873"/>
                  <a:pt x="7718" y="29070"/>
                  <a:pt x="7813" y="29141"/>
                </a:cubicBezTo>
                <a:cubicBezTo>
                  <a:pt x="8125" y="29374"/>
                  <a:pt x="8496" y="29467"/>
                  <a:pt x="8875" y="29532"/>
                </a:cubicBezTo>
                <a:cubicBezTo>
                  <a:pt x="8944" y="29543"/>
                  <a:pt x="9092" y="29452"/>
                  <a:pt x="9108" y="29388"/>
                </a:cubicBezTo>
                <a:cubicBezTo>
                  <a:pt x="9145" y="29229"/>
                  <a:pt x="9137" y="29059"/>
                  <a:pt x="9125" y="28896"/>
                </a:cubicBezTo>
                <a:cubicBezTo>
                  <a:pt x="9119" y="28777"/>
                  <a:pt x="8894" y="28694"/>
                  <a:pt x="8795" y="28776"/>
                </a:cubicBezTo>
                <a:cubicBezTo>
                  <a:pt x="8691" y="28862"/>
                  <a:pt x="8609" y="28969"/>
                  <a:pt x="8533" y="29052"/>
                </a:cubicBezTo>
                <a:close/>
                <a:moveTo>
                  <a:pt x="23457" y="26273"/>
                </a:moveTo>
                <a:cubicBezTo>
                  <a:pt x="23540" y="26626"/>
                  <a:pt x="23600" y="26890"/>
                  <a:pt x="23667" y="27153"/>
                </a:cubicBezTo>
                <a:cubicBezTo>
                  <a:pt x="23699" y="27278"/>
                  <a:pt x="23863" y="27339"/>
                  <a:pt x="24014" y="27295"/>
                </a:cubicBezTo>
                <a:cubicBezTo>
                  <a:pt x="24402" y="27181"/>
                  <a:pt x="24484" y="27066"/>
                  <a:pt x="24431" y="26711"/>
                </a:cubicBezTo>
                <a:cubicBezTo>
                  <a:pt x="24396" y="26476"/>
                  <a:pt x="24367" y="26238"/>
                  <a:pt x="24130" y="26049"/>
                </a:cubicBezTo>
                <a:cubicBezTo>
                  <a:pt x="23950" y="26110"/>
                  <a:pt x="23753" y="26176"/>
                  <a:pt x="23457" y="26273"/>
                </a:cubicBezTo>
                <a:close/>
                <a:moveTo>
                  <a:pt x="1193" y="23536"/>
                </a:moveTo>
                <a:cubicBezTo>
                  <a:pt x="1155" y="23715"/>
                  <a:pt x="1131" y="23753"/>
                  <a:pt x="1143" y="23773"/>
                </a:cubicBezTo>
                <a:cubicBezTo>
                  <a:pt x="1519" y="24382"/>
                  <a:pt x="1894" y="24992"/>
                  <a:pt x="2277" y="25598"/>
                </a:cubicBezTo>
                <a:cubicBezTo>
                  <a:pt x="2329" y="25683"/>
                  <a:pt x="2407" y="25768"/>
                  <a:pt x="2494" y="25814"/>
                </a:cubicBezTo>
                <a:cubicBezTo>
                  <a:pt x="2614" y="25880"/>
                  <a:pt x="2756" y="25891"/>
                  <a:pt x="2900" y="25736"/>
                </a:cubicBezTo>
                <a:cubicBezTo>
                  <a:pt x="2361" y="25043"/>
                  <a:pt x="1816" y="24340"/>
                  <a:pt x="1193" y="23536"/>
                </a:cubicBezTo>
                <a:close/>
                <a:moveTo>
                  <a:pt x="20930" y="25759"/>
                </a:moveTo>
                <a:cubicBezTo>
                  <a:pt x="21002" y="25565"/>
                  <a:pt x="21043" y="25504"/>
                  <a:pt x="21046" y="25441"/>
                </a:cubicBezTo>
                <a:cubicBezTo>
                  <a:pt x="21074" y="24529"/>
                  <a:pt x="21099" y="23618"/>
                  <a:pt x="21120" y="22704"/>
                </a:cubicBezTo>
                <a:cubicBezTo>
                  <a:pt x="21127" y="22434"/>
                  <a:pt x="21127" y="22163"/>
                  <a:pt x="21117" y="21892"/>
                </a:cubicBezTo>
                <a:cubicBezTo>
                  <a:pt x="21115" y="21794"/>
                  <a:pt x="21079" y="21696"/>
                  <a:pt x="21048" y="21603"/>
                </a:cubicBezTo>
                <a:cubicBezTo>
                  <a:pt x="21039" y="21575"/>
                  <a:pt x="20998" y="21556"/>
                  <a:pt x="20971" y="21534"/>
                </a:cubicBezTo>
                <a:cubicBezTo>
                  <a:pt x="20713" y="22174"/>
                  <a:pt x="20697" y="23353"/>
                  <a:pt x="20930" y="25759"/>
                </a:cubicBezTo>
                <a:close/>
                <a:moveTo>
                  <a:pt x="22197" y="6444"/>
                </a:moveTo>
                <a:cubicBezTo>
                  <a:pt x="22643" y="6687"/>
                  <a:pt x="22643" y="6691"/>
                  <a:pt x="23190" y="6501"/>
                </a:cubicBezTo>
                <a:cubicBezTo>
                  <a:pt x="23014" y="6069"/>
                  <a:pt x="22781" y="5676"/>
                  <a:pt x="22423" y="5240"/>
                </a:cubicBezTo>
                <a:cubicBezTo>
                  <a:pt x="22171" y="5668"/>
                  <a:pt x="22197" y="6061"/>
                  <a:pt x="22197" y="6444"/>
                </a:cubicBezTo>
                <a:close/>
                <a:moveTo>
                  <a:pt x="26888" y="18752"/>
                </a:moveTo>
                <a:cubicBezTo>
                  <a:pt x="27006" y="19399"/>
                  <a:pt x="27156" y="19878"/>
                  <a:pt x="27354" y="20344"/>
                </a:cubicBezTo>
                <a:cubicBezTo>
                  <a:pt x="27482" y="20642"/>
                  <a:pt x="27821" y="20719"/>
                  <a:pt x="28248" y="20541"/>
                </a:cubicBezTo>
                <a:cubicBezTo>
                  <a:pt x="28048" y="20258"/>
                  <a:pt x="27868" y="19956"/>
                  <a:pt x="27586" y="19758"/>
                </a:cubicBezTo>
                <a:cubicBezTo>
                  <a:pt x="27244" y="19516"/>
                  <a:pt x="27322" y="19059"/>
                  <a:pt x="26888" y="18752"/>
                </a:cubicBezTo>
                <a:close/>
                <a:moveTo>
                  <a:pt x="18378" y="5876"/>
                </a:moveTo>
                <a:cubicBezTo>
                  <a:pt x="18684" y="6098"/>
                  <a:pt x="18967" y="6176"/>
                  <a:pt x="19281" y="6154"/>
                </a:cubicBezTo>
                <a:cubicBezTo>
                  <a:pt x="19345" y="6149"/>
                  <a:pt x="19432" y="6119"/>
                  <a:pt x="19463" y="6073"/>
                </a:cubicBezTo>
                <a:cubicBezTo>
                  <a:pt x="19654" y="5799"/>
                  <a:pt x="19824" y="5514"/>
                  <a:pt x="20013" y="5239"/>
                </a:cubicBezTo>
                <a:cubicBezTo>
                  <a:pt x="20064" y="5163"/>
                  <a:pt x="20071" y="5117"/>
                  <a:pt x="19940" y="5049"/>
                </a:cubicBezTo>
                <a:cubicBezTo>
                  <a:pt x="19453" y="5307"/>
                  <a:pt x="18941" y="5576"/>
                  <a:pt x="18378" y="5876"/>
                </a:cubicBezTo>
                <a:close/>
                <a:moveTo>
                  <a:pt x="27240" y="26063"/>
                </a:moveTo>
                <a:cubicBezTo>
                  <a:pt x="27241" y="25692"/>
                  <a:pt x="27246" y="25457"/>
                  <a:pt x="27240" y="25220"/>
                </a:cubicBezTo>
                <a:cubicBezTo>
                  <a:pt x="27238" y="25121"/>
                  <a:pt x="27208" y="25023"/>
                  <a:pt x="27190" y="24926"/>
                </a:cubicBezTo>
                <a:cubicBezTo>
                  <a:pt x="27173" y="24839"/>
                  <a:pt x="27116" y="24803"/>
                  <a:pt x="27032" y="24839"/>
                </a:cubicBezTo>
                <a:cubicBezTo>
                  <a:pt x="26976" y="24863"/>
                  <a:pt x="26894" y="24901"/>
                  <a:pt x="26886" y="24943"/>
                </a:cubicBezTo>
                <a:cubicBezTo>
                  <a:pt x="26787" y="25512"/>
                  <a:pt x="26801" y="26080"/>
                  <a:pt x="26890" y="26650"/>
                </a:cubicBezTo>
                <a:cubicBezTo>
                  <a:pt x="26895" y="26682"/>
                  <a:pt x="26900" y="26727"/>
                  <a:pt x="26924" y="26743"/>
                </a:cubicBezTo>
                <a:cubicBezTo>
                  <a:pt x="27002" y="26799"/>
                  <a:pt x="27086" y="26850"/>
                  <a:pt x="27176" y="26886"/>
                </a:cubicBezTo>
                <a:cubicBezTo>
                  <a:pt x="27186" y="26890"/>
                  <a:pt x="27277" y="26789"/>
                  <a:pt x="27276" y="26736"/>
                </a:cubicBezTo>
                <a:cubicBezTo>
                  <a:pt x="27271" y="26465"/>
                  <a:pt x="27249" y="26197"/>
                  <a:pt x="27240" y="26063"/>
                </a:cubicBezTo>
                <a:close/>
                <a:moveTo>
                  <a:pt x="23882" y="24649"/>
                </a:moveTo>
                <a:cubicBezTo>
                  <a:pt x="23318" y="24708"/>
                  <a:pt x="23247" y="24780"/>
                  <a:pt x="23323" y="25235"/>
                </a:cubicBezTo>
                <a:cubicBezTo>
                  <a:pt x="23345" y="25365"/>
                  <a:pt x="23378" y="25497"/>
                  <a:pt x="23430" y="25617"/>
                </a:cubicBezTo>
                <a:cubicBezTo>
                  <a:pt x="23450" y="25663"/>
                  <a:pt x="23539" y="25707"/>
                  <a:pt x="23599" y="25709"/>
                </a:cubicBezTo>
                <a:cubicBezTo>
                  <a:pt x="24017" y="25728"/>
                  <a:pt x="24227" y="25574"/>
                  <a:pt x="24106" y="25189"/>
                </a:cubicBezTo>
                <a:cubicBezTo>
                  <a:pt x="24048" y="25004"/>
                  <a:pt x="24064" y="24789"/>
                  <a:pt x="23882" y="24649"/>
                </a:cubicBezTo>
                <a:close/>
                <a:moveTo>
                  <a:pt x="10192" y="27081"/>
                </a:moveTo>
                <a:cubicBezTo>
                  <a:pt x="9716" y="27108"/>
                  <a:pt x="9694" y="27120"/>
                  <a:pt x="9682" y="27431"/>
                </a:cubicBezTo>
                <a:cubicBezTo>
                  <a:pt x="9672" y="27664"/>
                  <a:pt x="9661" y="27899"/>
                  <a:pt x="9687" y="28131"/>
                </a:cubicBezTo>
                <a:cubicBezTo>
                  <a:pt x="9693" y="28190"/>
                  <a:pt x="9838" y="28275"/>
                  <a:pt x="9921" y="28277"/>
                </a:cubicBezTo>
                <a:cubicBezTo>
                  <a:pt x="10007" y="28281"/>
                  <a:pt x="10151" y="28220"/>
                  <a:pt x="10178" y="28154"/>
                </a:cubicBezTo>
                <a:cubicBezTo>
                  <a:pt x="10326" y="27797"/>
                  <a:pt x="10296" y="27437"/>
                  <a:pt x="10192" y="27081"/>
                </a:cubicBezTo>
                <a:close/>
                <a:moveTo>
                  <a:pt x="21705" y="22568"/>
                </a:moveTo>
                <a:cubicBezTo>
                  <a:pt x="21705" y="22754"/>
                  <a:pt x="21700" y="22854"/>
                  <a:pt x="21705" y="22955"/>
                </a:cubicBezTo>
                <a:cubicBezTo>
                  <a:pt x="21720" y="23256"/>
                  <a:pt x="21866" y="23355"/>
                  <a:pt x="22198" y="23294"/>
                </a:cubicBezTo>
                <a:cubicBezTo>
                  <a:pt x="22417" y="23254"/>
                  <a:pt x="22498" y="23146"/>
                  <a:pt x="22496" y="22951"/>
                </a:cubicBezTo>
                <a:cubicBezTo>
                  <a:pt x="22494" y="22578"/>
                  <a:pt x="22217" y="22434"/>
                  <a:pt x="21918" y="22311"/>
                </a:cubicBezTo>
                <a:cubicBezTo>
                  <a:pt x="21877" y="22292"/>
                  <a:pt x="21769" y="22327"/>
                  <a:pt x="21753" y="22363"/>
                </a:cubicBezTo>
                <a:cubicBezTo>
                  <a:pt x="21713" y="22451"/>
                  <a:pt x="21707" y="22554"/>
                  <a:pt x="21705" y="22568"/>
                </a:cubicBezTo>
                <a:close/>
                <a:moveTo>
                  <a:pt x="23489" y="22921"/>
                </a:moveTo>
                <a:cubicBezTo>
                  <a:pt x="23482" y="22821"/>
                  <a:pt x="23483" y="22754"/>
                  <a:pt x="23468" y="22692"/>
                </a:cubicBezTo>
                <a:cubicBezTo>
                  <a:pt x="23420" y="22466"/>
                  <a:pt x="23374" y="22240"/>
                  <a:pt x="23308" y="22017"/>
                </a:cubicBezTo>
                <a:cubicBezTo>
                  <a:pt x="23292" y="21967"/>
                  <a:pt x="23214" y="21911"/>
                  <a:pt x="23156" y="21900"/>
                </a:cubicBezTo>
                <a:cubicBezTo>
                  <a:pt x="23106" y="21890"/>
                  <a:pt x="23019" y="21923"/>
                  <a:pt x="22990" y="21965"/>
                </a:cubicBezTo>
                <a:cubicBezTo>
                  <a:pt x="22756" y="22311"/>
                  <a:pt x="22793" y="22754"/>
                  <a:pt x="23085" y="23049"/>
                </a:cubicBezTo>
                <a:cubicBezTo>
                  <a:pt x="23120" y="23084"/>
                  <a:pt x="23224" y="23090"/>
                  <a:pt x="23278" y="23068"/>
                </a:cubicBezTo>
                <a:cubicBezTo>
                  <a:pt x="23362" y="23033"/>
                  <a:pt x="23430" y="22964"/>
                  <a:pt x="23489" y="22921"/>
                </a:cubicBezTo>
                <a:close/>
                <a:moveTo>
                  <a:pt x="10092" y="11438"/>
                </a:moveTo>
                <a:cubicBezTo>
                  <a:pt x="10544" y="11152"/>
                  <a:pt x="10836" y="10962"/>
                  <a:pt x="11026" y="10669"/>
                </a:cubicBezTo>
                <a:cubicBezTo>
                  <a:pt x="11072" y="10599"/>
                  <a:pt x="11075" y="10482"/>
                  <a:pt x="11051" y="10400"/>
                </a:cubicBezTo>
                <a:cubicBezTo>
                  <a:pt x="11021" y="10300"/>
                  <a:pt x="10764" y="10284"/>
                  <a:pt x="10669" y="10361"/>
                </a:cubicBezTo>
                <a:cubicBezTo>
                  <a:pt x="10369" y="10606"/>
                  <a:pt x="10141" y="10889"/>
                  <a:pt x="10092" y="11438"/>
                </a:cubicBezTo>
                <a:close/>
                <a:moveTo>
                  <a:pt x="27979" y="33417"/>
                </a:moveTo>
                <a:cubicBezTo>
                  <a:pt x="27248" y="33397"/>
                  <a:pt x="27100" y="33464"/>
                  <a:pt x="26864" y="33944"/>
                </a:cubicBezTo>
                <a:cubicBezTo>
                  <a:pt x="26829" y="34014"/>
                  <a:pt x="26864" y="34128"/>
                  <a:pt x="26901" y="34207"/>
                </a:cubicBezTo>
                <a:cubicBezTo>
                  <a:pt x="26920" y="34243"/>
                  <a:pt x="27025" y="34264"/>
                  <a:pt x="27086" y="34257"/>
                </a:cubicBezTo>
                <a:cubicBezTo>
                  <a:pt x="27593" y="34180"/>
                  <a:pt x="27857" y="33875"/>
                  <a:pt x="27979" y="33417"/>
                </a:cubicBezTo>
                <a:close/>
                <a:moveTo>
                  <a:pt x="26437" y="6299"/>
                </a:moveTo>
                <a:cubicBezTo>
                  <a:pt x="25952" y="6146"/>
                  <a:pt x="25562" y="6018"/>
                  <a:pt x="25167" y="5904"/>
                </a:cubicBezTo>
                <a:cubicBezTo>
                  <a:pt x="25136" y="5894"/>
                  <a:pt x="25033" y="5978"/>
                  <a:pt x="25038" y="6012"/>
                </a:cubicBezTo>
                <a:cubicBezTo>
                  <a:pt x="25067" y="6263"/>
                  <a:pt x="25335" y="6557"/>
                  <a:pt x="25553" y="6559"/>
                </a:cubicBezTo>
                <a:cubicBezTo>
                  <a:pt x="25820" y="6566"/>
                  <a:pt x="26108" y="6604"/>
                  <a:pt x="26437" y="6299"/>
                </a:cubicBezTo>
                <a:close/>
                <a:moveTo>
                  <a:pt x="19435" y="24396"/>
                </a:moveTo>
                <a:cubicBezTo>
                  <a:pt x="19496" y="24431"/>
                  <a:pt x="19552" y="24480"/>
                  <a:pt x="19617" y="24496"/>
                </a:cubicBezTo>
                <a:cubicBezTo>
                  <a:pt x="19900" y="24570"/>
                  <a:pt x="20054" y="24488"/>
                  <a:pt x="20071" y="24249"/>
                </a:cubicBezTo>
                <a:cubicBezTo>
                  <a:pt x="20082" y="24115"/>
                  <a:pt x="20092" y="23975"/>
                  <a:pt x="20060" y="23850"/>
                </a:cubicBezTo>
                <a:cubicBezTo>
                  <a:pt x="20039" y="23765"/>
                  <a:pt x="19951" y="23659"/>
                  <a:pt x="19871" y="23639"/>
                </a:cubicBezTo>
                <a:cubicBezTo>
                  <a:pt x="19791" y="23619"/>
                  <a:pt x="19644" y="23668"/>
                  <a:pt x="19598" y="23732"/>
                </a:cubicBezTo>
                <a:cubicBezTo>
                  <a:pt x="19456" y="23928"/>
                  <a:pt x="19364" y="24148"/>
                  <a:pt x="19435" y="24396"/>
                </a:cubicBezTo>
                <a:close/>
                <a:moveTo>
                  <a:pt x="17866" y="26620"/>
                </a:moveTo>
                <a:cubicBezTo>
                  <a:pt x="17819" y="26640"/>
                  <a:pt x="17685" y="26680"/>
                  <a:pt x="17578" y="26757"/>
                </a:cubicBezTo>
                <a:cubicBezTo>
                  <a:pt x="17461" y="26840"/>
                  <a:pt x="17424" y="26973"/>
                  <a:pt x="17455" y="27114"/>
                </a:cubicBezTo>
                <a:cubicBezTo>
                  <a:pt x="17488" y="27273"/>
                  <a:pt x="17626" y="27318"/>
                  <a:pt x="17761" y="27349"/>
                </a:cubicBezTo>
                <a:cubicBezTo>
                  <a:pt x="18007" y="27405"/>
                  <a:pt x="18161" y="27300"/>
                  <a:pt x="18205" y="27057"/>
                </a:cubicBezTo>
                <a:cubicBezTo>
                  <a:pt x="18217" y="26991"/>
                  <a:pt x="18217" y="26924"/>
                  <a:pt x="18218" y="26860"/>
                </a:cubicBezTo>
                <a:cubicBezTo>
                  <a:pt x="18218" y="26710"/>
                  <a:pt x="18106" y="26609"/>
                  <a:pt x="17866" y="26620"/>
                </a:cubicBezTo>
                <a:close/>
                <a:moveTo>
                  <a:pt x="18819" y="23217"/>
                </a:moveTo>
                <a:cubicBezTo>
                  <a:pt x="19091" y="23216"/>
                  <a:pt x="19240" y="23093"/>
                  <a:pt x="19287" y="22864"/>
                </a:cubicBezTo>
                <a:cubicBezTo>
                  <a:pt x="19333" y="22644"/>
                  <a:pt x="19217" y="22483"/>
                  <a:pt x="18975" y="22433"/>
                </a:cubicBezTo>
                <a:cubicBezTo>
                  <a:pt x="18849" y="22408"/>
                  <a:pt x="18749" y="22481"/>
                  <a:pt x="18696" y="22665"/>
                </a:cubicBezTo>
                <a:cubicBezTo>
                  <a:pt x="18660" y="22789"/>
                  <a:pt x="18623" y="22924"/>
                  <a:pt x="18640" y="23048"/>
                </a:cubicBezTo>
                <a:cubicBezTo>
                  <a:pt x="18650" y="23118"/>
                  <a:pt x="18771" y="23174"/>
                  <a:pt x="18819" y="23217"/>
                </a:cubicBezTo>
                <a:close/>
                <a:moveTo>
                  <a:pt x="9631" y="29148"/>
                </a:moveTo>
                <a:cubicBezTo>
                  <a:pt x="9669" y="29352"/>
                  <a:pt x="9553" y="29569"/>
                  <a:pt x="9778" y="29717"/>
                </a:cubicBezTo>
                <a:cubicBezTo>
                  <a:pt x="9901" y="29798"/>
                  <a:pt x="10017" y="29615"/>
                  <a:pt x="10114" y="29174"/>
                </a:cubicBezTo>
                <a:cubicBezTo>
                  <a:pt x="10135" y="29078"/>
                  <a:pt x="10168" y="28963"/>
                  <a:pt x="10132" y="28880"/>
                </a:cubicBezTo>
                <a:cubicBezTo>
                  <a:pt x="10100" y="28806"/>
                  <a:pt x="9986" y="28721"/>
                  <a:pt x="9903" y="28719"/>
                </a:cubicBezTo>
                <a:cubicBezTo>
                  <a:pt x="9823" y="28716"/>
                  <a:pt x="9709" y="28795"/>
                  <a:pt x="9667" y="28867"/>
                </a:cubicBezTo>
                <a:cubicBezTo>
                  <a:pt x="9621" y="28949"/>
                  <a:pt x="9639" y="29064"/>
                  <a:pt x="9631" y="29148"/>
                </a:cubicBezTo>
                <a:close/>
                <a:moveTo>
                  <a:pt x="27209" y="10025"/>
                </a:moveTo>
                <a:cubicBezTo>
                  <a:pt x="27112" y="10072"/>
                  <a:pt x="27022" y="10086"/>
                  <a:pt x="26997" y="10130"/>
                </a:cubicBezTo>
                <a:cubicBezTo>
                  <a:pt x="26819" y="10479"/>
                  <a:pt x="26853" y="10633"/>
                  <a:pt x="27143" y="10928"/>
                </a:cubicBezTo>
                <a:cubicBezTo>
                  <a:pt x="27289" y="11075"/>
                  <a:pt x="27305" y="11076"/>
                  <a:pt x="27596" y="10941"/>
                </a:cubicBezTo>
                <a:cubicBezTo>
                  <a:pt x="27469" y="10639"/>
                  <a:pt x="27339" y="10334"/>
                  <a:pt x="27209" y="10025"/>
                </a:cubicBezTo>
                <a:close/>
                <a:moveTo>
                  <a:pt x="20394" y="17204"/>
                </a:moveTo>
                <a:cubicBezTo>
                  <a:pt x="20373" y="16905"/>
                  <a:pt x="20368" y="16711"/>
                  <a:pt x="20341" y="16519"/>
                </a:cubicBezTo>
                <a:cubicBezTo>
                  <a:pt x="20333" y="16467"/>
                  <a:pt x="20268" y="16400"/>
                  <a:pt x="20216" y="16385"/>
                </a:cubicBezTo>
                <a:cubicBezTo>
                  <a:pt x="20163" y="16368"/>
                  <a:pt x="20061" y="16388"/>
                  <a:pt x="20034" y="16427"/>
                </a:cubicBezTo>
                <a:cubicBezTo>
                  <a:pt x="19915" y="16589"/>
                  <a:pt x="19808" y="16759"/>
                  <a:pt x="19714" y="16937"/>
                </a:cubicBezTo>
                <a:cubicBezTo>
                  <a:pt x="19692" y="16978"/>
                  <a:pt x="19736" y="17050"/>
                  <a:pt x="19755" y="17130"/>
                </a:cubicBezTo>
                <a:cubicBezTo>
                  <a:pt x="19919" y="17150"/>
                  <a:pt x="20091" y="17169"/>
                  <a:pt x="20394" y="17204"/>
                </a:cubicBezTo>
                <a:close/>
                <a:moveTo>
                  <a:pt x="27457" y="15825"/>
                </a:moveTo>
                <a:cubicBezTo>
                  <a:pt x="27265" y="16186"/>
                  <a:pt x="27306" y="16509"/>
                  <a:pt x="27406" y="16824"/>
                </a:cubicBezTo>
                <a:cubicBezTo>
                  <a:pt x="27434" y="16916"/>
                  <a:pt x="27496" y="17003"/>
                  <a:pt x="27562" y="17075"/>
                </a:cubicBezTo>
                <a:cubicBezTo>
                  <a:pt x="27600" y="17118"/>
                  <a:pt x="27676" y="17137"/>
                  <a:pt x="27739" y="17148"/>
                </a:cubicBezTo>
                <a:cubicBezTo>
                  <a:pt x="27816" y="17160"/>
                  <a:pt x="27899" y="17016"/>
                  <a:pt x="27866" y="16926"/>
                </a:cubicBezTo>
                <a:cubicBezTo>
                  <a:pt x="27730" y="16559"/>
                  <a:pt x="27594" y="16192"/>
                  <a:pt x="27457" y="15825"/>
                </a:cubicBezTo>
                <a:close/>
                <a:moveTo>
                  <a:pt x="26661" y="33564"/>
                </a:moveTo>
                <a:cubicBezTo>
                  <a:pt x="26499" y="33581"/>
                  <a:pt x="26356" y="33578"/>
                  <a:pt x="26227" y="33614"/>
                </a:cubicBezTo>
                <a:cubicBezTo>
                  <a:pt x="25913" y="33703"/>
                  <a:pt x="25828" y="33931"/>
                  <a:pt x="25985" y="34252"/>
                </a:cubicBezTo>
                <a:cubicBezTo>
                  <a:pt x="26005" y="34290"/>
                  <a:pt x="26122" y="34328"/>
                  <a:pt x="26157" y="34308"/>
                </a:cubicBezTo>
                <a:cubicBezTo>
                  <a:pt x="26432" y="34150"/>
                  <a:pt x="26647" y="33947"/>
                  <a:pt x="26661" y="33564"/>
                </a:cubicBezTo>
                <a:close/>
                <a:moveTo>
                  <a:pt x="11928" y="20118"/>
                </a:moveTo>
                <a:cubicBezTo>
                  <a:pt x="12067" y="20222"/>
                  <a:pt x="12153" y="20325"/>
                  <a:pt x="12261" y="20359"/>
                </a:cubicBezTo>
                <a:cubicBezTo>
                  <a:pt x="12591" y="20460"/>
                  <a:pt x="12931" y="20540"/>
                  <a:pt x="13270" y="20616"/>
                </a:cubicBezTo>
                <a:cubicBezTo>
                  <a:pt x="13311" y="20625"/>
                  <a:pt x="13373" y="20558"/>
                  <a:pt x="13419" y="20520"/>
                </a:cubicBezTo>
                <a:cubicBezTo>
                  <a:pt x="13425" y="20515"/>
                  <a:pt x="13395" y="20457"/>
                  <a:pt x="13370" y="20436"/>
                </a:cubicBezTo>
                <a:cubicBezTo>
                  <a:pt x="12999" y="20142"/>
                  <a:pt x="12896" y="20119"/>
                  <a:pt x="11928" y="20118"/>
                </a:cubicBezTo>
                <a:close/>
                <a:moveTo>
                  <a:pt x="9965" y="26671"/>
                </a:moveTo>
                <a:cubicBezTo>
                  <a:pt x="9999" y="26667"/>
                  <a:pt x="10037" y="26670"/>
                  <a:pt x="10069" y="26660"/>
                </a:cubicBezTo>
                <a:cubicBezTo>
                  <a:pt x="10228" y="26605"/>
                  <a:pt x="10249" y="26477"/>
                  <a:pt x="10253" y="26342"/>
                </a:cubicBezTo>
                <a:cubicBezTo>
                  <a:pt x="10260" y="26093"/>
                  <a:pt x="10199" y="25988"/>
                  <a:pt x="10031" y="25950"/>
                </a:cubicBezTo>
                <a:cubicBezTo>
                  <a:pt x="9796" y="25895"/>
                  <a:pt x="9617" y="26031"/>
                  <a:pt x="9619" y="26263"/>
                </a:cubicBezTo>
                <a:cubicBezTo>
                  <a:pt x="9621" y="26521"/>
                  <a:pt x="9737" y="26659"/>
                  <a:pt x="9965" y="26671"/>
                </a:cubicBezTo>
                <a:close/>
                <a:moveTo>
                  <a:pt x="8318" y="27840"/>
                </a:moveTo>
                <a:cubicBezTo>
                  <a:pt x="8305" y="27787"/>
                  <a:pt x="8296" y="27684"/>
                  <a:pt x="8250" y="27598"/>
                </a:cubicBezTo>
                <a:cubicBezTo>
                  <a:pt x="8224" y="27547"/>
                  <a:pt x="8143" y="27499"/>
                  <a:pt x="8083" y="27496"/>
                </a:cubicBezTo>
                <a:cubicBezTo>
                  <a:pt x="8028" y="27494"/>
                  <a:pt x="7949" y="27541"/>
                  <a:pt x="7918" y="27587"/>
                </a:cubicBezTo>
                <a:cubicBezTo>
                  <a:pt x="7862" y="27671"/>
                  <a:pt x="7824" y="27769"/>
                  <a:pt x="7801" y="27865"/>
                </a:cubicBezTo>
                <a:cubicBezTo>
                  <a:pt x="7747" y="28108"/>
                  <a:pt x="7805" y="28232"/>
                  <a:pt x="7976" y="28276"/>
                </a:cubicBezTo>
                <a:cubicBezTo>
                  <a:pt x="8193" y="28330"/>
                  <a:pt x="8315" y="28191"/>
                  <a:pt x="8318" y="27840"/>
                </a:cubicBezTo>
                <a:close/>
                <a:moveTo>
                  <a:pt x="15495" y="27479"/>
                </a:moveTo>
                <a:cubicBezTo>
                  <a:pt x="15521" y="28285"/>
                  <a:pt x="15521" y="28285"/>
                  <a:pt x="15826" y="28894"/>
                </a:cubicBezTo>
                <a:cubicBezTo>
                  <a:pt x="15890" y="28424"/>
                  <a:pt x="15794" y="28012"/>
                  <a:pt x="15495" y="27479"/>
                </a:cubicBezTo>
                <a:close/>
                <a:moveTo>
                  <a:pt x="14697" y="27027"/>
                </a:moveTo>
                <a:cubicBezTo>
                  <a:pt x="14630" y="27074"/>
                  <a:pt x="14506" y="27114"/>
                  <a:pt x="14487" y="27180"/>
                </a:cubicBezTo>
                <a:cubicBezTo>
                  <a:pt x="14434" y="27383"/>
                  <a:pt x="14511" y="27561"/>
                  <a:pt x="14692" y="27690"/>
                </a:cubicBezTo>
                <a:cubicBezTo>
                  <a:pt x="14759" y="27738"/>
                  <a:pt x="14930" y="27686"/>
                  <a:pt x="14952" y="27612"/>
                </a:cubicBezTo>
                <a:cubicBezTo>
                  <a:pt x="14999" y="27448"/>
                  <a:pt x="15002" y="27288"/>
                  <a:pt x="14891" y="27146"/>
                </a:cubicBezTo>
                <a:cubicBezTo>
                  <a:pt x="14853" y="27099"/>
                  <a:pt x="14779" y="27077"/>
                  <a:pt x="14697" y="27027"/>
                </a:cubicBezTo>
                <a:close/>
                <a:moveTo>
                  <a:pt x="23330" y="18439"/>
                </a:moveTo>
                <a:cubicBezTo>
                  <a:pt x="23588" y="18238"/>
                  <a:pt x="23738" y="18003"/>
                  <a:pt x="23619" y="17679"/>
                </a:cubicBezTo>
                <a:cubicBezTo>
                  <a:pt x="23603" y="17637"/>
                  <a:pt x="23502" y="17586"/>
                  <a:pt x="23462" y="17598"/>
                </a:cubicBezTo>
                <a:cubicBezTo>
                  <a:pt x="23247" y="17668"/>
                  <a:pt x="23134" y="17840"/>
                  <a:pt x="23082" y="18035"/>
                </a:cubicBezTo>
                <a:cubicBezTo>
                  <a:pt x="23034" y="18215"/>
                  <a:pt x="23160" y="18338"/>
                  <a:pt x="23330" y="18439"/>
                </a:cubicBezTo>
                <a:close/>
                <a:moveTo>
                  <a:pt x="20158" y="22347"/>
                </a:moveTo>
                <a:cubicBezTo>
                  <a:pt x="19750" y="22575"/>
                  <a:pt x="19755" y="22837"/>
                  <a:pt x="19775" y="23095"/>
                </a:cubicBezTo>
                <a:cubicBezTo>
                  <a:pt x="19777" y="23138"/>
                  <a:pt x="19853" y="23205"/>
                  <a:pt x="19902" y="23210"/>
                </a:cubicBezTo>
                <a:cubicBezTo>
                  <a:pt x="19952" y="23216"/>
                  <a:pt x="20050" y="23165"/>
                  <a:pt x="20058" y="23128"/>
                </a:cubicBezTo>
                <a:cubicBezTo>
                  <a:pt x="20096" y="22912"/>
                  <a:pt x="20116" y="22692"/>
                  <a:pt x="20158" y="22347"/>
                </a:cubicBezTo>
                <a:close/>
                <a:moveTo>
                  <a:pt x="12911" y="25255"/>
                </a:moveTo>
                <a:cubicBezTo>
                  <a:pt x="12946" y="25302"/>
                  <a:pt x="12999" y="25398"/>
                  <a:pt x="13014" y="25391"/>
                </a:cubicBezTo>
                <a:cubicBezTo>
                  <a:pt x="13296" y="25295"/>
                  <a:pt x="13363" y="25569"/>
                  <a:pt x="13537" y="25653"/>
                </a:cubicBezTo>
                <a:cubicBezTo>
                  <a:pt x="13566" y="25669"/>
                  <a:pt x="13632" y="25679"/>
                  <a:pt x="13636" y="25672"/>
                </a:cubicBezTo>
                <a:cubicBezTo>
                  <a:pt x="13664" y="25614"/>
                  <a:pt x="13714" y="25538"/>
                  <a:pt x="13694" y="25493"/>
                </a:cubicBezTo>
                <a:cubicBezTo>
                  <a:pt x="13641" y="25372"/>
                  <a:pt x="13568" y="25255"/>
                  <a:pt x="13482" y="25151"/>
                </a:cubicBezTo>
                <a:cubicBezTo>
                  <a:pt x="13368" y="25010"/>
                  <a:pt x="13209" y="24993"/>
                  <a:pt x="13010" y="25097"/>
                </a:cubicBezTo>
                <a:cubicBezTo>
                  <a:pt x="12962" y="25123"/>
                  <a:pt x="12943" y="25200"/>
                  <a:pt x="12911" y="25255"/>
                </a:cubicBezTo>
                <a:close/>
                <a:moveTo>
                  <a:pt x="9820" y="20155"/>
                </a:moveTo>
                <a:cubicBezTo>
                  <a:pt x="10159" y="20195"/>
                  <a:pt x="10496" y="20239"/>
                  <a:pt x="10836" y="20269"/>
                </a:cubicBezTo>
                <a:cubicBezTo>
                  <a:pt x="10885" y="20273"/>
                  <a:pt x="10944" y="20213"/>
                  <a:pt x="10998" y="20182"/>
                </a:cubicBezTo>
                <a:cubicBezTo>
                  <a:pt x="10957" y="20135"/>
                  <a:pt x="10925" y="20057"/>
                  <a:pt x="10875" y="20044"/>
                </a:cubicBezTo>
                <a:cubicBezTo>
                  <a:pt x="10536" y="19968"/>
                  <a:pt x="10195" y="19987"/>
                  <a:pt x="9820" y="20155"/>
                </a:cubicBezTo>
                <a:close/>
                <a:moveTo>
                  <a:pt x="17724" y="20508"/>
                </a:moveTo>
                <a:cubicBezTo>
                  <a:pt x="17449" y="20403"/>
                  <a:pt x="17217" y="20366"/>
                  <a:pt x="16915" y="20524"/>
                </a:cubicBezTo>
                <a:cubicBezTo>
                  <a:pt x="17093" y="20666"/>
                  <a:pt x="17107" y="20902"/>
                  <a:pt x="17330" y="21013"/>
                </a:cubicBezTo>
                <a:cubicBezTo>
                  <a:pt x="17495" y="20895"/>
                  <a:pt x="17667" y="20783"/>
                  <a:pt x="17724" y="20508"/>
                </a:cubicBezTo>
                <a:close/>
                <a:moveTo>
                  <a:pt x="10864" y="19116"/>
                </a:moveTo>
                <a:cubicBezTo>
                  <a:pt x="10853" y="19008"/>
                  <a:pt x="10852" y="18941"/>
                  <a:pt x="10840" y="18877"/>
                </a:cubicBezTo>
                <a:cubicBezTo>
                  <a:pt x="10833" y="18847"/>
                  <a:pt x="10797" y="18796"/>
                  <a:pt x="10786" y="18798"/>
                </a:cubicBezTo>
                <a:cubicBezTo>
                  <a:pt x="10726" y="18811"/>
                  <a:pt x="10666" y="18833"/>
                  <a:pt x="10617" y="18863"/>
                </a:cubicBezTo>
                <a:cubicBezTo>
                  <a:pt x="10595" y="18878"/>
                  <a:pt x="10594" y="18924"/>
                  <a:pt x="10586" y="18956"/>
                </a:cubicBezTo>
                <a:cubicBezTo>
                  <a:pt x="10580" y="18988"/>
                  <a:pt x="10569" y="19022"/>
                  <a:pt x="10570" y="19054"/>
                </a:cubicBezTo>
                <a:cubicBezTo>
                  <a:pt x="10575" y="19148"/>
                  <a:pt x="10573" y="19273"/>
                  <a:pt x="10695" y="19271"/>
                </a:cubicBezTo>
                <a:cubicBezTo>
                  <a:pt x="10759" y="19270"/>
                  <a:pt x="10821" y="19157"/>
                  <a:pt x="10864" y="19116"/>
                </a:cubicBezTo>
                <a:close/>
                <a:moveTo>
                  <a:pt x="22010" y="21392"/>
                </a:moveTo>
                <a:cubicBezTo>
                  <a:pt x="22117" y="21025"/>
                  <a:pt x="22124" y="21024"/>
                  <a:pt x="22051" y="20830"/>
                </a:cubicBezTo>
                <a:cubicBezTo>
                  <a:pt x="22035" y="20787"/>
                  <a:pt x="21949" y="20763"/>
                  <a:pt x="21891" y="20742"/>
                </a:cubicBezTo>
                <a:cubicBezTo>
                  <a:pt x="21868" y="20734"/>
                  <a:pt x="21811" y="20756"/>
                  <a:pt x="21808" y="20773"/>
                </a:cubicBezTo>
                <a:cubicBezTo>
                  <a:pt x="21775" y="20896"/>
                  <a:pt x="21729" y="21024"/>
                  <a:pt x="21733" y="21149"/>
                </a:cubicBezTo>
                <a:cubicBezTo>
                  <a:pt x="21738" y="21297"/>
                  <a:pt x="21849" y="21381"/>
                  <a:pt x="22010" y="21392"/>
                </a:cubicBezTo>
                <a:close/>
                <a:moveTo>
                  <a:pt x="20996" y="27888"/>
                </a:moveTo>
                <a:cubicBezTo>
                  <a:pt x="21001" y="27579"/>
                  <a:pt x="21010" y="27313"/>
                  <a:pt x="21006" y="27043"/>
                </a:cubicBezTo>
                <a:cubicBezTo>
                  <a:pt x="21004" y="26987"/>
                  <a:pt x="20961" y="26935"/>
                  <a:pt x="20886" y="26768"/>
                </a:cubicBezTo>
                <a:cubicBezTo>
                  <a:pt x="20883" y="27079"/>
                  <a:pt x="20872" y="27280"/>
                  <a:pt x="20883" y="27479"/>
                </a:cubicBezTo>
                <a:cubicBezTo>
                  <a:pt x="20888" y="27604"/>
                  <a:pt x="20841" y="27742"/>
                  <a:pt x="20996" y="27888"/>
                </a:cubicBezTo>
                <a:close/>
                <a:moveTo>
                  <a:pt x="14178" y="27431"/>
                </a:moveTo>
                <a:cubicBezTo>
                  <a:pt x="14142" y="27345"/>
                  <a:pt x="14104" y="27225"/>
                  <a:pt x="14038" y="27119"/>
                </a:cubicBezTo>
                <a:cubicBezTo>
                  <a:pt x="14017" y="27084"/>
                  <a:pt x="13926" y="27081"/>
                  <a:pt x="13867" y="27077"/>
                </a:cubicBezTo>
                <a:cubicBezTo>
                  <a:pt x="13848" y="27076"/>
                  <a:pt x="13812" y="27120"/>
                  <a:pt x="13806" y="27148"/>
                </a:cubicBezTo>
                <a:cubicBezTo>
                  <a:pt x="13765" y="27339"/>
                  <a:pt x="13763" y="27530"/>
                  <a:pt x="13940" y="27668"/>
                </a:cubicBezTo>
                <a:cubicBezTo>
                  <a:pt x="13969" y="27690"/>
                  <a:pt x="14070" y="27674"/>
                  <a:pt x="14103" y="27643"/>
                </a:cubicBezTo>
                <a:cubicBezTo>
                  <a:pt x="14142" y="27603"/>
                  <a:pt x="14146" y="27530"/>
                  <a:pt x="14178" y="27431"/>
                </a:cubicBezTo>
                <a:close/>
                <a:moveTo>
                  <a:pt x="8900" y="27626"/>
                </a:moveTo>
                <a:cubicBezTo>
                  <a:pt x="8874" y="27643"/>
                  <a:pt x="8838" y="27653"/>
                  <a:pt x="8824" y="27676"/>
                </a:cubicBezTo>
                <a:cubicBezTo>
                  <a:pt x="8705" y="27859"/>
                  <a:pt x="8707" y="28066"/>
                  <a:pt x="8844" y="28201"/>
                </a:cubicBezTo>
                <a:cubicBezTo>
                  <a:pt x="8875" y="28232"/>
                  <a:pt x="8983" y="28237"/>
                  <a:pt x="9019" y="28210"/>
                </a:cubicBezTo>
                <a:cubicBezTo>
                  <a:pt x="9204" y="28072"/>
                  <a:pt x="9189" y="27756"/>
                  <a:pt x="8999" y="27638"/>
                </a:cubicBezTo>
                <a:cubicBezTo>
                  <a:pt x="8973" y="27622"/>
                  <a:pt x="8933" y="27630"/>
                  <a:pt x="8900" y="27626"/>
                </a:cubicBezTo>
                <a:close/>
                <a:moveTo>
                  <a:pt x="14768" y="20616"/>
                </a:moveTo>
                <a:cubicBezTo>
                  <a:pt x="14770" y="20470"/>
                  <a:pt x="14650" y="20521"/>
                  <a:pt x="14579" y="20499"/>
                </a:cubicBezTo>
                <a:cubicBezTo>
                  <a:pt x="14480" y="20469"/>
                  <a:pt x="14379" y="20444"/>
                  <a:pt x="14280" y="20411"/>
                </a:cubicBezTo>
                <a:cubicBezTo>
                  <a:pt x="14187" y="20380"/>
                  <a:pt x="14097" y="20339"/>
                  <a:pt x="14002" y="20310"/>
                </a:cubicBezTo>
                <a:cubicBezTo>
                  <a:pt x="13991" y="20306"/>
                  <a:pt x="13947" y="20356"/>
                  <a:pt x="13942" y="20385"/>
                </a:cubicBezTo>
                <a:cubicBezTo>
                  <a:pt x="13937" y="20414"/>
                  <a:pt x="13955" y="20455"/>
                  <a:pt x="13978" y="20475"/>
                </a:cubicBezTo>
                <a:cubicBezTo>
                  <a:pt x="14208" y="20686"/>
                  <a:pt x="14491" y="20619"/>
                  <a:pt x="14768" y="20616"/>
                </a:cubicBezTo>
                <a:close/>
                <a:moveTo>
                  <a:pt x="23586" y="23928"/>
                </a:moveTo>
                <a:cubicBezTo>
                  <a:pt x="23586" y="23885"/>
                  <a:pt x="23590" y="23850"/>
                  <a:pt x="23586" y="23816"/>
                </a:cubicBezTo>
                <a:cubicBezTo>
                  <a:pt x="23570" y="23663"/>
                  <a:pt x="23405" y="23521"/>
                  <a:pt x="23317" y="23592"/>
                </a:cubicBezTo>
                <a:cubicBezTo>
                  <a:pt x="23245" y="23650"/>
                  <a:pt x="23178" y="23748"/>
                  <a:pt x="23169" y="23833"/>
                </a:cubicBezTo>
                <a:cubicBezTo>
                  <a:pt x="23160" y="23923"/>
                  <a:pt x="23211" y="24025"/>
                  <a:pt x="23254" y="24113"/>
                </a:cubicBezTo>
                <a:cubicBezTo>
                  <a:pt x="23295" y="24200"/>
                  <a:pt x="23478" y="24189"/>
                  <a:pt x="23523" y="24101"/>
                </a:cubicBezTo>
                <a:cubicBezTo>
                  <a:pt x="23551" y="24044"/>
                  <a:pt x="23566" y="23979"/>
                  <a:pt x="23586" y="23928"/>
                </a:cubicBezTo>
                <a:close/>
                <a:moveTo>
                  <a:pt x="15139" y="28415"/>
                </a:moveTo>
                <a:cubicBezTo>
                  <a:pt x="15164" y="28225"/>
                  <a:pt x="15094" y="28110"/>
                  <a:pt x="14952" y="28077"/>
                </a:cubicBezTo>
                <a:cubicBezTo>
                  <a:pt x="14875" y="28061"/>
                  <a:pt x="14767" y="28112"/>
                  <a:pt x="14696" y="28162"/>
                </a:cubicBezTo>
                <a:cubicBezTo>
                  <a:pt x="14666" y="28182"/>
                  <a:pt x="14670" y="28297"/>
                  <a:pt x="14702" y="28337"/>
                </a:cubicBezTo>
                <a:cubicBezTo>
                  <a:pt x="14759" y="28409"/>
                  <a:pt x="14842" y="28487"/>
                  <a:pt x="14928" y="28502"/>
                </a:cubicBezTo>
                <a:cubicBezTo>
                  <a:pt x="14996" y="28515"/>
                  <a:pt x="15083" y="28441"/>
                  <a:pt x="15139" y="28415"/>
                </a:cubicBezTo>
                <a:close/>
                <a:moveTo>
                  <a:pt x="15355" y="29175"/>
                </a:moveTo>
                <a:cubicBezTo>
                  <a:pt x="15350" y="29023"/>
                  <a:pt x="15261" y="28911"/>
                  <a:pt x="15130" y="28891"/>
                </a:cubicBezTo>
                <a:cubicBezTo>
                  <a:pt x="14964" y="28865"/>
                  <a:pt x="14810" y="29024"/>
                  <a:pt x="14846" y="29197"/>
                </a:cubicBezTo>
                <a:cubicBezTo>
                  <a:pt x="14868" y="29300"/>
                  <a:pt x="14937" y="29363"/>
                  <a:pt x="15057" y="29363"/>
                </a:cubicBezTo>
                <a:cubicBezTo>
                  <a:pt x="15242" y="29364"/>
                  <a:pt x="15359" y="29292"/>
                  <a:pt x="15355" y="29175"/>
                </a:cubicBezTo>
                <a:close/>
                <a:moveTo>
                  <a:pt x="26736" y="14409"/>
                </a:moveTo>
                <a:cubicBezTo>
                  <a:pt x="26749" y="14407"/>
                  <a:pt x="26762" y="14405"/>
                  <a:pt x="26776" y="14404"/>
                </a:cubicBezTo>
                <a:cubicBezTo>
                  <a:pt x="26776" y="14241"/>
                  <a:pt x="26777" y="14076"/>
                  <a:pt x="26777" y="13912"/>
                </a:cubicBezTo>
                <a:lnTo>
                  <a:pt x="26739" y="13912"/>
                </a:lnTo>
                <a:cubicBezTo>
                  <a:pt x="26737" y="14078"/>
                  <a:pt x="26736" y="14243"/>
                  <a:pt x="26736" y="14409"/>
                </a:cubicBezTo>
                <a:close/>
                <a:moveTo>
                  <a:pt x="29304" y="20829"/>
                </a:moveTo>
                <a:cubicBezTo>
                  <a:pt x="29467" y="20629"/>
                  <a:pt x="29407" y="20475"/>
                  <a:pt x="29256" y="20373"/>
                </a:cubicBezTo>
                <a:cubicBezTo>
                  <a:pt x="29192" y="20329"/>
                  <a:pt x="29062" y="20373"/>
                  <a:pt x="28962" y="20376"/>
                </a:cubicBezTo>
                <a:cubicBezTo>
                  <a:pt x="28974" y="20434"/>
                  <a:pt x="28968" y="20509"/>
                  <a:pt x="29004" y="20550"/>
                </a:cubicBezTo>
                <a:cubicBezTo>
                  <a:pt x="29091" y="20649"/>
                  <a:pt x="29199" y="20733"/>
                  <a:pt x="29304" y="20829"/>
                </a:cubicBezTo>
                <a:close/>
                <a:moveTo>
                  <a:pt x="9194" y="26217"/>
                </a:moveTo>
                <a:cubicBezTo>
                  <a:pt x="9116" y="26146"/>
                  <a:pt x="9060" y="26054"/>
                  <a:pt x="8987" y="26040"/>
                </a:cubicBezTo>
                <a:cubicBezTo>
                  <a:pt x="8876" y="26020"/>
                  <a:pt x="8818" y="26115"/>
                  <a:pt x="8808" y="26217"/>
                </a:cubicBezTo>
                <a:cubicBezTo>
                  <a:pt x="8792" y="26374"/>
                  <a:pt x="8925" y="26516"/>
                  <a:pt x="9023" y="26447"/>
                </a:cubicBezTo>
                <a:cubicBezTo>
                  <a:pt x="9092" y="26399"/>
                  <a:pt x="9128" y="26311"/>
                  <a:pt x="9194" y="26217"/>
                </a:cubicBezTo>
                <a:close/>
                <a:moveTo>
                  <a:pt x="24476" y="20848"/>
                </a:moveTo>
                <a:cubicBezTo>
                  <a:pt x="24447" y="20851"/>
                  <a:pt x="24407" y="20845"/>
                  <a:pt x="24394" y="20860"/>
                </a:cubicBezTo>
                <a:cubicBezTo>
                  <a:pt x="24273" y="21002"/>
                  <a:pt x="24345" y="21273"/>
                  <a:pt x="24528" y="21359"/>
                </a:cubicBezTo>
                <a:cubicBezTo>
                  <a:pt x="24547" y="21368"/>
                  <a:pt x="24589" y="21364"/>
                  <a:pt x="24602" y="21349"/>
                </a:cubicBezTo>
                <a:cubicBezTo>
                  <a:pt x="24718" y="21227"/>
                  <a:pt x="24642" y="20931"/>
                  <a:pt x="24476" y="20848"/>
                </a:cubicBezTo>
                <a:close/>
                <a:moveTo>
                  <a:pt x="20540" y="27412"/>
                </a:moveTo>
                <a:cubicBezTo>
                  <a:pt x="20542" y="27191"/>
                  <a:pt x="20542" y="27009"/>
                  <a:pt x="20543" y="26825"/>
                </a:cubicBezTo>
                <a:cubicBezTo>
                  <a:pt x="20430" y="27007"/>
                  <a:pt x="20344" y="27190"/>
                  <a:pt x="20540" y="27412"/>
                </a:cubicBezTo>
                <a:close/>
                <a:moveTo>
                  <a:pt x="21506" y="17700"/>
                </a:moveTo>
                <a:cubicBezTo>
                  <a:pt x="21537" y="17645"/>
                  <a:pt x="21595" y="17590"/>
                  <a:pt x="21589" y="17539"/>
                </a:cubicBezTo>
                <a:cubicBezTo>
                  <a:pt x="21584" y="17485"/>
                  <a:pt x="21526" y="17419"/>
                  <a:pt x="21473" y="17394"/>
                </a:cubicBezTo>
                <a:cubicBezTo>
                  <a:pt x="21389" y="17354"/>
                  <a:pt x="21302" y="17487"/>
                  <a:pt x="21353" y="17598"/>
                </a:cubicBezTo>
                <a:cubicBezTo>
                  <a:pt x="21374" y="17645"/>
                  <a:pt x="21454" y="17667"/>
                  <a:pt x="21506" y="17700"/>
                </a:cubicBezTo>
                <a:close/>
                <a:moveTo>
                  <a:pt x="22613" y="19752"/>
                </a:moveTo>
                <a:cubicBezTo>
                  <a:pt x="22416" y="19640"/>
                  <a:pt x="22224" y="19653"/>
                  <a:pt x="22031" y="19678"/>
                </a:cubicBezTo>
                <a:cubicBezTo>
                  <a:pt x="22002" y="19682"/>
                  <a:pt x="21974" y="19710"/>
                  <a:pt x="21945" y="19726"/>
                </a:cubicBezTo>
                <a:cubicBezTo>
                  <a:pt x="21963" y="19747"/>
                  <a:pt x="21979" y="19782"/>
                  <a:pt x="22002" y="19787"/>
                </a:cubicBezTo>
                <a:cubicBezTo>
                  <a:pt x="22195" y="19833"/>
                  <a:pt x="22391" y="19883"/>
                  <a:pt x="22613" y="19752"/>
                </a:cubicBezTo>
                <a:close/>
                <a:moveTo>
                  <a:pt x="26366" y="19742"/>
                </a:moveTo>
                <a:cubicBezTo>
                  <a:pt x="26289" y="19750"/>
                  <a:pt x="26250" y="19745"/>
                  <a:pt x="26225" y="19760"/>
                </a:cubicBezTo>
                <a:cubicBezTo>
                  <a:pt x="26199" y="19778"/>
                  <a:pt x="26168" y="19816"/>
                  <a:pt x="26172" y="19840"/>
                </a:cubicBezTo>
                <a:cubicBezTo>
                  <a:pt x="26186" y="19937"/>
                  <a:pt x="26199" y="20038"/>
                  <a:pt x="26241" y="20124"/>
                </a:cubicBezTo>
                <a:cubicBezTo>
                  <a:pt x="26262" y="20166"/>
                  <a:pt x="26354" y="20203"/>
                  <a:pt x="26406" y="20197"/>
                </a:cubicBezTo>
                <a:cubicBezTo>
                  <a:pt x="26448" y="20191"/>
                  <a:pt x="26520" y="20105"/>
                  <a:pt x="26512" y="20074"/>
                </a:cubicBezTo>
                <a:cubicBezTo>
                  <a:pt x="26477" y="19956"/>
                  <a:pt x="26414" y="19844"/>
                  <a:pt x="26366" y="19742"/>
                </a:cubicBezTo>
                <a:close/>
                <a:moveTo>
                  <a:pt x="15350" y="26435"/>
                </a:moveTo>
                <a:cubicBezTo>
                  <a:pt x="15401" y="26351"/>
                  <a:pt x="15444" y="26265"/>
                  <a:pt x="15501" y="26187"/>
                </a:cubicBezTo>
                <a:cubicBezTo>
                  <a:pt x="15555" y="26114"/>
                  <a:pt x="15552" y="26062"/>
                  <a:pt x="15469" y="26031"/>
                </a:cubicBezTo>
                <a:cubicBezTo>
                  <a:pt x="15440" y="26021"/>
                  <a:pt x="15398" y="26029"/>
                  <a:pt x="15369" y="26042"/>
                </a:cubicBezTo>
                <a:cubicBezTo>
                  <a:pt x="15077" y="26163"/>
                  <a:pt x="15070" y="26211"/>
                  <a:pt x="15350" y="26435"/>
                </a:cubicBezTo>
                <a:close/>
                <a:moveTo>
                  <a:pt x="8210" y="26818"/>
                </a:moveTo>
                <a:cubicBezTo>
                  <a:pt x="8150" y="26842"/>
                  <a:pt x="8063" y="26852"/>
                  <a:pt x="8040" y="26896"/>
                </a:cubicBezTo>
                <a:cubicBezTo>
                  <a:pt x="8021" y="26930"/>
                  <a:pt x="8075" y="27002"/>
                  <a:pt x="8098" y="27058"/>
                </a:cubicBezTo>
                <a:cubicBezTo>
                  <a:pt x="8157" y="27037"/>
                  <a:pt x="8249" y="27026"/>
                  <a:pt x="8267" y="26988"/>
                </a:cubicBezTo>
                <a:cubicBezTo>
                  <a:pt x="8284" y="26945"/>
                  <a:pt x="8232" y="26876"/>
                  <a:pt x="8210" y="26818"/>
                </a:cubicBezTo>
                <a:close/>
                <a:moveTo>
                  <a:pt x="26957" y="12907"/>
                </a:moveTo>
                <a:cubicBezTo>
                  <a:pt x="26975" y="12899"/>
                  <a:pt x="27004" y="12896"/>
                  <a:pt x="27007" y="12885"/>
                </a:cubicBezTo>
                <a:cubicBezTo>
                  <a:pt x="27013" y="12857"/>
                  <a:pt x="27017" y="12825"/>
                  <a:pt x="27009" y="12796"/>
                </a:cubicBezTo>
                <a:cubicBezTo>
                  <a:pt x="27004" y="12775"/>
                  <a:pt x="26982" y="12758"/>
                  <a:pt x="26966" y="12739"/>
                </a:cubicBezTo>
                <a:cubicBezTo>
                  <a:pt x="26962" y="12794"/>
                  <a:pt x="26960" y="12851"/>
                  <a:pt x="26957" y="12907"/>
                </a:cubicBezTo>
                <a:close/>
                <a:moveTo>
                  <a:pt x="25680" y="21652"/>
                </a:moveTo>
                <a:cubicBezTo>
                  <a:pt x="25659" y="21674"/>
                  <a:pt x="25619" y="21695"/>
                  <a:pt x="25620" y="21716"/>
                </a:cubicBezTo>
                <a:cubicBezTo>
                  <a:pt x="25623" y="21775"/>
                  <a:pt x="25642" y="21831"/>
                  <a:pt x="25655" y="21889"/>
                </a:cubicBezTo>
                <a:cubicBezTo>
                  <a:pt x="25676" y="21866"/>
                  <a:pt x="25716" y="21845"/>
                  <a:pt x="25715" y="21823"/>
                </a:cubicBezTo>
                <a:cubicBezTo>
                  <a:pt x="25712" y="21766"/>
                  <a:pt x="25692" y="21710"/>
                  <a:pt x="25680" y="21652"/>
                </a:cubicBezTo>
                <a:close/>
                <a:moveTo>
                  <a:pt x="28588" y="33667"/>
                </a:moveTo>
                <a:cubicBezTo>
                  <a:pt x="28583" y="33644"/>
                  <a:pt x="28577" y="33619"/>
                  <a:pt x="28573" y="33597"/>
                </a:cubicBezTo>
                <a:cubicBezTo>
                  <a:pt x="28517" y="33620"/>
                  <a:pt x="28461" y="33640"/>
                  <a:pt x="28410" y="33671"/>
                </a:cubicBezTo>
                <a:cubicBezTo>
                  <a:pt x="28402" y="33676"/>
                  <a:pt x="28423" y="33725"/>
                  <a:pt x="28429" y="33754"/>
                </a:cubicBezTo>
                <a:cubicBezTo>
                  <a:pt x="28483" y="33726"/>
                  <a:pt x="28536" y="33697"/>
                  <a:pt x="28588" y="33667"/>
                </a:cubicBezTo>
                <a:close/>
                <a:moveTo>
                  <a:pt x="8934" y="34300"/>
                </a:moveTo>
                <a:cubicBezTo>
                  <a:pt x="8864" y="34248"/>
                  <a:pt x="8798" y="34196"/>
                  <a:pt x="8727" y="34153"/>
                </a:cubicBezTo>
                <a:cubicBezTo>
                  <a:pt x="8722" y="34149"/>
                  <a:pt x="8684" y="34187"/>
                  <a:pt x="8660" y="34206"/>
                </a:cubicBezTo>
                <a:cubicBezTo>
                  <a:pt x="8723" y="34267"/>
                  <a:pt x="8785" y="34329"/>
                  <a:pt x="8847" y="34389"/>
                </a:cubicBezTo>
                <a:cubicBezTo>
                  <a:pt x="8868" y="34367"/>
                  <a:pt x="8890" y="34345"/>
                  <a:pt x="8934" y="34300"/>
                </a:cubicBezTo>
                <a:close/>
                <a:moveTo>
                  <a:pt x="25583" y="27308"/>
                </a:moveTo>
                <a:cubicBezTo>
                  <a:pt x="25579" y="27287"/>
                  <a:pt x="25579" y="27249"/>
                  <a:pt x="25571" y="27248"/>
                </a:cubicBezTo>
                <a:cubicBezTo>
                  <a:pt x="25512" y="27238"/>
                  <a:pt x="25453" y="27231"/>
                  <a:pt x="25393" y="27233"/>
                </a:cubicBezTo>
                <a:cubicBezTo>
                  <a:pt x="25373" y="27235"/>
                  <a:pt x="25355" y="27268"/>
                  <a:pt x="25337" y="27287"/>
                </a:cubicBezTo>
                <a:cubicBezTo>
                  <a:pt x="25359" y="27304"/>
                  <a:pt x="25383" y="27339"/>
                  <a:pt x="25406" y="27338"/>
                </a:cubicBezTo>
                <a:cubicBezTo>
                  <a:pt x="25465" y="27336"/>
                  <a:pt x="25525" y="27320"/>
                  <a:pt x="25583" y="27308"/>
                </a:cubicBezTo>
                <a:close/>
                <a:moveTo>
                  <a:pt x="12191" y="25159"/>
                </a:moveTo>
                <a:cubicBezTo>
                  <a:pt x="12134" y="25178"/>
                  <a:pt x="12076" y="25195"/>
                  <a:pt x="12020" y="25214"/>
                </a:cubicBezTo>
                <a:cubicBezTo>
                  <a:pt x="12070" y="25236"/>
                  <a:pt x="12120" y="25276"/>
                  <a:pt x="12171" y="25277"/>
                </a:cubicBezTo>
                <a:cubicBezTo>
                  <a:pt x="12206" y="25280"/>
                  <a:pt x="12242" y="25225"/>
                  <a:pt x="12277" y="25195"/>
                </a:cubicBezTo>
                <a:cubicBezTo>
                  <a:pt x="12247" y="25184"/>
                  <a:pt x="12219" y="25172"/>
                  <a:pt x="12191" y="25159"/>
                </a:cubicBezTo>
                <a:close/>
                <a:moveTo>
                  <a:pt x="10673" y="29134"/>
                </a:moveTo>
                <a:cubicBezTo>
                  <a:pt x="10672" y="29105"/>
                  <a:pt x="10683" y="29062"/>
                  <a:pt x="10666" y="29047"/>
                </a:cubicBezTo>
                <a:cubicBezTo>
                  <a:pt x="10608" y="28991"/>
                  <a:pt x="10565" y="29013"/>
                  <a:pt x="10564" y="29101"/>
                </a:cubicBezTo>
                <a:cubicBezTo>
                  <a:pt x="10564" y="29126"/>
                  <a:pt x="10591" y="29152"/>
                  <a:pt x="10605" y="29179"/>
                </a:cubicBezTo>
                <a:cubicBezTo>
                  <a:pt x="10630" y="29163"/>
                  <a:pt x="10652" y="29149"/>
                  <a:pt x="10673" y="29134"/>
                </a:cubicBezTo>
                <a:close/>
                <a:moveTo>
                  <a:pt x="16206" y="28171"/>
                </a:moveTo>
                <a:cubicBezTo>
                  <a:pt x="16215" y="28142"/>
                  <a:pt x="16235" y="28111"/>
                  <a:pt x="16232" y="28081"/>
                </a:cubicBezTo>
                <a:cubicBezTo>
                  <a:pt x="16226" y="27977"/>
                  <a:pt x="16194" y="27959"/>
                  <a:pt x="16158" y="28034"/>
                </a:cubicBezTo>
                <a:cubicBezTo>
                  <a:pt x="16146" y="28061"/>
                  <a:pt x="16152" y="28098"/>
                  <a:pt x="16159" y="28128"/>
                </a:cubicBezTo>
                <a:cubicBezTo>
                  <a:pt x="16164" y="28144"/>
                  <a:pt x="16190" y="28158"/>
                  <a:pt x="16206" y="28171"/>
                </a:cubicBezTo>
                <a:close/>
                <a:moveTo>
                  <a:pt x="27264" y="11852"/>
                </a:moveTo>
                <a:lnTo>
                  <a:pt x="27190" y="11791"/>
                </a:lnTo>
                <a:cubicBezTo>
                  <a:pt x="27164" y="11839"/>
                  <a:pt x="27133" y="11885"/>
                  <a:pt x="27116" y="11937"/>
                </a:cubicBezTo>
                <a:cubicBezTo>
                  <a:pt x="27112" y="11951"/>
                  <a:pt x="27160" y="11978"/>
                  <a:pt x="27183" y="11999"/>
                </a:cubicBezTo>
                <a:cubicBezTo>
                  <a:pt x="27210" y="11951"/>
                  <a:pt x="27236" y="11903"/>
                  <a:pt x="27264" y="11852"/>
                </a:cubicBezTo>
                <a:close/>
                <a:moveTo>
                  <a:pt x="22814" y="20833"/>
                </a:moveTo>
                <a:cubicBezTo>
                  <a:pt x="22838" y="20814"/>
                  <a:pt x="22861" y="20797"/>
                  <a:pt x="22885" y="20778"/>
                </a:cubicBezTo>
                <a:cubicBezTo>
                  <a:pt x="22834" y="20756"/>
                  <a:pt x="22786" y="20728"/>
                  <a:pt x="22732" y="20716"/>
                </a:cubicBezTo>
                <a:cubicBezTo>
                  <a:pt x="22715" y="20712"/>
                  <a:pt x="22686" y="20748"/>
                  <a:pt x="22662" y="20765"/>
                </a:cubicBezTo>
                <a:cubicBezTo>
                  <a:pt x="22712" y="20788"/>
                  <a:pt x="22762" y="20810"/>
                  <a:pt x="22814" y="20833"/>
                </a:cubicBezTo>
                <a:close/>
                <a:moveTo>
                  <a:pt x="25418" y="20886"/>
                </a:moveTo>
                <a:cubicBezTo>
                  <a:pt x="25443" y="20879"/>
                  <a:pt x="25484" y="20874"/>
                  <a:pt x="25486" y="20864"/>
                </a:cubicBezTo>
                <a:cubicBezTo>
                  <a:pt x="25490" y="20838"/>
                  <a:pt x="25475" y="20809"/>
                  <a:pt x="25468" y="20782"/>
                </a:cubicBezTo>
                <a:cubicBezTo>
                  <a:pt x="25444" y="20789"/>
                  <a:pt x="25398" y="20795"/>
                  <a:pt x="25397" y="20803"/>
                </a:cubicBezTo>
                <a:cubicBezTo>
                  <a:pt x="25395" y="20831"/>
                  <a:pt x="25411" y="20859"/>
                  <a:pt x="25418" y="20886"/>
                </a:cubicBezTo>
                <a:close/>
                <a:moveTo>
                  <a:pt x="23772" y="21884"/>
                </a:moveTo>
                <a:lnTo>
                  <a:pt x="23707" y="21875"/>
                </a:lnTo>
                <a:lnTo>
                  <a:pt x="23730" y="21966"/>
                </a:lnTo>
                <a:close/>
                <a:moveTo>
                  <a:pt x="26934" y="24030"/>
                </a:moveTo>
                <a:cubicBezTo>
                  <a:pt x="26939" y="24056"/>
                  <a:pt x="26935" y="24094"/>
                  <a:pt x="26952" y="24105"/>
                </a:cubicBezTo>
                <a:cubicBezTo>
                  <a:pt x="26976" y="24123"/>
                  <a:pt x="27024" y="24134"/>
                  <a:pt x="27046" y="24121"/>
                </a:cubicBezTo>
                <a:cubicBezTo>
                  <a:pt x="27131" y="24076"/>
                  <a:pt x="27122" y="24027"/>
                  <a:pt x="27025" y="24001"/>
                </a:cubicBezTo>
                <a:cubicBezTo>
                  <a:pt x="26998" y="23994"/>
                  <a:pt x="26963" y="24020"/>
                  <a:pt x="26934" y="24030"/>
                </a:cubicBezTo>
                <a:close/>
                <a:moveTo>
                  <a:pt x="8434" y="24365"/>
                </a:moveTo>
                <a:cubicBezTo>
                  <a:pt x="8454" y="24360"/>
                  <a:pt x="8490" y="24355"/>
                  <a:pt x="8490" y="24349"/>
                </a:cubicBezTo>
                <a:cubicBezTo>
                  <a:pt x="8491" y="24325"/>
                  <a:pt x="8481" y="24303"/>
                  <a:pt x="8475" y="24279"/>
                </a:cubicBezTo>
                <a:cubicBezTo>
                  <a:pt x="8455" y="24284"/>
                  <a:pt x="8422" y="24289"/>
                  <a:pt x="8420" y="24297"/>
                </a:cubicBezTo>
                <a:cubicBezTo>
                  <a:pt x="8419" y="24318"/>
                  <a:pt x="8429" y="24343"/>
                  <a:pt x="8434" y="24365"/>
                </a:cubicBezTo>
                <a:close/>
                <a:moveTo>
                  <a:pt x="15135" y="24417"/>
                </a:moveTo>
                <a:cubicBezTo>
                  <a:pt x="15126" y="24459"/>
                  <a:pt x="15118" y="24502"/>
                  <a:pt x="15112" y="24546"/>
                </a:cubicBezTo>
                <a:cubicBezTo>
                  <a:pt x="15128" y="24526"/>
                  <a:pt x="15154" y="24510"/>
                  <a:pt x="15158" y="24489"/>
                </a:cubicBezTo>
                <a:cubicBezTo>
                  <a:pt x="15161" y="24465"/>
                  <a:pt x="15144" y="24442"/>
                  <a:pt x="15135" y="24417"/>
                </a:cubicBezTo>
                <a:close/>
                <a:moveTo>
                  <a:pt x="11232" y="26084"/>
                </a:moveTo>
                <a:lnTo>
                  <a:pt x="11258" y="26156"/>
                </a:lnTo>
                <a:lnTo>
                  <a:pt x="11287" y="26084"/>
                </a:lnTo>
                <a:close/>
                <a:moveTo>
                  <a:pt x="16875" y="26573"/>
                </a:moveTo>
                <a:lnTo>
                  <a:pt x="16853" y="26500"/>
                </a:lnTo>
                <a:cubicBezTo>
                  <a:pt x="16837" y="26520"/>
                  <a:pt x="16812" y="26538"/>
                  <a:pt x="16810" y="26561"/>
                </a:cubicBezTo>
                <a:cubicBezTo>
                  <a:pt x="16806" y="26584"/>
                  <a:pt x="16823" y="26608"/>
                  <a:pt x="16831" y="26633"/>
                </a:cubicBezTo>
                <a:cubicBezTo>
                  <a:pt x="16845" y="26614"/>
                  <a:pt x="16862" y="26593"/>
                  <a:pt x="16875" y="26573"/>
                </a:cubicBezTo>
                <a:close/>
                <a:moveTo>
                  <a:pt x="9064" y="27058"/>
                </a:moveTo>
                <a:cubicBezTo>
                  <a:pt x="9006" y="27031"/>
                  <a:pt x="8951" y="27002"/>
                  <a:pt x="8892" y="26984"/>
                </a:cubicBezTo>
                <a:cubicBezTo>
                  <a:pt x="8882" y="26981"/>
                  <a:pt x="8854" y="27035"/>
                  <a:pt x="8835" y="27061"/>
                </a:cubicBezTo>
                <a:cubicBezTo>
                  <a:pt x="8890" y="27086"/>
                  <a:pt x="8943" y="27116"/>
                  <a:pt x="9000" y="27130"/>
                </a:cubicBezTo>
                <a:cubicBezTo>
                  <a:pt x="9014" y="27133"/>
                  <a:pt x="9042" y="27083"/>
                  <a:pt x="9064" y="27058"/>
                </a:cubicBezTo>
                <a:close/>
                <a:moveTo>
                  <a:pt x="20462" y="28144"/>
                </a:moveTo>
                <a:cubicBezTo>
                  <a:pt x="20468" y="28198"/>
                  <a:pt x="20474" y="28250"/>
                  <a:pt x="20481" y="28304"/>
                </a:cubicBezTo>
                <a:cubicBezTo>
                  <a:pt x="20502" y="28282"/>
                  <a:pt x="20531" y="28263"/>
                  <a:pt x="20539" y="28237"/>
                </a:cubicBezTo>
                <a:cubicBezTo>
                  <a:pt x="20545" y="28211"/>
                  <a:pt x="20535" y="28178"/>
                  <a:pt x="20522" y="28154"/>
                </a:cubicBezTo>
                <a:cubicBezTo>
                  <a:pt x="20517" y="28143"/>
                  <a:pt x="20483" y="28147"/>
                  <a:pt x="20462" y="28144"/>
                </a:cubicBezTo>
                <a:close/>
                <a:moveTo>
                  <a:pt x="19569" y="17493"/>
                </a:moveTo>
                <a:cubicBezTo>
                  <a:pt x="19540" y="17483"/>
                  <a:pt x="19513" y="17473"/>
                  <a:pt x="19483" y="17464"/>
                </a:cubicBezTo>
                <a:cubicBezTo>
                  <a:pt x="19474" y="17487"/>
                  <a:pt x="19453" y="17525"/>
                  <a:pt x="19460" y="17531"/>
                </a:cubicBezTo>
                <a:cubicBezTo>
                  <a:pt x="19481" y="17548"/>
                  <a:pt x="19515" y="17559"/>
                  <a:pt x="19542" y="17559"/>
                </a:cubicBezTo>
                <a:cubicBezTo>
                  <a:pt x="19552" y="17557"/>
                  <a:pt x="19560" y="17516"/>
                  <a:pt x="19569" y="17493"/>
                </a:cubicBezTo>
                <a:close/>
                <a:moveTo>
                  <a:pt x="22204" y="17571"/>
                </a:moveTo>
                <a:cubicBezTo>
                  <a:pt x="22194" y="17597"/>
                  <a:pt x="22171" y="17628"/>
                  <a:pt x="22176" y="17651"/>
                </a:cubicBezTo>
                <a:cubicBezTo>
                  <a:pt x="22200" y="17749"/>
                  <a:pt x="22243" y="17753"/>
                  <a:pt x="22283" y="17661"/>
                </a:cubicBezTo>
                <a:cubicBezTo>
                  <a:pt x="22293" y="17640"/>
                  <a:pt x="22277" y="17603"/>
                  <a:pt x="22263" y="17578"/>
                </a:cubicBezTo>
                <a:cubicBezTo>
                  <a:pt x="22258" y="17568"/>
                  <a:pt x="22224" y="17572"/>
                  <a:pt x="22204" y="17571"/>
                </a:cubicBezTo>
                <a:close/>
              </a:path>
            </a:pathLst>
          </a:custGeom>
          <a:solidFill>
            <a:srgbClr val="645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7"/>
          <p:cNvSpPr/>
          <p:nvPr/>
        </p:nvSpPr>
        <p:spPr>
          <a:xfrm>
            <a:off x="4327675" y="3810584"/>
            <a:ext cx="1371412" cy="869596"/>
          </a:xfrm>
          <a:custGeom>
            <a:rect b="b" l="l" r="r" t="t"/>
            <a:pathLst>
              <a:path extrusionOk="0" h="35819" w="56489">
                <a:moveTo>
                  <a:pt x="55741" y="11476"/>
                </a:moveTo>
                <a:cubicBezTo>
                  <a:pt x="55360" y="11682"/>
                  <a:pt x="55097" y="11899"/>
                  <a:pt x="54963" y="12228"/>
                </a:cubicBezTo>
                <a:cubicBezTo>
                  <a:pt x="54925" y="12323"/>
                  <a:pt x="54881" y="12418"/>
                  <a:pt x="54827" y="12505"/>
                </a:cubicBezTo>
                <a:cubicBezTo>
                  <a:pt x="54608" y="12853"/>
                  <a:pt x="54544" y="13268"/>
                  <a:pt x="54290" y="13603"/>
                </a:cubicBezTo>
                <a:cubicBezTo>
                  <a:pt x="54041" y="13934"/>
                  <a:pt x="53791" y="14266"/>
                  <a:pt x="53572" y="14616"/>
                </a:cubicBezTo>
                <a:cubicBezTo>
                  <a:pt x="53171" y="15258"/>
                  <a:pt x="52753" y="15889"/>
                  <a:pt x="52240" y="16460"/>
                </a:cubicBezTo>
                <a:cubicBezTo>
                  <a:pt x="52125" y="16589"/>
                  <a:pt x="52027" y="16757"/>
                  <a:pt x="51879" y="16830"/>
                </a:cubicBezTo>
                <a:cubicBezTo>
                  <a:pt x="51355" y="17088"/>
                  <a:pt x="51030" y="17551"/>
                  <a:pt x="50586" y="17889"/>
                </a:cubicBezTo>
                <a:cubicBezTo>
                  <a:pt x="49131" y="18991"/>
                  <a:pt x="47635" y="20037"/>
                  <a:pt x="45919" y="20758"/>
                </a:cubicBezTo>
                <a:cubicBezTo>
                  <a:pt x="44775" y="21240"/>
                  <a:pt x="43643" y="21749"/>
                  <a:pt x="42490" y="22212"/>
                </a:cubicBezTo>
                <a:cubicBezTo>
                  <a:pt x="41072" y="22780"/>
                  <a:pt x="39596" y="23197"/>
                  <a:pt x="38132" y="23639"/>
                </a:cubicBezTo>
                <a:cubicBezTo>
                  <a:pt x="37962" y="23690"/>
                  <a:pt x="37787" y="23727"/>
                  <a:pt x="37614" y="23770"/>
                </a:cubicBezTo>
                <a:cubicBezTo>
                  <a:pt x="37262" y="23861"/>
                  <a:pt x="36961" y="24013"/>
                  <a:pt x="36740" y="24310"/>
                </a:cubicBezTo>
                <a:cubicBezTo>
                  <a:pt x="36608" y="24486"/>
                  <a:pt x="36383" y="24553"/>
                  <a:pt x="36179" y="24391"/>
                </a:cubicBezTo>
                <a:cubicBezTo>
                  <a:pt x="35952" y="24210"/>
                  <a:pt x="35706" y="24253"/>
                  <a:pt x="35469" y="24324"/>
                </a:cubicBezTo>
                <a:cubicBezTo>
                  <a:pt x="35167" y="24414"/>
                  <a:pt x="34885" y="24582"/>
                  <a:pt x="34577" y="24645"/>
                </a:cubicBezTo>
                <a:cubicBezTo>
                  <a:pt x="34268" y="24710"/>
                  <a:pt x="33932" y="24664"/>
                  <a:pt x="33616" y="24712"/>
                </a:cubicBezTo>
                <a:cubicBezTo>
                  <a:pt x="33194" y="24778"/>
                  <a:pt x="32770" y="24861"/>
                  <a:pt x="32364" y="24987"/>
                </a:cubicBezTo>
                <a:cubicBezTo>
                  <a:pt x="31479" y="25261"/>
                  <a:pt x="30594" y="25523"/>
                  <a:pt x="29681" y="25697"/>
                </a:cubicBezTo>
                <a:cubicBezTo>
                  <a:pt x="29223" y="25785"/>
                  <a:pt x="28793" y="25960"/>
                  <a:pt x="28394" y="26193"/>
                </a:cubicBezTo>
                <a:cubicBezTo>
                  <a:pt x="27985" y="26429"/>
                  <a:pt x="27663" y="26720"/>
                  <a:pt x="27548" y="27192"/>
                </a:cubicBezTo>
                <a:cubicBezTo>
                  <a:pt x="27484" y="27452"/>
                  <a:pt x="27342" y="27696"/>
                  <a:pt x="27224" y="27942"/>
                </a:cubicBezTo>
                <a:cubicBezTo>
                  <a:pt x="27144" y="28108"/>
                  <a:pt x="27010" y="28206"/>
                  <a:pt x="26801" y="28191"/>
                </a:cubicBezTo>
                <a:cubicBezTo>
                  <a:pt x="26733" y="28185"/>
                  <a:pt x="26641" y="28188"/>
                  <a:pt x="26595" y="28226"/>
                </a:cubicBezTo>
                <a:cubicBezTo>
                  <a:pt x="26179" y="28550"/>
                  <a:pt x="25749" y="28884"/>
                  <a:pt x="25606" y="29397"/>
                </a:cubicBezTo>
                <a:cubicBezTo>
                  <a:pt x="25445" y="29966"/>
                  <a:pt x="25085" y="30432"/>
                  <a:pt x="24835" y="30953"/>
                </a:cubicBezTo>
                <a:cubicBezTo>
                  <a:pt x="24324" y="32017"/>
                  <a:pt x="23499" y="32871"/>
                  <a:pt x="22839" y="33831"/>
                </a:cubicBezTo>
                <a:cubicBezTo>
                  <a:pt x="22631" y="34133"/>
                  <a:pt x="22285" y="34348"/>
                  <a:pt x="21982" y="34618"/>
                </a:cubicBezTo>
                <a:cubicBezTo>
                  <a:pt x="21789" y="34590"/>
                  <a:pt x="21618" y="34545"/>
                  <a:pt x="21446" y="34542"/>
                </a:cubicBezTo>
                <a:cubicBezTo>
                  <a:pt x="21119" y="34537"/>
                  <a:pt x="20815" y="34621"/>
                  <a:pt x="20537" y="34799"/>
                </a:cubicBezTo>
                <a:cubicBezTo>
                  <a:pt x="20213" y="35009"/>
                  <a:pt x="19852" y="35174"/>
                  <a:pt x="19545" y="35401"/>
                </a:cubicBezTo>
                <a:cubicBezTo>
                  <a:pt x="18982" y="35818"/>
                  <a:pt x="18351" y="35803"/>
                  <a:pt x="17704" y="35713"/>
                </a:cubicBezTo>
                <a:cubicBezTo>
                  <a:pt x="17529" y="35689"/>
                  <a:pt x="17350" y="35640"/>
                  <a:pt x="17191" y="35568"/>
                </a:cubicBezTo>
                <a:cubicBezTo>
                  <a:pt x="16393" y="35203"/>
                  <a:pt x="15522" y="34957"/>
                  <a:pt x="14856" y="34356"/>
                </a:cubicBezTo>
                <a:cubicBezTo>
                  <a:pt x="14830" y="34334"/>
                  <a:pt x="14804" y="34307"/>
                  <a:pt x="14776" y="34291"/>
                </a:cubicBezTo>
                <a:cubicBezTo>
                  <a:pt x="13840" y="33817"/>
                  <a:pt x="13326" y="33011"/>
                  <a:pt x="12883" y="32146"/>
                </a:cubicBezTo>
                <a:cubicBezTo>
                  <a:pt x="12584" y="31567"/>
                  <a:pt x="12281" y="30992"/>
                  <a:pt x="11963" y="30423"/>
                </a:cubicBezTo>
                <a:cubicBezTo>
                  <a:pt x="11865" y="30247"/>
                  <a:pt x="11703" y="30104"/>
                  <a:pt x="11587" y="29934"/>
                </a:cubicBezTo>
                <a:cubicBezTo>
                  <a:pt x="11392" y="29651"/>
                  <a:pt x="11180" y="29373"/>
                  <a:pt x="11034" y="29069"/>
                </a:cubicBezTo>
                <a:cubicBezTo>
                  <a:pt x="10725" y="28421"/>
                  <a:pt x="10454" y="27756"/>
                  <a:pt x="10164" y="27101"/>
                </a:cubicBezTo>
                <a:cubicBezTo>
                  <a:pt x="10080" y="26914"/>
                  <a:pt x="9995" y="26726"/>
                  <a:pt x="9884" y="26553"/>
                </a:cubicBezTo>
                <a:cubicBezTo>
                  <a:pt x="9290" y="25618"/>
                  <a:pt x="8812" y="24642"/>
                  <a:pt x="8561" y="23568"/>
                </a:cubicBezTo>
                <a:cubicBezTo>
                  <a:pt x="8478" y="23207"/>
                  <a:pt x="8304" y="22864"/>
                  <a:pt x="8139" y="22525"/>
                </a:cubicBezTo>
                <a:cubicBezTo>
                  <a:pt x="7841" y="21909"/>
                  <a:pt x="7514" y="21305"/>
                  <a:pt x="7211" y="20692"/>
                </a:cubicBezTo>
                <a:cubicBezTo>
                  <a:pt x="6968" y="20202"/>
                  <a:pt x="6737" y="19704"/>
                  <a:pt x="6510" y="19208"/>
                </a:cubicBezTo>
                <a:cubicBezTo>
                  <a:pt x="6322" y="18801"/>
                  <a:pt x="6103" y="18415"/>
                  <a:pt x="5754" y="18108"/>
                </a:cubicBezTo>
                <a:cubicBezTo>
                  <a:pt x="5650" y="18016"/>
                  <a:pt x="5548" y="17910"/>
                  <a:pt x="5426" y="17848"/>
                </a:cubicBezTo>
                <a:cubicBezTo>
                  <a:pt x="4858" y="17565"/>
                  <a:pt x="4288" y="17280"/>
                  <a:pt x="3706" y="17027"/>
                </a:cubicBezTo>
                <a:cubicBezTo>
                  <a:pt x="3219" y="16815"/>
                  <a:pt x="2719" y="16629"/>
                  <a:pt x="2213" y="16460"/>
                </a:cubicBezTo>
                <a:cubicBezTo>
                  <a:pt x="1288" y="16150"/>
                  <a:pt x="666" y="15515"/>
                  <a:pt x="138" y="14774"/>
                </a:cubicBezTo>
                <a:cubicBezTo>
                  <a:pt x="14" y="14601"/>
                  <a:pt x="0" y="14387"/>
                  <a:pt x="59" y="14185"/>
                </a:cubicBezTo>
                <a:cubicBezTo>
                  <a:pt x="135" y="13924"/>
                  <a:pt x="221" y="13665"/>
                  <a:pt x="319" y="13410"/>
                </a:cubicBezTo>
                <a:cubicBezTo>
                  <a:pt x="469" y="13018"/>
                  <a:pt x="709" y="12684"/>
                  <a:pt x="1096" y="12467"/>
                </a:cubicBezTo>
                <a:cubicBezTo>
                  <a:pt x="1592" y="12187"/>
                  <a:pt x="1996" y="11804"/>
                  <a:pt x="2415" y="11433"/>
                </a:cubicBezTo>
                <a:cubicBezTo>
                  <a:pt x="2884" y="11017"/>
                  <a:pt x="3388" y="10634"/>
                  <a:pt x="3895" y="10258"/>
                </a:cubicBezTo>
                <a:cubicBezTo>
                  <a:pt x="4439" y="9855"/>
                  <a:pt x="4868" y="9356"/>
                  <a:pt x="5250" y="8823"/>
                </a:cubicBezTo>
                <a:cubicBezTo>
                  <a:pt x="5653" y="8260"/>
                  <a:pt x="6137" y="7762"/>
                  <a:pt x="6587" y="7234"/>
                </a:cubicBezTo>
                <a:cubicBezTo>
                  <a:pt x="7022" y="6719"/>
                  <a:pt x="7602" y="6378"/>
                  <a:pt x="8193" y="6062"/>
                </a:cubicBezTo>
                <a:cubicBezTo>
                  <a:pt x="8755" y="5761"/>
                  <a:pt x="9384" y="5797"/>
                  <a:pt x="9975" y="5935"/>
                </a:cubicBezTo>
                <a:cubicBezTo>
                  <a:pt x="10701" y="6104"/>
                  <a:pt x="11420" y="6331"/>
                  <a:pt x="12112" y="6603"/>
                </a:cubicBezTo>
                <a:cubicBezTo>
                  <a:pt x="12710" y="6836"/>
                  <a:pt x="13190" y="7265"/>
                  <a:pt x="13646" y="7696"/>
                </a:cubicBezTo>
                <a:cubicBezTo>
                  <a:pt x="14235" y="8251"/>
                  <a:pt x="14885" y="8708"/>
                  <a:pt x="15646" y="9037"/>
                </a:cubicBezTo>
                <a:cubicBezTo>
                  <a:pt x="16554" y="9430"/>
                  <a:pt x="17421" y="9915"/>
                  <a:pt x="18339" y="10288"/>
                </a:cubicBezTo>
                <a:cubicBezTo>
                  <a:pt x="19254" y="10658"/>
                  <a:pt x="20147" y="11103"/>
                  <a:pt x="21163" y="11230"/>
                </a:cubicBezTo>
                <a:cubicBezTo>
                  <a:pt x="21549" y="11278"/>
                  <a:pt x="21917" y="11436"/>
                  <a:pt x="22301" y="11518"/>
                </a:cubicBezTo>
                <a:cubicBezTo>
                  <a:pt x="23091" y="11686"/>
                  <a:pt x="23865" y="11665"/>
                  <a:pt x="24597" y="11287"/>
                </a:cubicBezTo>
                <a:cubicBezTo>
                  <a:pt x="24884" y="11139"/>
                  <a:pt x="25147" y="10969"/>
                  <a:pt x="25304" y="10685"/>
                </a:cubicBezTo>
                <a:cubicBezTo>
                  <a:pt x="25338" y="10624"/>
                  <a:pt x="25357" y="10548"/>
                  <a:pt x="25409" y="10509"/>
                </a:cubicBezTo>
                <a:cubicBezTo>
                  <a:pt x="25882" y="10134"/>
                  <a:pt x="25906" y="9636"/>
                  <a:pt x="25838" y="9117"/>
                </a:cubicBezTo>
                <a:cubicBezTo>
                  <a:pt x="25699" y="8062"/>
                  <a:pt x="25437" y="7050"/>
                  <a:pt x="24700" y="6203"/>
                </a:cubicBezTo>
                <a:cubicBezTo>
                  <a:pt x="24586" y="6074"/>
                  <a:pt x="24498" y="5923"/>
                  <a:pt x="24400" y="5781"/>
                </a:cubicBezTo>
                <a:cubicBezTo>
                  <a:pt x="23964" y="5153"/>
                  <a:pt x="23875" y="4456"/>
                  <a:pt x="23974" y="3731"/>
                </a:cubicBezTo>
                <a:cubicBezTo>
                  <a:pt x="24035" y="3286"/>
                  <a:pt x="24323" y="2984"/>
                  <a:pt x="24760" y="2847"/>
                </a:cubicBezTo>
                <a:cubicBezTo>
                  <a:pt x="25028" y="2763"/>
                  <a:pt x="25322" y="2713"/>
                  <a:pt x="25602" y="2719"/>
                </a:cubicBezTo>
                <a:cubicBezTo>
                  <a:pt x="26675" y="2743"/>
                  <a:pt x="27746" y="2771"/>
                  <a:pt x="28809" y="2949"/>
                </a:cubicBezTo>
                <a:cubicBezTo>
                  <a:pt x="29547" y="3073"/>
                  <a:pt x="30299" y="3125"/>
                  <a:pt x="31047" y="3178"/>
                </a:cubicBezTo>
                <a:cubicBezTo>
                  <a:pt x="31333" y="3199"/>
                  <a:pt x="31613" y="3104"/>
                  <a:pt x="31839" y="2918"/>
                </a:cubicBezTo>
                <a:cubicBezTo>
                  <a:pt x="32113" y="2691"/>
                  <a:pt x="32435" y="2558"/>
                  <a:pt x="32774" y="2434"/>
                </a:cubicBezTo>
                <a:cubicBezTo>
                  <a:pt x="33117" y="2306"/>
                  <a:pt x="33456" y="2256"/>
                  <a:pt x="33819" y="2257"/>
                </a:cubicBezTo>
                <a:cubicBezTo>
                  <a:pt x="34532" y="2261"/>
                  <a:pt x="35237" y="2259"/>
                  <a:pt x="35935" y="2480"/>
                </a:cubicBezTo>
                <a:cubicBezTo>
                  <a:pt x="36545" y="2674"/>
                  <a:pt x="37191" y="2730"/>
                  <a:pt x="37841" y="2717"/>
                </a:cubicBezTo>
                <a:cubicBezTo>
                  <a:pt x="38377" y="2707"/>
                  <a:pt x="38915" y="2734"/>
                  <a:pt x="39452" y="2709"/>
                </a:cubicBezTo>
                <a:cubicBezTo>
                  <a:pt x="40741" y="2648"/>
                  <a:pt x="41900" y="2252"/>
                  <a:pt x="42872" y="1426"/>
                </a:cubicBezTo>
                <a:cubicBezTo>
                  <a:pt x="43384" y="991"/>
                  <a:pt x="43980" y="680"/>
                  <a:pt x="44582" y="385"/>
                </a:cubicBezTo>
                <a:cubicBezTo>
                  <a:pt x="45096" y="134"/>
                  <a:pt x="45648" y="5"/>
                  <a:pt x="46236" y="12"/>
                </a:cubicBezTo>
                <a:cubicBezTo>
                  <a:pt x="47310" y="22"/>
                  <a:pt x="48384" y="23"/>
                  <a:pt x="49458" y="10"/>
                </a:cubicBezTo>
                <a:cubicBezTo>
                  <a:pt x="50121" y="0"/>
                  <a:pt x="50723" y="162"/>
                  <a:pt x="51311" y="443"/>
                </a:cubicBezTo>
                <a:cubicBezTo>
                  <a:pt x="51949" y="747"/>
                  <a:pt x="52613" y="1000"/>
                  <a:pt x="53258" y="1294"/>
                </a:cubicBezTo>
                <a:cubicBezTo>
                  <a:pt x="54113" y="1684"/>
                  <a:pt x="54857" y="2199"/>
                  <a:pt x="55256" y="3054"/>
                </a:cubicBezTo>
                <a:cubicBezTo>
                  <a:pt x="55458" y="3487"/>
                  <a:pt x="55670" y="3919"/>
                  <a:pt x="55827" y="4369"/>
                </a:cubicBezTo>
                <a:cubicBezTo>
                  <a:pt x="56027" y="4947"/>
                  <a:pt x="56183" y="5540"/>
                  <a:pt x="56348" y="6130"/>
                </a:cubicBezTo>
                <a:cubicBezTo>
                  <a:pt x="56489" y="6639"/>
                  <a:pt x="56489" y="8972"/>
                  <a:pt x="56344" y="9472"/>
                </a:cubicBezTo>
                <a:cubicBezTo>
                  <a:pt x="56260" y="9765"/>
                  <a:pt x="56164" y="10059"/>
                  <a:pt x="56038" y="10337"/>
                </a:cubicBezTo>
                <a:cubicBezTo>
                  <a:pt x="55864" y="10714"/>
                  <a:pt x="55663" y="11074"/>
                  <a:pt x="55741" y="11476"/>
                </a:cubicBezTo>
                <a:close/>
                <a:moveTo>
                  <a:pt x="24750" y="28708"/>
                </a:moveTo>
                <a:cubicBezTo>
                  <a:pt x="25285" y="28090"/>
                  <a:pt x="25687" y="27447"/>
                  <a:pt x="26145" y="26477"/>
                </a:cubicBezTo>
                <a:cubicBezTo>
                  <a:pt x="26211" y="26494"/>
                  <a:pt x="26276" y="26522"/>
                  <a:pt x="26343" y="26523"/>
                </a:cubicBezTo>
                <a:cubicBezTo>
                  <a:pt x="26409" y="26526"/>
                  <a:pt x="26491" y="26520"/>
                  <a:pt x="26543" y="26486"/>
                </a:cubicBezTo>
                <a:cubicBezTo>
                  <a:pt x="27170" y="26084"/>
                  <a:pt x="27758" y="25648"/>
                  <a:pt x="28010" y="24927"/>
                </a:cubicBezTo>
                <a:cubicBezTo>
                  <a:pt x="28019" y="24902"/>
                  <a:pt x="28066" y="24886"/>
                  <a:pt x="28096" y="24868"/>
                </a:cubicBezTo>
                <a:cubicBezTo>
                  <a:pt x="28188" y="24993"/>
                  <a:pt x="28281" y="25121"/>
                  <a:pt x="28381" y="25257"/>
                </a:cubicBezTo>
                <a:cubicBezTo>
                  <a:pt x="28611" y="25187"/>
                  <a:pt x="28811" y="25086"/>
                  <a:pt x="29017" y="25069"/>
                </a:cubicBezTo>
                <a:cubicBezTo>
                  <a:pt x="29383" y="25041"/>
                  <a:pt x="29570" y="24817"/>
                  <a:pt x="29786" y="24487"/>
                </a:cubicBezTo>
                <a:cubicBezTo>
                  <a:pt x="29968" y="24884"/>
                  <a:pt x="30284" y="24855"/>
                  <a:pt x="30608" y="24775"/>
                </a:cubicBezTo>
                <a:cubicBezTo>
                  <a:pt x="31023" y="24669"/>
                  <a:pt x="31429" y="24530"/>
                  <a:pt x="31850" y="24456"/>
                </a:cubicBezTo>
                <a:cubicBezTo>
                  <a:pt x="32229" y="24389"/>
                  <a:pt x="32488" y="24191"/>
                  <a:pt x="32670" y="23905"/>
                </a:cubicBezTo>
                <a:cubicBezTo>
                  <a:pt x="33291" y="24076"/>
                  <a:pt x="33291" y="24077"/>
                  <a:pt x="33720" y="23965"/>
                </a:cubicBezTo>
                <a:cubicBezTo>
                  <a:pt x="33857" y="23929"/>
                  <a:pt x="33990" y="23870"/>
                  <a:pt x="34130" y="23848"/>
                </a:cubicBezTo>
                <a:cubicBezTo>
                  <a:pt x="34596" y="23775"/>
                  <a:pt x="34927" y="23572"/>
                  <a:pt x="35020" y="23099"/>
                </a:cubicBezTo>
                <a:cubicBezTo>
                  <a:pt x="35030" y="23050"/>
                  <a:pt x="35120" y="23014"/>
                  <a:pt x="35177" y="22971"/>
                </a:cubicBezTo>
                <a:cubicBezTo>
                  <a:pt x="35219" y="23013"/>
                  <a:pt x="35275" y="23050"/>
                  <a:pt x="35301" y="23099"/>
                </a:cubicBezTo>
                <a:cubicBezTo>
                  <a:pt x="35456" y="23391"/>
                  <a:pt x="35544" y="23465"/>
                  <a:pt x="35734" y="23414"/>
                </a:cubicBezTo>
                <a:cubicBezTo>
                  <a:pt x="36821" y="23124"/>
                  <a:pt x="36966" y="23322"/>
                  <a:pt x="37139" y="21977"/>
                </a:cubicBezTo>
                <a:cubicBezTo>
                  <a:pt x="37143" y="21943"/>
                  <a:pt x="37135" y="21909"/>
                  <a:pt x="37140" y="21875"/>
                </a:cubicBezTo>
                <a:cubicBezTo>
                  <a:pt x="37155" y="21751"/>
                  <a:pt x="37244" y="21674"/>
                  <a:pt x="37325" y="21698"/>
                </a:cubicBezTo>
                <a:cubicBezTo>
                  <a:pt x="37452" y="21735"/>
                  <a:pt x="37484" y="21837"/>
                  <a:pt x="37491" y="21934"/>
                </a:cubicBezTo>
                <a:cubicBezTo>
                  <a:pt x="37511" y="22233"/>
                  <a:pt x="37516" y="22532"/>
                  <a:pt x="37532" y="22938"/>
                </a:cubicBezTo>
                <a:cubicBezTo>
                  <a:pt x="38213" y="22733"/>
                  <a:pt x="38852" y="22596"/>
                  <a:pt x="39403" y="22378"/>
                </a:cubicBezTo>
                <a:cubicBezTo>
                  <a:pt x="39493" y="21596"/>
                  <a:pt x="39884" y="21065"/>
                  <a:pt x="40496" y="20661"/>
                </a:cubicBezTo>
                <a:cubicBezTo>
                  <a:pt x="40516" y="20648"/>
                  <a:pt x="40578" y="20654"/>
                  <a:pt x="40582" y="20664"/>
                </a:cubicBezTo>
                <a:cubicBezTo>
                  <a:pt x="40603" y="20719"/>
                  <a:pt x="40639" y="20788"/>
                  <a:pt x="40622" y="20836"/>
                </a:cubicBezTo>
                <a:cubicBezTo>
                  <a:pt x="40584" y="20928"/>
                  <a:pt x="40519" y="21013"/>
                  <a:pt x="40458" y="21095"/>
                </a:cubicBezTo>
                <a:cubicBezTo>
                  <a:pt x="40296" y="21318"/>
                  <a:pt x="40126" y="21536"/>
                  <a:pt x="39969" y="21764"/>
                </a:cubicBezTo>
                <a:cubicBezTo>
                  <a:pt x="39896" y="21872"/>
                  <a:pt x="39795" y="22006"/>
                  <a:pt x="39923" y="22119"/>
                </a:cubicBezTo>
                <a:cubicBezTo>
                  <a:pt x="39980" y="22169"/>
                  <a:pt x="40118" y="22147"/>
                  <a:pt x="40216" y="22140"/>
                </a:cubicBezTo>
                <a:cubicBezTo>
                  <a:pt x="40285" y="22135"/>
                  <a:pt x="40350" y="22092"/>
                  <a:pt x="40418" y="22073"/>
                </a:cubicBezTo>
                <a:cubicBezTo>
                  <a:pt x="41996" y="21615"/>
                  <a:pt x="43473" y="20930"/>
                  <a:pt x="44957" y="20261"/>
                </a:cubicBezTo>
                <a:cubicBezTo>
                  <a:pt x="44987" y="20247"/>
                  <a:pt x="45012" y="20218"/>
                  <a:pt x="45065" y="20176"/>
                </a:cubicBezTo>
                <a:cubicBezTo>
                  <a:pt x="45125" y="20048"/>
                  <a:pt x="45204" y="19899"/>
                  <a:pt x="45269" y="19743"/>
                </a:cubicBezTo>
                <a:cubicBezTo>
                  <a:pt x="45537" y="19109"/>
                  <a:pt x="45931" y="18542"/>
                  <a:pt x="46306" y="17966"/>
                </a:cubicBezTo>
                <a:cubicBezTo>
                  <a:pt x="46345" y="17906"/>
                  <a:pt x="46479" y="17904"/>
                  <a:pt x="46568" y="17875"/>
                </a:cubicBezTo>
                <a:cubicBezTo>
                  <a:pt x="46587" y="17937"/>
                  <a:pt x="46639" y="18010"/>
                  <a:pt x="46619" y="18055"/>
                </a:cubicBezTo>
                <a:cubicBezTo>
                  <a:pt x="46495" y="18334"/>
                  <a:pt x="46353" y="18607"/>
                  <a:pt x="46222" y="18884"/>
                </a:cubicBezTo>
                <a:cubicBezTo>
                  <a:pt x="46119" y="19099"/>
                  <a:pt x="46013" y="19311"/>
                  <a:pt x="45925" y="19531"/>
                </a:cubicBezTo>
                <a:cubicBezTo>
                  <a:pt x="45908" y="19577"/>
                  <a:pt x="45954" y="19666"/>
                  <a:pt x="46000" y="19702"/>
                </a:cubicBezTo>
                <a:cubicBezTo>
                  <a:pt x="46045" y="19738"/>
                  <a:pt x="46144" y="19763"/>
                  <a:pt x="46192" y="19739"/>
                </a:cubicBezTo>
                <a:cubicBezTo>
                  <a:pt x="46479" y="19604"/>
                  <a:pt x="46768" y="19467"/>
                  <a:pt x="47037" y="19302"/>
                </a:cubicBezTo>
                <a:cubicBezTo>
                  <a:pt x="47608" y="18954"/>
                  <a:pt x="48168" y="18589"/>
                  <a:pt x="48733" y="18228"/>
                </a:cubicBezTo>
                <a:cubicBezTo>
                  <a:pt x="49478" y="17753"/>
                  <a:pt x="50133" y="17184"/>
                  <a:pt x="50782" y="16595"/>
                </a:cubicBezTo>
                <a:cubicBezTo>
                  <a:pt x="51251" y="16171"/>
                  <a:pt x="51515" y="15696"/>
                  <a:pt x="51603" y="15107"/>
                </a:cubicBezTo>
                <a:cubicBezTo>
                  <a:pt x="51613" y="15040"/>
                  <a:pt x="51623" y="14972"/>
                  <a:pt x="51636" y="14907"/>
                </a:cubicBezTo>
                <a:cubicBezTo>
                  <a:pt x="51744" y="14339"/>
                  <a:pt x="51849" y="13772"/>
                  <a:pt x="51963" y="13207"/>
                </a:cubicBezTo>
                <a:cubicBezTo>
                  <a:pt x="51989" y="13078"/>
                  <a:pt x="52034" y="12949"/>
                  <a:pt x="52240" y="12926"/>
                </a:cubicBezTo>
                <a:cubicBezTo>
                  <a:pt x="52331" y="13296"/>
                  <a:pt x="52271" y="13660"/>
                  <a:pt x="52210" y="14029"/>
                </a:cubicBezTo>
                <a:cubicBezTo>
                  <a:pt x="52179" y="14225"/>
                  <a:pt x="52193" y="14428"/>
                  <a:pt x="52192" y="14628"/>
                </a:cubicBezTo>
                <a:cubicBezTo>
                  <a:pt x="52192" y="14647"/>
                  <a:pt x="52233" y="14679"/>
                  <a:pt x="52259" y="14683"/>
                </a:cubicBezTo>
                <a:cubicBezTo>
                  <a:pt x="52290" y="14688"/>
                  <a:pt x="52346" y="14680"/>
                  <a:pt x="52355" y="14663"/>
                </a:cubicBezTo>
                <a:cubicBezTo>
                  <a:pt x="52478" y="14422"/>
                  <a:pt x="52605" y="14181"/>
                  <a:pt x="52710" y="13934"/>
                </a:cubicBezTo>
                <a:cubicBezTo>
                  <a:pt x="52790" y="13746"/>
                  <a:pt x="52844" y="13548"/>
                  <a:pt x="52904" y="13352"/>
                </a:cubicBezTo>
                <a:cubicBezTo>
                  <a:pt x="52976" y="13126"/>
                  <a:pt x="53042" y="12897"/>
                  <a:pt x="53116" y="12671"/>
                </a:cubicBezTo>
                <a:cubicBezTo>
                  <a:pt x="53178" y="12484"/>
                  <a:pt x="53101" y="12256"/>
                  <a:pt x="53316" y="12105"/>
                </a:cubicBezTo>
                <a:cubicBezTo>
                  <a:pt x="53505" y="12394"/>
                  <a:pt x="53413" y="12699"/>
                  <a:pt x="53353" y="12985"/>
                </a:cubicBezTo>
                <a:cubicBezTo>
                  <a:pt x="53264" y="13416"/>
                  <a:pt x="53118" y="13836"/>
                  <a:pt x="53007" y="14263"/>
                </a:cubicBezTo>
                <a:cubicBezTo>
                  <a:pt x="52983" y="14359"/>
                  <a:pt x="52907" y="14493"/>
                  <a:pt x="53089" y="14566"/>
                </a:cubicBezTo>
                <a:cubicBezTo>
                  <a:pt x="53296" y="14157"/>
                  <a:pt x="53479" y="13751"/>
                  <a:pt x="53705" y="13370"/>
                </a:cubicBezTo>
                <a:cubicBezTo>
                  <a:pt x="54097" y="12707"/>
                  <a:pt x="54295" y="11993"/>
                  <a:pt x="54403" y="11249"/>
                </a:cubicBezTo>
                <a:cubicBezTo>
                  <a:pt x="54432" y="11058"/>
                  <a:pt x="54367" y="10841"/>
                  <a:pt x="54546" y="10683"/>
                </a:cubicBezTo>
                <a:cubicBezTo>
                  <a:pt x="54626" y="10731"/>
                  <a:pt x="54706" y="10781"/>
                  <a:pt x="54784" y="10828"/>
                </a:cubicBezTo>
                <a:cubicBezTo>
                  <a:pt x="55138" y="10182"/>
                  <a:pt x="55138" y="10182"/>
                  <a:pt x="54958" y="9410"/>
                </a:cubicBezTo>
                <a:cubicBezTo>
                  <a:pt x="55002" y="9373"/>
                  <a:pt x="55046" y="9314"/>
                  <a:pt x="55107" y="9289"/>
                </a:cubicBezTo>
                <a:cubicBezTo>
                  <a:pt x="55286" y="9216"/>
                  <a:pt x="55402" y="9099"/>
                  <a:pt x="55420" y="8914"/>
                </a:cubicBezTo>
                <a:cubicBezTo>
                  <a:pt x="55432" y="8779"/>
                  <a:pt x="55402" y="8637"/>
                  <a:pt x="55437" y="8508"/>
                </a:cubicBezTo>
                <a:cubicBezTo>
                  <a:pt x="55695" y="7526"/>
                  <a:pt x="55633" y="6564"/>
                  <a:pt x="55287" y="5610"/>
                </a:cubicBezTo>
                <a:cubicBezTo>
                  <a:pt x="55218" y="5419"/>
                  <a:pt x="55158" y="5220"/>
                  <a:pt x="55121" y="5023"/>
                </a:cubicBezTo>
                <a:cubicBezTo>
                  <a:pt x="55028" y="4514"/>
                  <a:pt x="54794" y="4059"/>
                  <a:pt x="54583" y="3591"/>
                </a:cubicBezTo>
                <a:cubicBezTo>
                  <a:pt x="54237" y="2826"/>
                  <a:pt x="53612" y="2350"/>
                  <a:pt x="52847" y="2009"/>
                </a:cubicBezTo>
                <a:cubicBezTo>
                  <a:pt x="52460" y="1837"/>
                  <a:pt x="52053" y="1698"/>
                  <a:pt x="51670" y="1517"/>
                </a:cubicBezTo>
                <a:cubicBezTo>
                  <a:pt x="51161" y="1273"/>
                  <a:pt x="50664" y="1002"/>
                  <a:pt x="50162" y="741"/>
                </a:cubicBezTo>
                <a:cubicBezTo>
                  <a:pt x="49738" y="520"/>
                  <a:pt x="49294" y="410"/>
                  <a:pt x="48827" y="598"/>
                </a:cubicBezTo>
                <a:cubicBezTo>
                  <a:pt x="48520" y="722"/>
                  <a:pt x="48206" y="747"/>
                  <a:pt x="47884" y="746"/>
                </a:cubicBezTo>
                <a:cubicBezTo>
                  <a:pt x="47635" y="746"/>
                  <a:pt x="47388" y="756"/>
                  <a:pt x="47171" y="761"/>
                </a:cubicBezTo>
                <a:cubicBezTo>
                  <a:pt x="46954" y="1040"/>
                  <a:pt x="46785" y="1297"/>
                  <a:pt x="46573" y="1517"/>
                </a:cubicBezTo>
                <a:cubicBezTo>
                  <a:pt x="46280" y="1816"/>
                  <a:pt x="46016" y="2122"/>
                  <a:pt x="45797" y="2480"/>
                </a:cubicBezTo>
                <a:cubicBezTo>
                  <a:pt x="45587" y="2824"/>
                  <a:pt x="45278" y="3115"/>
                  <a:pt x="44982" y="3387"/>
                </a:cubicBezTo>
                <a:cubicBezTo>
                  <a:pt x="44783" y="3277"/>
                  <a:pt x="44782" y="3130"/>
                  <a:pt x="44868" y="3028"/>
                </a:cubicBezTo>
                <a:cubicBezTo>
                  <a:pt x="45364" y="2453"/>
                  <a:pt x="45756" y="1797"/>
                  <a:pt x="46353" y="1300"/>
                </a:cubicBezTo>
                <a:cubicBezTo>
                  <a:pt x="46481" y="1194"/>
                  <a:pt x="46635" y="1092"/>
                  <a:pt x="46630" y="896"/>
                </a:cubicBezTo>
                <a:cubicBezTo>
                  <a:pt x="46628" y="781"/>
                  <a:pt x="46376" y="715"/>
                  <a:pt x="46058" y="745"/>
                </a:cubicBezTo>
                <a:cubicBezTo>
                  <a:pt x="45798" y="768"/>
                  <a:pt x="45571" y="847"/>
                  <a:pt x="45420" y="1064"/>
                </a:cubicBezTo>
                <a:cubicBezTo>
                  <a:pt x="45281" y="1261"/>
                  <a:pt x="45144" y="1460"/>
                  <a:pt x="44999" y="1653"/>
                </a:cubicBezTo>
                <a:cubicBezTo>
                  <a:pt x="44812" y="1904"/>
                  <a:pt x="44618" y="2146"/>
                  <a:pt x="44292" y="2307"/>
                </a:cubicBezTo>
                <a:cubicBezTo>
                  <a:pt x="44150" y="2263"/>
                  <a:pt x="43989" y="2211"/>
                  <a:pt x="43790" y="2147"/>
                </a:cubicBezTo>
                <a:cubicBezTo>
                  <a:pt x="43533" y="2403"/>
                  <a:pt x="43263" y="2669"/>
                  <a:pt x="42996" y="2939"/>
                </a:cubicBezTo>
                <a:cubicBezTo>
                  <a:pt x="42792" y="3145"/>
                  <a:pt x="42580" y="3297"/>
                  <a:pt x="42249" y="3194"/>
                </a:cubicBezTo>
                <a:cubicBezTo>
                  <a:pt x="42187" y="3175"/>
                  <a:pt x="42066" y="3273"/>
                  <a:pt x="41992" y="3336"/>
                </a:cubicBezTo>
                <a:cubicBezTo>
                  <a:pt x="41759" y="3537"/>
                  <a:pt x="41615" y="3388"/>
                  <a:pt x="41464" y="3234"/>
                </a:cubicBezTo>
                <a:cubicBezTo>
                  <a:pt x="41445" y="3215"/>
                  <a:pt x="41401" y="3217"/>
                  <a:pt x="41353" y="3206"/>
                </a:cubicBezTo>
                <a:cubicBezTo>
                  <a:pt x="40936" y="3340"/>
                  <a:pt x="40674" y="3664"/>
                  <a:pt x="40397" y="3973"/>
                </a:cubicBezTo>
                <a:cubicBezTo>
                  <a:pt x="40280" y="4103"/>
                  <a:pt x="40139" y="4198"/>
                  <a:pt x="39948" y="4217"/>
                </a:cubicBezTo>
                <a:cubicBezTo>
                  <a:pt x="39812" y="4231"/>
                  <a:pt x="39668" y="4080"/>
                  <a:pt x="39706" y="3954"/>
                </a:cubicBezTo>
                <a:cubicBezTo>
                  <a:pt x="39749" y="3808"/>
                  <a:pt x="39989" y="3728"/>
                  <a:pt x="39857" y="3500"/>
                </a:cubicBezTo>
                <a:cubicBezTo>
                  <a:pt x="39049" y="3498"/>
                  <a:pt x="38227" y="3516"/>
                  <a:pt x="37407" y="3486"/>
                </a:cubicBezTo>
                <a:cubicBezTo>
                  <a:pt x="36921" y="3469"/>
                  <a:pt x="36669" y="3655"/>
                  <a:pt x="36603" y="4098"/>
                </a:cubicBezTo>
                <a:cubicBezTo>
                  <a:pt x="36599" y="4129"/>
                  <a:pt x="36578" y="4165"/>
                  <a:pt x="36552" y="4186"/>
                </a:cubicBezTo>
                <a:cubicBezTo>
                  <a:pt x="36528" y="4205"/>
                  <a:pt x="36484" y="4221"/>
                  <a:pt x="36458" y="4211"/>
                </a:cubicBezTo>
                <a:cubicBezTo>
                  <a:pt x="36397" y="4193"/>
                  <a:pt x="36294" y="4160"/>
                  <a:pt x="36291" y="4129"/>
                </a:cubicBezTo>
                <a:cubicBezTo>
                  <a:pt x="36279" y="3897"/>
                  <a:pt x="36286" y="3666"/>
                  <a:pt x="36286" y="3398"/>
                </a:cubicBezTo>
                <a:cubicBezTo>
                  <a:pt x="35909" y="3264"/>
                  <a:pt x="35552" y="3136"/>
                  <a:pt x="35147" y="3145"/>
                </a:cubicBezTo>
                <a:cubicBezTo>
                  <a:pt x="35090" y="3256"/>
                  <a:pt x="35015" y="3342"/>
                  <a:pt x="35007" y="3434"/>
                </a:cubicBezTo>
                <a:cubicBezTo>
                  <a:pt x="34991" y="3598"/>
                  <a:pt x="35019" y="3767"/>
                  <a:pt x="35023" y="3932"/>
                </a:cubicBezTo>
                <a:cubicBezTo>
                  <a:pt x="35027" y="4107"/>
                  <a:pt x="34875" y="4224"/>
                  <a:pt x="34665" y="4210"/>
                </a:cubicBezTo>
                <a:cubicBezTo>
                  <a:pt x="34416" y="4195"/>
                  <a:pt x="34256" y="4018"/>
                  <a:pt x="34312" y="3807"/>
                </a:cubicBezTo>
                <a:cubicBezTo>
                  <a:pt x="34354" y="3644"/>
                  <a:pt x="34423" y="3487"/>
                  <a:pt x="34461" y="3324"/>
                </a:cubicBezTo>
                <a:cubicBezTo>
                  <a:pt x="34472" y="3272"/>
                  <a:pt x="34431" y="3166"/>
                  <a:pt x="34390" y="3151"/>
                </a:cubicBezTo>
                <a:cubicBezTo>
                  <a:pt x="34303" y="3121"/>
                  <a:pt x="34185" y="3108"/>
                  <a:pt x="34102" y="3139"/>
                </a:cubicBezTo>
                <a:cubicBezTo>
                  <a:pt x="34010" y="3175"/>
                  <a:pt x="33933" y="3259"/>
                  <a:pt x="33869" y="3336"/>
                </a:cubicBezTo>
                <a:cubicBezTo>
                  <a:pt x="33691" y="3550"/>
                  <a:pt x="33533" y="3769"/>
                  <a:pt x="33452" y="4040"/>
                </a:cubicBezTo>
                <a:cubicBezTo>
                  <a:pt x="33349" y="4386"/>
                  <a:pt x="33052" y="4588"/>
                  <a:pt x="32743" y="4766"/>
                </a:cubicBezTo>
                <a:cubicBezTo>
                  <a:pt x="32696" y="4793"/>
                  <a:pt x="32609" y="4771"/>
                  <a:pt x="32543" y="4761"/>
                </a:cubicBezTo>
                <a:cubicBezTo>
                  <a:pt x="32446" y="4745"/>
                  <a:pt x="32409" y="4603"/>
                  <a:pt x="32469" y="4504"/>
                </a:cubicBezTo>
                <a:cubicBezTo>
                  <a:pt x="32523" y="4416"/>
                  <a:pt x="32585" y="4333"/>
                  <a:pt x="32636" y="4244"/>
                </a:cubicBezTo>
                <a:cubicBezTo>
                  <a:pt x="32805" y="3952"/>
                  <a:pt x="33099" y="3724"/>
                  <a:pt x="33152" y="3373"/>
                </a:cubicBezTo>
                <a:cubicBezTo>
                  <a:pt x="32980" y="3251"/>
                  <a:pt x="32775" y="3236"/>
                  <a:pt x="32676" y="3392"/>
                </a:cubicBezTo>
                <a:cubicBezTo>
                  <a:pt x="32529" y="3628"/>
                  <a:pt x="32347" y="3730"/>
                  <a:pt x="32071" y="3716"/>
                </a:cubicBezTo>
                <a:cubicBezTo>
                  <a:pt x="31571" y="3692"/>
                  <a:pt x="31071" y="3676"/>
                  <a:pt x="30572" y="3641"/>
                </a:cubicBezTo>
                <a:cubicBezTo>
                  <a:pt x="29609" y="3575"/>
                  <a:pt x="28647" y="3491"/>
                  <a:pt x="27684" y="3425"/>
                </a:cubicBezTo>
                <a:cubicBezTo>
                  <a:pt x="27185" y="3392"/>
                  <a:pt x="26682" y="3382"/>
                  <a:pt x="26180" y="3545"/>
                </a:cubicBezTo>
                <a:cubicBezTo>
                  <a:pt x="25782" y="4051"/>
                  <a:pt x="25358" y="4550"/>
                  <a:pt x="25095" y="5147"/>
                </a:cubicBezTo>
                <a:cubicBezTo>
                  <a:pt x="25385" y="5764"/>
                  <a:pt x="25773" y="6289"/>
                  <a:pt x="26216" y="6778"/>
                </a:cubicBezTo>
                <a:cubicBezTo>
                  <a:pt x="26249" y="6815"/>
                  <a:pt x="26346" y="6800"/>
                  <a:pt x="26450" y="6816"/>
                </a:cubicBezTo>
                <a:cubicBezTo>
                  <a:pt x="26614" y="6224"/>
                  <a:pt x="26958" y="5710"/>
                  <a:pt x="27330" y="5213"/>
                </a:cubicBezTo>
                <a:cubicBezTo>
                  <a:pt x="27408" y="5107"/>
                  <a:pt x="27534" y="4968"/>
                  <a:pt x="27644" y="4962"/>
                </a:cubicBezTo>
                <a:cubicBezTo>
                  <a:pt x="28051" y="4940"/>
                  <a:pt x="28255" y="4639"/>
                  <a:pt x="28535" y="4443"/>
                </a:cubicBezTo>
                <a:cubicBezTo>
                  <a:pt x="28614" y="4390"/>
                  <a:pt x="28710" y="4340"/>
                  <a:pt x="28791" y="4492"/>
                </a:cubicBezTo>
                <a:cubicBezTo>
                  <a:pt x="28264" y="5158"/>
                  <a:pt x="27727" y="5836"/>
                  <a:pt x="27192" y="6513"/>
                </a:cubicBezTo>
                <a:cubicBezTo>
                  <a:pt x="27065" y="6677"/>
                  <a:pt x="26922" y="6832"/>
                  <a:pt x="26819" y="7009"/>
                </a:cubicBezTo>
                <a:cubicBezTo>
                  <a:pt x="26664" y="7278"/>
                  <a:pt x="26598" y="7546"/>
                  <a:pt x="26681" y="7880"/>
                </a:cubicBezTo>
                <a:cubicBezTo>
                  <a:pt x="26921" y="8847"/>
                  <a:pt x="26940" y="9820"/>
                  <a:pt x="26550" y="10769"/>
                </a:cubicBezTo>
                <a:lnTo>
                  <a:pt x="26568" y="10749"/>
                </a:lnTo>
                <a:cubicBezTo>
                  <a:pt x="26448" y="10814"/>
                  <a:pt x="26309" y="10859"/>
                  <a:pt x="26209" y="10945"/>
                </a:cubicBezTo>
                <a:cubicBezTo>
                  <a:pt x="25974" y="11152"/>
                  <a:pt x="25787" y="11420"/>
                  <a:pt x="25527" y="11590"/>
                </a:cubicBezTo>
                <a:cubicBezTo>
                  <a:pt x="25064" y="11894"/>
                  <a:pt x="24762" y="12291"/>
                  <a:pt x="24559" y="12772"/>
                </a:cubicBezTo>
                <a:cubicBezTo>
                  <a:pt x="24533" y="12832"/>
                  <a:pt x="24484" y="12887"/>
                  <a:pt x="24436" y="12934"/>
                </a:cubicBezTo>
                <a:cubicBezTo>
                  <a:pt x="24417" y="12955"/>
                  <a:pt x="24364" y="12967"/>
                  <a:pt x="24338" y="12956"/>
                </a:cubicBezTo>
                <a:cubicBezTo>
                  <a:pt x="24283" y="12933"/>
                  <a:pt x="24229" y="12898"/>
                  <a:pt x="24186" y="12857"/>
                </a:cubicBezTo>
                <a:cubicBezTo>
                  <a:pt x="24165" y="12838"/>
                  <a:pt x="24176" y="12791"/>
                  <a:pt x="24170" y="12759"/>
                </a:cubicBezTo>
                <a:cubicBezTo>
                  <a:pt x="24086" y="12353"/>
                  <a:pt x="24049" y="12290"/>
                  <a:pt x="23751" y="12338"/>
                </a:cubicBezTo>
                <a:cubicBezTo>
                  <a:pt x="23093" y="12444"/>
                  <a:pt x="22469" y="12286"/>
                  <a:pt x="21841" y="12159"/>
                </a:cubicBezTo>
                <a:cubicBezTo>
                  <a:pt x="21491" y="12090"/>
                  <a:pt x="21155" y="11951"/>
                  <a:pt x="20804" y="11902"/>
                </a:cubicBezTo>
                <a:cubicBezTo>
                  <a:pt x="19794" y="11762"/>
                  <a:pt x="18910" y="11298"/>
                  <a:pt x="17993" y="10929"/>
                </a:cubicBezTo>
                <a:cubicBezTo>
                  <a:pt x="17075" y="10561"/>
                  <a:pt x="16211" y="10073"/>
                  <a:pt x="15301" y="9680"/>
                </a:cubicBezTo>
                <a:cubicBezTo>
                  <a:pt x="14441" y="9308"/>
                  <a:pt x="13711" y="8787"/>
                  <a:pt x="13045" y="8159"/>
                </a:cubicBezTo>
                <a:cubicBezTo>
                  <a:pt x="12482" y="7630"/>
                  <a:pt x="11859" y="7176"/>
                  <a:pt x="11053" y="7017"/>
                </a:cubicBezTo>
                <a:cubicBezTo>
                  <a:pt x="10879" y="6984"/>
                  <a:pt x="10714" y="6912"/>
                  <a:pt x="10546" y="6852"/>
                </a:cubicBezTo>
                <a:cubicBezTo>
                  <a:pt x="10247" y="6743"/>
                  <a:pt x="9953" y="6618"/>
                  <a:pt x="9621" y="6718"/>
                </a:cubicBezTo>
                <a:cubicBezTo>
                  <a:pt x="9351" y="7077"/>
                  <a:pt x="9799" y="7311"/>
                  <a:pt x="9803" y="7620"/>
                </a:cubicBezTo>
                <a:cubicBezTo>
                  <a:pt x="9595" y="7733"/>
                  <a:pt x="9460" y="7629"/>
                  <a:pt x="9337" y="7496"/>
                </a:cubicBezTo>
                <a:cubicBezTo>
                  <a:pt x="9162" y="7308"/>
                  <a:pt x="9140" y="7068"/>
                  <a:pt x="9093" y="6834"/>
                </a:cubicBezTo>
                <a:cubicBezTo>
                  <a:pt x="9069" y="6712"/>
                  <a:pt x="8900" y="6644"/>
                  <a:pt x="8748" y="6668"/>
                </a:cubicBezTo>
                <a:cubicBezTo>
                  <a:pt x="8497" y="6708"/>
                  <a:pt x="8270" y="6776"/>
                  <a:pt x="8176" y="7081"/>
                </a:cubicBezTo>
                <a:cubicBezTo>
                  <a:pt x="8276" y="7200"/>
                  <a:pt x="8399" y="7321"/>
                  <a:pt x="8493" y="7460"/>
                </a:cubicBezTo>
                <a:cubicBezTo>
                  <a:pt x="8650" y="7686"/>
                  <a:pt x="8792" y="7920"/>
                  <a:pt x="8929" y="8155"/>
                </a:cubicBezTo>
                <a:cubicBezTo>
                  <a:pt x="8941" y="8178"/>
                  <a:pt x="8869" y="8252"/>
                  <a:pt x="8826" y="8289"/>
                </a:cubicBezTo>
                <a:cubicBezTo>
                  <a:pt x="8805" y="8307"/>
                  <a:pt x="8750" y="8309"/>
                  <a:pt x="8723" y="8296"/>
                </a:cubicBezTo>
                <a:cubicBezTo>
                  <a:pt x="8631" y="8247"/>
                  <a:pt x="8529" y="8203"/>
                  <a:pt x="8462" y="8132"/>
                </a:cubicBezTo>
                <a:cubicBezTo>
                  <a:pt x="8249" y="7905"/>
                  <a:pt x="8054" y="7661"/>
                  <a:pt x="7845" y="7431"/>
                </a:cubicBezTo>
                <a:cubicBezTo>
                  <a:pt x="7749" y="7323"/>
                  <a:pt x="7567" y="7321"/>
                  <a:pt x="7466" y="7423"/>
                </a:cubicBezTo>
                <a:cubicBezTo>
                  <a:pt x="6898" y="7988"/>
                  <a:pt x="6356" y="8575"/>
                  <a:pt x="5908" y="9231"/>
                </a:cubicBezTo>
                <a:cubicBezTo>
                  <a:pt x="5837" y="9334"/>
                  <a:pt x="5697" y="9414"/>
                  <a:pt x="5771" y="9572"/>
                </a:cubicBezTo>
                <a:cubicBezTo>
                  <a:pt x="5976" y="9539"/>
                  <a:pt x="6179" y="9492"/>
                  <a:pt x="6383" y="9481"/>
                </a:cubicBezTo>
                <a:cubicBezTo>
                  <a:pt x="6573" y="9470"/>
                  <a:pt x="6717" y="9569"/>
                  <a:pt x="6825" y="9722"/>
                </a:cubicBezTo>
                <a:cubicBezTo>
                  <a:pt x="6934" y="9874"/>
                  <a:pt x="6977" y="10082"/>
                  <a:pt x="6892" y="10083"/>
                </a:cubicBezTo>
                <a:cubicBezTo>
                  <a:pt x="6793" y="10084"/>
                  <a:pt x="6659" y="10085"/>
                  <a:pt x="6601" y="10030"/>
                </a:cubicBezTo>
                <a:cubicBezTo>
                  <a:pt x="6347" y="9790"/>
                  <a:pt x="6083" y="9861"/>
                  <a:pt x="5807" y="9961"/>
                </a:cubicBezTo>
                <a:cubicBezTo>
                  <a:pt x="5578" y="10046"/>
                  <a:pt x="5553" y="10106"/>
                  <a:pt x="5580" y="10437"/>
                </a:cubicBezTo>
                <a:cubicBezTo>
                  <a:pt x="5584" y="10491"/>
                  <a:pt x="5533" y="10547"/>
                  <a:pt x="5505" y="10608"/>
                </a:cubicBezTo>
                <a:cubicBezTo>
                  <a:pt x="5311" y="10537"/>
                  <a:pt x="5114" y="10468"/>
                  <a:pt x="4899" y="10391"/>
                </a:cubicBezTo>
                <a:cubicBezTo>
                  <a:pt x="4807" y="10519"/>
                  <a:pt x="4685" y="10620"/>
                  <a:pt x="4659" y="10739"/>
                </a:cubicBezTo>
                <a:cubicBezTo>
                  <a:pt x="4601" y="11006"/>
                  <a:pt x="4591" y="11283"/>
                  <a:pt x="4301" y="11444"/>
                </a:cubicBezTo>
                <a:cubicBezTo>
                  <a:pt x="4293" y="11448"/>
                  <a:pt x="4364" y="11550"/>
                  <a:pt x="4370" y="11609"/>
                </a:cubicBezTo>
                <a:cubicBezTo>
                  <a:pt x="4386" y="11766"/>
                  <a:pt x="4277" y="11900"/>
                  <a:pt x="4148" y="11881"/>
                </a:cubicBezTo>
                <a:cubicBezTo>
                  <a:pt x="3869" y="11843"/>
                  <a:pt x="3592" y="11797"/>
                  <a:pt x="3298" y="11751"/>
                </a:cubicBezTo>
                <a:cubicBezTo>
                  <a:pt x="3128" y="11893"/>
                  <a:pt x="2953" y="12010"/>
                  <a:pt x="2810" y="12158"/>
                </a:cubicBezTo>
                <a:cubicBezTo>
                  <a:pt x="2351" y="12632"/>
                  <a:pt x="1913" y="13124"/>
                  <a:pt x="1449" y="13593"/>
                </a:cubicBezTo>
                <a:cubicBezTo>
                  <a:pt x="1143" y="13903"/>
                  <a:pt x="1121" y="14248"/>
                  <a:pt x="1233" y="14629"/>
                </a:cubicBezTo>
                <a:cubicBezTo>
                  <a:pt x="1255" y="14705"/>
                  <a:pt x="1429" y="14782"/>
                  <a:pt x="1496" y="14737"/>
                </a:cubicBezTo>
                <a:cubicBezTo>
                  <a:pt x="1610" y="14660"/>
                  <a:pt x="1727" y="14585"/>
                  <a:pt x="1830" y="14495"/>
                </a:cubicBezTo>
                <a:cubicBezTo>
                  <a:pt x="2145" y="14221"/>
                  <a:pt x="2451" y="13937"/>
                  <a:pt x="2769" y="13665"/>
                </a:cubicBezTo>
                <a:cubicBezTo>
                  <a:pt x="2810" y="13630"/>
                  <a:pt x="2899" y="13644"/>
                  <a:pt x="2966" y="13638"/>
                </a:cubicBezTo>
                <a:cubicBezTo>
                  <a:pt x="3045" y="13633"/>
                  <a:pt x="3066" y="13816"/>
                  <a:pt x="2990" y="13903"/>
                </a:cubicBezTo>
                <a:cubicBezTo>
                  <a:pt x="2741" y="14191"/>
                  <a:pt x="2482" y="14472"/>
                  <a:pt x="2240" y="14763"/>
                </a:cubicBezTo>
                <a:cubicBezTo>
                  <a:pt x="2182" y="14833"/>
                  <a:pt x="2172" y="14938"/>
                  <a:pt x="2145" y="15011"/>
                </a:cubicBezTo>
                <a:cubicBezTo>
                  <a:pt x="2192" y="15064"/>
                  <a:pt x="2208" y="15101"/>
                  <a:pt x="2237" y="15111"/>
                </a:cubicBezTo>
                <a:cubicBezTo>
                  <a:pt x="2963" y="15390"/>
                  <a:pt x="3688" y="15666"/>
                  <a:pt x="4414" y="15941"/>
                </a:cubicBezTo>
                <a:cubicBezTo>
                  <a:pt x="4676" y="15879"/>
                  <a:pt x="4772" y="16047"/>
                  <a:pt x="4905" y="16219"/>
                </a:cubicBezTo>
                <a:cubicBezTo>
                  <a:pt x="5049" y="16407"/>
                  <a:pt x="5256" y="16554"/>
                  <a:pt x="5445" y="16708"/>
                </a:cubicBezTo>
                <a:cubicBezTo>
                  <a:pt x="5487" y="16742"/>
                  <a:pt x="5569" y="16729"/>
                  <a:pt x="5670" y="16742"/>
                </a:cubicBezTo>
                <a:cubicBezTo>
                  <a:pt x="5727" y="16635"/>
                  <a:pt x="5806" y="16522"/>
                  <a:pt x="5853" y="16398"/>
                </a:cubicBezTo>
                <a:cubicBezTo>
                  <a:pt x="6071" y="15824"/>
                  <a:pt x="6277" y="15246"/>
                  <a:pt x="6495" y="14674"/>
                </a:cubicBezTo>
                <a:cubicBezTo>
                  <a:pt x="6515" y="14625"/>
                  <a:pt x="6594" y="14571"/>
                  <a:pt x="6650" y="14567"/>
                </a:cubicBezTo>
                <a:cubicBezTo>
                  <a:pt x="6689" y="14565"/>
                  <a:pt x="6763" y="14638"/>
                  <a:pt x="6772" y="14685"/>
                </a:cubicBezTo>
                <a:cubicBezTo>
                  <a:pt x="6840" y="15030"/>
                  <a:pt x="6749" y="15354"/>
                  <a:pt x="6625" y="15679"/>
                </a:cubicBezTo>
                <a:cubicBezTo>
                  <a:pt x="6455" y="16120"/>
                  <a:pt x="6304" y="16569"/>
                  <a:pt x="6159" y="16975"/>
                </a:cubicBezTo>
                <a:cubicBezTo>
                  <a:pt x="6725" y="17963"/>
                  <a:pt x="7742" y="19256"/>
                  <a:pt x="8224" y="19594"/>
                </a:cubicBezTo>
                <a:cubicBezTo>
                  <a:pt x="8410" y="19287"/>
                  <a:pt x="8595" y="18983"/>
                  <a:pt x="8837" y="18586"/>
                </a:cubicBezTo>
                <a:cubicBezTo>
                  <a:pt x="8862" y="18896"/>
                  <a:pt x="8877" y="19096"/>
                  <a:pt x="8893" y="19295"/>
                </a:cubicBezTo>
                <a:cubicBezTo>
                  <a:pt x="8702" y="19527"/>
                  <a:pt x="8511" y="19759"/>
                  <a:pt x="8329" y="19980"/>
                </a:cubicBezTo>
                <a:cubicBezTo>
                  <a:pt x="8882" y="21241"/>
                  <a:pt x="8882" y="21241"/>
                  <a:pt x="9286" y="21554"/>
                </a:cubicBezTo>
                <a:cubicBezTo>
                  <a:pt x="9291" y="21258"/>
                  <a:pt x="9306" y="20993"/>
                  <a:pt x="9295" y="20730"/>
                </a:cubicBezTo>
                <a:cubicBezTo>
                  <a:pt x="9291" y="20634"/>
                  <a:pt x="9259" y="20509"/>
                  <a:pt x="9190" y="20454"/>
                </a:cubicBezTo>
                <a:cubicBezTo>
                  <a:pt x="8972" y="20283"/>
                  <a:pt x="8894" y="20099"/>
                  <a:pt x="9015" y="19844"/>
                </a:cubicBezTo>
                <a:cubicBezTo>
                  <a:pt x="9118" y="19628"/>
                  <a:pt x="8950" y="19461"/>
                  <a:pt x="8871" y="19281"/>
                </a:cubicBezTo>
                <a:cubicBezTo>
                  <a:pt x="8905" y="19289"/>
                  <a:pt x="8940" y="19296"/>
                  <a:pt x="8976" y="19300"/>
                </a:cubicBezTo>
                <a:cubicBezTo>
                  <a:pt x="9319" y="19340"/>
                  <a:pt x="9401" y="19395"/>
                  <a:pt x="9402" y="19614"/>
                </a:cubicBezTo>
                <a:cubicBezTo>
                  <a:pt x="9403" y="19814"/>
                  <a:pt x="9322" y="20011"/>
                  <a:pt x="9443" y="20208"/>
                </a:cubicBezTo>
                <a:cubicBezTo>
                  <a:pt x="9784" y="20762"/>
                  <a:pt x="9757" y="21377"/>
                  <a:pt x="9762" y="21987"/>
                </a:cubicBezTo>
                <a:cubicBezTo>
                  <a:pt x="9763" y="22223"/>
                  <a:pt x="9733" y="22460"/>
                  <a:pt x="9728" y="22696"/>
                </a:cubicBezTo>
                <a:cubicBezTo>
                  <a:pt x="9720" y="22977"/>
                  <a:pt x="9826" y="23228"/>
                  <a:pt x="10010" y="23444"/>
                </a:cubicBezTo>
                <a:cubicBezTo>
                  <a:pt x="10039" y="23479"/>
                  <a:pt x="10153" y="23495"/>
                  <a:pt x="10195" y="23470"/>
                </a:cubicBezTo>
                <a:cubicBezTo>
                  <a:pt x="10282" y="23418"/>
                  <a:pt x="10362" y="23341"/>
                  <a:pt x="10421" y="23260"/>
                </a:cubicBezTo>
                <a:cubicBezTo>
                  <a:pt x="10855" y="22681"/>
                  <a:pt x="11282" y="22097"/>
                  <a:pt x="11717" y="21519"/>
                </a:cubicBezTo>
                <a:cubicBezTo>
                  <a:pt x="11736" y="21493"/>
                  <a:pt x="11825" y="21517"/>
                  <a:pt x="11904" y="21517"/>
                </a:cubicBezTo>
                <a:cubicBezTo>
                  <a:pt x="11875" y="21618"/>
                  <a:pt x="11870" y="21723"/>
                  <a:pt x="11820" y="21802"/>
                </a:cubicBezTo>
                <a:cubicBezTo>
                  <a:pt x="11511" y="22296"/>
                  <a:pt x="11190" y="22786"/>
                  <a:pt x="10876" y="23278"/>
                </a:cubicBezTo>
                <a:cubicBezTo>
                  <a:pt x="10747" y="23480"/>
                  <a:pt x="10613" y="23681"/>
                  <a:pt x="10503" y="23893"/>
                </a:cubicBezTo>
                <a:cubicBezTo>
                  <a:pt x="10389" y="24110"/>
                  <a:pt x="10345" y="24348"/>
                  <a:pt x="10416" y="24584"/>
                </a:cubicBezTo>
                <a:cubicBezTo>
                  <a:pt x="10612" y="25235"/>
                  <a:pt x="10894" y="25849"/>
                  <a:pt x="11308" y="26471"/>
                </a:cubicBezTo>
                <a:cubicBezTo>
                  <a:pt x="11699" y="25984"/>
                  <a:pt x="11769" y="25381"/>
                  <a:pt x="12193" y="24969"/>
                </a:cubicBezTo>
                <a:cubicBezTo>
                  <a:pt x="12237" y="25028"/>
                  <a:pt x="12280" y="25064"/>
                  <a:pt x="12274" y="25082"/>
                </a:cubicBezTo>
                <a:cubicBezTo>
                  <a:pt x="12017" y="25710"/>
                  <a:pt x="11754" y="26336"/>
                  <a:pt x="11476" y="26997"/>
                </a:cubicBezTo>
                <a:cubicBezTo>
                  <a:pt x="11724" y="27573"/>
                  <a:pt x="11977" y="28168"/>
                  <a:pt x="12237" y="28760"/>
                </a:cubicBezTo>
                <a:cubicBezTo>
                  <a:pt x="12274" y="28844"/>
                  <a:pt x="12352" y="28912"/>
                  <a:pt x="12440" y="29024"/>
                </a:cubicBezTo>
                <a:cubicBezTo>
                  <a:pt x="12544" y="28900"/>
                  <a:pt x="12639" y="28802"/>
                  <a:pt x="12714" y="28694"/>
                </a:cubicBezTo>
                <a:cubicBezTo>
                  <a:pt x="12911" y="28413"/>
                  <a:pt x="13093" y="28123"/>
                  <a:pt x="13294" y="27845"/>
                </a:cubicBezTo>
                <a:cubicBezTo>
                  <a:pt x="13347" y="27773"/>
                  <a:pt x="13455" y="27721"/>
                  <a:pt x="13510" y="27895"/>
                </a:cubicBezTo>
                <a:cubicBezTo>
                  <a:pt x="13388" y="28118"/>
                  <a:pt x="13251" y="28355"/>
                  <a:pt x="13128" y="28598"/>
                </a:cubicBezTo>
                <a:cubicBezTo>
                  <a:pt x="12788" y="29269"/>
                  <a:pt x="12639" y="29939"/>
                  <a:pt x="13117" y="30618"/>
                </a:cubicBezTo>
                <a:cubicBezTo>
                  <a:pt x="13215" y="30757"/>
                  <a:pt x="13259" y="30929"/>
                  <a:pt x="13349" y="31074"/>
                </a:cubicBezTo>
                <a:cubicBezTo>
                  <a:pt x="13560" y="31423"/>
                  <a:pt x="13786" y="31766"/>
                  <a:pt x="13993" y="32117"/>
                </a:cubicBezTo>
                <a:cubicBezTo>
                  <a:pt x="14248" y="32548"/>
                  <a:pt x="14642" y="32906"/>
                  <a:pt x="15135" y="33146"/>
                </a:cubicBezTo>
                <a:cubicBezTo>
                  <a:pt x="15903" y="31535"/>
                  <a:pt x="15903" y="31535"/>
                  <a:pt x="16301" y="31153"/>
                </a:cubicBezTo>
                <a:cubicBezTo>
                  <a:pt x="16396" y="31315"/>
                  <a:pt x="16366" y="31483"/>
                  <a:pt x="16319" y="31645"/>
                </a:cubicBezTo>
                <a:cubicBezTo>
                  <a:pt x="16270" y="31809"/>
                  <a:pt x="16196" y="31964"/>
                  <a:pt x="16150" y="32128"/>
                </a:cubicBezTo>
                <a:cubicBezTo>
                  <a:pt x="16109" y="32273"/>
                  <a:pt x="15948" y="32419"/>
                  <a:pt x="16147" y="32600"/>
                </a:cubicBezTo>
                <a:cubicBezTo>
                  <a:pt x="16424" y="32463"/>
                  <a:pt x="16702" y="32313"/>
                  <a:pt x="16991" y="32190"/>
                </a:cubicBezTo>
                <a:cubicBezTo>
                  <a:pt x="17150" y="32122"/>
                  <a:pt x="17330" y="32091"/>
                  <a:pt x="17504" y="32057"/>
                </a:cubicBezTo>
                <a:cubicBezTo>
                  <a:pt x="17662" y="32026"/>
                  <a:pt x="17874" y="32206"/>
                  <a:pt x="17861" y="32358"/>
                </a:cubicBezTo>
                <a:cubicBezTo>
                  <a:pt x="17847" y="32527"/>
                  <a:pt x="17833" y="32697"/>
                  <a:pt x="17791" y="32859"/>
                </a:cubicBezTo>
                <a:cubicBezTo>
                  <a:pt x="17713" y="33153"/>
                  <a:pt x="17608" y="33441"/>
                  <a:pt x="17530" y="33737"/>
                </a:cubicBezTo>
                <a:cubicBezTo>
                  <a:pt x="17463" y="33989"/>
                  <a:pt x="17617" y="34216"/>
                  <a:pt x="17904" y="34249"/>
                </a:cubicBezTo>
                <a:cubicBezTo>
                  <a:pt x="18334" y="34300"/>
                  <a:pt x="18741" y="34370"/>
                  <a:pt x="19052" y="34704"/>
                </a:cubicBezTo>
                <a:cubicBezTo>
                  <a:pt x="19149" y="34809"/>
                  <a:pt x="19425" y="34746"/>
                  <a:pt x="19541" y="34630"/>
                </a:cubicBezTo>
                <a:cubicBezTo>
                  <a:pt x="19614" y="34557"/>
                  <a:pt x="19688" y="34484"/>
                  <a:pt x="19752" y="34402"/>
                </a:cubicBezTo>
                <a:cubicBezTo>
                  <a:pt x="20424" y="33511"/>
                  <a:pt x="20897" y="32532"/>
                  <a:pt x="21205" y="31478"/>
                </a:cubicBezTo>
                <a:cubicBezTo>
                  <a:pt x="21254" y="31309"/>
                  <a:pt x="21266" y="31153"/>
                  <a:pt x="21193" y="30985"/>
                </a:cubicBezTo>
                <a:cubicBezTo>
                  <a:pt x="21139" y="30863"/>
                  <a:pt x="21098" y="30728"/>
                  <a:pt x="21093" y="30597"/>
                </a:cubicBezTo>
                <a:cubicBezTo>
                  <a:pt x="21087" y="30418"/>
                  <a:pt x="21189" y="30279"/>
                  <a:pt x="21354" y="30185"/>
                </a:cubicBezTo>
                <a:cubicBezTo>
                  <a:pt x="21517" y="30094"/>
                  <a:pt x="21754" y="30182"/>
                  <a:pt x="21774" y="30340"/>
                </a:cubicBezTo>
                <a:cubicBezTo>
                  <a:pt x="21817" y="30683"/>
                  <a:pt x="21762" y="31006"/>
                  <a:pt x="21641" y="31334"/>
                </a:cubicBezTo>
                <a:cubicBezTo>
                  <a:pt x="21499" y="31715"/>
                  <a:pt x="21407" y="32112"/>
                  <a:pt x="21298" y="32505"/>
                </a:cubicBezTo>
                <a:cubicBezTo>
                  <a:pt x="21231" y="32745"/>
                  <a:pt x="21290" y="32975"/>
                  <a:pt x="21388" y="33197"/>
                </a:cubicBezTo>
                <a:cubicBezTo>
                  <a:pt x="21544" y="33549"/>
                  <a:pt x="21997" y="33652"/>
                  <a:pt x="22268" y="33388"/>
                </a:cubicBezTo>
                <a:cubicBezTo>
                  <a:pt x="22390" y="33268"/>
                  <a:pt x="22511" y="33136"/>
                  <a:pt x="22589" y="32987"/>
                </a:cubicBezTo>
                <a:cubicBezTo>
                  <a:pt x="22910" y="32381"/>
                  <a:pt x="23233" y="31774"/>
                  <a:pt x="23270" y="31078"/>
                </a:cubicBezTo>
                <a:cubicBezTo>
                  <a:pt x="23285" y="30794"/>
                  <a:pt x="23392" y="30553"/>
                  <a:pt x="23623" y="30364"/>
                </a:cubicBezTo>
                <a:cubicBezTo>
                  <a:pt x="23676" y="30320"/>
                  <a:pt x="23735" y="30274"/>
                  <a:pt x="23769" y="30217"/>
                </a:cubicBezTo>
                <a:cubicBezTo>
                  <a:pt x="24090" y="29696"/>
                  <a:pt x="24638" y="29307"/>
                  <a:pt x="24776" y="28678"/>
                </a:cubicBezTo>
                <a:close/>
                <a:moveTo>
                  <a:pt x="17323" y="32507"/>
                </a:moveTo>
                <a:cubicBezTo>
                  <a:pt x="17010" y="32466"/>
                  <a:pt x="16860" y="32620"/>
                  <a:pt x="16690" y="32728"/>
                </a:cubicBezTo>
                <a:cubicBezTo>
                  <a:pt x="16482" y="32858"/>
                  <a:pt x="16279" y="32993"/>
                  <a:pt x="16078" y="33129"/>
                </a:cubicBezTo>
                <a:cubicBezTo>
                  <a:pt x="15923" y="33233"/>
                  <a:pt x="15642" y="33204"/>
                  <a:pt x="15654" y="33487"/>
                </a:cubicBezTo>
                <a:cubicBezTo>
                  <a:pt x="15918" y="33731"/>
                  <a:pt x="16255" y="33819"/>
                  <a:pt x="16619" y="33947"/>
                </a:cubicBezTo>
                <a:cubicBezTo>
                  <a:pt x="16917" y="33494"/>
                  <a:pt x="17204" y="33080"/>
                  <a:pt x="17323" y="32507"/>
                </a:cubicBezTo>
                <a:close/>
                <a:moveTo>
                  <a:pt x="25550" y="3571"/>
                </a:moveTo>
                <a:cubicBezTo>
                  <a:pt x="25343" y="3427"/>
                  <a:pt x="25138" y="3448"/>
                  <a:pt x="24952" y="3562"/>
                </a:cubicBezTo>
                <a:cubicBezTo>
                  <a:pt x="24756" y="3680"/>
                  <a:pt x="24698" y="3874"/>
                  <a:pt x="24705" y="4086"/>
                </a:cubicBezTo>
                <a:cubicBezTo>
                  <a:pt x="24708" y="4152"/>
                  <a:pt x="24713" y="4224"/>
                  <a:pt x="24742" y="4280"/>
                </a:cubicBezTo>
                <a:cubicBezTo>
                  <a:pt x="24772" y="4334"/>
                  <a:pt x="24830" y="4374"/>
                  <a:pt x="24886" y="4410"/>
                </a:cubicBezTo>
                <a:cubicBezTo>
                  <a:pt x="24905" y="4421"/>
                  <a:pt x="24955" y="4409"/>
                  <a:pt x="24976" y="4391"/>
                </a:cubicBezTo>
                <a:cubicBezTo>
                  <a:pt x="25235" y="4160"/>
                  <a:pt x="25445" y="3897"/>
                  <a:pt x="25550" y="35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7"/>
          <p:cNvSpPr/>
          <p:nvPr/>
        </p:nvSpPr>
        <p:spPr>
          <a:xfrm>
            <a:off x="2637512" y="2948523"/>
            <a:ext cx="780367" cy="733864"/>
          </a:xfrm>
          <a:custGeom>
            <a:rect b="b" l="l" r="r" t="t"/>
            <a:pathLst>
              <a:path extrusionOk="0" h="21778" w="23158">
                <a:moveTo>
                  <a:pt x="11379" y="107"/>
                </a:moveTo>
                <a:cubicBezTo>
                  <a:pt x="12238" y="120"/>
                  <a:pt x="12918" y="134"/>
                  <a:pt x="13579" y="314"/>
                </a:cubicBezTo>
                <a:cubicBezTo>
                  <a:pt x="13922" y="408"/>
                  <a:pt x="14277" y="478"/>
                  <a:pt x="14601" y="613"/>
                </a:cubicBezTo>
                <a:cubicBezTo>
                  <a:pt x="15749" y="1088"/>
                  <a:pt x="16935" y="1458"/>
                  <a:pt x="18134" y="1792"/>
                </a:cubicBezTo>
                <a:cubicBezTo>
                  <a:pt x="18271" y="1831"/>
                  <a:pt x="18409" y="1876"/>
                  <a:pt x="18530" y="1945"/>
                </a:cubicBezTo>
                <a:cubicBezTo>
                  <a:pt x="19214" y="2323"/>
                  <a:pt x="19960" y="2559"/>
                  <a:pt x="20699" y="2816"/>
                </a:cubicBezTo>
                <a:cubicBezTo>
                  <a:pt x="21446" y="3078"/>
                  <a:pt x="22101" y="3485"/>
                  <a:pt x="22662" y="4026"/>
                </a:cubicBezTo>
                <a:cubicBezTo>
                  <a:pt x="22925" y="4279"/>
                  <a:pt x="23084" y="4572"/>
                  <a:pt x="23077" y="4933"/>
                </a:cubicBezTo>
                <a:cubicBezTo>
                  <a:pt x="23063" y="5641"/>
                  <a:pt x="23157" y="6351"/>
                  <a:pt x="22894" y="7048"/>
                </a:cubicBezTo>
                <a:cubicBezTo>
                  <a:pt x="22758" y="7410"/>
                  <a:pt x="22599" y="7735"/>
                  <a:pt x="22313" y="8004"/>
                </a:cubicBezTo>
                <a:cubicBezTo>
                  <a:pt x="22162" y="8149"/>
                  <a:pt x="22013" y="8296"/>
                  <a:pt x="21869" y="8447"/>
                </a:cubicBezTo>
                <a:cubicBezTo>
                  <a:pt x="21463" y="8880"/>
                  <a:pt x="21122" y="9356"/>
                  <a:pt x="20845" y="9873"/>
                </a:cubicBezTo>
                <a:cubicBezTo>
                  <a:pt x="20598" y="10332"/>
                  <a:pt x="20440" y="10814"/>
                  <a:pt x="20435" y="11333"/>
                </a:cubicBezTo>
                <a:cubicBezTo>
                  <a:pt x="20431" y="11673"/>
                  <a:pt x="20422" y="12012"/>
                  <a:pt x="20421" y="12351"/>
                </a:cubicBezTo>
                <a:cubicBezTo>
                  <a:pt x="20414" y="14251"/>
                  <a:pt x="20393" y="16150"/>
                  <a:pt x="20412" y="18050"/>
                </a:cubicBezTo>
                <a:cubicBezTo>
                  <a:pt x="20421" y="18954"/>
                  <a:pt x="20179" y="19796"/>
                  <a:pt x="19838" y="20618"/>
                </a:cubicBezTo>
                <a:cubicBezTo>
                  <a:pt x="19513" y="21400"/>
                  <a:pt x="18844" y="21777"/>
                  <a:pt x="17972" y="21686"/>
                </a:cubicBezTo>
                <a:cubicBezTo>
                  <a:pt x="17331" y="21619"/>
                  <a:pt x="16709" y="21456"/>
                  <a:pt x="16101" y="21248"/>
                </a:cubicBezTo>
                <a:cubicBezTo>
                  <a:pt x="15208" y="20947"/>
                  <a:pt x="14595" y="20350"/>
                  <a:pt x="14148" y="19589"/>
                </a:cubicBezTo>
                <a:cubicBezTo>
                  <a:pt x="13818" y="19026"/>
                  <a:pt x="13528" y="18442"/>
                  <a:pt x="13229" y="17863"/>
                </a:cubicBezTo>
                <a:cubicBezTo>
                  <a:pt x="12884" y="17193"/>
                  <a:pt x="12557" y="16515"/>
                  <a:pt x="12208" y="15847"/>
                </a:cubicBezTo>
                <a:cubicBezTo>
                  <a:pt x="12050" y="15544"/>
                  <a:pt x="11904" y="15236"/>
                  <a:pt x="11605" y="15016"/>
                </a:cubicBezTo>
                <a:cubicBezTo>
                  <a:pt x="11502" y="14942"/>
                  <a:pt x="11463" y="14794"/>
                  <a:pt x="11381" y="14689"/>
                </a:cubicBezTo>
                <a:cubicBezTo>
                  <a:pt x="11090" y="14305"/>
                  <a:pt x="10807" y="13914"/>
                  <a:pt x="10489" y="13550"/>
                </a:cubicBezTo>
                <a:cubicBezTo>
                  <a:pt x="10357" y="13399"/>
                  <a:pt x="10159" y="13289"/>
                  <a:pt x="9970" y="13202"/>
                </a:cubicBezTo>
                <a:cubicBezTo>
                  <a:pt x="9454" y="12963"/>
                  <a:pt x="8916" y="12800"/>
                  <a:pt x="8333" y="12749"/>
                </a:cubicBezTo>
                <a:cubicBezTo>
                  <a:pt x="6870" y="12618"/>
                  <a:pt x="5439" y="12317"/>
                  <a:pt x="4036" y="11897"/>
                </a:cubicBezTo>
                <a:cubicBezTo>
                  <a:pt x="3334" y="11686"/>
                  <a:pt x="2621" y="11756"/>
                  <a:pt x="1910" y="11834"/>
                </a:cubicBezTo>
                <a:cubicBezTo>
                  <a:pt x="1627" y="11865"/>
                  <a:pt x="1348" y="11937"/>
                  <a:pt x="1065" y="11962"/>
                </a:cubicBezTo>
                <a:cubicBezTo>
                  <a:pt x="474" y="12018"/>
                  <a:pt x="88" y="11577"/>
                  <a:pt x="40" y="11129"/>
                </a:cubicBezTo>
                <a:cubicBezTo>
                  <a:pt x="14" y="10894"/>
                  <a:pt x="1" y="10645"/>
                  <a:pt x="62" y="10420"/>
                </a:cubicBezTo>
                <a:cubicBezTo>
                  <a:pt x="292" y="9570"/>
                  <a:pt x="460" y="8695"/>
                  <a:pt x="1026" y="7959"/>
                </a:cubicBezTo>
                <a:cubicBezTo>
                  <a:pt x="1149" y="7799"/>
                  <a:pt x="1218" y="7598"/>
                  <a:pt x="1314" y="7418"/>
                </a:cubicBezTo>
                <a:cubicBezTo>
                  <a:pt x="1378" y="7299"/>
                  <a:pt x="1427" y="7166"/>
                  <a:pt x="1518" y="7070"/>
                </a:cubicBezTo>
                <a:cubicBezTo>
                  <a:pt x="2210" y="6331"/>
                  <a:pt x="2763" y="5504"/>
                  <a:pt x="3228" y="4622"/>
                </a:cubicBezTo>
                <a:cubicBezTo>
                  <a:pt x="3320" y="4447"/>
                  <a:pt x="3476" y="4301"/>
                  <a:pt x="3602" y="4143"/>
                </a:cubicBezTo>
                <a:cubicBezTo>
                  <a:pt x="4041" y="4166"/>
                  <a:pt x="4200" y="3820"/>
                  <a:pt x="4430" y="3573"/>
                </a:cubicBezTo>
                <a:cubicBezTo>
                  <a:pt x="5363" y="2572"/>
                  <a:pt x="6415" y="1717"/>
                  <a:pt x="7698" y="1139"/>
                </a:cubicBezTo>
                <a:cubicBezTo>
                  <a:pt x="7957" y="1022"/>
                  <a:pt x="8205" y="885"/>
                  <a:pt x="8460" y="764"/>
                </a:cubicBezTo>
                <a:cubicBezTo>
                  <a:pt x="9433" y="300"/>
                  <a:pt x="10447" y="0"/>
                  <a:pt x="11379" y="107"/>
                </a:cubicBezTo>
                <a:close/>
                <a:moveTo>
                  <a:pt x="12510" y="958"/>
                </a:moveTo>
                <a:cubicBezTo>
                  <a:pt x="12369" y="772"/>
                  <a:pt x="12174" y="781"/>
                  <a:pt x="11972" y="825"/>
                </a:cubicBezTo>
                <a:cubicBezTo>
                  <a:pt x="11858" y="848"/>
                  <a:pt x="11822" y="964"/>
                  <a:pt x="11869" y="1148"/>
                </a:cubicBezTo>
                <a:cubicBezTo>
                  <a:pt x="11901" y="1273"/>
                  <a:pt x="11998" y="1270"/>
                  <a:pt x="12099" y="1240"/>
                </a:cubicBezTo>
                <a:cubicBezTo>
                  <a:pt x="12163" y="1221"/>
                  <a:pt x="12222" y="1190"/>
                  <a:pt x="12283" y="1164"/>
                </a:cubicBezTo>
                <a:cubicBezTo>
                  <a:pt x="12150" y="1433"/>
                  <a:pt x="12026" y="1709"/>
                  <a:pt x="11876" y="1970"/>
                </a:cubicBezTo>
                <a:cubicBezTo>
                  <a:pt x="11835" y="2040"/>
                  <a:pt x="11721" y="2096"/>
                  <a:pt x="11631" y="2114"/>
                </a:cubicBezTo>
                <a:cubicBezTo>
                  <a:pt x="11496" y="2141"/>
                  <a:pt x="11456" y="2023"/>
                  <a:pt x="11439" y="1927"/>
                </a:cubicBezTo>
                <a:cubicBezTo>
                  <a:pt x="11403" y="1734"/>
                  <a:pt x="11385" y="1536"/>
                  <a:pt x="11356" y="1301"/>
                </a:cubicBezTo>
                <a:cubicBezTo>
                  <a:pt x="11202" y="1343"/>
                  <a:pt x="11074" y="1380"/>
                  <a:pt x="10947" y="1416"/>
                </a:cubicBezTo>
                <a:cubicBezTo>
                  <a:pt x="11001" y="1260"/>
                  <a:pt x="11063" y="1104"/>
                  <a:pt x="11104" y="943"/>
                </a:cubicBezTo>
                <a:cubicBezTo>
                  <a:pt x="11112" y="916"/>
                  <a:pt x="11026" y="835"/>
                  <a:pt x="10984" y="836"/>
                </a:cubicBezTo>
                <a:cubicBezTo>
                  <a:pt x="10931" y="838"/>
                  <a:pt x="10847" y="886"/>
                  <a:pt x="10834" y="932"/>
                </a:cubicBezTo>
                <a:cubicBezTo>
                  <a:pt x="10776" y="1108"/>
                  <a:pt x="10897" y="1248"/>
                  <a:pt x="10967" y="1397"/>
                </a:cubicBezTo>
                <a:cubicBezTo>
                  <a:pt x="10829" y="1744"/>
                  <a:pt x="10691" y="2091"/>
                  <a:pt x="10548" y="2437"/>
                </a:cubicBezTo>
                <a:cubicBezTo>
                  <a:pt x="10510" y="2527"/>
                  <a:pt x="10340" y="2589"/>
                  <a:pt x="10280" y="2529"/>
                </a:cubicBezTo>
                <a:cubicBezTo>
                  <a:pt x="10214" y="2464"/>
                  <a:pt x="10126" y="2370"/>
                  <a:pt x="10132" y="2295"/>
                </a:cubicBezTo>
                <a:cubicBezTo>
                  <a:pt x="10152" y="2027"/>
                  <a:pt x="10214" y="1762"/>
                  <a:pt x="10249" y="1497"/>
                </a:cubicBezTo>
                <a:cubicBezTo>
                  <a:pt x="10265" y="1365"/>
                  <a:pt x="10270" y="1229"/>
                  <a:pt x="10250" y="1098"/>
                </a:cubicBezTo>
                <a:cubicBezTo>
                  <a:pt x="10244" y="1052"/>
                  <a:pt x="10160" y="992"/>
                  <a:pt x="10103" y="980"/>
                </a:cubicBezTo>
                <a:cubicBezTo>
                  <a:pt x="9830" y="925"/>
                  <a:pt x="9611" y="1055"/>
                  <a:pt x="9573" y="1338"/>
                </a:cubicBezTo>
                <a:cubicBezTo>
                  <a:pt x="9448" y="2226"/>
                  <a:pt x="8869" y="2874"/>
                  <a:pt x="8320" y="3541"/>
                </a:cubicBezTo>
                <a:cubicBezTo>
                  <a:pt x="8298" y="3568"/>
                  <a:pt x="8177" y="3557"/>
                  <a:pt x="8136" y="3525"/>
                </a:cubicBezTo>
                <a:cubicBezTo>
                  <a:pt x="8095" y="3492"/>
                  <a:pt x="8061" y="3393"/>
                  <a:pt x="8082" y="3353"/>
                </a:cubicBezTo>
                <a:cubicBezTo>
                  <a:pt x="8216" y="3115"/>
                  <a:pt x="8369" y="2888"/>
                  <a:pt x="8509" y="2655"/>
                </a:cubicBezTo>
                <a:cubicBezTo>
                  <a:pt x="8739" y="2272"/>
                  <a:pt x="8965" y="1890"/>
                  <a:pt x="9183" y="1502"/>
                </a:cubicBezTo>
                <a:cubicBezTo>
                  <a:pt x="9204" y="1463"/>
                  <a:pt x="9148" y="1386"/>
                  <a:pt x="9117" y="1297"/>
                </a:cubicBezTo>
                <a:cubicBezTo>
                  <a:pt x="8622" y="1394"/>
                  <a:pt x="8221" y="1689"/>
                  <a:pt x="7777" y="1890"/>
                </a:cubicBezTo>
                <a:cubicBezTo>
                  <a:pt x="7167" y="2167"/>
                  <a:pt x="6927" y="2651"/>
                  <a:pt x="6966" y="3290"/>
                </a:cubicBezTo>
                <a:cubicBezTo>
                  <a:pt x="6872" y="3298"/>
                  <a:pt x="6768" y="3320"/>
                  <a:pt x="6665" y="3314"/>
                </a:cubicBezTo>
                <a:cubicBezTo>
                  <a:pt x="6291" y="3293"/>
                  <a:pt x="6050" y="3409"/>
                  <a:pt x="5988" y="3797"/>
                </a:cubicBezTo>
                <a:cubicBezTo>
                  <a:pt x="5951" y="4029"/>
                  <a:pt x="5772" y="4088"/>
                  <a:pt x="5520" y="4106"/>
                </a:cubicBezTo>
                <a:cubicBezTo>
                  <a:pt x="5116" y="4134"/>
                  <a:pt x="4977" y="4297"/>
                  <a:pt x="4984" y="4686"/>
                </a:cubicBezTo>
                <a:cubicBezTo>
                  <a:pt x="4988" y="4910"/>
                  <a:pt x="4928" y="5087"/>
                  <a:pt x="4761" y="5229"/>
                </a:cubicBezTo>
                <a:cubicBezTo>
                  <a:pt x="4576" y="5386"/>
                  <a:pt x="4376" y="5529"/>
                  <a:pt x="4180" y="5677"/>
                </a:cubicBezTo>
                <a:cubicBezTo>
                  <a:pt x="3956" y="5846"/>
                  <a:pt x="3726" y="6005"/>
                  <a:pt x="3507" y="6180"/>
                </a:cubicBezTo>
                <a:cubicBezTo>
                  <a:pt x="3182" y="6439"/>
                  <a:pt x="2864" y="6708"/>
                  <a:pt x="2530" y="6984"/>
                </a:cubicBezTo>
                <a:cubicBezTo>
                  <a:pt x="2527" y="7113"/>
                  <a:pt x="2637" y="7194"/>
                  <a:pt x="2748" y="7284"/>
                </a:cubicBezTo>
                <a:cubicBezTo>
                  <a:pt x="2863" y="7376"/>
                  <a:pt x="3091" y="7393"/>
                  <a:pt x="3037" y="7617"/>
                </a:cubicBezTo>
                <a:cubicBezTo>
                  <a:pt x="2664" y="7746"/>
                  <a:pt x="2300" y="7871"/>
                  <a:pt x="1966" y="7985"/>
                </a:cubicBezTo>
                <a:cubicBezTo>
                  <a:pt x="1180" y="9085"/>
                  <a:pt x="1127" y="9207"/>
                  <a:pt x="1248" y="9622"/>
                </a:cubicBezTo>
                <a:cubicBezTo>
                  <a:pt x="1538" y="9399"/>
                  <a:pt x="1804" y="9176"/>
                  <a:pt x="2091" y="8976"/>
                </a:cubicBezTo>
                <a:cubicBezTo>
                  <a:pt x="2406" y="8756"/>
                  <a:pt x="2736" y="8553"/>
                  <a:pt x="3069" y="8358"/>
                </a:cubicBezTo>
                <a:cubicBezTo>
                  <a:pt x="3122" y="8328"/>
                  <a:pt x="3227" y="8376"/>
                  <a:pt x="3324" y="8390"/>
                </a:cubicBezTo>
                <a:cubicBezTo>
                  <a:pt x="3280" y="8462"/>
                  <a:pt x="3269" y="8498"/>
                  <a:pt x="3243" y="8520"/>
                </a:cubicBezTo>
                <a:cubicBezTo>
                  <a:pt x="2527" y="9129"/>
                  <a:pt x="1791" y="9719"/>
                  <a:pt x="1202" y="10452"/>
                </a:cubicBezTo>
                <a:cubicBezTo>
                  <a:pt x="1122" y="10553"/>
                  <a:pt x="949" y="10603"/>
                  <a:pt x="900" y="10710"/>
                </a:cubicBezTo>
                <a:cubicBezTo>
                  <a:pt x="851" y="10818"/>
                  <a:pt x="877" y="10978"/>
                  <a:pt x="927" y="11092"/>
                </a:cubicBezTo>
                <a:cubicBezTo>
                  <a:pt x="954" y="11157"/>
                  <a:pt x="1108" y="11225"/>
                  <a:pt x="1186" y="11209"/>
                </a:cubicBezTo>
                <a:cubicBezTo>
                  <a:pt x="1820" y="11066"/>
                  <a:pt x="2462" y="11062"/>
                  <a:pt x="3106" y="11065"/>
                </a:cubicBezTo>
                <a:cubicBezTo>
                  <a:pt x="3281" y="11066"/>
                  <a:pt x="3465" y="11090"/>
                  <a:pt x="3705" y="10922"/>
                </a:cubicBezTo>
                <a:cubicBezTo>
                  <a:pt x="3880" y="10655"/>
                  <a:pt x="4112" y="10314"/>
                  <a:pt x="4329" y="9965"/>
                </a:cubicBezTo>
                <a:cubicBezTo>
                  <a:pt x="4428" y="9806"/>
                  <a:pt x="4388" y="9641"/>
                  <a:pt x="4292" y="9486"/>
                </a:cubicBezTo>
                <a:cubicBezTo>
                  <a:pt x="4241" y="9400"/>
                  <a:pt x="4266" y="9353"/>
                  <a:pt x="4426" y="9336"/>
                </a:cubicBezTo>
                <a:cubicBezTo>
                  <a:pt x="4494" y="9392"/>
                  <a:pt x="4624" y="9457"/>
                  <a:pt x="4696" y="9559"/>
                </a:cubicBezTo>
                <a:cubicBezTo>
                  <a:pt x="4796" y="9703"/>
                  <a:pt x="4814" y="9884"/>
                  <a:pt x="4741" y="10048"/>
                </a:cubicBezTo>
                <a:cubicBezTo>
                  <a:pt x="4628" y="10296"/>
                  <a:pt x="4486" y="10531"/>
                  <a:pt x="4365" y="10778"/>
                </a:cubicBezTo>
                <a:cubicBezTo>
                  <a:pt x="4307" y="10895"/>
                  <a:pt x="4226" y="11018"/>
                  <a:pt x="4387" y="11215"/>
                </a:cubicBezTo>
                <a:cubicBezTo>
                  <a:pt x="5329" y="11534"/>
                  <a:pt x="6373" y="11736"/>
                  <a:pt x="7429" y="11889"/>
                </a:cubicBezTo>
                <a:cubicBezTo>
                  <a:pt x="7547" y="11906"/>
                  <a:pt x="7691" y="11814"/>
                  <a:pt x="7812" y="11754"/>
                </a:cubicBezTo>
                <a:cubicBezTo>
                  <a:pt x="7936" y="11694"/>
                  <a:pt x="8046" y="11607"/>
                  <a:pt x="8162" y="11533"/>
                </a:cubicBezTo>
                <a:lnTo>
                  <a:pt x="8184" y="11552"/>
                </a:lnTo>
                <a:cubicBezTo>
                  <a:pt x="8198" y="11652"/>
                  <a:pt x="8212" y="11754"/>
                  <a:pt x="8231" y="11885"/>
                </a:cubicBezTo>
                <a:cubicBezTo>
                  <a:pt x="8615" y="12032"/>
                  <a:pt x="9019" y="12138"/>
                  <a:pt x="9382" y="12127"/>
                </a:cubicBezTo>
                <a:cubicBezTo>
                  <a:pt x="9693" y="12053"/>
                  <a:pt x="9679" y="11696"/>
                  <a:pt x="10000" y="11703"/>
                </a:cubicBezTo>
                <a:cubicBezTo>
                  <a:pt x="9969" y="11905"/>
                  <a:pt x="9939" y="12094"/>
                  <a:pt x="9909" y="12290"/>
                </a:cubicBezTo>
                <a:cubicBezTo>
                  <a:pt x="10211" y="12513"/>
                  <a:pt x="10536" y="12632"/>
                  <a:pt x="10888" y="12768"/>
                </a:cubicBezTo>
                <a:cubicBezTo>
                  <a:pt x="11004" y="12648"/>
                  <a:pt x="11096" y="12550"/>
                  <a:pt x="11190" y="12454"/>
                </a:cubicBezTo>
                <a:cubicBezTo>
                  <a:pt x="11300" y="12339"/>
                  <a:pt x="11341" y="12156"/>
                  <a:pt x="11587" y="12117"/>
                </a:cubicBezTo>
                <a:cubicBezTo>
                  <a:pt x="11729" y="12529"/>
                  <a:pt x="11297" y="12789"/>
                  <a:pt x="11278" y="13206"/>
                </a:cubicBezTo>
                <a:cubicBezTo>
                  <a:pt x="11395" y="13352"/>
                  <a:pt x="11540" y="13537"/>
                  <a:pt x="11698" y="13738"/>
                </a:cubicBezTo>
                <a:cubicBezTo>
                  <a:pt x="11807" y="13649"/>
                  <a:pt x="11905" y="13598"/>
                  <a:pt x="11958" y="13520"/>
                </a:cubicBezTo>
                <a:cubicBezTo>
                  <a:pt x="12072" y="13348"/>
                  <a:pt x="12158" y="13160"/>
                  <a:pt x="12271" y="12988"/>
                </a:cubicBezTo>
                <a:cubicBezTo>
                  <a:pt x="12288" y="12960"/>
                  <a:pt x="12384" y="12967"/>
                  <a:pt x="12442" y="12976"/>
                </a:cubicBezTo>
                <a:cubicBezTo>
                  <a:pt x="12462" y="12979"/>
                  <a:pt x="12493" y="13031"/>
                  <a:pt x="12491" y="13059"/>
                </a:cubicBezTo>
                <a:cubicBezTo>
                  <a:pt x="12482" y="13192"/>
                  <a:pt x="12487" y="13332"/>
                  <a:pt x="12445" y="13458"/>
                </a:cubicBezTo>
                <a:cubicBezTo>
                  <a:pt x="12358" y="13713"/>
                  <a:pt x="12245" y="13960"/>
                  <a:pt x="12139" y="14222"/>
                </a:cubicBezTo>
                <a:cubicBezTo>
                  <a:pt x="12276" y="14442"/>
                  <a:pt x="12398" y="14647"/>
                  <a:pt x="12528" y="14848"/>
                </a:cubicBezTo>
                <a:cubicBezTo>
                  <a:pt x="12584" y="14932"/>
                  <a:pt x="12654" y="15008"/>
                  <a:pt x="12705" y="15074"/>
                </a:cubicBezTo>
                <a:cubicBezTo>
                  <a:pt x="12940" y="14985"/>
                  <a:pt x="12997" y="14820"/>
                  <a:pt x="13068" y="14676"/>
                </a:cubicBezTo>
                <a:cubicBezTo>
                  <a:pt x="13251" y="14308"/>
                  <a:pt x="13400" y="13924"/>
                  <a:pt x="13600" y="13566"/>
                </a:cubicBezTo>
                <a:cubicBezTo>
                  <a:pt x="13755" y="13284"/>
                  <a:pt x="13830" y="13005"/>
                  <a:pt x="13789" y="12688"/>
                </a:cubicBezTo>
                <a:cubicBezTo>
                  <a:pt x="13656" y="11679"/>
                  <a:pt x="13538" y="10668"/>
                  <a:pt x="13407" y="9660"/>
                </a:cubicBezTo>
                <a:cubicBezTo>
                  <a:pt x="13367" y="9357"/>
                  <a:pt x="13309" y="9055"/>
                  <a:pt x="13234" y="8759"/>
                </a:cubicBezTo>
                <a:cubicBezTo>
                  <a:pt x="13196" y="8602"/>
                  <a:pt x="13158" y="8426"/>
                  <a:pt x="12936" y="8338"/>
                </a:cubicBezTo>
                <a:cubicBezTo>
                  <a:pt x="11998" y="8720"/>
                  <a:pt x="11117" y="9219"/>
                  <a:pt x="10350" y="9898"/>
                </a:cubicBezTo>
                <a:cubicBezTo>
                  <a:pt x="10032" y="10180"/>
                  <a:pt x="9754" y="10471"/>
                  <a:pt x="9650" y="10896"/>
                </a:cubicBezTo>
                <a:cubicBezTo>
                  <a:pt x="9581" y="11169"/>
                  <a:pt x="9409" y="11222"/>
                  <a:pt x="9058" y="11179"/>
                </a:cubicBezTo>
                <a:cubicBezTo>
                  <a:pt x="8873" y="11155"/>
                  <a:pt x="8745" y="10982"/>
                  <a:pt x="8792" y="10813"/>
                </a:cubicBezTo>
                <a:cubicBezTo>
                  <a:pt x="8819" y="10715"/>
                  <a:pt x="8828" y="10599"/>
                  <a:pt x="8889" y="10525"/>
                </a:cubicBezTo>
                <a:cubicBezTo>
                  <a:pt x="9269" y="10059"/>
                  <a:pt x="9451" y="9511"/>
                  <a:pt x="9646" y="8966"/>
                </a:cubicBezTo>
                <a:cubicBezTo>
                  <a:pt x="9701" y="8807"/>
                  <a:pt x="9756" y="8632"/>
                  <a:pt x="9868" y="8512"/>
                </a:cubicBezTo>
                <a:cubicBezTo>
                  <a:pt x="10245" y="8103"/>
                  <a:pt x="10633" y="7699"/>
                  <a:pt x="11230" y="7568"/>
                </a:cubicBezTo>
                <a:cubicBezTo>
                  <a:pt x="11401" y="7531"/>
                  <a:pt x="11567" y="7470"/>
                  <a:pt x="11735" y="7421"/>
                </a:cubicBezTo>
                <a:cubicBezTo>
                  <a:pt x="11709" y="7112"/>
                  <a:pt x="11464" y="7005"/>
                  <a:pt x="11243" y="6947"/>
                </a:cubicBezTo>
                <a:cubicBezTo>
                  <a:pt x="10641" y="6788"/>
                  <a:pt x="10038" y="6783"/>
                  <a:pt x="9487" y="7125"/>
                </a:cubicBezTo>
                <a:cubicBezTo>
                  <a:pt x="9190" y="7313"/>
                  <a:pt x="8870" y="7472"/>
                  <a:pt x="8652" y="7756"/>
                </a:cubicBezTo>
                <a:cubicBezTo>
                  <a:pt x="8612" y="7809"/>
                  <a:pt x="8559" y="7863"/>
                  <a:pt x="8498" y="7889"/>
                </a:cubicBezTo>
                <a:cubicBezTo>
                  <a:pt x="8438" y="7913"/>
                  <a:pt x="8348" y="7925"/>
                  <a:pt x="8297" y="7897"/>
                </a:cubicBezTo>
                <a:cubicBezTo>
                  <a:pt x="8247" y="7871"/>
                  <a:pt x="8204" y="7789"/>
                  <a:pt x="8203" y="7731"/>
                </a:cubicBezTo>
                <a:cubicBezTo>
                  <a:pt x="8180" y="7153"/>
                  <a:pt x="8427" y="6671"/>
                  <a:pt x="8852" y="6278"/>
                </a:cubicBezTo>
                <a:cubicBezTo>
                  <a:pt x="9365" y="5803"/>
                  <a:pt x="9980" y="5571"/>
                  <a:pt x="10709" y="5684"/>
                </a:cubicBezTo>
                <a:cubicBezTo>
                  <a:pt x="11095" y="5745"/>
                  <a:pt x="11479" y="5816"/>
                  <a:pt x="11850" y="5879"/>
                </a:cubicBezTo>
                <a:cubicBezTo>
                  <a:pt x="11958" y="6292"/>
                  <a:pt x="12267" y="6429"/>
                  <a:pt x="12666" y="6537"/>
                </a:cubicBezTo>
                <a:cubicBezTo>
                  <a:pt x="12815" y="6276"/>
                  <a:pt x="12954" y="6005"/>
                  <a:pt x="13122" y="5751"/>
                </a:cubicBezTo>
                <a:cubicBezTo>
                  <a:pt x="13644" y="4968"/>
                  <a:pt x="14306" y="4389"/>
                  <a:pt x="15366" y="4415"/>
                </a:cubicBezTo>
                <a:cubicBezTo>
                  <a:pt x="15473" y="4417"/>
                  <a:pt x="15579" y="4434"/>
                  <a:pt x="15673" y="4443"/>
                </a:cubicBezTo>
                <a:cubicBezTo>
                  <a:pt x="16114" y="4691"/>
                  <a:pt x="16517" y="4976"/>
                  <a:pt x="17016" y="5095"/>
                </a:cubicBezTo>
                <a:cubicBezTo>
                  <a:pt x="17135" y="5123"/>
                  <a:pt x="17234" y="5259"/>
                  <a:pt x="17327" y="5358"/>
                </a:cubicBezTo>
                <a:cubicBezTo>
                  <a:pt x="17420" y="5457"/>
                  <a:pt x="17360" y="5658"/>
                  <a:pt x="17238" y="5705"/>
                </a:cubicBezTo>
                <a:cubicBezTo>
                  <a:pt x="17002" y="5797"/>
                  <a:pt x="16755" y="5863"/>
                  <a:pt x="16518" y="5736"/>
                </a:cubicBezTo>
                <a:cubicBezTo>
                  <a:pt x="16069" y="5496"/>
                  <a:pt x="15608" y="5561"/>
                  <a:pt x="15167" y="5707"/>
                </a:cubicBezTo>
                <a:cubicBezTo>
                  <a:pt x="14697" y="5861"/>
                  <a:pt x="14246" y="6068"/>
                  <a:pt x="13796" y="6274"/>
                </a:cubicBezTo>
                <a:cubicBezTo>
                  <a:pt x="13639" y="6346"/>
                  <a:pt x="13513" y="6479"/>
                  <a:pt x="13462" y="6693"/>
                </a:cubicBezTo>
                <a:cubicBezTo>
                  <a:pt x="13575" y="6678"/>
                  <a:pt x="13681" y="6685"/>
                  <a:pt x="13768" y="6650"/>
                </a:cubicBezTo>
                <a:cubicBezTo>
                  <a:pt x="14468" y="6369"/>
                  <a:pt x="15219" y="6276"/>
                  <a:pt x="15955" y="6144"/>
                </a:cubicBezTo>
                <a:cubicBezTo>
                  <a:pt x="16562" y="6034"/>
                  <a:pt x="17083" y="6219"/>
                  <a:pt x="17448" y="6726"/>
                </a:cubicBezTo>
                <a:cubicBezTo>
                  <a:pt x="17795" y="7206"/>
                  <a:pt x="18056" y="7725"/>
                  <a:pt x="18247" y="8275"/>
                </a:cubicBezTo>
                <a:cubicBezTo>
                  <a:pt x="18291" y="8401"/>
                  <a:pt x="18288" y="8546"/>
                  <a:pt x="18153" y="8643"/>
                </a:cubicBezTo>
                <a:cubicBezTo>
                  <a:pt x="18029" y="8733"/>
                  <a:pt x="17881" y="8738"/>
                  <a:pt x="17750" y="8683"/>
                </a:cubicBezTo>
                <a:cubicBezTo>
                  <a:pt x="17625" y="8631"/>
                  <a:pt x="17493" y="8559"/>
                  <a:pt x="17416" y="8458"/>
                </a:cubicBezTo>
                <a:cubicBezTo>
                  <a:pt x="17264" y="8261"/>
                  <a:pt x="17091" y="8080"/>
                  <a:pt x="16846" y="8015"/>
                </a:cubicBezTo>
                <a:cubicBezTo>
                  <a:pt x="16450" y="7911"/>
                  <a:pt x="16072" y="7683"/>
                  <a:pt x="15543" y="7789"/>
                </a:cubicBezTo>
                <a:cubicBezTo>
                  <a:pt x="15727" y="7948"/>
                  <a:pt x="15860" y="8055"/>
                  <a:pt x="15986" y="8169"/>
                </a:cubicBezTo>
                <a:cubicBezTo>
                  <a:pt x="16217" y="8381"/>
                  <a:pt x="16461" y="8582"/>
                  <a:pt x="16666" y="8817"/>
                </a:cubicBezTo>
                <a:cubicBezTo>
                  <a:pt x="16771" y="8937"/>
                  <a:pt x="16871" y="9127"/>
                  <a:pt x="16852" y="9272"/>
                </a:cubicBezTo>
                <a:cubicBezTo>
                  <a:pt x="16805" y="9655"/>
                  <a:pt x="16893" y="10012"/>
                  <a:pt x="16969" y="10377"/>
                </a:cubicBezTo>
                <a:cubicBezTo>
                  <a:pt x="16987" y="10473"/>
                  <a:pt x="16971" y="10583"/>
                  <a:pt x="16940" y="10676"/>
                </a:cubicBezTo>
                <a:cubicBezTo>
                  <a:pt x="16922" y="10726"/>
                  <a:pt x="16843" y="10779"/>
                  <a:pt x="16784" y="10792"/>
                </a:cubicBezTo>
                <a:cubicBezTo>
                  <a:pt x="16725" y="10803"/>
                  <a:pt x="16626" y="10784"/>
                  <a:pt x="16596" y="10743"/>
                </a:cubicBezTo>
                <a:cubicBezTo>
                  <a:pt x="16431" y="10522"/>
                  <a:pt x="16295" y="10280"/>
                  <a:pt x="16122" y="10066"/>
                </a:cubicBezTo>
                <a:cubicBezTo>
                  <a:pt x="15796" y="9665"/>
                  <a:pt x="15448" y="9281"/>
                  <a:pt x="14962" y="9037"/>
                </a:cubicBezTo>
                <a:cubicBezTo>
                  <a:pt x="14840" y="9227"/>
                  <a:pt x="14907" y="9389"/>
                  <a:pt x="14961" y="9547"/>
                </a:cubicBezTo>
                <a:cubicBezTo>
                  <a:pt x="15237" y="10358"/>
                  <a:pt x="15363" y="11201"/>
                  <a:pt x="15467" y="12040"/>
                </a:cubicBezTo>
                <a:cubicBezTo>
                  <a:pt x="15545" y="12676"/>
                  <a:pt x="15504" y="13325"/>
                  <a:pt x="15500" y="13969"/>
                </a:cubicBezTo>
                <a:cubicBezTo>
                  <a:pt x="15499" y="14194"/>
                  <a:pt x="15296" y="14317"/>
                  <a:pt x="15047" y="14276"/>
                </a:cubicBezTo>
                <a:cubicBezTo>
                  <a:pt x="15013" y="14271"/>
                  <a:pt x="14975" y="14262"/>
                  <a:pt x="14946" y="14245"/>
                </a:cubicBezTo>
                <a:cubicBezTo>
                  <a:pt x="14650" y="14074"/>
                  <a:pt x="14506" y="14209"/>
                  <a:pt x="14364" y="14459"/>
                </a:cubicBezTo>
                <a:cubicBezTo>
                  <a:pt x="14258" y="14643"/>
                  <a:pt x="14100" y="14617"/>
                  <a:pt x="13956" y="14426"/>
                </a:cubicBezTo>
                <a:cubicBezTo>
                  <a:pt x="13916" y="14371"/>
                  <a:pt x="13881" y="14313"/>
                  <a:pt x="13816" y="14217"/>
                </a:cubicBezTo>
                <a:cubicBezTo>
                  <a:pt x="13516" y="14581"/>
                  <a:pt x="13397" y="15004"/>
                  <a:pt x="13250" y="15410"/>
                </a:cubicBezTo>
                <a:cubicBezTo>
                  <a:pt x="13068" y="15914"/>
                  <a:pt x="13180" y="16201"/>
                  <a:pt x="13721" y="16740"/>
                </a:cubicBezTo>
                <a:cubicBezTo>
                  <a:pt x="14042" y="16166"/>
                  <a:pt x="14237" y="15555"/>
                  <a:pt x="14555" y="14936"/>
                </a:cubicBezTo>
                <a:cubicBezTo>
                  <a:pt x="14629" y="15028"/>
                  <a:pt x="14744" y="15106"/>
                  <a:pt x="14732" y="15160"/>
                </a:cubicBezTo>
                <a:cubicBezTo>
                  <a:pt x="14586" y="15852"/>
                  <a:pt x="14396" y="16534"/>
                  <a:pt x="14109" y="17187"/>
                </a:cubicBezTo>
                <a:cubicBezTo>
                  <a:pt x="14096" y="17218"/>
                  <a:pt x="14062" y="17239"/>
                  <a:pt x="14045" y="17269"/>
                </a:cubicBezTo>
                <a:cubicBezTo>
                  <a:pt x="13901" y="17515"/>
                  <a:pt x="13943" y="17633"/>
                  <a:pt x="14286" y="17933"/>
                </a:cubicBezTo>
                <a:cubicBezTo>
                  <a:pt x="14549" y="17692"/>
                  <a:pt x="14691" y="17381"/>
                  <a:pt x="14864" y="17084"/>
                </a:cubicBezTo>
                <a:cubicBezTo>
                  <a:pt x="15027" y="16805"/>
                  <a:pt x="15050" y="16443"/>
                  <a:pt x="15432" y="16215"/>
                </a:cubicBezTo>
                <a:cubicBezTo>
                  <a:pt x="15432" y="16393"/>
                  <a:pt x="15466" y="16534"/>
                  <a:pt x="15425" y="16651"/>
                </a:cubicBezTo>
                <a:cubicBezTo>
                  <a:pt x="15291" y="17036"/>
                  <a:pt x="15154" y="17424"/>
                  <a:pt x="14971" y="17789"/>
                </a:cubicBezTo>
                <a:cubicBezTo>
                  <a:pt x="14779" y="18165"/>
                  <a:pt x="14830" y="18575"/>
                  <a:pt x="14722" y="18961"/>
                </a:cubicBezTo>
                <a:cubicBezTo>
                  <a:pt x="14887" y="19220"/>
                  <a:pt x="15046" y="19485"/>
                  <a:pt x="15222" y="19737"/>
                </a:cubicBezTo>
                <a:cubicBezTo>
                  <a:pt x="15277" y="19816"/>
                  <a:pt x="15383" y="19864"/>
                  <a:pt x="15466" y="19928"/>
                </a:cubicBezTo>
                <a:lnTo>
                  <a:pt x="15442" y="19905"/>
                </a:lnTo>
                <a:cubicBezTo>
                  <a:pt x="15895" y="20378"/>
                  <a:pt x="15895" y="20378"/>
                  <a:pt x="16800" y="20638"/>
                </a:cubicBezTo>
                <a:cubicBezTo>
                  <a:pt x="17015" y="20080"/>
                  <a:pt x="17229" y="19521"/>
                  <a:pt x="17439" y="18975"/>
                </a:cubicBezTo>
                <a:cubicBezTo>
                  <a:pt x="17675" y="18986"/>
                  <a:pt x="17728" y="19114"/>
                  <a:pt x="17708" y="19251"/>
                </a:cubicBezTo>
                <a:cubicBezTo>
                  <a:pt x="17627" y="19783"/>
                  <a:pt x="17557" y="20315"/>
                  <a:pt x="17592" y="20861"/>
                </a:cubicBezTo>
                <a:cubicBezTo>
                  <a:pt x="17717" y="20882"/>
                  <a:pt x="17820" y="20909"/>
                  <a:pt x="17924" y="20912"/>
                </a:cubicBezTo>
                <a:cubicBezTo>
                  <a:pt x="17991" y="20913"/>
                  <a:pt x="18060" y="20878"/>
                  <a:pt x="18127" y="20859"/>
                </a:cubicBezTo>
                <a:cubicBezTo>
                  <a:pt x="18142" y="20283"/>
                  <a:pt x="18500" y="19773"/>
                  <a:pt x="18489" y="19188"/>
                </a:cubicBezTo>
                <a:cubicBezTo>
                  <a:pt x="18488" y="19137"/>
                  <a:pt x="18556" y="19084"/>
                  <a:pt x="18593" y="19033"/>
                </a:cubicBezTo>
                <a:cubicBezTo>
                  <a:pt x="18641" y="18968"/>
                  <a:pt x="18787" y="19042"/>
                  <a:pt x="18833" y="19173"/>
                </a:cubicBezTo>
                <a:cubicBezTo>
                  <a:pt x="18901" y="19363"/>
                  <a:pt x="18926" y="19573"/>
                  <a:pt x="19135" y="19689"/>
                </a:cubicBezTo>
                <a:cubicBezTo>
                  <a:pt x="19007" y="19965"/>
                  <a:pt x="18875" y="20238"/>
                  <a:pt x="18751" y="20515"/>
                </a:cubicBezTo>
                <a:cubicBezTo>
                  <a:pt x="18741" y="20536"/>
                  <a:pt x="18766" y="20597"/>
                  <a:pt x="18781" y="20598"/>
                </a:cubicBezTo>
                <a:cubicBezTo>
                  <a:pt x="18837" y="20607"/>
                  <a:pt x="18935" y="20617"/>
                  <a:pt x="18947" y="20595"/>
                </a:cubicBezTo>
                <a:cubicBezTo>
                  <a:pt x="19055" y="20387"/>
                  <a:pt x="19166" y="20177"/>
                  <a:pt x="19238" y="19956"/>
                </a:cubicBezTo>
                <a:cubicBezTo>
                  <a:pt x="19259" y="19893"/>
                  <a:pt x="19157" y="19792"/>
                  <a:pt x="19112" y="19707"/>
                </a:cubicBezTo>
                <a:cubicBezTo>
                  <a:pt x="19518" y="19238"/>
                  <a:pt x="19650" y="18690"/>
                  <a:pt x="19617" y="18097"/>
                </a:cubicBezTo>
                <a:cubicBezTo>
                  <a:pt x="19614" y="18030"/>
                  <a:pt x="19617" y="17962"/>
                  <a:pt x="19617" y="17895"/>
                </a:cubicBezTo>
                <a:cubicBezTo>
                  <a:pt x="19622" y="16436"/>
                  <a:pt x="19631" y="14978"/>
                  <a:pt x="19632" y="13521"/>
                </a:cubicBezTo>
                <a:cubicBezTo>
                  <a:pt x="19632" y="13216"/>
                  <a:pt x="19614" y="12910"/>
                  <a:pt x="19592" y="12609"/>
                </a:cubicBezTo>
                <a:cubicBezTo>
                  <a:pt x="19589" y="12573"/>
                  <a:pt x="19511" y="12543"/>
                  <a:pt x="19457" y="12502"/>
                </a:cubicBezTo>
                <a:cubicBezTo>
                  <a:pt x="19396" y="12632"/>
                  <a:pt x="19354" y="12760"/>
                  <a:pt x="19282" y="12871"/>
                </a:cubicBezTo>
                <a:cubicBezTo>
                  <a:pt x="19255" y="12912"/>
                  <a:pt x="19157" y="12936"/>
                  <a:pt x="19097" y="12928"/>
                </a:cubicBezTo>
                <a:cubicBezTo>
                  <a:pt x="19043" y="12919"/>
                  <a:pt x="18955" y="12859"/>
                  <a:pt x="18952" y="12818"/>
                </a:cubicBezTo>
                <a:cubicBezTo>
                  <a:pt x="18941" y="12619"/>
                  <a:pt x="18937" y="12415"/>
                  <a:pt x="18960" y="12218"/>
                </a:cubicBezTo>
                <a:cubicBezTo>
                  <a:pt x="18998" y="11881"/>
                  <a:pt x="19090" y="11549"/>
                  <a:pt x="19099" y="11212"/>
                </a:cubicBezTo>
                <a:cubicBezTo>
                  <a:pt x="19112" y="10695"/>
                  <a:pt x="19246" y="10211"/>
                  <a:pt x="19421" y="9734"/>
                </a:cubicBezTo>
                <a:cubicBezTo>
                  <a:pt x="19504" y="9744"/>
                  <a:pt x="19612" y="9732"/>
                  <a:pt x="19631" y="9764"/>
                </a:cubicBezTo>
                <a:cubicBezTo>
                  <a:pt x="19696" y="9878"/>
                  <a:pt x="19729" y="10010"/>
                  <a:pt x="19776" y="10133"/>
                </a:cubicBezTo>
                <a:cubicBezTo>
                  <a:pt x="19628" y="10481"/>
                  <a:pt x="19626" y="10481"/>
                  <a:pt x="19712" y="10834"/>
                </a:cubicBezTo>
                <a:cubicBezTo>
                  <a:pt x="19728" y="10579"/>
                  <a:pt x="19743" y="10349"/>
                  <a:pt x="19758" y="10118"/>
                </a:cubicBezTo>
                <a:cubicBezTo>
                  <a:pt x="19919" y="10078"/>
                  <a:pt x="19944" y="9933"/>
                  <a:pt x="20018" y="9822"/>
                </a:cubicBezTo>
                <a:cubicBezTo>
                  <a:pt x="20465" y="9148"/>
                  <a:pt x="20739" y="8435"/>
                  <a:pt x="20638" y="7617"/>
                </a:cubicBezTo>
                <a:cubicBezTo>
                  <a:pt x="20618" y="7458"/>
                  <a:pt x="20692" y="7288"/>
                  <a:pt x="20731" y="7124"/>
                </a:cubicBezTo>
                <a:cubicBezTo>
                  <a:pt x="20734" y="7108"/>
                  <a:pt x="20790" y="7096"/>
                  <a:pt x="20824" y="7093"/>
                </a:cubicBezTo>
                <a:cubicBezTo>
                  <a:pt x="20856" y="7092"/>
                  <a:pt x="20904" y="7098"/>
                  <a:pt x="20916" y="7115"/>
                </a:cubicBezTo>
                <a:cubicBezTo>
                  <a:pt x="20984" y="7230"/>
                  <a:pt x="21048" y="7347"/>
                  <a:pt x="21105" y="7467"/>
                </a:cubicBezTo>
                <a:cubicBezTo>
                  <a:pt x="21208" y="7685"/>
                  <a:pt x="21321" y="7783"/>
                  <a:pt x="21377" y="7705"/>
                </a:cubicBezTo>
                <a:cubicBezTo>
                  <a:pt x="21432" y="7633"/>
                  <a:pt x="21478" y="7537"/>
                  <a:pt x="21482" y="7452"/>
                </a:cubicBezTo>
                <a:cubicBezTo>
                  <a:pt x="21491" y="7249"/>
                  <a:pt x="21459" y="7045"/>
                  <a:pt x="21473" y="6842"/>
                </a:cubicBezTo>
                <a:cubicBezTo>
                  <a:pt x="21483" y="6686"/>
                  <a:pt x="21436" y="6444"/>
                  <a:pt x="21643" y="6414"/>
                </a:cubicBezTo>
                <a:cubicBezTo>
                  <a:pt x="21977" y="6366"/>
                  <a:pt x="21848" y="6692"/>
                  <a:pt x="21946" y="6841"/>
                </a:cubicBezTo>
                <a:cubicBezTo>
                  <a:pt x="21963" y="6868"/>
                  <a:pt x="21994" y="6888"/>
                  <a:pt x="22041" y="6930"/>
                </a:cubicBezTo>
                <a:cubicBezTo>
                  <a:pt x="22491" y="6321"/>
                  <a:pt x="22276" y="5641"/>
                  <a:pt x="22333" y="5005"/>
                </a:cubicBezTo>
                <a:cubicBezTo>
                  <a:pt x="22230" y="4950"/>
                  <a:pt x="22188" y="4976"/>
                  <a:pt x="22165" y="5065"/>
                </a:cubicBezTo>
                <a:cubicBezTo>
                  <a:pt x="22129" y="5205"/>
                  <a:pt x="22050" y="5331"/>
                  <a:pt x="21880" y="5278"/>
                </a:cubicBezTo>
                <a:cubicBezTo>
                  <a:pt x="21810" y="5257"/>
                  <a:pt x="21752" y="5131"/>
                  <a:pt x="21737" y="5045"/>
                </a:cubicBezTo>
                <a:cubicBezTo>
                  <a:pt x="21683" y="4750"/>
                  <a:pt x="21791" y="4432"/>
                  <a:pt x="21583" y="4114"/>
                </a:cubicBezTo>
                <a:cubicBezTo>
                  <a:pt x="21406" y="4009"/>
                  <a:pt x="21196" y="3882"/>
                  <a:pt x="20981" y="3761"/>
                </a:cubicBezTo>
                <a:cubicBezTo>
                  <a:pt x="20867" y="3697"/>
                  <a:pt x="20782" y="3748"/>
                  <a:pt x="20676" y="3929"/>
                </a:cubicBezTo>
                <a:cubicBezTo>
                  <a:pt x="20660" y="3959"/>
                  <a:pt x="20662" y="4000"/>
                  <a:pt x="20641" y="4025"/>
                </a:cubicBezTo>
                <a:cubicBezTo>
                  <a:pt x="20600" y="4072"/>
                  <a:pt x="20548" y="4143"/>
                  <a:pt x="20499" y="4144"/>
                </a:cubicBezTo>
                <a:cubicBezTo>
                  <a:pt x="20440" y="4145"/>
                  <a:pt x="20358" y="4097"/>
                  <a:pt x="20324" y="4048"/>
                </a:cubicBezTo>
                <a:cubicBezTo>
                  <a:pt x="20268" y="3967"/>
                  <a:pt x="20213" y="3867"/>
                  <a:pt x="20206" y="3774"/>
                </a:cubicBezTo>
                <a:cubicBezTo>
                  <a:pt x="20188" y="3537"/>
                  <a:pt x="20043" y="3397"/>
                  <a:pt x="19832" y="3325"/>
                </a:cubicBezTo>
                <a:cubicBezTo>
                  <a:pt x="19641" y="3258"/>
                  <a:pt x="19460" y="3124"/>
                  <a:pt x="19178" y="3213"/>
                </a:cubicBezTo>
                <a:cubicBezTo>
                  <a:pt x="19102" y="3399"/>
                  <a:pt x="19019" y="3618"/>
                  <a:pt x="18922" y="3833"/>
                </a:cubicBezTo>
                <a:cubicBezTo>
                  <a:pt x="18901" y="3883"/>
                  <a:pt x="18803" y="3955"/>
                  <a:pt x="18786" y="3945"/>
                </a:cubicBezTo>
                <a:cubicBezTo>
                  <a:pt x="18699" y="3898"/>
                  <a:pt x="18597" y="3840"/>
                  <a:pt x="18562" y="3761"/>
                </a:cubicBezTo>
                <a:cubicBezTo>
                  <a:pt x="18524" y="3677"/>
                  <a:pt x="18541" y="3564"/>
                  <a:pt x="18559" y="3468"/>
                </a:cubicBezTo>
                <a:cubicBezTo>
                  <a:pt x="18588" y="3304"/>
                  <a:pt x="18638" y="3145"/>
                  <a:pt x="18675" y="2997"/>
                </a:cubicBezTo>
                <a:cubicBezTo>
                  <a:pt x="18415" y="2691"/>
                  <a:pt x="18102" y="2500"/>
                  <a:pt x="17743" y="2473"/>
                </a:cubicBezTo>
                <a:cubicBezTo>
                  <a:pt x="17290" y="2439"/>
                  <a:pt x="16934" y="2234"/>
                  <a:pt x="16553" y="2047"/>
                </a:cubicBezTo>
                <a:cubicBezTo>
                  <a:pt x="15661" y="1612"/>
                  <a:pt x="14686" y="1378"/>
                  <a:pt x="13760" y="1023"/>
                </a:cubicBezTo>
                <a:cubicBezTo>
                  <a:pt x="13728" y="1010"/>
                  <a:pt x="13690" y="1018"/>
                  <a:pt x="13655" y="1011"/>
                </a:cubicBezTo>
                <a:cubicBezTo>
                  <a:pt x="13518" y="990"/>
                  <a:pt x="13382" y="1111"/>
                  <a:pt x="13371" y="1242"/>
                </a:cubicBezTo>
                <a:cubicBezTo>
                  <a:pt x="13343" y="1553"/>
                  <a:pt x="13419" y="1844"/>
                  <a:pt x="13517" y="2135"/>
                </a:cubicBezTo>
                <a:cubicBezTo>
                  <a:pt x="13565" y="2276"/>
                  <a:pt x="13315" y="2454"/>
                  <a:pt x="13155" y="2388"/>
                </a:cubicBezTo>
                <a:cubicBezTo>
                  <a:pt x="13069" y="2353"/>
                  <a:pt x="12962" y="2264"/>
                  <a:pt x="12952" y="2188"/>
                </a:cubicBezTo>
                <a:cubicBezTo>
                  <a:pt x="12911" y="1888"/>
                  <a:pt x="12911" y="1581"/>
                  <a:pt x="12882" y="1277"/>
                </a:cubicBezTo>
                <a:cubicBezTo>
                  <a:pt x="12853" y="1073"/>
                  <a:pt x="12698" y="993"/>
                  <a:pt x="12510" y="958"/>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7"/>
          <p:cNvSpPr/>
          <p:nvPr/>
        </p:nvSpPr>
        <p:spPr>
          <a:xfrm>
            <a:off x="921925" y="3154875"/>
            <a:ext cx="1320415" cy="509098"/>
          </a:xfrm>
          <a:custGeom>
            <a:rect b="b" l="l" r="r" t="t"/>
            <a:pathLst>
              <a:path extrusionOk="0" h="8202" w="21273">
                <a:moveTo>
                  <a:pt x="16764" y="2911"/>
                </a:moveTo>
                <a:cubicBezTo>
                  <a:pt x="16977" y="3177"/>
                  <a:pt x="17309" y="3331"/>
                  <a:pt x="17474" y="3652"/>
                </a:cubicBezTo>
                <a:cubicBezTo>
                  <a:pt x="17710" y="4109"/>
                  <a:pt x="17666" y="4514"/>
                  <a:pt x="17252" y="4833"/>
                </a:cubicBezTo>
                <a:cubicBezTo>
                  <a:pt x="17059" y="4982"/>
                  <a:pt x="16842" y="5113"/>
                  <a:pt x="16614" y="5200"/>
                </a:cubicBezTo>
                <a:cubicBezTo>
                  <a:pt x="16117" y="5389"/>
                  <a:pt x="15620" y="5594"/>
                  <a:pt x="15101" y="5704"/>
                </a:cubicBezTo>
                <a:cubicBezTo>
                  <a:pt x="13881" y="5966"/>
                  <a:pt x="12652" y="6194"/>
                  <a:pt x="11390" y="6182"/>
                </a:cubicBezTo>
                <a:cubicBezTo>
                  <a:pt x="10460" y="6172"/>
                  <a:pt x="9529" y="6177"/>
                  <a:pt x="8600" y="6182"/>
                </a:cubicBezTo>
                <a:cubicBezTo>
                  <a:pt x="7808" y="6184"/>
                  <a:pt x="7027" y="6127"/>
                  <a:pt x="6273" y="5878"/>
                </a:cubicBezTo>
                <a:cubicBezTo>
                  <a:pt x="6107" y="5823"/>
                  <a:pt x="5924" y="5780"/>
                  <a:pt x="5751" y="5782"/>
                </a:cubicBezTo>
                <a:cubicBezTo>
                  <a:pt x="5380" y="5790"/>
                  <a:pt x="5052" y="5659"/>
                  <a:pt x="4720" y="5533"/>
                </a:cubicBezTo>
                <a:cubicBezTo>
                  <a:pt x="4530" y="5461"/>
                  <a:pt x="4279" y="5421"/>
                  <a:pt x="4288" y="5160"/>
                </a:cubicBezTo>
                <a:cubicBezTo>
                  <a:pt x="4294" y="4937"/>
                  <a:pt x="4470" y="4797"/>
                  <a:pt x="4647" y="4680"/>
                </a:cubicBezTo>
                <a:cubicBezTo>
                  <a:pt x="5124" y="4361"/>
                  <a:pt x="5669" y="4202"/>
                  <a:pt x="6238" y="4109"/>
                </a:cubicBezTo>
                <a:cubicBezTo>
                  <a:pt x="7227" y="3945"/>
                  <a:pt x="8221" y="3866"/>
                  <a:pt x="9228" y="3896"/>
                </a:cubicBezTo>
                <a:cubicBezTo>
                  <a:pt x="10192" y="3923"/>
                  <a:pt x="11160" y="3903"/>
                  <a:pt x="12125" y="3917"/>
                </a:cubicBezTo>
                <a:cubicBezTo>
                  <a:pt x="12441" y="3922"/>
                  <a:pt x="12771" y="3881"/>
                  <a:pt x="13068" y="4027"/>
                </a:cubicBezTo>
                <a:cubicBezTo>
                  <a:pt x="13101" y="4473"/>
                  <a:pt x="13059" y="4573"/>
                  <a:pt x="12753" y="4669"/>
                </a:cubicBezTo>
                <a:cubicBezTo>
                  <a:pt x="11838" y="4952"/>
                  <a:pt x="10912" y="5163"/>
                  <a:pt x="9893" y="5074"/>
                </a:cubicBezTo>
                <a:cubicBezTo>
                  <a:pt x="10191" y="4848"/>
                  <a:pt x="10552" y="4808"/>
                  <a:pt x="11008" y="4542"/>
                </a:cubicBezTo>
                <a:cubicBezTo>
                  <a:pt x="9301" y="4542"/>
                  <a:pt x="7800" y="4436"/>
                  <a:pt x="6312" y="4730"/>
                </a:cubicBezTo>
                <a:cubicBezTo>
                  <a:pt x="5959" y="4802"/>
                  <a:pt x="5620" y="4892"/>
                  <a:pt x="5298" y="5040"/>
                </a:cubicBezTo>
                <a:cubicBezTo>
                  <a:pt x="5244" y="5065"/>
                  <a:pt x="5219" y="5146"/>
                  <a:pt x="5157" y="5236"/>
                </a:cubicBezTo>
                <a:cubicBezTo>
                  <a:pt x="6310" y="5461"/>
                  <a:pt x="7423" y="5807"/>
                  <a:pt x="8610" y="5726"/>
                </a:cubicBezTo>
                <a:cubicBezTo>
                  <a:pt x="8894" y="5707"/>
                  <a:pt x="9182" y="5718"/>
                  <a:pt x="9467" y="5728"/>
                </a:cubicBezTo>
                <a:cubicBezTo>
                  <a:pt x="10691" y="5770"/>
                  <a:pt x="11895" y="5616"/>
                  <a:pt x="13096" y="5429"/>
                </a:cubicBezTo>
                <a:cubicBezTo>
                  <a:pt x="13695" y="5337"/>
                  <a:pt x="14300" y="5265"/>
                  <a:pt x="14889" y="5133"/>
                </a:cubicBezTo>
                <a:cubicBezTo>
                  <a:pt x="15374" y="5025"/>
                  <a:pt x="15843" y="4850"/>
                  <a:pt x="16313" y="4686"/>
                </a:cubicBezTo>
                <a:cubicBezTo>
                  <a:pt x="16477" y="4630"/>
                  <a:pt x="16626" y="4526"/>
                  <a:pt x="16774" y="4431"/>
                </a:cubicBezTo>
                <a:cubicBezTo>
                  <a:pt x="16968" y="4304"/>
                  <a:pt x="16991" y="3966"/>
                  <a:pt x="16824" y="3795"/>
                </a:cubicBezTo>
                <a:cubicBezTo>
                  <a:pt x="16775" y="3744"/>
                  <a:pt x="16733" y="3685"/>
                  <a:pt x="16673" y="3652"/>
                </a:cubicBezTo>
                <a:cubicBezTo>
                  <a:pt x="16141" y="3367"/>
                  <a:pt x="15592" y="3113"/>
                  <a:pt x="14963" y="3113"/>
                </a:cubicBezTo>
                <a:cubicBezTo>
                  <a:pt x="12996" y="3115"/>
                  <a:pt x="11027" y="3111"/>
                  <a:pt x="9060" y="3142"/>
                </a:cubicBezTo>
                <a:cubicBezTo>
                  <a:pt x="8528" y="3150"/>
                  <a:pt x="7998" y="3276"/>
                  <a:pt x="7465" y="3340"/>
                </a:cubicBezTo>
                <a:cubicBezTo>
                  <a:pt x="6934" y="3403"/>
                  <a:pt x="6402" y="3481"/>
                  <a:pt x="5868" y="3506"/>
                </a:cubicBezTo>
                <a:cubicBezTo>
                  <a:pt x="4675" y="3561"/>
                  <a:pt x="3541" y="3870"/>
                  <a:pt x="2414" y="4195"/>
                </a:cubicBezTo>
                <a:cubicBezTo>
                  <a:pt x="1904" y="4343"/>
                  <a:pt x="1446" y="4630"/>
                  <a:pt x="1019" y="4943"/>
                </a:cubicBezTo>
                <a:cubicBezTo>
                  <a:pt x="829" y="5083"/>
                  <a:pt x="821" y="5414"/>
                  <a:pt x="1022" y="5569"/>
                </a:cubicBezTo>
                <a:cubicBezTo>
                  <a:pt x="1524" y="5961"/>
                  <a:pt x="2053" y="6286"/>
                  <a:pt x="2735" y="6333"/>
                </a:cubicBezTo>
                <a:cubicBezTo>
                  <a:pt x="3520" y="6389"/>
                  <a:pt x="4299" y="6486"/>
                  <a:pt x="5080" y="6572"/>
                </a:cubicBezTo>
                <a:cubicBezTo>
                  <a:pt x="5328" y="6599"/>
                  <a:pt x="5587" y="6614"/>
                  <a:pt x="5818" y="6692"/>
                </a:cubicBezTo>
                <a:cubicBezTo>
                  <a:pt x="6673" y="6980"/>
                  <a:pt x="7563" y="7042"/>
                  <a:pt x="8452" y="7139"/>
                </a:cubicBezTo>
                <a:cubicBezTo>
                  <a:pt x="8801" y="7176"/>
                  <a:pt x="9173" y="7172"/>
                  <a:pt x="9467" y="7411"/>
                </a:cubicBezTo>
                <a:cubicBezTo>
                  <a:pt x="8735" y="7413"/>
                  <a:pt x="8000" y="7416"/>
                  <a:pt x="7267" y="7421"/>
                </a:cubicBezTo>
                <a:cubicBezTo>
                  <a:pt x="7244" y="7421"/>
                  <a:pt x="7223" y="7453"/>
                  <a:pt x="7160" y="7504"/>
                </a:cubicBezTo>
                <a:cubicBezTo>
                  <a:pt x="7717" y="7572"/>
                  <a:pt x="8237" y="7599"/>
                  <a:pt x="8760" y="7604"/>
                </a:cubicBezTo>
                <a:cubicBezTo>
                  <a:pt x="9015" y="7608"/>
                  <a:pt x="9240" y="7522"/>
                  <a:pt x="9449" y="7392"/>
                </a:cubicBezTo>
                <a:cubicBezTo>
                  <a:pt x="10196" y="7429"/>
                  <a:pt x="10945" y="7459"/>
                  <a:pt x="11693" y="7505"/>
                </a:cubicBezTo>
                <a:cubicBezTo>
                  <a:pt x="12050" y="7526"/>
                  <a:pt x="12401" y="7524"/>
                  <a:pt x="12756" y="7455"/>
                </a:cubicBezTo>
                <a:cubicBezTo>
                  <a:pt x="13700" y="7277"/>
                  <a:pt x="14648" y="7118"/>
                  <a:pt x="15594" y="6949"/>
                </a:cubicBezTo>
                <a:cubicBezTo>
                  <a:pt x="15664" y="6935"/>
                  <a:pt x="15736" y="6929"/>
                  <a:pt x="15803" y="6909"/>
                </a:cubicBezTo>
                <a:cubicBezTo>
                  <a:pt x="17162" y="6475"/>
                  <a:pt x="18454" y="5910"/>
                  <a:pt x="19647" y="5154"/>
                </a:cubicBezTo>
                <a:cubicBezTo>
                  <a:pt x="19849" y="5025"/>
                  <a:pt x="20003" y="4825"/>
                  <a:pt x="20165" y="4647"/>
                </a:cubicBezTo>
                <a:cubicBezTo>
                  <a:pt x="20307" y="4489"/>
                  <a:pt x="20275" y="4385"/>
                  <a:pt x="20052" y="4143"/>
                </a:cubicBezTo>
                <a:cubicBezTo>
                  <a:pt x="20007" y="4093"/>
                  <a:pt x="19976" y="4033"/>
                  <a:pt x="19916" y="3942"/>
                </a:cubicBezTo>
                <a:cubicBezTo>
                  <a:pt x="19996" y="3783"/>
                  <a:pt x="20094" y="3607"/>
                  <a:pt x="20176" y="3424"/>
                </a:cubicBezTo>
                <a:cubicBezTo>
                  <a:pt x="20326" y="3091"/>
                  <a:pt x="20249" y="2832"/>
                  <a:pt x="19920" y="2646"/>
                </a:cubicBezTo>
                <a:cubicBezTo>
                  <a:pt x="19708" y="2525"/>
                  <a:pt x="19477" y="2431"/>
                  <a:pt x="19245" y="2346"/>
                </a:cubicBezTo>
                <a:cubicBezTo>
                  <a:pt x="18981" y="2250"/>
                  <a:pt x="18710" y="2164"/>
                  <a:pt x="18435" y="2096"/>
                </a:cubicBezTo>
                <a:cubicBezTo>
                  <a:pt x="18248" y="2049"/>
                  <a:pt x="18310" y="1884"/>
                  <a:pt x="18200" y="1736"/>
                </a:cubicBezTo>
                <a:cubicBezTo>
                  <a:pt x="17658" y="1622"/>
                  <a:pt x="17069" y="1500"/>
                  <a:pt x="16483" y="1374"/>
                </a:cubicBezTo>
                <a:cubicBezTo>
                  <a:pt x="14804" y="1008"/>
                  <a:pt x="13105" y="849"/>
                  <a:pt x="11384" y="901"/>
                </a:cubicBezTo>
                <a:cubicBezTo>
                  <a:pt x="11029" y="912"/>
                  <a:pt x="10667" y="892"/>
                  <a:pt x="10375" y="1148"/>
                </a:cubicBezTo>
                <a:cubicBezTo>
                  <a:pt x="10327" y="1189"/>
                  <a:pt x="10247" y="1210"/>
                  <a:pt x="10178" y="1215"/>
                </a:cubicBezTo>
                <a:cubicBezTo>
                  <a:pt x="9361" y="1279"/>
                  <a:pt x="8541" y="1360"/>
                  <a:pt x="7728" y="1184"/>
                </a:cubicBezTo>
                <a:cubicBezTo>
                  <a:pt x="7650" y="1168"/>
                  <a:pt x="7594" y="1061"/>
                  <a:pt x="7526" y="996"/>
                </a:cubicBezTo>
                <a:cubicBezTo>
                  <a:pt x="7576" y="953"/>
                  <a:pt x="7597" y="917"/>
                  <a:pt x="7628" y="908"/>
                </a:cubicBezTo>
                <a:cubicBezTo>
                  <a:pt x="8041" y="806"/>
                  <a:pt x="8457" y="713"/>
                  <a:pt x="8867" y="605"/>
                </a:cubicBezTo>
                <a:cubicBezTo>
                  <a:pt x="8999" y="571"/>
                  <a:pt x="9122" y="497"/>
                  <a:pt x="9249" y="440"/>
                </a:cubicBezTo>
                <a:lnTo>
                  <a:pt x="9234" y="459"/>
                </a:lnTo>
                <a:cubicBezTo>
                  <a:pt x="9696" y="442"/>
                  <a:pt x="10159" y="427"/>
                  <a:pt x="10620" y="411"/>
                </a:cubicBezTo>
                <a:cubicBezTo>
                  <a:pt x="10623" y="386"/>
                  <a:pt x="10624" y="361"/>
                  <a:pt x="10626" y="335"/>
                </a:cubicBezTo>
                <a:cubicBezTo>
                  <a:pt x="10320" y="295"/>
                  <a:pt x="10012" y="265"/>
                  <a:pt x="9709" y="207"/>
                </a:cubicBezTo>
                <a:cubicBezTo>
                  <a:pt x="9620" y="191"/>
                  <a:pt x="9549" y="92"/>
                  <a:pt x="9470" y="31"/>
                </a:cubicBezTo>
                <a:lnTo>
                  <a:pt x="9454" y="49"/>
                </a:lnTo>
                <a:cubicBezTo>
                  <a:pt x="10383" y="46"/>
                  <a:pt x="11313" y="63"/>
                  <a:pt x="12241" y="33"/>
                </a:cubicBezTo>
                <a:cubicBezTo>
                  <a:pt x="13284" y="1"/>
                  <a:pt x="14302" y="196"/>
                  <a:pt x="15328" y="311"/>
                </a:cubicBezTo>
                <a:cubicBezTo>
                  <a:pt x="15394" y="320"/>
                  <a:pt x="15483" y="349"/>
                  <a:pt x="15512" y="397"/>
                </a:cubicBezTo>
                <a:cubicBezTo>
                  <a:pt x="15652" y="627"/>
                  <a:pt x="15852" y="586"/>
                  <a:pt x="16069" y="542"/>
                </a:cubicBezTo>
                <a:cubicBezTo>
                  <a:pt x="16323" y="489"/>
                  <a:pt x="16567" y="524"/>
                  <a:pt x="16771" y="696"/>
                </a:cubicBezTo>
                <a:cubicBezTo>
                  <a:pt x="16721" y="725"/>
                  <a:pt x="16595" y="624"/>
                  <a:pt x="16618" y="778"/>
                </a:cubicBezTo>
                <a:cubicBezTo>
                  <a:pt x="16663" y="744"/>
                  <a:pt x="16709" y="712"/>
                  <a:pt x="16754" y="679"/>
                </a:cubicBezTo>
                <a:cubicBezTo>
                  <a:pt x="17187" y="828"/>
                  <a:pt x="17592" y="1025"/>
                  <a:pt x="18061" y="1113"/>
                </a:cubicBezTo>
                <a:cubicBezTo>
                  <a:pt x="18838" y="1258"/>
                  <a:pt x="19518" y="1648"/>
                  <a:pt x="20186" y="2051"/>
                </a:cubicBezTo>
                <a:cubicBezTo>
                  <a:pt x="21077" y="2591"/>
                  <a:pt x="21272" y="4048"/>
                  <a:pt x="20677" y="4776"/>
                </a:cubicBezTo>
                <a:cubicBezTo>
                  <a:pt x="20279" y="5265"/>
                  <a:pt x="19851" y="5714"/>
                  <a:pt x="19311" y="6055"/>
                </a:cubicBezTo>
                <a:cubicBezTo>
                  <a:pt x="18387" y="6641"/>
                  <a:pt x="17432" y="7162"/>
                  <a:pt x="16343" y="7442"/>
                </a:cubicBezTo>
                <a:cubicBezTo>
                  <a:pt x="15448" y="7670"/>
                  <a:pt x="14567" y="7948"/>
                  <a:pt x="13693" y="8201"/>
                </a:cubicBezTo>
                <a:cubicBezTo>
                  <a:pt x="13456" y="7911"/>
                  <a:pt x="13203" y="7774"/>
                  <a:pt x="12848" y="7874"/>
                </a:cubicBezTo>
                <a:cubicBezTo>
                  <a:pt x="12187" y="8057"/>
                  <a:pt x="11503" y="8031"/>
                  <a:pt x="10824" y="8050"/>
                </a:cubicBezTo>
                <a:cubicBezTo>
                  <a:pt x="9102" y="8099"/>
                  <a:pt x="7392" y="8011"/>
                  <a:pt x="5702" y="7661"/>
                </a:cubicBezTo>
                <a:cubicBezTo>
                  <a:pt x="5282" y="7574"/>
                  <a:pt x="4865" y="7517"/>
                  <a:pt x="4483" y="7303"/>
                </a:cubicBezTo>
                <a:cubicBezTo>
                  <a:pt x="4309" y="7203"/>
                  <a:pt x="4078" y="7193"/>
                  <a:pt x="3870" y="7156"/>
                </a:cubicBezTo>
                <a:cubicBezTo>
                  <a:pt x="3413" y="7074"/>
                  <a:pt x="2955" y="6999"/>
                  <a:pt x="2497" y="6927"/>
                </a:cubicBezTo>
                <a:cubicBezTo>
                  <a:pt x="1803" y="6819"/>
                  <a:pt x="1229" y="6477"/>
                  <a:pt x="680" y="6093"/>
                </a:cubicBezTo>
                <a:cubicBezTo>
                  <a:pt x="568" y="6014"/>
                  <a:pt x="453" y="5910"/>
                  <a:pt x="399" y="5793"/>
                </a:cubicBezTo>
                <a:cubicBezTo>
                  <a:pt x="121" y="5195"/>
                  <a:pt x="0" y="4871"/>
                  <a:pt x="732" y="4413"/>
                </a:cubicBezTo>
                <a:cubicBezTo>
                  <a:pt x="1417" y="3985"/>
                  <a:pt x="2126" y="3613"/>
                  <a:pt x="2908" y="3337"/>
                </a:cubicBezTo>
                <a:cubicBezTo>
                  <a:pt x="2416" y="3377"/>
                  <a:pt x="1925" y="3417"/>
                  <a:pt x="1396" y="3460"/>
                </a:cubicBezTo>
                <a:cubicBezTo>
                  <a:pt x="1451" y="3268"/>
                  <a:pt x="1602" y="3297"/>
                  <a:pt x="1698" y="3254"/>
                </a:cubicBezTo>
                <a:cubicBezTo>
                  <a:pt x="1824" y="3197"/>
                  <a:pt x="1958" y="3142"/>
                  <a:pt x="2096" y="3108"/>
                </a:cubicBezTo>
                <a:cubicBezTo>
                  <a:pt x="2234" y="3073"/>
                  <a:pt x="2378" y="3064"/>
                  <a:pt x="2519" y="3042"/>
                </a:cubicBezTo>
                <a:cubicBezTo>
                  <a:pt x="3655" y="2872"/>
                  <a:pt x="4798" y="2839"/>
                  <a:pt x="5944" y="2825"/>
                </a:cubicBezTo>
                <a:cubicBezTo>
                  <a:pt x="6194" y="2821"/>
                  <a:pt x="6444" y="2823"/>
                  <a:pt x="6695" y="2826"/>
                </a:cubicBezTo>
                <a:cubicBezTo>
                  <a:pt x="7208" y="2831"/>
                  <a:pt x="7690" y="2734"/>
                  <a:pt x="8117" y="2447"/>
                </a:cubicBezTo>
                <a:cubicBezTo>
                  <a:pt x="8445" y="2228"/>
                  <a:pt x="8817" y="2135"/>
                  <a:pt x="9202" y="2036"/>
                </a:cubicBezTo>
                <a:cubicBezTo>
                  <a:pt x="10466" y="1710"/>
                  <a:pt x="11752" y="1722"/>
                  <a:pt x="13039" y="1776"/>
                </a:cubicBezTo>
                <a:cubicBezTo>
                  <a:pt x="14592" y="1840"/>
                  <a:pt x="16084" y="2156"/>
                  <a:pt x="17502" y="2772"/>
                </a:cubicBezTo>
                <a:cubicBezTo>
                  <a:pt x="17660" y="2842"/>
                  <a:pt x="17844" y="2854"/>
                  <a:pt x="18009" y="2913"/>
                </a:cubicBezTo>
                <a:cubicBezTo>
                  <a:pt x="18055" y="2929"/>
                  <a:pt x="18094" y="3011"/>
                  <a:pt x="18102" y="3069"/>
                </a:cubicBezTo>
                <a:cubicBezTo>
                  <a:pt x="18112" y="3152"/>
                  <a:pt x="17944" y="3255"/>
                  <a:pt x="17865" y="3223"/>
                </a:cubicBezTo>
                <a:cubicBezTo>
                  <a:pt x="17666" y="3146"/>
                  <a:pt x="17476" y="3046"/>
                  <a:pt x="17273" y="2991"/>
                </a:cubicBezTo>
                <a:cubicBezTo>
                  <a:pt x="17105" y="2945"/>
                  <a:pt x="16923" y="2951"/>
                  <a:pt x="16748" y="2933"/>
                </a:cubicBezTo>
                <a:cubicBezTo>
                  <a:pt x="16707" y="2888"/>
                  <a:pt x="16671" y="2841"/>
                  <a:pt x="16624" y="2800"/>
                </a:cubicBezTo>
                <a:cubicBezTo>
                  <a:pt x="16613" y="2791"/>
                  <a:pt x="16572" y="2813"/>
                  <a:pt x="16546" y="2821"/>
                </a:cubicBezTo>
                <a:cubicBezTo>
                  <a:pt x="16616" y="2851"/>
                  <a:pt x="16691" y="2882"/>
                  <a:pt x="16764" y="2911"/>
                </a:cubicBezTo>
                <a:close/>
                <a:moveTo>
                  <a:pt x="13949" y="2460"/>
                </a:moveTo>
                <a:cubicBezTo>
                  <a:pt x="12582" y="2126"/>
                  <a:pt x="11210" y="2069"/>
                  <a:pt x="9832" y="2337"/>
                </a:cubicBezTo>
                <a:cubicBezTo>
                  <a:pt x="9807" y="2342"/>
                  <a:pt x="9795" y="2400"/>
                  <a:pt x="9769" y="2447"/>
                </a:cubicBezTo>
                <a:cubicBezTo>
                  <a:pt x="11184" y="2451"/>
                  <a:pt x="12566" y="2456"/>
                  <a:pt x="13949" y="246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5092950" y="2180587"/>
            <a:ext cx="957207" cy="623902"/>
          </a:xfrm>
          <a:custGeom>
            <a:rect b="b" l="l" r="r" t="t"/>
            <a:pathLst>
              <a:path extrusionOk="0" h="20364" w="31243">
                <a:moveTo>
                  <a:pt x="13170" y="19005"/>
                </a:moveTo>
                <a:cubicBezTo>
                  <a:pt x="12850" y="18186"/>
                  <a:pt x="13041" y="17368"/>
                  <a:pt x="12577" y="16699"/>
                </a:cubicBezTo>
                <a:cubicBezTo>
                  <a:pt x="12537" y="16644"/>
                  <a:pt x="12518" y="16568"/>
                  <a:pt x="12515" y="16501"/>
                </a:cubicBezTo>
                <a:cubicBezTo>
                  <a:pt x="12428" y="15265"/>
                  <a:pt x="12345" y="14028"/>
                  <a:pt x="12261" y="12793"/>
                </a:cubicBezTo>
                <a:cubicBezTo>
                  <a:pt x="12634" y="12225"/>
                  <a:pt x="12279" y="11897"/>
                  <a:pt x="11821" y="11611"/>
                </a:cubicBezTo>
                <a:cubicBezTo>
                  <a:pt x="11641" y="11496"/>
                  <a:pt x="11452" y="11376"/>
                  <a:pt x="11252" y="11303"/>
                </a:cubicBezTo>
                <a:cubicBezTo>
                  <a:pt x="10096" y="10876"/>
                  <a:pt x="8940" y="10448"/>
                  <a:pt x="7772" y="10044"/>
                </a:cubicBezTo>
                <a:cubicBezTo>
                  <a:pt x="6711" y="9678"/>
                  <a:pt x="5615" y="9715"/>
                  <a:pt x="4523" y="9893"/>
                </a:cubicBezTo>
                <a:cubicBezTo>
                  <a:pt x="4018" y="9974"/>
                  <a:pt x="3520" y="10093"/>
                  <a:pt x="3021" y="10193"/>
                </a:cubicBezTo>
                <a:cubicBezTo>
                  <a:pt x="2280" y="10343"/>
                  <a:pt x="1647" y="10625"/>
                  <a:pt x="1274" y="11312"/>
                </a:cubicBezTo>
                <a:cubicBezTo>
                  <a:pt x="1195" y="11453"/>
                  <a:pt x="925" y="11567"/>
                  <a:pt x="741" y="11573"/>
                </a:cubicBezTo>
                <a:cubicBezTo>
                  <a:pt x="413" y="11583"/>
                  <a:pt x="251" y="11315"/>
                  <a:pt x="126" y="11063"/>
                </a:cubicBezTo>
                <a:cubicBezTo>
                  <a:pt x="66" y="10943"/>
                  <a:pt x="1" y="10794"/>
                  <a:pt x="23" y="10669"/>
                </a:cubicBezTo>
                <a:cubicBezTo>
                  <a:pt x="231" y="9437"/>
                  <a:pt x="462" y="8217"/>
                  <a:pt x="1205" y="7140"/>
                </a:cubicBezTo>
                <a:cubicBezTo>
                  <a:pt x="1694" y="6433"/>
                  <a:pt x="2227" y="5785"/>
                  <a:pt x="3042" y="5397"/>
                </a:cubicBezTo>
                <a:cubicBezTo>
                  <a:pt x="4086" y="4896"/>
                  <a:pt x="4903" y="4081"/>
                  <a:pt x="5969" y="3585"/>
                </a:cubicBezTo>
                <a:cubicBezTo>
                  <a:pt x="7594" y="2830"/>
                  <a:pt x="9195" y="2813"/>
                  <a:pt x="10852" y="3352"/>
                </a:cubicBezTo>
                <a:cubicBezTo>
                  <a:pt x="11265" y="3487"/>
                  <a:pt x="11657" y="3682"/>
                  <a:pt x="12070" y="3824"/>
                </a:cubicBezTo>
                <a:cubicBezTo>
                  <a:pt x="13197" y="4212"/>
                  <a:pt x="14162" y="4799"/>
                  <a:pt x="14855" y="5752"/>
                </a:cubicBezTo>
                <a:cubicBezTo>
                  <a:pt x="15105" y="6093"/>
                  <a:pt x="15416" y="6385"/>
                  <a:pt x="15909" y="6558"/>
                </a:cubicBezTo>
                <a:cubicBezTo>
                  <a:pt x="16703" y="4767"/>
                  <a:pt x="17994" y="3379"/>
                  <a:pt x="19415" y="2079"/>
                </a:cubicBezTo>
                <a:cubicBezTo>
                  <a:pt x="20861" y="756"/>
                  <a:pt x="22647" y="237"/>
                  <a:pt x="24582" y="75"/>
                </a:cubicBezTo>
                <a:cubicBezTo>
                  <a:pt x="25478" y="1"/>
                  <a:pt x="26318" y="185"/>
                  <a:pt x="27100" y="641"/>
                </a:cubicBezTo>
                <a:cubicBezTo>
                  <a:pt x="27909" y="1114"/>
                  <a:pt x="28758" y="1525"/>
                  <a:pt x="29574" y="1984"/>
                </a:cubicBezTo>
                <a:cubicBezTo>
                  <a:pt x="30143" y="2302"/>
                  <a:pt x="30681" y="2657"/>
                  <a:pt x="31036" y="3211"/>
                </a:cubicBezTo>
                <a:cubicBezTo>
                  <a:pt x="31242" y="3532"/>
                  <a:pt x="31102" y="4203"/>
                  <a:pt x="30755" y="4305"/>
                </a:cubicBezTo>
                <a:cubicBezTo>
                  <a:pt x="30060" y="4513"/>
                  <a:pt x="29357" y="4699"/>
                  <a:pt x="28648" y="4860"/>
                </a:cubicBezTo>
                <a:cubicBezTo>
                  <a:pt x="27439" y="5136"/>
                  <a:pt x="26218" y="5369"/>
                  <a:pt x="25142" y="6011"/>
                </a:cubicBezTo>
                <a:cubicBezTo>
                  <a:pt x="24741" y="6251"/>
                  <a:pt x="24482" y="6521"/>
                  <a:pt x="24685" y="7028"/>
                </a:cubicBezTo>
                <a:cubicBezTo>
                  <a:pt x="24741" y="7167"/>
                  <a:pt x="24617" y="7466"/>
                  <a:pt x="24478" y="7563"/>
                </a:cubicBezTo>
                <a:cubicBezTo>
                  <a:pt x="22708" y="8791"/>
                  <a:pt x="22889" y="9074"/>
                  <a:pt x="22779" y="11122"/>
                </a:cubicBezTo>
                <a:cubicBezTo>
                  <a:pt x="22713" y="12379"/>
                  <a:pt x="22788" y="13609"/>
                  <a:pt x="23357" y="14786"/>
                </a:cubicBezTo>
                <a:cubicBezTo>
                  <a:pt x="23566" y="15217"/>
                  <a:pt x="23599" y="15721"/>
                  <a:pt x="23778" y="16168"/>
                </a:cubicBezTo>
                <a:cubicBezTo>
                  <a:pt x="23871" y="16403"/>
                  <a:pt x="24044" y="16593"/>
                  <a:pt x="24432" y="16581"/>
                </a:cubicBezTo>
                <a:cubicBezTo>
                  <a:pt x="24916" y="16567"/>
                  <a:pt x="25112" y="17027"/>
                  <a:pt x="24864" y="17392"/>
                </a:cubicBezTo>
                <a:cubicBezTo>
                  <a:pt x="24417" y="18051"/>
                  <a:pt x="23791" y="18551"/>
                  <a:pt x="23110" y="18941"/>
                </a:cubicBezTo>
                <a:cubicBezTo>
                  <a:pt x="21918" y="19622"/>
                  <a:pt x="20636" y="20103"/>
                  <a:pt x="19212" y="20208"/>
                </a:cubicBezTo>
                <a:cubicBezTo>
                  <a:pt x="17109" y="20364"/>
                  <a:pt x="15165" y="19864"/>
                  <a:pt x="13170" y="19005"/>
                </a:cubicBezTo>
                <a:close/>
                <a:moveTo>
                  <a:pt x="12626" y="6822"/>
                </a:moveTo>
                <a:cubicBezTo>
                  <a:pt x="12571" y="6717"/>
                  <a:pt x="12523" y="6605"/>
                  <a:pt x="12453" y="6508"/>
                </a:cubicBezTo>
                <a:cubicBezTo>
                  <a:pt x="12438" y="6490"/>
                  <a:pt x="12285" y="6522"/>
                  <a:pt x="12284" y="6534"/>
                </a:cubicBezTo>
                <a:cubicBezTo>
                  <a:pt x="12266" y="6811"/>
                  <a:pt x="12509" y="6738"/>
                  <a:pt x="12665" y="6784"/>
                </a:cubicBezTo>
                <a:cubicBezTo>
                  <a:pt x="12867" y="6969"/>
                  <a:pt x="13063" y="7159"/>
                  <a:pt x="13271" y="7339"/>
                </a:cubicBezTo>
                <a:cubicBezTo>
                  <a:pt x="13320" y="7381"/>
                  <a:pt x="13437" y="7430"/>
                  <a:pt x="13464" y="7409"/>
                </a:cubicBezTo>
                <a:cubicBezTo>
                  <a:pt x="13597" y="7304"/>
                  <a:pt x="13583" y="7159"/>
                  <a:pt x="13411" y="7084"/>
                </a:cubicBezTo>
                <a:cubicBezTo>
                  <a:pt x="13160" y="6975"/>
                  <a:pt x="12888" y="6908"/>
                  <a:pt x="12626" y="6822"/>
                </a:cubicBezTo>
                <a:close/>
                <a:moveTo>
                  <a:pt x="11766" y="5146"/>
                </a:moveTo>
                <a:cubicBezTo>
                  <a:pt x="11622" y="4705"/>
                  <a:pt x="11234" y="4737"/>
                  <a:pt x="10866" y="4726"/>
                </a:cubicBezTo>
                <a:cubicBezTo>
                  <a:pt x="9344" y="3229"/>
                  <a:pt x="6357" y="3904"/>
                  <a:pt x="5781" y="5457"/>
                </a:cubicBezTo>
                <a:cubicBezTo>
                  <a:pt x="6593" y="5481"/>
                  <a:pt x="7391" y="5474"/>
                  <a:pt x="8184" y="5535"/>
                </a:cubicBezTo>
                <a:cubicBezTo>
                  <a:pt x="8956" y="5592"/>
                  <a:pt x="9723" y="5720"/>
                  <a:pt x="10493" y="5817"/>
                </a:cubicBezTo>
                <a:cubicBezTo>
                  <a:pt x="10148" y="5493"/>
                  <a:pt x="9764" y="5309"/>
                  <a:pt x="9365" y="5168"/>
                </a:cubicBezTo>
                <a:cubicBezTo>
                  <a:pt x="9027" y="5049"/>
                  <a:pt x="8661" y="5002"/>
                  <a:pt x="8325" y="4879"/>
                </a:cubicBezTo>
                <a:cubicBezTo>
                  <a:pt x="8179" y="4824"/>
                  <a:pt x="7921" y="4735"/>
                  <a:pt x="8138" y="4413"/>
                </a:cubicBezTo>
                <a:cubicBezTo>
                  <a:pt x="9039" y="4504"/>
                  <a:pt x="9968" y="4597"/>
                  <a:pt x="10900" y="4690"/>
                </a:cubicBezTo>
                <a:cubicBezTo>
                  <a:pt x="11053" y="5121"/>
                  <a:pt x="11446" y="5075"/>
                  <a:pt x="11802" y="5106"/>
                </a:cubicBezTo>
                <a:cubicBezTo>
                  <a:pt x="12064" y="5535"/>
                  <a:pt x="12512" y="5600"/>
                  <a:pt x="13014" y="5734"/>
                </a:cubicBezTo>
                <a:cubicBezTo>
                  <a:pt x="12759" y="5065"/>
                  <a:pt x="12238" y="5163"/>
                  <a:pt x="11766" y="5146"/>
                </a:cubicBezTo>
                <a:close/>
                <a:moveTo>
                  <a:pt x="9609" y="9262"/>
                </a:moveTo>
                <a:cubicBezTo>
                  <a:pt x="9488" y="9271"/>
                  <a:pt x="9440" y="9034"/>
                  <a:pt x="9281" y="9177"/>
                </a:cubicBezTo>
                <a:cubicBezTo>
                  <a:pt x="9403" y="9194"/>
                  <a:pt x="9523" y="9212"/>
                  <a:pt x="9646" y="9230"/>
                </a:cubicBezTo>
                <a:cubicBezTo>
                  <a:pt x="9704" y="9554"/>
                  <a:pt x="9984" y="9647"/>
                  <a:pt x="10256" y="9725"/>
                </a:cubicBezTo>
                <a:cubicBezTo>
                  <a:pt x="11669" y="10127"/>
                  <a:pt x="12889" y="10837"/>
                  <a:pt x="13988" y="11760"/>
                </a:cubicBezTo>
                <a:cubicBezTo>
                  <a:pt x="14191" y="11931"/>
                  <a:pt x="14456" y="12035"/>
                  <a:pt x="14628" y="12133"/>
                </a:cubicBezTo>
                <a:cubicBezTo>
                  <a:pt x="14945" y="12012"/>
                  <a:pt x="15145" y="11936"/>
                  <a:pt x="15345" y="11860"/>
                </a:cubicBezTo>
                <a:cubicBezTo>
                  <a:pt x="15775" y="11736"/>
                  <a:pt x="15965" y="12458"/>
                  <a:pt x="16463" y="12138"/>
                </a:cubicBezTo>
                <a:cubicBezTo>
                  <a:pt x="16539" y="11375"/>
                  <a:pt x="16063" y="10844"/>
                  <a:pt x="15579" y="10331"/>
                </a:cubicBezTo>
                <a:cubicBezTo>
                  <a:pt x="14304" y="8978"/>
                  <a:pt x="12749" y="7962"/>
                  <a:pt x="11087" y="7095"/>
                </a:cubicBezTo>
                <a:cubicBezTo>
                  <a:pt x="10319" y="6696"/>
                  <a:pt x="9471" y="6460"/>
                  <a:pt x="8587" y="6430"/>
                </a:cubicBezTo>
                <a:cubicBezTo>
                  <a:pt x="7571" y="6397"/>
                  <a:pt x="6553" y="6389"/>
                  <a:pt x="5535" y="6403"/>
                </a:cubicBezTo>
                <a:cubicBezTo>
                  <a:pt x="4552" y="6416"/>
                  <a:pt x="3691" y="6783"/>
                  <a:pt x="2948" y="7367"/>
                </a:cubicBezTo>
                <a:cubicBezTo>
                  <a:pt x="2745" y="7524"/>
                  <a:pt x="2641" y="7815"/>
                  <a:pt x="2544" y="8063"/>
                </a:cubicBezTo>
                <a:cubicBezTo>
                  <a:pt x="2450" y="8308"/>
                  <a:pt x="2758" y="8673"/>
                  <a:pt x="2994" y="8629"/>
                </a:cubicBezTo>
                <a:cubicBezTo>
                  <a:pt x="3634" y="8513"/>
                  <a:pt x="4278" y="8399"/>
                  <a:pt x="4914" y="8258"/>
                </a:cubicBezTo>
                <a:cubicBezTo>
                  <a:pt x="7748" y="7638"/>
                  <a:pt x="10408" y="8252"/>
                  <a:pt x="12946" y="9387"/>
                </a:cubicBezTo>
                <a:cubicBezTo>
                  <a:pt x="14063" y="9885"/>
                  <a:pt x="14988" y="10687"/>
                  <a:pt x="15380" y="11887"/>
                </a:cubicBezTo>
                <a:cubicBezTo>
                  <a:pt x="14809" y="11855"/>
                  <a:pt x="14498" y="11436"/>
                  <a:pt x="14129" y="11115"/>
                </a:cubicBezTo>
                <a:cubicBezTo>
                  <a:pt x="12844" y="10007"/>
                  <a:pt x="11358" y="9351"/>
                  <a:pt x="9609" y="9262"/>
                </a:cubicBezTo>
                <a:close/>
                <a:moveTo>
                  <a:pt x="18513" y="8462"/>
                </a:moveTo>
                <a:cubicBezTo>
                  <a:pt x="18727" y="8322"/>
                  <a:pt x="18934" y="8240"/>
                  <a:pt x="19062" y="8093"/>
                </a:cubicBezTo>
                <a:cubicBezTo>
                  <a:pt x="19476" y="7613"/>
                  <a:pt x="19865" y="7109"/>
                  <a:pt x="20264" y="6616"/>
                </a:cubicBezTo>
                <a:cubicBezTo>
                  <a:pt x="21791" y="4735"/>
                  <a:pt x="23756" y="3516"/>
                  <a:pt x="26239" y="3086"/>
                </a:cubicBezTo>
                <a:cubicBezTo>
                  <a:pt x="26497" y="3041"/>
                  <a:pt x="26814" y="3126"/>
                  <a:pt x="26999" y="2738"/>
                </a:cubicBezTo>
                <a:cubicBezTo>
                  <a:pt x="26167" y="2720"/>
                  <a:pt x="25369" y="2695"/>
                  <a:pt x="24572" y="2688"/>
                </a:cubicBezTo>
                <a:cubicBezTo>
                  <a:pt x="24207" y="2686"/>
                  <a:pt x="23869" y="2748"/>
                  <a:pt x="23556" y="2981"/>
                </a:cubicBezTo>
                <a:cubicBezTo>
                  <a:pt x="23277" y="3189"/>
                  <a:pt x="22943" y="3347"/>
                  <a:pt x="22614" y="3480"/>
                </a:cubicBezTo>
                <a:cubicBezTo>
                  <a:pt x="21454" y="3948"/>
                  <a:pt x="20501" y="4696"/>
                  <a:pt x="19556" y="5455"/>
                </a:cubicBezTo>
                <a:cubicBezTo>
                  <a:pt x="18585" y="6235"/>
                  <a:pt x="18176" y="7197"/>
                  <a:pt x="18513" y="8462"/>
                </a:cubicBezTo>
                <a:close/>
                <a:moveTo>
                  <a:pt x="23057" y="6153"/>
                </a:moveTo>
                <a:cubicBezTo>
                  <a:pt x="21904" y="6506"/>
                  <a:pt x="21100" y="7197"/>
                  <a:pt x="20429" y="8014"/>
                </a:cubicBezTo>
                <a:cubicBezTo>
                  <a:pt x="19846" y="8726"/>
                  <a:pt x="19392" y="9511"/>
                  <a:pt x="19252" y="10424"/>
                </a:cubicBezTo>
                <a:cubicBezTo>
                  <a:pt x="19217" y="10655"/>
                  <a:pt x="19331" y="10855"/>
                  <a:pt x="19550" y="10883"/>
                </a:cubicBezTo>
                <a:cubicBezTo>
                  <a:pt x="19738" y="10908"/>
                  <a:pt x="20047" y="10854"/>
                  <a:pt x="20128" y="10732"/>
                </a:cubicBezTo>
                <a:cubicBezTo>
                  <a:pt x="21121" y="9218"/>
                  <a:pt x="22084" y="7684"/>
                  <a:pt x="23057" y="6153"/>
                </a:cubicBezTo>
                <a:close/>
                <a:moveTo>
                  <a:pt x="26138" y="1742"/>
                </a:moveTo>
                <a:cubicBezTo>
                  <a:pt x="26077" y="1626"/>
                  <a:pt x="26051" y="1477"/>
                  <a:pt x="25960" y="1418"/>
                </a:cubicBezTo>
                <a:cubicBezTo>
                  <a:pt x="25451" y="1092"/>
                  <a:pt x="24858" y="1020"/>
                  <a:pt x="24291" y="1158"/>
                </a:cubicBezTo>
                <a:cubicBezTo>
                  <a:pt x="23382" y="1377"/>
                  <a:pt x="22472" y="1629"/>
                  <a:pt x="21606" y="1969"/>
                </a:cubicBezTo>
                <a:cubicBezTo>
                  <a:pt x="20644" y="2348"/>
                  <a:pt x="19950" y="3065"/>
                  <a:pt x="19363" y="4079"/>
                </a:cubicBezTo>
                <a:cubicBezTo>
                  <a:pt x="19922" y="3805"/>
                  <a:pt x="20434" y="3577"/>
                  <a:pt x="20922" y="3308"/>
                </a:cubicBezTo>
                <a:cubicBezTo>
                  <a:pt x="21736" y="2862"/>
                  <a:pt x="22483" y="2239"/>
                  <a:pt x="23356" y="1973"/>
                </a:cubicBezTo>
                <a:cubicBezTo>
                  <a:pt x="24221" y="1714"/>
                  <a:pt x="25203" y="1806"/>
                  <a:pt x="26138" y="1742"/>
                </a:cubicBezTo>
                <a:close/>
                <a:moveTo>
                  <a:pt x="20592" y="15397"/>
                </a:moveTo>
                <a:cubicBezTo>
                  <a:pt x="20211" y="15554"/>
                  <a:pt x="20055" y="15865"/>
                  <a:pt x="20097" y="16217"/>
                </a:cubicBezTo>
                <a:cubicBezTo>
                  <a:pt x="20199" y="17056"/>
                  <a:pt x="20350" y="17890"/>
                  <a:pt x="20492" y="18787"/>
                </a:cubicBezTo>
                <a:cubicBezTo>
                  <a:pt x="21230" y="18502"/>
                  <a:pt x="21875" y="18238"/>
                  <a:pt x="22351" y="17733"/>
                </a:cubicBezTo>
                <a:cubicBezTo>
                  <a:pt x="22220" y="16622"/>
                  <a:pt x="21522" y="15932"/>
                  <a:pt x="20592" y="15397"/>
                </a:cubicBezTo>
                <a:close/>
                <a:moveTo>
                  <a:pt x="18648" y="18118"/>
                </a:moveTo>
                <a:cubicBezTo>
                  <a:pt x="18673" y="17487"/>
                  <a:pt x="18711" y="16879"/>
                  <a:pt x="18720" y="16272"/>
                </a:cubicBezTo>
                <a:cubicBezTo>
                  <a:pt x="18728" y="15795"/>
                  <a:pt x="18370" y="15550"/>
                  <a:pt x="17976" y="15369"/>
                </a:cubicBezTo>
                <a:cubicBezTo>
                  <a:pt x="17504" y="15154"/>
                  <a:pt x="17159" y="15365"/>
                  <a:pt x="16892" y="15713"/>
                </a:cubicBezTo>
                <a:cubicBezTo>
                  <a:pt x="17142" y="16115"/>
                  <a:pt x="17369" y="16519"/>
                  <a:pt x="17631" y="16902"/>
                </a:cubicBezTo>
                <a:cubicBezTo>
                  <a:pt x="17919" y="17321"/>
                  <a:pt x="17835" y="18015"/>
                  <a:pt x="18648" y="18118"/>
                </a:cubicBezTo>
                <a:close/>
                <a:moveTo>
                  <a:pt x="15419" y="15560"/>
                </a:moveTo>
                <a:cubicBezTo>
                  <a:pt x="15785" y="15361"/>
                  <a:pt x="15845" y="14998"/>
                  <a:pt x="15982" y="14692"/>
                </a:cubicBezTo>
                <a:cubicBezTo>
                  <a:pt x="16212" y="14180"/>
                  <a:pt x="15981" y="13754"/>
                  <a:pt x="15593" y="13400"/>
                </a:cubicBezTo>
                <a:cubicBezTo>
                  <a:pt x="15511" y="13327"/>
                  <a:pt x="15323" y="13289"/>
                  <a:pt x="15218" y="13325"/>
                </a:cubicBezTo>
                <a:cubicBezTo>
                  <a:pt x="15107" y="13362"/>
                  <a:pt x="14977" y="13496"/>
                  <a:pt x="14953" y="13604"/>
                </a:cubicBezTo>
                <a:cubicBezTo>
                  <a:pt x="14805" y="14315"/>
                  <a:pt x="15040" y="14952"/>
                  <a:pt x="15419" y="15560"/>
                </a:cubicBezTo>
                <a:close/>
                <a:moveTo>
                  <a:pt x="17368" y="8350"/>
                </a:moveTo>
                <a:cubicBezTo>
                  <a:pt x="16759" y="9455"/>
                  <a:pt x="16749" y="10110"/>
                  <a:pt x="17360" y="10808"/>
                </a:cubicBezTo>
                <a:cubicBezTo>
                  <a:pt x="17363" y="10060"/>
                  <a:pt x="17365" y="9404"/>
                  <a:pt x="17368" y="8350"/>
                </a:cubicBezTo>
                <a:close/>
                <a:moveTo>
                  <a:pt x="19836" y="12370"/>
                </a:moveTo>
                <a:cubicBezTo>
                  <a:pt x="19777" y="12206"/>
                  <a:pt x="19768" y="12039"/>
                  <a:pt x="19677" y="11971"/>
                </a:cubicBezTo>
                <a:cubicBezTo>
                  <a:pt x="19588" y="11904"/>
                  <a:pt x="19378" y="11880"/>
                  <a:pt x="19288" y="11935"/>
                </a:cubicBezTo>
                <a:cubicBezTo>
                  <a:pt x="19116" y="12040"/>
                  <a:pt x="18958" y="12199"/>
                  <a:pt x="18859" y="12369"/>
                </a:cubicBezTo>
                <a:cubicBezTo>
                  <a:pt x="18759" y="12541"/>
                  <a:pt x="18672" y="12804"/>
                  <a:pt x="18935" y="12905"/>
                </a:cubicBezTo>
                <a:cubicBezTo>
                  <a:pt x="19109" y="12972"/>
                  <a:pt x="19388" y="12953"/>
                  <a:pt x="19539" y="12858"/>
                </a:cubicBezTo>
                <a:cubicBezTo>
                  <a:pt x="19695" y="12760"/>
                  <a:pt x="19749" y="12522"/>
                  <a:pt x="19836" y="12370"/>
                </a:cubicBezTo>
                <a:close/>
                <a:moveTo>
                  <a:pt x="19646" y="14006"/>
                </a:moveTo>
                <a:cubicBezTo>
                  <a:pt x="19360" y="13968"/>
                  <a:pt x="19139" y="14145"/>
                  <a:pt x="19098" y="14448"/>
                </a:cubicBezTo>
                <a:cubicBezTo>
                  <a:pt x="19069" y="14651"/>
                  <a:pt x="19300" y="14918"/>
                  <a:pt x="19451" y="14846"/>
                </a:cubicBezTo>
                <a:cubicBezTo>
                  <a:pt x="19705" y="14726"/>
                  <a:pt x="19904" y="14540"/>
                  <a:pt x="19888" y="14254"/>
                </a:cubicBezTo>
                <a:cubicBezTo>
                  <a:pt x="19883" y="14169"/>
                  <a:pt x="19732" y="14089"/>
                  <a:pt x="19646" y="14006"/>
                </a:cubicBezTo>
                <a:close/>
                <a:moveTo>
                  <a:pt x="29434" y="3250"/>
                </a:moveTo>
                <a:cubicBezTo>
                  <a:pt x="29088" y="3080"/>
                  <a:pt x="28797" y="2931"/>
                  <a:pt x="28501" y="2797"/>
                </a:cubicBezTo>
                <a:cubicBezTo>
                  <a:pt x="28462" y="2780"/>
                  <a:pt x="28373" y="2822"/>
                  <a:pt x="28327" y="2858"/>
                </a:cubicBezTo>
                <a:cubicBezTo>
                  <a:pt x="28296" y="2882"/>
                  <a:pt x="28280" y="2967"/>
                  <a:pt x="28298" y="2988"/>
                </a:cubicBezTo>
                <a:cubicBezTo>
                  <a:pt x="28581" y="3271"/>
                  <a:pt x="28859" y="3578"/>
                  <a:pt x="29434" y="3250"/>
                </a:cubicBezTo>
                <a:close/>
                <a:moveTo>
                  <a:pt x="17514" y="18905"/>
                </a:moveTo>
                <a:cubicBezTo>
                  <a:pt x="17423" y="18829"/>
                  <a:pt x="17332" y="18753"/>
                  <a:pt x="17241" y="18679"/>
                </a:cubicBezTo>
                <a:cubicBezTo>
                  <a:pt x="17205" y="18726"/>
                  <a:pt x="17143" y="18772"/>
                  <a:pt x="17140" y="18822"/>
                </a:cubicBezTo>
                <a:cubicBezTo>
                  <a:pt x="17129" y="19030"/>
                  <a:pt x="17385" y="19192"/>
                  <a:pt x="17488" y="19050"/>
                </a:cubicBezTo>
                <a:cubicBezTo>
                  <a:pt x="17514" y="19014"/>
                  <a:pt x="17507" y="18953"/>
                  <a:pt x="17514" y="18905"/>
                </a:cubicBezTo>
                <a:close/>
                <a:moveTo>
                  <a:pt x="17947" y="14018"/>
                </a:moveTo>
                <a:cubicBezTo>
                  <a:pt x="17766" y="14017"/>
                  <a:pt x="17719" y="14071"/>
                  <a:pt x="17832" y="14155"/>
                </a:cubicBezTo>
                <a:cubicBezTo>
                  <a:pt x="17859" y="14176"/>
                  <a:pt x="17940" y="14136"/>
                  <a:pt x="17994" y="14124"/>
                </a:cubicBezTo>
                <a:cubicBezTo>
                  <a:pt x="17979" y="14089"/>
                  <a:pt x="17962" y="14053"/>
                  <a:pt x="17947" y="14018"/>
                </a:cubicBezTo>
                <a:close/>
                <a:moveTo>
                  <a:pt x="25742" y="4103"/>
                </a:moveTo>
                <a:lnTo>
                  <a:pt x="25869" y="4175"/>
                </a:lnTo>
                <a:lnTo>
                  <a:pt x="25898" y="408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4629572" y="2969373"/>
            <a:ext cx="957222" cy="733880"/>
          </a:xfrm>
          <a:custGeom>
            <a:rect b="b" l="l" r="r" t="t"/>
            <a:pathLst>
              <a:path extrusionOk="0" h="22055" w="28767">
                <a:moveTo>
                  <a:pt x="26363" y="17950"/>
                </a:moveTo>
                <a:cubicBezTo>
                  <a:pt x="25622" y="18117"/>
                  <a:pt x="24847" y="18266"/>
                  <a:pt x="24146" y="18662"/>
                </a:cubicBezTo>
                <a:cubicBezTo>
                  <a:pt x="23792" y="18862"/>
                  <a:pt x="23314" y="18934"/>
                  <a:pt x="22892" y="18939"/>
                </a:cubicBezTo>
                <a:cubicBezTo>
                  <a:pt x="22135" y="18943"/>
                  <a:pt x="21445" y="19138"/>
                  <a:pt x="20802" y="19463"/>
                </a:cubicBezTo>
                <a:cubicBezTo>
                  <a:pt x="18962" y="20395"/>
                  <a:pt x="16925" y="20615"/>
                  <a:pt x="14928" y="20968"/>
                </a:cubicBezTo>
                <a:cubicBezTo>
                  <a:pt x="13790" y="21169"/>
                  <a:pt x="12627" y="21244"/>
                  <a:pt x="11489" y="21452"/>
                </a:cubicBezTo>
                <a:cubicBezTo>
                  <a:pt x="11089" y="21526"/>
                  <a:pt x="10734" y="21828"/>
                  <a:pt x="10301" y="22054"/>
                </a:cubicBezTo>
                <a:cubicBezTo>
                  <a:pt x="9191" y="21837"/>
                  <a:pt x="8175" y="21284"/>
                  <a:pt x="7126" y="20817"/>
                </a:cubicBezTo>
                <a:cubicBezTo>
                  <a:pt x="6136" y="20376"/>
                  <a:pt x="5147" y="19912"/>
                  <a:pt x="4063" y="19749"/>
                </a:cubicBezTo>
                <a:cubicBezTo>
                  <a:pt x="2454" y="19505"/>
                  <a:pt x="1732" y="18354"/>
                  <a:pt x="1339" y="17126"/>
                </a:cubicBezTo>
                <a:cubicBezTo>
                  <a:pt x="789" y="15417"/>
                  <a:pt x="456" y="13633"/>
                  <a:pt x="172" y="11862"/>
                </a:cubicBezTo>
                <a:cubicBezTo>
                  <a:pt x="1" y="10780"/>
                  <a:pt x="88" y="9659"/>
                  <a:pt x="71" y="8556"/>
                </a:cubicBezTo>
                <a:cubicBezTo>
                  <a:pt x="62" y="7971"/>
                  <a:pt x="322" y="7477"/>
                  <a:pt x="754" y="7079"/>
                </a:cubicBezTo>
                <a:cubicBezTo>
                  <a:pt x="1591" y="6307"/>
                  <a:pt x="2356" y="5482"/>
                  <a:pt x="3020" y="4568"/>
                </a:cubicBezTo>
                <a:cubicBezTo>
                  <a:pt x="3217" y="4296"/>
                  <a:pt x="3532" y="4069"/>
                  <a:pt x="3843" y="3911"/>
                </a:cubicBezTo>
                <a:cubicBezTo>
                  <a:pt x="7141" y="2211"/>
                  <a:pt x="10694" y="1232"/>
                  <a:pt x="14374" y="628"/>
                </a:cubicBezTo>
                <a:cubicBezTo>
                  <a:pt x="15020" y="522"/>
                  <a:pt x="15663" y="397"/>
                  <a:pt x="16313" y="319"/>
                </a:cubicBezTo>
                <a:cubicBezTo>
                  <a:pt x="17397" y="193"/>
                  <a:pt x="18484" y="24"/>
                  <a:pt x="19572" y="13"/>
                </a:cubicBezTo>
                <a:cubicBezTo>
                  <a:pt x="20583" y="0"/>
                  <a:pt x="21599" y="154"/>
                  <a:pt x="22606" y="273"/>
                </a:cubicBezTo>
                <a:cubicBezTo>
                  <a:pt x="22881" y="307"/>
                  <a:pt x="23153" y="455"/>
                  <a:pt x="23401" y="589"/>
                </a:cubicBezTo>
                <a:cubicBezTo>
                  <a:pt x="23781" y="795"/>
                  <a:pt x="24156" y="894"/>
                  <a:pt x="24610" y="945"/>
                </a:cubicBezTo>
                <a:cubicBezTo>
                  <a:pt x="25663" y="1063"/>
                  <a:pt x="26515" y="1559"/>
                  <a:pt x="26951" y="2555"/>
                </a:cubicBezTo>
                <a:cubicBezTo>
                  <a:pt x="27341" y="3447"/>
                  <a:pt x="27784" y="4317"/>
                  <a:pt x="28152" y="5216"/>
                </a:cubicBezTo>
                <a:cubicBezTo>
                  <a:pt x="28751" y="6673"/>
                  <a:pt x="28766" y="8191"/>
                  <a:pt x="28512" y="9706"/>
                </a:cubicBezTo>
                <a:cubicBezTo>
                  <a:pt x="28341" y="10725"/>
                  <a:pt x="28129" y="11749"/>
                  <a:pt x="27812" y="12733"/>
                </a:cubicBezTo>
                <a:cubicBezTo>
                  <a:pt x="27323" y="14250"/>
                  <a:pt x="27253" y="15851"/>
                  <a:pt x="26684" y="17344"/>
                </a:cubicBezTo>
                <a:cubicBezTo>
                  <a:pt x="26610" y="17532"/>
                  <a:pt x="26491" y="17709"/>
                  <a:pt x="26363" y="17950"/>
                </a:cubicBezTo>
                <a:close/>
                <a:moveTo>
                  <a:pt x="20719" y="16020"/>
                </a:moveTo>
                <a:cubicBezTo>
                  <a:pt x="20636" y="16139"/>
                  <a:pt x="20375" y="15958"/>
                  <a:pt x="20369" y="16206"/>
                </a:cubicBezTo>
                <a:cubicBezTo>
                  <a:pt x="20472" y="16129"/>
                  <a:pt x="20573" y="16052"/>
                  <a:pt x="20674" y="15975"/>
                </a:cubicBezTo>
                <a:cubicBezTo>
                  <a:pt x="21017" y="15903"/>
                  <a:pt x="21417" y="15948"/>
                  <a:pt x="21613" y="15569"/>
                </a:cubicBezTo>
                <a:cubicBezTo>
                  <a:pt x="22689" y="15619"/>
                  <a:pt x="23745" y="15588"/>
                  <a:pt x="24743" y="14916"/>
                </a:cubicBezTo>
                <a:cubicBezTo>
                  <a:pt x="23173" y="14807"/>
                  <a:pt x="23086" y="14826"/>
                  <a:pt x="21649" y="15610"/>
                </a:cubicBezTo>
                <a:cubicBezTo>
                  <a:pt x="21299" y="15666"/>
                  <a:pt x="20902" y="15626"/>
                  <a:pt x="20719" y="16020"/>
                </a:cubicBezTo>
                <a:close/>
                <a:moveTo>
                  <a:pt x="12440" y="11835"/>
                </a:moveTo>
                <a:cubicBezTo>
                  <a:pt x="13432" y="11791"/>
                  <a:pt x="14424" y="11756"/>
                  <a:pt x="15416" y="11694"/>
                </a:cubicBezTo>
                <a:cubicBezTo>
                  <a:pt x="15501" y="11689"/>
                  <a:pt x="15608" y="11529"/>
                  <a:pt x="15650" y="11423"/>
                </a:cubicBezTo>
                <a:cubicBezTo>
                  <a:pt x="15720" y="11246"/>
                  <a:pt x="15488" y="11047"/>
                  <a:pt x="15264" y="11071"/>
                </a:cubicBezTo>
                <a:cubicBezTo>
                  <a:pt x="14350" y="11172"/>
                  <a:pt x="13470" y="11403"/>
                  <a:pt x="12615" y="11727"/>
                </a:cubicBezTo>
                <a:cubicBezTo>
                  <a:pt x="12559" y="11748"/>
                  <a:pt x="12525" y="11828"/>
                  <a:pt x="12480" y="11879"/>
                </a:cubicBezTo>
                <a:cubicBezTo>
                  <a:pt x="12279" y="11873"/>
                  <a:pt x="12073" y="11846"/>
                  <a:pt x="11876" y="11871"/>
                </a:cubicBezTo>
                <a:cubicBezTo>
                  <a:pt x="11795" y="11881"/>
                  <a:pt x="11730" y="12006"/>
                  <a:pt x="11656" y="12077"/>
                </a:cubicBezTo>
                <a:cubicBezTo>
                  <a:pt x="11773" y="12113"/>
                  <a:pt x="11922" y="12207"/>
                  <a:pt x="12003" y="12171"/>
                </a:cubicBezTo>
                <a:cubicBezTo>
                  <a:pt x="12166" y="12097"/>
                  <a:pt x="12296" y="11950"/>
                  <a:pt x="12440" y="11835"/>
                </a:cubicBezTo>
                <a:close/>
                <a:moveTo>
                  <a:pt x="22066" y="2740"/>
                </a:moveTo>
                <a:cubicBezTo>
                  <a:pt x="22128" y="2551"/>
                  <a:pt x="22128" y="2388"/>
                  <a:pt x="21856" y="2380"/>
                </a:cubicBezTo>
                <a:cubicBezTo>
                  <a:pt x="21839" y="2380"/>
                  <a:pt x="21785" y="2510"/>
                  <a:pt x="21800" y="2522"/>
                </a:cubicBezTo>
                <a:cubicBezTo>
                  <a:pt x="21888" y="2598"/>
                  <a:pt x="21993" y="2656"/>
                  <a:pt x="22091" y="2721"/>
                </a:cubicBezTo>
                <a:cubicBezTo>
                  <a:pt x="22348" y="3991"/>
                  <a:pt x="22807" y="5198"/>
                  <a:pt x="23355" y="6375"/>
                </a:cubicBezTo>
                <a:cubicBezTo>
                  <a:pt x="23374" y="6418"/>
                  <a:pt x="23482" y="6423"/>
                  <a:pt x="23549" y="6447"/>
                </a:cubicBezTo>
                <a:cubicBezTo>
                  <a:pt x="23812" y="5208"/>
                  <a:pt x="23831" y="4780"/>
                  <a:pt x="23492" y="4143"/>
                </a:cubicBezTo>
                <a:cubicBezTo>
                  <a:pt x="23173" y="3548"/>
                  <a:pt x="22902" y="2876"/>
                  <a:pt x="22066" y="2740"/>
                </a:cubicBezTo>
                <a:close/>
                <a:moveTo>
                  <a:pt x="4140" y="6444"/>
                </a:moveTo>
                <a:cubicBezTo>
                  <a:pt x="3998" y="6455"/>
                  <a:pt x="3794" y="6412"/>
                  <a:pt x="3724" y="6484"/>
                </a:cubicBezTo>
                <a:cubicBezTo>
                  <a:pt x="3092" y="7144"/>
                  <a:pt x="2567" y="7865"/>
                  <a:pt x="2492" y="8794"/>
                </a:cubicBezTo>
                <a:cubicBezTo>
                  <a:pt x="2473" y="9015"/>
                  <a:pt x="2785" y="9305"/>
                  <a:pt x="3081" y="9280"/>
                </a:cubicBezTo>
                <a:cubicBezTo>
                  <a:pt x="3270" y="9265"/>
                  <a:pt x="3553" y="9160"/>
                  <a:pt x="3608" y="9026"/>
                </a:cubicBezTo>
                <a:cubicBezTo>
                  <a:pt x="3954" y="8192"/>
                  <a:pt x="4231" y="7334"/>
                  <a:pt x="4108" y="6416"/>
                </a:cubicBezTo>
                <a:cubicBezTo>
                  <a:pt x="4449" y="6199"/>
                  <a:pt x="4795" y="5985"/>
                  <a:pt x="5132" y="5759"/>
                </a:cubicBezTo>
                <a:cubicBezTo>
                  <a:pt x="5174" y="5732"/>
                  <a:pt x="5168" y="5638"/>
                  <a:pt x="5183" y="5574"/>
                </a:cubicBezTo>
                <a:cubicBezTo>
                  <a:pt x="5063" y="5547"/>
                  <a:pt x="4909" y="5463"/>
                  <a:pt x="4828" y="5503"/>
                </a:cubicBezTo>
                <a:cubicBezTo>
                  <a:pt x="4438" y="5702"/>
                  <a:pt x="4236" y="6043"/>
                  <a:pt x="4140" y="6444"/>
                </a:cubicBezTo>
                <a:close/>
                <a:moveTo>
                  <a:pt x="18483" y="16784"/>
                </a:moveTo>
                <a:cubicBezTo>
                  <a:pt x="16764" y="17343"/>
                  <a:pt x="15042" y="17896"/>
                  <a:pt x="13328" y="18466"/>
                </a:cubicBezTo>
                <a:cubicBezTo>
                  <a:pt x="13060" y="18555"/>
                  <a:pt x="12791" y="18691"/>
                  <a:pt x="12585" y="18867"/>
                </a:cubicBezTo>
                <a:cubicBezTo>
                  <a:pt x="12471" y="18964"/>
                  <a:pt x="12485" y="19193"/>
                  <a:pt x="12418" y="19449"/>
                </a:cubicBezTo>
                <a:cubicBezTo>
                  <a:pt x="13832" y="18969"/>
                  <a:pt x="15135" y="18562"/>
                  <a:pt x="16409" y="18079"/>
                </a:cubicBezTo>
                <a:cubicBezTo>
                  <a:pt x="17078" y="17826"/>
                  <a:pt x="17693" y="17447"/>
                  <a:pt x="18318" y="17102"/>
                </a:cubicBezTo>
                <a:cubicBezTo>
                  <a:pt x="18404" y="17055"/>
                  <a:pt x="18402" y="16868"/>
                  <a:pt x="18443" y="16746"/>
                </a:cubicBezTo>
                <a:cubicBezTo>
                  <a:pt x="18619" y="16717"/>
                  <a:pt x="18798" y="16689"/>
                  <a:pt x="18974" y="16663"/>
                </a:cubicBezTo>
                <a:cubicBezTo>
                  <a:pt x="18928" y="16639"/>
                  <a:pt x="18870" y="16583"/>
                  <a:pt x="18840" y="16597"/>
                </a:cubicBezTo>
                <a:cubicBezTo>
                  <a:pt x="18716" y="16648"/>
                  <a:pt x="18601" y="16720"/>
                  <a:pt x="18483" y="16784"/>
                </a:cubicBezTo>
                <a:close/>
                <a:moveTo>
                  <a:pt x="7552" y="17170"/>
                </a:moveTo>
                <a:cubicBezTo>
                  <a:pt x="7672" y="16926"/>
                  <a:pt x="7911" y="16676"/>
                  <a:pt x="7898" y="16437"/>
                </a:cubicBezTo>
                <a:cubicBezTo>
                  <a:pt x="7856" y="15636"/>
                  <a:pt x="8138" y="14797"/>
                  <a:pt x="7719" y="14067"/>
                </a:cubicBezTo>
                <a:cubicBezTo>
                  <a:pt x="6580" y="13817"/>
                  <a:pt x="5519" y="13581"/>
                  <a:pt x="4458" y="13355"/>
                </a:cubicBezTo>
                <a:cubicBezTo>
                  <a:pt x="4324" y="13327"/>
                  <a:pt x="4175" y="13340"/>
                  <a:pt x="4037" y="13359"/>
                </a:cubicBezTo>
                <a:cubicBezTo>
                  <a:pt x="3975" y="13369"/>
                  <a:pt x="3900" y="13427"/>
                  <a:pt x="3872" y="13482"/>
                </a:cubicBezTo>
                <a:cubicBezTo>
                  <a:pt x="3845" y="13538"/>
                  <a:pt x="3837" y="13641"/>
                  <a:pt x="3872" y="13681"/>
                </a:cubicBezTo>
                <a:cubicBezTo>
                  <a:pt x="4007" y="13832"/>
                  <a:pt x="4141" y="14043"/>
                  <a:pt x="4317" y="14091"/>
                </a:cubicBezTo>
                <a:cubicBezTo>
                  <a:pt x="5154" y="14321"/>
                  <a:pt x="6009" y="14492"/>
                  <a:pt x="6851" y="14709"/>
                </a:cubicBezTo>
                <a:cubicBezTo>
                  <a:pt x="7043" y="14759"/>
                  <a:pt x="7213" y="14900"/>
                  <a:pt x="7379" y="15018"/>
                </a:cubicBezTo>
                <a:cubicBezTo>
                  <a:pt x="7425" y="15050"/>
                  <a:pt x="7445" y="15150"/>
                  <a:pt x="7433" y="15212"/>
                </a:cubicBezTo>
                <a:cubicBezTo>
                  <a:pt x="7419" y="15265"/>
                  <a:pt x="7348" y="15343"/>
                  <a:pt x="7297" y="15347"/>
                </a:cubicBezTo>
                <a:cubicBezTo>
                  <a:pt x="6343" y="15427"/>
                  <a:pt x="5457" y="15054"/>
                  <a:pt x="4527" y="14976"/>
                </a:cubicBezTo>
                <a:cubicBezTo>
                  <a:pt x="4456" y="14971"/>
                  <a:pt x="4356" y="15136"/>
                  <a:pt x="4295" y="15237"/>
                </a:cubicBezTo>
                <a:cubicBezTo>
                  <a:pt x="4274" y="15271"/>
                  <a:pt x="4317" y="15388"/>
                  <a:pt x="4358" y="15404"/>
                </a:cubicBezTo>
                <a:cubicBezTo>
                  <a:pt x="5101" y="15680"/>
                  <a:pt x="5860" y="15921"/>
                  <a:pt x="6591" y="16222"/>
                </a:cubicBezTo>
                <a:cubicBezTo>
                  <a:pt x="7054" y="16413"/>
                  <a:pt x="7489" y="16681"/>
                  <a:pt x="7603" y="17218"/>
                </a:cubicBezTo>
                <a:cubicBezTo>
                  <a:pt x="6848" y="17298"/>
                  <a:pt x="6187" y="16977"/>
                  <a:pt x="5499" y="16769"/>
                </a:cubicBezTo>
                <a:cubicBezTo>
                  <a:pt x="5228" y="16686"/>
                  <a:pt x="4955" y="16592"/>
                  <a:pt x="4675" y="16554"/>
                </a:cubicBezTo>
                <a:cubicBezTo>
                  <a:pt x="4591" y="16544"/>
                  <a:pt x="4389" y="16717"/>
                  <a:pt x="4399" y="16787"/>
                </a:cubicBezTo>
                <a:cubicBezTo>
                  <a:pt x="4469" y="17257"/>
                  <a:pt x="4581" y="17720"/>
                  <a:pt x="4691" y="18244"/>
                </a:cubicBezTo>
                <a:cubicBezTo>
                  <a:pt x="5557" y="18421"/>
                  <a:pt x="6395" y="18593"/>
                  <a:pt x="7212" y="18758"/>
                </a:cubicBezTo>
                <a:cubicBezTo>
                  <a:pt x="7624" y="18022"/>
                  <a:pt x="7629" y="18022"/>
                  <a:pt x="7552" y="17170"/>
                </a:cubicBezTo>
                <a:close/>
                <a:moveTo>
                  <a:pt x="19419" y="15191"/>
                </a:moveTo>
                <a:cubicBezTo>
                  <a:pt x="18277" y="15069"/>
                  <a:pt x="17083" y="15171"/>
                  <a:pt x="16090" y="14435"/>
                </a:cubicBezTo>
                <a:cubicBezTo>
                  <a:pt x="15936" y="14322"/>
                  <a:pt x="15673" y="14314"/>
                  <a:pt x="15459" y="14314"/>
                </a:cubicBezTo>
                <a:cubicBezTo>
                  <a:pt x="14443" y="14307"/>
                  <a:pt x="13424" y="14314"/>
                  <a:pt x="12407" y="14334"/>
                </a:cubicBezTo>
                <a:cubicBezTo>
                  <a:pt x="12195" y="14338"/>
                  <a:pt x="11975" y="14401"/>
                  <a:pt x="11777" y="14480"/>
                </a:cubicBezTo>
                <a:cubicBezTo>
                  <a:pt x="11651" y="14530"/>
                  <a:pt x="11537" y="14642"/>
                  <a:pt x="11464" y="14754"/>
                </a:cubicBezTo>
                <a:cubicBezTo>
                  <a:pt x="11394" y="14859"/>
                  <a:pt x="11341" y="15008"/>
                  <a:pt x="11365" y="15125"/>
                </a:cubicBezTo>
                <a:cubicBezTo>
                  <a:pt x="11387" y="15233"/>
                  <a:pt x="11503" y="15378"/>
                  <a:pt x="11609" y="15408"/>
                </a:cubicBezTo>
                <a:cubicBezTo>
                  <a:pt x="12441" y="15631"/>
                  <a:pt x="13349" y="15239"/>
                  <a:pt x="14170" y="15675"/>
                </a:cubicBezTo>
                <a:cubicBezTo>
                  <a:pt x="14070" y="15786"/>
                  <a:pt x="14005" y="15934"/>
                  <a:pt x="13892" y="15978"/>
                </a:cubicBezTo>
                <a:cubicBezTo>
                  <a:pt x="13283" y="16218"/>
                  <a:pt x="12647" y="16323"/>
                  <a:pt x="11984" y="16354"/>
                </a:cubicBezTo>
                <a:cubicBezTo>
                  <a:pt x="11364" y="16382"/>
                  <a:pt x="11188" y="16666"/>
                  <a:pt x="11238" y="17353"/>
                </a:cubicBezTo>
                <a:cubicBezTo>
                  <a:pt x="11269" y="17780"/>
                  <a:pt x="11551" y="18011"/>
                  <a:pt x="11940" y="17909"/>
                </a:cubicBezTo>
                <a:cubicBezTo>
                  <a:pt x="14395" y="17271"/>
                  <a:pt x="16797" y="16491"/>
                  <a:pt x="19093" y="15441"/>
                </a:cubicBezTo>
                <a:cubicBezTo>
                  <a:pt x="19211" y="15388"/>
                  <a:pt x="19285" y="15248"/>
                  <a:pt x="19379" y="15150"/>
                </a:cubicBezTo>
                <a:cubicBezTo>
                  <a:pt x="21331" y="14656"/>
                  <a:pt x="23282" y="14162"/>
                  <a:pt x="25279" y="13657"/>
                </a:cubicBezTo>
                <a:cubicBezTo>
                  <a:pt x="25506" y="13364"/>
                  <a:pt x="25722" y="13017"/>
                  <a:pt x="25462" y="12532"/>
                </a:cubicBezTo>
                <a:cubicBezTo>
                  <a:pt x="25285" y="12550"/>
                  <a:pt x="25081" y="12548"/>
                  <a:pt x="24892" y="12597"/>
                </a:cubicBezTo>
                <a:cubicBezTo>
                  <a:pt x="24125" y="12790"/>
                  <a:pt x="23363" y="13008"/>
                  <a:pt x="22593" y="13194"/>
                </a:cubicBezTo>
                <a:cubicBezTo>
                  <a:pt x="22526" y="13210"/>
                  <a:pt x="22401" y="13067"/>
                  <a:pt x="22328" y="12978"/>
                </a:cubicBezTo>
                <a:cubicBezTo>
                  <a:pt x="22303" y="12948"/>
                  <a:pt x="22341" y="12824"/>
                  <a:pt x="22386" y="12799"/>
                </a:cubicBezTo>
                <a:cubicBezTo>
                  <a:pt x="22756" y="12592"/>
                  <a:pt x="23117" y="12357"/>
                  <a:pt x="23513" y="12209"/>
                </a:cubicBezTo>
                <a:cubicBezTo>
                  <a:pt x="24185" y="11958"/>
                  <a:pt x="24883" y="11770"/>
                  <a:pt x="25567" y="11541"/>
                </a:cubicBezTo>
                <a:cubicBezTo>
                  <a:pt x="25936" y="11418"/>
                  <a:pt x="26155" y="11148"/>
                  <a:pt x="26229" y="10790"/>
                </a:cubicBezTo>
                <a:cubicBezTo>
                  <a:pt x="26309" y="10389"/>
                  <a:pt x="26419" y="9979"/>
                  <a:pt x="26126" y="9557"/>
                </a:cubicBezTo>
                <a:cubicBezTo>
                  <a:pt x="25938" y="9581"/>
                  <a:pt x="25705" y="9555"/>
                  <a:pt x="25537" y="9642"/>
                </a:cubicBezTo>
                <a:cubicBezTo>
                  <a:pt x="24589" y="10142"/>
                  <a:pt x="23656" y="10668"/>
                  <a:pt x="22721" y="11187"/>
                </a:cubicBezTo>
                <a:cubicBezTo>
                  <a:pt x="22394" y="11369"/>
                  <a:pt x="22221" y="11648"/>
                  <a:pt x="22080" y="11981"/>
                </a:cubicBezTo>
                <a:cubicBezTo>
                  <a:pt x="21751" y="12758"/>
                  <a:pt x="21181" y="13380"/>
                  <a:pt x="20565" y="13972"/>
                </a:cubicBezTo>
                <a:cubicBezTo>
                  <a:pt x="20162" y="14358"/>
                  <a:pt x="19798" y="14782"/>
                  <a:pt x="19419" y="15191"/>
                </a:cubicBezTo>
                <a:close/>
                <a:moveTo>
                  <a:pt x="19925" y="4627"/>
                </a:moveTo>
                <a:cubicBezTo>
                  <a:pt x="19581" y="5034"/>
                  <a:pt x="19097" y="5167"/>
                  <a:pt x="18592" y="5202"/>
                </a:cubicBezTo>
                <a:cubicBezTo>
                  <a:pt x="17579" y="5274"/>
                  <a:pt x="16562" y="5314"/>
                  <a:pt x="15546" y="5361"/>
                </a:cubicBezTo>
                <a:cubicBezTo>
                  <a:pt x="15255" y="5374"/>
                  <a:pt x="14964" y="5362"/>
                  <a:pt x="14673" y="5378"/>
                </a:cubicBezTo>
                <a:cubicBezTo>
                  <a:pt x="13935" y="5417"/>
                  <a:pt x="13735" y="5676"/>
                  <a:pt x="13812" y="6480"/>
                </a:cubicBezTo>
                <a:cubicBezTo>
                  <a:pt x="13864" y="7036"/>
                  <a:pt x="14116" y="7293"/>
                  <a:pt x="14610" y="7211"/>
                </a:cubicBezTo>
                <a:cubicBezTo>
                  <a:pt x="15753" y="7019"/>
                  <a:pt x="16890" y="6798"/>
                  <a:pt x="18028" y="6586"/>
                </a:cubicBezTo>
                <a:cubicBezTo>
                  <a:pt x="18810" y="6443"/>
                  <a:pt x="19591" y="6290"/>
                  <a:pt x="20378" y="6166"/>
                </a:cubicBezTo>
                <a:cubicBezTo>
                  <a:pt x="20442" y="6156"/>
                  <a:pt x="20557" y="6332"/>
                  <a:pt x="20620" y="6438"/>
                </a:cubicBezTo>
                <a:cubicBezTo>
                  <a:pt x="20648" y="6485"/>
                  <a:pt x="20629" y="6612"/>
                  <a:pt x="20589" y="6632"/>
                </a:cubicBezTo>
                <a:cubicBezTo>
                  <a:pt x="20341" y="6766"/>
                  <a:pt x="20092" y="6927"/>
                  <a:pt x="19820" y="6994"/>
                </a:cubicBezTo>
                <a:cubicBezTo>
                  <a:pt x="18697" y="7270"/>
                  <a:pt x="17565" y="7514"/>
                  <a:pt x="16437" y="7774"/>
                </a:cubicBezTo>
                <a:cubicBezTo>
                  <a:pt x="15803" y="7920"/>
                  <a:pt x="15164" y="8053"/>
                  <a:pt x="14548" y="8249"/>
                </a:cubicBezTo>
                <a:cubicBezTo>
                  <a:pt x="14390" y="8297"/>
                  <a:pt x="14217" y="8563"/>
                  <a:pt x="14217" y="8728"/>
                </a:cubicBezTo>
                <a:cubicBezTo>
                  <a:pt x="14213" y="9128"/>
                  <a:pt x="14310" y="9526"/>
                  <a:pt x="14361" y="9898"/>
                </a:cubicBezTo>
                <a:cubicBezTo>
                  <a:pt x="14599" y="9898"/>
                  <a:pt x="14756" y="9934"/>
                  <a:pt x="14883" y="9895"/>
                </a:cubicBezTo>
                <a:cubicBezTo>
                  <a:pt x="16329" y="9444"/>
                  <a:pt x="17743" y="8877"/>
                  <a:pt x="19288" y="8768"/>
                </a:cubicBezTo>
                <a:cubicBezTo>
                  <a:pt x="19495" y="8754"/>
                  <a:pt x="19757" y="8687"/>
                  <a:pt x="19885" y="8553"/>
                </a:cubicBezTo>
                <a:cubicBezTo>
                  <a:pt x="20359" y="8050"/>
                  <a:pt x="21063" y="8057"/>
                  <a:pt x="21629" y="7769"/>
                </a:cubicBezTo>
                <a:cubicBezTo>
                  <a:pt x="21790" y="7687"/>
                  <a:pt x="21947" y="7472"/>
                  <a:pt x="21974" y="7298"/>
                </a:cubicBezTo>
                <a:cubicBezTo>
                  <a:pt x="22020" y="7035"/>
                  <a:pt x="21973" y="6750"/>
                  <a:pt x="21928" y="6479"/>
                </a:cubicBezTo>
                <a:cubicBezTo>
                  <a:pt x="21659" y="4868"/>
                  <a:pt x="20750" y="3536"/>
                  <a:pt x="19825" y="2215"/>
                </a:cubicBezTo>
                <a:cubicBezTo>
                  <a:pt x="19652" y="1968"/>
                  <a:pt x="19180" y="1865"/>
                  <a:pt x="18831" y="2028"/>
                </a:cubicBezTo>
                <a:cubicBezTo>
                  <a:pt x="17515" y="2644"/>
                  <a:pt x="16123" y="3005"/>
                  <a:pt x="14684" y="3247"/>
                </a:cubicBezTo>
                <a:cubicBezTo>
                  <a:pt x="14192" y="3329"/>
                  <a:pt x="13722" y="3539"/>
                  <a:pt x="13253" y="3721"/>
                </a:cubicBezTo>
                <a:cubicBezTo>
                  <a:pt x="13152" y="3762"/>
                  <a:pt x="13033" y="3942"/>
                  <a:pt x="13050" y="4037"/>
                </a:cubicBezTo>
                <a:cubicBezTo>
                  <a:pt x="13081" y="4219"/>
                  <a:pt x="13177" y="4409"/>
                  <a:pt x="13300" y="4555"/>
                </a:cubicBezTo>
                <a:cubicBezTo>
                  <a:pt x="13378" y="4650"/>
                  <a:pt x="13547" y="4719"/>
                  <a:pt x="13678" y="4723"/>
                </a:cubicBezTo>
                <a:cubicBezTo>
                  <a:pt x="15418" y="4789"/>
                  <a:pt x="17161" y="4900"/>
                  <a:pt x="18890" y="4571"/>
                </a:cubicBezTo>
                <a:cubicBezTo>
                  <a:pt x="19237" y="4504"/>
                  <a:pt x="19594" y="4367"/>
                  <a:pt x="19925" y="4627"/>
                </a:cubicBezTo>
                <a:close/>
                <a:moveTo>
                  <a:pt x="20559" y="11279"/>
                </a:moveTo>
                <a:cubicBezTo>
                  <a:pt x="20560" y="10805"/>
                  <a:pt x="20567" y="10664"/>
                  <a:pt x="20559" y="10529"/>
                </a:cubicBezTo>
                <a:cubicBezTo>
                  <a:pt x="20539" y="10056"/>
                  <a:pt x="20236" y="9840"/>
                  <a:pt x="19684" y="9833"/>
                </a:cubicBezTo>
                <a:cubicBezTo>
                  <a:pt x="18865" y="9820"/>
                  <a:pt x="18102" y="10044"/>
                  <a:pt x="17345" y="10299"/>
                </a:cubicBezTo>
                <a:cubicBezTo>
                  <a:pt x="17088" y="10387"/>
                  <a:pt x="17016" y="10757"/>
                  <a:pt x="17251" y="10942"/>
                </a:cubicBezTo>
                <a:cubicBezTo>
                  <a:pt x="17477" y="11122"/>
                  <a:pt x="17718" y="11267"/>
                  <a:pt x="17729" y="11583"/>
                </a:cubicBezTo>
                <a:cubicBezTo>
                  <a:pt x="17742" y="11858"/>
                  <a:pt x="17734" y="12135"/>
                  <a:pt x="17774" y="12409"/>
                </a:cubicBezTo>
                <a:cubicBezTo>
                  <a:pt x="17834" y="12852"/>
                  <a:pt x="18185" y="13145"/>
                  <a:pt x="18653" y="13181"/>
                </a:cubicBezTo>
                <a:cubicBezTo>
                  <a:pt x="19410" y="13241"/>
                  <a:pt x="19977" y="12968"/>
                  <a:pt x="20238" y="12340"/>
                </a:cubicBezTo>
                <a:cubicBezTo>
                  <a:pt x="20421" y="11898"/>
                  <a:pt x="20517" y="11423"/>
                  <a:pt x="20559" y="11279"/>
                </a:cubicBezTo>
                <a:close/>
                <a:moveTo>
                  <a:pt x="10476" y="6314"/>
                </a:moveTo>
                <a:cubicBezTo>
                  <a:pt x="10678" y="6072"/>
                  <a:pt x="10933" y="5887"/>
                  <a:pt x="11006" y="5651"/>
                </a:cubicBezTo>
                <a:cubicBezTo>
                  <a:pt x="11115" y="5304"/>
                  <a:pt x="10884" y="4982"/>
                  <a:pt x="10630" y="4743"/>
                </a:cubicBezTo>
                <a:cubicBezTo>
                  <a:pt x="10496" y="4615"/>
                  <a:pt x="10241" y="4499"/>
                  <a:pt x="10070" y="4529"/>
                </a:cubicBezTo>
                <a:cubicBezTo>
                  <a:pt x="9589" y="4616"/>
                  <a:pt x="9124" y="4782"/>
                  <a:pt x="8558" y="4943"/>
                </a:cubicBezTo>
                <a:cubicBezTo>
                  <a:pt x="9002" y="5435"/>
                  <a:pt x="9421" y="5813"/>
                  <a:pt x="9719" y="6262"/>
                </a:cubicBezTo>
                <a:cubicBezTo>
                  <a:pt x="10021" y="6719"/>
                  <a:pt x="10194" y="7251"/>
                  <a:pt x="10438" y="7744"/>
                </a:cubicBezTo>
                <a:cubicBezTo>
                  <a:pt x="10590" y="8052"/>
                  <a:pt x="10748" y="8361"/>
                  <a:pt x="10938" y="8649"/>
                </a:cubicBezTo>
                <a:cubicBezTo>
                  <a:pt x="11049" y="8817"/>
                  <a:pt x="11206" y="8999"/>
                  <a:pt x="11387" y="9074"/>
                </a:cubicBezTo>
                <a:cubicBezTo>
                  <a:pt x="11555" y="9144"/>
                  <a:pt x="11798" y="9115"/>
                  <a:pt x="11983" y="9058"/>
                </a:cubicBezTo>
                <a:cubicBezTo>
                  <a:pt x="12081" y="9026"/>
                  <a:pt x="12199" y="8829"/>
                  <a:pt x="12180" y="8726"/>
                </a:cubicBezTo>
                <a:cubicBezTo>
                  <a:pt x="12088" y="8191"/>
                  <a:pt x="11990" y="7654"/>
                  <a:pt x="11830" y="7134"/>
                </a:cubicBezTo>
                <a:cubicBezTo>
                  <a:pt x="11727" y="6797"/>
                  <a:pt x="11466" y="6570"/>
                  <a:pt x="11049" y="6530"/>
                </a:cubicBezTo>
                <a:cubicBezTo>
                  <a:pt x="10857" y="6509"/>
                  <a:pt x="10676" y="6392"/>
                  <a:pt x="10476" y="6314"/>
                </a:cubicBezTo>
                <a:close/>
                <a:moveTo>
                  <a:pt x="4034" y="10721"/>
                </a:moveTo>
                <a:cubicBezTo>
                  <a:pt x="3596" y="11794"/>
                  <a:pt x="3685" y="12157"/>
                  <a:pt x="4506" y="12389"/>
                </a:cubicBezTo>
                <a:cubicBezTo>
                  <a:pt x="5338" y="12624"/>
                  <a:pt x="6190" y="12790"/>
                  <a:pt x="7039" y="12959"/>
                </a:cubicBezTo>
                <a:cubicBezTo>
                  <a:pt x="7239" y="12999"/>
                  <a:pt x="7474" y="12952"/>
                  <a:pt x="7670" y="12887"/>
                </a:cubicBezTo>
                <a:cubicBezTo>
                  <a:pt x="7778" y="12851"/>
                  <a:pt x="7882" y="12706"/>
                  <a:pt x="7916" y="12591"/>
                </a:cubicBezTo>
                <a:cubicBezTo>
                  <a:pt x="8031" y="12196"/>
                  <a:pt x="7877" y="11820"/>
                  <a:pt x="7553" y="11725"/>
                </a:cubicBezTo>
                <a:cubicBezTo>
                  <a:pt x="6382" y="11380"/>
                  <a:pt x="5202" y="11054"/>
                  <a:pt x="4034" y="10721"/>
                </a:cubicBezTo>
                <a:close/>
                <a:moveTo>
                  <a:pt x="18604" y="1184"/>
                </a:moveTo>
                <a:cubicBezTo>
                  <a:pt x="18336" y="1161"/>
                  <a:pt x="18074" y="1086"/>
                  <a:pt x="17830" y="1125"/>
                </a:cubicBezTo>
                <a:cubicBezTo>
                  <a:pt x="15915" y="1421"/>
                  <a:pt x="14003" y="1738"/>
                  <a:pt x="12092" y="2051"/>
                </a:cubicBezTo>
                <a:cubicBezTo>
                  <a:pt x="12025" y="2062"/>
                  <a:pt x="11949" y="2090"/>
                  <a:pt x="11898" y="2132"/>
                </a:cubicBezTo>
                <a:cubicBezTo>
                  <a:pt x="11792" y="2221"/>
                  <a:pt x="11648" y="2309"/>
                  <a:pt x="11618" y="2420"/>
                </a:cubicBezTo>
                <a:cubicBezTo>
                  <a:pt x="11594" y="2512"/>
                  <a:pt x="11692" y="2656"/>
                  <a:pt x="11777" y="2742"/>
                </a:cubicBezTo>
                <a:cubicBezTo>
                  <a:pt x="12099" y="3073"/>
                  <a:pt x="12524" y="3158"/>
                  <a:pt x="12963" y="3066"/>
                </a:cubicBezTo>
                <a:cubicBezTo>
                  <a:pt x="13591" y="2934"/>
                  <a:pt x="14212" y="2761"/>
                  <a:pt x="14835" y="2597"/>
                </a:cubicBezTo>
                <a:cubicBezTo>
                  <a:pt x="15873" y="2325"/>
                  <a:pt x="16914" y="2061"/>
                  <a:pt x="17944" y="1759"/>
                </a:cubicBezTo>
                <a:cubicBezTo>
                  <a:pt x="18194" y="1685"/>
                  <a:pt x="18505" y="1598"/>
                  <a:pt x="18604" y="1184"/>
                </a:cubicBezTo>
                <a:close/>
                <a:moveTo>
                  <a:pt x="11579" y="13284"/>
                </a:moveTo>
                <a:cubicBezTo>
                  <a:pt x="11713" y="13348"/>
                  <a:pt x="11773" y="13399"/>
                  <a:pt x="11831" y="13399"/>
                </a:cubicBezTo>
                <a:cubicBezTo>
                  <a:pt x="12904" y="13390"/>
                  <a:pt x="13975" y="13381"/>
                  <a:pt x="15046" y="13358"/>
                </a:cubicBezTo>
                <a:cubicBezTo>
                  <a:pt x="15179" y="13354"/>
                  <a:pt x="15338" y="13307"/>
                  <a:pt x="15433" y="13226"/>
                </a:cubicBezTo>
                <a:cubicBezTo>
                  <a:pt x="15524" y="13149"/>
                  <a:pt x="15557" y="13004"/>
                  <a:pt x="15590" y="12883"/>
                </a:cubicBezTo>
                <a:cubicBezTo>
                  <a:pt x="15598" y="12850"/>
                  <a:pt x="15520" y="12765"/>
                  <a:pt x="15467" y="12749"/>
                </a:cubicBezTo>
                <a:cubicBezTo>
                  <a:pt x="14095" y="12319"/>
                  <a:pt x="12832" y="12563"/>
                  <a:pt x="11579" y="13284"/>
                </a:cubicBezTo>
                <a:close/>
                <a:moveTo>
                  <a:pt x="9244" y="15203"/>
                </a:moveTo>
                <a:cubicBezTo>
                  <a:pt x="9201" y="16505"/>
                  <a:pt x="8954" y="17771"/>
                  <a:pt x="8582" y="19022"/>
                </a:cubicBezTo>
                <a:cubicBezTo>
                  <a:pt x="8505" y="19279"/>
                  <a:pt x="8530" y="19574"/>
                  <a:pt x="8561" y="19845"/>
                </a:cubicBezTo>
                <a:cubicBezTo>
                  <a:pt x="8571" y="19946"/>
                  <a:pt x="8717" y="20082"/>
                  <a:pt x="8825" y="20108"/>
                </a:cubicBezTo>
                <a:cubicBezTo>
                  <a:pt x="8917" y="20128"/>
                  <a:pt x="9136" y="20015"/>
                  <a:pt x="9141" y="19951"/>
                </a:cubicBezTo>
                <a:cubicBezTo>
                  <a:pt x="9191" y="19267"/>
                  <a:pt x="9221" y="18579"/>
                  <a:pt x="9232" y="17893"/>
                </a:cubicBezTo>
                <a:cubicBezTo>
                  <a:pt x="9247" y="16995"/>
                  <a:pt x="9241" y="16098"/>
                  <a:pt x="9244" y="15203"/>
                </a:cubicBezTo>
                <a:close/>
                <a:moveTo>
                  <a:pt x="2631" y="13582"/>
                </a:moveTo>
                <a:cubicBezTo>
                  <a:pt x="2724" y="12362"/>
                  <a:pt x="2832" y="11533"/>
                  <a:pt x="2695" y="10703"/>
                </a:cubicBezTo>
                <a:cubicBezTo>
                  <a:pt x="2674" y="10567"/>
                  <a:pt x="2425" y="10466"/>
                  <a:pt x="2279" y="10347"/>
                </a:cubicBezTo>
                <a:cubicBezTo>
                  <a:pt x="2194" y="10517"/>
                  <a:pt x="2082" y="10679"/>
                  <a:pt x="2031" y="10858"/>
                </a:cubicBezTo>
                <a:cubicBezTo>
                  <a:pt x="1995" y="10980"/>
                  <a:pt x="2026" y="11127"/>
                  <a:pt x="2057" y="11255"/>
                </a:cubicBezTo>
                <a:cubicBezTo>
                  <a:pt x="2212" y="11904"/>
                  <a:pt x="2374" y="12550"/>
                  <a:pt x="2631" y="13582"/>
                </a:cubicBezTo>
                <a:close/>
                <a:moveTo>
                  <a:pt x="21588" y="17108"/>
                </a:moveTo>
                <a:cubicBezTo>
                  <a:pt x="22582" y="17054"/>
                  <a:pt x="23419" y="17014"/>
                  <a:pt x="24254" y="16954"/>
                </a:cubicBezTo>
                <a:cubicBezTo>
                  <a:pt x="24384" y="16946"/>
                  <a:pt x="24539" y="16879"/>
                  <a:pt x="24625" y="16788"/>
                </a:cubicBezTo>
                <a:cubicBezTo>
                  <a:pt x="24701" y="16711"/>
                  <a:pt x="24714" y="16565"/>
                  <a:pt x="24721" y="16448"/>
                </a:cubicBezTo>
                <a:cubicBezTo>
                  <a:pt x="24723" y="16402"/>
                  <a:pt x="24624" y="16305"/>
                  <a:pt x="24583" y="16311"/>
                </a:cubicBezTo>
                <a:cubicBezTo>
                  <a:pt x="23605" y="16432"/>
                  <a:pt x="22600" y="16450"/>
                  <a:pt x="21588" y="17108"/>
                </a:cubicBezTo>
                <a:close/>
                <a:moveTo>
                  <a:pt x="7028" y="3648"/>
                </a:moveTo>
                <a:cubicBezTo>
                  <a:pt x="7614" y="4436"/>
                  <a:pt x="8284" y="4226"/>
                  <a:pt x="8954" y="3905"/>
                </a:cubicBezTo>
                <a:cubicBezTo>
                  <a:pt x="9055" y="3855"/>
                  <a:pt x="9170" y="3703"/>
                  <a:pt x="9159" y="3613"/>
                </a:cubicBezTo>
                <a:cubicBezTo>
                  <a:pt x="9144" y="3499"/>
                  <a:pt x="9030" y="3356"/>
                  <a:pt x="8917" y="3298"/>
                </a:cubicBezTo>
                <a:cubicBezTo>
                  <a:pt x="8185" y="2923"/>
                  <a:pt x="7580" y="3135"/>
                  <a:pt x="7028" y="3648"/>
                </a:cubicBezTo>
                <a:close/>
                <a:moveTo>
                  <a:pt x="6587" y="10148"/>
                </a:moveTo>
                <a:cubicBezTo>
                  <a:pt x="6766" y="9120"/>
                  <a:pt x="6682" y="8227"/>
                  <a:pt x="6707" y="7342"/>
                </a:cubicBezTo>
                <a:cubicBezTo>
                  <a:pt x="6710" y="7154"/>
                  <a:pt x="6610" y="6966"/>
                  <a:pt x="6545" y="6732"/>
                </a:cubicBezTo>
                <a:cubicBezTo>
                  <a:pt x="6458" y="6910"/>
                  <a:pt x="6348" y="7030"/>
                  <a:pt x="6347" y="7152"/>
                </a:cubicBezTo>
                <a:cubicBezTo>
                  <a:pt x="6333" y="7980"/>
                  <a:pt x="6337" y="8809"/>
                  <a:pt x="6354" y="9635"/>
                </a:cubicBezTo>
                <a:cubicBezTo>
                  <a:pt x="6356" y="9753"/>
                  <a:pt x="6459" y="9872"/>
                  <a:pt x="6587" y="10148"/>
                </a:cubicBezTo>
                <a:close/>
                <a:moveTo>
                  <a:pt x="24892" y="4766"/>
                </a:moveTo>
                <a:cubicBezTo>
                  <a:pt x="24693" y="5332"/>
                  <a:pt x="24695" y="5859"/>
                  <a:pt x="24922" y="6370"/>
                </a:cubicBezTo>
                <a:cubicBezTo>
                  <a:pt x="24960" y="6456"/>
                  <a:pt x="25163" y="6528"/>
                  <a:pt x="25278" y="6515"/>
                </a:cubicBezTo>
                <a:cubicBezTo>
                  <a:pt x="25390" y="6504"/>
                  <a:pt x="25552" y="6387"/>
                  <a:pt x="25578" y="6292"/>
                </a:cubicBezTo>
                <a:cubicBezTo>
                  <a:pt x="25747" y="5639"/>
                  <a:pt x="25495" y="5146"/>
                  <a:pt x="24892" y="4766"/>
                </a:cubicBezTo>
                <a:close/>
                <a:moveTo>
                  <a:pt x="12341" y="10095"/>
                </a:moveTo>
                <a:cubicBezTo>
                  <a:pt x="12253" y="10014"/>
                  <a:pt x="12174" y="9879"/>
                  <a:pt x="12067" y="9854"/>
                </a:cubicBezTo>
                <a:cubicBezTo>
                  <a:pt x="11779" y="9786"/>
                  <a:pt x="11512" y="9877"/>
                  <a:pt x="11358" y="10126"/>
                </a:cubicBezTo>
                <a:cubicBezTo>
                  <a:pt x="11297" y="10222"/>
                  <a:pt x="11278" y="10399"/>
                  <a:pt x="11332" y="10488"/>
                </a:cubicBezTo>
                <a:cubicBezTo>
                  <a:pt x="11387" y="10576"/>
                  <a:pt x="11565" y="10653"/>
                  <a:pt x="11679" y="10641"/>
                </a:cubicBezTo>
                <a:cubicBezTo>
                  <a:pt x="11875" y="10618"/>
                  <a:pt x="12082" y="10555"/>
                  <a:pt x="12246" y="10452"/>
                </a:cubicBezTo>
                <a:cubicBezTo>
                  <a:pt x="12323" y="10404"/>
                  <a:pt x="12310" y="10224"/>
                  <a:pt x="12341" y="10095"/>
                </a:cubicBezTo>
                <a:close/>
                <a:moveTo>
                  <a:pt x="23347" y="9550"/>
                </a:moveTo>
                <a:cubicBezTo>
                  <a:pt x="23008" y="9323"/>
                  <a:pt x="22662" y="9395"/>
                  <a:pt x="22338" y="9545"/>
                </a:cubicBezTo>
                <a:cubicBezTo>
                  <a:pt x="22246" y="9587"/>
                  <a:pt x="22164" y="9772"/>
                  <a:pt x="22185" y="9870"/>
                </a:cubicBezTo>
                <a:cubicBezTo>
                  <a:pt x="22202" y="9954"/>
                  <a:pt x="22381" y="10078"/>
                  <a:pt x="22477" y="10069"/>
                </a:cubicBezTo>
                <a:cubicBezTo>
                  <a:pt x="22844" y="10036"/>
                  <a:pt x="23143" y="9861"/>
                  <a:pt x="23347" y="9550"/>
                </a:cubicBezTo>
                <a:close/>
                <a:moveTo>
                  <a:pt x="3054" y="16252"/>
                </a:moveTo>
                <a:cubicBezTo>
                  <a:pt x="3055" y="15849"/>
                  <a:pt x="3055" y="15567"/>
                  <a:pt x="3056" y="15202"/>
                </a:cubicBezTo>
                <a:cubicBezTo>
                  <a:pt x="2811" y="15564"/>
                  <a:pt x="2870" y="15847"/>
                  <a:pt x="3054" y="16252"/>
                </a:cubicBezTo>
                <a:close/>
                <a:moveTo>
                  <a:pt x="25453" y="8440"/>
                </a:moveTo>
                <a:cubicBezTo>
                  <a:pt x="25576" y="8390"/>
                  <a:pt x="25750" y="8369"/>
                  <a:pt x="25809" y="8281"/>
                </a:cubicBezTo>
                <a:cubicBezTo>
                  <a:pt x="25859" y="8207"/>
                  <a:pt x="25814" y="8017"/>
                  <a:pt x="25741" y="7941"/>
                </a:cubicBezTo>
                <a:cubicBezTo>
                  <a:pt x="25602" y="7800"/>
                  <a:pt x="25320" y="7913"/>
                  <a:pt x="25293" y="8129"/>
                </a:cubicBezTo>
                <a:cubicBezTo>
                  <a:pt x="25282" y="8225"/>
                  <a:pt x="25395" y="8336"/>
                  <a:pt x="25453" y="8440"/>
                </a:cubicBezTo>
                <a:close/>
                <a:moveTo>
                  <a:pt x="9196" y="12861"/>
                </a:moveTo>
                <a:cubicBezTo>
                  <a:pt x="9157" y="12633"/>
                  <a:pt x="9111" y="12631"/>
                  <a:pt x="9077" y="12860"/>
                </a:cubicBezTo>
                <a:cubicBezTo>
                  <a:pt x="9070" y="12914"/>
                  <a:pt x="9113" y="12974"/>
                  <a:pt x="9134" y="13032"/>
                </a:cubicBezTo>
                <a:cubicBezTo>
                  <a:pt x="9154" y="12975"/>
                  <a:pt x="9175" y="12919"/>
                  <a:pt x="9196" y="12861"/>
                </a:cubicBezTo>
                <a:close/>
                <a:moveTo>
                  <a:pt x="8414" y="10383"/>
                </a:moveTo>
                <a:cubicBezTo>
                  <a:pt x="8378" y="10258"/>
                  <a:pt x="8344" y="10133"/>
                  <a:pt x="8308" y="10009"/>
                </a:cubicBezTo>
                <a:cubicBezTo>
                  <a:pt x="8153" y="10109"/>
                  <a:pt x="7997" y="10211"/>
                  <a:pt x="7842" y="10312"/>
                </a:cubicBezTo>
                <a:cubicBezTo>
                  <a:pt x="7924" y="10395"/>
                  <a:pt x="8000" y="10538"/>
                  <a:pt x="8086" y="10544"/>
                </a:cubicBezTo>
                <a:cubicBezTo>
                  <a:pt x="8190" y="10551"/>
                  <a:pt x="8304" y="10442"/>
                  <a:pt x="8414" y="10383"/>
                </a:cubicBezTo>
                <a:close/>
                <a:moveTo>
                  <a:pt x="4810" y="8906"/>
                </a:moveTo>
                <a:cubicBezTo>
                  <a:pt x="4772" y="8944"/>
                  <a:pt x="4716" y="8979"/>
                  <a:pt x="4701" y="9026"/>
                </a:cubicBezTo>
                <a:cubicBezTo>
                  <a:pt x="4681" y="9087"/>
                  <a:pt x="4669" y="9174"/>
                  <a:pt x="4700" y="9222"/>
                </a:cubicBezTo>
                <a:cubicBezTo>
                  <a:pt x="4782" y="9351"/>
                  <a:pt x="4856" y="9303"/>
                  <a:pt x="4866" y="9095"/>
                </a:cubicBezTo>
                <a:cubicBezTo>
                  <a:pt x="4869" y="9032"/>
                  <a:pt x="4829" y="8969"/>
                  <a:pt x="4810" y="8906"/>
                </a:cubicBezTo>
                <a:close/>
                <a:moveTo>
                  <a:pt x="7893" y="8794"/>
                </a:moveTo>
                <a:cubicBezTo>
                  <a:pt x="7947" y="8606"/>
                  <a:pt x="7902" y="8525"/>
                  <a:pt x="7784" y="8590"/>
                </a:cubicBezTo>
                <a:cubicBezTo>
                  <a:pt x="7753" y="8609"/>
                  <a:pt x="7767" y="8713"/>
                  <a:pt x="7775" y="8776"/>
                </a:cubicBezTo>
                <a:cubicBezTo>
                  <a:pt x="7775" y="8786"/>
                  <a:pt x="7851" y="8788"/>
                  <a:pt x="7893" y="8794"/>
                </a:cubicBezTo>
                <a:close/>
                <a:moveTo>
                  <a:pt x="3538" y="17890"/>
                </a:moveTo>
                <a:cubicBezTo>
                  <a:pt x="3532" y="17830"/>
                  <a:pt x="3539" y="17770"/>
                  <a:pt x="3518" y="17718"/>
                </a:cubicBezTo>
                <a:cubicBezTo>
                  <a:pt x="3503" y="17683"/>
                  <a:pt x="3448" y="17663"/>
                  <a:pt x="3411" y="17637"/>
                </a:cubicBezTo>
                <a:cubicBezTo>
                  <a:pt x="3383" y="17685"/>
                  <a:pt x="3323" y="17740"/>
                  <a:pt x="3334" y="17780"/>
                </a:cubicBezTo>
                <a:cubicBezTo>
                  <a:pt x="3356" y="17869"/>
                  <a:pt x="3413" y="17950"/>
                  <a:pt x="3455" y="18034"/>
                </a:cubicBezTo>
                <a:cubicBezTo>
                  <a:pt x="3482" y="17986"/>
                  <a:pt x="3511" y="17937"/>
                  <a:pt x="3538" y="17890"/>
                </a:cubicBezTo>
                <a:close/>
                <a:moveTo>
                  <a:pt x="10208" y="8779"/>
                </a:moveTo>
                <a:cubicBezTo>
                  <a:pt x="10161" y="8727"/>
                  <a:pt x="10119" y="8681"/>
                  <a:pt x="10075" y="8634"/>
                </a:cubicBezTo>
                <a:cubicBezTo>
                  <a:pt x="10024" y="8731"/>
                  <a:pt x="9961" y="8824"/>
                  <a:pt x="9932" y="8927"/>
                </a:cubicBezTo>
                <a:cubicBezTo>
                  <a:pt x="9925" y="8960"/>
                  <a:pt x="10012" y="9016"/>
                  <a:pt x="10055" y="9062"/>
                </a:cubicBezTo>
                <a:cubicBezTo>
                  <a:pt x="10110" y="8961"/>
                  <a:pt x="10163" y="8861"/>
                  <a:pt x="10208" y="8779"/>
                </a:cubicBezTo>
                <a:close/>
                <a:moveTo>
                  <a:pt x="10550" y="2869"/>
                </a:moveTo>
                <a:cubicBezTo>
                  <a:pt x="10517" y="2819"/>
                  <a:pt x="10471" y="2722"/>
                  <a:pt x="10447" y="2727"/>
                </a:cubicBezTo>
                <a:cubicBezTo>
                  <a:pt x="10333" y="2749"/>
                  <a:pt x="10226" y="2798"/>
                  <a:pt x="10117" y="2838"/>
                </a:cubicBezTo>
                <a:cubicBezTo>
                  <a:pt x="10154" y="2886"/>
                  <a:pt x="10201" y="2978"/>
                  <a:pt x="10230" y="2974"/>
                </a:cubicBezTo>
                <a:cubicBezTo>
                  <a:pt x="10342" y="2957"/>
                  <a:pt x="10445" y="2906"/>
                  <a:pt x="10550" y="2869"/>
                </a:cubicBezTo>
                <a:close/>
                <a:moveTo>
                  <a:pt x="24419" y="3477"/>
                </a:moveTo>
                <a:lnTo>
                  <a:pt x="24481" y="3644"/>
                </a:lnTo>
                <a:lnTo>
                  <a:pt x="24546" y="3479"/>
                </a:lnTo>
                <a:close/>
                <a:moveTo>
                  <a:pt x="11718" y="4261"/>
                </a:moveTo>
                <a:lnTo>
                  <a:pt x="11788" y="4442"/>
                </a:lnTo>
                <a:lnTo>
                  <a:pt x="11857" y="426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5" name="Google Shape;6455;p67"/>
          <p:cNvGrpSpPr/>
          <p:nvPr/>
        </p:nvGrpSpPr>
        <p:grpSpPr>
          <a:xfrm>
            <a:off x="3786738" y="2969363"/>
            <a:ext cx="610550" cy="860450"/>
            <a:chOff x="4706325" y="2895950"/>
            <a:chExt cx="610550" cy="860450"/>
          </a:xfrm>
        </p:grpSpPr>
        <p:sp>
          <p:nvSpPr>
            <p:cNvPr id="6456" name="Google Shape;6456;p67"/>
            <p:cNvSpPr/>
            <p:nvPr/>
          </p:nvSpPr>
          <p:spPr>
            <a:xfrm>
              <a:off x="4706325" y="2895950"/>
              <a:ext cx="112350" cy="113700"/>
            </a:xfrm>
            <a:custGeom>
              <a:rect b="b" l="l" r="r" t="t"/>
              <a:pathLst>
                <a:path extrusionOk="0" h="4548" w="4494">
                  <a:moveTo>
                    <a:pt x="1891" y="1914"/>
                  </a:moveTo>
                  <a:cubicBezTo>
                    <a:pt x="2146" y="1782"/>
                    <a:pt x="2190" y="1579"/>
                    <a:pt x="2279" y="1399"/>
                  </a:cubicBezTo>
                  <a:cubicBezTo>
                    <a:pt x="2478" y="1004"/>
                    <a:pt x="2679" y="610"/>
                    <a:pt x="2904" y="230"/>
                  </a:cubicBezTo>
                  <a:cubicBezTo>
                    <a:pt x="3024" y="29"/>
                    <a:pt x="3332" y="1"/>
                    <a:pt x="3573" y="132"/>
                  </a:cubicBezTo>
                  <a:cubicBezTo>
                    <a:pt x="3734" y="219"/>
                    <a:pt x="3812" y="418"/>
                    <a:pt x="3732" y="561"/>
                  </a:cubicBezTo>
                  <a:cubicBezTo>
                    <a:pt x="3583" y="830"/>
                    <a:pt x="3428" y="1095"/>
                    <a:pt x="3272" y="1360"/>
                  </a:cubicBezTo>
                  <a:cubicBezTo>
                    <a:pt x="3081" y="1683"/>
                    <a:pt x="2918" y="2016"/>
                    <a:pt x="2798" y="2414"/>
                  </a:cubicBezTo>
                  <a:cubicBezTo>
                    <a:pt x="2901" y="2496"/>
                    <a:pt x="2994" y="2600"/>
                    <a:pt x="3111" y="2659"/>
                  </a:cubicBezTo>
                  <a:cubicBezTo>
                    <a:pt x="3525" y="2860"/>
                    <a:pt x="3912" y="3098"/>
                    <a:pt x="4252" y="3400"/>
                  </a:cubicBezTo>
                  <a:cubicBezTo>
                    <a:pt x="4349" y="3487"/>
                    <a:pt x="4430" y="3612"/>
                    <a:pt x="4468" y="3732"/>
                  </a:cubicBezTo>
                  <a:cubicBezTo>
                    <a:pt x="4494" y="3812"/>
                    <a:pt x="4456" y="3940"/>
                    <a:pt x="4398" y="4003"/>
                  </a:cubicBezTo>
                  <a:cubicBezTo>
                    <a:pt x="4338" y="4065"/>
                    <a:pt x="4192" y="4122"/>
                    <a:pt x="4123" y="4096"/>
                  </a:cubicBezTo>
                  <a:cubicBezTo>
                    <a:pt x="3574" y="3865"/>
                    <a:pt x="3034" y="3614"/>
                    <a:pt x="2476" y="3364"/>
                  </a:cubicBezTo>
                  <a:cubicBezTo>
                    <a:pt x="2201" y="3501"/>
                    <a:pt x="2188" y="3792"/>
                    <a:pt x="2072" y="4021"/>
                  </a:cubicBezTo>
                  <a:cubicBezTo>
                    <a:pt x="1855" y="4450"/>
                    <a:pt x="1439" y="4520"/>
                    <a:pt x="1008" y="4545"/>
                  </a:cubicBezTo>
                  <a:cubicBezTo>
                    <a:pt x="962" y="4548"/>
                    <a:pt x="853" y="4388"/>
                    <a:pt x="867" y="4319"/>
                  </a:cubicBezTo>
                  <a:cubicBezTo>
                    <a:pt x="900" y="4157"/>
                    <a:pt x="977" y="4000"/>
                    <a:pt x="1059" y="3851"/>
                  </a:cubicBezTo>
                  <a:cubicBezTo>
                    <a:pt x="1236" y="3523"/>
                    <a:pt x="1427" y="3200"/>
                    <a:pt x="1589" y="2918"/>
                  </a:cubicBezTo>
                  <a:cubicBezTo>
                    <a:pt x="1582" y="2666"/>
                    <a:pt x="1410" y="2592"/>
                    <a:pt x="1281" y="2482"/>
                  </a:cubicBezTo>
                  <a:cubicBezTo>
                    <a:pt x="909" y="2168"/>
                    <a:pt x="533" y="1858"/>
                    <a:pt x="174" y="1532"/>
                  </a:cubicBezTo>
                  <a:cubicBezTo>
                    <a:pt x="46" y="1414"/>
                    <a:pt x="0" y="1243"/>
                    <a:pt x="13" y="1064"/>
                  </a:cubicBezTo>
                  <a:cubicBezTo>
                    <a:pt x="20" y="945"/>
                    <a:pt x="180" y="806"/>
                    <a:pt x="307" y="844"/>
                  </a:cubicBezTo>
                  <a:cubicBezTo>
                    <a:pt x="438" y="884"/>
                    <a:pt x="582" y="925"/>
                    <a:pt x="684" y="1008"/>
                  </a:cubicBezTo>
                  <a:cubicBezTo>
                    <a:pt x="927" y="1203"/>
                    <a:pt x="1137" y="1437"/>
                    <a:pt x="1384" y="1630"/>
                  </a:cubicBezTo>
                  <a:cubicBezTo>
                    <a:pt x="1538" y="1754"/>
                    <a:pt x="1736" y="1831"/>
                    <a:pt x="1891" y="1914"/>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5163400" y="3529275"/>
              <a:ext cx="33875" cy="49625"/>
            </a:xfrm>
            <a:custGeom>
              <a:rect b="b" l="l" r="r" t="t"/>
              <a:pathLst>
                <a:path extrusionOk="0" h="1985" w="1355">
                  <a:moveTo>
                    <a:pt x="510" y="1984"/>
                  </a:moveTo>
                  <a:cubicBezTo>
                    <a:pt x="445" y="1967"/>
                    <a:pt x="363" y="1968"/>
                    <a:pt x="319" y="1930"/>
                  </a:cubicBezTo>
                  <a:cubicBezTo>
                    <a:pt x="88" y="1731"/>
                    <a:pt x="1" y="1469"/>
                    <a:pt x="101" y="1199"/>
                  </a:cubicBezTo>
                  <a:cubicBezTo>
                    <a:pt x="228" y="852"/>
                    <a:pt x="397" y="515"/>
                    <a:pt x="573" y="187"/>
                  </a:cubicBezTo>
                  <a:cubicBezTo>
                    <a:pt x="634" y="75"/>
                    <a:pt x="773" y="1"/>
                    <a:pt x="933" y="14"/>
                  </a:cubicBezTo>
                  <a:cubicBezTo>
                    <a:pt x="1088" y="26"/>
                    <a:pt x="1287" y="175"/>
                    <a:pt x="1309" y="320"/>
                  </a:cubicBezTo>
                  <a:cubicBezTo>
                    <a:pt x="1326" y="417"/>
                    <a:pt x="1355" y="532"/>
                    <a:pt x="1318" y="616"/>
                  </a:cubicBezTo>
                  <a:cubicBezTo>
                    <a:pt x="1119" y="1045"/>
                    <a:pt x="906" y="1468"/>
                    <a:pt x="687" y="1889"/>
                  </a:cubicBezTo>
                  <a:cubicBezTo>
                    <a:pt x="662" y="1936"/>
                    <a:pt x="571" y="1953"/>
                    <a:pt x="510" y="1984"/>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5102050" y="3120000"/>
              <a:ext cx="51700" cy="27000"/>
            </a:xfrm>
            <a:custGeom>
              <a:rect b="b" l="l" r="r" t="t"/>
              <a:pathLst>
                <a:path extrusionOk="0" h="1080" w="2068">
                  <a:moveTo>
                    <a:pt x="1476" y="1079"/>
                  </a:moveTo>
                  <a:cubicBezTo>
                    <a:pt x="956" y="1049"/>
                    <a:pt x="547" y="859"/>
                    <a:pt x="149" y="639"/>
                  </a:cubicBezTo>
                  <a:cubicBezTo>
                    <a:pt x="1" y="558"/>
                    <a:pt x="9" y="317"/>
                    <a:pt x="138" y="210"/>
                  </a:cubicBezTo>
                  <a:cubicBezTo>
                    <a:pt x="310" y="65"/>
                    <a:pt x="520" y="1"/>
                    <a:pt x="726" y="37"/>
                  </a:cubicBezTo>
                  <a:cubicBezTo>
                    <a:pt x="1103" y="105"/>
                    <a:pt x="1477" y="203"/>
                    <a:pt x="1842" y="317"/>
                  </a:cubicBezTo>
                  <a:cubicBezTo>
                    <a:pt x="1973" y="358"/>
                    <a:pt x="2068" y="506"/>
                    <a:pt x="2035" y="641"/>
                  </a:cubicBezTo>
                  <a:cubicBezTo>
                    <a:pt x="2007" y="760"/>
                    <a:pt x="1929" y="893"/>
                    <a:pt x="1829" y="966"/>
                  </a:cubicBezTo>
                  <a:cubicBezTo>
                    <a:pt x="1726" y="1040"/>
                    <a:pt x="1570" y="1052"/>
                    <a:pt x="1476" y="1079"/>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4768950" y="3009050"/>
              <a:ext cx="38200" cy="38100"/>
            </a:xfrm>
            <a:custGeom>
              <a:rect b="b" l="l" r="r" t="t"/>
              <a:pathLst>
                <a:path extrusionOk="0" h="1524" w="1528">
                  <a:moveTo>
                    <a:pt x="1527" y="1234"/>
                  </a:moveTo>
                  <a:cubicBezTo>
                    <a:pt x="1457" y="1314"/>
                    <a:pt x="1408" y="1426"/>
                    <a:pt x="1328" y="1452"/>
                  </a:cubicBezTo>
                  <a:cubicBezTo>
                    <a:pt x="1203" y="1494"/>
                    <a:pt x="1035" y="1523"/>
                    <a:pt x="924" y="1476"/>
                  </a:cubicBezTo>
                  <a:cubicBezTo>
                    <a:pt x="703" y="1383"/>
                    <a:pt x="487" y="1256"/>
                    <a:pt x="303" y="1103"/>
                  </a:cubicBezTo>
                  <a:cubicBezTo>
                    <a:pt x="1" y="854"/>
                    <a:pt x="13" y="448"/>
                    <a:pt x="298" y="110"/>
                  </a:cubicBezTo>
                  <a:cubicBezTo>
                    <a:pt x="377" y="17"/>
                    <a:pt x="628" y="1"/>
                    <a:pt x="675" y="100"/>
                  </a:cubicBezTo>
                  <a:cubicBezTo>
                    <a:pt x="840" y="443"/>
                    <a:pt x="1109" y="701"/>
                    <a:pt x="1393" y="954"/>
                  </a:cubicBezTo>
                  <a:cubicBezTo>
                    <a:pt x="1462" y="1017"/>
                    <a:pt x="1480" y="1128"/>
                    <a:pt x="1527" y="1234"/>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5289225" y="3279275"/>
              <a:ext cx="27650" cy="39275"/>
            </a:xfrm>
            <a:custGeom>
              <a:rect b="b" l="l" r="r" t="t"/>
              <a:pathLst>
                <a:path extrusionOk="0" h="1571" w="1106">
                  <a:moveTo>
                    <a:pt x="1072" y="1065"/>
                  </a:moveTo>
                  <a:cubicBezTo>
                    <a:pt x="1058" y="1111"/>
                    <a:pt x="1035" y="1208"/>
                    <a:pt x="1000" y="1300"/>
                  </a:cubicBezTo>
                  <a:cubicBezTo>
                    <a:pt x="948" y="1437"/>
                    <a:pt x="723" y="1570"/>
                    <a:pt x="574" y="1520"/>
                  </a:cubicBezTo>
                  <a:cubicBezTo>
                    <a:pt x="453" y="1478"/>
                    <a:pt x="300" y="1395"/>
                    <a:pt x="261" y="1295"/>
                  </a:cubicBezTo>
                  <a:cubicBezTo>
                    <a:pt x="156" y="1018"/>
                    <a:pt x="96" y="724"/>
                    <a:pt x="31" y="434"/>
                  </a:cubicBezTo>
                  <a:cubicBezTo>
                    <a:pt x="1" y="297"/>
                    <a:pt x="150" y="101"/>
                    <a:pt x="305" y="48"/>
                  </a:cubicBezTo>
                  <a:cubicBezTo>
                    <a:pt x="449" y="0"/>
                    <a:pt x="583" y="32"/>
                    <a:pt x="691" y="128"/>
                  </a:cubicBezTo>
                  <a:cubicBezTo>
                    <a:pt x="961" y="366"/>
                    <a:pt x="1105" y="657"/>
                    <a:pt x="1072" y="1065"/>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5224025" y="3460700"/>
              <a:ext cx="32100" cy="34575"/>
            </a:xfrm>
            <a:custGeom>
              <a:rect b="b" l="l" r="r" t="t"/>
              <a:pathLst>
                <a:path extrusionOk="0" h="1383" w="1284">
                  <a:moveTo>
                    <a:pt x="190" y="1383"/>
                  </a:moveTo>
                  <a:cubicBezTo>
                    <a:pt x="129" y="1327"/>
                    <a:pt x="76" y="1287"/>
                    <a:pt x="36" y="1239"/>
                  </a:cubicBezTo>
                  <a:cubicBezTo>
                    <a:pt x="16" y="1215"/>
                    <a:pt x="12" y="1174"/>
                    <a:pt x="11" y="1141"/>
                  </a:cubicBezTo>
                  <a:cubicBezTo>
                    <a:pt x="0" y="745"/>
                    <a:pt x="200" y="432"/>
                    <a:pt x="460" y="149"/>
                  </a:cubicBezTo>
                  <a:cubicBezTo>
                    <a:pt x="578" y="22"/>
                    <a:pt x="869" y="0"/>
                    <a:pt x="1062" y="83"/>
                  </a:cubicBezTo>
                  <a:cubicBezTo>
                    <a:pt x="1181" y="133"/>
                    <a:pt x="1284" y="309"/>
                    <a:pt x="1255" y="411"/>
                  </a:cubicBezTo>
                  <a:cubicBezTo>
                    <a:pt x="1134" y="818"/>
                    <a:pt x="915" y="1153"/>
                    <a:pt x="489" y="1327"/>
                  </a:cubicBezTo>
                  <a:cubicBezTo>
                    <a:pt x="393" y="1364"/>
                    <a:pt x="283" y="1366"/>
                    <a:pt x="190" y="1383"/>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5262525" y="3204200"/>
              <a:ext cx="39725" cy="30875"/>
            </a:xfrm>
            <a:custGeom>
              <a:rect b="b" l="l" r="r" t="t"/>
              <a:pathLst>
                <a:path extrusionOk="0" h="1235" w="1589">
                  <a:moveTo>
                    <a:pt x="489" y="10"/>
                  </a:moveTo>
                  <a:cubicBezTo>
                    <a:pt x="736" y="61"/>
                    <a:pt x="1090" y="113"/>
                    <a:pt x="1328" y="379"/>
                  </a:cubicBezTo>
                  <a:cubicBezTo>
                    <a:pt x="1434" y="499"/>
                    <a:pt x="1496" y="666"/>
                    <a:pt x="1533" y="820"/>
                  </a:cubicBezTo>
                  <a:cubicBezTo>
                    <a:pt x="1588" y="1049"/>
                    <a:pt x="1376" y="1235"/>
                    <a:pt x="1168" y="1146"/>
                  </a:cubicBezTo>
                  <a:cubicBezTo>
                    <a:pt x="881" y="1030"/>
                    <a:pt x="594" y="906"/>
                    <a:pt x="327" y="754"/>
                  </a:cubicBezTo>
                  <a:cubicBezTo>
                    <a:pt x="217" y="692"/>
                    <a:pt x="145" y="558"/>
                    <a:pt x="81" y="443"/>
                  </a:cubicBezTo>
                  <a:cubicBezTo>
                    <a:pt x="0" y="296"/>
                    <a:pt x="216" y="1"/>
                    <a:pt x="489" y="10"/>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4898025" y="3090100"/>
              <a:ext cx="36100" cy="27075"/>
            </a:xfrm>
            <a:custGeom>
              <a:rect b="b" l="l" r="r" t="t"/>
              <a:pathLst>
                <a:path extrusionOk="0" h="1083" w="1444">
                  <a:moveTo>
                    <a:pt x="1443" y="617"/>
                  </a:moveTo>
                  <a:cubicBezTo>
                    <a:pt x="1408" y="694"/>
                    <a:pt x="1399" y="779"/>
                    <a:pt x="1353" y="804"/>
                  </a:cubicBezTo>
                  <a:cubicBezTo>
                    <a:pt x="854" y="1082"/>
                    <a:pt x="436" y="1025"/>
                    <a:pt x="146" y="639"/>
                  </a:cubicBezTo>
                  <a:cubicBezTo>
                    <a:pt x="88" y="560"/>
                    <a:pt x="61" y="459"/>
                    <a:pt x="36" y="364"/>
                  </a:cubicBezTo>
                  <a:cubicBezTo>
                    <a:pt x="0" y="218"/>
                    <a:pt x="195" y="0"/>
                    <a:pt x="338" y="20"/>
                  </a:cubicBezTo>
                  <a:cubicBezTo>
                    <a:pt x="688" y="66"/>
                    <a:pt x="1026" y="151"/>
                    <a:pt x="1300" y="376"/>
                  </a:cubicBezTo>
                  <a:cubicBezTo>
                    <a:pt x="1372" y="435"/>
                    <a:pt x="1400" y="544"/>
                    <a:pt x="1443" y="617"/>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4823975" y="3063650"/>
              <a:ext cx="36825" cy="28950"/>
            </a:xfrm>
            <a:custGeom>
              <a:rect b="b" l="l" r="r" t="t"/>
              <a:pathLst>
                <a:path extrusionOk="0" h="1158" w="1473">
                  <a:moveTo>
                    <a:pt x="521" y="34"/>
                  </a:moveTo>
                  <a:cubicBezTo>
                    <a:pt x="558" y="46"/>
                    <a:pt x="675" y="56"/>
                    <a:pt x="751" y="115"/>
                  </a:cubicBezTo>
                  <a:cubicBezTo>
                    <a:pt x="942" y="261"/>
                    <a:pt x="1125" y="421"/>
                    <a:pt x="1294" y="591"/>
                  </a:cubicBezTo>
                  <a:cubicBezTo>
                    <a:pt x="1473" y="770"/>
                    <a:pt x="1343" y="1093"/>
                    <a:pt x="1077" y="1136"/>
                  </a:cubicBezTo>
                  <a:cubicBezTo>
                    <a:pt x="975" y="1151"/>
                    <a:pt x="861" y="1157"/>
                    <a:pt x="766" y="1129"/>
                  </a:cubicBezTo>
                  <a:cubicBezTo>
                    <a:pt x="444" y="1029"/>
                    <a:pt x="232" y="812"/>
                    <a:pt x="100" y="519"/>
                  </a:cubicBezTo>
                  <a:cubicBezTo>
                    <a:pt x="1" y="290"/>
                    <a:pt x="205" y="0"/>
                    <a:pt x="521" y="34"/>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5135900" y="3624600"/>
              <a:ext cx="24050" cy="33950"/>
            </a:xfrm>
            <a:custGeom>
              <a:rect b="b" l="l" r="r" t="t"/>
              <a:pathLst>
                <a:path extrusionOk="0" h="1358" w="962">
                  <a:moveTo>
                    <a:pt x="962" y="619"/>
                  </a:moveTo>
                  <a:cubicBezTo>
                    <a:pt x="934" y="761"/>
                    <a:pt x="908" y="925"/>
                    <a:pt x="869" y="1084"/>
                  </a:cubicBezTo>
                  <a:cubicBezTo>
                    <a:pt x="832" y="1228"/>
                    <a:pt x="619" y="1357"/>
                    <a:pt x="463" y="1339"/>
                  </a:cubicBezTo>
                  <a:cubicBezTo>
                    <a:pt x="315" y="1322"/>
                    <a:pt x="190" y="1252"/>
                    <a:pt x="136" y="1123"/>
                  </a:cubicBezTo>
                  <a:cubicBezTo>
                    <a:pt x="1" y="794"/>
                    <a:pt x="20" y="477"/>
                    <a:pt x="269" y="192"/>
                  </a:cubicBezTo>
                  <a:cubicBezTo>
                    <a:pt x="291" y="168"/>
                    <a:pt x="317" y="143"/>
                    <a:pt x="346" y="127"/>
                  </a:cubicBezTo>
                  <a:cubicBezTo>
                    <a:pt x="469" y="52"/>
                    <a:pt x="606" y="0"/>
                    <a:pt x="736" y="82"/>
                  </a:cubicBezTo>
                  <a:cubicBezTo>
                    <a:pt x="814" y="132"/>
                    <a:pt x="881" y="220"/>
                    <a:pt x="916" y="304"/>
                  </a:cubicBezTo>
                  <a:cubicBezTo>
                    <a:pt x="953" y="392"/>
                    <a:pt x="947" y="498"/>
                    <a:pt x="962" y="619"/>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5000100" y="3108950"/>
              <a:ext cx="36575" cy="22800"/>
            </a:xfrm>
            <a:custGeom>
              <a:rect b="b" l="l" r="r" t="t"/>
              <a:pathLst>
                <a:path extrusionOk="0" h="912" w="1463">
                  <a:moveTo>
                    <a:pt x="718" y="912"/>
                  </a:moveTo>
                  <a:cubicBezTo>
                    <a:pt x="538" y="850"/>
                    <a:pt x="372" y="805"/>
                    <a:pt x="218" y="735"/>
                  </a:cubicBezTo>
                  <a:cubicBezTo>
                    <a:pt x="83" y="673"/>
                    <a:pt x="1" y="537"/>
                    <a:pt x="40" y="410"/>
                  </a:cubicBezTo>
                  <a:cubicBezTo>
                    <a:pt x="76" y="297"/>
                    <a:pt x="178" y="173"/>
                    <a:pt x="287" y="121"/>
                  </a:cubicBezTo>
                  <a:cubicBezTo>
                    <a:pt x="546" y="1"/>
                    <a:pt x="835" y="13"/>
                    <a:pt x="1102" y="102"/>
                  </a:cubicBezTo>
                  <a:cubicBezTo>
                    <a:pt x="1216" y="141"/>
                    <a:pt x="1310" y="263"/>
                    <a:pt x="1388" y="363"/>
                  </a:cubicBezTo>
                  <a:cubicBezTo>
                    <a:pt x="1462" y="457"/>
                    <a:pt x="1403" y="663"/>
                    <a:pt x="1295" y="708"/>
                  </a:cubicBezTo>
                  <a:cubicBezTo>
                    <a:pt x="1108" y="784"/>
                    <a:pt x="913" y="843"/>
                    <a:pt x="718" y="912"/>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7"/>
            <p:cNvSpPr/>
            <p:nvPr/>
          </p:nvSpPr>
          <p:spPr>
            <a:xfrm>
              <a:off x="5283875" y="3365000"/>
              <a:ext cx="24600" cy="31275"/>
            </a:xfrm>
            <a:custGeom>
              <a:rect b="b" l="l" r="r" t="t"/>
              <a:pathLst>
                <a:path extrusionOk="0" h="1251" w="984">
                  <a:moveTo>
                    <a:pt x="68" y="1191"/>
                  </a:moveTo>
                  <a:cubicBezTo>
                    <a:pt x="47" y="940"/>
                    <a:pt x="9" y="682"/>
                    <a:pt x="5" y="423"/>
                  </a:cubicBezTo>
                  <a:cubicBezTo>
                    <a:pt x="0" y="205"/>
                    <a:pt x="248" y="18"/>
                    <a:pt x="508" y="9"/>
                  </a:cubicBezTo>
                  <a:cubicBezTo>
                    <a:pt x="781" y="0"/>
                    <a:pt x="983" y="232"/>
                    <a:pt x="907" y="461"/>
                  </a:cubicBezTo>
                  <a:cubicBezTo>
                    <a:pt x="799" y="787"/>
                    <a:pt x="588" y="1041"/>
                    <a:pt x="294" y="1228"/>
                  </a:cubicBezTo>
                  <a:cubicBezTo>
                    <a:pt x="254" y="1251"/>
                    <a:pt x="166" y="1209"/>
                    <a:pt x="68" y="119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5154900" y="3726375"/>
              <a:ext cx="30925" cy="30025"/>
            </a:xfrm>
            <a:custGeom>
              <a:rect b="b" l="l" r="r" t="t"/>
              <a:pathLst>
                <a:path extrusionOk="0" h="1201" w="1237">
                  <a:moveTo>
                    <a:pt x="1201" y="746"/>
                  </a:moveTo>
                  <a:cubicBezTo>
                    <a:pt x="1236" y="1005"/>
                    <a:pt x="1022" y="1201"/>
                    <a:pt x="876" y="1198"/>
                  </a:cubicBezTo>
                  <a:cubicBezTo>
                    <a:pt x="322" y="1180"/>
                    <a:pt x="0" y="685"/>
                    <a:pt x="232" y="209"/>
                  </a:cubicBezTo>
                  <a:cubicBezTo>
                    <a:pt x="294" y="81"/>
                    <a:pt x="561" y="1"/>
                    <a:pt x="687" y="71"/>
                  </a:cubicBezTo>
                  <a:cubicBezTo>
                    <a:pt x="1012" y="253"/>
                    <a:pt x="1146" y="549"/>
                    <a:pt x="1201" y="746"/>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5216025" y="3151725"/>
              <a:ext cx="32325" cy="20125"/>
            </a:xfrm>
            <a:custGeom>
              <a:rect b="b" l="l" r="r" t="t"/>
              <a:pathLst>
                <a:path extrusionOk="0" h="805" w="1293">
                  <a:moveTo>
                    <a:pt x="621" y="1"/>
                  </a:moveTo>
                  <a:cubicBezTo>
                    <a:pt x="697" y="14"/>
                    <a:pt x="804" y="21"/>
                    <a:pt x="907" y="48"/>
                  </a:cubicBezTo>
                  <a:cubicBezTo>
                    <a:pt x="1151" y="113"/>
                    <a:pt x="1293" y="333"/>
                    <a:pt x="1237" y="601"/>
                  </a:cubicBezTo>
                  <a:cubicBezTo>
                    <a:pt x="1221" y="680"/>
                    <a:pt x="1114" y="805"/>
                    <a:pt x="1051" y="804"/>
                  </a:cubicBezTo>
                  <a:cubicBezTo>
                    <a:pt x="806" y="801"/>
                    <a:pt x="559" y="767"/>
                    <a:pt x="319" y="722"/>
                  </a:cubicBezTo>
                  <a:cubicBezTo>
                    <a:pt x="151" y="691"/>
                    <a:pt x="1" y="483"/>
                    <a:pt x="21" y="350"/>
                  </a:cubicBezTo>
                  <a:cubicBezTo>
                    <a:pt x="39" y="210"/>
                    <a:pt x="216" y="47"/>
                    <a:pt x="382" y="24"/>
                  </a:cubicBezTo>
                  <a:cubicBezTo>
                    <a:pt x="450" y="12"/>
                    <a:pt x="521" y="10"/>
                    <a:pt x="621" y="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0" name="Google Shape;6470;p67"/>
          <p:cNvSpPr/>
          <p:nvPr/>
        </p:nvSpPr>
        <p:spPr>
          <a:xfrm>
            <a:off x="3577400" y="2106463"/>
            <a:ext cx="853152" cy="862914"/>
          </a:xfrm>
          <a:custGeom>
            <a:rect b="b" l="l" r="r" t="t"/>
            <a:pathLst>
              <a:path extrusionOk="0" h="12464" w="12323">
                <a:moveTo>
                  <a:pt x="10973" y="4048"/>
                </a:moveTo>
                <a:cubicBezTo>
                  <a:pt x="10974" y="4049"/>
                  <a:pt x="11054" y="4121"/>
                  <a:pt x="11145" y="4171"/>
                </a:cubicBezTo>
                <a:cubicBezTo>
                  <a:pt x="11674" y="4457"/>
                  <a:pt x="11925" y="4939"/>
                  <a:pt x="12158" y="5439"/>
                </a:cubicBezTo>
                <a:cubicBezTo>
                  <a:pt x="12280" y="5702"/>
                  <a:pt x="12303" y="5959"/>
                  <a:pt x="12237" y="6232"/>
                </a:cubicBezTo>
                <a:cubicBezTo>
                  <a:pt x="12189" y="6431"/>
                  <a:pt x="12148" y="6631"/>
                  <a:pt x="12088" y="6825"/>
                </a:cubicBezTo>
                <a:cubicBezTo>
                  <a:pt x="11913" y="7396"/>
                  <a:pt x="11901" y="7960"/>
                  <a:pt x="12159" y="8515"/>
                </a:cubicBezTo>
                <a:cubicBezTo>
                  <a:pt x="12188" y="8577"/>
                  <a:pt x="12213" y="8641"/>
                  <a:pt x="12231" y="8707"/>
                </a:cubicBezTo>
                <a:cubicBezTo>
                  <a:pt x="12322" y="9022"/>
                  <a:pt x="12288" y="9331"/>
                  <a:pt x="12041" y="9561"/>
                </a:cubicBezTo>
                <a:cubicBezTo>
                  <a:pt x="11730" y="9850"/>
                  <a:pt x="11468" y="10157"/>
                  <a:pt x="11452" y="10509"/>
                </a:cubicBezTo>
                <a:cubicBezTo>
                  <a:pt x="11066" y="10744"/>
                  <a:pt x="10732" y="10654"/>
                  <a:pt x="10417" y="10690"/>
                </a:cubicBezTo>
                <a:cubicBezTo>
                  <a:pt x="10205" y="10715"/>
                  <a:pt x="9989" y="10725"/>
                  <a:pt x="9785" y="10777"/>
                </a:cubicBezTo>
                <a:cubicBezTo>
                  <a:pt x="9700" y="10797"/>
                  <a:pt x="9589" y="10906"/>
                  <a:pt x="9581" y="10983"/>
                </a:cubicBezTo>
                <a:cubicBezTo>
                  <a:pt x="9548" y="11318"/>
                  <a:pt x="9553" y="11658"/>
                  <a:pt x="9533" y="11996"/>
                </a:cubicBezTo>
                <a:cubicBezTo>
                  <a:pt x="9523" y="12160"/>
                  <a:pt x="9525" y="12342"/>
                  <a:pt x="9305" y="12402"/>
                </a:cubicBezTo>
                <a:cubicBezTo>
                  <a:pt x="9076" y="12464"/>
                  <a:pt x="8859" y="12274"/>
                  <a:pt x="8827" y="11980"/>
                </a:cubicBezTo>
                <a:cubicBezTo>
                  <a:pt x="8806" y="11778"/>
                  <a:pt x="8807" y="11574"/>
                  <a:pt x="8793" y="11372"/>
                </a:cubicBezTo>
                <a:cubicBezTo>
                  <a:pt x="8784" y="11238"/>
                  <a:pt x="8767" y="11102"/>
                  <a:pt x="8752" y="10968"/>
                </a:cubicBezTo>
                <a:cubicBezTo>
                  <a:pt x="8743" y="10889"/>
                  <a:pt x="8592" y="10788"/>
                  <a:pt x="8515" y="10813"/>
                </a:cubicBezTo>
                <a:cubicBezTo>
                  <a:pt x="8415" y="10844"/>
                  <a:pt x="8307" y="10867"/>
                  <a:pt x="8219" y="10920"/>
                </a:cubicBezTo>
                <a:cubicBezTo>
                  <a:pt x="7791" y="11182"/>
                  <a:pt x="7402" y="11073"/>
                  <a:pt x="7026" y="10819"/>
                </a:cubicBezTo>
                <a:cubicBezTo>
                  <a:pt x="6846" y="10697"/>
                  <a:pt x="6727" y="10535"/>
                  <a:pt x="6683" y="10324"/>
                </a:cubicBezTo>
                <a:cubicBezTo>
                  <a:pt x="6624" y="10028"/>
                  <a:pt x="6639" y="9712"/>
                  <a:pt x="6433" y="9434"/>
                </a:cubicBezTo>
                <a:cubicBezTo>
                  <a:pt x="6343" y="9403"/>
                  <a:pt x="6248" y="9352"/>
                  <a:pt x="6146" y="9341"/>
                </a:cubicBezTo>
                <a:cubicBezTo>
                  <a:pt x="5753" y="9295"/>
                  <a:pt x="5475" y="9143"/>
                  <a:pt x="5399" y="8738"/>
                </a:cubicBezTo>
                <a:cubicBezTo>
                  <a:pt x="5363" y="8547"/>
                  <a:pt x="5168" y="8497"/>
                  <a:pt x="4994" y="8454"/>
                </a:cubicBezTo>
                <a:cubicBezTo>
                  <a:pt x="4789" y="8403"/>
                  <a:pt x="4608" y="8502"/>
                  <a:pt x="4592" y="8671"/>
                </a:cubicBezTo>
                <a:cubicBezTo>
                  <a:pt x="4580" y="8805"/>
                  <a:pt x="4571" y="8940"/>
                  <a:pt x="4566" y="9075"/>
                </a:cubicBezTo>
                <a:cubicBezTo>
                  <a:pt x="4560" y="9245"/>
                  <a:pt x="4564" y="9414"/>
                  <a:pt x="4554" y="9584"/>
                </a:cubicBezTo>
                <a:cubicBezTo>
                  <a:pt x="4539" y="9832"/>
                  <a:pt x="4379" y="10066"/>
                  <a:pt x="4232" y="10040"/>
                </a:cubicBezTo>
                <a:cubicBezTo>
                  <a:pt x="4027" y="10004"/>
                  <a:pt x="3960" y="9844"/>
                  <a:pt x="3921" y="9671"/>
                </a:cubicBezTo>
                <a:cubicBezTo>
                  <a:pt x="3826" y="9276"/>
                  <a:pt x="3730" y="8883"/>
                  <a:pt x="3635" y="8494"/>
                </a:cubicBezTo>
                <a:cubicBezTo>
                  <a:pt x="3408" y="8313"/>
                  <a:pt x="3149" y="8384"/>
                  <a:pt x="2909" y="8410"/>
                </a:cubicBezTo>
                <a:cubicBezTo>
                  <a:pt x="2040" y="8502"/>
                  <a:pt x="1452" y="8194"/>
                  <a:pt x="1175" y="7390"/>
                </a:cubicBezTo>
                <a:cubicBezTo>
                  <a:pt x="1085" y="7124"/>
                  <a:pt x="882" y="6928"/>
                  <a:pt x="683" y="6732"/>
                </a:cubicBezTo>
                <a:cubicBezTo>
                  <a:pt x="535" y="6586"/>
                  <a:pt x="372" y="6449"/>
                  <a:pt x="249" y="6284"/>
                </a:cubicBezTo>
                <a:cubicBezTo>
                  <a:pt x="53" y="6020"/>
                  <a:pt x="1" y="5728"/>
                  <a:pt x="170" y="5423"/>
                </a:cubicBezTo>
                <a:cubicBezTo>
                  <a:pt x="351" y="5094"/>
                  <a:pt x="544" y="4766"/>
                  <a:pt x="705" y="4428"/>
                </a:cubicBezTo>
                <a:cubicBezTo>
                  <a:pt x="887" y="4042"/>
                  <a:pt x="1216" y="3783"/>
                  <a:pt x="1524" y="3501"/>
                </a:cubicBezTo>
                <a:cubicBezTo>
                  <a:pt x="1595" y="3437"/>
                  <a:pt x="1631" y="3329"/>
                  <a:pt x="1661" y="3236"/>
                </a:cubicBezTo>
                <a:cubicBezTo>
                  <a:pt x="1700" y="3114"/>
                  <a:pt x="1565" y="3072"/>
                  <a:pt x="1515" y="2991"/>
                </a:cubicBezTo>
                <a:cubicBezTo>
                  <a:pt x="1447" y="2877"/>
                  <a:pt x="1361" y="2753"/>
                  <a:pt x="1355" y="2629"/>
                </a:cubicBezTo>
                <a:cubicBezTo>
                  <a:pt x="1333" y="2224"/>
                  <a:pt x="1333" y="1816"/>
                  <a:pt x="1347" y="1410"/>
                </a:cubicBezTo>
                <a:cubicBezTo>
                  <a:pt x="1350" y="1281"/>
                  <a:pt x="1404" y="1144"/>
                  <a:pt x="1468" y="1025"/>
                </a:cubicBezTo>
                <a:cubicBezTo>
                  <a:pt x="1823" y="372"/>
                  <a:pt x="2331" y="0"/>
                  <a:pt x="3172" y="46"/>
                </a:cubicBezTo>
                <a:cubicBezTo>
                  <a:pt x="4025" y="91"/>
                  <a:pt x="4775" y="369"/>
                  <a:pt x="5499" y="744"/>
                </a:cubicBezTo>
                <a:cubicBezTo>
                  <a:pt x="5811" y="905"/>
                  <a:pt x="6096" y="1117"/>
                  <a:pt x="6371" y="1333"/>
                </a:cubicBezTo>
                <a:cubicBezTo>
                  <a:pt x="6765" y="1646"/>
                  <a:pt x="6815" y="1990"/>
                  <a:pt x="6561" y="2414"/>
                </a:cubicBezTo>
                <a:cubicBezTo>
                  <a:pt x="6508" y="2502"/>
                  <a:pt x="6429" y="2575"/>
                  <a:pt x="6374" y="2662"/>
                </a:cubicBezTo>
                <a:cubicBezTo>
                  <a:pt x="6276" y="2817"/>
                  <a:pt x="6244" y="2996"/>
                  <a:pt x="6360" y="3140"/>
                </a:cubicBezTo>
                <a:cubicBezTo>
                  <a:pt x="6556" y="3385"/>
                  <a:pt x="6717" y="3640"/>
                  <a:pt x="6829" y="3927"/>
                </a:cubicBezTo>
                <a:cubicBezTo>
                  <a:pt x="6857" y="3998"/>
                  <a:pt x="7042" y="3967"/>
                  <a:pt x="7093" y="3885"/>
                </a:cubicBezTo>
                <a:cubicBezTo>
                  <a:pt x="7222" y="3683"/>
                  <a:pt x="7330" y="3464"/>
                  <a:pt x="7482" y="3280"/>
                </a:cubicBezTo>
                <a:cubicBezTo>
                  <a:pt x="7709" y="3005"/>
                  <a:pt x="7989" y="2806"/>
                  <a:pt x="8395" y="2845"/>
                </a:cubicBezTo>
                <a:cubicBezTo>
                  <a:pt x="8533" y="2858"/>
                  <a:pt x="8698" y="2863"/>
                  <a:pt x="8813" y="2805"/>
                </a:cubicBezTo>
                <a:cubicBezTo>
                  <a:pt x="9156" y="2633"/>
                  <a:pt x="9482" y="2585"/>
                  <a:pt x="9825" y="2786"/>
                </a:cubicBezTo>
                <a:cubicBezTo>
                  <a:pt x="10582" y="2786"/>
                  <a:pt x="10928" y="3150"/>
                  <a:pt x="10888" y="3859"/>
                </a:cubicBezTo>
                <a:cubicBezTo>
                  <a:pt x="10888" y="3886"/>
                  <a:pt x="10916" y="3919"/>
                  <a:pt x="10973" y="4048"/>
                </a:cubicBezTo>
                <a:close/>
                <a:moveTo>
                  <a:pt x="6699" y="6822"/>
                </a:moveTo>
                <a:cubicBezTo>
                  <a:pt x="6656" y="6583"/>
                  <a:pt x="6625" y="6384"/>
                  <a:pt x="6583" y="6186"/>
                </a:cubicBezTo>
                <a:cubicBezTo>
                  <a:pt x="6532" y="5953"/>
                  <a:pt x="6482" y="5721"/>
                  <a:pt x="6418" y="5494"/>
                </a:cubicBezTo>
                <a:cubicBezTo>
                  <a:pt x="6363" y="5304"/>
                  <a:pt x="6178" y="5154"/>
                  <a:pt x="6222" y="4936"/>
                </a:cubicBezTo>
                <a:cubicBezTo>
                  <a:pt x="6260" y="4874"/>
                  <a:pt x="6290" y="4815"/>
                  <a:pt x="6331" y="4759"/>
                </a:cubicBezTo>
                <a:cubicBezTo>
                  <a:pt x="6476" y="4558"/>
                  <a:pt x="6423" y="4377"/>
                  <a:pt x="6270" y="4207"/>
                </a:cubicBezTo>
                <a:cubicBezTo>
                  <a:pt x="6225" y="4157"/>
                  <a:pt x="6172" y="4104"/>
                  <a:pt x="6110" y="4076"/>
                </a:cubicBezTo>
                <a:cubicBezTo>
                  <a:pt x="5772" y="3925"/>
                  <a:pt x="5675" y="3657"/>
                  <a:pt x="5677" y="3325"/>
                </a:cubicBezTo>
                <a:cubicBezTo>
                  <a:pt x="5679" y="2888"/>
                  <a:pt x="5668" y="2449"/>
                  <a:pt x="5662" y="2011"/>
                </a:cubicBezTo>
                <a:cubicBezTo>
                  <a:pt x="5452" y="1802"/>
                  <a:pt x="5222" y="1630"/>
                  <a:pt x="5067" y="1409"/>
                </a:cubicBezTo>
                <a:cubicBezTo>
                  <a:pt x="4716" y="909"/>
                  <a:pt x="4180" y="744"/>
                  <a:pt x="3614" y="647"/>
                </a:cubicBezTo>
                <a:cubicBezTo>
                  <a:pt x="3269" y="587"/>
                  <a:pt x="2906" y="575"/>
                  <a:pt x="2563" y="677"/>
                </a:cubicBezTo>
                <a:cubicBezTo>
                  <a:pt x="2442" y="901"/>
                  <a:pt x="2656" y="966"/>
                  <a:pt x="2759" y="1085"/>
                </a:cubicBezTo>
                <a:cubicBezTo>
                  <a:pt x="2868" y="1213"/>
                  <a:pt x="2851" y="1346"/>
                  <a:pt x="2731" y="1434"/>
                </a:cubicBezTo>
                <a:cubicBezTo>
                  <a:pt x="2703" y="1455"/>
                  <a:pt x="2673" y="1479"/>
                  <a:pt x="2641" y="1490"/>
                </a:cubicBezTo>
                <a:cubicBezTo>
                  <a:pt x="2211" y="1621"/>
                  <a:pt x="2149" y="1939"/>
                  <a:pt x="2198" y="2300"/>
                </a:cubicBezTo>
                <a:cubicBezTo>
                  <a:pt x="2215" y="2433"/>
                  <a:pt x="2259" y="2565"/>
                  <a:pt x="2313" y="2690"/>
                </a:cubicBezTo>
                <a:cubicBezTo>
                  <a:pt x="2498" y="3121"/>
                  <a:pt x="2340" y="3489"/>
                  <a:pt x="2072" y="3826"/>
                </a:cubicBezTo>
                <a:cubicBezTo>
                  <a:pt x="1923" y="4013"/>
                  <a:pt x="1732" y="4171"/>
                  <a:pt x="1566" y="4336"/>
                </a:cubicBezTo>
                <a:cubicBezTo>
                  <a:pt x="1601" y="4599"/>
                  <a:pt x="1819" y="4838"/>
                  <a:pt x="1542" y="5103"/>
                </a:cubicBezTo>
                <a:cubicBezTo>
                  <a:pt x="1400" y="5238"/>
                  <a:pt x="1343" y="5456"/>
                  <a:pt x="1255" y="5640"/>
                </a:cubicBezTo>
                <a:cubicBezTo>
                  <a:pt x="1108" y="5944"/>
                  <a:pt x="1139" y="6225"/>
                  <a:pt x="1366" y="6493"/>
                </a:cubicBezTo>
                <a:cubicBezTo>
                  <a:pt x="1589" y="6757"/>
                  <a:pt x="1796" y="7031"/>
                  <a:pt x="1998" y="7311"/>
                </a:cubicBezTo>
                <a:cubicBezTo>
                  <a:pt x="2080" y="7424"/>
                  <a:pt x="2148" y="7539"/>
                  <a:pt x="2348" y="7574"/>
                </a:cubicBezTo>
                <a:cubicBezTo>
                  <a:pt x="2504" y="7496"/>
                  <a:pt x="2688" y="7393"/>
                  <a:pt x="2879" y="7308"/>
                </a:cubicBezTo>
                <a:cubicBezTo>
                  <a:pt x="3347" y="7102"/>
                  <a:pt x="3793" y="7147"/>
                  <a:pt x="4158" y="7497"/>
                </a:cubicBezTo>
                <a:cubicBezTo>
                  <a:pt x="4335" y="7668"/>
                  <a:pt x="4510" y="7686"/>
                  <a:pt x="4732" y="7656"/>
                </a:cubicBezTo>
                <a:cubicBezTo>
                  <a:pt x="5023" y="7614"/>
                  <a:pt x="5280" y="7513"/>
                  <a:pt x="5517" y="7352"/>
                </a:cubicBezTo>
                <a:cubicBezTo>
                  <a:pt x="5661" y="7255"/>
                  <a:pt x="5815" y="7148"/>
                  <a:pt x="6008" y="7189"/>
                </a:cubicBezTo>
                <a:cubicBezTo>
                  <a:pt x="6316" y="7256"/>
                  <a:pt x="6454" y="7035"/>
                  <a:pt x="6699" y="6822"/>
                </a:cubicBezTo>
                <a:close/>
                <a:moveTo>
                  <a:pt x="9385" y="3449"/>
                </a:moveTo>
                <a:cubicBezTo>
                  <a:pt x="9279" y="3483"/>
                  <a:pt x="9176" y="3504"/>
                  <a:pt x="9081" y="3546"/>
                </a:cubicBezTo>
                <a:cubicBezTo>
                  <a:pt x="8954" y="3605"/>
                  <a:pt x="8839" y="3721"/>
                  <a:pt x="8709" y="3736"/>
                </a:cubicBezTo>
                <a:cubicBezTo>
                  <a:pt x="8239" y="3787"/>
                  <a:pt x="7953" y="4086"/>
                  <a:pt x="7660" y="4383"/>
                </a:cubicBezTo>
                <a:cubicBezTo>
                  <a:pt x="7390" y="4657"/>
                  <a:pt x="7309" y="4976"/>
                  <a:pt x="7503" y="5314"/>
                </a:cubicBezTo>
                <a:cubicBezTo>
                  <a:pt x="7925" y="6051"/>
                  <a:pt x="7828" y="6818"/>
                  <a:pt x="7686" y="7591"/>
                </a:cubicBezTo>
                <a:cubicBezTo>
                  <a:pt x="7624" y="7929"/>
                  <a:pt x="7437" y="8147"/>
                  <a:pt x="7058" y="8172"/>
                </a:cubicBezTo>
                <a:cubicBezTo>
                  <a:pt x="6732" y="8197"/>
                  <a:pt x="6418" y="8245"/>
                  <a:pt x="6185" y="8489"/>
                </a:cubicBezTo>
                <a:cubicBezTo>
                  <a:pt x="6150" y="8525"/>
                  <a:pt x="6149" y="8623"/>
                  <a:pt x="6176" y="8666"/>
                </a:cubicBezTo>
                <a:cubicBezTo>
                  <a:pt x="6208" y="8716"/>
                  <a:pt x="6286" y="8758"/>
                  <a:pt x="6350" y="8765"/>
                </a:cubicBezTo>
                <a:cubicBezTo>
                  <a:pt x="6813" y="8820"/>
                  <a:pt x="7025" y="9107"/>
                  <a:pt x="7115" y="9501"/>
                </a:cubicBezTo>
                <a:cubicBezTo>
                  <a:pt x="7153" y="9666"/>
                  <a:pt x="7156" y="9838"/>
                  <a:pt x="7189" y="10004"/>
                </a:cubicBezTo>
                <a:cubicBezTo>
                  <a:pt x="7208" y="10102"/>
                  <a:pt x="7243" y="10199"/>
                  <a:pt x="7282" y="10293"/>
                </a:cubicBezTo>
                <a:cubicBezTo>
                  <a:pt x="7326" y="10402"/>
                  <a:pt x="7637" y="10575"/>
                  <a:pt x="7726" y="10525"/>
                </a:cubicBezTo>
                <a:cubicBezTo>
                  <a:pt x="8118" y="10308"/>
                  <a:pt x="8618" y="10287"/>
                  <a:pt x="8921" y="9915"/>
                </a:cubicBezTo>
                <a:cubicBezTo>
                  <a:pt x="8942" y="9889"/>
                  <a:pt x="8976" y="9855"/>
                  <a:pt x="9006" y="9854"/>
                </a:cubicBezTo>
                <a:cubicBezTo>
                  <a:pt x="9073" y="9850"/>
                  <a:pt x="9177" y="9839"/>
                  <a:pt x="9203" y="9874"/>
                </a:cubicBezTo>
                <a:cubicBezTo>
                  <a:pt x="9513" y="10276"/>
                  <a:pt x="9965" y="10167"/>
                  <a:pt x="10382" y="10172"/>
                </a:cubicBezTo>
                <a:cubicBezTo>
                  <a:pt x="10449" y="10173"/>
                  <a:pt x="10537" y="10154"/>
                  <a:pt x="10579" y="10112"/>
                </a:cubicBezTo>
                <a:cubicBezTo>
                  <a:pt x="10843" y="9846"/>
                  <a:pt x="11102" y="9576"/>
                  <a:pt x="11351" y="9298"/>
                </a:cubicBezTo>
                <a:cubicBezTo>
                  <a:pt x="11452" y="9186"/>
                  <a:pt x="11365" y="9010"/>
                  <a:pt x="11217" y="9001"/>
                </a:cubicBezTo>
                <a:cubicBezTo>
                  <a:pt x="10973" y="8987"/>
                  <a:pt x="10716" y="9052"/>
                  <a:pt x="10494" y="8897"/>
                </a:cubicBezTo>
                <a:cubicBezTo>
                  <a:pt x="10468" y="8876"/>
                  <a:pt x="10427" y="8845"/>
                  <a:pt x="10429" y="8820"/>
                </a:cubicBezTo>
                <a:cubicBezTo>
                  <a:pt x="10435" y="8763"/>
                  <a:pt x="10443" y="8685"/>
                  <a:pt x="10483" y="8656"/>
                </a:cubicBezTo>
                <a:cubicBezTo>
                  <a:pt x="10532" y="8621"/>
                  <a:pt x="10615" y="8623"/>
                  <a:pt x="10684" y="8619"/>
                </a:cubicBezTo>
                <a:cubicBezTo>
                  <a:pt x="11090" y="8588"/>
                  <a:pt x="11291" y="8403"/>
                  <a:pt x="11394" y="8004"/>
                </a:cubicBezTo>
                <a:cubicBezTo>
                  <a:pt x="11508" y="7558"/>
                  <a:pt x="11508" y="7136"/>
                  <a:pt x="11409" y="6703"/>
                </a:cubicBezTo>
                <a:cubicBezTo>
                  <a:pt x="11324" y="6335"/>
                  <a:pt x="11276" y="5978"/>
                  <a:pt x="11442" y="5613"/>
                </a:cubicBezTo>
                <a:cubicBezTo>
                  <a:pt x="11502" y="5482"/>
                  <a:pt x="11401" y="5356"/>
                  <a:pt x="11283" y="5267"/>
                </a:cubicBezTo>
                <a:cubicBezTo>
                  <a:pt x="11137" y="5155"/>
                  <a:pt x="11031" y="5231"/>
                  <a:pt x="10926" y="5334"/>
                </a:cubicBezTo>
                <a:cubicBezTo>
                  <a:pt x="10805" y="5453"/>
                  <a:pt x="10684" y="5443"/>
                  <a:pt x="10565" y="5326"/>
                </a:cubicBezTo>
                <a:cubicBezTo>
                  <a:pt x="10388" y="5151"/>
                  <a:pt x="10257" y="4955"/>
                  <a:pt x="10237" y="4704"/>
                </a:cubicBezTo>
                <a:cubicBezTo>
                  <a:pt x="10218" y="4472"/>
                  <a:pt x="10201" y="4239"/>
                  <a:pt x="10182" y="4009"/>
                </a:cubicBezTo>
                <a:cubicBezTo>
                  <a:pt x="9903" y="3809"/>
                  <a:pt x="9647" y="3632"/>
                  <a:pt x="9385" y="344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1" name="Google Shape;6471;p67"/>
          <p:cNvGrpSpPr/>
          <p:nvPr/>
        </p:nvGrpSpPr>
        <p:grpSpPr>
          <a:xfrm>
            <a:off x="1279250" y="2267175"/>
            <a:ext cx="1239750" cy="609150"/>
            <a:chOff x="4002425" y="2093450"/>
            <a:chExt cx="1239750" cy="609150"/>
          </a:xfrm>
        </p:grpSpPr>
        <p:sp>
          <p:nvSpPr>
            <p:cNvPr id="6472" name="Google Shape;6472;p67"/>
            <p:cNvSpPr/>
            <p:nvPr/>
          </p:nvSpPr>
          <p:spPr>
            <a:xfrm>
              <a:off x="4002425" y="2093450"/>
              <a:ext cx="1239750" cy="609150"/>
            </a:xfrm>
            <a:custGeom>
              <a:rect b="b" l="l" r="r" t="t"/>
              <a:pathLst>
                <a:path extrusionOk="0" h="24366" w="49590">
                  <a:moveTo>
                    <a:pt x="29091" y="9994"/>
                  </a:moveTo>
                  <a:cubicBezTo>
                    <a:pt x="30093" y="9497"/>
                    <a:pt x="30619" y="8723"/>
                    <a:pt x="31123" y="7985"/>
                  </a:cubicBezTo>
                  <a:cubicBezTo>
                    <a:pt x="32253" y="6329"/>
                    <a:pt x="33893" y="5275"/>
                    <a:pt x="35654" y="4358"/>
                  </a:cubicBezTo>
                  <a:cubicBezTo>
                    <a:pt x="36194" y="4078"/>
                    <a:pt x="36833" y="3864"/>
                    <a:pt x="37440" y="3839"/>
                  </a:cubicBezTo>
                  <a:cubicBezTo>
                    <a:pt x="40064" y="3730"/>
                    <a:pt x="40117" y="3653"/>
                    <a:pt x="41828" y="5515"/>
                  </a:cubicBezTo>
                  <a:cubicBezTo>
                    <a:pt x="42722" y="6489"/>
                    <a:pt x="43618" y="7515"/>
                    <a:pt x="44244" y="8650"/>
                  </a:cubicBezTo>
                  <a:cubicBezTo>
                    <a:pt x="45525" y="10975"/>
                    <a:pt x="47203" y="13003"/>
                    <a:pt x="48979" y="14979"/>
                  </a:cubicBezTo>
                  <a:cubicBezTo>
                    <a:pt x="49241" y="15269"/>
                    <a:pt x="49412" y="15643"/>
                    <a:pt x="49554" y="16004"/>
                  </a:cubicBezTo>
                  <a:cubicBezTo>
                    <a:pt x="49590" y="16097"/>
                    <a:pt x="49375" y="16387"/>
                    <a:pt x="49241" y="16410"/>
                  </a:cubicBezTo>
                  <a:cubicBezTo>
                    <a:pt x="48945" y="16462"/>
                    <a:pt x="48545" y="16511"/>
                    <a:pt x="48335" y="16367"/>
                  </a:cubicBezTo>
                  <a:cubicBezTo>
                    <a:pt x="47659" y="15904"/>
                    <a:pt x="46940" y="15435"/>
                    <a:pt x="46437" y="14821"/>
                  </a:cubicBezTo>
                  <a:cubicBezTo>
                    <a:pt x="45149" y="13251"/>
                    <a:pt x="43809" y="11719"/>
                    <a:pt x="42852" y="9912"/>
                  </a:cubicBezTo>
                  <a:cubicBezTo>
                    <a:pt x="42242" y="8765"/>
                    <a:pt x="41372" y="7730"/>
                    <a:pt x="40517" y="6724"/>
                  </a:cubicBezTo>
                  <a:cubicBezTo>
                    <a:pt x="39354" y="5356"/>
                    <a:pt x="37654" y="5129"/>
                    <a:pt x="36003" y="6027"/>
                  </a:cubicBezTo>
                  <a:cubicBezTo>
                    <a:pt x="35549" y="6276"/>
                    <a:pt x="35106" y="6550"/>
                    <a:pt x="34684" y="6845"/>
                  </a:cubicBezTo>
                  <a:cubicBezTo>
                    <a:pt x="32697" y="8230"/>
                    <a:pt x="31377" y="10155"/>
                    <a:pt x="30028" y="12049"/>
                  </a:cubicBezTo>
                  <a:cubicBezTo>
                    <a:pt x="29713" y="12489"/>
                    <a:pt x="29868" y="13006"/>
                    <a:pt x="29971" y="13503"/>
                  </a:cubicBezTo>
                  <a:cubicBezTo>
                    <a:pt x="30315" y="15165"/>
                    <a:pt x="30639" y="16828"/>
                    <a:pt x="30978" y="18527"/>
                  </a:cubicBezTo>
                  <a:cubicBezTo>
                    <a:pt x="31582" y="18862"/>
                    <a:pt x="32136" y="19300"/>
                    <a:pt x="32071" y="20217"/>
                  </a:cubicBezTo>
                  <a:cubicBezTo>
                    <a:pt x="31686" y="20843"/>
                    <a:pt x="30870" y="20826"/>
                    <a:pt x="30204" y="20765"/>
                  </a:cubicBezTo>
                  <a:cubicBezTo>
                    <a:pt x="29636" y="20713"/>
                    <a:pt x="29106" y="20272"/>
                    <a:pt x="28528" y="19987"/>
                  </a:cubicBezTo>
                  <a:cubicBezTo>
                    <a:pt x="28001" y="20131"/>
                    <a:pt x="28229" y="20590"/>
                    <a:pt x="28165" y="20927"/>
                  </a:cubicBezTo>
                  <a:cubicBezTo>
                    <a:pt x="28092" y="21303"/>
                    <a:pt x="28276" y="21739"/>
                    <a:pt x="27848" y="22039"/>
                  </a:cubicBezTo>
                  <a:cubicBezTo>
                    <a:pt x="27228" y="21960"/>
                    <a:pt x="27065" y="21478"/>
                    <a:pt x="26982" y="21023"/>
                  </a:cubicBezTo>
                  <a:cubicBezTo>
                    <a:pt x="26753" y="19743"/>
                    <a:pt x="26600" y="18454"/>
                    <a:pt x="26383" y="17173"/>
                  </a:cubicBezTo>
                  <a:cubicBezTo>
                    <a:pt x="26043" y="15204"/>
                    <a:pt x="25700" y="13235"/>
                    <a:pt x="25302" y="11276"/>
                  </a:cubicBezTo>
                  <a:cubicBezTo>
                    <a:pt x="25174" y="10657"/>
                    <a:pt x="25148" y="10109"/>
                    <a:pt x="25501" y="9557"/>
                  </a:cubicBezTo>
                  <a:cubicBezTo>
                    <a:pt x="25606" y="9398"/>
                    <a:pt x="25676" y="9165"/>
                    <a:pt x="25639" y="8990"/>
                  </a:cubicBezTo>
                  <a:cubicBezTo>
                    <a:pt x="25144" y="6735"/>
                    <a:pt x="24554" y="4516"/>
                    <a:pt x="22940" y="2687"/>
                  </a:cubicBezTo>
                  <a:cubicBezTo>
                    <a:pt x="22612" y="2314"/>
                    <a:pt x="22003" y="2109"/>
                    <a:pt x="21522" y="2296"/>
                  </a:cubicBezTo>
                  <a:cubicBezTo>
                    <a:pt x="20842" y="2562"/>
                    <a:pt x="20171" y="2851"/>
                    <a:pt x="19514" y="3163"/>
                  </a:cubicBezTo>
                  <a:cubicBezTo>
                    <a:pt x="18758" y="3520"/>
                    <a:pt x="18045" y="3954"/>
                    <a:pt x="17278" y="4277"/>
                  </a:cubicBezTo>
                  <a:cubicBezTo>
                    <a:pt x="12915" y="6114"/>
                    <a:pt x="10042" y="9289"/>
                    <a:pt x="8124" y="13340"/>
                  </a:cubicBezTo>
                  <a:cubicBezTo>
                    <a:pt x="7906" y="13806"/>
                    <a:pt x="8104" y="14123"/>
                    <a:pt x="8782" y="14436"/>
                  </a:cubicBezTo>
                  <a:cubicBezTo>
                    <a:pt x="9822" y="14917"/>
                    <a:pt x="10136" y="15369"/>
                    <a:pt x="9967" y="16217"/>
                  </a:cubicBezTo>
                  <a:cubicBezTo>
                    <a:pt x="9888" y="16605"/>
                    <a:pt x="9839" y="17040"/>
                    <a:pt x="9621" y="17357"/>
                  </a:cubicBezTo>
                  <a:cubicBezTo>
                    <a:pt x="8171" y="19454"/>
                    <a:pt x="7087" y="21723"/>
                    <a:pt x="6080" y="24027"/>
                  </a:cubicBezTo>
                  <a:cubicBezTo>
                    <a:pt x="6043" y="24113"/>
                    <a:pt x="5956" y="24215"/>
                    <a:pt x="5871" y="24241"/>
                  </a:cubicBezTo>
                  <a:cubicBezTo>
                    <a:pt x="5690" y="24292"/>
                    <a:pt x="5466" y="24365"/>
                    <a:pt x="5318" y="24303"/>
                  </a:cubicBezTo>
                  <a:cubicBezTo>
                    <a:pt x="5155" y="24234"/>
                    <a:pt x="4974" y="24032"/>
                    <a:pt x="4954" y="23871"/>
                  </a:cubicBezTo>
                  <a:cubicBezTo>
                    <a:pt x="4922" y="23587"/>
                    <a:pt x="4954" y="23274"/>
                    <a:pt x="5045" y="23001"/>
                  </a:cubicBezTo>
                  <a:cubicBezTo>
                    <a:pt x="5587" y="21374"/>
                    <a:pt x="6374" y="19856"/>
                    <a:pt x="7336" y="18413"/>
                  </a:cubicBezTo>
                  <a:cubicBezTo>
                    <a:pt x="7783" y="17740"/>
                    <a:pt x="8209" y="17052"/>
                    <a:pt x="8618" y="16356"/>
                  </a:cubicBezTo>
                  <a:cubicBezTo>
                    <a:pt x="8858" y="15948"/>
                    <a:pt x="8730" y="15450"/>
                    <a:pt x="8400" y="15303"/>
                  </a:cubicBezTo>
                  <a:cubicBezTo>
                    <a:pt x="7907" y="15085"/>
                    <a:pt x="7204" y="15178"/>
                    <a:pt x="6953" y="15547"/>
                  </a:cubicBezTo>
                  <a:cubicBezTo>
                    <a:pt x="6263" y="16547"/>
                    <a:pt x="5607" y="17569"/>
                    <a:pt x="4921" y="18575"/>
                  </a:cubicBezTo>
                  <a:cubicBezTo>
                    <a:pt x="4236" y="19582"/>
                    <a:pt x="3567" y="20598"/>
                    <a:pt x="2828" y="21568"/>
                  </a:cubicBezTo>
                  <a:cubicBezTo>
                    <a:pt x="2322" y="22235"/>
                    <a:pt x="1613" y="22678"/>
                    <a:pt x="700" y="22668"/>
                  </a:cubicBezTo>
                  <a:cubicBezTo>
                    <a:pt x="522" y="22667"/>
                    <a:pt x="302" y="22522"/>
                    <a:pt x="181" y="22382"/>
                  </a:cubicBezTo>
                  <a:cubicBezTo>
                    <a:pt x="67" y="22246"/>
                    <a:pt x="0" y="22024"/>
                    <a:pt x="19" y="21854"/>
                  </a:cubicBezTo>
                  <a:cubicBezTo>
                    <a:pt x="39" y="21667"/>
                    <a:pt x="144" y="21458"/>
                    <a:pt x="279" y="21319"/>
                  </a:cubicBezTo>
                  <a:cubicBezTo>
                    <a:pt x="2529" y="19024"/>
                    <a:pt x="3960" y="16223"/>
                    <a:pt x="5610" y="13558"/>
                  </a:cubicBezTo>
                  <a:cubicBezTo>
                    <a:pt x="5878" y="13129"/>
                    <a:pt x="6146" y="12692"/>
                    <a:pt x="6336" y="12230"/>
                  </a:cubicBezTo>
                  <a:cubicBezTo>
                    <a:pt x="7636" y="9048"/>
                    <a:pt x="10136" y="6758"/>
                    <a:pt x="12695" y="4513"/>
                  </a:cubicBezTo>
                  <a:cubicBezTo>
                    <a:pt x="12850" y="4379"/>
                    <a:pt x="13017" y="4256"/>
                    <a:pt x="13184" y="4133"/>
                  </a:cubicBezTo>
                  <a:cubicBezTo>
                    <a:pt x="13833" y="3659"/>
                    <a:pt x="20276" y="601"/>
                    <a:pt x="21067" y="391"/>
                  </a:cubicBezTo>
                  <a:cubicBezTo>
                    <a:pt x="22545" y="0"/>
                    <a:pt x="23803" y="348"/>
                    <a:pt x="24675" y="1566"/>
                  </a:cubicBezTo>
                  <a:cubicBezTo>
                    <a:pt x="25730" y="3042"/>
                    <a:pt x="26877" y="4448"/>
                    <a:pt x="27194" y="6334"/>
                  </a:cubicBezTo>
                  <a:cubicBezTo>
                    <a:pt x="27421" y="7671"/>
                    <a:pt x="28247" y="8867"/>
                    <a:pt x="29091" y="9994"/>
                  </a:cubicBezTo>
                  <a:close/>
                </a:path>
              </a:pathLst>
            </a:custGeom>
            <a:solidFill>
              <a:srgbClr val="502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4547125" y="2560075"/>
              <a:ext cx="90725" cy="127700"/>
            </a:xfrm>
            <a:custGeom>
              <a:rect b="b" l="l" r="r" t="t"/>
              <a:pathLst>
                <a:path extrusionOk="0" h="5108" w="3629">
                  <a:moveTo>
                    <a:pt x="3618" y="4705"/>
                  </a:moveTo>
                  <a:cubicBezTo>
                    <a:pt x="2089" y="5107"/>
                    <a:pt x="2643" y="3753"/>
                    <a:pt x="1970" y="3162"/>
                  </a:cubicBezTo>
                  <a:cubicBezTo>
                    <a:pt x="1730" y="3469"/>
                    <a:pt x="1518" y="3814"/>
                    <a:pt x="1233" y="4087"/>
                  </a:cubicBezTo>
                  <a:cubicBezTo>
                    <a:pt x="930" y="4376"/>
                    <a:pt x="350" y="4170"/>
                    <a:pt x="261" y="3795"/>
                  </a:cubicBezTo>
                  <a:cubicBezTo>
                    <a:pt x="1" y="2713"/>
                    <a:pt x="53" y="1634"/>
                    <a:pt x="285" y="561"/>
                  </a:cubicBezTo>
                  <a:cubicBezTo>
                    <a:pt x="324" y="381"/>
                    <a:pt x="457" y="180"/>
                    <a:pt x="612" y="80"/>
                  </a:cubicBezTo>
                  <a:cubicBezTo>
                    <a:pt x="738" y="1"/>
                    <a:pt x="1088" y="3"/>
                    <a:pt x="1122" y="64"/>
                  </a:cubicBezTo>
                  <a:cubicBezTo>
                    <a:pt x="1296" y="418"/>
                    <a:pt x="1402" y="799"/>
                    <a:pt x="1560" y="1252"/>
                  </a:cubicBezTo>
                  <a:cubicBezTo>
                    <a:pt x="1815" y="1114"/>
                    <a:pt x="2071" y="1006"/>
                    <a:pt x="2292" y="852"/>
                  </a:cubicBezTo>
                  <a:cubicBezTo>
                    <a:pt x="3040" y="331"/>
                    <a:pt x="3502" y="864"/>
                    <a:pt x="3567" y="1470"/>
                  </a:cubicBezTo>
                  <a:cubicBezTo>
                    <a:pt x="3600" y="1765"/>
                    <a:pt x="3619" y="2060"/>
                    <a:pt x="3622" y="2357"/>
                  </a:cubicBezTo>
                  <a:cubicBezTo>
                    <a:pt x="3628" y="3145"/>
                    <a:pt x="3621" y="3933"/>
                    <a:pt x="3618" y="4705"/>
                  </a:cubicBezTo>
                  <a:close/>
                </a:path>
              </a:pathLst>
            </a:custGeom>
            <a:solidFill>
              <a:srgbClr val="502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4234075" y="2516350"/>
              <a:ext cx="74425" cy="152150"/>
            </a:xfrm>
            <a:custGeom>
              <a:rect b="b" l="l" r="r" t="t"/>
              <a:pathLst>
                <a:path extrusionOk="0" h="6086" w="2977">
                  <a:moveTo>
                    <a:pt x="414" y="6085"/>
                  </a:moveTo>
                  <a:cubicBezTo>
                    <a:pt x="241" y="5775"/>
                    <a:pt x="0" y="5538"/>
                    <a:pt x="5" y="5305"/>
                  </a:cubicBezTo>
                  <a:cubicBezTo>
                    <a:pt x="11" y="4927"/>
                    <a:pt x="119" y="4526"/>
                    <a:pt x="287" y="4183"/>
                  </a:cubicBezTo>
                  <a:cubicBezTo>
                    <a:pt x="936" y="2847"/>
                    <a:pt x="1618" y="1527"/>
                    <a:pt x="2312" y="215"/>
                  </a:cubicBezTo>
                  <a:cubicBezTo>
                    <a:pt x="2376" y="96"/>
                    <a:pt x="2621" y="48"/>
                    <a:pt x="2791" y="10"/>
                  </a:cubicBezTo>
                  <a:cubicBezTo>
                    <a:pt x="2835" y="1"/>
                    <a:pt x="2976" y="153"/>
                    <a:pt x="2973" y="228"/>
                  </a:cubicBezTo>
                  <a:cubicBezTo>
                    <a:pt x="2881" y="2193"/>
                    <a:pt x="2621" y="4122"/>
                    <a:pt x="1266" y="5729"/>
                  </a:cubicBezTo>
                  <a:cubicBezTo>
                    <a:pt x="1111" y="5913"/>
                    <a:pt x="759" y="5948"/>
                    <a:pt x="414" y="6085"/>
                  </a:cubicBezTo>
                  <a:close/>
                </a:path>
              </a:pathLst>
            </a:custGeom>
            <a:solidFill>
              <a:srgbClr val="502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4436525" y="2539025"/>
              <a:ext cx="44800" cy="124525"/>
            </a:xfrm>
            <a:custGeom>
              <a:rect b="b" l="l" r="r" t="t"/>
              <a:pathLst>
                <a:path extrusionOk="0" h="4981" w="1792">
                  <a:moveTo>
                    <a:pt x="1782" y="4890"/>
                  </a:moveTo>
                  <a:cubicBezTo>
                    <a:pt x="1193" y="4981"/>
                    <a:pt x="794" y="4894"/>
                    <a:pt x="623" y="4464"/>
                  </a:cubicBezTo>
                  <a:cubicBezTo>
                    <a:pt x="58" y="3035"/>
                    <a:pt x="0" y="1600"/>
                    <a:pt x="660" y="180"/>
                  </a:cubicBezTo>
                  <a:cubicBezTo>
                    <a:pt x="697" y="103"/>
                    <a:pt x="852" y="1"/>
                    <a:pt x="903" y="20"/>
                  </a:cubicBezTo>
                  <a:cubicBezTo>
                    <a:pt x="1069" y="82"/>
                    <a:pt x="1226" y="185"/>
                    <a:pt x="1360" y="298"/>
                  </a:cubicBezTo>
                  <a:cubicBezTo>
                    <a:pt x="1429" y="358"/>
                    <a:pt x="1461" y="473"/>
                    <a:pt x="1480" y="567"/>
                  </a:cubicBezTo>
                  <a:cubicBezTo>
                    <a:pt x="1792" y="2007"/>
                    <a:pt x="1709" y="3461"/>
                    <a:pt x="1782" y="4890"/>
                  </a:cubicBezTo>
                  <a:close/>
                </a:path>
              </a:pathLst>
            </a:custGeom>
            <a:solidFill>
              <a:srgbClr val="502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4811475" y="2341000"/>
              <a:ext cx="77100" cy="76825"/>
            </a:xfrm>
            <a:custGeom>
              <a:rect b="b" l="l" r="r" t="t"/>
              <a:pathLst>
                <a:path extrusionOk="0" h="3073" w="3084">
                  <a:moveTo>
                    <a:pt x="2978" y="1423"/>
                  </a:moveTo>
                  <a:cubicBezTo>
                    <a:pt x="2322" y="1928"/>
                    <a:pt x="1612" y="2491"/>
                    <a:pt x="868" y="3016"/>
                  </a:cubicBezTo>
                  <a:cubicBezTo>
                    <a:pt x="789" y="3072"/>
                    <a:pt x="439" y="2949"/>
                    <a:pt x="371" y="2829"/>
                  </a:cubicBezTo>
                  <a:cubicBezTo>
                    <a:pt x="0" y="2183"/>
                    <a:pt x="2" y="1511"/>
                    <a:pt x="361" y="849"/>
                  </a:cubicBezTo>
                  <a:cubicBezTo>
                    <a:pt x="630" y="351"/>
                    <a:pt x="1335" y="1"/>
                    <a:pt x="1931" y="114"/>
                  </a:cubicBezTo>
                  <a:cubicBezTo>
                    <a:pt x="2602" y="243"/>
                    <a:pt x="3083" y="564"/>
                    <a:pt x="2978" y="1423"/>
                  </a:cubicBezTo>
                  <a:close/>
                </a:path>
              </a:pathLst>
            </a:custGeom>
            <a:solidFill>
              <a:srgbClr val="502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4326675" y="2546425"/>
              <a:ext cx="57575" cy="104575"/>
            </a:xfrm>
            <a:custGeom>
              <a:rect b="b" l="l" r="r" t="t"/>
              <a:pathLst>
                <a:path extrusionOk="0" h="4183" w="2303">
                  <a:moveTo>
                    <a:pt x="0" y="3588"/>
                  </a:moveTo>
                  <a:cubicBezTo>
                    <a:pt x="178" y="2656"/>
                    <a:pt x="279" y="1870"/>
                    <a:pt x="493" y="1115"/>
                  </a:cubicBezTo>
                  <a:cubicBezTo>
                    <a:pt x="596" y="757"/>
                    <a:pt x="864" y="397"/>
                    <a:pt x="1159" y="145"/>
                  </a:cubicBezTo>
                  <a:cubicBezTo>
                    <a:pt x="1329" y="0"/>
                    <a:pt x="1714" y="17"/>
                    <a:pt x="1979" y="72"/>
                  </a:cubicBezTo>
                  <a:cubicBezTo>
                    <a:pt x="2117" y="100"/>
                    <a:pt x="2303" y="374"/>
                    <a:pt x="2293" y="527"/>
                  </a:cubicBezTo>
                  <a:cubicBezTo>
                    <a:pt x="2199" y="1719"/>
                    <a:pt x="1909" y="2869"/>
                    <a:pt x="1153" y="3851"/>
                  </a:cubicBezTo>
                  <a:cubicBezTo>
                    <a:pt x="1007" y="4040"/>
                    <a:pt x="579" y="4182"/>
                    <a:pt x="346" y="4123"/>
                  </a:cubicBezTo>
                  <a:cubicBezTo>
                    <a:pt x="156" y="4073"/>
                    <a:pt x="59" y="3690"/>
                    <a:pt x="0" y="3588"/>
                  </a:cubicBezTo>
                  <a:close/>
                </a:path>
              </a:pathLst>
            </a:custGeom>
            <a:solidFill>
              <a:srgbClr val="502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4869375" y="2508200"/>
              <a:ext cx="57650" cy="76250"/>
            </a:xfrm>
            <a:custGeom>
              <a:rect b="b" l="l" r="r" t="t"/>
              <a:pathLst>
                <a:path extrusionOk="0" h="3050" w="2306">
                  <a:moveTo>
                    <a:pt x="2011" y="0"/>
                  </a:moveTo>
                  <a:cubicBezTo>
                    <a:pt x="2105" y="229"/>
                    <a:pt x="2305" y="480"/>
                    <a:pt x="2289" y="719"/>
                  </a:cubicBezTo>
                  <a:cubicBezTo>
                    <a:pt x="2226" y="1639"/>
                    <a:pt x="1786" y="2402"/>
                    <a:pt x="973" y="2920"/>
                  </a:cubicBezTo>
                  <a:cubicBezTo>
                    <a:pt x="767" y="3049"/>
                    <a:pt x="426" y="3044"/>
                    <a:pt x="160" y="3011"/>
                  </a:cubicBezTo>
                  <a:cubicBezTo>
                    <a:pt x="80" y="3001"/>
                    <a:pt x="0" y="2674"/>
                    <a:pt x="2" y="2494"/>
                  </a:cubicBezTo>
                  <a:cubicBezTo>
                    <a:pt x="2" y="2204"/>
                    <a:pt x="93" y="1917"/>
                    <a:pt x="109" y="1628"/>
                  </a:cubicBezTo>
                  <a:cubicBezTo>
                    <a:pt x="167" y="526"/>
                    <a:pt x="914" y="137"/>
                    <a:pt x="2011" y="0"/>
                  </a:cubicBezTo>
                  <a:close/>
                </a:path>
              </a:pathLst>
            </a:custGeom>
            <a:solidFill>
              <a:srgbClr val="502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5003525" y="2436475"/>
              <a:ext cx="38350" cy="95700"/>
            </a:xfrm>
            <a:custGeom>
              <a:rect b="b" l="l" r="r" t="t"/>
              <a:pathLst>
                <a:path extrusionOk="0" h="3828" w="1534">
                  <a:moveTo>
                    <a:pt x="0" y="2630"/>
                  </a:moveTo>
                  <a:cubicBezTo>
                    <a:pt x="138" y="1585"/>
                    <a:pt x="271" y="725"/>
                    <a:pt x="971" y="73"/>
                  </a:cubicBezTo>
                  <a:cubicBezTo>
                    <a:pt x="1030" y="18"/>
                    <a:pt x="1183" y="1"/>
                    <a:pt x="1263" y="34"/>
                  </a:cubicBezTo>
                  <a:cubicBezTo>
                    <a:pt x="1343" y="65"/>
                    <a:pt x="1398" y="176"/>
                    <a:pt x="1440" y="262"/>
                  </a:cubicBezTo>
                  <a:cubicBezTo>
                    <a:pt x="1482" y="345"/>
                    <a:pt x="1533" y="451"/>
                    <a:pt x="1513" y="533"/>
                  </a:cubicBezTo>
                  <a:cubicBezTo>
                    <a:pt x="1261" y="1563"/>
                    <a:pt x="1007" y="2593"/>
                    <a:pt x="720" y="3616"/>
                  </a:cubicBezTo>
                  <a:cubicBezTo>
                    <a:pt x="690" y="3716"/>
                    <a:pt x="443" y="3778"/>
                    <a:pt x="287" y="3817"/>
                  </a:cubicBezTo>
                  <a:cubicBezTo>
                    <a:pt x="247" y="3828"/>
                    <a:pt x="119" y="3685"/>
                    <a:pt x="107" y="3602"/>
                  </a:cubicBezTo>
                  <a:cubicBezTo>
                    <a:pt x="51" y="3221"/>
                    <a:pt x="21" y="2839"/>
                    <a:pt x="0" y="2630"/>
                  </a:cubicBezTo>
                  <a:close/>
                </a:path>
              </a:pathLst>
            </a:custGeom>
            <a:solidFill>
              <a:srgbClr val="502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0" name="Google Shape;6480;p67"/>
          <p:cNvSpPr/>
          <p:nvPr/>
        </p:nvSpPr>
        <p:spPr>
          <a:xfrm>
            <a:off x="4081625" y="3529525"/>
            <a:ext cx="72000" cy="8925"/>
          </a:xfrm>
          <a:custGeom>
            <a:rect b="b" l="l" r="r" t="t"/>
            <a:pathLst>
              <a:path extrusionOk="0" h="357" w="2880">
                <a:moveTo>
                  <a:pt x="2880" y="151"/>
                </a:moveTo>
                <a:cubicBezTo>
                  <a:pt x="2292" y="207"/>
                  <a:pt x="1836" y="252"/>
                  <a:pt x="1379" y="292"/>
                </a:cubicBezTo>
                <a:cubicBezTo>
                  <a:pt x="921" y="331"/>
                  <a:pt x="462" y="356"/>
                  <a:pt x="26" y="175"/>
                </a:cubicBezTo>
                <a:cubicBezTo>
                  <a:pt x="1" y="165"/>
                  <a:pt x="13" y="72"/>
                  <a:pt x="5" y="1"/>
                </a:cubicBezTo>
                <a:cubicBezTo>
                  <a:pt x="918" y="48"/>
                  <a:pt x="1827" y="97"/>
                  <a:pt x="2880" y="15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1" name="Google Shape;6481;p67"/>
          <p:cNvGrpSpPr/>
          <p:nvPr/>
        </p:nvGrpSpPr>
        <p:grpSpPr>
          <a:xfrm>
            <a:off x="2133794" y="3829822"/>
            <a:ext cx="1157783" cy="509110"/>
            <a:chOff x="4099450" y="3280375"/>
            <a:chExt cx="594375" cy="261350"/>
          </a:xfrm>
        </p:grpSpPr>
        <p:sp>
          <p:nvSpPr>
            <p:cNvPr id="6482" name="Google Shape;6482;p67"/>
            <p:cNvSpPr/>
            <p:nvPr/>
          </p:nvSpPr>
          <p:spPr>
            <a:xfrm>
              <a:off x="4298100" y="3460500"/>
              <a:ext cx="27150" cy="8850"/>
            </a:xfrm>
            <a:custGeom>
              <a:rect b="b" l="l" r="r" t="t"/>
              <a:pathLst>
                <a:path extrusionOk="0" h="354" w="1086">
                  <a:moveTo>
                    <a:pt x="1085" y="0"/>
                  </a:moveTo>
                  <a:cubicBezTo>
                    <a:pt x="290" y="350"/>
                    <a:pt x="289" y="353"/>
                    <a:pt x="1" y="55"/>
                  </a:cubicBezTo>
                  <a:cubicBezTo>
                    <a:pt x="288" y="41"/>
                    <a:pt x="561" y="27"/>
                    <a:pt x="1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4263150" y="3454600"/>
              <a:ext cx="13600" cy="8875"/>
            </a:xfrm>
            <a:custGeom>
              <a:rect b="b" l="l" r="r" t="t"/>
              <a:pathLst>
                <a:path extrusionOk="0" h="355" w="544">
                  <a:moveTo>
                    <a:pt x="518" y="213"/>
                  </a:moveTo>
                  <a:cubicBezTo>
                    <a:pt x="386" y="340"/>
                    <a:pt x="227" y="354"/>
                    <a:pt x="47" y="249"/>
                  </a:cubicBezTo>
                  <a:cubicBezTo>
                    <a:pt x="23" y="236"/>
                    <a:pt x="7" y="197"/>
                    <a:pt x="4" y="167"/>
                  </a:cubicBezTo>
                  <a:cubicBezTo>
                    <a:pt x="1" y="141"/>
                    <a:pt x="15" y="99"/>
                    <a:pt x="35" y="89"/>
                  </a:cubicBezTo>
                  <a:cubicBezTo>
                    <a:pt x="203" y="0"/>
                    <a:pt x="414" y="11"/>
                    <a:pt x="525" y="116"/>
                  </a:cubicBezTo>
                  <a:cubicBezTo>
                    <a:pt x="543" y="131"/>
                    <a:pt x="523" y="181"/>
                    <a:pt x="518" y="21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4099450" y="3280375"/>
              <a:ext cx="594375" cy="208075"/>
            </a:xfrm>
            <a:custGeom>
              <a:rect b="b" l="l" r="r" t="t"/>
              <a:pathLst>
                <a:path extrusionOk="0" h="8323" w="23775">
                  <a:moveTo>
                    <a:pt x="14765" y="2214"/>
                  </a:moveTo>
                  <a:cubicBezTo>
                    <a:pt x="14905" y="2691"/>
                    <a:pt x="14740" y="3001"/>
                    <a:pt x="14374" y="3232"/>
                  </a:cubicBezTo>
                  <a:cubicBezTo>
                    <a:pt x="14227" y="3324"/>
                    <a:pt x="14084" y="3423"/>
                    <a:pt x="13972" y="3497"/>
                  </a:cubicBezTo>
                  <a:cubicBezTo>
                    <a:pt x="13886" y="3681"/>
                    <a:pt x="13976" y="3794"/>
                    <a:pt x="14034" y="3913"/>
                  </a:cubicBezTo>
                  <a:cubicBezTo>
                    <a:pt x="14114" y="4082"/>
                    <a:pt x="14120" y="4268"/>
                    <a:pt x="13952" y="4371"/>
                  </a:cubicBezTo>
                  <a:cubicBezTo>
                    <a:pt x="13566" y="4608"/>
                    <a:pt x="13485" y="4938"/>
                    <a:pt x="13536" y="5338"/>
                  </a:cubicBezTo>
                  <a:cubicBezTo>
                    <a:pt x="13562" y="5539"/>
                    <a:pt x="13546" y="5744"/>
                    <a:pt x="13573" y="5945"/>
                  </a:cubicBezTo>
                  <a:cubicBezTo>
                    <a:pt x="13614" y="6241"/>
                    <a:pt x="13660" y="6455"/>
                    <a:pt x="14075" y="6490"/>
                  </a:cubicBezTo>
                  <a:cubicBezTo>
                    <a:pt x="14443" y="6521"/>
                    <a:pt x="14755" y="6665"/>
                    <a:pt x="15050" y="6868"/>
                  </a:cubicBezTo>
                  <a:cubicBezTo>
                    <a:pt x="15638" y="7277"/>
                    <a:pt x="16300" y="7514"/>
                    <a:pt x="17048" y="7572"/>
                  </a:cubicBezTo>
                  <a:cubicBezTo>
                    <a:pt x="17117" y="7391"/>
                    <a:pt x="16944" y="7370"/>
                    <a:pt x="16870" y="7304"/>
                  </a:cubicBezTo>
                  <a:cubicBezTo>
                    <a:pt x="16793" y="7236"/>
                    <a:pt x="16683" y="7201"/>
                    <a:pt x="16609" y="7131"/>
                  </a:cubicBezTo>
                  <a:cubicBezTo>
                    <a:pt x="16566" y="7092"/>
                    <a:pt x="16534" y="7000"/>
                    <a:pt x="16554" y="6954"/>
                  </a:cubicBezTo>
                  <a:cubicBezTo>
                    <a:pt x="16572" y="6915"/>
                    <a:pt x="16670" y="6896"/>
                    <a:pt x="16733" y="6893"/>
                  </a:cubicBezTo>
                  <a:cubicBezTo>
                    <a:pt x="16801" y="6891"/>
                    <a:pt x="16875" y="6914"/>
                    <a:pt x="16940" y="6935"/>
                  </a:cubicBezTo>
                  <a:cubicBezTo>
                    <a:pt x="18613" y="7478"/>
                    <a:pt x="20362" y="7604"/>
                    <a:pt x="22100" y="7789"/>
                  </a:cubicBezTo>
                  <a:cubicBezTo>
                    <a:pt x="22595" y="7841"/>
                    <a:pt x="23095" y="7866"/>
                    <a:pt x="23774" y="7917"/>
                  </a:cubicBezTo>
                  <a:cubicBezTo>
                    <a:pt x="22723" y="8154"/>
                    <a:pt x="21849" y="8323"/>
                    <a:pt x="20937" y="8170"/>
                  </a:cubicBezTo>
                  <a:cubicBezTo>
                    <a:pt x="20304" y="8063"/>
                    <a:pt x="19667" y="7974"/>
                    <a:pt x="19033" y="7886"/>
                  </a:cubicBezTo>
                  <a:cubicBezTo>
                    <a:pt x="18904" y="7867"/>
                    <a:pt x="18767" y="7891"/>
                    <a:pt x="18623" y="7896"/>
                  </a:cubicBezTo>
                  <a:cubicBezTo>
                    <a:pt x="18704" y="8153"/>
                    <a:pt x="18685" y="8238"/>
                    <a:pt x="18564" y="8241"/>
                  </a:cubicBezTo>
                  <a:cubicBezTo>
                    <a:pt x="17144" y="8276"/>
                    <a:pt x="15790" y="8070"/>
                    <a:pt x="14608" y="7249"/>
                  </a:cubicBezTo>
                  <a:cubicBezTo>
                    <a:pt x="14521" y="7191"/>
                    <a:pt x="14432" y="7120"/>
                    <a:pt x="14333" y="7098"/>
                  </a:cubicBezTo>
                  <a:cubicBezTo>
                    <a:pt x="14200" y="7068"/>
                    <a:pt x="14039" y="7042"/>
                    <a:pt x="13919" y="7085"/>
                  </a:cubicBezTo>
                  <a:cubicBezTo>
                    <a:pt x="13552" y="7216"/>
                    <a:pt x="13202" y="7387"/>
                    <a:pt x="12841" y="7534"/>
                  </a:cubicBezTo>
                  <a:cubicBezTo>
                    <a:pt x="12490" y="7676"/>
                    <a:pt x="12140" y="7650"/>
                    <a:pt x="11809" y="7476"/>
                  </a:cubicBezTo>
                  <a:cubicBezTo>
                    <a:pt x="11531" y="7331"/>
                    <a:pt x="11262" y="7171"/>
                    <a:pt x="10974" y="7007"/>
                  </a:cubicBezTo>
                  <a:cubicBezTo>
                    <a:pt x="10839" y="7108"/>
                    <a:pt x="10736" y="7198"/>
                    <a:pt x="10619" y="7270"/>
                  </a:cubicBezTo>
                  <a:cubicBezTo>
                    <a:pt x="10442" y="7380"/>
                    <a:pt x="10258" y="7562"/>
                    <a:pt x="10073" y="7566"/>
                  </a:cubicBezTo>
                  <a:cubicBezTo>
                    <a:pt x="9479" y="7582"/>
                    <a:pt x="9022" y="8010"/>
                    <a:pt x="8440" y="8011"/>
                  </a:cubicBezTo>
                  <a:cubicBezTo>
                    <a:pt x="8194" y="8011"/>
                    <a:pt x="7935" y="7991"/>
                    <a:pt x="7705" y="7917"/>
                  </a:cubicBezTo>
                  <a:cubicBezTo>
                    <a:pt x="7319" y="7794"/>
                    <a:pt x="6929" y="7803"/>
                    <a:pt x="6538" y="7825"/>
                  </a:cubicBezTo>
                  <a:cubicBezTo>
                    <a:pt x="6369" y="7834"/>
                    <a:pt x="6204" y="7923"/>
                    <a:pt x="5983" y="7993"/>
                  </a:cubicBezTo>
                  <a:cubicBezTo>
                    <a:pt x="5533" y="7699"/>
                    <a:pt x="5041" y="7377"/>
                    <a:pt x="4575" y="7073"/>
                  </a:cubicBezTo>
                  <a:cubicBezTo>
                    <a:pt x="4309" y="7007"/>
                    <a:pt x="4123" y="7144"/>
                    <a:pt x="3937" y="7223"/>
                  </a:cubicBezTo>
                  <a:cubicBezTo>
                    <a:pt x="3214" y="7526"/>
                    <a:pt x="2446" y="7691"/>
                    <a:pt x="1690" y="7890"/>
                  </a:cubicBezTo>
                  <a:cubicBezTo>
                    <a:pt x="1168" y="8026"/>
                    <a:pt x="634" y="8034"/>
                    <a:pt x="110" y="7871"/>
                  </a:cubicBezTo>
                  <a:cubicBezTo>
                    <a:pt x="61" y="7856"/>
                    <a:pt x="11" y="7773"/>
                    <a:pt x="5" y="7718"/>
                  </a:cubicBezTo>
                  <a:cubicBezTo>
                    <a:pt x="1" y="7677"/>
                    <a:pt x="57" y="7613"/>
                    <a:pt x="105" y="7588"/>
                  </a:cubicBezTo>
                  <a:cubicBezTo>
                    <a:pt x="165" y="7556"/>
                    <a:pt x="243" y="7538"/>
                    <a:pt x="311" y="7541"/>
                  </a:cubicBezTo>
                  <a:cubicBezTo>
                    <a:pt x="1520" y="7579"/>
                    <a:pt x="2626" y="7191"/>
                    <a:pt x="3730" y="6796"/>
                  </a:cubicBezTo>
                  <a:cubicBezTo>
                    <a:pt x="3797" y="6773"/>
                    <a:pt x="3869" y="6758"/>
                    <a:pt x="3931" y="6724"/>
                  </a:cubicBezTo>
                  <a:cubicBezTo>
                    <a:pt x="4350" y="6495"/>
                    <a:pt x="4742" y="6498"/>
                    <a:pt x="5107" y="6830"/>
                  </a:cubicBezTo>
                  <a:cubicBezTo>
                    <a:pt x="5156" y="6874"/>
                    <a:pt x="5234" y="6912"/>
                    <a:pt x="5297" y="6912"/>
                  </a:cubicBezTo>
                  <a:cubicBezTo>
                    <a:pt x="5398" y="6910"/>
                    <a:pt x="5521" y="6902"/>
                    <a:pt x="5591" y="6848"/>
                  </a:cubicBezTo>
                  <a:cubicBezTo>
                    <a:pt x="5844" y="6652"/>
                    <a:pt x="6028" y="6399"/>
                    <a:pt x="6129" y="6104"/>
                  </a:cubicBezTo>
                  <a:cubicBezTo>
                    <a:pt x="6410" y="5276"/>
                    <a:pt x="6953" y="4624"/>
                    <a:pt x="7572" y="3996"/>
                  </a:cubicBezTo>
                  <a:cubicBezTo>
                    <a:pt x="8082" y="3476"/>
                    <a:pt x="8558" y="2926"/>
                    <a:pt x="9116" y="2447"/>
                  </a:cubicBezTo>
                  <a:cubicBezTo>
                    <a:pt x="9626" y="2009"/>
                    <a:pt x="10211" y="1693"/>
                    <a:pt x="10849" y="1461"/>
                  </a:cubicBezTo>
                  <a:cubicBezTo>
                    <a:pt x="11749" y="1133"/>
                    <a:pt x="12653" y="818"/>
                    <a:pt x="13551" y="484"/>
                  </a:cubicBezTo>
                  <a:cubicBezTo>
                    <a:pt x="14088" y="285"/>
                    <a:pt x="14631" y="149"/>
                    <a:pt x="15216" y="156"/>
                  </a:cubicBezTo>
                  <a:cubicBezTo>
                    <a:pt x="15570" y="160"/>
                    <a:pt x="15925" y="88"/>
                    <a:pt x="16280" y="51"/>
                  </a:cubicBezTo>
                  <a:cubicBezTo>
                    <a:pt x="16422" y="37"/>
                    <a:pt x="16564" y="21"/>
                    <a:pt x="16707" y="15"/>
                  </a:cubicBezTo>
                  <a:cubicBezTo>
                    <a:pt x="17005" y="1"/>
                    <a:pt x="17208" y="99"/>
                    <a:pt x="17231" y="258"/>
                  </a:cubicBezTo>
                  <a:cubicBezTo>
                    <a:pt x="17261" y="458"/>
                    <a:pt x="17119" y="564"/>
                    <a:pt x="16985" y="675"/>
                  </a:cubicBezTo>
                  <a:cubicBezTo>
                    <a:pt x="16931" y="718"/>
                    <a:pt x="16863" y="748"/>
                    <a:pt x="16810" y="793"/>
                  </a:cubicBezTo>
                  <a:cubicBezTo>
                    <a:pt x="16492" y="1063"/>
                    <a:pt x="16197" y="1360"/>
                    <a:pt x="15857" y="1600"/>
                  </a:cubicBezTo>
                  <a:cubicBezTo>
                    <a:pt x="15545" y="1823"/>
                    <a:pt x="15185" y="1982"/>
                    <a:pt x="14765" y="2214"/>
                  </a:cubicBezTo>
                  <a:close/>
                  <a:moveTo>
                    <a:pt x="12753" y="5436"/>
                  </a:moveTo>
                  <a:cubicBezTo>
                    <a:pt x="12802" y="5031"/>
                    <a:pt x="12886" y="4664"/>
                    <a:pt x="12884" y="4294"/>
                  </a:cubicBezTo>
                  <a:cubicBezTo>
                    <a:pt x="12884" y="3750"/>
                    <a:pt x="13075" y="3308"/>
                    <a:pt x="13500" y="2946"/>
                  </a:cubicBezTo>
                  <a:cubicBezTo>
                    <a:pt x="13602" y="2858"/>
                    <a:pt x="13748" y="2724"/>
                    <a:pt x="13736" y="2628"/>
                  </a:cubicBezTo>
                  <a:cubicBezTo>
                    <a:pt x="13653" y="1975"/>
                    <a:pt x="14169" y="1756"/>
                    <a:pt x="14613" y="1485"/>
                  </a:cubicBezTo>
                  <a:cubicBezTo>
                    <a:pt x="14883" y="1321"/>
                    <a:pt x="15173" y="1186"/>
                    <a:pt x="15444" y="1025"/>
                  </a:cubicBezTo>
                  <a:cubicBezTo>
                    <a:pt x="15561" y="955"/>
                    <a:pt x="15662" y="854"/>
                    <a:pt x="15751" y="752"/>
                  </a:cubicBezTo>
                  <a:cubicBezTo>
                    <a:pt x="15784" y="715"/>
                    <a:pt x="15770" y="635"/>
                    <a:pt x="15759" y="575"/>
                  </a:cubicBezTo>
                  <a:cubicBezTo>
                    <a:pt x="15756" y="556"/>
                    <a:pt x="15702" y="531"/>
                    <a:pt x="15671" y="529"/>
                  </a:cubicBezTo>
                  <a:cubicBezTo>
                    <a:pt x="15564" y="527"/>
                    <a:pt x="15448" y="510"/>
                    <a:pt x="15353" y="543"/>
                  </a:cubicBezTo>
                  <a:cubicBezTo>
                    <a:pt x="14380" y="876"/>
                    <a:pt x="13411" y="1215"/>
                    <a:pt x="12441" y="1556"/>
                  </a:cubicBezTo>
                  <a:cubicBezTo>
                    <a:pt x="12410" y="1567"/>
                    <a:pt x="12388" y="1599"/>
                    <a:pt x="12361" y="1623"/>
                  </a:cubicBezTo>
                  <a:cubicBezTo>
                    <a:pt x="12331" y="1753"/>
                    <a:pt x="12298" y="1881"/>
                    <a:pt x="12265" y="2020"/>
                  </a:cubicBezTo>
                  <a:cubicBezTo>
                    <a:pt x="11950" y="2190"/>
                    <a:pt x="11613" y="2314"/>
                    <a:pt x="11258" y="2338"/>
                  </a:cubicBezTo>
                  <a:cubicBezTo>
                    <a:pt x="10313" y="2400"/>
                    <a:pt x="9572" y="2900"/>
                    <a:pt x="8879" y="3412"/>
                  </a:cubicBezTo>
                  <a:cubicBezTo>
                    <a:pt x="8268" y="3863"/>
                    <a:pt x="7747" y="4443"/>
                    <a:pt x="7316" y="5071"/>
                  </a:cubicBezTo>
                  <a:cubicBezTo>
                    <a:pt x="7043" y="5469"/>
                    <a:pt x="6785" y="5877"/>
                    <a:pt x="6717" y="6361"/>
                  </a:cubicBezTo>
                  <a:cubicBezTo>
                    <a:pt x="6700" y="6487"/>
                    <a:pt x="6638" y="6624"/>
                    <a:pt x="6840" y="6781"/>
                  </a:cubicBezTo>
                  <a:cubicBezTo>
                    <a:pt x="7407" y="6840"/>
                    <a:pt x="8046" y="6830"/>
                    <a:pt x="8685" y="6815"/>
                  </a:cubicBezTo>
                  <a:cubicBezTo>
                    <a:pt x="8900" y="6810"/>
                    <a:pt x="9116" y="6791"/>
                    <a:pt x="9326" y="6816"/>
                  </a:cubicBezTo>
                  <a:cubicBezTo>
                    <a:pt x="9567" y="6845"/>
                    <a:pt x="9804" y="6914"/>
                    <a:pt x="10033" y="6964"/>
                  </a:cubicBezTo>
                  <a:cubicBezTo>
                    <a:pt x="10138" y="6893"/>
                    <a:pt x="10231" y="6842"/>
                    <a:pt x="10310" y="6775"/>
                  </a:cubicBezTo>
                  <a:cubicBezTo>
                    <a:pt x="10716" y="6430"/>
                    <a:pt x="11140" y="6440"/>
                    <a:pt x="11582" y="6702"/>
                  </a:cubicBezTo>
                  <a:cubicBezTo>
                    <a:pt x="11734" y="6790"/>
                    <a:pt x="11878" y="6897"/>
                    <a:pt x="12040" y="6958"/>
                  </a:cubicBezTo>
                  <a:cubicBezTo>
                    <a:pt x="12125" y="6990"/>
                    <a:pt x="12262" y="6973"/>
                    <a:pt x="12341" y="6925"/>
                  </a:cubicBezTo>
                  <a:cubicBezTo>
                    <a:pt x="12595" y="6771"/>
                    <a:pt x="12620" y="6443"/>
                    <a:pt x="12411" y="6249"/>
                  </a:cubicBezTo>
                  <a:cubicBezTo>
                    <a:pt x="12061" y="5921"/>
                    <a:pt x="12070" y="5847"/>
                    <a:pt x="12495" y="5592"/>
                  </a:cubicBezTo>
                  <a:cubicBezTo>
                    <a:pt x="12554" y="5555"/>
                    <a:pt x="12614" y="5520"/>
                    <a:pt x="12753" y="5436"/>
                  </a:cubicBezTo>
                  <a:close/>
                  <a:moveTo>
                    <a:pt x="9031" y="7205"/>
                  </a:moveTo>
                  <a:cubicBezTo>
                    <a:pt x="8507" y="7232"/>
                    <a:pt x="8234" y="7246"/>
                    <a:pt x="7947" y="7260"/>
                  </a:cubicBezTo>
                  <a:cubicBezTo>
                    <a:pt x="8234" y="7558"/>
                    <a:pt x="8235" y="7556"/>
                    <a:pt x="9031" y="7205"/>
                  </a:cubicBezTo>
                  <a:close/>
                  <a:moveTo>
                    <a:pt x="7066" y="7182"/>
                  </a:moveTo>
                  <a:cubicBezTo>
                    <a:pt x="7071" y="7150"/>
                    <a:pt x="7091" y="7099"/>
                    <a:pt x="7074" y="7085"/>
                  </a:cubicBezTo>
                  <a:cubicBezTo>
                    <a:pt x="6962" y="6981"/>
                    <a:pt x="6752" y="6970"/>
                    <a:pt x="6584" y="7058"/>
                  </a:cubicBezTo>
                  <a:cubicBezTo>
                    <a:pt x="6563" y="7068"/>
                    <a:pt x="6551" y="7110"/>
                    <a:pt x="6553" y="7136"/>
                  </a:cubicBezTo>
                  <a:cubicBezTo>
                    <a:pt x="6556" y="7165"/>
                    <a:pt x="6572" y="7205"/>
                    <a:pt x="6597" y="7218"/>
                  </a:cubicBezTo>
                  <a:cubicBezTo>
                    <a:pt x="6775" y="7323"/>
                    <a:pt x="6934" y="7309"/>
                    <a:pt x="7066" y="71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4244375" y="3504250"/>
              <a:ext cx="281525" cy="35075"/>
            </a:xfrm>
            <a:custGeom>
              <a:rect b="b" l="l" r="r" t="t"/>
              <a:pathLst>
                <a:path extrusionOk="0" h="1403" w="11261">
                  <a:moveTo>
                    <a:pt x="0" y="747"/>
                  </a:moveTo>
                  <a:cubicBezTo>
                    <a:pt x="114" y="664"/>
                    <a:pt x="210" y="548"/>
                    <a:pt x="334" y="512"/>
                  </a:cubicBezTo>
                  <a:cubicBezTo>
                    <a:pt x="1084" y="284"/>
                    <a:pt x="1872" y="224"/>
                    <a:pt x="2642" y="88"/>
                  </a:cubicBezTo>
                  <a:cubicBezTo>
                    <a:pt x="2903" y="41"/>
                    <a:pt x="3134" y="152"/>
                    <a:pt x="3344" y="289"/>
                  </a:cubicBezTo>
                  <a:cubicBezTo>
                    <a:pt x="3608" y="463"/>
                    <a:pt x="3863" y="641"/>
                    <a:pt x="4189" y="713"/>
                  </a:cubicBezTo>
                  <a:cubicBezTo>
                    <a:pt x="4472" y="775"/>
                    <a:pt x="4744" y="821"/>
                    <a:pt x="5032" y="739"/>
                  </a:cubicBezTo>
                  <a:cubicBezTo>
                    <a:pt x="5681" y="554"/>
                    <a:pt x="6334" y="379"/>
                    <a:pt x="6985" y="203"/>
                  </a:cubicBezTo>
                  <a:cubicBezTo>
                    <a:pt x="7224" y="139"/>
                    <a:pt x="7463" y="58"/>
                    <a:pt x="7708" y="34"/>
                  </a:cubicBezTo>
                  <a:cubicBezTo>
                    <a:pt x="8070" y="0"/>
                    <a:pt x="8431" y="43"/>
                    <a:pt x="8689" y="329"/>
                  </a:cubicBezTo>
                  <a:cubicBezTo>
                    <a:pt x="8917" y="577"/>
                    <a:pt x="9213" y="671"/>
                    <a:pt x="9536" y="723"/>
                  </a:cubicBezTo>
                  <a:cubicBezTo>
                    <a:pt x="10091" y="811"/>
                    <a:pt x="10648" y="898"/>
                    <a:pt x="11260" y="993"/>
                  </a:cubicBezTo>
                  <a:cubicBezTo>
                    <a:pt x="10429" y="1402"/>
                    <a:pt x="9633" y="1375"/>
                    <a:pt x="8839" y="1088"/>
                  </a:cubicBezTo>
                  <a:cubicBezTo>
                    <a:pt x="8651" y="1020"/>
                    <a:pt x="8482" y="870"/>
                    <a:pt x="8339" y="724"/>
                  </a:cubicBezTo>
                  <a:cubicBezTo>
                    <a:pt x="8113" y="494"/>
                    <a:pt x="7839" y="470"/>
                    <a:pt x="7554" y="528"/>
                  </a:cubicBezTo>
                  <a:cubicBezTo>
                    <a:pt x="7345" y="569"/>
                    <a:pt x="7152" y="669"/>
                    <a:pt x="6946" y="728"/>
                  </a:cubicBezTo>
                  <a:cubicBezTo>
                    <a:pt x="6365" y="894"/>
                    <a:pt x="5779" y="1047"/>
                    <a:pt x="5200" y="1216"/>
                  </a:cubicBezTo>
                  <a:cubicBezTo>
                    <a:pt x="4607" y="1388"/>
                    <a:pt x="4071" y="1231"/>
                    <a:pt x="3553" y="974"/>
                  </a:cubicBezTo>
                  <a:cubicBezTo>
                    <a:pt x="3428" y="912"/>
                    <a:pt x="3310" y="825"/>
                    <a:pt x="3213" y="728"/>
                  </a:cubicBezTo>
                  <a:cubicBezTo>
                    <a:pt x="2960" y="477"/>
                    <a:pt x="2652" y="455"/>
                    <a:pt x="2321" y="512"/>
                  </a:cubicBezTo>
                  <a:cubicBezTo>
                    <a:pt x="1724" y="615"/>
                    <a:pt x="1127" y="724"/>
                    <a:pt x="529" y="827"/>
                  </a:cubicBezTo>
                  <a:cubicBezTo>
                    <a:pt x="363" y="855"/>
                    <a:pt x="184" y="909"/>
                    <a:pt x="0" y="74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4570775" y="3529875"/>
              <a:ext cx="84700" cy="11850"/>
            </a:xfrm>
            <a:custGeom>
              <a:rect b="b" l="l" r="r" t="t"/>
              <a:pathLst>
                <a:path extrusionOk="0" h="474" w="3388">
                  <a:moveTo>
                    <a:pt x="3387" y="118"/>
                  </a:moveTo>
                  <a:cubicBezTo>
                    <a:pt x="3357" y="218"/>
                    <a:pt x="3356" y="310"/>
                    <a:pt x="3320" y="326"/>
                  </a:cubicBezTo>
                  <a:cubicBezTo>
                    <a:pt x="3193" y="380"/>
                    <a:pt x="3056" y="438"/>
                    <a:pt x="2919" y="440"/>
                  </a:cubicBezTo>
                  <a:cubicBezTo>
                    <a:pt x="2070" y="460"/>
                    <a:pt x="1219" y="473"/>
                    <a:pt x="370" y="474"/>
                  </a:cubicBezTo>
                  <a:cubicBezTo>
                    <a:pt x="275" y="474"/>
                    <a:pt x="179" y="403"/>
                    <a:pt x="86" y="356"/>
                  </a:cubicBezTo>
                  <a:cubicBezTo>
                    <a:pt x="62" y="345"/>
                    <a:pt x="57" y="301"/>
                    <a:pt x="43" y="274"/>
                  </a:cubicBezTo>
                  <a:cubicBezTo>
                    <a:pt x="1" y="193"/>
                    <a:pt x="21" y="143"/>
                    <a:pt x="105" y="118"/>
                  </a:cubicBezTo>
                  <a:cubicBezTo>
                    <a:pt x="139" y="107"/>
                    <a:pt x="168" y="79"/>
                    <a:pt x="200" y="76"/>
                  </a:cubicBezTo>
                  <a:cubicBezTo>
                    <a:pt x="1262" y="0"/>
                    <a:pt x="2320" y="27"/>
                    <a:pt x="3387" y="11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4318025" y="3397900"/>
              <a:ext cx="28150" cy="11525"/>
            </a:xfrm>
            <a:custGeom>
              <a:rect b="b" l="l" r="r" t="t"/>
              <a:pathLst>
                <a:path extrusionOk="0" h="461" w="1126">
                  <a:moveTo>
                    <a:pt x="722" y="1"/>
                  </a:moveTo>
                  <a:cubicBezTo>
                    <a:pt x="819" y="12"/>
                    <a:pt x="924" y="12"/>
                    <a:pt x="1020" y="40"/>
                  </a:cubicBezTo>
                  <a:cubicBezTo>
                    <a:pt x="1063" y="52"/>
                    <a:pt x="1094" y="117"/>
                    <a:pt x="1116" y="164"/>
                  </a:cubicBezTo>
                  <a:cubicBezTo>
                    <a:pt x="1125" y="185"/>
                    <a:pt x="1106" y="236"/>
                    <a:pt x="1084" y="251"/>
                  </a:cubicBezTo>
                  <a:cubicBezTo>
                    <a:pt x="811" y="430"/>
                    <a:pt x="511" y="461"/>
                    <a:pt x="198" y="371"/>
                  </a:cubicBezTo>
                  <a:cubicBezTo>
                    <a:pt x="142" y="356"/>
                    <a:pt x="99" y="293"/>
                    <a:pt x="57" y="246"/>
                  </a:cubicBezTo>
                  <a:cubicBezTo>
                    <a:pt x="0" y="181"/>
                    <a:pt x="90" y="55"/>
                    <a:pt x="201" y="45"/>
                  </a:cubicBezTo>
                  <a:cubicBezTo>
                    <a:pt x="372" y="30"/>
                    <a:pt x="543" y="16"/>
                    <a:pt x="7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4306625" y="3434125"/>
              <a:ext cx="24600" cy="7100"/>
            </a:xfrm>
            <a:custGeom>
              <a:rect b="b" l="l" r="r" t="t"/>
              <a:pathLst>
                <a:path extrusionOk="0" h="284" w="984">
                  <a:moveTo>
                    <a:pt x="983" y="151"/>
                  </a:moveTo>
                  <a:cubicBezTo>
                    <a:pt x="842" y="283"/>
                    <a:pt x="662" y="240"/>
                    <a:pt x="495" y="247"/>
                  </a:cubicBezTo>
                  <a:cubicBezTo>
                    <a:pt x="330" y="253"/>
                    <a:pt x="154" y="278"/>
                    <a:pt x="0" y="167"/>
                  </a:cubicBezTo>
                  <a:cubicBezTo>
                    <a:pt x="418" y="0"/>
                    <a:pt x="418" y="2"/>
                    <a:pt x="983" y="15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4358825" y="3353375"/>
              <a:ext cx="22275" cy="5900"/>
            </a:xfrm>
            <a:custGeom>
              <a:rect b="b" l="l" r="r" t="t"/>
              <a:pathLst>
                <a:path extrusionOk="0" h="236" w="891">
                  <a:moveTo>
                    <a:pt x="890" y="127"/>
                  </a:moveTo>
                  <a:cubicBezTo>
                    <a:pt x="542" y="236"/>
                    <a:pt x="310" y="206"/>
                    <a:pt x="1" y="135"/>
                  </a:cubicBezTo>
                  <a:cubicBezTo>
                    <a:pt x="322" y="1"/>
                    <a:pt x="562" y="4"/>
                    <a:pt x="890" y="12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4344300" y="3363275"/>
              <a:ext cx="14050" cy="7225"/>
            </a:xfrm>
            <a:custGeom>
              <a:rect b="b" l="l" r="r" t="t"/>
              <a:pathLst>
                <a:path extrusionOk="0" h="289" w="562">
                  <a:moveTo>
                    <a:pt x="0" y="110"/>
                  </a:moveTo>
                  <a:cubicBezTo>
                    <a:pt x="150" y="0"/>
                    <a:pt x="318" y="27"/>
                    <a:pt x="483" y="42"/>
                  </a:cubicBezTo>
                  <a:cubicBezTo>
                    <a:pt x="510" y="45"/>
                    <a:pt x="541" y="73"/>
                    <a:pt x="553" y="98"/>
                  </a:cubicBezTo>
                  <a:cubicBezTo>
                    <a:pt x="561" y="112"/>
                    <a:pt x="543" y="158"/>
                    <a:pt x="526" y="162"/>
                  </a:cubicBezTo>
                  <a:cubicBezTo>
                    <a:pt x="345" y="227"/>
                    <a:pt x="161" y="288"/>
                    <a:pt x="0" y="11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4384025" y="3430250"/>
              <a:ext cx="8725" cy="4550"/>
            </a:xfrm>
            <a:custGeom>
              <a:rect b="b" l="l" r="r" t="t"/>
              <a:pathLst>
                <a:path extrusionOk="0" h="182" w="349">
                  <a:moveTo>
                    <a:pt x="171" y="182"/>
                  </a:moveTo>
                  <a:cubicBezTo>
                    <a:pt x="114" y="148"/>
                    <a:pt x="57" y="114"/>
                    <a:pt x="1" y="80"/>
                  </a:cubicBezTo>
                  <a:cubicBezTo>
                    <a:pt x="60" y="52"/>
                    <a:pt x="121" y="1"/>
                    <a:pt x="182" y="1"/>
                  </a:cubicBezTo>
                  <a:cubicBezTo>
                    <a:pt x="238" y="2"/>
                    <a:pt x="294" y="56"/>
                    <a:pt x="349" y="8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5" name="Shape 6495"/>
        <p:cNvGrpSpPr/>
        <p:nvPr/>
      </p:nvGrpSpPr>
      <p:grpSpPr>
        <a:xfrm>
          <a:off x="0" y="0"/>
          <a:ext cx="0" cy="0"/>
          <a:chOff x="0" y="0"/>
          <a:chExt cx="0" cy="0"/>
        </a:xfrm>
      </p:grpSpPr>
      <p:sp>
        <p:nvSpPr>
          <p:cNvPr id="6496" name="Google Shape;6496;p68"/>
          <p:cNvSpPr txBox="1"/>
          <p:nvPr>
            <p:ph idx="1" type="subTitle"/>
          </p:nvPr>
        </p:nvSpPr>
        <p:spPr>
          <a:xfrm>
            <a:off x="720000" y="1261300"/>
            <a:ext cx="3656700" cy="33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rPr>
              <a:t>Haben dir die Ressourcen auf dieser Vorlage gefallen? Erhalte sie kostenlos auf unseren anderen Webseiten:</a:t>
            </a:r>
            <a:endParaRPr>
              <a:solidFill>
                <a:srgbClr val="000000"/>
              </a:solidFill>
            </a:endParaRPr>
          </a:p>
          <a:p>
            <a:pPr indent="0" lvl="0" marL="0" rtl="0" algn="l">
              <a:spcBef>
                <a:spcPts val="0"/>
              </a:spcBef>
              <a:spcAft>
                <a:spcPts val="0"/>
              </a:spcAft>
              <a:buNone/>
            </a:pPr>
            <a:br>
              <a:rPr b="1" lang="en" sz="2300">
                <a:latin typeface="Cormorant Garamond"/>
                <a:ea typeface="Cormorant Garamond"/>
                <a:cs typeface="Cormorant Garamond"/>
                <a:sym typeface="Cormorant Garamond"/>
              </a:rPr>
            </a:br>
            <a:r>
              <a:rPr b="1" lang="en" sz="2300">
                <a:latin typeface="Cormorant Garamond"/>
                <a:ea typeface="Cormorant Garamond"/>
                <a:cs typeface="Cormorant Garamond"/>
                <a:sym typeface="Cormorant Garamond"/>
              </a:rPr>
              <a:t>Photos:</a:t>
            </a:r>
            <a:endParaRPr b="1" sz="2300">
              <a:latin typeface="Cormorant Garamond"/>
              <a:ea typeface="Cormorant Garamond"/>
              <a:cs typeface="Cormorant Garamond"/>
              <a:sym typeface="Cormorant Garamond"/>
            </a:endParaRPr>
          </a:p>
          <a:p>
            <a:pPr indent="-317500" lvl="0" marL="457200" rtl="0" algn="l">
              <a:spcBef>
                <a:spcPts val="0"/>
              </a:spcBef>
              <a:spcAft>
                <a:spcPts val="0"/>
              </a:spcAft>
              <a:buSzPts val="1400"/>
              <a:buChar char="●"/>
            </a:pPr>
            <a:r>
              <a:rPr lang="en">
                <a:uFill>
                  <a:noFill/>
                </a:uFill>
                <a:hlinkClick r:id="rId3"/>
              </a:rPr>
              <a:t>Vintage desk concept with feather</a:t>
            </a:r>
            <a:endParaRPr/>
          </a:p>
          <a:p>
            <a:pPr indent="-317500" lvl="0" marL="457200" rtl="0" algn="l">
              <a:spcBef>
                <a:spcPts val="0"/>
              </a:spcBef>
              <a:spcAft>
                <a:spcPts val="0"/>
              </a:spcAft>
              <a:buSzPts val="1400"/>
              <a:buChar char="●"/>
            </a:pPr>
            <a:r>
              <a:rPr lang="en">
                <a:uFill>
                  <a:noFill/>
                </a:uFill>
                <a:hlinkClick r:id="rId4"/>
              </a:rPr>
              <a:t>Fashionable bearded senior man</a:t>
            </a:r>
            <a:endParaRPr/>
          </a:p>
          <a:p>
            <a:pPr indent="-317500" lvl="0" marL="457200" rtl="0" algn="l">
              <a:spcBef>
                <a:spcPts val="0"/>
              </a:spcBef>
              <a:spcAft>
                <a:spcPts val="0"/>
              </a:spcAft>
              <a:buSzPts val="1400"/>
              <a:buChar char="●"/>
            </a:pPr>
            <a:r>
              <a:rPr lang="en">
                <a:uFill>
                  <a:noFill/>
                </a:uFill>
                <a:hlinkClick r:id="rId5"/>
              </a:rPr>
              <a:t>Vintage desk concept with book</a:t>
            </a:r>
            <a:endParaRPr/>
          </a:p>
          <a:p>
            <a:pPr indent="-317500" lvl="0" marL="457200" rtl="0" algn="l">
              <a:spcBef>
                <a:spcPts val="0"/>
              </a:spcBef>
              <a:spcAft>
                <a:spcPts val="0"/>
              </a:spcAft>
              <a:buSzPts val="1400"/>
              <a:buChar char="●"/>
            </a:pPr>
            <a:r>
              <a:rPr lang="en">
                <a:uFill>
                  <a:noFill/>
                </a:uFill>
                <a:hlinkClick r:id="rId6"/>
              </a:rPr>
              <a:t>Vintage desk concept with slate</a:t>
            </a:r>
            <a:endParaRPr/>
          </a:p>
          <a:p>
            <a:pPr indent="-317500" lvl="0" marL="457200" rtl="0" algn="l">
              <a:spcBef>
                <a:spcPts val="0"/>
              </a:spcBef>
              <a:spcAft>
                <a:spcPts val="0"/>
              </a:spcAft>
              <a:buSzPts val="1400"/>
              <a:buChar char="●"/>
            </a:pPr>
            <a:r>
              <a:rPr lang="en">
                <a:solidFill>
                  <a:schemeClr val="hlink"/>
                </a:solidFill>
                <a:uFill>
                  <a:noFill/>
                </a:uFill>
                <a:hlinkClick r:id="rId7"/>
              </a:rPr>
              <a:t>Vintage desk concept with old book</a:t>
            </a:r>
            <a:endParaRPr/>
          </a:p>
          <a:p>
            <a:pPr indent="-317500" lvl="0" marL="457200" rtl="0" algn="l">
              <a:spcBef>
                <a:spcPts val="0"/>
              </a:spcBef>
              <a:spcAft>
                <a:spcPts val="0"/>
              </a:spcAft>
              <a:buSzPts val="1400"/>
              <a:buChar char="●"/>
            </a:pPr>
            <a:r>
              <a:rPr lang="en">
                <a:solidFill>
                  <a:schemeClr val="hlink"/>
                </a:solidFill>
                <a:uFill>
                  <a:noFill/>
                </a:uFill>
                <a:hlinkClick r:id="rId8"/>
              </a:rPr>
              <a:t>Vintage desk and travel concept</a:t>
            </a:r>
            <a:endParaRPr/>
          </a:p>
          <a:p>
            <a:pPr indent="-317500" lvl="0" marL="457200" rtl="0" algn="l">
              <a:spcBef>
                <a:spcPts val="0"/>
              </a:spcBef>
              <a:spcAft>
                <a:spcPts val="0"/>
              </a:spcAft>
              <a:buSzPts val="1400"/>
              <a:buChar char="●"/>
            </a:pPr>
            <a:r>
              <a:rPr lang="en">
                <a:solidFill>
                  <a:schemeClr val="hlink"/>
                </a:solidFill>
                <a:uFill>
                  <a:noFill/>
                </a:uFill>
                <a:hlinkClick r:id="rId9"/>
              </a:rPr>
              <a:t>Traditional bavarian woman in dress</a:t>
            </a:r>
            <a:endParaRPr/>
          </a:p>
          <a:p>
            <a:pPr indent="0" lvl="0" marL="0" rtl="0" algn="l">
              <a:spcBef>
                <a:spcPts val="1600"/>
              </a:spcBef>
              <a:spcAft>
                <a:spcPts val="0"/>
              </a:spcAft>
              <a:buNone/>
            </a:pPr>
            <a:r>
              <a:t/>
            </a:r>
            <a:endParaRPr/>
          </a:p>
          <a:p>
            <a:pPr indent="0" lvl="0" marL="0" rtl="0" algn="l">
              <a:lnSpc>
                <a:spcPct val="115000"/>
              </a:lnSpc>
              <a:spcBef>
                <a:spcPts val="1600"/>
              </a:spcBef>
              <a:spcAft>
                <a:spcPts val="0"/>
              </a:spcAft>
              <a:buNone/>
            </a:pPr>
            <a:r>
              <a:t/>
            </a:r>
            <a:endParaRPr sz="1200"/>
          </a:p>
        </p:txBody>
      </p:sp>
      <p:sp>
        <p:nvSpPr>
          <p:cNvPr id="6497" name="Google Shape;6497;p68"/>
          <p:cNvSpPr txBox="1"/>
          <p:nvPr>
            <p:ph type="title"/>
          </p:nvPr>
        </p:nvSpPr>
        <p:spPr>
          <a:xfrm>
            <a:off x="720000" y="540000"/>
            <a:ext cx="7704000" cy="6345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Ressourcen</a:t>
            </a:r>
            <a:endParaRPr/>
          </a:p>
        </p:txBody>
      </p:sp>
      <p:sp>
        <p:nvSpPr>
          <p:cNvPr id="6498" name="Google Shape;6498;p68"/>
          <p:cNvSpPr txBox="1"/>
          <p:nvPr>
            <p:ph idx="2" type="subTitle"/>
          </p:nvPr>
        </p:nvSpPr>
        <p:spPr>
          <a:xfrm>
            <a:off x="4828775" y="1261300"/>
            <a:ext cx="3656700" cy="3336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2300">
                <a:latin typeface="Cormorant Garamond"/>
                <a:ea typeface="Cormorant Garamond"/>
                <a:cs typeface="Cormorant Garamond"/>
                <a:sym typeface="Cormorant Garamond"/>
              </a:rPr>
              <a:t>Vectors:</a:t>
            </a:r>
            <a:endParaRPr b="1" sz="2300">
              <a:latin typeface="Cormorant Garamond"/>
              <a:ea typeface="Cormorant Garamond"/>
              <a:cs typeface="Cormorant Garamond"/>
              <a:sym typeface="Cormorant Garamond"/>
            </a:endParaRPr>
          </a:p>
          <a:p>
            <a:pPr indent="-317500" lvl="0" marL="457200" rtl="0" algn="l">
              <a:lnSpc>
                <a:spcPct val="100000"/>
              </a:lnSpc>
              <a:spcBef>
                <a:spcPts val="1600"/>
              </a:spcBef>
              <a:spcAft>
                <a:spcPts val="0"/>
              </a:spcAft>
              <a:buSzPts val="1400"/>
              <a:buChar char="●"/>
            </a:pPr>
            <a:r>
              <a:rPr lang="en">
                <a:solidFill>
                  <a:schemeClr val="hlink"/>
                </a:solidFill>
                <a:uFill>
                  <a:noFill/>
                </a:uFill>
                <a:hlinkClick r:id="rId10"/>
              </a:rPr>
              <a:t>Vintage travel background</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1"/>
              </a:rPr>
              <a:t>Topographic map background design</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2"/>
              </a:rPr>
              <a:t>Vintage compass collection</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3"/>
              </a:rPr>
              <a:t>Navigation compass seamless</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4"/>
              </a:rPr>
              <a:t>Old colored map</a:t>
            </a:r>
            <a:endParaRPr b="1"/>
          </a:p>
          <a:p>
            <a:pPr indent="-317500" lvl="0" marL="457200" rtl="0" algn="l">
              <a:lnSpc>
                <a:spcPct val="100000"/>
              </a:lnSpc>
              <a:spcBef>
                <a:spcPts val="0"/>
              </a:spcBef>
              <a:spcAft>
                <a:spcPts val="0"/>
              </a:spcAft>
              <a:buSzPts val="1400"/>
              <a:buChar char="●"/>
            </a:pPr>
            <a:r>
              <a:rPr lang="en">
                <a:solidFill>
                  <a:schemeClr val="hlink"/>
                </a:solidFill>
                <a:uFill>
                  <a:noFill/>
                </a:uFill>
                <a:hlinkClick r:id="rId15"/>
              </a:rPr>
              <a:t>Realistic old paper texture background</a:t>
            </a:r>
            <a:endParaRPr b="1" sz="200"/>
          </a:p>
          <a:p>
            <a:pPr indent="0" lvl="0" marL="0" rtl="0" algn="l">
              <a:lnSpc>
                <a:spcPct val="100000"/>
              </a:lnSpc>
              <a:spcBef>
                <a:spcPts val="1600"/>
              </a:spcBef>
              <a:spcAft>
                <a:spcPts val="0"/>
              </a:spcAft>
              <a:buNone/>
            </a:pPr>
            <a:r>
              <a:rPr b="1" lang="en" sz="2300">
                <a:latin typeface="Cormorant Garamond"/>
                <a:ea typeface="Cormorant Garamond"/>
                <a:cs typeface="Cormorant Garamond"/>
                <a:sym typeface="Cormorant Garamond"/>
              </a:rPr>
              <a:t>Icons:</a:t>
            </a:r>
            <a:endParaRPr b="1" sz="2300">
              <a:latin typeface="Cormorant Garamond"/>
              <a:ea typeface="Cormorant Garamond"/>
              <a:cs typeface="Cormorant Garamond"/>
              <a:sym typeface="Cormorant Garamond"/>
            </a:endParaRPr>
          </a:p>
          <a:p>
            <a:pPr indent="-317500" lvl="0" marL="457200" rtl="0" algn="l">
              <a:lnSpc>
                <a:spcPct val="100000"/>
              </a:lnSpc>
              <a:spcBef>
                <a:spcPts val="1600"/>
              </a:spcBef>
              <a:spcAft>
                <a:spcPts val="0"/>
              </a:spcAft>
              <a:buSzPts val="1400"/>
              <a:buChar char="●"/>
            </a:pPr>
            <a:r>
              <a:rPr lang="en">
                <a:solidFill>
                  <a:schemeClr val="hlink"/>
                </a:solidFill>
                <a:uFill>
                  <a:noFill/>
                </a:uFill>
                <a:hlinkClick r:id="rId16"/>
              </a:rPr>
              <a:t>Geography</a:t>
            </a:r>
            <a:r>
              <a:rPr lang="en"/>
              <a:t> </a:t>
            </a:r>
            <a:r>
              <a:rPr lang="en"/>
              <a:t> icon pack</a:t>
            </a:r>
            <a:endParaRPr/>
          </a:p>
          <a:p>
            <a:pPr indent="0" lvl="0" marL="0" rtl="0" algn="l">
              <a:lnSpc>
                <a:spcPct val="115000"/>
              </a:lnSpc>
              <a:spcBef>
                <a:spcPts val="1600"/>
              </a:spcBef>
              <a:spcAft>
                <a:spcPts val="0"/>
              </a:spcAft>
              <a:buNone/>
            </a:pPr>
            <a:r>
              <a:t/>
            </a:r>
            <a:endParaRPr/>
          </a:p>
          <a:p>
            <a:pPr indent="0" lvl="0" marL="0" rtl="0" algn="ctr">
              <a:spcBef>
                <a:spcPts val="1600"/>
              </a:spcBef>
              <a:spcAft>
                <a:spcPts val="0"/>
              </a:spcAft>
              <a:buNone/>
            </a:pPr>
            <a:r>
              <a:t/>
            </a:r>
            <a:endParaRPr b="1"/>
          </a:p>
        </p:txBody>
      </p:sp>
      <p:grpSp>
        <p:nvGrpSpPr>
          <p:cNvPr id="6499" name="Google Shape;6499;p68"/>
          <p:cNvGrpSpPr/>
          <p:nvPr/>
        </p:nvGrpSpPr>
        <p:grpSpPr>
          <a:xfrm>
            <a:off x="7338089" y="105243"/>
            <a:ext cx="1487178" cy="1504005"/>
            <a:chOff x="3636950" y="4013525"/>
            <a:chExt cx="746800" cy="755250"/>
          </a:xfrm>
        </p:grpSpPr>
        <p:sp>
          <p:nvSpPr>
            <p:cNvPr id="6500" name="Google Shape;6500;p68"/>
            <p:cNvSpPr/>
            <p:nvPr/>
          </p:nvSpPr>
          <p:spPr>
            <a:xfrm>
              <a:off x="3694900" y="4067825"/>
              <a:ext cx="645075" cy="645025"/>
            </a:xfrm>
            <a:custGeom>
              <a:rect b="b" l="l" r="r" t="t"/>
              <a:pathLst>
                <a:path extrusionOk="0" h="25801" w="25803">
                  <a:moveTo>
                    <a:pt x="12673" y="1895"/>
                  </a:moveTo>
                  <a:lnTo>
                    <a:pt x="12526" y="3078"/>
                  </a:lnTo>
                  <a:cubicBezTo>
                    <a:pt x="11793" y="3106"/>
                    <a:pt x="11080" y="3215"/>
                    <a:pt x="10396" y="3395"/>
                  </a:cubicBezTo>
                  <a:lnTo>
                    <a:pt x="10090" y="2256"/>
                  </a:lnTo>
                  <a:cubicBezTo>
                    <a:pt x="10917" y="2037"/>
                    <a:pt x="11781" y="1914"/>
                    <a:pt x="12673" y="1895"/>
                  </a:cubicBezTo>
                  <a:close/>
                  <a:moveTo>
                    <a:pt x="13137" y="1895"/>
                  </a:moveTo>
                  <a:cubicBezTo>
                    <a:pt x="14026" y="1914"/>
                    <a:pt x="14892" y="2037"/>
                    <a:pt x="15718" y="2256"/>
                  </a:cubicBezTo>
                  <a:lnTo>
                    <a:pt x="15413" y="3395"/>
                  </a:lnTo>
                  <a:cubicBezTo>
                    <a:pt x="14728" y="3215"/>
                    <a:pt x="14015" y="3106"/>
                    <a:pt x="13282" y="3078"/>
                  </a:cubicBezTo>
                  <a:lnTo>
                    <a:pt x="13137" y="1895"/>
                  </a:lnTo>
                  <a:close/>
                  <a:moveTo>
                    <a:pt x="10019" y="2276"/>
                  </a:moveTo>
                  <a:lnTo>
                    <a:pt x="10325" y="3415"/>
                  </a:lnTo>
                  <a:cubicBezTo>
                    <a:pt x="9511" y="3637"/>
                    <a:pt x="8739" y="3959"/>
                    <a:pt x="8022" y="4370"/>
                  </a:cubicBezTo>
                  <a:lnTo>
                    <a:pt x="7433" y="3349"/>
                  </a:lnTo>
                  <a:cubicBezTo>
                    <a:pt x="8237" y="2888"/>
                    <a:pt x="9105" y="2524"/>
                    <a:pt x="10019" y="2276"/>
                  </a:cubicBezTo>
                  <a:close/>
                  <a:moveTo>
                    <a:pt x="15790" y="2276"/>
                  </a:moveTo>
                  <a:cubicBezTo>
                    <a:pt x="16704" y="2524"/>
                    <a:pt x="17571" y="2888"/>
                    <a:pt x="18376" y="3350"/>
                  </a:cubicBezTo>
                  <a:lnTo>
                    <a:pt x="17787" y="4371"/>
                  </a:lnTo>
                  <a:cubicBezTo>
                    <a:pt x="17071" y="3961"/>
                    <a:pt x="16299" y="3637"/>
                    <a:pt x="15485" y="3416"/>
                  </a:cubicBezTo>
                  <a:lnTo>
                    <a:pt x="15790" y="2276"/>
                  </a:lnTo>
                  <a:close/>
                  <a:moveTo>
                    <a:pt x="18440" y="3388"/>
                  </a:moveTo>
                  <a:cubicBezTo>
                    <a:pt x="19251" y="3861"/>
                    <a:pt x="19996" y="4436"/>
                    <a:pt x="20659" y="5094"/>
                  </a:cubicBezTo>
                  <a:cubicBezTo>
                    <a:pt x="20677" y="5111"/>
                    <a:pt x="20695" y="5129"/>
                    <a:pt x="20711" y="5145"/>
                  </a:cubicBezTo>
                  <a:cubicBezTo>
                    <a:pt x="21368" y="5809"/>
                    <a:pt x="21944" y="6553"/>
                    <a:pt x="22417" y="7365"/>
                  </a:cubicBezTo>
                  <a:lnTo>
                    <a:pt x="21395" y="7955"/>
                  </a:lnTo>
                  <a:cubicBezTo>
                    <a:pt x="20974" y="7232"/>
                    <a:pt x="20461" y="6569"/>
                    <a:pt x="19876" y="5979"/>
                  </a:cubicBezTo>
                  <a:cubicBezTo>
                    <a:pt x="19860" y="5960"/>
                    <a:pt x="19841" y="5944"/>
                    <a:pt x="19825" y="5927"/>
                  </a:cubicBezTo>
                  <a:cubicBezTo>
                    <a:pt x="19236" y="5341"/>
                    <a:pt x="18571" y="4829"/>
                    <a:pt x="17849" y="4407"/>
                  </a:cubicBezTo>
                  <a:lnTo>
                    <a:pt x="18440" y="3388"/>
                  </a:lnTo>
                  <a:close/>
                  <a:moveTo>
                    <a:pt x="7369" y="3388"/>
                  </a:moveTo>
                  <a:lnTo>
                    <a:pt x="7958" y="4409"/>
                  </a:lnTo>
                  <a:cubicBezTo>
                    <a:pt x="7236" y="4830"/>
                    <a:pt x="6573" y="5343"/>
                    <a:pt x="5983" y="5928"/>
                  </a:cubicBezTo>
                  <a:cubicBezTo>
                    <a:pt x="5964" y="5945"/>
                    <a:pt x="5948" y="5963"/>
                    <a:pt x="5931" y="5980"/>
                  </a:cubicBezTo>
                  <a:cubicBezTo>
                    <a:pt x="5345" y="6569"/>
                    <a:pt x="4833" y="7233"/>
                    <a:pt x="4411" y="7956"/>
                  </a:cubicBezTo>
                  <a:lnTo>
                    <a:pt x="3390" y="7366"/>
                  </a:lnTo>
                  <a:cubicBezTo>
                    <a:pt x="3864" y="6553"/>
                    <a:pt x="4439" y="5809"/>
                    <a:pt x="5097" y="5145"/>
                  </a:cubicBezTo>
                  <a:cubicBezTo>
                    <a:pt x="5115" y="5128"/>
                    <a:pt x="5133" y="5111"/>
                    <a:pt x="5149" y="5094"/>
                  </a:cubicBezTo>
                  <a:cubicBezTo>
                    <a:pt x="5812" y="4436"/>
                    <a:pt x="6557" y="3861"/>
                    <a:pt x="7369" y="3388"/>
                  </a:cubicBezTo>
                  <a:close/>
                  <a:moveTo>
                    <a:pt x="12108" y="6481"/>
                  </a:moveTo>
                  <a:lnTo>
                    <a:pt x="11932" y="7915"/>
                  </a:lnTo>
                  <a:cubicBezTo>
                    <a:pt x="11713" y="7959"/>
                    <a:pt x="11498" y="8015"/>
                    <a:pt x="11290" y="8086"/>
                  </a:cubicBezTo>
                  <a:cubicBezTo>
                    <a:pt x="11066" y="8161"/>
                    <a:pt x="10848" y="8251"/>
                    <a:pt x="10641" y="8356"/>
                  </a:cubicBezTo>
                  <a:cubicBezTo>
                    <a:pt x="10481" y="8435"/>
                    <a:pt x="10325" y="8524"/>
                    <a:pt x="10175" y="8620"/>
                  </a:cubicBezTo>
                  <a:lnTo>
                    <a:pt x="8857" y="7858"/>
                  </a:lnTo>
                  <a:cubicBezTo>
                    <a:pt x="9285" y="7513"/>
                    <a:pt x="9758" y="7223"/>
                    <a:pt x="10264" y="6996"/>
                  </a:cubicBezTo>
                  <a:cubicBezTo>
                    <a:pt x="10373" y="6948"/>
                    <a:pt x="10483" y="6901"/>
                    <a:pt x="10596" y="6858"/>
                  </a:cubicBezTo>
                  <a:cubicBezTo>
                    <a:pt x="11075" y="6674"/>
                    <a:pt x="11582" y="6546"/>
                    <a:pt x="12108" y="6481"/>
                  </a:cubicBezTo>
                  <a:close/>
                  <a:moveTo>
                    <a:pt x="13700" y="6481"/>
                  </a:moveTo>
                  <a:lnTo>
                    <a:pt x="13700" y="6481"/>
                  </a:lnTo>
                  <a:cubicBezTo>
                    <a:pt x="14226" y="6546"/>
                    <a:pt x="14733" y="6673"/>
                    <a:pt x="15213" y="6858"/>
                  </a:cubicBezTo>
                  <a:cubicBezTo>
                    <a:pt x="15325" y="6900"/>
                    <a:pt x="15435" y="6948"/>
                    <a:pt x="15544" y="6996"/>
                  </a:cubicBezTo>
                  <a:cubicBezTo>
                    <a:pt x="16052" y="7223"/>
                    <a:pt x="16523" y="7513"/>
                    <a:pt x="16951" y="7858"/>
                  </a:cubicBezTo>
                  <a:lnTo>
                    <a:pt x="15634" y="8620"/>
                  </a:lnTo>
                  <a:cubicBezTo>
                    <a:pt x="15484" y="8523"/>
                    <a:pt x="15327" y="8435"/>
                    <a:pt x="15167" y="8356"/>
                  </a:cubicBezTo>
                  <a:cubicBezTo>
                    <a:pt x="14959" y="8251"/>
                    <a:pt x="14742" y="8161"/>
                    <a:pt x="14519" y="8086"/>
                  </a:cubicBezTo>
                  <a:cubicBezTo>
                    <a:pt x="14310" y="8015"/>
                    <a:pt x="14096" y="7959"/>
                    <a:pt x="13877" y="7915"/>
                  </a:cubicBezTo>
                  <a:lnTo>
                    <a:pt x="13700" y="6481"/>
                  </a:lnTo>
                  <a:close/>
                  <a:moveTo>
                    <a:pt x="11923" y="8000"/>
                  </a:moveTo>
                  <a:lnTo>
                    <a:pt x="11874" y="8399"/>
                  </a:lnTo>
                  <a:cubicBezTo>
                    <a:pt x="11754" y="8426"/>
                    <a:pt x="11637" y="8457"/>
                    <a:pt x="11520" y="8493"/>
                  </a:cubicBezTo>
                  <a:cubicBezTo>
                    <a:pt x="11259" y="8576"/>
                    <a:pt x="11006" y="8682"/>
                    <a:pt x="10766" y="8808"/>
                  </a:cubicBezTo>
                  <a:cubicBezTo>
                    <a:pt x="10719" y="8833"/>
                    <a:pt x="10674" y="8857"/>
                    <a:pt x="10630" y="8883"/>
                  </a:cubicBezTo>
                  <a:lnTo>
                    <a:pt x="10253" y="8665"/>
                  </a:lnTo>
                  <a:cubicBezTo>
                    <a:pt x="10385" y="8581"/>
                    <a:pt x="10522" y="8506"/>
                    <a:pt x="10663" y="8434"/>
                  </a:cubicBezTo>
                  <a:cubicBezTo>
                    <a:pt x="10877" y="8326"/>
                    <a:pt x="11100" y="8233"/>
                    <a:pt x="11331" y="8157"/>
                  </a:cubicBezTo>
                  <a:cubicBezTo>
                    <a:pt x="11523" y="8093"/>
                    <a:pt x="11720" y="8039"/>
                    <a:pt x="11923" y="8000"/>
                  </a:cubicBezTo>
                  <a:close/>
                  <a:moveTo>
                    <a:pt x="13887" y="8000"/>
                  </a:moveTo>
                  <a:lnTo>
                    <a:pt x="13887" y="8000"/>
                  </a:lnTo>
                  <a:cubicBezTo>
                    <a:pt x="14088" y="8039"/>
                    <a:pt x="14285" y="8093"/>
                    <a:pt x="14478" y="8157"/>
                  </a:cubicBezTo>
                  <a:cubicBezTo>
                    <a:pt x="14708" y="8233"/>
                    <a:pt x="14932" y="8326"/>
                    <a:pt x="15146" y="8434"/>
                  </a:cubicBezTo>
                  <a:cubicBezTo>
                    <a:pt x="15286" y="8506"/>
                    <a:pt x="15423" y="8583"/>
                    <a:pt x="15556" y="8665"/>
                  </a:cubicBezTo>
                  <a:lnTo>
                    <a:pt x="15180" y="8883"/>
                  </a:lnTo>
                  <a:cubicBezTo>
                    <a:pt x="15134" y="8857"/>
                    <a:pt x="15089" y="8833"/>
                    <a:pt x="15043" y="8808"/>
                  </a:cubicBezTo>
                  <a:cubicBezTo>
                    <a:pt x="14803" y="8682"/>
                    <a:pt x="14551" y="8576"/>
                    <a:pt x="14288" y="8493"/>
                  </a:cubicBezTo>
                  <a:cubicBezTo>
                    <a:pt x="14174" y="8457"/>
                    <a:pt x="14055" y="8426"/>
                    <a:pt x="13936" y="8399"/>
                  </a:cubicBezTo>
                  <a:lnTo>
                    <a:pt x="13887" y="8000"/>
                  </a:lnTo>
                  <a:close/>
                  <a:moveTo>
                    <a:pt x="13966" y="8652"/>
                  </a:moveTo>
                  <a:cubicBezTo>
                    <a:pt x="14035" y="8671"/>
                    <a:pt x="14100" y="8688"/>
                    <a:pt x="14166" y="8708"/>
                  </a:cubicBezTo>
                  <a:cubicBezTo>
                    <a:pt x="14434" y="8789"/>
                    <a:pt x="14691" y="8895"/>
                    <a:pt x="14935" y="9022"/>
                  </a:cubicBezTo>
                  <a:lnTo>
                    <a:pt x="14074" y="9520"/>
                  </a:lnTo>
                  <a:lnTo>
                    <a:pt x="14008" y="8986"/>
                  </a:lnTo>
                  <a:lnTo>
                    <a:pt x="13966" y="8652"/>
                  </a:lnTo>
                  <a:close/>
                  <a:moveTo>
                    <a:pt x="11842" y="8653"/>
                  </a:moveTo>
                  <a:lnTo>
                    <a:pt x="11801" y="8987"/>
                  </a:lnTo>
                  <a:lnTo>
                    <a:pt x="11735" y="9522"/>
                  </a:lnTo>
                  <a:lnTo>
                    <a:pt x="10873" y="9023"/>
                  </a:lnTo>
                  <a:cubicBezTo>
                    <a:pt x="11117" y="8895"/>
                    <a:pt x="11375" y="8788"/>
                    <a:pt x="11643" y="8708"/>
                  </a:cubicBezTo>
                  <a:cubicBezTo>
                    <a:pt x="11708" y="8688"/>
                    <a:pt x="11775" y="8671"/>
                    <a:pt x="11842" y="8653"/>
                  </a:cubicBezTo>
                  <a:close/>
                  <a:moveTo>
                    <a:pt x="12984" y="1317"/>
                  </a:moveTo>
                  <a:lnTo>
                    <a:pt x="13046" y="1823"/>
                  </a:lnTo>
                  <a:lnTo>
                    <a:pt x="13055" y="1898"/>
                  </a:lnTo>
                  <a:lnTo>
                    <a:pt x="13201" y="3081"/>
                  </a:lnTo>
                  <a:lnTo>
                    <a:pt x="13210" y="3154"/>
                  </a:lnTo>
                  <a:lnTo>
                    <a:pt x="13598" y="6310"/>
                  </a:lnTo>
                  <a:lnTo>
                    <a:pt x="13608" y="6393"/>
                  </a:lnTo>
                  <a:lnTo>
                    <a:pt x="13619" y="6475"/>
                  </a:lnTo>
                  <a:lnTo>
                    <a:pt x="13794" y="7905"/>
                  </a:lnTo>
                  <a:lnTo>
                    <a:pt x="13804" y="7989"/>
                  </a:lnTo>
                  <a:lnTo>
                    <a:pt x="13854" y="8385"/>
                  </a:lnTo>
                  <a:lnTo>
                    <a:pt x="13885" y="8640"/>
                  </a:lnTo>
                  <a:lnTo>
                    <a:pt x="13943" y="9110"/>
                  </a:lnTo>
                  <a:lnTo>
                    <a:pt x="13999" y="9570"/>
                  </a:lnTo>
                  <a:lnTo>
                    <a:pt x="13527" y="9843"/>
                  </a:lnTo>
                  <a:lnTo>
                    <a:pt x="13029" y="10132"/>
                  </a:lnTo>
                  <a:cubicBezTo>
                    <a:pt x="13014" y="10132"/>
                    <a:pt x="13000" y="10131"/>
                    <a:pt x="12985" y="10131"/>
                  </a:cubicBezTo>
                  <a:lnTo>
                    <a:pt x="12985" y="8524"/>
                  </a:lnTo>
                  <a:lnTo>
                    <a:pt x="12984" y="8524"/>
                  </a:lnTo>
                  <a:lnTo>
                    <a:pt x="12984" y="8284"/>
                  </a:lnTo>
                  <a:lnTo>
                    <a:pt x="12984" y="7904"/>
                  </a:lnTo>
                  <a:lnTo>
                    <a:pt x="12984" y="7825"/>
                  </a:lnTo>
                  <a:lnTo>
                    <a:pt x="12984" y="6434"/>
                  </a:lnTo>
                  <a:lnTo>
                    <a:pt x="12984" y="6354"/>
                  </a:lnTo>
                  <a:lnTo>
                    <a:pt x="12984" y="6274"/>
                  </a:lnTo>
                  <a:lnTo>
                    <a:pt x="12984" y="3148"/>
                  </a:lnTo>
                  <a:lnTo>
                    <a:pt x="12984" y="3074"/>
                  </a:lnTo>
                  <a:lnTo>
                    <a:pt x="12984" y="1895"/>
                  </a:lnTo>
                  <a:lnTo>
                    <a:pt x="12984" y="1822"/>
                  </a:lnTo>
                  <a:lnTo>
                    <a:pt x="12984" y="1317"/>
                  </a:lnTo>
                  <a:close/>
                  <a:moveTo>
                    <a:pt x="3353" y="7429"/>
                  </a:moveTo>
                  <a:lnTo>
                    <a:pt x="4374" y="8019"/>
                  </a:lnTo>
                  <a:cubicBezTo>
                    <a:pt x="3963" y="8735"/>
                    <a:pt x="3640" y="9507"/>
                    <a:pt x="3419" y="10321"/>
                  </a:cubicBezTo>
                  <a:lnTo>
                    <a:pt x="2280" y="10015"/>
                  </a:lnTo>
                  <a:cubicBezTo>
                    <a:pt x="2527" y="9101"/>
                    <a:pt x="2892" y="8233"/>
                    <a:pt x="3353" y="7429"/>
                  </a:cubicBezTo>
                  <a:close/>
                  <a:moveTo>
                    <a:pt x="22456" y="7429"/>
                  </a:moveTo>
                  <a:cubicBezTo>
                    <a:pt x="22918" y="8233"/>
                    <a:pt x="23281" y="9101"/>
                    <a:pt x="23529" y="10015"/>
                  </a:cubicBezTo>
                  <a:lnTo>
                    <a:pt x="22390" y="10321"/>
                  </a:lnTo>
                  <a:cubicBezTo>
                    <a:pt x="22168" y="9507"/>
                    <a:pt x="21846" y="8735"/>
                    <a:pt x="21434" y="8019"/>
                  </a:cubicBezTo>
                  <a:lnTo>
                    <a:pt x="22456" y="7429"/>
                  </a:lnTo>
                  <a:close/>
                  <a:moveTo>
                    <a:pt x="6985" y="6868"/>
                  </a:moveTo>
                  <a:lnTo>
                    <a:pt x="8642" y="7827"/>
                  </a:lnTo>
                  <a:lnTo>
                    <a:pt x="8713" y="7868"/>
                  </a:lnTo>
                  <a:lnTo>
                    <a:pt x="8789" y="7911"/>
                  </a:lnTo>
                  <a:lnTo>
                    <a:pt x="10099" y="8669"/>
                  </a:lnTo>
                  <a:lnTo>
                    <a:pt x="10178" y="8714"/>
                  </a:lnTo>
                  <a:lnTo>
                    <a:pt x="10549" y="8930"/>
                  </a:lnTo>
                  <a:lnTo>
                    <a:pt x="10791" y="9069"/>
                  </a:lnTo>
                  <a:lnTo>
                    <a:pt x="10848" y="9102"/>
                  </a:lnTo>
                  <a:lnTo>
                    <a:pt x="11724" y="9608"/>
                  </a:lnTo>
                  <a:lnTo>
                    <a:pt x="11762" y="9631"/>
                  </a:lnTo>
                  <a:lnTo>
                    <a:pt x="11799" y="9653"/>
                  </a:lnTo>
                  <a:lnTo>
                    <a:pt x="12359" y="9977"/>
                  </a:lnTo>
                  <a:lnTo>
                    <a:pt x="12638" y="10138"/>
                  </a:lnTo>
                  <a:cubicBezTo>
                    <a:pt x="12578" y="10143"/>
                    <a:pt x="12520" y="10151"/>
                    <a:pt x="12463" y="10159"/>
                  </a:cubicBezTo>
                  <a:cubicBezTo>
                    <a:pt x="12197" y="10203"/>
                    <a:pt x="11943" y="10282"/>
                    <a:pt x="11709" y="10396"/>
                  </a:cubicBezTo>
                  <a:cubicBezTo>
                    <a:pt x="11694" y="10402"/>
                    <a:pt x="11680" y="10410"/>
                    <a:pt x="11667" y="10417"/>
                  </a:cubicBezTo>
                  <a:cubicBezTo>
                    <a:pt x="11652" y="10426"/>
                    <a:pt x="11638" y="10432"/>
                    <a:pt x="11623" y="10440"/>
                  </a:cubicBezTo>
                  <a:cubicBezTo>
                    <a:pt x="11504" y="10503"/>
                    <a:pt x="11389" y="10574"/>
                    <a:pt x="11280" y="10653"/>
                  </a:cubicBezTo>
                  <a:cubicBezTo>
                    <a:pt x="11181" y="10724"/>
                    <a:pt x="11088" y="10801"/>
                    <a:pt x="11000" y="10884"/>
                  </a:cubicBezTo>
                  <a:lnTo>
                    <a:pt x="9867" y="9751"/>
                  </a:lnTo>
                  <a:lnTo>
                    <a:pt x="9697" y="9581"/>
                  </a:lnTo>
                  <a:lnTo>
                    <a:pt x="9429" y="9312"/>
                  </a:lnTo>
                  <a:lnTo>
                    <a:pt x="9372" y="9256"/>
                  </a:lnTo>
                  <a:lnTo>
                    <a:pt x="8389" y="8273"/>
                  </a:lnTo>
                  <a:lnTo>
                    <a:pt x="8330" y="8214"/>
                  </a:lnTo>
                  <a:lnTo>
                    <a:pt x="8275" y="8160"/>
                  </a:lnTo>
                  <a:lnTo>
                    <a:pt x="6985" y="6868"/>
                  </a:lnTo>
                  <a:close/>
                  <a:moveTo>
                    <a:pt x="9027" y="10869"/>
                  </a:moveTo>
                  <a:lnTo>
                    <a:pt x="9526" y="11731"/>
                  </a:lnTo>
                  <a:lnTo>
                    <a:pt x="8991" y="11797"/>
                  </a:lnTo>
                  <a:lnTo>
                    <a:pt x="8657" y="11838"/>
                  </a:lnTo>
                  <a:cubicBezTo>
                    <a:pt x="8672" y="11771"/>
                    <a:pt x="8692" y="11705"/>
                    <a:pt x="8712" y="11639"/>
                  </a:cubicBezTo>
                  <a:cubicBezTo>
                    <a:pt x="8793" y="11371"/>
                    <a:pt x="8898" y="11114"/>
                    <a:pt x="9027" y="10869"/>
                  </a:cubicBezTo>
                  <a:close/>
                  <a:moveTo>
                    <a:pt x="16781" y="10869"/>
                  </a:moveTo>
                  <a:cubicBezTo>
                    <a:pt x="16909" y="11113"/>
                    <a:pt x="17016" y="11371"/>
                    <a:pt x="17096" y="11639"/>
                  </a:cubicBezTo>
                  <a:cubicBezTo>
                    <a:pt x="17115" y="11705"/>
                    <a:pt x="17135" y="11771"/>
                    <a:pt x="17151" y="11838"/>
                  </a:cubicBezTo>
                  <a:lnTo>
                    <a:pt x="16817" y="11797"/>
                  </a:lnTo>
                  <a:lnTo>
                    <a:pt x="16284" y="11731"/>
                  </a:lnTo>
                  <a:lnTo>
                    <a:pt x="16781" y="10869"/>
                  </a:lnTo>
                  <a:close/>
                  <a:moveTo>
                    <a:pt x="8667" y="10249"/>
                  </a:moveTo>
                  <a:lnTo>
                    <a:pt x="8885" y="10626"/>
                  </a:lnTo>
                  <a:cubicBezTo>
                    <a:pt x="8859" y="10670"/>
                    <a:pt x="8835" y="10716"/>
                    <a:pt x="8811" y="10762"/>
                  </a:cubicBezTo>
                  <a:cubicBezTo>
                    <a:pt x="8684" y="11002"/>
                    <a:pt x="8579" y="11253"/>
                    <a:pt x="8496" y="11516"/>
                  </a:cubicBezTo>
                  <a:cubicBezTo>
                    <a:pt x="8460" y="11632"/>
                    <a:pt x="8429" y="11750"/>
                    <a:pt x="8402" y="11869"/>
                  </a:cubicBezTo>
                  <a:lnTo>
                    <a:pt x="8002" y="11918"/>
                  </a:lnTo>
                  <a:cubicBezTo>
                    <a:pt x="8042" y="11716"/>
                    <a:pt x="8097" y="11519"/>
                    <a:pt x="8160" y="11327"/>
                  </a:cubicBezTo>
                  <a:cubicBezTo>
                    <a:pt x="8236" y="11096"/>
                    <a:pt x="8329" y="10872"/>
                    <a:pt x="8437" y="10659"/>
                  </a:cubicBezTo>
                  <a:cubicBezTo>
                    <a:pt x="8507" y="10519"/>
                    <a:pt x="8585" y="10381"/>
                    <a:pt x="8667" y="10249"/>
                  </a:cubicBezTo>
                  <a:close/>
                  <a:moveTo>
                    <a:pt x="17141" y="10250"/>
                  </a:moveTo>
                  <a:cubicBezTo>
                    <a:pt x="17225" y="10382"/>
                    <a:pt x="17301" y="10520"/>
                    <a:pt x="17371" y="10660"/>
                  </a:cubicBezTo>
                  <a:cubicBezTo>
                    <a:pt x="17480" y="10874"/>
                    <a:pt x="17573" y="11097"/>
                    <a:pt x="17649" y="11328"/>
                  </a:cubicBezTo>
                  <a:cubicBezTo>
                    <a:pt x="17714" y="11520"/>
                    <a:pt x="17766" y="11717"/>
                    <a:pt x="17807" y="11920"/>
                  </a:cubicBezTo>
                  <a:lnTo>
                    <a:pt x="17406" y="11871"/>
                  </a:lnTo>
                  <a:cubicBezTo>
                    <a:pt x="17379" y="11752"/>
                    <a:pt x="17349" y="11634"/>
                    <a:pt x="17312" y="11519"/>
                  </a:cubicBezTo>
                  <a:cubicBezTo>
                    <a:pt x="17230" y="11255"/>
                    <a:pt x="17123" y="11003"/>
                    <a:pt x="16998" y="10763"/>
                  </a:cubicBezTo>
                  <a:cubicBezTo>
                    <a:pt x="16973" y="10717"/>
                    <a:pt x="16949" y="10672"/>
                    <a:pt x="16923" y="10627"/>
                  </a:cubicBezTo>
                  <a:lnTo>
                    <a:pt x="17141" y="10250"/>
                  </a:lnTo>
                  <a:close/>
                  <a:moveTo>
                    <a:pt x="7860" y="8853"/>
                  </a:moveTo>
                  <a:lnTo>
                    <a:pt x="8623" y="10172"/>
                  </a:lnTo>
                  <a:cubicBezTo>
                    <a:pt x="8527" y="10321"/>
                    <a:pt x="8438" y="10477"/>
                    <a:pt x="8358" y="10637"/>
                  </a:cubicBezTo>
                  <a:cubicBezTo>
                    <a:pt x="8254" y="10846"/>
                    <a:pt x="8164" y="11062"/>
                    <a:pt x="8088" y="11285"/>
                  </a:cubicBezTo>
                  <a:cubicBezTo>
                    <a:pt x="8019" y="11495"/>
                    <a:pt x="7961" y="11708"/>
                    <a:pt x="7918" y="11928"/>
                  </a:cubicBezTo>
                  <a:lnTo>
                    <a:pt x="6484" y="12104"/>
                  </a:lnTo>
                  <a:cubicBezTo>
                    <a:pt x="6550" y="11578"/>
                    <a:pt x="6678" y="11072"/>
                    <a:pt x="6861" y="10592"/>
                  </a:cubicBezTo>
                  <a:cubicBezTo>
                    <a:pt x="6903" y="10479"/>
                    <a:pt x="6949" y="10370"/>
                    <a:pt x="6999" y="10261"/>
                  </a:cubicBezTo>
                  <a:cubicBezTo>
                    <a:pt x="7226" y="9754"/>
                    <a:pt x="7516" y="9281"/>
                    <a:pt x="7860" y="8853"/>
                  </a:cubicBezTo>
                  <a:close/>
                  <a:moveTo>
                    <a:pt x="17948" y="8854"/>
                  </a:moveTo>
                  <a:cubicBezTo>
                    <a:pt x="18293" y="9282"/>
                    <a:pt x="18582" y="9755"/>
                    <a:pt x="18809" y="10262"/>
                  </a:cubicBezTo>
                  <a:cubicBezTo>
                    <a:pt x="18859" y="10370"/>
                    <a:pt x="18905" y="10481"/>
                    <a:pt x="18948" y="10593"/>
                  </a:cubicBezTo>
                  <a:cubicBezTo>
                    <a:pt x="19132" y="11073"/>
                    <a:pt x="19260" y="11580"/>
                    <a:pt x="19324" y="12106"/>
                  </a:cubicBezTo>
                  <a:lnTo>
                    <a:pt x="17890" y="11929"/>
                  </a:lnTo>
                  <a:cubicBezTo>
                    <a:pt x="17847" y="11709"/>
                    <a:pt x="17790" y="11495"/>
                    <a:pt x="17720" y="11287"/>
                  </a:cubicBezTo>
                  <a:cubicBezTo>
                    <a:pt x="17646" y="11064"/>
                    <a:pt x="17555" y="10846"/>
                    <a:pt x="17451" y="10638"/>
                  </a:cubicBezTo>
                  <a:cubicBezTo>
                    <a:pt x="17370" y="10478"/>
                    <a:pt x="17281" y="10322"/>
                    <a:pt x="17187" y="10173"/>
                  </a:cubicBezTo>
                  <a:lnTo>
                    <a:pt x="17948" y="8854"/>
                  </a:lnTo>
                  <a:close/>
                  <a:moveTo>
                    <a:pt x="13292" y="3152"/>
                  </a:moveTo>
                  <a:cubicBezTo>
                    <a:pt x="14015" y="3180"/>
                    <a:pt x="14719" y="3287"/>
                    <a:pt x="15393" y="3465"/>
                  </a:cubicBezTo>
                  <a:cubicBezTo>
                    <a:pt x="15417" y="3472"/>
                    <a:pt x="15441" y="3478"/>
                    <a:pt x="15465" y="3484"/>
                  </a:cubicBezTo>
                  <a:cubicBezTo>
                    <a:pt x="16271" y="3705"/>
                    <a:pt x="17039" y="4025"/>
                    <a:pt x="17749" y="4433"/>
                  </a:cubicBezTo>
                  <a:cubicBezTo>
                    <a:pt x="17771" y="4446"/>
                    <a:pt x="17791" y="4458"/>
                    <a:pt x="17812" y="4471"/>
                  </a:cubicBezTo>
                  <a:cubicBezTo>
                    <a:pt x="18529" y="4890"/>
                    <a:pt x="19186" y="5397"/>
                    <a:pt x="19772" y="5979"/>
                  </a:cubicBezTo>
                  <a:cubicBezTo>
                    <a:pt x="19790" y="5995"/>
                    <a:pt x="19806" y="6014"/>
                    <a:pt x="19824" y="6030"/>
                  </a:cubicBezTo>
                  <a:cubicBezTo>
                    <a:pt x="20405" y="6615"/>
                    <a:pt x="20912" y="7275"/>
                    <a:pt x="21331" y="7991"/>
                  </a:cubicBezTo>
                  <a:cubicBezTo>
                    <a:pt x="21343" y="8011"/>
                    <a:pt x="21356" y="8033"/>
                    <a:pt x="21368" y="8054"/>
                  </a:cubicBezTo>
                  <a:cubicBezTo>
                    <a:pt x="21776" y="8765"/>
                    <a:pt x="22097" y="9530"/>
                    <a:pt x="22317" y="10338"/>
                  </a:cubicBezTo>
                  <a:cubicBezTo>
                    <a:pt x="22324" y="10361"/>
                    <a:pt x="22331" y="10385"/>
                    <a:pt x="22337" y="10409"/>
                  </a:cubicBezTo>
                  <a:cubicBezTo>
                    <a:pt x="22515" y="11085"/>
                    <a:pt x="22622" y="11788"/>
                    <a:pt x="22651" y="12511"/>
                  </a:cubicBezTo>
                  <a:lnTo>
                    <a:pt x="19486" y="12123"/>
                  </a:lnTo>
                  <a:cubicBezTo>
                    <a:pt x="19422" y="11563"/>
                    <a:pt x="19286" y="11023"/>
                    <a:pt x="19088" y="10512"/>
                  </a:cubicBezTo>
                  <a:lnTo>
                    <a:pt x="20228" y="9867"/>
                  </a:lnTo>
                  <a:lnTo>
                    <a:pt x="18966" y="10216"/>
                  </a:lnTo>
                  <a:cubicBezTo>
                    <a:pt x="18722" y="9669"/>
                    <a:pt x="18409" y="9161"/>
                    <a:pt x="18034" y="8704"/>
                  </a:cubicBezTo>
                  <a:lnTo>
                    <a:pt x="19313" y="6492"/>
                  </a:lnTo>
                  <a:lnTo>
                    <a:pt x="17101" y="7771"/>
                  </a:lnTo>
                  <a:cubicBezTo>
                    <a:pt x="16643" y="7396"/>
                    <a:pt x="16135" y="7083"/>
                    <a:pt x="15588" y="6839"/>
                  </a:cubicBezTo>
                  <a:lnTo>
                    <a:pt x="15938" y="5576"/>
                  </a:lnTo>
                  <a:lnTo>
                    <a:pt x="15293" y="6716"/>
                  </a:lnTo>
                  <a:cubicBezTo>
                    <a:pt x="14783" y="6519"/>
                    <a:pt x="14242" y="6382"/>
                    <a:pt x="13680" y="6316"/>
                  </a:cubicBezTo>
                  <a:lnTo>
                    <a:pt x="13292" y="3152"/>
                  </a:lnTo>
                  <a:close/>
                  <a:moveTo>
                    <a:pt x="12515" y="3154"/>
                  </a:moveTo>
                  <a:lnTo>
                    <a:pt x="12127" y="6319"/>
                  </a:lnTo>
                  <a:cubicBezTo>
                    <a:pt x="11567" y="6382"/>
                    <a:pt x="11027" y="6519"/>
                    <a:pt x="10516" y="6716"/>
                  </a:cubicBezTo>
                  <a:lnTo>
                    <a:pt x="9871" y="5576"/>
                  </a:lnTo>
                  <a:lnTo>
                    <a:pt x="10220" y="6839"/>
                  </a:lnTo>
                  <a:cubicBezTo>
                    <a:pt x="9673" y="7083"/>
                    <a:pt x="9165" y="7396"/>
                    <a:pt x="8708" y="7771"/>
                  </a:cubicBezTo>
                  <a:lnTo>
                    <a:pt x="6495" y="6492"/>
                  </a:lnTo>
                  <a:lnTo>
                    <a:pt x="6495" y="6492"/>
                  </a:lnTo>
                  <a:lnTo>
                    <a:pt x="7775" y="8704"/>
                  </a:lnTo>
                  <a:cubicBezTo>
                    <a:pt x="7399" y="9162"/>
                    <a:pt x="7087" y="9669"/>
                    <a:pt x="6843" y="10216"/>
                  </a:cubicBezTo>
                  <a:lnTo>
                    <a:pt x="5580" y="9866"/>
                  </a:lnTo>
                  <a:lnTo>
                    <a:pt x="6720" y="10511"/>
                  </a:lnTo>
                  <a:cubicBezTo>
                    <a:pt x="6522" y="11022"/>
                    <a:pt x="6386" y="11563"/>
                    <a:pt x="6320" y="12125"/>
                  </a:cubicBezTo>
                  <a:lnTo>
                    <a:pt x="3156" y="12513"/>
                  </a:lnTo>
                  <a:cubicBezTo>
                    <a:pt x="3184" y="11790"/>
                    <a:pt x="3291" y="11086"/>
                    <a:pt x="3469" y="10411"/>
                  </a:cubicBezTo>
                  <a:cubicBezTo>
                    <a:pt x="3476" y="10387"/>
                    <a:pt x="3482" y="10364"/>
                    <a:pt x="3488" y="10340"/>
                  </a:cubicBezTo>
                  <a:cubicBezTo>
                    <a:pt x="3709" y="9533"/>
                    <a:pt x="4029" y="8766"/>
                    <a:pt x="4437" y="8056"/>
                  </a:cubicBezTo>
                  <a:cubicBezTo>
                    <a:pt x="4449" y="8034"/>
                    <a:pt x="4462" y="8013"/>
                    <a:pt x="4475" y="7993"/>
                  </a:cubicBezTo>
                  <a:cubicBezTo>
                    <a:pt x="4894" y="7277"/>
                    <a:pt x="5401" y="6618"/>
                    <a:pt x="5983" y="6032"/>
                  </a:cubicBezTo>
                  <a:cubicBezTo>
                    <a:pt x="5999" y="6015"/>
                    <a:pt x="6018" y="5997"/>
                    <a:pt x="6034" y="5981"/>
                  </a:cubicBezTo>
                  <a:cubicBezTo>
                    <a:pt x="6619" y="5399"/>
                    <a:pt x="7279" y="4892"/>
                    <a:pt x="7995" y="4473"/>
                  </a:cubicBezTo>
                  <a:cubicBezTo>
                    <a:pt x="8015" y="4460"/>
                    <a:pt x="8037" y="4449"/>
                    <a:pt x="8058" y="4436"/>
                  </a:cubicBezTo>
                  <a:cubicBezTo>
                    <a:pt x="8768" y="4029"/>
                    <a:pt x="9534" y="3707"/>
                    <a:pt x="10342" y="3487"/>
                  </a:cubicBezTo>
                  <a:cubicBezTo>
                    <a:pt x="10365" y="3480"/>
                    <a:pt x="10389" y="3474"/>
                    <a:pt x="10413" y="3467"/>
                  </a:cubicBezTo>
                  <a:cubicBezTo>
                    <a:pt x="11088" y="3289"/>
                    <a:pt x="11791" y="3183"/>
                    <a:pt x="12515" y="3154"/>
                  </a:cubicBezTo>
                  <a:close/>
                  <a:moveTo>
                    <a:pt x="18937" y="6984"/>
                  </a:moveTo>
                  <a:lnTo>
                    <a:pt x="17979" y="8641"/>
                  </a:lnTo>
                  <a:lnTo>
                    <a:pt x="17938" y="8712"/>
                  </a:lnTo>
                  <a:lnTo>
                    <a:pt x="17894" y="8787"/>
                  </a:lnTo>
                  <a:lnTo>
                    <a:pt x="17137" y="10098"/>
                  </a:lnTo>
                  <a:lnTo>
                    <a:pt x="17092" y="10177"/>
                  </a:lnTo>
                  <a:lnTo>
                    <a:pt x="16877" y="10548"/>
                  </a:lnTo>
                  <a:lnTo>
                    <a:pt x="16738" y="10789"/>
                  </a:lnTo>
                  <a:lnTo>
                    <a:pt x="16704" y="10848"/>
                  </a:lnTo>
                  <a:lnTo>
                    <a:pt x="16197" y="11723"/>
                  </a:lnTo>
                  <a:lnTo>
                    <a:pt x="16175" y="11761"/>
                  </a:lnTo>
                  <a:lnTo>
                    <a:pt x="16153" y="11798"/>
                  </a:lnTo>
                  <a:lnTo>
                    <a:pt x="15830" y="12357"/>
                  </a:lnTo>
                  <a:lnTo>
                    <a:pt x="15668" y="12636"/>
                  </a:lnTo>
                  <a:cubicBezTo>
                    <a:pt x="15663" y="12576"/>
                    <a:pt x="15655" y="12517"/>
                    <a:pt x="15646" y="12460"/>
                  </a:cubicBezTo>
                  <a:cubicBezTo>
                    <a:pt x="15604" y="12195"/>
                    <a:pt x="15523" y="11941"/>
                    <a:pt x="15410" y="11706"/>
                  </a:cubicBezTo>
                  <a:cubicBezTo>
                    <a:pt x="15404" y="11692"/>
                    <a:pt x="15395" y="11678"/>
                    <a:pt x="15388" y="11664"/>
                  </a:cubicBezTo>
                  <a:cubicBezTo>
                    <a:pt x="15381" y="11649"/>
                    <a:pt x="15374" y="11635"/>
                    <a:pt x="15367" y="11621"/>
                  </a:cubicBezTo>
                  <a:cubicBezTo>
                    <a:pt x="15304" y="11501"/>
                    <a:pt x="15232" y="11386"/>
                    <a:pt x="15154" y="11277"/>
                  </a:cubicBezTo>
                  <a:cubicBezTo>
                    <a:pt x="15083" y="11179"/>
                    <a:pt x="15005" y="11086"/>
                    <a:pt x="14923" y="10998"/>
                  </a:cubicBezTo>
                  <a:lnTo>
                    <a:pt x="16055" y="9865"/>
                  </a:lnTo>
                  <a:lnTo>
                    <a:pt x="16225" y="9695"/>
                  </a:lnTo>
                  <a:lnTo>
                    <a:pt x="16493" y="9427"/>
                  </a:lnTo>
                  <a:lnTo>
                    <a:pt x="16550" y="9370"/>
                  </a:lnTo>
                  <a:lnTo>
                    <a:pt x="17533" y="8388"/>
                  </a:lnTo>
                  <a:lnTo>
                    <a:pt x="17592" y="8328"/>
                  </a:lnTo>
                  <a:lnTo>
                    <a:pt x="17647" y="8274"/>
                  </a:lnTo>
                  <a:lnTo>
                    <a:pt x="18937" y="6984"/>
                  </a:lnTo>
                  <a:close/>
                  <a:moveTo>
                    <a:pt x="2259" y="10086"/>
                  </a:moveTo>
                  <a:lnTo>
                    <a:pt x="3398" y="10392"/>
                  </a:lnTo>
                  <a:cubicBezTo>
                    <a:pt x="3218" y="11077"/>
                    <a:pt x="3109" y="11790"/>
                    <a:pt x="3080" y="12522"/>
                  </a:cubicBezTo>
                  <a:lnTo>
                    <a:pt x="1898" y="12669"/>
                  </a:lnTo>
                  <a:cubicBezTo>
                    <a:pt x="1918" y="11778"/>
                    <a:pt x="2041" y="10913"/>
                    <a:pt x="2259" y="10086"/>
                  </a:cubicBezTo>
                  <a:close/>
                  <a:moveTo>
                    <a:pt x="23548" y="10086"/>
                  </a:moveTo>
                  <a:cubicBezTo>
                    <a:pt x="23767" y="10913"/>
                    <a:pt x="23891" y="11778"/>
                    <a:pt x="23909" y="12669"/>
                  </a:cubicBezTo>
                  <a:lnTo>
                    <a:pt x="22726" y="12522"/>
                  </a:lnTo>
                  <a:cubicBezTo>
                    <a:pt x="22698" y="11789"/>
                    <a:pt x="22590" y="11076"/>
                    <a:pt x="22409" y="10392"/>
                  </a:cubicBezTo>
                  <a:lnTo>
                    <a:pt x="23548" y="10086"/>
                  </a:lnTo>
                  <a:close/>
                  <a:moveTo>
                    <a:pt x="9570" y="11805"/>
                  </a:moveTo>
                  <a:lnTo>
                    <a:pt x="9842" y="12278"/>
                  </a:lnTo>
                  <a:lnTo>
                    <a:pt x="10131" y="12777"/>
                  </a:lnTo>
                  <a:cubicBezTo>
                    <a:pt x="10131" y="12790"/>
                    <a:pt x="10130" y="12805"/>
                    <a:pt x="10130" y="12819"/>
                  </a:cubicBezTo>
                  <a:lnTo>
                    <a:pt x="1822" y="12819"/>
                  </a:lnTo>
                  <a:lnTo>
                    <a:pt x="1822" y="12820"/>
                  </a:lnTo>
                  <a:lnTo>
                    <a:pt x="1318" y="12820"/>
                  </a:lnTo>
                  <a:lnTo>
                    <a:pt x="1824" y="12758"/>
                  </a:lnTo>
                  <a:lnTo>
                    <a:pt x="1898" y="12749"/>
                  </a:lnTo>
                  <a:lnTo>
                    <a:pt x="3080" y="12604"/>
                  </a:lnTo>
                  <a:lnTo>
                    <a:pt x="3155" y="12594"/>
                  </a:lnTo>
                  <a:lnTo>
                    <a:pt x="6310" y="12206"/>
                  </a:lnTo>
                  <a:lnTo>
                    <a:pt x="6392" y="12196"/>
                  </a:lnTo>
                  <a:lnTo>
                    <a:pt x="6475" y="12186"/>
                  </a:lnTo>
                  <a:lnTo>
                    <a:pt x="7905" y="12010"/>
                  </a:lnTo>
                  <a:lnTo>
                    <a:pt x="7989" y="12000"/>
                  </a:lnTo>
                  <a:lnTo>
                    <a:pt x="8385" y="11952"/>
                  </a:lnTo>
                  <a:lnTo>
                    <a:pt x="8639" y="11921"/>
                  </a:lnTo>
                  <a:lnTo>
                    <a:pt x="9110" y="11862"/>
                  </a:lnTo>
                  <a:lnTo>
                    <a:pt x="9570" y="11805"/>
                  </a:lnTo>
                  <a:close/>
                  <a:moveTo>
                    <a:pt x="24489" y="12982"/>
                  </a:moveTo>
                  <a:lnTo>
                    <a:pt x="23984" y="13044"/>
                  </a:lnTo>
                  <a:lnTo>
                    <a:pt x="23910" y="13052"/>
                  </a:lnTo>
                  <a:lnTo>
                    <a:pt x="22728" y="13198"/>
                  </a:lnTo>
                  <a:lnTo>
                    <a:pt x="22654" y="13207"/>
                  </a:lnTo>
                  <a:lnTo>
                    <a:pt x="19499" y="13595"/>
                  </a:lnTo>
                  <a:lnTo>
                    <a:pt x="19416" y="13606"/>
                  </a:lnTo>
                  <a:lnTo>
                    <a:pt x="19334" y="13616"/>
                  </a:lnTo>
                  <a:lnTo>
                    <a:pt x="17904" y="13791"/>
                  </a:lnTo>
                  <a:lnTo>
                    <a:pt x="17819" y="13802"/>
                  </a:lnTo>
                  <a:lnTo>
                    <a:pt x="17424" y="13851"/>
                  </a:lnTo>
                  <a:lnTo>
                    <a:pt x="17169" y="13882"/>
                  </a:lnTo>
                  <a:lnTo>
                    <a:pt x="16699" y="13940"/>
                  </a:lnTo>
                  <a:lnTo>
                    <a:pt x="16238" y="13997"/>
                  </a:lnTo>
                  <a:lnTo>
                    <a:pt x="15966" y="13524"/>
                  </a:lnTo>
                  <a:lnTo>
                    <a:pt x="15677" y="13026"/>
                  </a:lnTo>
                  <a:cubicBezTo>
                    <a:pt x="15677" y="13011"/>
                    <a:pt x="15678" y="12997"/>
                    <a:pt x="15678" y="12982"/>
                  </a:cubicBezTo>
                  <a:close/>
                  <a:moveTo>
                    <a:pt x="8656" y="13964"/>
                  </a:moveTo>
                  <a:lnTo>
                    <a:pt x="8990" y="14005"/>
                  </a:lnTo>
                  <a:lnTo>
                    <a:pt x="9524" y="14070"/>
                  </a:lnTo>
                  <a:lnTo>
                    <a:pt x="9026" y="14931"/>
                  </a:lnTo>
                  <a:cubicBezTo>
                    <a:pt x="8898" y="14688"/>
                    <a:pt x="8791" y="14430"/>
                    <a:pt x="8712" y="14162"/>
                  </a:cubicBezTo>
                  <a:cubicBezTo>
                    <a:pt x="8692" y="14098"/>
                    <a:pt x="8672" y="14031"/>
                    <a:pt x="8656" y="13964"/>
                  </a:cubicBezTo>
                  <a:close/>
                  <a:moveTo>
                    <a:pt x="17152" y="13965"/>
                  </a:moveTo>
                  <a:cubicBezTo>
                    <a:pt x="17135" y="14031"/>
                    <a:pt x="17116" y="14098"/>
                    <a:pt x="17097" y="14163"/>
                  </a:cubicBezTo>
                  <a:cubicBezTo>
                    <a:pt x="17016" y="14431"/>
                    <a:pt x="16910" y="14688"/>
                    <a:pt x="16782" y="14933"/>
                  </a:cubicBezTo>
                  <a:lnTo>
                    <a:pt x="16285" y="14072"/>
                  </a:lnTo>
                  <a:lnTo>
                    <a:pt x="16818" y="14006"/>
                  </a:lnTo>
                  <a:lnTo>
                    <a:pt x="17152" y="13965"/>
                  </a:lnTo>
                  <a:close/>
                  <a:moveTo>
                    <a:pt x="12905" y="10443"/>
                  </a:moveTo>
                  <a:cubicBezTo>
                    <a:pt x="12917" y="10443"/>
                    <a:pt x="12932" y="10444"/>
                    <a:pt x="12944" y="10444"/>
                  </a:cubicBezTo>
                  <a:cubicBezTo>
                    <a:pt x="12957" y="10444"/>
                    <a:pt x="12972" y="10444"/>
                    <a:pt x="12984" y="10446"/>
                  </a:cubicBezTo>
                  <a:cubicBezTo>
                    <a:pt x="13049" y="10448"/>
                    <a:pt x="13112" y="10452"/>
                    <a:pt x="13174" y="10459"/>
                  </a:cubicBezTo>
                  <a:cubicBezTo>
                    <a:pt x="13183" y="10460"/>
                    <a:pt x="13194" y="10462"/>
                    <a:pt x="13202" y="10463"/>
                  </a:cubicBezTo>
                  <a:cubicBezTo>
                    <a:pt x="13238" y="10467"/>
                    <a:pt x="13273" y="10472"/>
                    <a:pt x="13309" y="10478"/>
                  </a:cubicBezTo>
                  <a:cubicBezTo>
                    <a:pt x="13349" y="10484"/>
                    <a:pt x="13390" y="10493"/>
                    <a:pt x="13429" y="10501"/>
                  </a:cubicBezTo>
                  <a:cubicBezTo>
                    <a:pt x="13686" y="10558"/>
                    <a:pt x="13927" y="10654"/>
                    <a:pt x="14148" y="10784"/>
                  </a:cubicBezTo>
                  <a:cubicBezTo>
                    <a:pt x="14161" y="10793"/>
                    <a:pt x="14177" y="10800"/>
                    <a:pt x="14191" y="10809"/>
                  </a:cubicBezTo>
                  <a:cubicBezTo>
                    <a:pt x="14206" y="10819"/>
                    <a:pt x="14221" y="10829"/>
                    <a:pt x="14235" y="10838"/>
                  </a:cubicBezTo>
                  <a:cubicBezTo>
                    <a:pt x="14305" y="10883"/>
                    <a:pt x="14373" y="10932"/>
                    <a:pt x="14438" y="10985"/>
                  </a:cubicBezTo>
                  <a:cubicBezTo>
                    <a:pt x="14486" y="11025"/>
                    <a:pt x="14534" y="11066"/>
                    <a:pt x="14581" y="11110"/>
                  </a:cubicBezTo>
                  <a:cubicBezTo>
                    <a:pt x="14592" y="11119"/>
                    <a:pt x="14600" y="11128"/>
                    <a:pt x="14610" y="11138"/>
                  </a:cubicBezTo>
                  <a:cubicBezTo>
                    <a:pt x="14620" y="11147"/>
                    <a:pt x="14630" y="11155"/>
                    <a:pt x="14640" y="11164"/>
                  </a:cubicBezTo>
                  <a:cubicBezTo>
                    <a:pt x="14649" y="11174"/>
                    <a:pt x="14659" y="11184"/>
                    <a:pt x="14667" y="11194"/>
                  </a:cubicBezTo>
                  <a:cubicBezTo>
                    <a:pt x="14676" y="11205"/>
                    <a:pt x="14686" y="11213"/>
                    <a:pt x="14695" y="11223"/>
                  </a:cubicBezTo>
                  <a:cubicBezTo>
                    <a:pt x="14738" y="11270"/>
                    <a:pt x="14779" y="11318"/>
                    <a:pt x="14820" y="11367"/>
                  </a:cubicBezTo>
                  <a:cubicBezTo>
                    <a:pt x="14871" y="11432"/>
                    <a:pt x="14920" y="11500"/>
                    <a:pt x="14966" y="11569"/>
                  </a:cubicBezTo>
                  <a:cubicBezTo>
                    <a:pt x="14975" y="11583"/>
                    <a:pt x="14986" y="11599"/>
                    <a:pt x="14995" y="11613"/>
                  </a:cubicBezTo>
                  <a:cubicBezTo>
                    <a:pt x="15004" y="11628"/>
                    <a:pt x="15013" y="11643"/>
                    <a:pt x="15021" y="11657"/>
                  </a:cubicBezTo>
                  <a:cubicBezTo>
                    <a:pt x="15151" y="11876"/>
                    <a:pt x="15247" y="12119"/>
                    <a:pt x="15304" y="12376"/>
                  </a:cubicBezTo>
                  <a:cubicBezTo>
                    <a:pt x="15312" y="12416"/>
                    <a:pt x="15320" y="12455"/>
                    <a:pt x="15326" y="12495"/>
                  </a:cubicBezTo>
                  <a:cubicBezTo>
                    <a:pt x="15332" y="12530"/>
                    <a:pt x="15337" y="12567"/>
                    <a:pt x="15342" y="12603"/>
                  </a:cubicBezTo>
                  <a:cubicBezTo>
                    <a:pt x="15343" y="12611"/>
                    <a:pt x="15344" y="12621"/>
                    <a:pt x="15346" y="12631"/>
                  </a:cubicBezTo>
                  <a:cubicBezTo>
                    <a:pt x="15352" y="12693"/>
                    <a:pt x="15357" y="12757"/>
                    <a:pt x="15358" y="12820"/>
                  </a:cubicBezTo>
                  <a:cubicBezTo>
                    <a:pt x="15358" y="12833"/>
                    <a:pt x="15360" y="12847"/>
                    <a:pt x="15360" y="12861"/>
                  </a:cubicBezTo>
                  <a:cubicBezTo>
                    <a:pt x="15360" y="12873"/>
                    <a:pt x="15361" y="12887"/>
                    <a:pt x="15361" y="12901"/>
                  </a:cubicBezTo>
                  <a:cubicBezTo>
                    <a:pt x="15361" y="12913"/>
                    <a:pt x="15360" y="12928"/>
                    <a:pt x="15360" y="12940"/>
                  </a:cubicBezTo>
                  <a:cubicBezTo>
                    <a:pt x="15360" y="12953"/>
                    <a:pt x="15360" y="12968"/>
                    <a:pt x="15358" y="12980"/>
                  </a:cubicBezTo>
                  <a:cubicBezTo>
                    <a:pt x="15356" y="13045"/>
                    <a:pt x="15352" y="13108"/>
                    <a:pt x="15346" y="13170"/>
                  </a:cubicBezTo>
                  <a:cubicBezTo>
                    <a:pt x="15344" y="13179"/>
                    <a:pt x="15343" y="13190"/>
                    <a:pt x="15342" y="13198"/>
                  </a:cubicBezTo>
                  <a:cubicBezTo>
                    <a:pt x="15338" y="13234"/>
                    <a:pt x="15332" y="13269"/>
                    <a:pt x="15326" y="13305"/>
                  </a:cubicBezTo>
                  <a:cubicBezTo>
                    <a:pt x="15320" y="13346"/>
                    <a:pt x="15312" y="13386"/>
                    <a:pt x="15304" y="13425"/>
                  </a:cubicBezTo>
                  <a:cubicBezTo>
                    <a:pt x="15247" y="13682"/>
                    <a:pt x="15151" y="13923"/>
                    <a:pt x="15021" y="14144"/>
                  </a:cubicBezTo>
                  <a:cubicBezTo>
                    <a:pt x="15012" y="14158"/>
                    <a:pt x="15004" y="14173"/>
                    <a:pt x="14995" y="14187"/>
                  </a:cubicBezTo>
                  <a:cubicBezTo>
                    <a:pt x="14986" y="14202"/>
                    <a:pt x="14975" y="14217"/>
                    <a:pt x="14966" y="14232"/>
                  </a:cubicBezTo>
                  <a:cubicBezTo>
                    <a:pt x="14922" y="14301"/>
                    <a:pt x="14872" y="14369"/>
                    <a:pt x="14820" y="14434"/>
                  </a:cubicBezTo>
                  <a:cubicBezTo>
                    <a:pt x="14779" y="14483"/>
                    <a:pt x="14738" y="14531"/>
                    <a:pt x="14695" y="14577"/>
                  </a:cubicBezTo>
                  <a:cubicBezTo>
                    <a:pt x="14686" y="14588"/>
                    <a:pt x="14676" y="14596"/>
                    <a:pt x="14667" y="14606"/>
                  </a:cubicBezTo>
                  <a:cubicBezTo>
                    <a:pt x="14659" y="14616"/>
                    <a:pt x="14649" y="14626"/>
                    <a:pt x="14640" y="14636"/>
                  </a:cubicBezTo>
                  <a:cubicBezTo>
                    <a:pt x="14631" y="14646"/>
                    <a:pt x="14621" y="14655"/>
                    <a:pt x="14610" y="14663"/>
                  </a:cubicBezTo>
                  <a:cubicBezTo>
                    <a:pt x="14602" y="14672"/>
                    <a:pt x="14592" y="14682"/>
                    <a:pt x="14581" y="14691"/>
                  </a:cubicBezTo>
                  <a:cubicBezTo>
                    <a:pt x="14534" y="14734"/>
                    <a:pt x="14486" y="14776"/>
                    <a:pt x="14438" y="14816"/>
                  </a:cubicBezTo>
                  <a:cubicBezTo>
                    <a:pt x="14373" y="14867"/>
                    <a:pt x="14305" y="14916"/>
                    <a:pt x="14235" y="14962"/>
                  </a:cubicBezTo>
                  <a:cubicBezTo>
                    <a:pt x="14221" y="14972"/>
                    <a:pt x="14206" y="14982"/>
                    <a:pt x="14191" y="14991"/>
                  </a:cubicBezTo>
                  <a:cubicBezTo>
                    <a:pt x="14177" y="15000"/>
                    <a:pt x="14161" y="15009"/>
                    <a:pt x="14148" y="15017"/>
                  </a:cubicBezTo>
                  <a:cubicBezTo>
                    <a:pt x="13928" y="15147"/>
                    <a:pt x="13686" y="15243"/>
                    <a:pt x="13429" y="15300"/>
                  </a:cubicBezTo>
                  <a:cubicBezTo>
                    <a:pt x="13390" y="15308"/>
                    <a:pt x="13349" y="15316"/>
                    <a:pt x="13309" y="15322"/>
                  </a:cubicBezTo>
                  <a:cubicBezTo>
                    <a:pt x="13274" y="15329"/>
                    <a:pt x="13238" y="15333"/>
                    <a:pt x="13202" y="15338"/>
                  </a:cubicBezTo>
                  <a:cubicBezTo>
                    <a:pt x="13194" y="15339"/>
                    <a:pt x="13183" y="15341"/>
                    <a:pt x="13174" y="15342"/>
                  </a:cubicBezTo>
                  <a:cubicBezTo>
                    <a:pt x="13112" y="15348"/>
                    <a:pt x="13049" y="15352"/>
                    <a:pt x="12984" y="15354"/>
                  </a:cubicBezTo>
                  <a:cubicBezTo>
                    <a:pt x="12972" y="15354"/>
                    <a:pt x="12957" y="15356"/>
                    <a:pt x="12944" y="15356"/>
                  </a:cubicBezTo>
                  <a:cubicBezTo>
                    <a:pt x="12932" y="15356"/>
                    <a:pt x="12917" y="15357"/>
                    <a:pt x="12905" y="15357"/>
                  </a:cubicBezTo>
                  <a:cubicBezTo>
                    <a:pt x="12891" y="15357"/>
                    <a:pt x="12877" y="15356"/>
                    <a:pt x="12864" y="15356"/>
                  </a:cubicBezTo>
                  <a:cubicBezTo>
                    <a:pt x="12851" y="15356"/>
                    <a:pt x="12837" y="15356"/>
                    <a:pt x="12824" y="15354"/>
                  </a:cubicBezTo>
                  <a:cubicBezTo>
                    <a:pt x="12759" y="15352"/>
                    <a:pt x="12696" y="15348"/>
                    <a:pt x="12634" y="15342"/>
                  </a:cubicBezTo>
                  <a:cubicBezTo>
                    <a:pt x="12625" y="15341"/>
                    <a:pt x="12615" y="15339"/>
                    <a:pt x="12607" y="15338"/>
                  </a:cubicBezTo>
                  <a:cubicBezTo>
                    <a:pt x="12570" y="15334"/>
                    <a:pt x="12535" y="15329"/>
                    <a:pt x="12499" y="15322"/>
                  </a:cubicBezTo>
                  <a:cubicBezTo>
                    <a:pt x="12459" y="15316"/>
                    <a:pt x="12419" y="15308"/>
                    <a:pt x="12380" y="15300"/>
                  </a:cubicBezTo>
                  <a:cubicBezTo>
                    <a:pt x="12123" y="15243"/>
                    <a:pt x="11881" y="15147"/>
                    <a:pt x="11660" y="15017"/>
                  </a:cubicBezTo>
                  <a:cubicBezTo>
                    <a:pt x="11647" y="15008"/>
                    <a:pt x="11632" y="15000"/>
                    <a:pt x="11617" y="14991"/>
                  </a:cubicBezTo>
                  <a:cubicBezTo>
                    <a:pt x="11603" y="14982"/>
                    <a:pt x="11587" y="14972"/>
                    <a:pt x="11574" y="14962"/>
                  </a:cubicBezTo>
                  <a:cubicBezTo>
                    <a:pt x="11504" y="14918"/>
                    <a:pt x="11436" y="14868"/>
                    <a:pt x="11371" y="14816"/>
                  </a:cubicBezTo>
                  <a:cubicBezTo>
                    <a:pt x="11322" y="14776"/>
                    <a:pt x="11275" y="14734"/>
                    <a:pt x="11228" y="14691"/>
                  </a:cubicBezTo>
                  <a:cubicBezTo>
                    <a:pt x="11217" y="14682"/>
                    <a:pt x="11209" y="14672"/>
                    <a:pt x="11198" y="14663"/>
                  </a:cubicBezTo>
                  <a:cubicBezTo>
                    <a:pt x="11189" y="14655"/>
                    <a:pt x="11179" y="14646"/>
                    <a:pt x="11168" y="14636"/>
                  </a:cubicBezTo>
                  <a:cubicBezTo>
                    <a:pt x="11159" y="14627"/>
                    <a:pt x="11151" y="14617"/>
                    <a:pt x="11141" y="14606"/>
                  </a:cubicBezTo>
                  <a:cubicBezTo>
                    <a:pt x="11132" y="14598"/>
                    <a:pt x="11123" y="14588"/>
                    <a:pt x="11114" y="14577"/>
                  </a:cubicBezTo>
                  <a:cubicBezTo>
                    <a:pt x="11070" y="14531"/>
                    <a:pt x="11029" y="14483"/>
                    <a:pt x="10989" y="14434"/>
                  </a:cubicBezTo>
                  <a:cubicBezTo>
                    <a:pt x="10937" y="14369"/>
                    <a:pt x="10889" y="14301"/>
                    <a:pt x="10842" y="14232"/>
                  </a:cubicBezTo>
                  <a:cubicBezTo>
                    <a:pt x="10833" y="14217"/>
                    <a:pt x="10823" y="14202"/>
                    <a:pt x="10813" y="14187"/>
                  </a:cubicBezTo>
                  <a:cubicBezTo>
                    <a:pt x="10804" y="14173"/>
                    <a:pt x="10796" y="14158"/>
                    <a:pt x="10788" y="14144"/>
                  </a:cubicBezTo>
                  <a:cubicBezTo>
                    <a:pt x="10658" y="13924"/>
                    <a:pt x="10562" y="13682"/>
                    <a:pt x="10506" y="13425"/>
                  </a:cubicBezTo>
                  <a:cubicBezTo>
                    <a:pt x="10497" y="13386"/>
                    <a:pt x="10488" y="13346"/>
                    <a:pt x="10482" y="13305"/>
                  </a:cubicBezTo>
                  <a:cubicBezTo>
                    <a:pt x="10476" y="13270"/>
                    <a:pt x="10472" y="13234"/>
                    <a:pt x="10467" y="13198"/>
                  </a:cubicBezTo>
                  <a:cubicBezTo>
                    <a:pt x="10466" y="13190"/>
                    <a:pt x="10465" y="13179"/>
                    <a:pt x="10463" y="13170"/>
                  </a:cubicBezTo>
                  <a:cubicBezTo>
                    <a:pt x="10456" y="13107"/>
                    <a:pt x="10451" y="13043"/>
                    <a:pt x="10450" y="12980"/>
                  </a:cubicBezTo>
                  <a:cubicBezTo>
                    <a:pt x="10450" y="12968"/>
                    <a:pt x="10448" y="12953"/>
                    <a:pt x="10448" y="12940"/>
                  </a:cubicBezTo>
                  <a:cubicBezTo>
                    <a:pt x="10448" y="12928"/>
                    <a:pt x="10447" y="12913"/>
                    <a:pt x="10447" y="12901"/>
                  </a:cubicBezTo>
                  <a:cubicBezTo>
                    <a:pt x="10447" y="12887"/>
                    <a:pt x="10448" y="12873"/>
                    <a:pt x="10448" y="12861"/>
                  </a:cubicBezTo>
                  <a:cubicBezTo>
                    <a:pt x="10448" y="12847"/>
                    <a:pt x="10448" y="12833"/>
                    <a:pt x="10450" y="12820"/>
                  </a:cubicBezTo>
                  <a:cubicBezTo>
                    <a:pt x="10452" y="12755"/>
                    <a:pt x="10456" y="12692"/>
                    <a:pt x="10463" y="12631"/>
                  </a:cubicBezTo>
                  <a:cubicBezTo>
                    <a:pt x="10465" y="12621"/>
                    <a:pt x="10466" y="12611"/>
                    <a:pt x="10467" y="12603"/>
                  </a:cubicBezTo>
                  <a:cubicBezTo>
                    <a:pt x="10471" y="12567"/>
                    <a:pt x="10476" y="12531"/>
                    <a:pt x="10482" y="12495"/>
                  </a:cubicBezTo>
                  <a:cubicBezTo>
                    <a:pt x="10488" y="12455"/>
                    <a:pt x="10497" y="12415"/>
                    <a:pt x="10506" y="12376"/>
                  </a:cubicBezTo>
                  <a:cubicBezTo>
                    <a:pt x="10562" y="12119"/>
                    <a:pt x="10658" y="11877"/>
                    <a:pt x="10788" y="11657"/>
                  </a:cubicBezTo>
                  <a:cubicBezTo>
                    <a:pt x="10797" y="11643"/>
                    <a:pt x="10804" y="11628"/>
                    <a:pt x="10813" y="11613"/>
                  </a:cubicBezTo>
                  <a:cubicBezTo>
                    <a:pt x="10823" y="11599"/>
                    <a:pt x="10833" y="11583"/>
                    <a:pt x="10842" y="11569"/>
                  </a:cubicBezTo>
                  <a:cubicBezTo>
                    <a:pt x="10887" y="11500"/>
                    <a:pt x="10936" y="11432"/>
                    <a:pt x="10989" y="11367"/>
                  </a:cubicBezTo>
                  <a:cubicBezTo>
                    <a:pt x="11029" y="11318"/>
                    <a:pt x="11070" y="11270"/>
                    <a:pt x="11114" y="11223"/>
                  </a:cubicBezTo>
                  <a:cubicBezTo>
                    <a:pt x="11123" y="11213"/>
                    <a:pt x="11132" y="11205"/>
                    <a:pt x="11141" y="11194"/>
                  </a:cubicBezTo>
                  <a:cubicBezTo>
                    <a:pt x="11150" y="11185"/>
                    <a:pt x="11159" y="11175"/>
                    <a:pt x="11168" y="11164"/>
                  </a:cubicBezTo>
                  <a:cubicBezTo>
                    <a:pt x="11178" y="11155"/>
                    <a:pt x="11188" y="11147"/>
                    <a:pt x="11198" y="11138"/>
                  </a:cubicBezTo>
                  <a:cubicBezTo>
                    <a:pt x="11206" y="11128"/>
                    <a:pt x="11217" y="11119"/>
                    <a:pt x="11228" y="11110"/>
                  </a:cubicBezTo>
                  <a:cubicBezTo>
                    <a:pt x="11275" y="11066"/>
                    <a:pt x="11322" y="11025"/>
                    <a:pt x="11371" y="10985"/>
                  </a:cubicBezTo>
                  <a:cubicBezTo>
                    <a:pt x="11436" y="10933"/>
                    <a:pt x="11504" y="10885"/>
                    <a:pt x="11574" y="10838"/>
                  </a:cubicBezTo>
                  <a:cubicBezTo>
                    <a:pt x="11587" y="10829"/>
                    <a:pt x="11603" y="10819"/>
                    <a:pt x="11617" y="10809"/>
                  </a:cubicBezTo>
                  <a:cubicBezTo>
                    <a:pt x="11632" y="10800"/>
                    <a:pt x="11647" y="10792"/>
                    <a:pt x="11660" y="10784"/>
                  </a:cubicBezTo>
                  <a:cubicBezTo>
                    <a:pt x="11880" y="10654"/>
                    <a:pt x="12123" y="10558"/>
                    <a:pt x="12380" y="10501"/>
                  </a:cubicBezTo>
                  <a:cubicBezTo>
                    <a:pt x="12419" y="10493"/>
                    <a:pt x="12459" y="10484"/>
                    <a:pt x="12499" y="10478"/>
                  </a:cubicBezTo>
                  <a:cubicBezTo>
                    <a:pt x="12534" y="10472"/>
                    <a:pt x="12570" y="10468"/>
                    <a:pt x="12607" y="10463"/>
                  </a:cubicBezTo>
                  <a:cubicBezTo>
                    <a:pt x="12615" y="10462"/>
                    <a:pt x="12625" y="10460"/>
                    <a:pt x="12634" y="10459"/>
                  </a:cubicBezTo>
                  <a:cubicBezTo>
                    <a:pt x="12697" y="10452"/>
                    <a:pt x="12761" y="10447"/>
                    <a:pt x="12824" y="10446"/>
                  </a:cubicBezTo>
                  <a:cubicBezTo>
                    <a:pt x="12837" y="10446"/>
                    <a:pt x="12851" y="10444"/>
                    <a:pt x="12864" y="10444"/>
                  </a:cubicBezTo>
                  <a:cubicBezTo>
                    <a:pt x="12877" y="10444"/>
                    <a:pt x="12891" y="10443"/>
                    <a:pt x="12905" y="10443"/>
                  </a:cubicBezTo>
                  <a:close/>
                  <a:moveTo>
                    <a:pt x="8002" y="13882"/>
                  </a:moveTo>
                  <a:lnTo>
                    <a:pt x="8402" y="13931"/>
                  </a:lnTo>
                  <a:cubicBezTo>
                    <a:pt x="8429" y="14049"/>
                    <a:pt x="8460" y="14168"/>
                    <a:pt x="8496" y="14283"/>
                  </a:cubicBezTo>
                  <a:cubicBezTo>
                    <a:pt x="8579" y="14548"/>
                    <a:pt x="8686" y="14799"/>
                    <a:pt x="8811" y="15039"/>
                  </a:cubicBezTo>
                  <a:cubicBezTo>
                    <a:pt x="8835" y="15085"/>
                    <a:pt x="8860" y="15130"/>
                    <a:pt x="8886" y="15176"/>
                  </a:cubicBezTo>
                  <a:lnTo>
                    <a:pt x="8667" y="15552"/>
                  </a:lnTo>
                  <a:cubicBezTo>
                    <a:pt x="8584" y="15419"/>
                    <a:pt x="8507" y="15282"/>
                    <a:pt x="8437" y="15142"/>
                  </a:cubicBezTo>
                  <a:cubicBezTo>
                    <a:pt x="8329" y="14928"/>
                    <a:pt x="8236" y="14704"/>
                    <a:pt x="8160" y="14474"/>
                  </a:cubicBezTo>
                  <a:cubicBezTo>
                    <a:pt x="8095" y="14281"/>
                    <a:pt x="8042" y="14084"/>
                    <a:pt x="8002" y="13882"/>
                  </a:cubicBezTo>
                  <a:close/>
                  <a:moveTo>
                    <a:pt x="17806" y="13884"/>
                  </a:moveTo>
                  <a:lnTo>
                    <a:pt x="17806" y="13884"/>
                  </a:lnTo>
                  <a:cubicBezTo>
                    <a:pt x="17765" y="14085"/>
                    <a:pt x="17713" y="14281"/>
                    <a:pt x="17648" y="14475"/>
                  </a:cubicBezTo>
                  <a:cubicBezTo>
                    <a:pt x="17571" y="14706"/>
                    <a:pt x="17479" y="14929"/>
                    <a:pt x="17370" y="15143"/>
                  </a:cubicBezTo>
                  <a:cubicBezTo>
                    <a:pt x="17300" y="15283"/>
                    <a:pt x="17223" y="15420"/>
                    <a:pt x="17140" y="15553"/>
                  </a:cubicBezTo>
                  <a:lnTo>
                    <a:pt x="16921" y="15177"/>
                  </a:lnTo>
                  <a:cubicBezTo>
                    <a:pt x="16947" y="15131"/>
                    <a:pt x="16972" y="15086"/>
                    <a:pt x="16997" y="15040"/>
                  </a:cubicBezTo>
                  <a:cubicBezTo>
                    <a:pt x="17123" y="14800"/>
                    <a:pt x="17229" y="14549"/>
                    <a:pt x="17311" y="14285"/>
                  </a:cubicBezTo>
                  <a:cubicBezTo>
                    <a:pt x="17347" y="14171"/>
                    <a:pt x="17378" y="14052"/>
                    <a:pt x="17405" y="13934"/>
                  </a:cubicBezTo>
                  <a:lnTo>
                    <a:pt x="17806" y="13884"/>
                  </a:lnTo>
                  <a:close/>
                  <a:moveTo>
                    <a:pt x="23909" y="13133"/>
                  </a:moveTo>
                  <a:cubicBezTo>
                    <a:pt x="23891" y="14023"/>
                    <a:pt x="23767" y="14888"/>
                    <a:pt x="23548" y="15714"/>
                  </a:cubicBezTo>
                  <a:lnTo>
                    <a:pt x="22409" y="15409"/>
                  </a:lnTo>
                  <a:cubicBezTo>
                    <a:pt x="22590" y="14724"/>
                    <a:pt x="22698" y="14012"/>
                    <a:pt x="22727" y="13278"/>
                  </a:cubicBezTo>
                  <a:lnTo>
                    <a:pt x="23909" y="13133"/>
                  </a:lnTo>
                  <a:close/>
                  <a:moveTo>
                    <a:pt x="1899" y="13134"/>
                  </a:moveTo>
                  <a:lnTo>
                    <a:pt x="3082" y="13279"/>
                  </a:lnTo>
                  <a:cubicBezTo>
                    <a:pt x="3110" y="14013"/>
                    <a:pt x="3219" y="14727"/>
                    <a:pt x="3399" y="15410"/>
                  </a:cubicBezTo>
                  <a:lnTo>
                    <a:pt x="2260" y="15715"/>
                  </a:lnTo>
                  <a:cubicBezTo>
                    <a:pt x="2041" y="14888"/>
                    <a:pt x="1918" y="14023"/>
                    <a:pt x="1899" y="13134"/>
                  </a:cubicBezTo>
                  <a:close/>
                  <a:moveTo>
                    <a:pt x="6484" y="13696"/>
                  </a:moveTo>
                  <a:lnTo>
                    <a:pt x="7918" y="13873"/>
                  </a:lnTo>
                  <a:cubicBezTo>
                    <a:pt x="7963" y="14093"/>
                    <a:pt x="8019" y="14306"/>
                    <a:pt x="8088" y="14516"/>
                  </a:cubicBezTo>
                  <a:cubicBezTo>
                    <a:pt x="8164" y="14738"/>
                    <a:pt x="8254" y="14956"/>
                    <a:pt x="8358" y="15163"/>
                  </a:cubicBezTo>
                  <a:cubicBezTo>
                    <a:pt x="8438" y="15323"/>
                    <a:pt x="8527" y="15480"/>
                    <a:pt x="8623" y="15630"/>
                  </a:cubicBezTo>
                  <a:lnTo>
                    <a:pt x="7860" y="16947"/>
                  </a:lnTo>
                  <a:cubicBezTo>
                    <a:pt x="7516" y="16519"/>
                    <a:pt x="7226" y="16048"/>
                    <a:pt x="6999" y="15540"/>
                  </a:cubicBezTo>
                  <a:cubicBezTo>
                    <a:pt x="6949" y="15432"/>
                    <a:pt x="6903" y="15321"/>
                    <a:pt x="6861" y="15209"/>
                  </a:cubicBezTo>
                  <a:cubicBezTo>
                    <a:pt x="6676" y="14729"/>
                    <a:pt x="6548" y="14223"/>
                    <a:pt x="6484" y="13696"/>
                  </a:cubicBezTo>
                  <a:close/>
                  <a:moveTo>
                    <a:pt x="19323" y="13696"/>
                  </a:moveTo>
                  <a:cubicBezTo>
                    <a:pt x="19258" y="14224"/>
                    <a:pt x="19131" y="14730"/>
                    <a:pt x="18947" y="15209"/>
                  </a:cubicBezTo>
                  <a:cubicBezTo>
                    <a:pt x="18904" y="15321"/>
                    <a:pt x="18858" y="15431"/>
                    <a:pt x="18808" y="15540"/>
                  </a:cubicBezTo>
                  <a:cubicBezTo>
                    <a:pt x="18581" y="16048"/>
                    <a:pt x="18292" y="16519"/>
                    <a:pt x="17947" y="16947"/>
                  </a:cubicBezTo>
                  <a:lnTo>
                    <a:pt x="17184" y="15630"/>
                  </a:lnTo>
                  <a:cubicBezTo>
                    <a:pt x="17280" y="15480"/>
                    <a:pt x="17369" y="15323"/>
                    <a:pt x="17450" y="15163"/>
                  </a:cubicBezTo>
                  <a:cubicBezTo>
                    <a:pt x="17554" y="14955"/>
                    <a:pt x="17644" y="14738"/>
                    <a:pt x="17719" y="14516"/>
                  </a:cubicBezTo>
                  <a:cubicBezTo>
                    <a:pt x="17788" y="14306"/>
                    <a:pt x="17846" y="14093"/>
                    <a:pt x="17889" y="13873"/>
                  </a:cubicBezTo>
                  <a:lnTo>
                    <a:pt x="19323" y="13696"/>
                  </a:lnTo>
                  <a:close/>
                  <a:moveTo>
                    <a:pt x="11735" y="16280"/>
                  </a:moveTo>
                  <a:lnTo>
                    <a:pt x="11801" y="16813"/>
                  </a:lnTo>
                  <a:lnTo>
                    <a:pt x="11842" y="17148"/>
                  </a:lnTo>
                  <a:cubicBezTo>
                    <a:pt x="11775" y="17132"/>
                    <a:pt x="11708" y="17113"/>
                    <a:pt x="11643" y="17093"/>
                  </a:cubicBezTo>
                  <a:cubicBezTo>
                    <a:pt x="11375" y="17012"/>
                    <a:pt x="11118" y="16906"/>
                    <a:pt x="10873" y="16777"/>
                  </a:cubicBezTo>
                  <a:lnTo>
                    <a:pt x="11735" y="16280"/>
                  </a:lnTo>
                  <a:close/>
                  <a:moveTo>
                    <a:pt x="14074" y="16281"/>
                  </a:moveTo>
                  <a:lnTo>
                    <a:pt x="14935" y="16778"/>
                  </a:lnTo>
                  <a:cubicBezTo>
                    <a:pt x="14692" y="16906"/>
                    <a:pt x="14434" y="17013"/>
                    <a:pt x="14166" y="17095"/>
                  </a:cubicBezTo>
                  <a:cubicBezTo>
                    <a:pt x="14100" y="17113"/>
                    <a:pt x="14035" y="17132"/>
                    <a:pt x="13967" y="17149"/>
                  </a:cubicBezTo>
                  <a:lnTo>
                    <a:pt x="14009" y="16814"/>
                  </a:lnTo>
                  <a:lnTo>
                    <a:pt x="14074" y="16281"/>
                  </a:lnTo>
                  <a:close/>
                  <a:moveTo>
                    <a:pt x="10630" y="16920"/>
                  </a:moveTo>
                  <a:cubicBezTo>
                    <a:pt x="10674" y="16945"/>
                    <a:pt x="10719" y="16969"/>
                    <a:pt x="10766" y="16994"/>
                  </a:cubicBezTo>
                  <a:cubicBezTo>
                    <a:pt x="11006" y="17121"/>
                    <a:pt x="11257" y="17226"/>
                    <a:pt x="11520" y="17309"/>
                  </a:cubicBezTo>
                  <a:cubicBezTo>
                    <a:pt x="11636" y="17345"/>
                    <a:pt x="11754" y="17376"/>
                    <a:pt x="11873" y="17402"/>
                  </a:cubicBezTo>
                  <a:lnTo>
                    <a:pt x="11921" y="17803"/>
                  </a:lnTo>
                  <a:cubicBezTo>
                    <a:pt x="11720" y="17762"/>
                    <a:pt x="11523" y="17709"/>
                    <a:pt x="11331" y="17645"/>
                  </a:cubicBezTo>
                  <a:cubicBezTo>
                    <a:pt x="11100" y="17570"/>
                    <a:pt x="10877" y="17477"/>
                    <a:pt x="10663" y="17368"/>
                  </a:cubicBezTo>
                  <a:cubicBezTo>
                    <a:pt x="10522" y="17297"/>
                    <a:pt x="10385" y="17220"/>
                    <a:pt x="10253" y="17137"/>
                  </a:cubicBezTo>
                  <a:lnTo>
                    <a:pt x="10630" y="16920"/>
                  </a:lnTo>
                  <a:close/>
                  <a:moveTo>
                    <a:pt x="15180" y="16920"/>
                  </a:moveTo>
                  <a:lnTo>
                    <a:pt x="15556" y="17137"/>
                  </a:lnTo>
                  <a:cubicBezTo>
                    <a:pt x="15423" y="17221"/>
                    <a:pt x="15286" y="17297"/>
                    <a:pt x="15146" y="17368"/>
                  </a:cubicBezTo>
                  <a:cubicBezTo>
                    <a:pt x="14931" y="17477"/>
                    <a:pt x="14708" y="17570"/>
                    <a:pt x="14478" y="17645"/>
                  </a:cubicBezTo>
                  <a:cubicBezTo>
                    <a:pt x="14285" y="17710"/>
                    <a:pt x="14088" y="17762"/>
                    <a:pt x="13886" y="17803"/>
                  </a:cubicBezTo>
                  <a:lnTo>
                    <a:pt x="13934" y="17402"/>
                  </a:lnTo>
                  <a:cubicBezTo>
                    <a:pt x="14055" y="17376"/>
                    <a:pt x="14172" y="17345"/>
                    <a:pt x="14288" y="17309"/>
                  </a:cubicBezTo>
                  <a:cubicBezTo>
                    <a:pt x="14550" y="17226"/>
                    <a:pt x="14802" y="17121"/>
                    <a:pt x="15043" y="16994"/>
                  </a:cubicBezTo>
                  <a:cubicBezTo>
                    <a:pt x="15089" y="16969"/>
                    <a:pt x="15134" y="16945"/>
                    <a:pt x="15180" y="16920"/>
                  </a:cubicBezTo>
                  <a:close/>
                  <a:moveTo>
                    <a:pt x="3418" y="15480"/>
                  </a:moveTo>
                  <a:cubicBezTo>
                    <a:pt x="3640" y="16293"/>
                    <a:pt x="3961" y="17066"/>
                    <a:pt x="4373" y="17782"/>
                  </a:cubicBezTo>
                  <a:lnTo>
                    <a:pt x="3352" y="18371"/>
                  </a:lnTo>
                  <a:cubicBezTo>
                    <a:pt x="2892" y="17570"/>
                    <a:pt x="2527" y="16701"/>
                    <a:pt x="2279" y="15786"/>
                  </a:cubicBezTo>
                  <a:lnTo>
                    <a:pt x="3418" y="15480"/>
                  </a:lnTo>
                  <a:close/>
                  <a:moveTo>
                    <a:pt x="22390" y="15481"/>
                  </a:moveTo>
                  <a:lnTo>
                    <a:pt x="23529" y="15787"/>
                  </a:lnTo>
                  <a:cubicBezTo>
                    <a:pt x="23281" y="16701"/>
                    <a:pt x="22918" y="17570"/>
                    <a:pt x="22456" y="18372"/>
                  </a:cubicBezTo>
                  <a:lnTo>
                    <a:pt x="21434" y="17783"/>
                  </a:lnTo>
                  <a:cubicBezTo>
                    <a:pt x="21846" y="17067"/>
                    <a:pt x="22170" y="16295"/>
                    <a:pt x="22390" y="15481"/>
                  </a:cubicBezTo>
                  <a:close/>
                  <a:moveTo>
                    <a:pt x="10141" y="13167"/>
                  </a:moveTo>
                  <a:cubicBezTo>
                    <a:pt x="10146" y="13227"/>
                    <a:pt x="10153" y="13285"/>
                    <a:pt x="10162" y="13341"/>
                  </a:cubicBezTo>
                  <a:cubicBezTo>
                    <a:pt x="10205" y="13608"/>
                    <a:pt x="10285" y="13861"/>
                    <a:pt x="10399" y="14096"/>
                  </a:cubicBezTo>
                  <a:cubicBezTo>
                    <a:pt x="10405" y="14110"/>
                    <a:pt x="10413" y="14124"/>
                    <a:pt x="10420" y="14139"/>
                  </a:cubicBezTo>
                  <a:cubicBezTo>
                    <a:pt x="10429" y="14152"/>
                    <a:pt x="10435" y="14167"/>
                    <a:pt x="10442" y="14182"/>
                  </a:cubicBezTo>
                  <a:cubicBezTo>
                    <a:pt x="10506" y="14302"/>
                    <a:pt x="10576" y="14418"/>
                    <a:pt x="10656" y="14527"/>
                  </a:cubicBezTo>
                  <a:cubicBezTo>
                    <a:pt x="10726" y="14625"/>
                    <a:pt x="10803" y="14718"/>
                    <a:pt x="10886" y="14805"/>
                  </a:cubicBezTo>
                  <a:lnTo>
                    <a:pt x="9754" y="15937"/>
                  </a:lnTo>
                  <a:lnTo>
                    <a:pt x="9584" y="16108"/>
                  </a:lnTo>
                  <a:lnTo>
                    <a:pt x="9315" y="16376"/>
                  </a:lnTo>
                  <a:lnTo>
                    <a:pt x="9259" y="16433"/>
                  </a:lnTo>
                  <a:lnTo>
                    <a:pt x="8275" y="17416"/>
                  </a:lnTo>
                  <a:lnTo>
                    <a:pt x="8216" y="17475"/>
                  </a:lnTo>
                  <a:lnTo>
                    <a:pt x="8162" y="17529"/>
                  </a:lnTo>
                  <a:lnTo>
                    <a:pt x="6871" y="18820"/>
                  </a:lnTo>
                  <a:lnTo>
                    <a:pt x="7830" y="17163"/>
                  </a:lnTo>
                  <a:lnTo>
                    <a:pt x="7871" y="17092"/>
                  </a:lnTo>
                  <a:lnTo>
                    <a:pt x="7914" y="17015"/>
                  </a:lnTo>
                  <a:lnTo>
                    <a:pt x="8671" y="15705"/>
                  </a:lnTo>
                  <a:lnTo>
                    <a:pt x="8717" y="15627"/>
                  </a:lnTo>
                  <a:lnTo>
                    <a:pt x="8932" y="15255"/>
                  </a:lnTo>
                  <a:lnTo>
                    <a:pt x="9072" y="15014"/>
                  </a:lnTo>
                  <a:lnTo>
                    <a:pt x="9105" y="14956"/>
                  </a:lnTo>
                  <a:lnTo>
                    <a:pt x="9611" y="14080"/>
                  </a:lnTo>
                  <a:lnTo>
                    <a:pt x="9634" y="14043"/>
                  </a:lnTo>
                  <a:lnTo>
                    <a:pt x="9656" y="14006"/>
                  </a:lnTo>
                  <a:lnTo>
                    <a:pt x="9980" y="13446"/>
                  </a:lnTo>
                  <a:lnTo>
                    <a:pt x="10141" y="13167"/>
                  </a:lnTo>
                  <a:close/>
                  <a:moveTo>
                    <a:pt x="14808" y="14919"/>
                  </a:moveTo>
                  <a:lnTo>
                    <a:pt x="15940" y="16051"/>
                  </a:lnTo>
                  <a:lnTo>
                    <a:pt x="16110" y="16221"/>
                  </a:lnTo>
                  <a:lnTo>
                    <a:pt x="16380" y="16489"/>
                  </a:lnTo>
                  <a:lnTo>
                    <a:pt x="16436" y="16546"/>
                  </a:lnTo>
                  <a:lnTo>
                    <a:pt x="17420" y="17529"/>
                  </a:lnTo>
                  <a:lnTo>
                    <a:pt x="17479" y="17588"/>
                  </a:lnTo>
                  <a:lnTo>
                    <a:pt x="17533" y="17643"/>
                  </a:lnTo>
                  <a:lnTo>
                    <a:pt x="18824" y="18934"/>
                  </a:lnTo>
                  <a:lnTo>
                    <a:pt x="17167" y="17975"/>
                  </a:lnTo>
                  <a:lnTo>
                    <a:pt x="17096" y="17934"/>
                  </a:lnTo>
                  <a:lnTo>
                    <a:pt x="17019" y="17890"/>
                  </a:lnTo>
                  <a:lnTo>
                    <a:pt x="15709" y="17133"/>
                  </a:lnTo>
                  <a:lnTo>
                    <a:pt x="15631" y="17088"/>
                  </a:lnTo>
                  <a:lnTo>
                    <a:pt x="15259" y="16873"/>
                  </a:lnTo>
                  <a:lnTo>
                    <a:pt x="15018" y="16734"/>
                  </a:lnTo>
                  <a:lnTo>
                    <a:pt x="14960" y="16700"/>
                  </a:lnTo>
                  <a:lnTo>
                    <a:pt x="14084" y="16193"/>
                  </a:lnTo>
                  <a:lnTo>
                    <a:pt x="14047" y="16172"/>
                  </a:lnTo>
                  <a:lnTo>
                    <a:pt x="14010" y="16149"/>
                  </a:lnTo>
                  <a:lnTo>
                    <a:pt x="13450" y="15826"/>
                  </a:lnTo>
                  <a:lnTo>
                    <a:pt x="13171" y="15664"/>
                  </a:lnTo>
                  <a:cubicBezTo>
                    <a:pt x="13231" y="15659"/>
                    <a:pt x="13289" y="15651"/>
                    <a:pt x="13345" y="15642"/>
                  </a:cubicBezTo>
                  <a:cubicBezTo>
                    <a:pt x="13611" y="15600"/>
                    <a:pt x="13865" y="15519"/>
                    <a:pt x="14100" y="15406"/>
                  </a:cubicBezTo>
                  <a:cubicBezTo>
                    <a:pt x="14114" y="15400"/>
                    <a:pt x="14128" y="15393"/>
                    <a:pt x="14143" y="15384"/>
                  </a:cubicBezTo>
                  <a:cubicBezTo>
                    <a:pt x="14156" y="15377"/>
                    <a:pt x="14171" y="15370"/>
                    <a:pt x="14185" y="15363"/>
                  </a:cubicBezTo>
                  <a:cubicBezTo>
                    <a:pt x="14305" y="15300"/>
                    <a:pt x="14419" y="15228"/>
                    <a:pt x="14530" y="15150"/>
                  </a:cubicBezTo>
                  <a:cubicBezTo>
                    <a:pt x="14628" y="15079"/>
                    <a:pt x="14721" y="15001"/>
                    <a:pt x="14808" y="14919"/>
                  </a:cubicBezTo>
                  <a:close/>
                  <a:moveTo>
                    <a:pt x="10176" y="17183"/>
                  </a:moveTo>
                  <a:cubicBezTo>
                    <a:pt x="10325" y="17278"/>
                    <a:pt x="10481" y="17366"/>
                    <a:pt x="10641" y="17447"/>
                  </a:cubicBezTo>
                  <a:cubicBezTo>
                    <a:pt x="10849" y="17551"/>
                    <a:pt x="11066" y="17642"/>
                    <a:pt x="11290" y="17716"/>
                  </a:cubicBezTo>
                  <a:cubicBezTo>
                    <a:pt x="11498" y="17785"/>
                    <a:pt x="11713" y="17844"/>
                    <a:pt x="11932" y="17886"/>
                  </a:cubicBezTo>
                  <a:lnTo>
                    <a:pt x="12108" y="19320"/>
                  </a:lnTo>
                  <a:cubicBezTo>
                    <a:pt x="11582" y="19254"/>
                    <a:pt x="11075" y="19127"/>
                    <a:pt x="10596" y="18944"/>
                  </a:cubicBezTo>
                  <a:cubicBezTo>
                    <a:pt x="10483" y="18902"/>
                    <a:pt x="10374" y="18855"/>
                    <a:pt x="10264" y="18806"/>
                  </a:cubicBezTo>
                  <a:cubicBezTo>
                    <a:pt x="9758" y="18579"/>
                    <a:pt x="9285" y="18289"/>
                    <a:pt x="8857" y="17944"/>
                  </a:cubicBezTo>
                  <a:lnTo>
                    <a:pt x="10176" y="17183"/>
                  </a:lnTo>
                  <a:close/>
                  <a:moveTo>
                    <a:pt x="15632" y="17183"/>
                  </a:moveTo>
                  <a:lnTo>
                    <a:pt x="16950" y="17944"/>
                  </a:lnTo>
                  <a:cubicBezTo>
                    <a:pt x="16522" y="18289"/>
                    <a:pt x="16050" y="18579"/>
                    <a:pt x="15543" y="18806"/>
                  </a:cubicBezTo>
                  <a:cubicBezTo>
                    <a:pt x="15435" y="18855"/>
                    <a:pt x="15324" y="18902"/>
                    <a:pt x="15212" y="18944"/>
                  </a:cubicBezTo>
                  <a:cubicBezTo>
                    <a:pt x="14732" y="19129"/>
                    <a:pt x="14225" y="19256"/>
                    <a:pt x="13699" y="19320"/>
                  </a:cubicBezTo>
                  <a:lnTo>
                    <a:pt x="13876" y="17886"/>
                  </a:lnTo>
                  <a:cubicBezTo>
                    <a:pt x="14096" y="17844"/>
                    <a:pt x="14310" y="17786"/>
                    <a:pt x="14517" y="17716"/>
                  </a:cubicBezTo>
                  <a:cubicBezTo>
                    <a:pt x="14741" y="17642"/>
                    <a:pt x="14959" y="17551"/>
                    <a:pt x="15166" y="17447"/>
                  </a:cubicBezTo>
                  <a:cubicBezTo>
                    <a:pt x="15326" y="17366"/>
                    <a:pt x="15482" y="17278"/>
                    <a:pt x="15632" y="17183"/>
                  </a:cubicBezTo>
                  <a:close/>
                  <a:moveTo>
                    <a:pt x="15938" y="20224"/>
                  </a:moveTo>
                  <a:lnTo>
                    <a:pt x="15938" y="20224"/>
                  </a:lnTo>
                  <a:lnTo>
                    <a:pt x="15938" y="20224"/>
                  </a:lnTo>
                  <a:close/>
                  <a:moveTo>
                    <a:pt x="21397" y="17845"/>
                  </a:moveTo>
                  <a:lnTo>
                    <a:pt x="22419" y="18434"/>
                  </a:lnTo>
                  <a:cubicBezTo>
                    <a:pt x="21944" y="19247"/>
                    <a:pt x="21370" y="19994"/>
                    <a:pt x="20711" y="20656"/>
                  </a:cubicBezTo>
                  <a:cubicBezTo>
                    <a:pt x="20695" y="20673"/>
                    <a:pt x="20676" y="20691"/>
                    <a:pt x="20659" y="20707"/>
                  </a:cubicBezTo>
                  <a:cubicBezTo>
                    <a:pt x="19996" y="21364"/>
                    <a:pt x="19251" y="21940"/>
                    <a:pt x="18439" y="22414"/>
                  </a:cubicBezTo>
                  <a:lnTo>
                    <a:pt x="17850" y="21392"/>
                  </a:lnTo>
                  <a:cubicBezTo>
                    <a:pt x="18572" y="20970"/>
                    <a:pt x="19236" y="20458"/>
                    <a:pt x="19826" y="19872"/>
                  </a:cubicBezTo>
                  <a:cubicBezTo>
                    <a:pt x="19844" y="19856"/>
                    <a:pt x="19861" y="19837"/>
                    <a:pt x="19877" y="19821"/>
                  </a:cubicBezTo>
                  <a:cubicBezTo>
                    <a:pt x="20463" y="19232"/>
                    <a:pt x="20975" y="18567"/>
                    <a:pt x="21397" y="17845"/>
                  </a:cubicBezTo>
                  <a:close/>
                  <a:moveTo>
                    <a:pt x="4412" y="17848"/>
                  </a:moveTo>
                  <a:cubicBezTo>
                    <a:pt x="4834" y="18570"/>
                    <a:pt x="5346" y="19233"/>
                    <a:pt x="5932" y="19824"/>
                  </a:cubicBezTo>
                  <a:cubicBezTo>
                    <a:pt x="5949" y="19841"/>
                    <a:pt x="5967" y="19858"/>
                    <a:pt x="5984" y="19876"/>
                  </a:cubicBezTo>
                  <a:cubicBezTo>
                    <a:pt x="6573" y="20461"/>
                    <a:pt x="7237" y="20971"/>
                    <a:pt x="7960" y="21394"/>
                  </a:cubicBezTo>
                  <a:lnTo>
                    <a:pt x="7369" y="22415"/>
                  </a:lnTo>
                  <a:cubicBezTo>
                    <a:pt x="6557" y="21941"/>
                    <a:pt x="5812" y="21366"/>
                    <a:pt x="5149" y="20708"/>
                  </a:cubicBezTo>
                  <a:cubicBezTo>
                    <a:pt x="5131" y="20692"/>
                    <a:pt x="5115" y="20673"/>
                    <a:pt x="5097" y="20657"/>
                  </a:cubicBezTo>
                  <a:cubicBezTo>
                    <a:pt x="4440" y="19994"/>
                    <a:pt x="3864" y="19248"/>
                    <a:pt x="3391" y="18437"/>
                  </a:cubicBezTo>
                  <a:lnTo>
                    <a:pt x="4412" y="17848"/>
                  </a:lnTo>
                  <a:close/>
                  <a:moveTo>
                    <a:pt x="22652" y="13288"/>
                  </a:moveTo>
                  <a:lnTo>
                    <a:pt x="22652" y="13288"/>
                  </a:lnTo>
                  <a:cubicBezTo>
                    <a:pt x="22623" y="14011"/>
                    <a:pt x="22517" y="14715"/>
                    <a:pt x="22338" y="15389"/>
                  </a:cubicBezTo>
                  <a:cubicBezTo>
                    <a:pt x="22332" y="15413"/>
                    <a:pt x="22326" y="15437"/>
                    <a:pt x="22320" y="15461"/>
                  </a:cubicBezTo>
                  <a:cubicBezTo>
                    <a:pt x="22099" y="16267"/>
                    <a:pt x="21779" y="17035"/>
                    <a:pt x="21370" y="17745"/>
                  </a:cubicBezTo>
                  <a:cubicBezTo>
                    <a:pt x="21358" y="17767"/>
                    <a:pt x="21346" y="17787"/>
                    <a:pt x="21332" y="17808"/>
                  </a:cubicBezTo>
                  <a:cubicBezTo>
                    <a:pt x="20913" y="18525"/>
                    <a:pt x="20407" y="19182"/>
                    <a:pt x="19825" y="19768"/>
                  </a:cubicBezTo>
                  <a:cubicBezTo>
                    <a:pt x="19808" y="19786"/>
                    <a:pt x="19790" y="19803"/>
                    <a:pt x="19773" y="19820"/>
                  </a:cubicBezTo>
                  <a:cubicBezTo>
                    <a:pt x="19188" y="20402"/>
                    <a:pt x="18529" y="20908"/>
                    <a:pt x="17813" y="21327"/>
                  </a:cubicBezTo>
                  <a:cubicBezTo>
                    <a:pt x="17792" y="21341"/>
                    <a:pt x="17771" y="21352"/>
                    <a:pt x="17750" y="21364"/>
                  </a:cubicBezTo>
                  <a:cubicBezTo>
                    <a:pt x="17039" y="21772"/>
                    <a:pt x="16273" y="22094"/>
                    <a:pt x="15466" y="22314"/>
                  </a:cubicBezTo>
                  <a:cubicBezTo>
                    <a:pt x="15443" y="22321"/>
                    <a:pt x="15418" y="22327"/>
                    <a:pt x="15394" y="22333"/>
                  </a:cubicBezTo>
                  <a:cubicBezTo>
                    <a:pt x="14719" y="22512"/>
                    <a:pt x="14016" y="22618"/>
                    <a:pt x="13293" y="22647"/>
                  </a:cubicBezTo>
                  <a:lnTo>
                    <a:pt x="13681" y="19483"/>
                  </a:lnTo>
                  <a:cubicBezTo>
                    <a:pt x="14242" y="19418"/>
                    <a:pt x="14783" y="19283"/>
                    <a:pt x="15293" y="19084"/>
                  </a:cubicBezTo>
                  <a:lnTo>
                    <a:pt x="15938" y="20224"/>
                  </a:lnTo>
                  <a:lnTo>
                    <a:pt x="15588" y="18962"/>
                  </a:lnTo>
                  <a:cubicBezTo>
                    <a:pt x="16135" y="18718"/>
                    <a:pt x="16645" y="18404"/>
                    <a:pt x="17101" y="18030"/>
                  </a:cubicBezTo>
                  <a:lnTo>
                    <a:pt x="19313" y="19309"/>
                  </a:lnTo>
                  <a:lnTo>
                    <a:pt x="18034" y="17097"/>
                  </a:lnTo>
                  <a:cubicBezTo>
                    <a:pt x="18409" y="16639"/>
                    <a:pt x="18722" y="16131"/>
                    <a:pt x="18966" y="15584"/>
                  </a:cubicBezTo>
                  <a:lnTo>
                    <a:pt x="20228" y="15934"/>
                  </a:lnTo>
                  <a:lnTo>
                    <a:pt x="20228" y="15934"/>
                  </a:lnTo>
                  <a:lnTo>
                    <a:pt x="19088" y="15289"/>
                  </a:lnTo>
                  <a:cubicBezTo>
                    <a:pt x="19286" y="14779"/>
                    <a:pt x="19422" y="14238"/>
                    <a:pt x="19488" y="13676"/>
                  </a:cubicBezTo>
                  <a:lnTo>
                    <a:pt x="22652" y="13288"/>
                  </a:lnTo>
                  <a:close/>
                  <a:moveTo>
                    <a:pt x="3158" y="13289"/>
                  </a:moveTo>
                  <a:lnTo>
                    <a:pt x="6323" y="13677"/>
                  </a:lnTo>
                  <a:cubicBezTo>
                    <a:pt x="6386" y="14239"/>
                    <a:pt x="6523" y="14780"/>
                    <a:pt x="6720" y="15289"/>
                  </a:cubicBezTo>
                  <a:lnTo>
                    <a:pt x="5580" y="15934"/>
                  </a:lnTo>
                  <a:lnTo>
                    <a:pt x="5580" y="15934"/>
                  </a:lnTo>
                  <a:lnTo>
                    <a:pt x="6843" y="15584"/>
                  </a:lnTo>
                  <a:cubicBezTo>
                    <a:pt x="7087" y="16131"/>
                    <a:pt x="7400" y="16641"/>
                    <a:pt x="7775" y="17097"/>
                  </a:cubicBezTo>
                  <a:lnTo>
                    <a:pt x="6495" y="19309"/>
                  </a:lnTo>
                  <a:lnTo>
                    <a:pt x="8708" y="18030"/>
                  </a:lnTo>
                  <a:cubicBezTo>
                    <a:pt x="9166" y="18404"/>
                    <a:pt x="9673" y="18718"/>
                    <a:pt x="10220" y="18961"/>
                  </a:cubicBezTo>
                  <a:lnTo>
                    <a:pt x="9871" y="20224"/>
                  </a:lnTo>
                  <a:lnTo>
                    <a:pt x="10516" y="19084"/>
                  </a:lnTo>
                  <a:cubicBezTo>
                    <a:pt x="11027" y="19281"/>
                    <a:pt x="11567" y="19418"/>
                    <a:pt x="12129" y="19484"/>
                  </a:cubicBezTo>
                  <a:lnTo>
                    <a:pt x="12518" y="22648"/>
                  </a:lnTo>
                  <a:cubicBezTo>
                    <a:pt x="11794" y="22619"/>
                    <a:pt x="11090" y="22513"/>
                    <a:pt x="10415" y="22334"/>
                  </a:cubicBezTo>
                  <a:cubicBezTo>
                    <a:pt x="10392" y="22328"/>
                    <a:pt x="10368" y="22322"/>
                    <a:pt x="10344" y="22315"/>
                  </a:cubicBezTo>
                  <a:cubicBezTo>
                    <a:pt x="9537" y="22095"/>
                    <a:pt x="8769" y="21775"/>
                    <a:pt x="8061" y="21365"/>
                  </a:cubicBezTo>
                  <a:cubicBezTo>
                    <a:pt x="8038" y="21353"/>
                    <a:pt x="8017" y="21342"/>
                    <a:pt x="7997" y="21328"/>
                  </a:cubicBezTo>
                  <a:cubicBezTo>
                    <a:pt x="7280" y="20909"/>
                    <a:pt x="6622" y="20403"/>
                    <a:pt x="6036" y="19821"/>
                  </a:cubicBezTo>
                  <a:cubicBezTo>
                    <a:pt x="6019" y="19804"/>
                    <a:pt x="6002" y="19786"/>
                    <a:pt x="5985" y="19769"/>
                  </a:cubicBezTo>
                  <a:cubicBezTo>
                    <a:pt x="5404" y="19183"/>
                    <a:pt x="4896" y="18525"/>
                    <a:pt x="4477" y="17809"/>
                  </a:cubicBezTo>
                  <a:cubicBezTo>
                    <a:pt x="4465" y="17788"/>
                    <a:pt x="4453" y="17767"/>
                    <a:pt x="4440" y="17746"/>
                  </a:cubicBezTo>
                  <a:cubicBezTo>
                    <a:pt x="4033" y="17035"/>
                    <a:pt x="3712" y="16268"/>
                    <a:pt x="3491" y="15462"/>
                  </a:cubicBezTo>
                  <a:cubicBezTo>
                    <a:pt x="3485" y="15438"/>
                    <a:pt x="3478" y="15414"/>
                    <a:pt x="3471" y="15390"/>
                  </a:cubicBezTo>
                  <a:cubicBezTo>
                    <a:pt x="3294" y="14715"/>
                    <a:pt x="3187" y="14012"/>
                    <a:pt x="3158" y="13289"/>
                  </a:cubicBezTo>
                  <a:close/>
                  <a:moveTo>
                    <a:pt x="8021" y="21430"/>
                  </a:moveTo>
                  <a:cubicBezTo>
                    <a:pt x="8737" y="21842"/>
                    <a:pt x="9509" y="22166"/>
                    <a:pt x="10323" y="22386"/>
                  </a:cubicBezTo>
                  <a:lnTo>
                    <a:pt x="10019" y="23526"/>
                  </a:lnTo>
                  <a:cubicBezTo>
                    <a:pt x="9105" y="23277"/>
                    <a:pt x="8237" y="22915"/>
                    <a:pt x="7432" y="22452"/>
                  </a:cubicBezTo>
                  <a:lnTo>
                    <a:pt x="8021" y="21430"/>
                  </a:lnTo>
                  <a:close/>
                  <a:moveTo>
                    <a:pt x="17786" y="21431"/>
                  </a:moveTo>
                  <a:lnTo>
                    <a:pt x="18375" y="22453"/>
                  </a:lnTo>
                  <a:cubicBezTo>
                    <a:pt x="17571" y="22915"/>
                    <a:pt x="16704" y="23277"/>
                    <a:pt x="15790" y="23526"/>
                  </a:cubicBezTo>
                  <a:lnTo>
                    <a:pt x="15484" y="22388"/>
                  </a:lnTo>
                  <a:cubicBezTo>
                    <a:pt x="16297" y="22166"/>
                    <a:pt x="17070" y="21843"/>
                    <a:pt x="17786" y="21431"/>
                  </a:cubicBezTo>
                  <a:close/>
                  <a:moveTo>
                    <a:pt x="10396" y="22406"/>
                  </a:moveTo>
                  <a:cubicBezTo>
                    <a:pt x="11081" y="22587"/>
                    <a:pt x="11794" y="22695"/>
                    <a:pt x="12526" y="22724"/>
                  </a:cubicBezTo>
                  <a:lnTo>
                    <a:pt x="12673" y="23907"/>
                  </a:lnTo>
                  <a:cubicBezTo>
                    <a:pt x="11781" y="23887"/>
                    <a:pt x="10917" y="23763"/>
                    <a:pt x="10090" y="23545"/>
                  </a:cubicBezTo>
                  <a:lnTo>
                    <a:pt x="10396" y="22406"/>
                  </a:lnTo>
                  <a:close/>
                  <a:moveTo>
                    <a:pt x="15413" y="22406"/>
                  </a:moveTo>
                  <a:lnTo>
                    <a:pt x="15718" y="23545"/>
                  </a:lnTo>
                  <a:cubicBezTo>
                    <a:pt x="14892" y="23763"/>
                    <a:pt x="14026" y="23887"/>
                    <a:pt x="13137" y="23907"/>
                  </a:cubicBezTo>
                  <a:lnTo>
                    <a:pt x="13282" y="22724"/>
                  </a:lnTo>
                  <a:cubicBezTo>
                    <a:pt x="14016" y="22695"/>
                    <a:pt x="14729" y="22587"/>
                    <a:pt x="15413" y="22406"/>
                  </a:cubicBezTo>
                  <a:close/>
                  <a:moveTo>
                    <a:pt x="12780" y="15671"/>
                  </a:moveTo>
                  <a:cubicBezTo>
                    <a:pt x="12794" y="15671"/>
                    <a:pt x="12809" y="15672"/>
                    <a:pt x="12823" y="15672"/>
                  </a:cubicBezTo>
                  <a:lnTo>
                    <a:pt x="12823" y="17278"/>
                  </a:lnTo>
                  <a:lnTo>
                    <a:pt x="12824" y="17278"/>
                  </a:lnTo>
                  <a:lnTo>
                    <a:pt x="12824" y="17519"/>
                  </a:lnTo>
                  <a:lnTo>
                    <a:pt x="12824" y="17898"/>
                  </a:lnTo>
                  <a:lnTo>
                    <a:pt x="12824" y="17978"/>
                  </a:lnTo>
                  <a:lnTo>
                    <a:pt x="12824" y="19368"/>
                  </a:lnTo>
                  <a:lnTo>
                    <a:pt x="12824" y="19448"/>
                  </a:lnTo>
                  <a:lnTo>
                    <a:pt x="12824" y="19528"/>
                  </a:lnTo>
                  <a:lnTo>
                    <a:pt x="12824" y="22654"/>
                  </a:lnTo>
                  <a:lnTo>
                    <a:pt x="12824" y="22728"/>
                  </a:lnTo>
                  <a:lnTo>
                    <a:pt x="12824" y="23907"/>
                  </a:lnTo>
                  <a:lnTo>
                    <a:pt x="12824" y="23980"/>
                  </a:lnTo>
                  <a:lnTo>
                    <a:pt x="12824" y="24484"/>
                  </a:lnTo>
                  <a:lnTo>
                    <a:pt x="12762" y="23979"/>
                  </a:lnTo>
                  <a:lnTo>
                    <a:pt x="12753" y="23905"/>
                  </a:lnTo>
                  <a:lnTo>
                    <a:pt x="12608" y="22721"/>
                  </a:lnTo>
                  <a:lnTo>
                    <a:pt x="12598" y="22648"/>
                  </a:lnTo>
                  <a:lnTo>
                    <a:pt x="12210" y="19492"/>
                  </a:lnTo>
                  <a:lnTo>
                    <a:pt x="12200" y="19409"/>
                  </a:lnTo>
                  <a:lnTo>
                    <a:pt x="12190" y="19327"/>
                  </a:lnTo>
                  <a:lnTo>
                    <a:pt x="12014" y="17897"/>
                  </a:lnTo>
                  <a:lnTo>
                    <a:pt x="12004" y="17813"/>
                  </a:lnTo>
                  <a:lnTo>
                    <a:pt x="11954" y="17417"/>
                  </a:lnTo>
                  <a:lnTo>
                    <a:pt x="11924" y="17163"/>
                  </a:lnTo>
                  <a:lnTo>
                    <a:pt x="11866" y="16693"/>
                  </a:lnTo>
                  <a:lnTo>
                    <a:pt x="11809" y="16231"/>
                  </a:lnTo>
                  <a:lnTo>
                    <a:pt x="12282" y="15960"/>
                  </a:lnTo>
                  <a:lnTo>
                    <a:pt x="12780" y="15671"/>
                  </a:lnTo>
                  <a:close/>
                  <a:moveTo>
                    <a:pt x="12902" y="1"/>
                  </a:moveTo>
                  <a:lnTo>
                    <a:pt x="12679" y="1819"/>
                  </a:lnTo>
                  <a:cubicBezTo>
                    <a:pt x="12441" y="1824"/>
                    <a:pt x="12206" y="1837"/>
                    <a:pt x="11973" y="1857"/>
                  </a:cubicBezTo>
                  <a:lnTo>
                    <a:pt x="11943" y="1514"/>
                  </a:lnTo>
                  <a:lnTo>
                    <a:pt x="11870" y="1522"/>
                  </a:lnTo>
                  <a:lnTo>
                    <a:pt x="11900" y="1862"/>
                  </a:lnTo>
                  <a:cubicBezTo>
                    <a:pt x="11601" y="1889"/>
                    <a:pt x="11306" y="1927"/>
                    <a:pt x="11014" y="1978"/>
                  </a:cubicBezTo>
                  <a:lnTo>
                    <a:pt x="10955" y="1641"/>
                  </a:lnTo>
                  <a:lnTo>
                    <a:pt x="10882" y="1654"/>
                  </a:lnTo>
                  <a:lnTo>
                    <a:pt x="10941" y="1991"/>
                  </a:lnTo>
                  <a:cubicBezTo>
                    <a:pt x="10646" y="2044"/>
                    <a:pt x="10356" y="2107"/>
                    <a:pt x="10069" y="2183"/>
                  </a:cubicBezTo>
                  <a:lnTo>
                    <a:pt x="9982" y="1854"/>
                  </a:lnTo>
                  <a:lnTo>
                    <a:pt x="9911" y="1873"/>
                  </a:lnTo>
                  <a:lnTo>
                    <a:pt x="9998" y="2203"/>
                  </a:lnTo>
                  <a:cubicBezTo>
                    <a:pt x="9709" y="2281"/>
                    <a:pt x="9426" y="2373"/>
                    <a:pt x="9147" y="2473"/>
                  </a:cubicBezTo>
                  <a:lnTo>
                    <a:pt x="9030" y="2152"/>
                  </a:lnTo>
                  <a:lnTo>
                    <a:pt x="8960" y="2178"/>
                  </a:lnTo>
                  <a:lnTo>
                    <a:pt x="9078" y="2499"/>
                  </a:lnTo>
                  <a:cubicBezTo>
                    <a:pt x="8798" y="2602"/>
                    <a:pt x="8522" y="2716"/>
                    <a:pt x="8253" y="2840"/>
                  </a:cubicBezTo>
                  <a:lnTo>
                    <a:pt x="8108" y="2530"/>
                  </a:lnTo>
                  <a:lnTo>
                    <a:pt x="8041" y="2561"/>
                  </a:lnTo>
                  <a:lnTo>
                    <a:pt x="8185" y="2871"/>
                  </a:lnTo>
                  <a:cubicBezTo>
                    <a:pt x="7916" y="2999"/>
                    <a:pt x="7650" y="3136"/>
                    <a:pt x="7393" y="3284"/>
                  </a:cubicBezTo>
                  <a:lnTo>
                    <a:pt x="7222" y="2988"/>
                  </a:lnTo>
                  <a:lnTo>
                    <a:pt x="7159" y="3025"/>
                  </a:lnTo>
                  <a:lnTo>
                    <a:pt x="7330" y="3323"/>
                  </a:lnTo>
                  <a:cubicBezTo>
                    <a:pt x="7072" y="3474"/>
                    <a:pt x="6823" y="3635"/>
                    <a:pt x="6578" y="3805"/>
                  </a:cubicBezTo>
                  <a:lnTo>
                    <a:pt x="6380" y="3521"/>
                  </a:lnTo>
                  <a:lnTo>
                    <a:pt x="6319" y="3564"/>
                  </a:lnTo>
                  <a:lnTo>
                    <a:pt x="6518" y="3848"/>
                  </a:lnTo>
                  <a:cubicBezTo>
                    <a:pt x="6274" y="4019"/>
                    <a:pt x="6038" y="4201"/>
                    <a:pt x="5809" y="4392"/>
                  </a:cubicBezTo>
                  <a:lnTo>
                    <a:pt x="5586" y="4127"/>
                  </a:lnTo>
                  <a:lnTo>
                    <a:pt x="5530" y="4174"/>
                  </a:lnTo>
                  <a:lnTo>
                    <a:pt x="5753" y="4439"/>
                  </a:lnTo>
                  <a:cubicBezTo>
                    <a:pt x="5526" y="4632"/>
                    <a:pt x="5306" y="4831"/>
                    <a:pt x="5094" y="5042"/>
                  </a:cubicBezTo>
                  <a:lnTo>
                    <a:pt x="4849" y="4797"/>
                  </a:lnTo>
                  <a:lnTo>
                    <a:pt x="4797" y="4849"/>
                  </a:lnTo>
                  <a:lnTo>
                    <a:pt x="5043" y="5094"/>
                  </a:lnTo>
                  <a:cubicBezTo>
                    <a:pt x="4832" y="5305"/>
                    <a:pt x="4632" y="5526"/>
                    <a:pt x="4440" y="5753"/>
                  </a:cubicBezTo>
                  <a:lnTo>
                    <a:pt x="4174" y="5530"/>
                  </a:lnTo>
                  <a:lnTo>
                    <a:pt x="4127" y="5587"/>
                  </a:lnTo>
                  <a:lnTo>
                    <a:pt x="4393" y="5810"/>
                  </a:lnTo>
                  <a:cubicBezTo>
                    <a:pt x="4202" y="6038"/>
                    <a:pt x="4019" y="6274"/>
                    <a:pt x="3848" y="6517"/>
                  </a:cubicBezTo>
                  <a:lnTo>
                    <a:pt x="3564" y="6319"/>
                  </a:lnTo>
                  <a:lnTo>
                    <a:pt x="3522" y="6379"/>
                  </a:lnTo>
                  <a:lnTo>
                    <a:pt x="3806" y="6578"/>
                  </a:lnTo>
                  <a:cubicBezTo>
                    <a:pt x="3635" y="6822"/>
                    <a:pt x="3474" y="7072"/>
                    <a:pt x="3323" y="7330"/>
                  </a:cubicBezTo>
                  <a:lnTo>
                    <a:pt x="3026" y="7158"/>
                  </a:lnTo>
                  <a:lnTo>
                    <a:pt x="2987" y="7222"/>
                  </a:lnTo>
                  <a:lnTo>
                    <a:pt x="3285" y="7393"/>
                  </a:lnTo>
                  <a:cubicBezTo>
                    <a:pt x="3136" y="7651"/>
                    <a:pt x="3000" y="7915"/>
                    <a:pt x="2872" y="8185"/>
                  </a:cubicBezTo>
                  <a:lnTo>
                    <a:pt x="2561" y="8039"/>
                  </a:lnTo>
                  <a:lnTo>
                    <a:pt x="2530" y="8106"/>
                  </a:lnTo>
                  <a:lnTo>
                    <a:pt x="2841" y="8251"/>
                  </a:lnTo>
                  <a:cubicBezTo>
                    <a:pt x="2716" y="8520"/>
                    <a:pt x="2603" y="8795"/>
                    <a:pt x="2499" y="9076"/>
                  </a:cubicBezTo>
                  <a:lnTo>
                    <a:pt x="2178" y="8958"/>
                  </a:lnTo>
                  <a:lnTo>
                    <a:pt x="2152" y="9029"/>
                  </a:lnTo>
                  <a:lnTo>
                    <a:pt x="2474" y="9146"/>
                  </a:lnTo>
                  <a:cubicBezTo>
                    <a:pt x="2373" y="9425"/>
                    <a:pt x="2281" y="9709"/>
                    <a:pt x="2202" y="9997"/>
                  </a:cubicBezTo>
                  <a:lnTo>
                    <a:pt x="1873" y="9910"/>
                  </a:lnTo>
                  <a:lnTo>
                    <a:pt x="1855" y="9980"/>
                  </a:lnTo>
                  <a:lnTo>
                    <a:pt x="2183" y="10068"/>
                  </a:lnTo>
                  <a:cubicBezTo>
                    <a:pt x="2107" y="10354"/>
                    <a:pt x="2043" y="10645"/>
                    <a:pt x="1991" y="10939"/>
                  </a:cubicBezTo>
                  <a:lnTo>
                    <a:pt x="1654" y="10881"/>
                  </a:lnTo>
                  <a:lnTo>
                    <a:pt x="1641" y="10953"/>
                  </a:lnTo>
                  <a:lnTo>
                    <a:pt x="1978" y="11012"/>
                  </a:lnTo>
                  <a:cubicBezTo>
                    <a:pt x="1928" y="11304"/>
                    <a:pt x="1889" y="11599"/>
                    <a:pt x="1862" y="11898"/>
                  </a:cubicBezTo>
                  <a:lnTo>
                    <a:pt x="1521" y="11869"/>
                  </a:lnTo>
                  <a:lnTo>
                    <a:pt x="1515" y="11942"/>
                  </a:lnTo>
                  <a:lnTo>
                    <a:pt x="1857" y="11972"/>
                  </a:lnTo>
                  <a:cubicBezTo>
                    <a:pt x="1837" y="12205"/>
                    <a:pt x="1825" y="12440"/>
                    <a:pt x="1820" y="12677"/>
                  </a:cubicBezTo>
                  <a:lnTo>
                    <a:pt x="1" y="12901"/>
                  </a:lnTo>
                  <a:lnTo>
                    <a:pt x="1820" y="13124"/>
                  </a:lnTo>
                  <a:cubicBezTo>
                    <a:pt x="1825" y="13361"/>
                    <a:pt x="1837" y="13595"/>
                    <a:pt x="1857" y="13829"/>
                  </a:cubicBezTo>
                  <a:lnTo>
                    <a:pt x="1515" y="13858"/>
                  </a:lnTo>
                  <a:lnTo>
                    <a:pt x="1521" y="13933"/>
                  </a:lnTo>
                  <a:lnTo>
                    <a:pt x="1862" y="13903"/>
                  </a:lnTo>
                  <a:cubicBezTo>
                    <a:pt x="1889" y="14202"/>
                    <a:pt x="1928" y="14497"/>
                    <a:pt x="1978" y="14789"/>
                  </a:cubicBezTo>
                  <a:lnTo>
                    <a:pt x="1641" y="14848"/>
                  </a:lnTo>
                  <a:lnTo>
                    <a:pt x="1654" y="14920"/>
                  </a:lnTo>
                  <a:lnTo>
                    <a:pt x="1991" y="14861"/>
                  </a:lnTo>
                  <a:cubicBezTo>
                    <a:pt x="2043" y="15156"/>
                    <a:pt x="2107" y="15446"/>
                    <a:pt x="2183" y="15733"/>
                  </a:cubicBezTo>
                  <a:lnTo>
                    <a:pt x="1855" y="15821"/>
                  </a:lnTo>
                  <a:lnTo>
                    <a:pt x="1873" y="15891"/>
                  </a:lnTo>
                  <a:lnTo>
                    <a:pt x="2202" y="15803"/>
                  </a:lnTo>
                  <a:cubicBezTo>
                    <a:pt x="2281" y="16092"/>
                    <a:pt x="2373" y="16376"/>
                    <a:pt x="2474" y="16654"/>
                  </a:cubicBezTo>
                  <a:lnTo>
                    <a:pt x="2152" y="16772"/>
                  </a:lnTo>
                  <a:lnTo>
                    <a:pt x="2178" y="16842"/>
                  </a:lnTo>
                  <a:lnTo>
                    <a:pt x="2499" y="16725"/>
                  </a:lnTo>
                  <a:cubicBezTo>
                    <a:pt x="2603" y="17004"/>
                    <a:pt x="2717" y="17281"/>
                    <a:pt x="2841" y="17550"/>
                  </a:cubicBezTo>
                  <a:lnTo>
                    <a:pt x="2530" y="17694"/>
                  </a:lnTo>
                  <a:lnTo>
                    <a:pt x="2561" y="17761"/>
                  </a:lnTo>
                  <a:lnTo>
                    <a:pt x="2872" y="17617"/>
                  </a:lnTo>
                  <a:cubicBezTo>
                    <a:pt x="3000" y="17886"/>
                    <a:pt x="3136" y="18152"/>
                    <a:pt x="3285" y="18408"/>
                  </a:cubicBezTo>
                  <a:lnTo>
                    <a:pt x="2987" y="18581"/>
                  </a:lnTo>
                  <a:lnTo>
                    <a:pt x="3026" y="18644"/>
                  </a:lnTo>
                  <a:lnTo>
                    <a:pt x="3323" y="18472"/>
                  </a:lnTo>
                  <a:cubicBezTo>
                    <a:pt x="3474" y="18730"/>
                    <a:pt x="3635" y="18980"/>
                    <a:pt x="3806" y="19223"/>
                  </a:cubicBezTo>
                  <a:lnTo>
                    <a:pt x="3522" y="19423"/>
                  </a:lnTo>
                  <a:lnTo>
                    <a:pt x="3564" y="19483"/>
                  </a:lnTo>
                  <a:lnTo>
                    <a:pt x="3848" y="19284"/>
                  </a:lnTo>
                  <a:cubicBezTo>
                    <a:pt x="4019" y="19528"/>
                    <a:pt x="4202" y="19764"/>
                    <a:pt x="4393" y="19992"/>
                  </a:cubicBezTo>
                  <a:lnTo>
                    <a:pt x="4127" y="20216"/>
                  </a:lnTo>
                  <a:lnTo>
                    <a:pt x="4174" y="20273"/>
                  </a:lnTo>
                  <a:lnTo>
                    <a:pt x="4440" y="20049"/>
                  </a:lnTo>
                  <a:cubicBezTo>
                    <a:pt x="4632" y="20276"/>
                    <a:pt x="4832" y="20497"/>
                    <a:pt x="5043" y="20708"/>
                  </a:cubicBezTo>
                  <a:lnTo>
                    <a:pt x="4797" y="20954"/>
                  </a:lnTo>
                  <a:lnTo>
                    <a:pt x="4849" y="21005"/>
                  </a:lnTo>
                  <a:lnTo>
                    <a:pt x="5094" y="20760"/>
                  </a:lnTo>
                  <a:cubicBezTo>
                    <a:pt x="5306" y="20970"/>
                    <a:pt x="5526" y="21170"/>
                    <a:pt x="5753" y="21362"/>
                  </a:cubicBezTo>
                  <a:lnTo>
                    <a:pt x="5530" y="21627"/>
                  </a:lnTo>
                  <a:lnTo>
                    <a:pt x="5586" y="21676"/>
                  </a:lnTo>
                  <a:lnTo>
                    <a:pt x="5809" y="21410"/>
                  </a:lnTo>
                  <a:cubicBezTo>
                    <a:pt x="6038" y="21601"/>
                    <a:pt x="6274" y="21782"/>
                    <a:pt x="6518" y="21955"/>
                  </a:cubicBezTo>
                  <a:lnTo>
                    <a:pt x="6319" y="22238"/>
                  </a:lnTo>
                  <a:lnTo>
                    <a:pt x="6380" y="22281"/>
                  </a:lnTo>
                  <a:lnTo>
                    <a:pt x="6578" y="21997"/>
                  </a:lnTo>
                  <a:cubicBezTo>
                    <a:pt x="6823" y="22167"/>
                    <a:pt x="7072" y="22328"/>
                    <a:pt x="7330" y="22479"/>
                  </a:cubicBezTo>
                  <a:lnTo>
                    <a:pt x="7159" y="22777"/>
                  </a:lnTo>
                  <a:lnTo>
                    <a:pt x="7222" y="22814"/>
                  </a:lnTo>
                  <a:lnTo>
                    <a:pt x="7393" y="22518"/>
                  </a:lnTo>
                  <a:cubicBezTo>
                    <a:pt x="7651" y="22666"/>
                    <a:pt x="7916" y="22803"/>
                    <a:pt x="8185" y="22931"/>
                  </a:cubicBezTo>
                  <a:lnTo>
                    <a:pt x="8041" y="23241"/>
                  </a:lnTo>
                  <a:lnTo>
                    <a:pt x="8108" y="23272"/>
                  </a:lnTo>
                  <a:lnTo>
                    <a:pt x="8253" y="22962"/>
                  </a:lnTo>
                  <a:cubicBezTo>
                    <a:pt x="8522" y="23086"/>
                    <a:pt x="8796" y="23200"/>
                    <a:pt x="9078" y="23303"/>
                  </a:cubicBezTo>
                  <a:lnTo>
                    <a:pt x="8960" y="23624"/>
                  </a:lnTo>
                  <a:lnTo>
                    <a:pt x="9030" y="23650"/>
                  </a:lnTo>
                  <a:lnTo>
                    <a:pt x="9147" y="23329"/>
                  </a:lnTo>
                  <a:cubicBezTo>
                    <a:pt x="9426" y="23430"/>
                    <a:pt x="9709" y="23521"/>
                    <a:pt x="9998" y="23600"/>
                  </a:cubicBezTo>
                  <a:lnTo>
                    <a:pt x="9911" y="23928"/>
                  </a:lnTo>
                  <a:lnTo>
                    <a:pt x="9982" y="23948"/>
                  </a:lnTo>
                  <a:lnTo>
                    <a:pt x="10069" y="23619"/>
                  </a:lnTo>
                  <a:cubicBezTo>
                    <a:pt x="10356" y="23695"/>
                    <a:pt x="10647" y="23758"/>
                    <a:pt x="10941" y="23812"/>
                  </a:cubicBezTo>
                  <a:lnTo>
                    <a:pt x="10882" y="24148"/>
                  </a:lnTo>
                  <a:lnTo>
                    <a:pt x="10955" y="24160"/>
                  </a:lnTo>
                  <a:lnTo>
                    <a:pt x="11014" y="23824"/>
                  </a:lnTo>
                  <a:cubicBezTo>
                    <a:pt x="11306" y="23875"/>
                    <a:pt x="11601" y="23913"/>
                    <a:pt x="11900" y="23941"/>
                  </a:cubicBezTo>
                  <a:lnTo>
                    <a:pt x="11870" y="24281"/>
                  </a:lnTo>
                  <a:lnTo>
                    <a:pt x="11943" y="24287"/>
                  </a:lnTo>
                  <a:lnTo>
                    <a:pt x="11973" y="23946"/>
                  </a:lnTo>
                  <a:cubicBezTo>
                    <a:pt x="12206" y="23964"/>
                    <a:pt x="12441" y="23978"/>
                    <a:pt x="12679" y="23983"/>
                  </a:cubicBezTo>
                  <a:lnTo>
                    <a:pt x="12902" y="25801"/>
                  </a:lnTo>
                  <a:lnTo>
                    <a:pt x="13125" y="23983"/>
                  </a:lnTo>
                  <a:cubicBezTo>
                    <a:pt x="13362" y="23978"/>
                    <a:pt x="13597" y="23964"/>
                    <a:pt x="13830" y="23946"/>
                  </a:cubicBezTo>
                  <a:lnTo>
                    <a:pt x="13860" y="24287"/>
                  </a:lnTo>
                  <a:lnTo>
                    <a:pt x="13933" y="24281"/>
                  </a:lnTo>
                  <a:lnTo>
                    <a:pt x="13903" y="23941"/>
                  </a:lnTo>
                  <a:cubicBezTo>
                    <a:pt x="14203" y="23913"/>
                    <a:pt x="14499" y="23875"/>
                    <a:pt x="14790" y="23824"/>
                  </a:cubicBezTo>
                  <a:lnTo>
                    <a:pt x="14850" y="24160"/>
                  </a:lnTo>
                  <a:lnTo>
                    <a:pt x="14922" y="24148"/>
                  </a:lnTo>
                  <a:lnTo>
                    <a:pt x="14862" y="23812"/>
                  </a:lnTo>
                  <a:cubicBezTo>
                    <a:pt x="15157" y="23758"/>
                    <a:pt x="15448" y="23695"/>
                    <a:pt x="15734" y="23619"/>
                  </a:cubicBezTo>
                  <a:lnTo>
                    <a:pt x="15822" y="23948"/>
                  </a:lnTo>
                  <a:lnTo>
                    <a:pt x="15893" y="23928"/>
                  </a:lnTo>
                  <a:lnTo>
                    <a:pt x="15805" y="23600"/>
                  </a:lnTo>
                  <a:cubicBezTo>
                    <a:pt x="16094" y="23521"/>
                    <a:pt x="16378" y="23430"/>
                    <a:pt x="16656" y="23329"/>
                  </a:cubicBezTo>
                  <a:lnTo>
                    <a:pt x="16774" y="23650"/>
                  </a:lnTo>
                  <a:lnTo>
                    <a:pt x="16843" y="23624"/>
                  </a:lnTo>
                  <a:lnTo>
                    <a:pt x="16725" y="23303"/>
                  </a:lnTo>
                  <a:cubicBezTo>
                    <a:pt x="17006" y="23200"/>
                    <a:pt x="17281" y="23085"/>
                    <a:pt x="17551" y="22962"/>
                  </a:cubicBezTo>
                  <a:lnTo>
                    <a:pt x="17695" y="23272"/>
                  </a:lnTo>
                  <a:lnTo>
                    <a:pt x="17762" y="23241"/>
                  </a:lnTo>
                  <a:lnTo>
                    <a:pt x="17618" y="22931"/>
                  </a:lnTo>
                  <a:cubicBezTo>
                    <a:pt x="17888" y="22803"/>
                    <a:pt x="18153" y="22666"/>
                    <a:pt x="18410" y="22518"/>
                  </a:cubicBezTo>
                  <a:lnTo>
                    <a:pt x="18581" y="22814"/>
                  </a:lnTo>
                  <a:lnTo>
                    <a:pt x="18644" y="22777"/>
                  </a:lnTo>
                  <a:lnTo>
                    <a:pt x="18473" y="22479"/>
                  </a:lnTo>
                  <a:cubicBezTo>
                    <a:pt x="18731" y="22328"/>
                    <a:pt x="18982" y="22167"/>
                    <a:pt x="19225" y="21997"/>
                  </a:cubicBezTo>
                  <a:lnTo>
                    <a:pt x="19423" y="22281"/>
                  </a:lnTo>
                  <a:lnTo>
                    <a:pt x="19484" y="22238"/>
                  </a:lnTo>
                  <a:lnTo>
                    <a:pt x="19286" y="21955"/>
                  </a:lnTo>
                  <a:cubicBezTo>
                    <a:pt x="19530" y="21782"/>
                    <a:pt x="19766" y="21601"/>
                    <a:pt x="19994" y="21410"/>
                  </a:cubicBezTo>
                  <a:lnTo>
                    <a:pt x="20217" y="21676"/>
                  </a:lnTo>
                  <a:lnTo>
                    <a:pt x="20274" y="21627"/>
                  </a:lnTo>
                  <a:lnTo>
                    <a:pt x="20051" y="21362"/>
                  </a:lnTo>
                  <a:cubicBezTo>
                    <a:pt x="20278" y="21170"/>
                    <a:pt x="20498" y="20970"/>
                    <a:pt x="20710" y="20760"/>
                  </a:cubicBezTo>
                  <a:lnTo>
                    <a:pt x="20955" y="21005"/>
                  </a:lnTo>
                  <a:lnTo>
                    <a:pt x="21006" y="20954"/>
                  </a:lnTo>
                  <a:lnTo>
                    <a:pt x="20762" y="20708"/>
                  </a:lnTo>
                  <a:cubicBezTo>
                    <a:pt x="20971" y="20497"/>
                    <a:pt x="21171" y="20276"/>
                    <a:pt x="21363" y="20049"/>
                  </a:cubicBezTo>
                  <a:lnTo>
                    <a:pt x="21629" y="20273"/>
                  </a:lnTo>
                  <a:lnTo>
                    <a:pt x="21677" y="20216"/>
                  </a:lnTo>
                  <a:lnTo>
                    <a:pt x="21412" y="19992"/>
                  </a:lnTo>
                  <a:cubicBezTo>
                    <a:pt x="21602" y="19764"/>
                    <a:pt x="21784" y="19528"/>
                    <a:pt x="21955" y="19284"/>
                  </a:cubicBezTo>
                  <a:lnTo>
                    <a:pt x="22239" y="19483"/>
                  </a:lnTo>
                  <a:lnTo>
                    <a:pt x="22281" y="19423"/>
                  </a:lnTo>
                  <a:lnTo>
                    <a:pt x="21998" y="19223"/>
                  </a:lnTo>
                  <a:cubicBezTo>
                    <a:pt x="22168" y="18980"/>
                    <a:pt x="22330" y="18730"/>
                    <a:pt x="22480" y="18472"/>
                  </a:cubicBezTo>
                  <a:lnTo>
                    <a:pt x="22779" y="18644"/>
                  </a:lnTo>
                  <a:lnTo>
                    <a:pt x="22816" y="18581"/>
                  </a:lnTo>
                  <a:lnTo>
                    <a:pt x="22519" y="18408"/>
                  </a:lnTo>
                  <a:cubicBezTo>
                    <a:pt x="22667" y="18150"/>
                    <a:pt x="22804" y="17886"/>
                    <a:pt x="22931" y="17617"/>
                  </a:cubicBezTo>
                  <a:lnTo>
                    <a:pt x="23243" y="17762"/>
                  </a:lnTo>
                  <a:lnTo>
                    <a:pt x="23274" y="17695"/>
                  </a:lnTo>
                  <a:lnTo>
                    <a:pt x="22962" y="17551"/>
                  </a:lnTo>
                  <a:cubicBezTo>
                    <a:pt x="23088" y="17282"/>
                    <a:pt x="23202" y="17007"/>
                    <a:pt x="23305" y="16726"/>
                  </a:cubicBezTo>
                  <a:lnTo>
                    <a:pt x="23626" y="16843"/>
                  </a:lnTo>
                  <a:lnTo>
                    <a:pt x="23652" y="16773"/>
                  </a:lnTo>
                  <a:lnTo>
                    <a:pt x="23331" y="16656"/>
                  </a:lnTo>
                  <a:cubicBezTo>
                    <a:pt x="23431" y="16378"/>
                    <a:pt x="23523" y="16094"/>
                    <a:pt x="23601" y="15805"/>
                  </a:cubicBezTo>
                  <a:lnTo>
                    <a:pt x="23930" y="15893"/>
                  </a:lnTo>
                  <a:lnTo>
                    <a:pt x="23950" y="15822"/>
                  </a:lnTo>
                  <a:lnTo>
                    <a:pt x="23621" y="15734"/>
                  </a:lnTo>
                  <a:cubicBezTo>
                    <a:pt x="23697" y="15447"/>
                    <a:pt x="23760" y="15156"/>
                    <a:pt x="23812" y="14862"/>
                  </a:cubicBezTo>
                  <a:lnTo>
                    <a:pt x="24149" y="14921"/>
                  </a:lnTo>
                  <a:lnTo>
                    <a:pt x="24162" y="14849"/>
                  </a:lnTo>
                  <a:lnTo>
                    <a:pt x="23826" y="14790"/>
                  </a:lnTo>
                  <a:cubicBezTo>
                    <a:pt x="23875" y="14498"/>
                    <a:pt x="23915" y="14203"/>
                    <a:pt x="23941" y="13904"/>
                  </a:cubicBezTo>
                  <a:lnTo>
                    <a:pt x="24282" y="13934"/>
                  </a:lnTo>
                  <a:lnTo>
                    <a:pt x="24288" y="13859"/>
                  </a:lnTo>
                  <a:lnTo>
                    <a:pt x="23947" y="13830"/>
                  </a:lnTo>
                  <a:cubicBezTo>
                    <a:pt x="23966" y="13596"/>
                    <a:pt x="23979" y="13362"/>
                    <a:pt x="23984" y="13125"/>
                  </a:cubicBezTo>
                  <a:lnTo>
                    <a:pt x="25803" y="12901"/>
                  </a:lnTo>
                  <a:lnTo>
                    <a:pt x="23984" y="12677"/>
                  </a:lnTo>
                  <a:cubicBezTo>
                    <a:pt x="23979" y="12440"/>
                    <a:pt x="23966" y="12205"/>
                    <a:pt x="23947" y="11972"/>
                  </a:cubicBezTo>
                  <a:lnTo>
                    <a:pt x="24288" y="11942"/>
                  </a:lnTo>
                  <a:lnTo>
                    <a:pt x="24282" y="11869"/>
                  </a:lnTo>
                  <a:lnTo>
                    <a:pt x="23941" y="11898"/>
                  </a:lnTo>
                  <a:cubicBezTo>
                    <a:pt x="23915" y="11599"/>
                    <a:pt x="23875" y="11304"/>
                    <a:pt x="23826" y="11012"/>
                  </a:cubicBezTo>
                  <a:lnTo>
                    <a:pt x="24162" y="10953"/>
                  </a:lnTo>
                  <a:lnTo>
                    <a:pt x="24149" y="10881"/>
                  </a:lnTo>
                  <a:lnTo>
                    <a:pt x="23812" y="10939"/>
                  </a:lnTo>
                  <a:cubicBezTo>
                    <a:pt x="23760" y="10644"/>
                    <a:pt x="23697" y="10354"/>
                    <a:pt x="23621" y="10068"/>
                  </a:cubicBezTo>
                  <a:lnTo>
                    <a:pt x="23950" y="9980"/>
                  </a:lnTo>
                  <a:lnTo>
                    <a:pt x="23930" y="9910"/>
                  </a:lnTo>
                  <a:lnTo>
                    <a:pt x="23601" y="9997"/>
                  </a:lnTo>
                  <a:cubicBezTo>
                    <a:pt x="23523" y="9709"/>
                    <a:pt x="23431" y="9425"/>
                    <a:pt x="23331" y="9146"/>
                  </a:cubicBezTo>
                  <a:lnTo>
                    <a:pt x="23652" y="9029"/>
                  </a:lnTo>
                  <a:lnTo>
                    <a:pt x="23626" y="8958"/>
                  </a:lnTo>
                  <a:lnTo>
                    <a:pt x="23305" y="9076"/>
                  </a:lnTo>
                  <a:cubicBezTo>
                    <a:pt x="23202" y="8796"/>
                    <a:pt x="23086" y="8520"/>
                    <a:pt x="22962" y="8251"/>
                  </a:cubicBezTo>
                  <a:lnTo>
                    <a:pt x="23274" y="8106"/>
                  </a:lnTo>
                  <a:lnTo>
                    <a:pt x="23243" y="8039"/>
                  </a:lnTo>
                  <a:lnTo>
                    <a:pt x="22931" y="8185"/>
                  </a:lnTo>
                  <a:cubicBezTo>
                    <a:pt x="22804" y="7915"/>
                    <a:pt x="22667" y="7650"/>
                    <a:pt x="22519" y="7393"/>
                  </a:cubicBezTo>
                  <a:lnTo>
                    <a:pt x="22816" y="7222"/>
                  </a:lnTo>
                  <a:lnTo>
                    <a:pt x="22779" y="7158"/>
                  </a:lnTo>
                  <a:lnTo>
                    <a:pt x="22480" y="7330"/>
                  </a:lnTo>
                  <a:cubicBezTo>
                    <a:pt x="22330" y="7072"/>
                    <a:pt x="22168" y="6822"/>
                    <a:pt x="21998" y="6578"/>
                  </a:cubicBezTo>
                  <a:lnTo>
                    <a:pt x="22281" y="6379"/>
                  </a:lnTo>
                  <a:lnTo>
                    <a:pt x="22239" y="6319"/>
                  </a:lnTo>
                  <a:lnTo>
                    <a:pt x="21955" y="6517"/>
                  </a:lnTo>
                  <a:cubicBezTo>
                    <a:pt x="21784" y="6274"/>
                    <a:pt x="21602" y="6038"/>
                    <a:pt x="21412" y="5810"/>
                  </a:cubicBezTo>
                  <a:lnTo>
                    <a:pt x="21677" y="5587"/>
                  </a:lnTo>
                  <a:lnTo>
                    <a:pt x="21629" y="5530"/>
                  </a:lnTo>
                  <a:lnTo>
                    <a:pt x="21363" y="5753"/>
                  </a:lnTo>
                  <a:cubicBezTo>
                    <a:pt x="21171" y="5526"/>
                    <a:pt x="20971" y="5305"/>
                    <a:pt x="20762" y="5094"/>
                  </a:cubicBezTo>
                  <a:lnTo>
                    <a:pt x="21006" y="4849"/>
                  </a:lnTo>
                  <a:lnTo>
                    <a:pt x="20955" y="4797"/>
                  </a:lnTo>
                  <a:lnTo>
                    <a:pt x="20710" y="5042"/>
                  </a:lnTo>
                  <a:cubicBezTo>
                    <a:pt x="20498" y="4831"/>
                    <a:pt x="20278" y="4632"/>
                    <a:pt x="20051" y="4439"/>
                  </a:cubicBezTo>
                  <a:lnTo>
                    <a:pt x="20274" y="4174"/>
                  </a:lnTo>
                  <a:lnTo>
                    <a:pt x="20217" y="4127"/>
                  </a:lnTo>
                  <a:lnTo>
                    <a:pt x="19994" y="4392"/>
                  </a:lnTo>
                  <a:cubicBezTo>
                    <a:pt x="19766" y="4201"/>
                    <a:pt x="19530" y="4019"/>
                    <a:pt x="19286" y="3848"/>
                  </a:cubicBezTo>
                  <a:lnTo>
                    <a:pt x="19484" y="3564"/>
                  </a:lnTo>
                  <a:lnTo>
                    <a:pt x="19423" y="3521"/>
                  </a:lnTo>
                  <a:lnTo>
                    <a:pt x="19225" y="3805"/>
                  </a:lnTo>
                  <a:cubicBezTo>
                    <a:pt x="18982" y="3635"/>
                    <a:pt x="18731" y="3474"/>
                    <a:pt x="18473" y="3323"/>
                  </a:cubicBezTo>
                  <a:lnTo>
                    <a:pt x="18644" y="3025"/>
                  </a:lnTo>
                  <a:lnTo>
                    <a:pt x="18581" y="2988"/>
                  </a:lnTo>
                  <a:lnTo>
                    <a:pt x="18410" y="3284"/>
                  </a:lnTo>
                  <a:cubicBezTo>
                    <a:pt x="18152" y="3136"/>
                    <a:pt x="17888" y="2999"/>
                    <a:pt x="17618" y="2871"/>
                  </a:cubicBezTo>
                  <a:lnTo>
                    <a:pt x="17762" y="2561"/>
                  </a:lnTo>
                  <a:lnTo>
                    <a:pt x="17695" y="2530"/>
                  </a:lnTo>
                  <a:lnTo>
                    <a:pt x="17551" y="2840"/>
                  </a:lnTo>
                  <a:cubicBezTo>
                    <a:pt x="17281" y="2715"/>
                    <a:pt x="17007" y="2602"/>
                    <a:pt x="16725" y="2499"/>
                  </a:cubicBezTo>
                  <a:lnTo>
                    <a:pt x="16843" y="2178"/>
                  </a:lnTo>
                  <a:lnTo>
                    <a:pt x="16774" y="2152"/>
                  </a:lnTo>
                  <a:lnTo>
                    <a:pt x="16656" y="2473"/>
                  </a:lnTo>
                  <a:cubicBezTo>
                    <a:pt x="16378" y="2373"/>
                    <a:pt x="16094" y="2281"/>
                    <a:pt x="15805" y="2203"/>
                  </a:cubicBezTo>
                  <a:lnTo>
                    <a:pt x="15893" y="1873"/>
                  </a:lnTo>
                  <a:lnTo>
                    <a:pt x="15822" y="1854"/>
                  </a:lnTo>
                  <a:lnTo>
                    <a:pt x="15734" y="2183"/>
                  </a:lnTo>
                  <a:cubicBezTo>
                    <a:pt x="15448" y="2107"/>
                    <a:pt x="15156" y="2044"/>
                    <a:pt x="14862" y="1991"/>
                  </a:cubicBezTo>
                  <a:lnTo>
                    <a:pt x="14922" y="1654"/>
                  </a:lnTo>
                  <a:lnTo>
                    <a:pt x="14850" y="1641"/>
                  </a:lnTo>
                  <a:lnTo>
                    <a:pt x="14790" y="1978"/>
                  </a:lnTo>
                  <a:cubicBezTo>
                    <a:pt x="14499" y="1927"/>
                    <a:pt x="14203" y="1889"/>
                    <a:pt x="13903" y="1862"/>
                  </a:cubicBezTo>
                  <a:lnTo>
                    <a:pt x="13933" y="1522"/>
                  </a:lnTo>
                  <a:lnTo>
                    <a:pt x="13860" y="1514"/>
                  </a:lnTo>
                  <a:lnTo>
                    <a:pt x="13830" y="1857"/>
                  </a:lnTo>
                  <a:cubicBezTo>
                    <a:pt x="13597" y="1837"/>
                    <a:pt x="13362" y="1824"/>
                    <a:pt x="13125" y="1819"/>
                  </a:cubicBezTo>
                  <a:lnTo>
                    <a:pt x="129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8"/>
            <p:cNvSpPr/>
            <p:nvPr/>
          </p:nvSpPr>
          <p:spPr>
            <a:xfrm>
              <a:off x="3963050" y="4335925"/>
              <a:ext cx="108825" cy="108800"/>
            </a:xfrm>
            <a:custGeom>
              <a:rect b="b" l="l" r="r" t="t"/>
              <a:pathLst>
                <a:path extrusionOk="0" h="4352" w="4353">
                  <a:moveTo>
                    <a:pt x="2217" y="244"/>
                  </a:moveTo>
                  <a:cubicBezTo>
                    <a:pt x="2229" y="244"/>
                    <a:pt x="2244" y="244"/>
                    <a:pt x="2257" y="245"/>
                  </a:cubicBezTo>
                  <a:cubicBezTo>
                    <a:pt x="2446" y="254"/>
                    <a:pt x="2630" y="289"/>
                    <a:pt x="2801" y="348"/>
                  </a:cubicBezTo>
                  <a:lnTo>
                    <a:pt x="2781" y="666"/>
                  </a:lnTo>
                  <a:lnTo>
                    <a:pt x="2779" y="707"/>
                  </a:lnTo>
                  <a:lnTo>
                    <a:pt x="2776" y="746"/>
                  </a:lnTo>
                  <a:lnTo>
                    <a:pt x="2770" y="862"/>
                  </a:lnTo>
                  <a:lnTo>
                    <a:pt x="2866" y="758"/>
                  </a:lnTo>
                  <a:lnTo>
                    <a:pt x="2899" y="722"/>
                  </a:lnTo>
                  <a:lnTo>
                    <a:pt x="2933" y="686"/>
                  </a:lnTo>
                  <a:lnTo>
                    <a:pt x="3115" y="487"/>
                  </a:lnTo>
                  <a:cubicBezTo>
                    <a:pt x="3248" y="560"/>
                    <a:pt x="3371" y="651"/>
                    <a:pt x="3483" y="753"/>
                  </a:cubicBezTo>
                  <a:lnTo>
                    <a:pt x="3486" y="755"/>
                  </a:lnTo>
                  <a:lnTo>
                    <a:pt x="3509" y="779"/>
                  </a:lnTo>
                  <a:lnTo>
                    <a:pt x="3514" y="784"/>
                  </a:lnTo>
                  <a:cubicBezTo>
                    <a:pt x="3518" y="787"/>
                    <a:pt x="3522" y="791"/>
                    <a:pt x="3526" y="794"/>
                  </a:cubicBezTo>
                  <a:lnTo>
                    <a:pt x="3521" y="797"/>
                  </a:lnTo>
                  <a:lnTo>
                    <a:pt x="3513" y="805"/>
                  </a:lnTo>
                  <a:lnTo>
                    <a:pt x="3478" y="832"/>
                  </a:lnTo>
                  <a:lnTo>
                    <a:pt x="3411" y="887"/>
                  </a:lnTo>
                  <a:lnTo>
                    <a:pt x="3115" y="1127"/>
                  </a:lnTo>
                  <a:lnTo>
                    <a:pt x="2816" y="1368"/>
                  </a:lnTo>
                  <a:cubicBezTo>
                    <a:pt x="2827" y="1377"/>
                    <a:pt x="2837" y="1384"/>
                    <a:pt x="2847" y="1394"/>
                  </a:cubicBezTo>
                  <a:cubicBezTo>
                    <a:pt x="2858" y="1403"/>
                    <a:pt x="2867" y="1411"/>
                    <a:pt x="2877" y="1421"/>
                  </a:cubicBezTo>
                  <a:cubicBezTo>
                    <a:pt x="2888" y="1430"/>
                    <a:pt x="2898" y="1439"/>
                    <a:pt x="2907" y="1447"/>
                  </a:cubicBezTo>
                  <a:cubicBezTo>
                    <a:pt x="2915" y="1457"/>
                    <a:pt x="2925" y="1467"/>
                    <a:pt x="2934" y="1477"/>
                  </a:cubicBezTo>
                  <a:cubicBezTo>
                    <a:pt x="2943" y="1488"/>
                    <a:pt x="2952" y="1497"/>
                    <a:pt x="2961" y="1507"/>
                  </a:cubicBezTo>
                  <a:cubicBezTo>
                    <a:pt x="2970" y="1518"/>
                    <a:pt x="2977" y="1528"/>
                    <a:pt x="2987" y="1538"/>
                  </a:cubicBezTo>
                  <a:lnTo>
                    <a:pt x="3228" y="1240"/>
                  </a:lnTo>
                  <a:lnTo>
                    <a:pt x="3467" y="944"/>
                  </a:lnTo>
                  <a:lnTo>
                    <a:pt x="3522" y="877"/>
                  </a:lnTo>
                  <a:lnTo>
                    <a:pt x="3550" y="842"/>
                  </a:lnTo>
                  <a:lnTo>
                    <a:pt x="3557" y="833"/>
                  </a:lnTo>
                  <a:lnTo>
                    <a:pt x="3560" y="828"/>
                  </a:lnTo>
                  <a:cubicBezTo>
                    <a:pt x="3564" y="832"/>
                    <a:pt x="3569" y="837"/>
                    <a:pt x="3571" y="841"/>
                  </a:cubicBezTo>
                  <a:lnTo>
                    <a:pt x="3576" y="846"/>
                  </a:lnTo>
                  <a:lnTo>
                    <a:pt x="3599" y="869"/>
                  </a:lnTo>
                  <a:lnTo>
                    <a:pt x="3602" y="872"/>
                  </a:lnTo>
                  <a:cubicBezTo>
                    <a:pt x="3712" y="991"/>
                    <a:pt x="3806" y="1124"/>
                    <a:pt x="3883" y="1267"/>
                  </a:cubicBezTo>
                  <a:lnTo>
                    <a:pt x="3673" y="1453"/>
                  </a:lnTo>
                  <a:lnTo>
                    <a:pt x="3637" y="1486"/>
                  </a:lnTo>
                  <a:lnTo>
                    <a:pt x="3600" y="1518"/>
                  </a:lnTo>
                  <a:lnTo>
                    <a:pt x="3501" y="1605"/>
                  </a:lnTo>
                  <a:lnTo>
                    <a:pt x="3611" y="1600"/>
                  </a:lnTo>
                  <a:lnTo>
                    <a:pt x="3651" y="1599"/>
                  </a:lnTo>
                  <a:lnTo>
                    <a:pt x="3691" y="1597"/>
                  </a:lnTo>
                  <a:lnTo>
                    <a:pt x="4017" y="1584"/>
                  </a:lnTo>
                  <a:cubicBezTo>
                    <a:pt x="4070" y="1746"/>
                    <a:pt x="4101" y="1917"/>
                    <a:pt x="4109" y="2096"/>
                  </a:cubicBezTo>
                  <a:cubicBezTo>
                    <a:pt x="4109" y="2110"/>
                    <a:pt x="4110" y="2123"/>
                    <a:pt x="4110" y="2137"/>
                  </a:cubicBezTo>
                  <a:lnTo>
                    <a:pt x="4110" y="2152"/>
                  </a:lnTo>
                  <a:lnTo>
                    <a:pt x="3962" y="2137"/>
                  </a:lnTo>
                  <a:lnTo>
                    <a:pt x="3754" y="2115"/>
                  </a:lnTo>
                  <a:lnTo>
                    <a:pt x="3713" y="2111"/>
                  </a:lnTo>
                  <a:lnTo>
                    <a:pt x="3582" y="2096"/>
                  </a:lnTo>
                  <a:lnTo>
                    <a:pt x="3199" y="2056"/>
                  </a:lnTo>
                  <a:lnTo>
                    <a:pt x="3199" y="2056"/>
                  </a:lnTo>
                  <a:cubicBezTo>
                    <a:pt x="3201" y="2070"/>
                    <a:pt x="3202" y="2084"/>
                    <a:pt x="3203" y="2096"/>
                  </a:cubicBezTo>
                  <a:cubicBezTo>
                    <a:pt x="3205" y="2110"/>
                    <a:pt x="3205" y="2123"/>
                    <a:pt x="3206" y="2137"/>
                  </a:cubicBezTo>
                  <a:cubicBezTo>
                    <a:pt x="3206" y="2149"/>
                    <a:pt x="3208" y="2163"/>
                    <a:pt x="3208" y="2177"/>
                  </a:cubicBezTo>
                  <a:cubicBezTo>
                    <a:pt x="3208" y="2189"/>
                    <a:pt x="3207" y="2204"/>
                    <a:pt x="3206" y="2216"/>
                  </a:cubicBezTo>
                  <a:cubicBezTo>
                    <a:pt x="3206" y="2229"/>
                    <a:pt x="3204" y="2244"/>
                    <a:pt x="3203" y="2256"/>
                  </a:cubicBezTo>
                  <a:cubicBezTo>
                    <a:pt x="3202" y="2270"/>
                    <a:pt x="3201" y="2283"/>
                    <a:pt x="3199" y="2297"/>
                  </a:cubicBezTo>
                  <a:lnTo>
                    <a:pt x="3582" y="2256"/>
                  </a:lnTo>
                  <a:lnTo>
                    <a:pt x="3713" y="2242"/>
                  </a:lnTo>
                  <a:lnTo>
                    <a:pt x="3754" y="2239"/>
                  </a:lnTo>
                  <a:lnTo>
                    <a:pt x="3962" y="2216"/>
                  </a:lnTo>
                  <a:lnTo>
                    <a:pt x="4110" y="2201"/>
                  </a:lnTo>
                  <a:lnTo>
                    <a:pt x="4110" y="2216"/>
                  </a:lnTo>
                  <a:cubicBezTo>
                    <a:pt x="4110" y="2229"/>
                    <a:pt x="4110" y="2244"/>
                    <a:pt x="4109" y="2256"/>
                  </a:cubicBezTo>
                  <a:cubicBezTo>
                    <a:pt x="4101" y="2446"/>
                    <a:pt x="4066" y="2629"/>
                    <a:pt x="4007" y="2801"/>
                  </a:cubicBezTo>
                  <a:lnTo>
                    <a:pt x="3688" y="2781"/>
                  </a:lnTo>
                  <a:lnTo>
                    <a:pt x="3649" y="2778"/>
                  </a:lnTo>
                  <a:lnTo>
                    <a:pt x="3609" y="2776"/>
                  </a:lnTo>
                  <a:lnTo>
                    <a:pt x="3492" y="2770"/>
                  </a:lnTo>
                  <a:lnTo>
                    <a:pt x="3597" y="2865"/>
                  </a:lnTo>
                  <a:lnTo>
                    <a:pt x="3634" y="2899"/>
                  </a:lnTo>
                  <a:lnTo>
                    <a:pt x="3670" y="2932"/>
                  </a:lnTo>
                  <a:lnTo>
                    <a:pt x="3868" y="3114"/>
                  </a:lnTo>
                  <a:cubicBezTo>
                    <a:pt x="3794" y="3247"/>
                    <a:pt x="3704" y="3371"/>
                    <a:pt x="3602" y="3483"/>
                  </a:cubicBezTo>
                  <a:lnTo>
                    <a:pt x="3599" y="3485"/>
                  </a:lnTo>
                  <a:lnTo>
                    <a:pt x="3576" y="3509"/>
                  </a:lnTo>
                  <a:lnTo>
                    <a:pt x="3572" y="3514"/>
                  </a:lnTo>
                  <a:cubicBezTo>
                    <a:pt x="3567" y="3518"/>
                    <a:pt x="3563" y="3521"/>
                    <a:pt x="3560" y="3525"/>
                  </a:cubicBezTo>
                  <a:lnTo>
                    <a:pt x="3557" y="3520"/>
                  </a:lnTo>
                  <a:lnTo>
                    <a:pt x="3550" y="3513"/>
                  </a:lnTo>
                  <a:lnTo>
                    <a:pt x="3522" y="3478"/>
                  </a:lnTo>
                  <a:lnTo>
                    <a:pt x="3468" y="3411"/>
                  </a:lnTo>
                  <a:lnTo>
                    <a:pt x="3228" y="3114"/>
                  </a:lnTo>
                  <a:lnTo>
                    <a:pt x="2987" y="2817"/>
                  </a:lnTo>
                  <a:cubicBezTo>
                    <a:pt x="2978" y="2827"/>
                    <a:pt x="2970" y="2837"/>
                    <a:pt x="2961" y="2847"/>
                  </a:cubicBezTo>
                  <a:cubicBezTo>
                    <a:pt x="2953" y="2857"/>
                    <a:pt x="2943" y="2866"/>
                    <a:pt x="2934" y="2876"/>
                  </a:cubicBezTo>
                  <a:cubicBezTo>
                    <a:pt x="2925" y="2887"/>
                    <a:pt x="2915" y="2897"/>
                    <a:pt x="2907" y="2906"/>
                  </a:cubicBezTo>
                  <a:cubicBezTo>
                    <a:pt x="2898" y="2916"/>
                    <a:pt x="2888" y="2924"/>
                    <a:pt x="2877" y="2933"/>
                  </a:cubicBezTo>
                  <a:cubicBezTo>
                    <a:pt x="2867" y="2942"/>
                    <a:pt x="2858" y="2952"/>
                    <a:pt x="2847" y="2960"/>
                  </a:cubicBezTo>
                  <a:cubicBezTo>
                    <a:pt x="2837" y="2969"/>
                    <a:pt x="2827" y="2977"/>
                    <a:pt x="2816" y="2986"/>
                  </a:cubicBezTo>
                  <a:lnTo>
                    <a:pt x="3115" y="3227"/>
                  </a:lnTo>
                  <a:lnTo>
                    <a:pt x="3411" y="3468"/>
                  </a:lnTo>
                  <a:lnTo>
                    <a:pt x="3478" y="3521"/>
                  </a:lnTo>
                  <a:lnTo>
                    <a:pt x="3513" y="3550"/>
                  </a:lnTo>
                  <a:lnTo>
                    <a:pt x="3521" y="3556"/>
                  </a:lnTo>
                  <a:lnTo>
                    <a:pt x="3526" y="3560"/>
                  </a:lnTo>
                  <a:cubicBezTo>
                    <a:pt x="3522" y="3565"/>
                    <a:pt x="3518" y="3568"/>
                    <a:pt x="3514" y="3571"/>
                  </a:cubicBezTo>
                  <a:lnTo>
                    <a:pt x="3509" y="3576"/>
                  </a:lnTo>
                  <a:lnTo>
                    <a:pt x="3486" y="3599"/>
                  </a:lnTo>
                  <a:lnTo>
                    <a:pt x="3483" y="3602"/>
                  </a:lnTo>
                  <a:cubicBezTo>
                    <a:pt x="3363" y="3711"/>
                    <a:pt x="3230" y="3805"/>
                    <a:pt x="3088" y="3882"/>
                  </a:cubicBezTo>
                  <a:lnTo>
                    <a:pt x="2902" y="3673"/>
                  </a:lnTo>
                  <a:lnTo>
                    <a:pt x="2870" y="3637"/>
                  </a:lnTo>
                  <a:lnTo>
                    <a:pt x="2837" y="3601"/>
                  </a:lnTo>
                  <a:lnTo>
                    <a:pt x="2749" y="3501"/>
                  </a:lnTo>
                  <a:lnTo>
                    <a:pt x="2749" y="3501"/>
                  </a:lnTo>
                  <a:lnTo>
                    <a:pt x="2754" y="3611"/>
                  </a:lnTo>
                  <a:lnTo>
                    <a:pt x="2757" y="3650"/>
                  </a:lnTo>
                  <a:lnTo>
                    <a:pt x="2758" y="3690"/>
                  </a:lnTo>
                  <a:lnTo>
                    <a:pt x="2772" y="4016"/>
                  </a:lnTo>
                  <a:cubicBezTo>
                    <a:pt x="2609" y="4070"/>
                    <a:pt x="2438" y="4101"/>
                    <a:pt x="2258" y="4108"/>
                  </a:cubicBezTo>
                  <a:cubicBezTo>
                    <a:pt x="2246" y="4108"/>
                    <a:pt x="2231" y="4109"/>
                    <a:pt x="2218" y="4109"/>
                  </a:cubicBezTo>
                  <a:lnTo>
                    <a:pt x="2202" y="4109"/>
                  </a:lnTo>
                  <a:lnTo>
                    <a:pt x="2218" y="3962"/>
                  </a:lnTo>
                  <a:lnTo>
                    <a:pt x="2241" y="3753"/>
                  </a:lnTo>
                  <a:lnTo>
                    <a:pt x="2244" y="3712"/>
                  </a:lnTo>
                  <a:lnTo>
                    <a:pt x="2258" y="3581"/>
                  </a:lnTo>
                  <a:lnTo>
                    <a:pt x="2298" y="3199"/>
                  </a:lnTo>
                  <a:lnTo>
                    <a:pt x="2298" y="3199"/>
                  </a:lnTo>
                  <a:cubicBezTo>
                    <a:pt x="2285" y="3200"/>
                    <a:pt x="2272" y="3201"/>
                    <a:pt x="2258" y="3202"/>
                  </a:cubicBezTo>
                  <a:cubicBezTo>
                    <a:pt x="2246" y="3204"/>
                    <a:pt x="2231" y="3204"/>
                    <a:pt x="2218" y="3205"/>
                  </a:cubicBezTo>
                  <a:cubicBezTo>
                    <a:pt x="2206" y="3205"/>
                    <a:pt x="2191" y="3209"/>
                    <a:pt x="2179" y="3209"/>
                  </a:cubicBezTo>
                  <a:cubicBezTo>
                    <a:pt x="2164" y="3209"/>
                    <a:pt x="2151" y="3207"/>
                    <a:pt x="2138" y="3205"/>
                  </a:cubicBezTo>
                  <a:cubicBezTo>
                    <a:pt x="2125" y="3204"/>
                    <a:pt x="2111" y="3204"/>
                    <a:pt x="2098" y="3202"/>
                  </a:cubicBezTo>
                  <a:cubicBezTo>
                    <a:pt x="2085" y="3201"/>
                    <a:pt x="2071" y="3200"/>
                    <a:pt x="2058" y="3199"/>
                  </a:cubicBezTo>
                  <a:lnTo>
                    <a:pt x="2058" y="3199"/>
                  </a:lnTo>
                  <a:lnTo>
                    <a:pt x="2098" y="3581"/>
                  </a:lnTo>
                  <a:lnTo>
                    <a:pt x="2113" y="3712"/>
                  </a:lnTo>
                  <a:lnTo>
                    <a:pt x="2116" y="3753"/>
                  </a:lnTo>
                  <a:lnTo>
                    <a:pt x="2138" y="3962"/>
                  </a:lnTo>
                  <a:lnTo>
                    <a:pt x="2154" y="4109"/>
                  </a:lnTo>
                  <a:lnTo>
                    <a:pt x="2138" y="4109"/>
                  </a:lnTo>
                  <a:cubicBezTo>
                    <a:pt x="2125" y="4109"/>
                    <a:pt x="2111" y="4109"/>
                    <a:pt x="2098" y="4108"/>
                  </a:cubicBezTo>
                  <a:cubicBezTo>
                    <a:pt x="1908" y="4101"/>
                    <a:pt x="1726" y="4066"/>
                    <a:pt x="1553" y="4006"/>
                  </a:cubicBezTo>
                  <a:lnTo>
                    <a:pt x="1573" y="3688"/>
                  </a:lnTo>
                  <a:lnTo>
                    <a:pt x="1576" y="3648"/>
                  </a:lnTo>
                  <a:lnTo>
                    <a:pt x="1578" y="3608"/>
                  </a:lnTo>
                  <a:lnTo>
                    <a:pt x="1584" y="3492"/>
                  </a:lnTo>
                  <a:lnTo>
                    <a:pt x="1490" y="3597"/>
                  </a:lnTo>
                  <a:lnTo>
                    <a:pt x="1455" y="3633"/>
                  </a:lnTo>
                  <a:lnTo>
                    <a:pt x="1422" y="3669"/>
                  </a:lnTo>
                  <a:lnTo>
                    <a:pt x="1241" y="3867"/>
                  </a:lnTo>
                  <a:cubicBezTo>
                    <a:pt x="1108" y="3794"/>
                    <a:pt x="984" y="3703"/>
                    <a:pt x="872" y="3602"/>
                  </a:cubicBezTo>
                  <a:lnTo>
                    <a:pt x="869" y="3599"/>
                  </a:lnTo>
                  <a:lnTo>
                    <a:pt x="846" y="3576"/>
                  </a:lnTo>
                  <a:lnTo>
                    <a:pt x="841" y="3571"/>
                  </a:lnTo>
                  <a:cubicBezTo>
                    <a:pt x="836" y="3567"/>
                    <a:pt x="833" y="3562"/>
                    <a:pt x="829" y="3560"/>
                  </a:cubicBezTo>
                  <a:lnTo>
                    <a:pt x="834" y="3556"/>
                  </a:lnTo>
                  <a:lnTo>
                    <a:pt x="842" y="3550"/>
                  </a:lnTo>
                  <a:lnTo>
                    <a:pt x="877" y="3521"/>
                  </a:lnTo>
                  <a:lnTo>
                    <a:pt x="944" y="3468"/>
                  </a:lnTo>
                  <a:lnTo>
                    <a:pt x="1241" y="3227"/>
                  </a:lnTo>
                  <a:lnTo>
                    <a:pt x="1538" y="2986"/>
                  </a:lnTo>
                  <a:cubicBezTo>
                    <a:pt x="1528" y="2977"/>
                    <a:pt x="1517" y="2969"/>
                    <a:pt x="1507" y="2960"/>
                  </a:cubicBezTo>
                  <a:cubicBezTo>
                    <a:pt x="1497" y="2952"/>
                    <a:pt x="1488" y="2942"/>
                    <a:pt x="1478" y="2933"/>
                  </a:cubicBezTo>
                  <a:cubicBezTo>
                    <a:pt x="1468" y="2924"/>
                    <a:pt x="1458" y="2916"/>
                    <a:pt x="1448" y="2906"/>
                  </a:cubicBezTo>
                  <a:cubicBezTo>
                    <a:pt x="1439" y="2897"/>
                    <a:pt x="1430" y="2887"/>
                    <a:pt x="1421" y="2876"/>
                  </a:cubicBezTo>
                  <a:cubicBezTo>
                    <a:pt x="1412" y="2866"/>
                    <a:pt x="1403" y="2857"/>
                    <a:pt x="1394" y="2846"/>
                  </a:cubicBezTo>
                  <a:cubicBezTo>
                    <a:pt x="1385" y="2836"/>
                    <a:pt x="1377" y="2826"/>
                    <a:pt x="1368" y="2815"/>
                  </a:cubicBezTo>
                  <a:lnTo>
                    <a:pt x="1127" y="3114"/>
                  </a:lnTo>
                  <a:lnTo>
                    <a:pt x="887" y="3411"/>
                  </a:lnTo>
                  <a:lnTo>
                    <a:pt x="833" y="3478"/>
                  </a:lnTo>
                  <a:lnTo>
                    <a:pt x="804" y="3513"/>
                  </a:lnTo>
                  <a:lnTo>
                    <a:pt x="798" y="3520"/>
                  </a:lnTo>
                  <a:lnTo>
                    <a:pt x="794" y="3525"/>
                  </a:lnTo>
                  <a:cubicBezTo>
                    <a:pt x="790" y="3521"/>
                    <a:pt x="787" y="3518"/>
                    <a:pt x="784" y="3514"/>
                  </a:cubicBezTo>
                  <a:lnTo>
                    <a:pt x="779" y="3509"/>
                  </a:lnTo>
                  <a:lnTo>
                    <a:pt x="756" y="3485"/>
                  </a:lnTo>
                  <a:lnTo>
                    <a:pt x="753" y="3483"/>
                  </a:lnTo>
                  <a:cubicBezTo>
                    <a:pt x="643" y="3363"/>
                    <a:pt x="550" y="3230"/>
                    <a:pt x="472" y="3087"/>
                  </a:cubicBezTo>
                  <a:lnTo>
                    <a:pt x="682" y="2901"/>
                  </a:lnTo>
                  <a:lnTo>
                    <a:pt x="718" y="2869"/>
                  </a:lnTo>
                  <a:lnTo>
                    <a:pt x="754" y="2837"/>
                  </a:lnTo>
                  <a:lnTo>
                    <a:pt x="854" y="2749"/>
                  </a:lnTo>
                  <a:lnTo>
                    <a:pt x="744" y="2755"/>
                  </a:lnTo>
                  <a:lnTo>
                    <a:pt x="704" y="2756"/>
                  </a:lnTo>
                  <a:lnTo>
                    <a:pt x="664" y="2757"/>
                  </a:lnTo>
                  <a:lnTo>
                    <a:pt x="338" y="2771"/>
                  </a:lnTo>
                  <a:cubicBezTo>
                    <a:pt x="284" y="2608"/>
                    <a:pt x="253" y="2437"/>
                    <a:pt x="246" y="2257"/>
                  </a:cubicBezTo>
                  <a:cubicBezTo>
                    <a:pt x="246" y="2245"/>
                    <a:pt x="245" y="2230"/>
                    <a:pt x="245" y="2218"/>
                  </a:cubicBezTo>
                  <a:lnTo>
                    <a:pt x="245" y="2203"/>
                  </a:lnTo>
                  <a:lnTo>
                    <a:pt x="393" y="2218"/>
                  </a:lnTo>
                  <a:lnTo>
                    <a:pt x="601" y="2240"/>
                  </a:lnTo>
                  <a:lnTo>
                    <a:pt x="642" y="2244"/>
                  </a:lnTo>
                  <a:lnTo>
                    <a:pt x="773" y="2257"/>
                  </a:lnTo>
                  <a:lnTo>
                    <a:pt x="1155" y="2298"/>
                  </a:lnTo>
                  <a:cubicBezTo>
                    <a:pt x="1154" y="2285"/>
                    <a:pt x="1153" y="2271"/>
                    <a:pt x="1151" y="2257"/>
                  </a:cubicBezTo>
                  <a:cubicBezTo>
                    <a:pt x="1150" y="2245"/>
                    <a:pt x="1150" y="2230"/>
                    <a:pt x="1149" y="2218"/>
                  </a:cubicBezTo>
                  <a:cubicBezTo>
                    <a:pt x="1149" y="2205"/>
                    <a:pt x="1146" y="2190"/>
                    <a:pt x="1146" y="2178"/>
                  </a:cubicBezTo>
                  <a:cubicBezTo>
                    <a:pt x="1146" y="2164"/>
                    <a:pt x="1148" y="2151"/>
                    <a:pt x="1149" y="2138"/>
                  </a:cubicBezTo>
                  <a:cubicBezTo>
                    <a:pt x="1149" y="2125"/>
                    <a:pt x="1150" y="2111"/>
                    <a:pt x="1151" y="2097"/>
                  </a:cubicBezTo>
                  <a:cubicBezTo>
                    <a:pt x="1153" y="2085"/>
                    <a:pt x="1154" y="2071"/>
                    <a:pt x="1155" y="2058"/>
                  </a:cubicBezTo>
                  <a:lnTo>
                    <a:pt x="1155" y="2058"/>
                  </a:lnTo>
                  <a:lnTo>
                    <a:pt x="773" y="2097"/>
                  </a:lnTo>
                  <a:lnTo>
                    <a:pt x="642" y="2112"/>
                  </a:lnTo>
                  <a:lnTo>
                    <a:pt x="601" y="2116"/>
                  </a:lnTo>
                  <a:lnTo>
                    <a:pt x="393" y="2138"/>
                  </a:lnTo>
                  <a:lnTo>
                    <a:pt x="245" y="2153"/>
                  </a:lnTo>
                  <a:lnTo>
                    <a:pt x="245" y="2138"/>
                  </a:lnTo>
                  <a:cubicBezTo>
                    <a:pt x="245" y="2125"/>
                    <a:pt x="245" y="2111"/>
                    <a:pt x="246" y="2097"/>
                  </a:cubicBezTo>
                  <a:cubicBezTo>
                    <a:pt x="253" y="1909"/>
                    <a:pt x="289" y="1725"/>
                    <a:pt x="348" y="1554"/>
                  </a:cubicBezTo>
                  <a:lnTo>
                    <a:pt x="666" y="1573"/>
                  </a:lnTo>
                  <a:lnTo>
                    <a:pt x="706" y="1575"/>
                  </a:lnTo>
                  <a:lnTo>
                    <a:pt x="747" y="1578"/>
                  </a:lnTo>
                  <a:lnTo>
                    <a:pt x="862" y="1585"/>
                  </a:lnTo>
                  <a:lnTo>
                    <a:pt x="758" y="1489"/>
                  </a:lnTo>
                  <a:lnTo>
                    <a:pt x="722" y="1456"/>
                  </a:lnTo>
                  <a:lnTo>
                    <a:pt x="686" y="1422"/>
                  </a:lnTo>
                  <a:lnTo>
                    <a:pt x="488" y="1240"/>
                  </a:lnTo>
                  <a:cubicBezTo>
                    <a:pt x="561" y="1107"/>
                    <a:pt x="651" y="983"/>
                    <a:pt x="753" y="872"/>
                  </a:cubicBezTo>
                  <a:lnTo>
                    <a:pt x="756" y="869"/>
                  </a:lnTo>
                  <a:lnTo>
                    <a:pt x="779" y="846"/>
                  </a:lnTo>
                  <a:lnTo>
                    <a:pt x="784" y="841"/>
                  </a:lnTo>
                  <a:cubicBezTo>
                    <a:pt x="788" y="837"/>
                    <a:pt x="792" y="832"/>
                    <a:pt x="794" y="828"/>
                  </a:cubicBezTo>
                  <a:lnTo>
                    <a:pt x="798" y="833"/>
                  </a:lnTo>
                  <a:lnTo>
                    <a:pt x="804" y="842"/>
                  </a:lnTo>
                  <a:lnTo>
                    <a:pt x="833" y="877"/>
                  </a:lnTo>
                  <a:lnTo>
                    <a:pt x="887" y="944"/>
                  </a:lnTo>
                  <a:lnTo>
                    <a:pt x="1127" y="1240"/>
                  </a:lnTo>
                  <a:lnTo>
                    <a:pt x="1368" y="1538"/>
                  </a:lnTo>
                  <a:cubicBezTo>
                    <a:pt x="1377" y="1528"/>
                    <a:pt x="1385" y="1518"/>
                    <a:pt x="1394" y="1507"/>
                  </a:cubicBezTo>
                  <a:cubicBezTo>
                    <a:pt x="1403" y="1497"/>
                    <a:pt x="1412" y="1488"/>
                    <a:pt x="1421" y="1477"/>
                  </a:cubicBezTo>
                  <a:cubicBezTo>
                    <a:pt x="1430" y="1467"/>
                    <a:pt x="1439" y="1457"/>
                    <a:pt x="1448" y="1447"/>
                  </a:cubicBezTo>
                  <a:cubicBezTo>
                    <a:pt x="1458" y="1439"/>
                    <a:pt x="1468" y="1430"/>
                    <a:pt x="1478" y="1421"/>
                  </a:cubicBezTo>
                  <a:cubicBezTo>
                    <a:pt x="1488" y="1411"/>
                    <a:pt x="1497" y="1403"/>
                    <a:pt x="1507" y="1394"/>
                  </a:cubicBezTo>
                  <a:cubicBezTo>
                    <a:pt x="1517" y="1384"/>
                    <a:pt x="1528" y="1377"/>
                    <a:pt x="1538" y="1368"/>
                  </a:cubicBezTo>
                  <a:lnTo>
                    <a:pt x="1241" y="1127"/>
                  </a:lnTo>
                  <a:lnTo>
                    <a:pt x="944" y="887"/>
                  </a:lnTo>
                  <a:lnTo>
                    <a:pt x="877" y="832"/>
                  </a:lnTo>
                  <a:lnTo>
                    <a:pt x="842" y="805"/>
                  </a:lnTo>
                  <a:lnTo>
                    <a:pt x="834" y="797"/>
                  </a:lnTo>
                  <a:lnTo>
                    <a:pt x="829" y="794"/>
                  </a:lnTo>
                  <a:cubicBezTo>
                    <a:pt x="833" y="790"/>
                    <a:pt x="836" y="786"/>
                    <a:pt x="841" y="784"/>
                  </a:cubicBezTo>
                  <a:lnTo>
                    <a:pt x="846" y="779"/>
                  </a:lnTo>
                  <a:lnTo>
                    <a:pt x="869" y="755"/>
                  </a:lnTo>
                  <a:lnTo>
                    <a:pt x="872" y="753"/>
                  </a:lnTo>
                  <a:cubicBezTo>
                    <a:pt x="991" y="643"/>
                    <a:pt x="1124" y="549"/>
                    <a:pt x="1268" y="471"/>
                  </a:cubicBezTo>
                  <a:lnTo>
                    <a:pt x="1453" y="682"/>
                  </a:lnTo>
                  <a:lnTo>
                    <a:pt x="1485" y="718"/>
                  </a:lnTo>
                  <a:lnTo>
                    <a:pt x="1517" y="754"/>
                  </a:lnTo>
                  <a:lnTo>
                    <a:pt x="1605" y="853"/>
                  </a:lnTo>
                  <a:lnTo>
                    <a:pt x="1600" y="744"/>
                  </a:lnTo>
                  <a:lnTo>
                    <a:pt x="1599" y="703"/>
                  </a:lnTo>
                  <a:lnTo>
                    <a:pt x="1598" y="663"/>
                  </a:lnTo>
                  <a:lnTo>
                    <a:pt x="1583" y="337"/>
                  </a:lnTo>
                  <a:cubicBezTo>
                    <a:pt x="1746" y="285"/>
                    <a:pt x="1918" y="254"/>
                    <a:pt x="2097" y="245"/>
                  </a:cubicBezTo>
                  <a:cubicBezTo>
                    <a:pt x="2110" y="245"/>
                    <a:pt x="2124" y="244"/>
                    <a:pt x="2136" y="244"/>
                  </a:cubicBezTo>
                  <a:lnTo>
                    <a:pt x="2152" y="244"/>
                  </a:lnTo>
                  <a:lnTo>
                    <a:pt x="2136" y="393"/>
                  </a:lnTo>
                  <a:lnTo>
                    <a:pt x="2115" y="600"/>
                  </a:lnTo>
                  <a:lnTo>
                    <a:pt x="2111" y="642"/>
                  </a:lnTo>
                  <a:lnTo>
                    <a:pt x="2097" y="774"/>
                  </a:lnTo>
                  <a:lnTo>
                    <a:pt x="2057" y="1155"/>
                  </a:lnTo>
                  <a:cubicBezTo>
                    <a:pt x="2069" y="1153"/>
                    <a:pt x="2084" y="1152"/>
                    <a:pt x="2097" y="1151"/>
                  </a:cubicBezTo>
                  <a:cubicBezTo>
                    <a:pt x="2110" y="1150"/>
                    <a:pt x="2124" y="1150"/>
                    <a:pt x="2136" y="1148"/>
                  </a:cubicBezTo>
                  <a:cubicBezTo>
                    <a:pt x="2150" y="1148"/>
                    <a:pt x="2164" y="1146"/>
                    <a:pt x="2177" y="1146"/>
                  </a:cubicBezTo>
                  <a:cubicBezTo>
                    <a:pt x="2191" y="1146"/>
                    <a:pt x="2204" y="1147"/>
                    <a:pt x="2217" y="1148"/>
                  </a:cubicBezTo>
                  <a:cubicBezTo>
                    <a:pt x="2229" y="1148"/>
                    <a:pt x="2244" y="1150"/>
                    <a:pt x="2257" y="1151"/>
                  </a:cubicBezTo>
                  <a:cubicBezTo>
                    <a:pt x="2270" y="1152"/>
                    <a:pt x="2284" y="1153"/>
                    <a:pt x="2296" y="1155"/>
                  </a:cubicBezTo>
                  <a:lnTo>
                    <a:pt x="2257" y="774"/>
                  </a:lnTo>
                  <a:lnTo>
                    <a:pt x="2243" y="642"/>
                  </a:lnTo>
                  <a:lnTo>
                    <a:pt x="2239" y="600"/>
                  </a:lnTo>
                  <a:lnTo>
                    <a:pt x="2217" y="393"/>
                  </a:lnTo>
                  <a:lnTo>
                    <a:pt x="2201" y="244"/>
                  </a:lnTo>
                  <a:close/>
                  <a:moveTo>
                    <a:pt x="2177" y="1"/>
                  </a:moveTo>
                  <a:cubicBezTo>
                    <a:pt x="2164" y="1"/>
                    <a:pt x="2150" y="2"/>
                    <a:pt x="2136" y="2"/>
                  </a:cubicBezTo>
                  <a:cubicBezTo>
                    <a:pt x="2124" y="2"/>
                    <a:pt x="2110" y="2"/>
                    <a:pt x="2097" y="3"/>
                  </a:cubicBezTo>
                  <a:cubicBezTo>
                    <a:pt x="2084" y="3"/>
                    <a:pt x="2072" y="3"/>
                    <a:pt x="2059" y="4"/>
                  </a:cubicBezTo>
                  <a:cubicBezTo>
                    <a:pt x="1623" y="28"/>
                    <a:pt x="1220" y="181"/>
                    <a:pt x="888" y="426"/>
                  </a:cubicBezTo>
                  <a:cubicBezTo>
                    <a:pt x="873" y="437"/>
                    <a:pt x="859" y="450"/>
                    <a:pt x="844" y="461"/>
                  </a:cubicBezTo>
                  <a:cubicBezTo>
                    <a:pt x="828" y="472"/>
                    <a:pt x="814" y="484"/>
                    <a:pt x="798" y="496"/>
                  </a:cubicBezTo>
                  <a:cubicBezTo>
                    <a:pt x="773" y="517"/>
                    <a:pt x="749" y="537"/>
                    <a:pt x="725" y="559"/>
                  </a:cubicBezTo>
                  <a:cubicBezTo>
                    <a:pt x="716" y="567"/>
                    <a:pt x="706" y="576"/>
                    <a:pt x="697" y="584"/>
                  </a:cubicBezTo>
                  <a:cubicBezTo>
                    <a:pt x="687" y="593"/>
                    <a:pt x="679" y="601"/>
                    <a:pt x="668" y="611"/>
                  </a:cubicBezTo>
                  <a:cubicBezTo>
                    <a:pt x="659" y="620"/>
                    <a:pt x="649" y="629"/>
                    <a:pt x="638" y="637"/>
                  </a:cubicBezTo>
                  <a:cubicBezTo>
                    <a:pt x="629" y="647"/>
                    <a:pt x="620" y="657"/>
                    <a:pt x="611" y="667"/>
                  </a:cubicBezTo>
                  <a:cubicBezTo>
                    <a:pt x="602" y="677"/>
                    <a:pt x="593" y="687"/>
                    <a:pt x="584" y="697"/>
                  </a:cubicBezTo>
                  <a:cubicBezTo>
                    <a:pt x="576" y="707"/>
                    <a:pt x="567" y="715"/>
                    <a:pt x="560" y="724"/>
                  </a:cubicBezTo>
                  <a:cubicBezTo>
                    <a:pt x="537" y="749"/>
                    <a:pt x="517" y="772"/>
                    <a:pt x="496" y="797"/>
                  </a:cubicBezTo>
                  <a:cubicBezTo>
                    <a:pt x="485" y="812"/>
                    <a:pt x="473" y="827"/>
                    <a:pt x="462" y="843"/>
                  </a:cubicBezTo>
                  <a:cubicBezTo>
                    <a:pt x="450" y="857"/>
                    <a:pt x="438" y="873"/>
                    <a:pt x="427" y="888"/>
                  </a:cubicBezTo>
                  <a:cubicBezTo>
                    <a:pt x="181" y="1219"/>
                    <a:pt x="29" y="1622"/>
                    <a:pt x="5" y="2059"/>
                  </a:cubicBezTo>
                  <a:cubicBezTo>
                    <a:pt x="4" y="2072"/>
                    <a:pt x="4" y="2083"/>
                    <a:pt x="4" y="2096"/>
                  </a:cubicBezTo>
                  <a:cubicBezTo>
                    <a:pt x="4" y="2109"/>
                    <a:pt x="3" y="2123"/>
                    <a:pt x="3" y="2137"/>
                  </a:cubicBezTo>
                  <a:cubicBezTo>
                    <a:pt x="3" y="2149"/>
                    <a:pt x="1" y="2163"/>
                    <a:pt x="1" y="2177"/>
                  </a:cubicBezTo>
                  <a:cubicBezTo>
                    <a:pt x="1" y="2189"/>
                    <a:pt x="3" y="2204"/>
                    <a:pt x="3" y="2216"/>
                  </a:cubicBezTo>
                  <a:cubicBezTo>
                    <a:pt x="3" y="2229"/>
                    <a:pt x="3" y="2244"/>
                    <a:pt x="4" y="2256"/>
                  </a:cubicBezTo>
                  <a:cubicBezTo>
                    <a:pt x="4" y="2270"/>
                    <a:pt x="4" y="2281"/>
                    <a:pt x="5" y="2293"/>
                  </a:cubicBezTo>
                  <a:cubicBezTo>
                    <a:pt x="29" y="2731"/>
                    <a:pt x="181" y="3133"/>
                    <a:pt x="427" y="3464"/>
                  </a:cubicBezTo>
                  <a:cubicBezTo>
                    <a:pt x="438" y="3480"/>
                    <a:pt x="450" y="3494"/>
                    <a:pt x="462" y="3510"/>
                  </a:cubicBezTo>
                  <a:cubicBezTo>
                    <a:pt x="473" y="3525"/>
                    <a:pt x="485" y="3540"/>
                    <a:pt x="496" y="3555"/>
                  </a:cubicBezTo>
                  <a:cubicBezTo>
                    <a:pt x="517" y="3579"/>
                    <a:pt x="537" y="3604"/>
                    <a:pt x="560" y="3629"/>
                  </a:cubicBezTo>
                  <a:cubicBezTo>
                    <a:pt x="567" y="3638"/>
                    <a:pt x="576" y="3647"/>
                    <a:pt x="584" y="3655"/>
                  </a:cubicBezTo>
                  <a:cubicBezTo>
                    <a:pt x="593" y="3666"/>
                    <a:pt x="602" y="3675"/>
                    <a:pt x="611" y="3685"/>
                  </a:cubicBezTo>
                  <a:cubicBezTo>
                    <a:pt x="620" y="3695"/>
                    <a:pt x="629" y="3705"/>
                    <a:pt x="638" y="3715"/>
                  </a:cubicBezTo>
                  <a:cubicBezTo>
                    <a:pt x="648" y="3725"/>
                    <a:pt x="658" y="3733"/>
                    <a:pt x="668" y="3742"/>
                  </a:cubicBezTo>
                  <a:cubicBezTo>
                    <a:pt x="677" y="3751"/>
                    <a:pt x="687" y="3760"/>
                    <a:pt x="697" y="3769"/>
                  </a:cubicBezTo>
                  <a:cubicBezTo>
                    <a:pt x="706" y="3777"/>
                    <a:pt x="716" y="3785"/>
                    <a:pt x="725" y="3794"/>
                  </a:cubicBezTo>
                  <a:cubicBezTo>
                    <a:pt x="749" y="3815"/>
                    <a:pt x="772" y="3836"/>
                    <a:pt x="798" y="3857"/>
                  </a:cubicBezTo>
                  <a:cubicBezTo>
                    <a:pt x="813" y="3868"/>
                    <a:pt x="828" y="3880"/>
                    <a:pt x="844" y="3892"/>
                  </a:cubicBezTo>
                  <a:cubicBezTo>
                    <a:pt x="857" y="3903"/>
                    <a:pt x="873" y="3914"/>
                    <a:pt x="888" y="3927"/>
                  </a:cubicBezTo>
                  <a:cubicBezTo>
                    <a:pt x="1220" y="4171"/>
                    <a:pt x="1623" y="4325"/>
                    <a:pt x="2059" y="4349"/>
                  </a:cubicBezTo>
                  <a:cubicBezTo>
                    <a:pt x="2072" y="4350"/>
                    <a:pt x="2084" y="4350"/>
                    <a:pt x="2097" y="4350"/>
                  </a:cubicBezTo>
                  <a:cubicBezTo>
                    <a:pt x="2110" y="4350"/>
                    <a:pt x="2124" y="4351"/>
                    <a:pt x="2136" y="4351"/>
                  </a:cubicBezTo>
                  <a:cubicBezTo>
                    <a:pt x="2150" y="4351"/>
                    <a:pt x="2164" y="4352"/>
                    <a:pt x="2177" y="4352"/>
                  </a:cubicBezTo>
                  <a:cubicBezTo>
                    <a:pt x="2190" y="4352"/>
                    <a:pt x="2205" y="4351"/>
                    <a:pt x="2217" y="4351"/>
                  </a:cubicBezTo>
                  <a:cubicBezTo>
                    <a:pt x="2230" y="4351"/>
                    <a:pt x="2244" y="4351"/>
                    <a:pt x="2257" y="4350"/>
                  </a:cubicBezTo>
                  <a:cubicBezTo>
                    <a:pt x="2270" y="4350"/>
                    <a:pt x="2282" y="4350"/>
                    <a:pt x="2294" y="4349"/>
                  </a:cubicBezTo>
                  <a:cubicBezTo>
                    <a:pt x="2732" y="4325"/>
                    <a:pt x="3134" y="4171"/>
                    <a:pt x="3465" y="3927"/>
                  </a:cubicBezTo>
                  <a:cubicBezTo>
                    <a:pt x="3482" y="3915"/>
                    <a:pt x="3496" y="3903"/>
                    <a:pt x="3512" y="3892"/>
                  </a:cubicBezTo>
                  <a:cubicBezTo>
                    <a:pt x="3527" y="3880"/>
                    <a:pt x="3542" y="3869"/>
                    <a:pt x="3557" y="3857"/>
                  </a:cubicBezTo>
                  <a:cubicBezTo>
                    <a:pt x="3582" y="3836"/>
                    <a:pt x="3606" y="3815"/>
                    <a:pt x="3630" y="3794"/>
                  </a:cubicBezTo>
                  <a:cubicBezTo>
                    <a:pt x="3640" y="3785"/>
                    <a:pt x="3649" y="3777"/>
                    <a:pt x="3657" y="3769"/>
                  </a:cubicBezTo>
                  <a:cubicBezTo>
                    <a:pt x="3668" y="3760"/>
                    <a:pt x="3677" y="3751"/>
                    <a:pt x="3686" y="3742"/>
                  </a:cubicBezTo>
                  <a:cubicBezTo>
                    <a:pt x="3695" y="3733"/>
                    <a:pt x="3706" y="3724"/>
                    <a:pt x="3716" y="3715"/>
                  </a:cubicBezTo>
                  <a:cubicBezTo>
                    <a:pt x="3724" y="3706"/>
                    <a:pt x="3734" y="3696"/>
                    <a:pt x="3743" y="3685"/>
                  </a:cubicBezTo>
                  <a:cubicBezTo>
                    <a:pt x="3752" y="3676"/>
                    <a:pt x="3760" y="3666"/>
                    <a:pt x="3770" y="3655"/>
                  </a:cubicBezTo>
                  <a:cubicBezTo>
                    <a:pt x="3778" y="3647"/>
                    <a:pt x="3786" y="3638"/>
                    <a:pt x="3794" y="3629"/>
                  </a:cubicBezTo>
                  <a:cubicBezTo>
                    <a:pt x="3816" y="3604"/>
                    <a:pt x="3837" y="3581"/>
                    <a:pt x="3857" y="3555"/>
                  </a:cubicBezTo>
                  <a:cubicBezTo>
                    <a:pt x="3869" y="3541"/>
                    <a:pt x="3881" y="3525"/>
                    <a:pt x="3892" y="3510"/>
                  </a:cubicBezTo>
                  <a:cubicBezTo>
                    <a:pt x="3904" y="3495"/>
                    <a:pt x="3915" y="3480"/>
                    <a:pt x="3928" y="3464"/>
                  </a:cubicBezTo>
                  <a:cubicBezTo>
                    <a:pt x="4172" y="3133"/>
                    <a:pt x="4326" y="2731"/>
                    <a:pt x="4349" y="2293"/>
                  </a:cubicBezTo>
                  <a:cubicBezTo>
                    <a:pt x="4351" y="2281"/>
                    <a:pt x="4351" y="2270"/>
                    <a:pt x="4351" y="2256"/>
                  </a:cubicBezTo>
                  <a:cubicBezTo>
                    <a:pt x="4351" y="2244"/>
                    <a:pt x="4352" y="2229"/>
                    <a:pt x="4352" y="2216"/>
                  </a:cubicBezTo>
                  <a:cubicBezTo>
                    <a:pt x="4352" y="2204"/>
                    <a:pt x="4353" y="2189"/>
                    <a:pt x="4353" y="2177"/>
                  </a:cubicBezTo>
                  <a:cubicBezTo>
                    <a:pt x="4353" y="2163"/>
                    <a:pt x="4352" y="2149"/>
                    <a:pt x="4352" y="2137"/>
                  </a:cubicBezTo>
                  <a:cubicBezTo>
                    <a:pt x="4352" y="2123"/>
                    <a:pt x="4352" y="2109"/>
                    <a:pt x="4351" y="2096"/>
                  </a:cubicBezTo>
                  <a:cubicBezTo>
                    <a:pt x="4351" y="2083"/>
                    <a:pt x="4351" y="2072"/>
                    <a:pt x="4349" y="2059"/>
                  </a:cubicBezTo>
                  <a:cubicBezTo>
                    <a:pt x="4326" y="1622"/>
                    <a:pt x="4172" y="1219"/>
                    <a:pt x="3928" y="888"/>
                  </a:cubicBezTo>
                  <a:cubicBezTo>
                    <a:pt x="3915" y="873"/>
                    <a:pt x="3904" y="858"/>
                    <a:pt x="3892" y="843"/>
                  </a:cubicBezTo>
                  <a:cubicBezTo>
                    <a:pt x="3881" y="827"/>
                    <a:pt x="3869" y="813"/>
                    <a:pt x="3857" y="797"/>
                  </a:cubicBezTo>
                  <a:cubicBezTo>
                    <a:pt x="3837" y="774"/>
                    <a:pt x="3816" y="749"/>
                    <a:pt x="3794" y="724"/>
                  </a:cubicBezTo>
                  <a:cubicBezTo>
                    <a:pt x="3786" y="715"/>
                    <a:pt x="3778" y="707"/>
                    <a:pt x="3770" y="697"/>
                  </a:cubicBezTo>
                  <a:cubicBezTo>
                    <a:pt x="3760" y="687"/>
                    <a:pt x="3752" y="678"/>
                    <a:pt x="3743" y="667"/>
                  </a:cubicBezTo>
                  <a:cubicBezTo>
                    <a:pt x="3734" y="658"/>
                    <a:pt x="3724" y="648"/>
                    <a:pt x="3716" y="637"/>
                  </a:cubicBezTo>
                  <a:cubicBezTo>
                    <a:pt x="3707" y="629"/>
                    <a:pt x="3696" y="620"/>
                    <a:pt x="3686" y="611"/>
                  </a:cubicBezTo>
                  <a:cubicBezTo>
                    <a:pt x="3677" y="601"/>
                    <a:pt x="3667" y="593"/>
                    <a:pt x="3656" y="584"/>
                  </a:cubicBezTo>
                  <a:cubicBezTo>
                    <a:pt x="3647" y="576"/>
                    <a:pt x="3639" y="567"/>
                    <a:pt x="3629" y="559"/>
                  </a:cubicBezTo>
                  <a:cubicBezTo>
                    <a:pt x="3605" y="537"/>
                    <a:pt x="3582" y="517"/>
                    <a:pt x="3556" y="496"/>
                  </a:cubicBezTo>
                  <a:cubicBezTo>
                    <a:pt x="3542" y="485"/>
                    <a:pt x="3526" y="472"/>
                    <a:pt x="3511" y="461"/>
                  </a:cubicBezTo>
                  <a:cubicBezTo>
                    <a:pt x="3496" y="450"/>
                    <a:pt x="3481" y="438"/>
                    <a:pt x="3465" y="426"/>
                  </a:cubicBezTo>
                  <a:cubicBezTo>
                    <a:pt x="3134" y="181"/>
                    <a:pt x="2732" y="28"/>
                    <a:pt x="2294" y="4"/>
                  </a:cubicBezTo>
                  <a:cubicBezTo>
                    <a:pt x="2282" y="3"/>
                    <a:pt x="2270" y="3"/>
                    <a:pt x="2257" y="3"/>
                  </a:cubicBezTo>
                  <a:cubicBezTo>
                    <a:pt x="2244" y="3"/>
                    <a:pt x="2230" y="2"/>
                    <a:pt x="2217" y="2"/>
                  </a:cubicBezTo>
                  <a:cubicBezTo>
                    <a:pt x="2205" y="2"/>
                    <a:pt x="2190" y="1"/>
                    <a:pt x="2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8"/>
            <p:cNvSpPr/>
            <p:nvPr/>
          </p:nvSpPr>
          <p:spPr>
            <a:xfrm>
              <a:off x="3894875" y="4215625"/>
              <a:ext cx="5325" cy="6775"/>
            </a:xfrm>
            <a:custGeom>
              <a:rect b="b" l="l" r="r" t="t"/>
              <a:pathLst>
                <a:path extrusionOk="0" h="271" w="213">
                  <a:moveTo>
                    <a:pt x="46" y="1"/>
                  </a:moveTo>
                  <a:lnTo>
                    <a:pt x="1" y="33"/>
                  </a:lnTo>
                  <a:lnTo>
                    <a:pt x="167" y="270"/>
                  </a:lnTo>
                  <a:cubicBezTo>
                    <a:pt x="182" y="260"/>
                    <a:pt x="197" y="249"/>
                    <a:pt x="212" y="239"/>
                  </a:cubicBezTo>
                  <a:lnTo>
                    <a:pt x="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8"/>
            <p:cNvSpPr/>
            <p:nvPr/>
          </p:nvSpPr>
          <p:spPr>
            <a:xfrm>
              <a:off x="3880200" y="4226925"/>
              <a:ext cx="5775" cy="6475"/>
            </a:xfrm>
            <a:custGeom>
              <a:rect b="b" l="l" r="r" t="t"/>
              <a:pathLst>
                <a:path extrusionOk="0" h="259" w="231">
                  <a:moveTo>
                    <a:pt x="43" y="1"/>
                  </a:moveTo>
                  <a:lnTo>
                    <a:pt x="1" y="35"/>
                  </a:lnTo>
                  <a:lnTo>
                    <a:pt x="187" y="259"/>
                  </a:lnTo>
                  <a:lnTo>
                    <a:pt x="231" y="224"/>
                  </a:lnTo>
                  <a:lnTo>
                    <a:pt x="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8"/>
            <p:cNvSpPr/>
            <p:nvPr/>
          </p:nvSpPr>
          <p:spPr>
            <a:xfrm>
              <a:off x="3926975" y="4197200"/>
              <a:ext cx="4325" cy="7125"/>
            </a:xfrm>
            <a:custGeom>
              <a:rect b="b" l="l" r="r" t="t"/>
              <a:pathLst>
                <a:path extrusionOk="0" h="285" w="173">
                  <a:moveTo>
                    <a:pt x="50" y="0"/>
                  </a:moveTo>
                  <a:lnTo>
                    <a:pt x="0" y="24"/>
                  </a:lnTo>
                  <a:lnTo>
                    <a:pt x="122" y="285"/>
                  </a:lnTo>
                  <a:lnTo>
                    <a:pt x="173" y="262"/>
                  </a:lnTo>
                  <a:lnTo>
                    <a:pt x="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8"/>
            <p:cNvSpPr/>
            <p:nvPr/>
          </p:nvSpPr>
          <p:spPr>
            <a:xfrm>
              <a:off x="3910525" y="4205725"/>
              <a:ext cx="4800" cy="7000"/>
            </a:xfrm>
            <a:custGeom>
              <a:rect b="b" l="l" r="r" t="t"/>
              <a:pathLst>
                <a:path extrusionOk="0" h="280" w="192">
                  <a:moveTo>
                    <a:pt x="47" y="1"/>
                  </a:moveTo>
                  <a:lnTo>
                    <a:pt x="0" y="28"/>
                  </a:lnTo>
                  <a:lnTo>
                    <a:pt x="144" y="279"/>
                  </a:lnTo>
                  <a:cubicBezTo>
                    <a:pt x="160" y="271"/>
                    <a:pt x="175" y="261"/>
                    <a:pt x="192" y="251"/>
                  </a:cubicBezTo>
                  <a:lnTo>
                    <a:pt x="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8"/>
            <p:cNvSpPr/>
            <p:nvPr/>
          </p:nvSpPr>
          <p:spPr>
            <a:xfrm>
              <a:off x="3979875" y="4180675"/>
              <a:ext cx="2625" cy="7375"/>
            </a:xfrm>
            <a:custGeom>
              <a:rect b="b" l="l" r="r" t="t"/>
              <a:pathLst>
                <a:path extrusionOk="0" h="295" w="105">
                  <a:moveTo>
                    <a:pt x="54" y="1"/>
                  </a:moveTo>
                  <a:lnTo>
                    <a:pt x="0" y="10"/>
                  </a:lnTo>
                  <a:lnTo>
                    <a:pt x="50" y="295"/>
                  </a:lnTo>
                  <a:cubicBezTo>
                    <a:pt x="69" y="293"/>
                    <a:pt x="87" y="289"/>
                    <a:pt x="105" y="285"/>
                  </a:cubicBez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8"/>
            <p:cNvSpPr/>
            <p:nvPr/>
          </p:nvSpPr>
          <p:spPr>
            <a:xfrm>
              <a:off x="3961750" y="4184650"/>
              <a:ext cx="3225" cy="7375"/>
            </a:xfrm>
            <a:custGeom>
              <a:rect b="b" l="l" r="r" t="t"/>
              <a:pathLst>
                <a:path extrusionOk="0" h="295" w="129">
                  <a:moveTo>
                    <a:pt x="54" y="1"/>
                  </a:moveTo>
                  <a:lnTo>
                    <a:pt x="0" y="15"/>
                  </a:lnTo>
                  <a:lnTo>
                    <a:pt x="75" y="295"/>
                  </a:lnTo>
                  <a:cubicBezTo>
                    <a:pt x="93" y="289"/>
                    <a:pt x="110" y="284"/>
                    <a:pt x="128" y="280"/>
                  </a:cubicBez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8"/>
            <p:cNvSpPr/>
            <p:nvPr/>
          </p:nvSpPr>
          <p:spPr>
            <a:xfrm>
              <a:off x="3824350" y="4299800"/>
              <a:ext cx="7150" cy="4325"/>
            </a:xfrm>
            <a:custGeom>
              <a:rect b="b" l="l" r="r" t="t"/>
              <a:pathLst>
                <a:path extrusionOk="0" h="173" w="286">
                  <a:moveTo>
                    <a:pt x="25" y="0"/>
                  </a:moveTo>
                  <a:lnTo>
                    <a:pt x="1" y="50"/>
                  </a:lnTo>
                  <a:lnTo>
                    <a:pt x="263" y="173"/>
                  </a:lnTo>
                  <a:lnTo>
                    <a:pt x="286" y="122"/>
                  </a:lnTo>
                  <a:lnTo>
                    <a:pt x="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8"/>
            <p:cNvSpPr/>
            <p:nvPr/>
          </p:nvSpPr>
          <p:spPr>
            <a:xfrm>
              <a:off x="3807825" y="4352700"/>
              <a:ext cx="7375" cy="2625"/>
            </a:xfrm>
            <a:custGeom>
              <a:rect b="b" l="l" r="r" t="t"/>
              <a:pathLst>
                <a:path extrusionOk="0" h="105" w="295">
                  <a:moveTo>
                    <a:pt x="10" y="0"/>
                  </a:moveTo>
                  <a:lnTo>
                    <a:pt x="1" y="54"/>
                  </a:lnTo>
                  <a:lnTo>
                    <a:pt x="285" y="105"/>
                  </a:lnTo>
                  <a:cubicBezTo>
                    <a:pt x="288" y="87"/>
                    <a:pt x="291" y="69"/>
                    <a:pt x="295" y="50"/>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8"/>
            <p:cNvSpPr/>
            <p:nvPr/>
          </p:nvSpPr>
          <p:spPr>
            <a:xfrm>
              <a:off x="3817300" y="4316900"/>
              <a:ext cx="7250" cy="3825"/>
            </a:xfrm>
            <a:custGeom>
              <a:rect b="b" l="l" r="r" t="t"/>
              <a:pathLst>
                <a:path extrusionOk="0" h="153" w="290">
                  <a:moveTo>
                    <a:pt x="19" y="0"/>
                  </a:moveTo>
                  <a:lnTo>
                    <a:pt x="0" y="52"/>
                  </a:lnTo>
                  <a:lnTo>
                    <a:pt x="272" y="152"/>
                  </a:lnTo>
                  <a:cubicBezTo>
                    <a:pt x="278" y="135"/>
                    <a:pt x="283" y="117"/>
                    <a:pt x="289" y="100"/>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8"/>
            <p:cNvSpPr/>
            <p:nvPr/>
          </p:nvSpPr>
          <p:spPr>
            <a:xfrm>
              <a:off x="3854050" y="4253025"/>
              <a:ext cx="6475" cy="5775"/>
            </a:xfrm>
            <a:custGeom>
              <a:rect b="b" l="l" r="r" t="t"/>
              <a:pathLst>
                <a:path extrusionOk="0" h="231" w="259">
                  <a:moveTo>
                    <a:pt x="36" y="1"/>
                  </a:moveTo>
                  <a:lnTo>
                    <a:pt x="0" y="43"/>
                  </a:lnTo>
                  <a:lnTo>
                    <a:pt x="224" y="231"/>
                  </a:lnTo>
                  <a:lnTo>
                    <a:pt x="258" y="188"/>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8"/>
            <p:cNvSpPr/>
            <p:nvPr/>
          </p:nvSpPr>
          <p:spPr>
            <a:xfrm>
              <a:off x="4222125" y="4371125"/>
              <a:ext cx="7425" cy="2000"/>
            </a:xfrm>
            <a:custGeom>
              <a:rect b="b" l="l" r="r" t="t"/>
              <a:pathLst>
                <a:path extrusionOk="0" h="80" w="297">
                  <a:moveTo>
                    <a:pt x="292" y="0"/>
                  </a:moveTo>
                  <a:lnTo>
                    <a:pt x="1" y="26"/>
                  </a:lnTo>
                  <a:cubicBezTo>
                    <a:pt x="4" y="44"/>
                    <a:pt x="5" y="62"/>
                    <a:pt x="6" y="80"/>
                  </a:cubicBezTo>
                  <a:lnTo>
                    <a:pt x="297" y="54"/>
                  </a:lnTo>
                  <a:lnTo>
                    <a:pt x="2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8"/>
            <p:cNvSpPr/>
            <p:nvPr/>
          </p:nvSpPr>
          <p:spPr>
            <a:xfrm>
              <a:off x="3811800" y="4334625"/>
              <a:ext cx="7375" cy="3200"/>
            </a:xfrm>
            <a:custGeom>
              <a:rect b="b" l="l" r="r" t="t"/>
              <a:pathLst>
                <a:path extrusionOk="0" h="128" w="295">
                  <a:moveTo>
                    <a:pt x="14" y="0"/>
                  </a:moveTo>
                  <a:lnTo>
                    <a:pt x="0" y="53"/>
                  </a:lnTo>
                  <a:lnTo>
                    <a:pt x="280" y="127"/>
                  </a:lnTo>
                  <a:cubicBezTo>
                    <a:pt x="285" y="110"/>
                    <a:pt x="289" y="93"/>
                    <a:pt x="295" y="75"/>
                  </a:cubicBezTo>
                  <a:lnTo>
                    <a:pt x="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8"/>
            <p:cNvSpPr/>
            <p:nvPr/>
          </p:nvSpPr>
          <p:spPr>
            <a:xfrm>
              <a:off x="3998300" y="4178300"/>
              <a:ext cx="2000" cy="7400"/>
            </a:xfrm>
            <a:custGeom>
              <a:rect b="b" l="l" r="r" t="t"/>
              <a:pathLst>
                <a:path extrusionOk="0" h="296" w="80">
                  <a:moveTo>
                    <a:pt x="54" y="1"/>
                  </a:moveTo>
                  <a:lnTo>
                    <a:pt x="0" y="6"/>
                  </a:lnTo>
                  <a:lnTo>
                    <a:pt x="26" y="296"/>
                  </a:lnTo>
                  <a:cubicBezTo>
                    <a:pt x="42" y="295"/>
                    <a:pt x="60" y="292"/>
                    <a:pt x="80" y="291"/>
                  </a:cubicBez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8"/>
            <p:cNvSpPr/>
            <p:nvPr/>
          </p:nvSpPr>
          <p:spPr>
            <a:xfrm>
              <a:off x="3842800" y="4267725"/>
              <a:ext cx="6750" cy="5325"/>
            </a:xfrm>
            <a:custGeom>
              <a:rect b="b" l="l" r="r" t="t"/>
              <a:pathLst>
                <a:path extrusionOk="0" h="213" w="270">
                  <a:moveTo>
                    <a:pt x="33" y="1"/>
                  </a:moveTo>
                  <a:lnTo>
                    <a:pt x="1" y="46"/>
                  </a:lnTo>
                  <a:lnTo>
                    <a:pt x="239" y="212"/>
                  </a:lnTo>
                  <a:cubicBezTo>
                    <a:pt x="249" y="197"/>
                    <a:pt x="260" y="182"/>
                    <a:pt x="270" y="167"/>
                  </a:cubicBezTo>
                  <a:lnTo>
                    <a:pt x="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8"/>
            <p:cNvSpPr/>
            <p:nvPr/>
          </p:nvSpPr>
          <p:spPr>
            <a:xfrm>
              <a:off x="3832875" y="4283350"/>
              <a:ext cx="6975" cy="4800"/>
            </a:xfrm>
            <a:custGeom>
              <a:rect b="b" l="l" r="r" t="t"/>
              <a:pathLst>
                <a:path extrusionOk="0" h="192" w="279">
                  <a:moveTo>
                    <a:pt x="27" y="0"/>
                  </a:moveTo>
                  <a:lnTo>
                    <a:pt x="0" y="48"/>
                  </a:lnTo>
                  <a:lnTo>
                    <a:pt x="251" y="192"/>
                  </a:lnTo>
                  <a:cubicBezTo>
                    <a:pt x="259" y="177"/>
                    <a:pt x="269" y="161"/>
                    <a:pt x="279" y="145"/>
                  </a:cubicBez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8"/>
            <p:cNvSpPr/>
            <p:nvPr/>
          </p:nvSpPr>
          <p:spPr>
            <a:xfrm>
              <a:off x="3805475" y="4371125"/>
              <a:ext cx="7400" cy="2000"/>
            </a:xfrm>
            <a:custGeom>
              <a:rect b="b" l="l" r="r" t="t"/>
              <a:pathLst>
                <a:path extrusionOk="0" h="80" w="296">
                  <a:moveTo>
                    <a:pt x="6" y="0"/>
                  </a:moveTo>
                  <a:lnTo>
                    <a:pt x="1" y="54"/>
                  </a:lnTo>
                  <a:lnTo>
                    <a:pt x="291" y="80"/>
                  </a:lnTo>
                  <a:cubicBezTo>
                    <a:pt x="292" y="62"/>
                    <a:pt x="295" y="44"/>
                    <a:pt x="296" y="26"/>
                  </a:cubicBezTo>
                  <a:lnTo>
                    <a:pt x="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8"/>
            <p:cNvSpPr/>
            <p:nvPr/>
          </p:nvSpPr>
          <p:spPr>
            <a:xfrm>
              <a:off x="4185450" y="4267725"/>
              <a:ext cx="6750" cy="5325"/>
            </a:xfrm>
            <a:custGeom>
              <a:rect b="b" l="l" r="r" t="t"/>
              <a:pathLst>
                <a:path extrusionOk="0" h="213" w="270">
                  <a:moveTo>
                    <a:pt x="239" y="1"/>
                  </a:moveTo>
                  <a:lnTo>
                    <a:pt x="1" y="167"/>
                  </a:lnTo>
                  <a:cubicBezTo>
                    <a:pt x="11" y="182"/>
                    <a:pt x="21" y="197"/>
                    <a:pt x="31" y="212"/>
                  </a:cubicBezTo>
                  <a:lnTo>
                    <a:pt x="270" y="46"/>
                  </a:lnTo>
                  <a:lnTo>
                    <a:pt x="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8"/>
            <p:cNvSpPr/>
            <p:nvPr/>
          </p:nvSpPr>
          <p:spPr>
            <a:xfrm>
              <a:off x="4203500" y="4299800"/>
              <a:ext cx="7150" cy="4325"/>
            </a:xfrm>
            <a:custGeom>
              <a:rect b="b" l="l" r="r" t="t"/>
              <a:pathLst>
                <a:path extrusionOk="0" h="173" w="286">
                  <a:moveTo>
                    <a:pt x="263" y="0"/>
                  </a:moveTo>
                  <a:lnTo>
                    <a:pt x="1" y="122"/>
                  </a:lnTo>
                  <a:lnTo>
                    <a:pt x="23" y="173"/>
                  </a:lnTo>
                  <a:lnTo>
                    <a:pt x="286" y="50"/>
                  </a:lnTo>
                  <a:lnTo>
                    <a:pt x="2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8"/>
            <p:cNvSpPr/>
            <p:nvPr/>
          </p:nvSpPr>
          <p:spPr>
            <a:xfrm>
              <a:off x="4174500" y="4253025"/>
              <a:ext cx="6450" cy="5775"/>
            </a:xfrm>
            <a:custGeom>
              <a:rect b="b" l="l" r="r" t="t"/>
              <a:pathLst>
                <a:path extrusionOk="0" h="231" w="258">
                  <a:moveTo>
                    <a:pt x="223" y="1"/>
                  </a:moveTo>
                  <a:lnTo>
                    <a:pt x="0" y="188"/>
                  </a:lnTo>
                  <a:lnTo>
                    <a:pt x="35" y="231"/>
                  </a:lnTo>
                  <a:lnTo>
                    <a:pt x="258" y="43"/>
                  </a:lnTo>
                  <a:lnTo>
                    <a:pt x="2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8"/>
            <p:cNvSpPr/>
            <p:nvPr/>
          </p:nvSpPr>
          <p:spPr>
            <a:xfrm>
              <a:off x="4195125" y="4283350"/>
              <a:ext cx="6975" cy="4800"/>
            </a:xfrm>
            <a:custGeom>
              <a:rect b="b" l="l" r="r" t="t"/>
              <a:pathLst>
                <a:path extrusionOk="0" h="192" w="279">
                  <a:moveTo>
                    <a:pt x="252" y="0"/>
                  </a:moveTo>
                  <a:lnTo>
                    <a:pt x="0" y="145"/>
                  </a:lnTo>
                  <a:cubicBezTo>
                    <a:pt x="10" y="160"/>
                    <a:pt x="20" y="175"/>
                    <a:pt x="28" y="192"/>
                  </a:cubicBezTo>
                  <a:lnTo>
                    <a:pt x="279" y="48"/>
                  </a:lnTo>
                  <a:lnTo>
                    <a:pt x="2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8"/>
            <p:cNvSpPr/>
            <p:nvPr/>
          </p:nvSpPr>
          <p:spPr>
            <a:xfrm>
              <a:off x="4219775" y="4352700"/>
              <a:ext cx="7375" cy="2625"/>
            </a:xfrm>
            <a:custGeom>
              <a:rect b="b" l="l" r="r" t="t"/>
              <a:pathLst>
                <a:path extrusionOk="0" h="105" w="295">
                  <a:moveTo>
                    <a:pt x="286" y="0"/>
                  </a:moveTo>
                  <a:lnTo>
                    <a:pt x="1" y="51"/>
                  </a:lnTo>
                  <a:cubicBezTo>
                    <a:pt x="5" y="69"/>
                    <a:pt x="7" y="87"/>
                    <a:pt x="10" y="105"/>
                  </a:cubicBezTo>
                  <a:lnTo>
                    <a:pt x="295" y="54"/>
                  </a:lnTo>
                  <a:lnTo>
                    <a:pt x="2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8"/>
            <p:cNvSpPr/>
            <p:nvPr/>
          </p:nvSpPr>
          <p:spPr>
            <a:xfrm>
              <a:off x="4215825" y="4334625"/>
              <a:ext cx="7400" cy="3200"/>
            </a:xfrm>
            <a:custGeom>
              <a:rect b="b" l="l" r="r" t="t"/>
              <a:pathLst>
                <a:path extrusionOk="0" h="128" w="296">
                  <a:moveTo>
                    <a:pt x="282" y="0"/>
                  </a:moveTo>
                  <a:lnTo>
                    <a:pt x="1" y="75"/>
                  </a:lnTo>
                  <a:cubicBezTo>
                    <a:pt x="7" y="93"/>
                    <a:pt x="12" y="110"/>
                    <a:pt x="15" y="127"/>
                  </a:cubicBezTo>
                  <a:lnTo>
                    <a:pt x="296" y="53"/>
                  </a:lnTo>
                  <a:lnTo>
                    <a:pt x="2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8"/>
            <p:cNvSpPr/>
            <p:nvPr/>
          </p:nvSpPr>
          <p:spPr>
            <a:xfrm>
              <a:off x="4210400" y="4316900"/>
              <a:ext cx="7300" cy="3825"/>
            </a:xfrm>
            <a:custGeom>
              <a:rect b="b" l="l" r="r" t="t"/>
              <a:pathLst>
                <a:path extrusionOk="0" h="153" w="292">
                  <a:moveTo>
                    <a:pt x="272" y="0"/>
                  </a:moveTo>
                  <a:lnTo>
                    <a:pt x="0" y="100"/>
                  </a:lnTo>
                  <a:cubicBezTo>
                    <a:pt x="7" y="117"/>
                    <a:pt x="14" y="135"/>
                    <a:pt x="20" y="152"/>
                  </a:cubicBezTo>
                  <a:lnTo>
                    <a:pt x="291" y="52"/>
                  </a:lnTo>
                  <a:lnTo>
                    <a:pt x="2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8"/>
            <p:cNvSpPr/>
            <p:nvPr/>
          </p:nvSpPr>
          <p:spPr>
            <a:xfrm>
              <a:off x="4052500" y="4180675"/>
              <a:ext cx="2650" cy="7375"/>
            </a:xfrm>
            <a:custGeom>
              <a:rect b="b" l="l" r="r" t="t"/>
              <a:pathLst>
                <a:path extrusionOk="0" h="295" w="106">
                  <a:moveTo>
                    <a:pt x="51" y="1"/>
                  </a:moveTo>
                  <a:lnTo>
                    <a:pt x="1" y="285"/>
                  </a:lnTo>
                  <a:cubicBezTo>
                    <a:pt x="19" y="289"/>
                    <a:pt x="37" y="291"/>
                    <a:pt x="56" y="295"/>
                  </a:cubicBezTo>
                  <a:lnTo>
                    <a:pt x="105" y="10"/>
                  </a:lnTo>
                  <a:lnTo>
                    <a:pt x="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8"/>
            <p:cNvSpPr/>
            <p:nvPr/>
          </p:nvSpPr>
          <p:spPr>
            <a:xfrm>
              <a:off x="4070025" y="4184625"/>
              <a:ext cx="3225" cy="7375"/>
            </a:xfrm>
            <a:custGeom>
              <a:rect b="b" l="l" r="r" t="t"/>
              <a:pathLst>
                <a:path extrusionOk="0" h="295" w="129">
                  <a:moveTo>
                    <a:pt x="75" y="1"/>
                  </a:moveTo>
                  <a:lnTo>
                    <a:pt x="0" y="280"/>
                  </a:lnTo>
                  <a:cubicBezTo>
                    <a:pt x="18" y="285"/>
                    <a:pt x="35" y="289"/>
                    <a:pt x="53" y="295"/>
                  </a:cubicBezTo>
                  <a:lnTo>
                    <a:pt x="128" y="14"/>
                  </a:lnTo>
                  <a:lnTo>
                    <a:pt x="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8"/>
            <p:cNvSpPr/>
            <p:nvPr/>
          </p:nvSpPr>
          <p:spPr>
            <a:xfrm>
              <a:off x="4149050" y="4226875"/>
              <a:ext cx="5750" cy="6475"/>
            </a:xfrm>
            <a:custGeom>
              <a:rect b="b" l="l" r="r" t="t"/>
              <a:pathLst>
                <a:path extrusionOk="0" h="259" w="230">
                  <a:moveTo>
                    <a:pt x="187" y="1"/>
                  </a:moveTo>
                  <a:lnTo>
                    <a:pt x="1" y="224"/>
                  </a:lnTo>
                  <a:lnTo>
                    <a:pt x="43" y="259"/>
                  </a:lnTo>
                  <a:lnTo>
                    <a:pt x="230" y="36"/>
                  </a:lnTo>
                  <a:lnTo>
                    <a:pt x="1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8"/>
            <p:cNvSpPr/>
            <p:nvPr/>
          </p:nvSpPr>
          <p:spPr>
            <a:xfrm>
              <a:off x="4034700" y="4178300"/>
              <a:ext cx="2050" cy="7400"/>
            </a:xfrm>
            <a:custGeom>
              <a:rect b="b" l="l" r="r" t="t"/>
              <a:pathLst>
                <a:path extrusionOk="0" h="296" w="82">
                  <a:moveTo>
                    <a:pt x="27" y="1"/>
                  </a:moveTo>
                  <a:lnTo>
                    <a:pt x="1" y="291"/>
                  </a:lnTo>
                  <a:cubicBezTo>
                    <a:pt x="19" y="292"/>
                    <a:pt x="37" y="295"/>
                    <a:pt x="56" y="296"/>
                  </a:cubicBezTo>
                  <a:lnTo>
                    <a:pt x="81" y="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8"/>
            <p:cNvSpPr/>
            <p:nvPr/>
          </p:nvSpPr>
          <p:spPr>
            <a:xfrm>
              <a:off x="4087150" y="4190125"/>
              <a:ext cx="3800" cy="7300"/>
            </a:xfrm>
            <a:custGeom>
              <a:rect b="b" l="l" r="r" t="t"/>
              <a:pathLst>
                <a:path extrusionOk="0" h="292" w="152">
                  <a:moveTo>
                    <a:pt x="100" y="0"/>
                  </a:moveTo>
                  <a:lnTo>
                    <a:pt x="0" y="273"/>
                  </a:lnTo>
                  <a:cubicBezTo>
                    <a:pt x="17" y="279"/>
                    <a:pt x="35" y="284"/>
                    <a:pt x="52" y="291"/>
                  </a:cubicBezTo>
                  <a:lnTo>
                    <a:pt x="151" y="20"/>
                  </a:lnTo>
                  <a:lnTo>
                    <a:pt x="1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8"/>
            <p:cNvSpPr/>
            <p:nvPr/>
          </p:nvSpPr>
          <p:spPr>
            <a:xfrm>
              <a:off x="4134800" y="4215650"/>
              <a:ext cx="5300" cy="6750"/>
            </a:xfrm>
            <a:custGeom>
              <a:rect b="b" l="l" r="r" t="t"/>
              <a:pathLst>
                <a:path extrusionOk="0" h="270" w="212">
                  <a:moveTo>
                    <a:pt x="166" y="1"/>
                  </a:moveTo>
                  <a:lnTo>
                    <a:pt x="0" y="238"/>
                  </a:lnTo>
                  <a:cubicBezTo>
                    <a:pt x="16" y="248"/>
                    <a:pt x="30" y="259"/>
                    <a:pt x="46" y="269"/>
                  </a:cubicBezTo>
                  <a:lnTo>
                    <a:pt x="212" y="32"/>
                  </a:lnTo>
                  <a:lnTo>
                    <a:pt x="1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8"/>
            <p:cNvSpPr/>
            <p:nvPr/>
          </p:nvSpPr>
          <p:spPr>
            <a:xfrm>
              <a:off x="4103725" y="4197225"/>
              <a:ext cx="4375" cy="7150"/>
            </a:xfrm>
            <a:custGeom>
              <a:rect b="b" l="l" r="r" t="t"/>
              <a:pathLst>
                <a:path extrusionOk="0" h="286" w="175">
                  <a:moveTo>
                    <a:pt x="124" y="0"/>
                  </a:moveTo>
                  <a:lnTo>
                    <a:pt x="1" y="262"/>
                  </a:lnTo>
                  <a:lnTo>
                    <a:pt x="51" y="286"/>
                  </a:lnTo>
                  <a:lnTo>
                    <a:pt x="174" y="24"/>
                  </a:lnTo>
                  <a:lnTo>
                    <a:pt x="1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8"/>
            <p:cNvSpPr/>
            <p:nvPr/>
          </p:nvSpPr>
          <p:spPr>
            <a:xfrm>
              <a:off x="4119675" y="4205725"/>
              <a:ext cx="4825" cy="7000"/>
            </a:xfrm>
            <a:custGeom>
              <a:rect b="b" l="l" r="r" t="t"/>
              <a:pathLst>
                <a:path extrusionOk="0" h="280" w="193">
                  <a:moveTo>
                    <a:pt x="145" y="1"/>
                  </a:moveTo>
                  <a:lnTo>
                    <a:pt x="1" y="251"/>
                  </a:lnTo>
                  <a:cubicBezTo>
                    <a:pt x="16" y="261"/>
                    <a:pt x="31" y="269"/>
                    <a:pt x="48" y="279"/>
                  </a:cubicBezTo>
                  <a:lnTo>
                    <a:pt x="192" y="28"/>
                  </a:lnTo>
                  <a:lnTo>
                    <a:pt x="1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8"/>
            <p:cNvSpPr/>
            <p:nvPr/>
          </p:nvSpPr>
          <p:spPr>
            <a:xfrm>
              <a:off x="3944075" y="4190175"/>
              <a:ext cx="3800" cy="7250"/>
            </a:xfrm>
            <a:custGeom>
              <a:rect b="b" l="l" r="r" t="t"/>
              <a:pathLst>
                <a:path extrusionOk="0" h="290" w="152">
                  <a:moveTo>
                    <a:pt x="52" y="0"/>
                  </a:moveTo>
                  <a:lnTo>
                    <a:pt x="0" y="18"/>
                  </a:lnTo>
                  <a:lnTo>
                    <a:pt x="100" y="289"/>
                  </a:lnTo>
                  <a:cubicBezTo>
                    <a:pt x="117" y="282"/>
                    <a:pt x="134" y="276"/>
                    <a:pt x="152" y="271"/>
                  </a:cubicBezTo>
                  <a:lnTo>
                    <a:pt x="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8"/>
            <p:cNvSpPr/>
            <p:nvPr/>
          </p:nvSpPr>
          <p:spPr>
            <a:xfrm>
              <a:off x="4149050" y="4547325"/>
              <a:ext cx="5750" cy="6475"/>
            </a:xfrm>
            <a:custGeom>
              <a:rect b="b" l="l" r="r" t="t"/>
              <a:pathLst>
                <a:path extrusionOk="0" h="259" w="230">
                  <a:moveTo>
                    <a:pt x="43" y="0"/>
                  </a:moveTo>
                  <a:lnTo>
                    <a:pt x="1" y="35"/>
                  </a:lnTo>
                  <a:lnTo>
                    <a:pt x="187" y="258"/>
                  </a:lnTo>
                  <a:lnTo>
                    <a:pt x="230" y="223"/>
                  </a:lnTo>
                  <a:lnTo>
                    <a:pt x="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8"/>
            <p:cNvSpPr/>
            <p:nvPr/>
          </p:nvSpPr>
          <p:spPr>
            <a:xfrm>
              <a:off x="4174500" y="4521900"/>
              <a:ext cx="6450" cy="5750"/>
            </a:xfrm>
            <a:custGeom>
              <a:rect b="b" l="l" r="r" t="t"/>
              <a:pathLst>
                <a:path extrusionOk="0" h="230" w="258">
                  <a:moveTo>
                    <a:pt x="35" y="1"/>
                  </a:moveTo>
                  <a:lnTo>
                    <a:pt x="0" y="43"/>
                  </a:lnTo>
                  <a:lnTo>
                    <a:pt x="223" y="230"/>
                  </a:lnTo>
                  <a:lnTo>
                    <a:pt x="258" y="188"/>
                  </a:lnTo>
                  <a:lnTo>
                    <a:pt x="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8"/>
            <p:cNvSpPr/>
            <p:nvPr/>
          </p:nvSpPr>
          <p:spPr>
            <a:xfrm>
              <a:off x="4119675" y="4567975"/>
              <a:ext cx="4825" cy="7000"/>
            </a:xfrm>
            <a:custGeom>
              <a:rect b="b" l="l" r="r" t="t"/>
              <a:pathLst>
                <a:path extrusionOk="0" h="280" w="193">
                  <a:moveTo>
                    <a:pt x="48" y="1"/>
                  </a:moveTo>
                  <a:cubicBezTo>
                    <a:pt x="33" y="10"/>
                    <a:pt x="17" y="20"/>
                    <a:pt x="1" y="29"/>
                  </a:cubicBezTo>
                  <a:lnTo>
                    <a:pt x="145" y="279"/>
                  </a:lnTo>
                  <a:lnTo>
                    <a:pt x="192" y="252"/>
                  </a:lnTo>
                  <a:lnTo>
                    <a:pt x="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8"/>
            <p:cNvSpPr/>
            <p:nvPr/>
          </p:nvSpPr>
          <p:spPr>
            <a:xfrm>
              <a:off x="4134800" y="4558300"/>
              <a:ext cx="5300" cy="6750"/>
            </a:xfrm>
            <a:custGeom>
              <a:rect b="b" l="l" r="r" t="t"/>
              <a:pathLst>
                <a:path extrusionOk="0" h="270" w="212">
                  <a:moveTo>
                    <a:pt x="46" y="1"/>
                  </a:moveTo>
                  <a:cubicBezTo>
                    <a:pt x="30" y="11"/>
                    <a:pt x="16" y="21"/>
                    <a:pt x="0" y="32"/>
                  </a:cubicBezTo>
                  <a:lnTo>
                    <a:pt x="166" y="270"/>
                  </a:lnTo>
                  <a:lnTo>
                    <a:pt x="212" y="238"/>
                  </a:lnTo>
                  <a:lnTo>
                    <a:pt x="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8"/>
            <p:cNvSpPr/>
            <p:nvPr/>
          </p:nvSpPr>
          <p:spPr>
            <a:xfrm>
              <a:off x="4052500" y="4592600"/>
              <a:ext cx="2650" cy="7375"/>
            </a:xfrm>
            <a:custGeom>
              <a:rect b="b" l="l" r="r" t="t"/>
              <a:pathLst>
                <a:path extrusionOk="0" h="295" w="106">
                  <a:moveTo>
                    <a:pt x="56" y="1"/>
                  </a:moveTo>
                  <a:cubicBezTo>
                    <a:pt x="37" y="4"/>
                    <a:pt x="19" y="7"/>
                    <a:pt x="1" y="10"/>
                  </a:cubicBezTo>
                  <a:lnTo>
                    <a:pt x="51" y="295"/>
                  </a:lnTo>
                  <a:lnTo>
                    <a:pt x="105" y="286"/>
                  </a:lnTo>
                  <a:lnTo>
                    <a:pt x="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8"/>
            <p:cNvSpPr/>
            <p:nvPr/>
          </p:nvSpPr>
          <p:spPr>
            <a:xfrm>
              <a:off x="4103700" y="4576325"/>
              <a:ext cx="4375" cy="7150"/>
            </a:xfrm>
            <a:custGeom>
              <a:rect b="b" l="l" r="r" t="t"/>
              <a:pathLst>
                <a:path extrusionOk="0" h="286" w="175">
                  <a:moveTo>
                    <a:pt x="51" y="1"/>
                  </a:moveTo>
                  <a:lnTo>
                    <a:pt x="1" y="24"/>
                  </a:lnTo>
                  <a:lnTo>
                    <a:pt x="124" y="286"/>
                  </a:lnTo>
                  <a:lnTo>
                    <a:pt x="174" y="263"/>
                  </a:lnTo>
                  <a:lnTo>
                    <a:pt x="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8"/>
            <p:cNvSpPr/>
            <p:nvPr/>
          </p:nvSpPr>
          <p:spPr>
            <a:xfrm>
              <a:off x="4034700" y="4595000"/>
              <a:ext cx="2050" cy="7400"/>
            </a:xfrm>
            <a:custGeom>
              <a:rect b="b" l="l" r="r" t="t"/>
              <a:pathLst>
                <a:path extrusionOk="0" h="296" w="82">
                  <a:moveTo>
                    <a:pt x="56" y="1"/>
                  </a:moveTo>
                  <a:cubicBezTo>
                    <a:pt x="37" y="2"/>
                    <a:pt x="19" y="3"/>
                    <a:pt x="1" y="6"/>
                  </a:cubicBezTo>
                  <a:lnTo>
                    <a:pt x="27" y="296"/>
                  </a:lnTo>
                  <a:lnTo>
                    <a:pt x="81" y="291"/>
                  </a:lnTo>
                  <a:lnTo>
                    <a:pt x="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8"/>
            <p:cNvSpPr/>
            <p:nvPr/>
          </p:nvSpPr>
          <p:spPr>
            <a:xfrm>
              <a:off x="4087150" y="4583275"/>
              <a:ext cx="3800" cy="7250"/>
            </a:xfrm>
            <a:custGeom>
              <a:rect b="b" l="l" r="r" t="t"/>
              <a:pathLst>
                <a:path extrusionOk="0" h="290" w="152">
                  <a:moveTo>
                    <a:pt x="52" y="0"/>
                  </a:moveTo>
                  <a:cubicBezTo>
                    <a:pt x="35" y="7"/>
                    <a:pt x="17" y="13"/>
                    <a:pt x="0" y="18"/>
                  </a:cubicBezTo>
                  <a:lnTo>
                    <a:pt x="100" y="289"/>
                  </a:lnTo>
                  <a:lnTo>
                    <a:pt x="151" y="271"/>
                  </a:lnTo>
                  <a:lnTo>
                    <a:pt x="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8"/>
            <p:cNvSpPr/>
            <p:nvPr/>
          </p:nvSpPr>
          <p:spPr>
            <a:xfrm>
              <a:off x="4070025" y="4588700"/>
              <a:ext cx="3225" cy="7375"/>
            </a:xfrm>
            <a:custGeom>
              <a:rect b="b" l="l" r="r" t="t"/>
              <a:pathLst>
                <a:path extrusionOk="0" h="295" w="129">
                  <a:moveTo>
                    <a:pt x="53" y="0"/>
                  </a:moveTo>
                  <a:cubicBezTo>
                    <a:pt x="35" y="5"/>
                    <a:pt x="18" y="10"/>
                    <a:pt x="0" y="13"/>
                  </a:cubicBezTo>
                  <a:lnTo>
                    <a:pt x="75" y="294"/>
                  </a:lnTo>
                  <a:lnTo>
                    <a:pt x="128" y="280"/>
                  </a:ln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8"/>
            <p:cNvSpPr/>
            <p:nvPr/>
          </p:nvSpPr>
          <p:spPr>
            <a:xfrm>
              <a:off x="4222125" y="4407550"/>
              <a:ext cx="7425" cy="2025"/>
            </a:xfrm>
            <a:custGeom>
              <a:rect b="b" l="l" r="r" t="t"/>
              <a:pathLst>
                <a:path extrusionOk="0" h="81" w="297">
                  <a:moveTo>
                    <a:pt x="6" y="0"/>
                  </a:moveTo>
                  <a:cubicBezTo>
                    <a:pt x="5" y="19"/>
                    <a:pt x="3" y="36"/>
                    <a:pt x="1" y="55"/>
                  </a:cubicBezTo>
                  <a:lnTo>
                    <a:pt x="292" y="80"/>
                  </a:lnTo>
                  <a:lnTo>
                    <a:pt x="297" y="26"/>
                  </a:lnTo>
                  <a:lnTo>
                    <a:pt x="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8"/>
            <p:cNvSpPr/>
            <p:nvPr/>
          </p:nvSpPr>
          <p:spPr>
            <a:xfrm>
              <a:off x="4215825" y="4442875"/>
              <a:ext cx="7400" cy="3225"/>
            </a:xfrm>
            <a:custGeom>
              <a:rect b="b" l="l" r="r" t="t"/>
              <a:pathLst>
                <a:path extrusionOk="0" h="129" w="296">
                  <a:moveTo>
                    <a:pt x="15" y="1"/>
                  </a:moveTo>
                  <a:cubicBezTo>
                    <a:pt x="10" y="19"/>
                    <a:pt x="6" y="36"/>
                    <a:pt x="1" y="53"/>
                  </a:cubicBezTo>
                  <a:lnTo>
                    <a:pt x="282" y="128"/>
                  </a:lnTo>
                  <a:lnTo>
                    <a:pt x="296" y="76"/>
                  </a:lnTo>
                  <a:lnTo>
                    <a:pt x="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8"/>
            <p:cNvSpPr/>
            <p:nvPr/>
          </p:nvSpPr>
          <p:spPr>
            <a:xfrm>
              <a:off x="4219775" y="4425325"/>
              <a:ext cx="7375" cy="2650"/>
            </a:xfrm>
            <a:custGeom>
              <a:rect b="b" l="l" r="r" t="t"/>
              <a:pathLst>
                <a:path extrusionOk="0" h="106" w="295">
                  <a:moveTo>
                    <a:pt x="10" y="1"/>
                  </a:moveTo>
                  <a:cubicBezTo>
                    <a:pt x="7" y="19"/>
                    <a:pt x="5" y="37"/>
                    <a:pt x="1" y="56"/>
                  </a:cubicBezTo>
                  <a:lnTo>
                    <a:pt x="286" y="105"/>
                  </a:lnTo>
                  <a:lnTo>
                    <a:pt x="295" y="51"/>
                  </a:lnTo>
                  <a:lnTo>
                    <a:pt x="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8"/>
            <p:cNvSpPr/>
            <p:nvPr/>
          </p:nvSpPr>
          <p:spPr>
            <a:xfrm>
              <a:off x="4210450" y="4459975"/>
              <a:ext cx="7250" cy="3800"/>
            </a:xfrm>
            <a:custGeom>
              <a:rect b="b" l="l" r="r" t="t"/>
              <a:pathLst>
                <a:path extrusionOk="0" h="152" w="290">
                  <a:moveTo>
                    <a:pt x="18" y="1"/>
                  </a:moveTo>
                  <a:cubicBezTo>
                    <a:pt x="12" y="17"/>
                    <a:pt x="6" y="35"/>
                    <a:pt x="0" y="52"/>
                  </a:cubicBezTo>
                  <a:lnTo>
                    <a:pt x="271" y="151"/>
                  </a:lnTo>
                  <a:lnTo>
                    <a:pt x="289" y="100"/>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8"/>
            <p:cNvSpPr/>
            <p:nvPr/>
          </p:nvSpPr>
          <p:spPr>
            <a:xfrm>
              <a:off x="4195150" y="4492500"/>
              <a:ext cx="7000" cy="4825"/>
            </a:xfrm>
            <a:custGeom>
              <a:rect b="b" l="l" r="r" t="t"/>
              <a:pathLst>
                <a:path extrusionOk="0" h="193" w="280">
                  <a:moveTo>
                    <a:pt x="29" y="1"/>
                  </a:moveTo>
                  <a:cubicBezTo>
                    <a:pt x="20" y="16"/>
                    <a:pt x="11" y="32"/>
                    <a:pt x="0" y="48"/>
                  </a:cubicBezTo>
                  <a:lnTo>
                    <a:pt x="252" y="193"/>
                  </a:lnTo>
                  <a:lnTo>
                    <a:pt x="279" y="145"/>
                  </a:lnTo>
                  <a:lnTo>
                    <a:pt x="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8"/>
            <p:cNvSpPr/>
            <p:nvPr/>
          </p:nvSpPr>
          <p:spPr>
            <a:xfrm>
              <a:off x="4203500" y="4476550"/>
              <a:ext cx="7150" cy="4375"/>
            </a:xfrm>
            <a:custGeom>
              <a:rect b="b" l="l" r="r" t="t"/>
              <a:pathLst>
                <a:path extrusionOk="0" h="175" w="286">
                  <a:moveTo>
                    <a:pt x="23" y="1"/>
                  </a:moveTo>
                  <a:lnTo>
                    <a:pt x="1" y="52"/>
                  </a:lnTo>
                  <a:lnTo>
                    <a:pt x="263" y="174"/>
                  </a:lnTo>
                  <a:lnTo>
                    <a:pt x="286" y="124"/>
                  </a:lnTo>
                  <a:lnTo>
                    <a:pt x="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8"/>
            <p:cNvSpPr/>
            <p:nvPr/>
          </p:nvSpPr>
          <p:spPr>
            <a:xfrm>
              <a:off x="4185450" y="4507650"/>
              <a:ext cx="6750" cy="5300"/>
            </a:xfrm>
            <a:custGeom>
              <a:rect b="b" l="l" r="r" t="t"/>
              <a:pathLst>
                <a:path extrusionOk="0" h="212" w="270">
                  <a:moveTo>
                    <a:pt x="31" y="0"/>
                  </a:moveTo>
                  <a:cubicBezTo>
                    <a:pt x="21" y="16"/>
                    <a:pt x="11" y="30"/>
                    <a:pt x="1" y="46"/>
                  </a:cubicBezTo>
                  <a:lnTo>
                    <a:pt x="238" y="212"/>
                  </a:lnTo>
                  <a:lnTo>
                    <a:pt x="270" y="167"/>
                  </a:lnTo>
                  <a:lnTo>
                    <a:pt x="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8"/>
            <p:cNvSpPr/>
            <p:nvPr/>
          </p:nvSpPr>
          <p:spPr>
            <a:xfrm>
              <a:off x="3979875" y="4592625"/>
              <a:ext cx="2625" cy="7375"/>
            </a:xfrm>
            <a:custGeom>
              <a:rect b="b" l="l" r="r" t="t"/>
              <a:pathLst>
                <a:path extrusionOk="0" h="295" w="105">
                  <a:moveTo>
                    <a:pt x="51" y="1"/>
                  </a:moveTo>
                  <a:lnTo>
                    <a:pt x="0" y="287"/>
                  </a:lnTo>
                  <a:lnTo>
                    <a:pt x="54" y="295"/>
                  </a:lnTo>
                  <a:lnTo>
                    <a:pt x="105" y="10"/>
                  </a:lnTo>
                  <a:cubicBezTo>
                    <a:pt x="87" y="8"/>
                    <a:pt x="69" y="5"/>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8"/>
            <p:cNvSpPr/>
            <p:nvPr/>
          </p:nvSpPr>
          <p:spPr>
            <a:xfrm>
              <a:off x="3824350" y="4476550"/>
              <a:ext cx="7150" cy="4375"/>
            </a:xfrm>
            <a:custGeom>
              <a:rect b="b" l="l" r="r" t="t"/>
              <a:pathLst>
                <a:path extrusionOk="0" h="175" w="286">
                  <a:moveTo>
                    <a:pt x="263" y="1"/>
                  </a:moveTo>
                  <a:lnTo>
                    <a:pt x="1" y="124"/>
                  </a:lnTo>
                  <a:lnTo>
                    <a:pt x="25" y="174"/>
                  </a:lnTo>
                  <a:lnTo>
                    <a:pt x="286" y="52"/>
                  </a:lnTo>
                  <a:lnTo>
                    <a:pt x="2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8"/>
            <p:cNvSpPr/>
            <p:nvPr/>
          </p:nvSpPr>
          <p:spPr>
            <a:xfrm>
              <a:off x="3832900" y="4492500"/>
              <a:ext cx="7000" cy="4825"/>
            </a:xfrm>
            <a:custGeom>
              <a:rect b="b" l="l" r="r" t="t"/>
              <a:pathLst>
                <a:path extrusionOk="0" h="193" w="280">
                  <a:moveTo>
                    <a:pt x="251" y="1"/>
                  </a:moveTo>
                  <a:lnTo>
                    <a:pt x="0" y="145"/>
                  </a:lnTo>
                  <a:lnTo>
                    <a:pt x="28" y="193"/>
                  </a:lnTo>
                  <a:lnTo>
                    <a:pt x="279" y="48"/>
                  </a:lnTo>
                  <a:cubicBezTo>
                    <a:pt x="271" y="33"/>
                    <a:pt x="260" y="17"/>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8"/>
            <p:cNvSpPr/>
            <p:nvPr/>
          </p:nvSpPr>
          <p:spPr>
            <a:xfrm>
              <a:off x="3854050" y="4521875"/>
              <a:ext cx="6475" cy="5750"/>
            </a:xfrm>
            <a:custGeom>
              <a:rect b="b" l="l" r="r" t="t"/>
              <a:pathLst>
                <a:path extrusionOk="0" h="230" w="259">
                  <a:moveTo>
                    <a:pt x="224" y="1"/>
                  </a:moveTo>
                  <a:lnTo>
                    <a:pt x="0" y="188"/>
                  </a:lnTo>
                  <a:lnTo>
                    <a:pt x="36" y="230"/>
                  </a:lnTo>
                  <a:lnTo>
                    <a:pt x="258" y="43"/>
                  </a:lnTo>
                  <a:lnTo>
                    <a:pt x="2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8"/>
            <p:cNvSpPr/>
            <p:nvPr/>
          </p:nvSpPr>
          <p:spPr>
            <a:xfrm>
              <a:off x="3842800" y="4507650"/>
              <a:ext cx="6750" cy="5300"/>
            </a:xfrm>
            <a:custGeom>
              <a:rect b="b" l="l" r="r" t="t"/>
              <a:pathLst>
                <a:path extrusionOk="0" h="212" w="270">
                  <a:moveTo>
                    <a:pt x="239" y="0"/>
                  </a:moveTo>
                  <a:lnTo>
                    <a:pt x="1" y="167"/>
                  </a:lnTo>
                  <a:lnTo>
                    <a:pt x="32" y="212"/>
                  </a:lnTo>
                  <a:lnTo>
                    <a:pt x="270" y="46"/>
                  </a:lnTo>
                  <a:cubicBezTo>
                    <a:pt x="260" y="30"/>
                    <a:pt x="249" y="16"/>
                    <a:pt x="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8"/>
            <p:cNvSpPr/>
            <p:nvPr/>
          </p:nvSpPr>
          <p:spPr>
            <a:xfrm>
              <a:off x="3807850" y="4425325"/>
              <a:ext cx="7375" cy="2650"/>
            </a:xfrm>
            <a:custGeom>
              <a:rect b="b" l="l" r="r" t="t"/>
              <a:pathLst>
                <a:path extrusionOk="0" h="106" w="295">
                  <a:moveTo>
                    <a:pt x="285" y="1"/>
                  </a:moveTo>
                  <a:lnTo>
                    <a:pt x="1" y="51"/>
                  </a:lnTo>
                  <a:lnTo>
                    <a:pt x="10" y="105"/>
                  </a:lnTo>
                  <a:lnTo>
                    <a:pt x="295" y="56"/>
                  </a:lnTo>
                  <a:cubicBezTo>
                    <a:pt x="291" y="37"/>
                    <a:pt x="288" y="19"/>
                    <a:pt x="2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8"/>
            <p:cNvSpPr/>
            <p:nvPr/>
          </p:nvSpPr>
          <p:spPr>
            <a:xfrm>
              <a:off x="3811800" y="4442875"/>
              <a:ext cx="7375" cy="3225"/>
            </a:xfrm>
            <a:custGeom>
              <a:rect b="b" l="l" r="r" t="t"/>
              <a:pathLst>
                <a:path extrusionOk="0" h="129" w="295">
                  <a:moveTo>
                    <a:pt x="280" y="1"/>
                  </a:moveTo>
                  <a:lnTo>
                    <a:pt x="0" y="75"/>
                  </a:lnTo>
                  <a:lnTo>
                    <a:pt x="14" y="128"/>
                  </a:lnTo>
                  <a:lnTo>
                    <a:pt x="295" y="53"/>
                  </a:lnTo>
                  <a:cubicBezTo>
                    <a:pt x="289" y="36"/>
                    <a:pt x="284" y="17"/>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8"/>
            <p:cNvSpPr/>
            <p:nvPr/>
          </p:nvSpPr>
          <p:spPr>
            <a:xfrm>
              <a:off x="3817350" y="4460000"/>
              <a:ext cx="7275" cy="3800"/>
            </a:xfrm>
            <a:custGeom>
              <a:rect b="b" l="l" r="r" t="t"/>
              <a:pathLst>
                <a:path extrusionOk="0" h="152" w="291">
                  <a:moveTo>
                    <a:pt x="271" y="1"/>
                  </a:moveTo>
                  <a:lnTo>
                    <a:pt x="0" y="100"/>
                  </a:lnTo>
                  <a:lnTo>
                    <a:pt x="19" y="151"/>
                  </a:lnTo>
                  <a:lnTo>
                    <a:pt x="290" y="52"/>
                  </a:lnTo>
                  <a:cubicBezTo>
                    <a:pt x="282" y="36"/>
                    <a:pt x="277" y="17"/>
                    <a:pt x="2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8"/>
            <p:cNvSpPr/>
            <p:nvPr/>
          </p:nvSpPr>
          <p:spPr>
            <a:xfrm>
              <a:off x="3910525" y="4567975"/>
              <a:ext cx="4800" cy="7000"/>
            </a:xfrm>
            <a:custGeom>
              <a:rect b="b" l="l" r="r" t="t"/>
              <a:pathLst>
                <a:path extrusionOk="0" h="280" w="192">
                  <a:moveTo>
                    <a:pt x="144" y="1"/>
                  </a:moveTo>
                  <a:lnTo>
                    <a:pt x="0" y="252"/>
                  </a:lnTo>
                  <a:lnTo>
                    <a:pt x="47" y="279"/>
                  </a:lnTo>
                  <a:lnTo>
                    <a:pt x="192" y="29"/>
                  </a:lnTo>
                  <a:cubicBezTo>
                    <a:pt x="176" y="20"/>
                    <a:pt x="161" y="1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8"/>
            <p:cNvSpPr/>
            <p:nvPr/>
          </p:nvSpPr>
          <p:spPr>
            <a:xfrm>
              <a:off x="3805475" y="4407575"/>
              <a:ext cx="7400" cy="2025"/>
            </a:xfrm>
            <a:custGeom>
              <a:rect b="b" l="l" r="r" t="t"/>
              <a:pathLst>
                <a:path extrusionOk="0" h="81" w="296">
                  <a:moveTo>
                    <a:pt x="291" y="0"/>
                  </a:moveTo>
                  <a:lnTo>
                    <a:pt x="1" y="26"/>
                  </a:lnTo>
                  <a:lnTo>
                    <a:pt x="6" y="81"/>
                  </a:lnTo>
                  <a:lnTo>
                    <a:pt x="296" y="55"/>
                  </a:lnTo>
                  <a:cubicBezTo>
                    <a:pt x="293" y="36"/>
                    <a:pt x="292" y="19"/>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8"/>
            <p:cNvSpPr/>
            <p:nvPr/>
          </p:nvSpPr>
          <p:spPr>
            <a:xfrm>
              <a:off x="3944050" y="4583275"/>
              <a:ext cx="3775" cy="7275"/>
            </a:xfrm>
            <a:custGeom>
              <a:rect b="b" l="l" r="r" t="t"/>
              <a:pathLst>
                <a:path extrusionOk="0" h="291" w="151">
                  <a:moveTo>
                    <a:pt x="99" y="0"/>
                  </a:moveTo>
                  <a:lnTo>
                    <a:pt x="0" y="271"/>
                  </a:lnTo>
                  <a:lnTo>
                    <a:pt x="52" y="290"/>
                  </a:lnTo>
                  <a:lnTo>
                    <a:pt x="151" y="18"/>
                  </a:lnTo>
                  <a:cubicBezTo>
                    <a:pt x="134" y="12"/>
                    <a:pt x="117" y="7"/>
                    <a:pt x="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8"/>
            <p:cNvSpPr/>
            <p:nvPr/>
          </p:nvSpPr>
          <p:spPr>
            <a:xfrm>
              <a:off x="3961775" y="4588725"/>
              <a:ext cx="3225" cy="7375"/>
            </a:xfrm>
            <a:custGeom>
              <a:rect b="b" l="l" r="r" t="t"/>
              <a:pathLst>
                <a:path extrusionOk="0" h="295" w="129">
                  <a:moveTo>
                    <a:pt x="75" y="0"/>
                  </a:moveTo>
                  <a:lnTo>
                    <a:pt x="0" y="280"/>
                  </a:lnTo>
                  <a:lnTo>
                    <a:pt x="54" y="294"/>
                  </a:lnTo>
                  <a:lnTo>
                    <a:pt x="128" y="15"/>
                  </a:lnTo>
                  <a:cubicBezTo>
                    <a:pt x="111" y="9"/>
                    <a:pt x="94" y="5"/>
                    <a:pt x="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8"/>
            <p:cNvSpPr/>
            <p:nvPr/>
          </p:nvSpPr>
          <p:spPr>
            <a:xfrm>
              <a:off x="3880175" y="4547325"/>
              <a:ext cx="5750" cy="6475"/>
            </a:xfrm>
            <a:custGeom>
              <a:rect b="b" l="l" r="r" t="t"/>
              <a:pathLst>
                <a:path extrusionOk="0" h="259" w="230">
                  <a:moveTo>
                    <a:pt x="187" y="0"/>
                  </a:moveTo>
                  <a:lnTo>
                    <a:pt x="1" y="223"/>
                  </a:lnTo>
                  <a:lnTo>
                    <a:pt x="43" y="258"/>
                  </a:lnTo>
                  <a:lnTo>
                    <a:pt x="230" y="35"/>
                  </a:lnTo>
                  <a:lnTo>
                    <a:pt x="1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8"/>
            <p:cNvSpPr/>
            <p:nvPr/>
          </p:nvSpPr>
          <p:spPr>
            <a:xfrm>
              <a:off x="3998300" y="4595000"/>
              <a:ext cx="2000" cy="7400"/>
            </a:xfrm>
            <a:custGeom>
              <a:rect b="b" l="l" r="r" t="t"/>
              <a:pathLst>
                <a:path extrusionOk="0" h="296" w="80">
                  <a:moveTo>
                    <a:pt x="26" y="1"/>
                  </a:moveTo>
                  <a:lnTo>
                    <a:pt x="0" y="291"/>
                  </a:lnTo>
                  <a:lnTo>
                    <a:pt x="54" y="296"/>
                  </a:lnTo>
                  <a:lnTo>
                    <a:pt x="80" y="6"/>
                  </a:lnTo>
                  <a:cubicBezTo>
                    <a:pt x="62" y="4"/>
                    <a:pt x="43" y="3"/>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8"/>
            <p:cNvSpPr/>
            <p:nvPr/>
          </p:nvSpPr>
          <p:spPr>
            <a:xfrm>
              <a:off x="3894875" y="4558300"/>
              <a:ext cx="5325" cy="6725"/>
            </a:xfrm>
            <a:custGeom>
              <a:rect b="b" l="l" r="r" t="t"/>
              <a:pathLst>
                <a:path extrusionOk="0" h="269" w="213">
                  <a:moveTo>
                    <a:pt x="167" y="1"/>
                  </a:moveTo>
                  <a:lnTo>
                    <a:pt x="1" y="238"/>
                  </a:lnTo>
                  <a:lnTo>
                    <a:pt x="46" y="269"/>
                  </a:lnTo>
                  <a:lnTo>
                    <a:pt x="212" y="32"/>
                  </a:lnTo>
                  <a:cubicBezTo>
                    <a:pt x="197" y="21"/>
                    <a:pt x="182" y="1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8"/>
            <p:cNvSpPr/>
            <p:nvPr/>
          </p:nvSpPr>
          <p:spPr>
            <a:xfrm>
              <a:off x="3926925" y="4576325"/>
              <a:ext cx="4350" cy="7150"/>
            </a:xfrm>
            <a:custGeom>
              <a:rect b="b" l="l" r="r" t="t"/>
              <a:pathLst>
                <a:path extrusionOk="0" h="286" w="174">
                  <a:moveTo>
                    <a:pt x="123" y="1"/>
                  </a:moveTo>
                  <a:lnTo>
                    <a:pt x="0" y="263"/>
                  </a:lnTo>
                  <a:lnTo>
                    <a:pt x="51" y="286"/>
                  </a:lnTo>
                  <a:lnTo>
                    <a:pt x="174" y="24"/>
                  </a:lnTo>
                  <a:lnTo>
                    <a:pt x="1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8"/>
            <p:cNvSpPr/>
            <p:nvPr/>
          </p:nvSpPr>
          <p:spPr>
            <a:xfrm>
              <a:off x="3998575" y="4371450"/>
              <a:ext cx="37800" cy="37825"/>
            </a:xfrm>
            <a:custGeom>
              <a:rect b="b" l="l" r="r" t="t"/>
              <a:pathLst>
                <a:path extrusionOk="0" h="1513" w="1512">
                  <a:moveTo>
                    <a:pt x="756" y="1"/>
                  </a:moveTo>
                  <a:cubicBezTo>
                    <a:pt x="741" y="1"/>
                    <a:pt x="729" y="3"/>
                    <a:pt x="715" y="4"/>
                  </a:cubicBezTo>
                  <a:cubicBezTo>
                    <a:pt x="703" y="5"/>
                    <a:pt x="689" y="5"/>
                    <a:pt x="676" y="6"/>
                  </a:cubicBezTo>
                  <a:cubicBezTo>
                    <a:pt x="652" y="9"/>
                    <a:pt x="628" y="13"/>
                    <a:pt x="605" y="16"/>
                  </a:cubicBezTo>
                  <a:cubicBezTo>
                    <a:pt x="508" y="36"/>
                    <a:pt x="419" y="75"/>
                    <a:pt x="339" y="126"/>
                  </a:cubicBezTo>
                  <a:cubicBezTo>
                    <a:pt x="320" y="139"/>
                    <a:pt x="301" y="153"/>
                    <a:pt x="281" y="169"/>
                  </a:cubicBezTo>
                  <a:cubicBezTo>
                    <a:pt x="271" y="178"/>
                    <a:pt x="260" y="186"/>
                    <a:pt x="251" y="196"/>
                  </a:cubicBezTo>
                  <a:cubicBezTo>
                    <a:pt x="241" y="205"/>
                    <a:pt x="231" y="214"/>
                    <a:pt x="222" y="222"/>
                  </a:cubicBezTo>
                  <a:cubicBezTo>
                    <a:pt x="213" y="232"/>
                    <a:pt x="204" y="242"/>
                    <a:pt x="194" y="252"/>
                  </a:cubicBezTo>
                  <a:cubicBezTo>
                    <a:pt x="186" y="263"/>
                    <a:pt x="177" y="272"/>
                    <a:pt x="168" y="282"/>
                  </a:cubicBezTo>
                  <a:cubicBezTo>
                    <a:pt x="152" y="300"/>
                    <a:pt x="140" y="319"/>
                    <a:pt x="125" y="340"/>
                  </a:cubicBezTo>
                  <a:cubicBezTo>
                    <a:pt x="73" y="418"/>
                    <a:pt x="34" y="509"/>
                    <a:pt x="16" y="606"/>
                  </a:cubicBezTo>
                  <a:cubicBezTo>
                    <a:pt x="11" y="629"/>
                    <a:pt x="8" y="653"/>
                    <a:pt x="6" y="676"/>
                  </a:cubicBezTo>
                  <a:cubicBezTo>
                    <a:pt x="4" y="690"/>
                    <a:pt x="4" y="704"/>
                    <a:pt x="2" y="717"/>
                  </a:cubicBezTo>
                  <a:cubicBezTo>
                    <a:pt x="1" y="730"/>
                    <a:pt x="0" y="743"/>
                    <a:pt x="0" y="757"/>
                  </a:cubicBezTo>
                  <a:cubicBezTo>
                    <a:pt x="0" y="769"/>
                    <a:pt x="1" y="784"/>
                    <a:pt x="2" y="797"/>
                  </a:cubicBezTo>
                  <a:cubicBezTo>
                    <a:pt x="4" y="809"/>
                    <a:pt x="4" y="824"/>
                    <a:pt x="6" y="836"/>
                  </a:cubicBezTo>
                  <a:cubicBezTo>
                    <a:pt x="8" y="860"/>
                    <a:pt x="12" y="885"/>
                    <a:pt x="16" y="907"/>
                  </a:cubicBezTo>
                  <a:cubicBezTo>
                    <a:pt x="34" y="1004"/>
                    <a:pt x="74" y="1093"/>
                    <a:pt x="125" y="1174"/>
                  </a:cubicBezTo>
                  <a:cubicBezTo>
                    <a:pt x="138" y="1192"/>
                    <a:pt x="152" y="1212"/>
                    <a:pt x="168" y="1231"/>
                  </a:cubicBezTo>
                  <a:cubicBezTo>
                    <a:pt x="177" y="1242"/>
                    <a:pt x="186" y="1252"/>
                    <a:pt x="194" y="1261"/>
                  </a:cubicBezTo>
                  <a:cubicBezTo>
                    <a:pt x="204" y="1272"/>
                    <a:pt x="213" y="1282"/>
                    <a:pt x="222" y="1290"/>
                  </a:cubicBezTo>
                  <a:cubicBezTo>
                    <a:pt x="231" y="1300"/>
                    <a:pt x="241" y="1309"/>
                    <a:pt x="251" y="1318"/>
                  </a:cubicBezTo>
                  <a:cubicBezTo>
                    <a:pt x="261" y="1326"/>
                    <a:pt x="271" y="1336"/>
                    <a:pt x="281" y="1345"/>
                  </a:cubicBezTo>
                  <a:cubicBezTo>
                    <a:pt x="300" y="1360"/>
                    <a:pt x="318" y="1373"/>
                    <a:pt x="339" y="1387"/>
                  </a:cubicBezTo>
                  <a:cubicBezTo>
                    <a:pt x="418" y="1440"/>
                    <a:pt x="508" y="1478"/>
                    <a:pt x="605" y="1497"/>
                  </a:cubicBezTo>
                  <a:cubicBezTo>
                    <a:pt x="628" y="1502"/>
                    <a:pt x="651" y="1505"/>
                    <a:pt x="676" y="1507"/>
                  </a:cubicBezTo>
                  <a:cubicBezTo>
                    <a:pt x="689" y="1509"/>
                    <a:pt x="703" y="1509"/>
                    <a:pt x="715" y="1510"/>
                  </a:cubicBezTo>
                  <a:cubicBezTo>
                    <a:pt x="729" y="1511"/>
                    <a:pt x="743" y="1512"/>
                    <a:pt x="756" y="1512"/>
                  </a:cubicBezTo>
                  <a:cubicBezTo>
                    <a:pt x="770" y="1512"/>
                    <a:pt x="783" y="1511"/>
                    <a:pt x="796" y="1510"/>
                  </a:cubicBezTo>
                  <a:cubicBezTo>
                    <a:pt x="808" y="1509"/>
                    <a:pt x="823" y="1509"/>
                    <a:pt x="836" y="1507"/>
                  </a:cubicBezTo>
                  <a:cubicBezTo>
                    <a:pt x="859" y="1505"/>
                    <a:pt x="884" y="1501"/>
                    <a:pt x="906" y="1497"/>
                  </a:cubicBezTo>
                  <a:cubicBezTo>
                    <a:pt x="1003" y="1478"/>
                    <a:pt x="1092" y="1439"/>
                    <a:pt x="1173" y="1387"/>
                  </a:cubicBezTo>
                  <a:cubicBezTo>
                    <a:pt x="1192" y="1375"/>
                    <a:pt x="1211" y="1360"/>
                    <a:pt x="1230" y="1345"/>
                  </a:cubicBezTo>
                  <a:cubicBezTo>
                    <a:pt x="1241" y="1336"/>
                    <a:pt x="1251" y="1326"/>
                    <a:pt x="1260" y="1318"/>
                  </a:cubicBezTo>
                  <a:cubicBezTo>
                    <a:pt x="1271" y="1309"/>
                    <a:pt x="1281" y="1300"/>
                    <a:pt x="1290" y="1290"/>
                  </a:cubicBezTo>
                  <a:cubicBezTo>
                    <a:pt x="1298" y="1281"/>
                    <a:pt x="1308" y="1272"/>
                    <a:pt x="1317" y="1261"/>
                  </a:cubicBezTo>
                  <a:cubicBezTo>
                    <a:pt x="1326" y="1251"/>
                    <a:pt x="1334" y="1242"/>
                    <a:pt x="1344" y="1231"/>
                  </a:cubicBezTo>
                  <a:cubicBezTo>
                    <a:pt x="1359" y="1213"/>
                    <a:pt x="1373" y="1194"/>
                    <a:pt x="1387" y="1174"/>
                  </a:cubicBezTo>
                  <a:cubicBezTo>
                    <a:pt x="1440" y="1094"/>
                    <a:pt x="1477" y="1004"/>
                    <a:pt x="1496" y="907"/>
                  </a:cubicBezTo>
                  <a:cubicBezTo>
                    <a:pt x="1501" y="883"/>
                    <a:pt x="1504" y="860"/>
                    <a:pt x="1507" y="836"/>
                  </a:cubicBezTo>
                  <a:cubicBezTo>
                    <a:pt x="1508" y="824"/>
                    <a:pt x="1508" y="809"/>
                    <a:pt x="1509" y="797"/>
                  </a:cubicBezTo>
                  <a:cubicBezTo>
                    <a:pt x="1511" y="784"/>
                    <a:pt x="1512" y="769"/>
                    <a:pt x="1512" y="757"/>
                  </a:cubicBezTo>
                  <a:cubicBezTo>
                    <a:pt x="1512" y="743"/>
                    <a:pt x="1510" y="730"/>
                    <a:pt x="1509" y="717"/>
                  </a:cubicBezTo>
                  <a:cubicBezTo>
                    <a:pt x="1508" y="704"/>
                    <a:pt x="1508" y="690"/>
                    <a:pt x="1507" y="676"/>
                  </a:cubicBezTo>
                  <a:cubicBezTo>
                    <a:pt x="1504" y="654"/>
                    <a:pt x="1501" y="629"/>
                    <a:pt x="1496" y="606"/>
                  </a:cubicBezTo>
                  <a:cubicBezTo>
                    <a:pt x="1477" y="509"/>
                    <a:pt x="1439" y="421"/>
                    <a:pt x="1387" y="340"/>
                  </a:cubicBezTo>
                  <a:cubicBezTo>
                    <a:pt x="1374" y="320"/>
                    <a:pt x="1359" y="301"/>
                    <a:pt x="1344" y="282"/>
                  </a:cubicBezTo>
                  <a:cubicBezTo>
                    <a:pt x="1336" y="272"/>
                    <a:pt x="1326" y="262"/>
                    <a:pt x="1317" y="252"/>
                  </a:cubicBezTo>
                  <a:cubicBezTo>
                    <a:pt x="1308" y="242"/>
                    <a:pt x="1299" y="232"/>
                    <a:pt x="1290" y="222"/>
                  </a:cubicBezTo>
                  <a:cubicBezTo>
                    <a:pt x="1281" y="214"/>
                    <a:pt x="1271" y="205"/>
                    <a:pt x="1260" y="196"/>
                  </a:cubicBezTo>
                  <a:cubicBezTo>
                    <a:pt x="1250" y="186"/>
                    <a:pt x="1241" y="178"/>
                    <a:pt x="1230" y="169"/>
                  </a:cubicBezTo>
                  <a:cubicBezTo>
                    <a:pt x="1213" y="153"/>
                    <a:pt x="1193" y="140"/>
                    <a:pt x="1173" y="126"/>
                  </a:cubicBezTo>
                  <a:cubicBezTo>
                    <a:pt x="1094" y="73"/>
                    <a:pt x="1003" y="36"/>
                    <a:pt x="906" y="16"/>
                  </a:cubicBezTo>
                  <a:cubicBezTo>
                    <a:pt x="884" y="11"/>
                    <a:pt x="860" y="9"/>
                    <a:pt x="836" y="6"/>
                  </a:cubicBezTo>
                  <a:cubicBezTo>
                    <a:pt x="823" y="5"/>
                    <a:pt x="808" y="5"/>
                    <a:pt x="796" y="4"/>
                  </a:cubicBezTo>
                  <a:cubicBezTo>
                    <a:pt x="783" y="3"/>
                    <a:pt x="769" y="1"/>
                    <a:pt x="7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8"/>
            <p:cNvSpPr/>
            <p:nvPr/>
          </p:nvSpPr>
          <p:spPr>
            <a:xfrm>
              <a:off x="4000800" y="4013525"/>
              <a:ext cx="33425" cy="31500"/>
            </a:xfrm>
            <a:custGeom>
              <a:rect b="b" l="l" r="r" t="t"/>
              <a:pathLst>
                <a:path extrusionOk="0" h="1260" w="1337">
                  <a:moveTo>
                    <a:pt x="0" y="1"/>
                  </a:moveTo>
                  <a:lnTo>
                    <a:pt x="0" y="100"/>
                  </a:lnTo>
                  <a:lnTo>
                    <a:pt x="161" y="100"/>
                  </a:lnTo>
                  <a:lnTo>
                    <a:pt x="161" y="1139"/>
                  </a:lnTo>
                  <a:lnTo>
                    <a:pt x="0" y="1139"/>
                  </a:lnTo>
                  <a:lnTo>
                    <a:pt x="0" y="1238"/>
                  </a:lnTo>
                  <a:lnTo>
                    <a:pt x="435" y="1238"/>
                  </a:lnTo>
                  <a:lnTo>
                    <a:pt x="435" y="1139"/>
                  </a:lnTo>
                  <a:lnTo>
                    <a:pt x="275" y="1139"/>
                  </a:lnTo>
                  <a:lnTo>
                    <a:pt x="275" y="291"/>
                  </a:lnTo>
                  <a:lnTo>
                    <a:pt x="257" y="154"/>
                  </a:lnTo>
                  <a:lnTo>
                    <a:pt x="263" y="154"/>
                  </a:lnTo>
                  <a:lnTo>
                    <a:pt x="342" y="290"/>
                  </a:lnTo>
                  <a:lnTo>
                    <a:pt x="1061" y="1260"/>
                  </a:lnTo>
                  <a:lnTo>
                    <a:pt x="1175" y="1260"/>
                  </a:lnTo>
                  <a:lnTo>
                    <a:pt x="1175" y="100"/>
                  </a:lnTo>
                  <a:lnTo>
                    <a:pt x="1336" y="100"/>
                  </a:lnTo>
                  <a:lnTo>
                    <a:pt x="1336" y="1"/>
                  </a:lnTo>
                  <a:lnTo>
                    <a:pt x="902" y="1"/>
                  </a:lnTo>
                  <a:lnTo>
                    <a:pt x="902" y="100"/>
                  </a:lnTo>
                  <a:lnTo>
                    <a:pt x="1062" y="100"/>
                  </a:lnTo>
                  <a:lnTo>
                    <a:pt x="1062" y="833"/>
                  </a:lnTo>
                  <a:lnTo>
                    <a:pt x="1073" y="985"/>
                  </a:lnTo>
                  <a:lnTo>
                    <a:pt x="1064" y="985"/>
                  </a:lnTo>
                  <a:lnTo>
                    <a:pt x="971" y="833"/>
                  </a:lnTo>
                  <a:lnTo>
                    <a:pt x="3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8"/>
            <p:cNvSpPr/>
            <p:nvPr/>
          </p:nvSpPr>
          <p:spPr>
            <a:xfrm>
              <a:off x="4007050" y="4736825"/>
              <a:ext cx="21200" cy="31950"/>
            </a:xfrm>
            <a:custGeom>
              <a:rect b="b" l="l" r="r" t="t"/>
              <a:pathLst>
                <a:path extrusionOk="0" h="1278" w="848">
                  <a:moveTo>
                    <a:pt x="422" y="0"/>
                  </a:moveTo>
                  <a:cubicBezTo>
                    <a:pt x="293" y="0"/>
                    <a:pt x="190" y="29"/>
                    <a:pt x="114" y="85"/>
                  </a:cubicBezTo>
                  <a:cubicBezTo>
                    <a:pt x="38" y="140"/>
                    <a:pt x="1" y="219"/>
                    <a:pt x="1" y="318"/>
                  </a:cubicBezTo>
                  <a:cubicBezTo>
                    <a:pt x="1" y="386"/>
                    <a:pt x="17" y="443"/>
                    <a:pt x="49" y="487"/>
                  </a:cubicBezTo>
                  <a:cubicBezTo>
                    <a:pt x="81" y="532"/>
                    <a:pt x="122" y="570"/>
                    <a:pt x="171" y="602"/>
                  </a:cubicBezTo>
                  <a:cubicBezTo>
                    <a:pt x="219" y="634"/>
                    <a:pt x="271" y="661"/>
                    <a:pt x="328" y="684"/>
                  </a:cubicBezTo>
                  <a:cubicBezTo>
                    <a:pt x="385" y="707"/>
                    <a:pt x="436" y="732"/>
                    <a:pt x="485" y="757"/>
                  </a:cubicBezTo>
                  <a:cubicBezTo>
                    <a:pt x="533" y="781"/>
                    <a:pt x="575" y="809"/>
                    <a:pt x="607" y="841"/>
                  </a:cubicBezTo>
                  <a:cubicBezTo>
                    <a:pt x="639" y="874"/>
                    <a:pt x="655" y="914"/>
                    <a:pt x="655" y="962"/>
                  </a:cubicBezTo>
                  <a:cubicBezTo>
                    <a:pt x="655" y="999"/>
                    <a:pt x="648" y="1031"/>
                    <a:pt x="632" y="1058"/>
                  </a:cubicBezTo>
                  <a:cubicBezTo>
                    <a:pt x="617" y="1086"/>
                    <a:pt x="596" y="1108"/>
                    <a:pt x="569" y="1125"/>
                  </a:cubicBezTo>
                  <a:cubicBezTo>
                    <a:pt x="542" y="1144"/>
                    <a:pt x="511" y="1156"/>
                    <a:pt x="474" y="1165"/>
                  </a:cubicBezTo>
                  <a:cubicBezTo>
                    <a:pt x="438" y="1175"/>
                    <a:pt x="400" y="1179"/>
                    <a:pt x="358" y="1179"/>
                  </a:cubicBezTo>
                  <a:cubicBezTo>
                    <a:pt x="312" y="1179"/>
                    <a:pt x="272" y="1174"/>
                    <a:pt x="235" y="1163"/>
                  </a:cubicBezTo>
                  <a:cubicBezTo>
                    <a:pt x="198" y="1153"/>
                    <a:pt x="169" y="1139"/>
                    <a:pt x="147" y="1125"/>
                  </a:cubicBezTo>
                  <a:lnTo>
                    <a:pt x="115" y="1083"/>
                  </a:lnTo>
                  <a:lnTo>
                    <a:pt x="115" y="872"/>
                  </a:lnTo>
                  <a:lnTo>
                    <a:pt x="2" y="872"/>
                  </a:lnTo>
                  <a:lnTo>
                    <a:pt x="2" y="1194"/>
                  </a:lnTo>
                  <a:cubicBezTo>
                    <a:pt x="30" y="1215"/>
                    <a:pt x="75" y="1232"/>
                    <a:pt x="136" y="1251"/>
                  </a:cubicBezTo>
                  <a:cubicBezTo>
                    <a:pt x="196" y="1268"/>
                    <a:pt x="270" y="1278"/>
                    <a:pt x="353" y="1278"/>
                  </a:cubicBezTo>
                  <a:cubicBezTo>
                    <a:pt x="505" y="1278"/>
                    <a:pt x="626" y="1248"/>
                    <a:pt x="715" y="1186"/>
                  </a:cubicBezTo>
                  <a:cubicBezTo>
                    <a:pt x="803" y="1125"/>
                    <a:pt x="848" y="1037"/>
                    <a:pt x="848" y="924"/>
                  </a:cubicBezTo>
                  <a:cubicBezTo>
                    <a:pt x="848" y="860"/>
                    <a:pt x="830" y="805"/>
                    <a:pt x="798" y="762"/>
                  </a:cubicBezTo>
                  <a:cubicBezTo>
                    <a:pt x="766" y="722"/>
                    <a:pt x="726" y="684"/>
                    <a:pt x="678" y="654"/>
                  </a:cubicBezTo>
                  <a:cubicBezTo>
                    <a:pt x="630" y="623"/>
                    <a:pt x="577" y="594"/>
                    <a:pt x="520" y="571"/>
                  </a:cubicBezTo>
                  <a:cubicBezTo>
                    <a:pt x="463" y="546"/>
                    <a:pt x="412" y="521"/>
                    <a:pt x="363" y="496"/>
                  </a:cubicBezTo>
                  <a:cubicBezTo>
                    <a:pt x="313" y="470"/>
                    <a:pt x="274" y="441"/>
                    <a:pt x="241" y="408"/>
                  </a:cubicBezTo>
                  <a:cubicBezTo>
                    <a:pt x="209" y="376"/>
                    <a:pt x="193" y="336"/>
                    <a:pt x="193" y="287"/>
                  </a:cubicBezTo>
                  <a:cubicBezTo>
                    <a:pt x="193" y="227"/>
                    <a:pt x="213" y="183"/>
                    <a:pt x="252" y="150"/>
                  </a:cubicBezTo>
                  <a:cubicBezTo>
                    <a:pt x="292" y="118"/>
                    <a:pt x="348" y="102"/>
                    <a:pt x="419" y="102"/>
                  </a:cubicBezTo>
                  <a:cubicBezTo>
                    <a:pt x="460" y="102"/>
                    <a:pt x="501" y="104"/>
                    <a:pt x="544" y="108"/>
                  </a:cubicBezTo>
                  <a:cubicBezTo>
                    <a:pt x="586" y="113"/>
                    <a:pt x="618" y="119"/>
                    <a:pt x="641" y="128"/>
                  </a:cubicBezTo>
                  <a:lnTo>
                    <a:pt x="668" y="173"/>
                  </a:lnTo>
                  <a:lnTo>
                    <a:pt x="668" y="364"/>
                  </a:lnTo>
                  <a:lnTo>
                    <a:pt x="782" y="364"/>
                  </a:lnTo>
                  <a:lnTo>
                    <a:pt x="782" y="59"/>
                  </a:lnTo>
                  <a:cubicBezTo>
                    <a:pt x="741" y="41"/>
                    <a:pt x="690" y="26"/>
                    <a:pt x="632" y="16"/>
                  </a:cubicBezTo>
                  <a:cubicBezTo>
                    <a:pt x="574" y="6"/>
                    <a:pt x="503" y="0"/>
                    <a:pt x="4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8"/>
            <p:cNvSpPr/>
            <p:nvPr/>
          </p:nvSpPr>
          <p:spPr>
            <a:xfrm>
              <a:off x="3636950" y="4372175"/>
              <a:ext cx="46700" cy="30950"/>
            </a:xfrm>
            <a:custGeom>
              <a:rect b="b" l="l" r="r" t="t"/>
              <a:pathLst>
                <a:path extrusionOk="0" h="1238" w="1868">
                  <a:moveTo>
                    <a:pt x="0" y="0"/>
                  </a:moveTo>
                  <a:lnTo>
                    <a:pt x="0" y="100"/>
                  </a:lnTo>
                  <a:lnTo>
                    <a:pt x="152" y="100"/>
                  </a:lnTo>
                  <a:lnTo>
                    <a:pt x="461" y="1238"/>
                  </a:lnTo>
                  <a:lnTo>
                    <a:pt x="667" y="1238"/>
                  </a:lnTo>
                  <a:lnTo>
                    <a:pt x="944" y="258"/>
                  </a:lnTo>
                  <a:lnTo>
                    <a:pt x="1220" y="1238"/>
                  </a:lnTo>
                  <a:lnTo>
                    <a:pt x="1425" y="1238"/>
                  </a:lnTo>
                  <a:lnTo>
                    <a:pt x="1720" y="100"/>
                  </a:lnTo>
                  <a:lnTo>
                    <a:pt x="1868" y="100"/>
                  </a:lnTo>
                  <a:lnTo>
                    <a:pt x="1868" y="0"/>
                  </a:lnTo>
                  <a:lnTo>
                    <a:pt x="1432" y="0"/>
                  </a:lnTo>
                  <a:lnTo>
                    <a:pt x="1432" y="98"/>
                  </a:lnTo>
                  <a:lnTo>
                    <a:pt x="1583" y="98"/>
                  </a:lnTo>
                  <a:lnTo>
                    <a:pt x="1410" y="848"/>
                  </a:lnTo>
                  <a:lnTo>
                    <a:pt x="1357" y="1086"/>
                  </a:lnTo>
                  <a:lnTo>
                    <a:pt x="1348" y="1086"/>
                  </a:lnTo>
                  <a:lnTo>
                    <a:pt x="1294" y="852"/>
                  </a:lnTo>
                  <a:lnTo>
                    <a:pt x="1042" y="0"/>
                  </a:lnTo>
                  <a:lnTo>
                    <a:pt x="912" y="0"/>
                  </a:lnTo>
                  <a:cubicBezTo>
                    <a:pt x="867" y="156"/>
                    <a:pt x="827" y="296"/>
                    <a:pt x="792" y="420"/>
                  </a:cubicBezTo>
                  <a:cubicBezTo>
                    <a:pt x="776" y="474"/>
                    <a:pt x="763" y="526"/>
                    <a:pt x="748" y="577"/>
                  </a:cubicBezTo>
                  <a:cubicBezTo>
                    <a:pt x="734" y="629"/>
                    <a:pt x="721" y="673"/>
                    <a:pt x="709" y="713"/>
                  </a:cubicBezTo>
                  <a:cubicBezTo>
                    <a:pt x="698" y="754"/>
                    <a:pt x="688" y="786"/>
                    <a:pt x="681" y="811"/>
                  </a:cubicBezTo>
                  <a:cubicBezTo>
                    <a:pt x="675" y="837"/>
                    <a:pt x="671" y="851"/>
                    <a:pt x="671" y="852"/>
                  </a:cubicBezTo>
                  <a:lnTo>
                    <a:pt x="603" y="1090"/>
                  </a:lnTo>
                  <a:lnTo>
                    <a:pt x="596" y="1090"/>
                  </a:lnTo>
                  <a:lnTo>
                    <a:pt x="549" y="856"/>
                  </a:lnTo>
                  <a:lnTo>
                    <a:pt x="360" y="100"/>
                  </a:lnTo>
                  <a:lnTo>
                    <a:pt x="527" y="100"/>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8"/>
            <p:cNvSpPr/>
            <p:nvPr/>
          </p:nvSpPr>
          <p:spPr>
            <a:xfrm>
              <a:off x="4359475" y="4372175"/>
              <a:ext cx="24275" cy="30900"/>
            </a:xfrm>
            <a:custGeom>
              <a:rect b="b" l="l" r="r" t="t"/>
              <a:pathLst>
                <a:path extrusionOk="0" h="1236" w="971">
                  <a:moveTo>
                    <a:pt x="1" y="0"/>
                  </a:moveTo>
                  <a:lnTo>
                    <a:pt x="1" y="98"/>
                  </a:lnTo>
                  <a:lnTo>
                    <a:pt x="161" y="98"/>
                  </a:lnTo>
                  <a:lnTo>
                    <a:pt x="161" y="1137"/>
                  </a:lnTo>
                  <a:lnTo>
                    <a:pt x="1" y="1137"/>
                  </a:lnTo>
                  <a:lnTo>
                    <a:pt x="1" y="1235"/>
                  </a:lnTo>
                  <a:lnTo>
                    <a:pt x="971" y="1235"/>
                  </a:lnTo>
                  <a:lnTo>
                    <a:pt x="971" y="929"/>
                  </a:lnTo>
                  <a:lnTo>
                    <a:pt x="857" y="929"/>
                  </a:lnTo>
                  <a:lnTo>
                    <a:pt x="857" y="1101"/>
                  </a:lnTo>
                  <a:lnTo>
                    <a:pt x="821" y="1137"/>
                  </a:lnTo>
                  <a:lnTo>
                    <a:pt x="360" y="1137"/>
                  </a:lnTo>
                  <a:lnTo>
                    <a:pt x="360" y="656"/>
                  </a:lnTo>
                  <a:lnTo>
                    <a:pt x="658" y="656"/>
                  </a:lnTo>
                  <a:lnTo>
                    <a:pt x="685" y="683"/>
                  </a:lnTo>
                  <a:lnTo>
                    <a:pt x="685" y="758"/>
                  </a:lnTo>
                  <a:lnTo>
                    <a:pt x="797" y="758"/>
                  </a:lnTo>
                  <a:lnTo>
                    <a:pt x="797" y="455"/>
                  </a:lnTo>
                  <a:lnTo>
                    <a:pt x="685" y="455"/>
                  </a:lnTo>
                  <a:lnTo>
                    <a:pt x="685" y="531"/>
                  </a:lnTo>
                  <a:lnTo>
                    <a:pt x="658" y="557"/>
                  </a:lnTo>
                  <a:lnTo>
                    <a:pt x="360" y="557"/>
                  </a:lnTo>
                  <a:lnTo>
                    <a:pt x="360" y="98"/>
                  </a:lnTo>
                  <a:lnTo>
                    <a:pt x="792" y="98"/>
                  </a:lnTo>
                  <a:lnTo>
                    <a:pt x="828" y="139"/>
                  </a:lnTo>
                  <a:lnTo>
                    <a:pt x="828" y="289"/>
                  </a:lnTo>
                  <a:lnTo>
                    <a:pt x="940" y="289"/>
                  </a:lnTo>
                  <a:lnTo>
                    <a:pt x="9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8"/>
            <p:cNvSpPr/>
            <p:nvPr/>
          </p:nvSpPr>
          <p:spPr>
            <a:xfrm>
              <a:off x="3816750" y="4202225"/>
              <a:ext cx="19600" cy="20675"/>
            </a:xfrm>
            <a:custGeom>
              <a:rect b="b" l="l" r="r" t="t"/>
              <a:pathLst>
                <a:path extrusionOk="0" h="827" w="784">
                  <a:moveTo>
                    <a:pt x="430" y="0"/>
                  </a:moveTo>
                  <a:lnTo>
                    <a:pt x="290" y="141"/>
                  </a:lnTo>
                  <a:lnTo>
                    <a:pt x="324" y="171"/>
                  </a:lnTo>
                  <a:lnTo>
                    <a:pt x="375" y="120"/>
                  </a:lnTo>
                  <a:lnTo>
                    <a:pt x="609" y="356"/>
                  </a:lnTo>
                  <a:lnTo>
                    <a:pt x="662" y="402"/>
                  </a:lnTo>
                  <a:lnTo>
                    <a:pt x="660" y="404"/>
                  </a:lnTo>
                  <a:lnTo>
                    <a:pt x="581" y="385"/>
                  </a:lnTo>
                  <a:lnTo>
                    <a:pt x="114" y="316"/>
                  </a:lnTo>
                  <a:lnTo>
                    <a:pt x="1" y="429"/>
                  </a:lnTo>
                  <a:lnTo>
                    <a:pt x="33" y="462"/>
                  </a:lnTo>
                  <a:lnTo>
                    <a:pt x="84" y="411"/>
                  </a:lnTo>
                  <a:lnTo>
                    <a:pt x="418" y="744"/>
                  </a:lnTo>
                  <a:lnTo>
                    <a:pt x="367" y="796"/>
                  </a:lnTo>
                  <a:lnTo>
                    <a:pt x="399" y="827"/>
                  </a:lnTo>
                  <a:lnTo>
                    <a:pt x="538" y="687"/>
                  </a:lnTo>
                  <a:lnTo>
                    <a:pt x="506" y="655"/>
                  </a:lnTo>
                  <a:lnTo>
                    <a:pt x="455" y="707"/>
                  </a:lnTo>
                  <a:lnTo>
                    <a:pt x="182" y="435"/>
                  </a:lnTo>
                  <a:lnTo>
                    <a:pt x="133" y="396"/>
                  </a:lnTo>
                  <a:lnTo>
                    <a:pt x="135" y="393"/>
                  </a:lnTo>
                  <a:lnTo>
                    <a:pt x="203" y="413"/>
                  </a:lnTo>
                  <a:lnTo>
                    <a:pt x="747" y="493"/>
                  </a:lnTo>
                  <a:lnTo>
                    <a:pt x="784" y="457"/>
                  </a:lnTo>
                  <a:lnTo>
                    <a:pt x="411" y="84"/>
                  </a:lnTo>
                  <a:lnTo>
                    <a:pt x="463" y="32"/>
                  </a:lnTo>
                  <a:lnTo>
                    <a:pt x="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8"/>
            <p:cNvSpPr/>
            <p:nvPr/>
          </p:nvSpPr>
          <p:spPr>
            <a:xfrm>
              <a:off x="3827850" y="4186775"/>
              <a:ext cx="21500" cy="21250"/>
            </a:xfrm>
            <a:custGeom>
              <a:rect b="b" l="l" r="r" t="t"/>
              <a:pathLst>
                <a:path extrusionOk="0" h="850" w="860">
                  <a:moveTo>
                    <a:pt x="603" y="0"/>
                  </a:moveTo>
                  <a:lnTo>
                    <a:pt x="463" y="139"/>
                  </a:lnTo>
                  <a:lnTo>
                    <a:pt x="495" y="173"/>
                  </a:lnTo>
                  <a:lnTo>
                    <a:pt x="545" y="123"/>
                  </a:lnTo>
                  <a:lnTo>
                    <a:pt x="729" y="420"/>
                  </a:lnTo>
                  <a:lnTo>
                    <a:pt x="788" y="514"/>
                  </a:lnTo>
                  <a:lnTo>
                    <a:pt x="785" y="516"/>
                  </a:lnTo>
                  <a:lnTo>
                    <a:pt x="693" y="458"/>
                  </a:lnTo>
                  <a:lnTo>
                    <a:pt x="339" y="265"/>
                  </a:lnTo>
                  <a:lnTo>
                    <a:pt x="295" y="308"/>
                  </a:lnTo>
                  <a:cubicBezTo>
                    <a:pt x="331" y="372"/>
                    <a:pt x="364" y="430"/>
                    <a:pt x="392" y="482"/>
                  </a:cubicBezTo>
                  <a:cubicBezTo>
                    <a:pt x="404" y="504"/>
                    <a:pt x="417" y="525"/>
                    <a:pt x="428" y="546"/>
                  </a:cubicBezTo>
                  <a:cubicBezTo>
                    <a:pt x="440" y="567"/>
                    <a:pt x="450" y="586"/>
                    <a:pt x="459" y="603"/>
                  </a:cubicBezTo>
                  <a:cubicBezTo>
                    <a:pt x="469" y="619"/>
                    <a:pt x="476" y="633"/>
                    <a:pt x="481" y="643"/>
                  </a:cubicBezTo>
                  <a:cubicBezTo>
                    <a:pt x="488" y="653"/>
                    <a:pt x="490" y="658"/>
                    <a:pt x="490" y="659"/>
                  </a:cubicBezTo>
                  <a:lnTo>
                    <a:pt x="545" y="759"/>
                  </a:lnTo>
                  <a:lnTo>
                    <a:pt x="542" y="762"/>
                  </a:lnTo>
                  <a:lnTo>
                    <a:pt x="452" y="701"/>
                  </a:lnTo>
                  <a:lnTo>
                    <a:pt x="149" y="519"/>
                  </a:lnTo>
                  <a:lnTo>
                    <a:pt x="202" y="464"/>
                  </a:lnTo>
                  <a:lnTo>
                    <a:pt x="170" y="433"/>
                  </a:lnTo>
                  <a:lnTo>
                    <a:pt x="0" y="603"/>
                  </a:lnTo>
                  <a:lnTo>
                    <a:pt x="32" y="635"/>
                  </a:lnTo>
                  <a:lnTo>
                    <a:pt x="86" y="583"/>
                  </a:lnTo>
                  <a:lnTo>
                    <a:pt x="550" y="849"/>
                  </a:lnTo>
                  <a:lnTo>
                    <a:pt x="615" y="783"/>
                  </a:lnTo>
                  <a:lnTo>
                    <a:pt x="390" y="380"/>
                  </a:lnTo>
                  <a:lnTo>
                    <a:pt x="794" y="606"/>
                  </a:lnTo>
                  <a:lnTo>
                    <a:pt x="860" y="540"/>
                  </a:lnTo>
                  <a:lnTo>
                    <a:pt x="588" y="80"/>
                  </a:lnTo>
                  <a:lnTo>
                    <a:pt x="635" y="33"/>
                  </a:lnTo>
                  <a:lnTo>
                    <a:pt x="6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8"/>
            <p:cNvSpPr/>
            <p:nvPr/>
          </p:nvSpPr>
          <p:spPr>
            <a:xfrm>
              <a:off x="4187800" y="4192500"/>
              <a:ext cx="20675" cy="19550"/>
            </a:xfrm>
            <a:custGeom>
              <a:rect b="b" l="l" r="r" t="t"/>
              <a:pathLst>
                <a:path extrusionOk="0" h="782" w="827">
                  <a:moveTo>
                    <a:pt x="399" y="0"/>
                  </a:moveTo>
                  <a:lnTo>
                    <a:pt x="367" y="32"/>
                  </a:lnTo>
                  <a:lnTo>
                    <a:pt x="418" y="84"/>
                  </a:lnTo>
                  <a:lnTo>
                    <a:pt x="84" y="418"/>
                  </a:lnTo>
                  <a:lnTo>
                    <a:pt x="32" y="367"/>
                  </a:lnTo>
                  <a:lnTo>
                    <a:pt x="0" y="397"/>
                  </a:lnTo>
                  <a:lnTo>
                    <a:pt x="141" y="538"/>
                  </a:lnTo>
                  <a:lnTo>
                    <a:pt x="172" y="506"/>
                  </a:lnTo>
                  <a:lnTo>
                    <a:pt x="120" y="454"/>
                  </a:lnTo>
                  <a:lnTo>
                    <a:pt x="393" y="182"/>
                  </a:lnTo>
                  <a:lnTo>
                    <a:pt x="432" y="131"/>
                  </a:lnTo>
                  <a:lnTo>
                    <a:pt x="434" y="134"/>
                  </a:lnTo>
                  <a:lnTo>
                    <a:pt x="416" y="202"/>
                  </a:lnTo>
                  <a:lnTo>
                    <a:pt x="335" y="745"/>
                  </a:lnTo>
                  <a:lnTo>
                    <a:pt x="372" y="781"/>
                  </a:lnTo>
                  <a:lnTo>
                    <a:pt x="744" y="409"/>
                  </a:lnTo>
                  <a:lnTo>
                    <a:pt x="796" y="461"/>
                  </a:lnTo>
                  <a:lnTo>
                    <a:pt x="827" y="429"/>
                  </a:lnTo>
                  <a:lnTo>
                    <a:pt x="688" y="290"/>
                  </a:lnTo>
                  <a:lnTo>
                    <a:pt x="656" y="321"/>
                  </a:lnTo>
                  <a:lnTo>
                    <a:pt x="707" y="373"/>
                  </a:lnTo>
                  <a:lnTo>
                    <a:pt x="473" y="609"/>
                  </a:lnTo>
                  <a:lnTo>
                    <a:pt x="428" y="661"/>
                  </a:lnTo>
                  <a:lnTo>
                    <a:pt x="423" y="657"/>
                  </a:lnTo>
                  <a:lnTo>
                    <a:pt x="443" y="580"/>
                  </a:lnTo>
                  <a:lnTo>
                    <a:pt x="512" y="114"/>
                  </a:lnTo>
                  <a:lnTo>
                    <a:pt x="3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8"/>
            <p:cNvSpPr/>
            <p:nvPr/>
          </p:nvSpPr>
          <p:spPr>
            <a:xfrm>
              <a:off x="4199425" y="4204125"/>
              <a:ext cx="17550" cy="17750"/>
            </a:xfrm>
            <a:custGeom>
              <a:rect b="b" l="l" r="r" t="t"/>
              <a:pathLst>
                <a:path extrusionOk="0" h="710" w="702">
                  <a:moveTo>
                    <a:pt x="399" y="1"/>
                  </a:moveTo>
                  <a:lnTo>
                    <a:pt x="367" y="33"/>
                  </a:lnTo>
                  <a:lnTo>
                    <a:pt x="419" y="84"/>
                  </a:lnTo>
                  <a:lnTo>
                    <a:pt x="85" y="418"/>
                  </a:lnTo>
                  <a:lnTo>
                    <a:pt x="34" y="366"/>
                  </a:lnTo>
                  <a:lnTo>
                    <a:pt x="1" y="398"/>
                  </a:lnTo>
                  <a:lnTo>
                    <a:pt x="313" y="709"/>
                  </a:lnTo>
                  <a:lnTo>
                    <a:pt x="412" y="610"/>
                  </a:lnTo>
                  <a:lnTo>
                    <a:pt x="375" y="574"/>
                  </a:lnTo>
                  <a:lnTo>
                    <a:pt x="320" y="630"/>
                  </a:lnTo>
                  <a:lnTo>
                    <a:pt x="298" y="630"/>
                  </a:lnTo>
                  <a:lnTo>
                    <a:pt x="148" y="481"/>
                  </a:lnTo>
                  <a:lnTo>
                    <a:pt x="304" y="327"/>
                  </a:lnTo>
                  <a:lnTo>
                    <a:pt x="399" y="423"/>
                  </a:lnTo>
                  <a:lnTo>
                    <a:pt x="399" y="440"/>
                  </a:lnTo>
                  <a:lnTo>
                    <a:pt x="375" y="464"/>
                  </a:lnTo>
                  <a:lnTo>
                    <a:pt x="411" y="500"/>
                  </a:lnTo>
                  <a:lnTo>
                    <a:pt x="508" y="403"/>
                  </a:lnTo>
                  <a:lnTo>
                    <a:pt x="472" y="367"/>
                  </a:lnTo>
                  <a:lnTo>
                    <a:pt x="449" y="390"/>
                  </a:lnTo>
                  <a:lnTo>
                    <a:pt x="432" y="390"/>
                  </a:lnTo>
                  <a:lnTo>
                    <a:pt x="335" y="295"/>
                  </a:lnTo>
                  <a:lnTo>
                    <a:pt x="483" y="147"/>
                  </a:lnTo>
                  <a:lnTo>
                    <a:pt x="622" y="286"/>
                  </a:lnTo>
                  <a:lnTo>
                    <a:pt x="620" y="310"/>
                  </a:lnTo>
                  <a:lnTo>
                    <a:pt x="571" y="359"/>
                  </a:lnTo>
                  <a:lnTo>
                    <a:pt x="607" y="395"/>
                  </a:lnTo>
                  <a:lnTo>
                    <a:pt x="701" y="302"/>
                  </a:lnTo>
                  <a:lnTo>
                    <a:pt x="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8"/>
            <p:cNvSpPr/>
            <p:nvPr/>
          </p:nvSpPr>
          <p:spPr>
            <a:xfrm>
              <a:off x="4199550" y="4561550"/>
              <a:ext cx="14150" cy="15400"/>
            </a:xfrm>
            <a:custGeom>
              <a:rect b="b" l="l" r="r" t="t"/>
              <a:pathLst>
                <a:path extrusionOk="0" h="616" w="566">
                  <a:moveTo>
                    <a:pt x="238" y="1"/>
                  </a:moveTo>
                  <a:cubicBezTo>
                    <a:pt x="223" y="4"/>
                    <a:pt x="202" y="13"/>
                    <a:pt x="176" y="25"/>
                  </a:cubicBezTo>
                  <a:cubicBezTo>
                    <a:pt x="150" y="40"/>
                    <a:pt x="125" y="60"/>
                    <a:pt x="98" y="87"/>
                  </a:cubicBezTo>
                  <a:cubicBezTo>
                    <a:pt x="49" y="137"/>
                    <a:pt x="19" y="185"/>
                    <a:pt x="10" y="233"/>
                  </a:cubicBezTo>
                  <a:cubicBezTo>
                    <a:pt x="1" y="281"/>
                    <a:pt x="15" y="324"/>
                    <a:pt x="51" y="360"/>
                  </a:cubicBezTo>
                  <a:cubicBezTo>
                    <a:pt x="72" y="380"/>
                    <a:pt x="96" y="393"/>
                    <a:pt x="120" y="396"/>
                  </a:cubicBezTo>
                  <a:cubicBezTo>
                    <a:pt x="129" y="397"/>
                    <a:pt x="138" y="398"/>
                    <a:pt x="147" y="398"/>
                  </a:cubicBezTo>
                  <a:cubicBezTo>
                    <a:pt x="163" y="398"/>
                    <a:pt x="179" y="396"/>
                    <a:pt x="195" y="393"/>
                  </a:cubicBezTo>
                  <a:cubicBezTo>
                    <a:pt x="221" y="388"/>
                    <a:pt x="246" y="380"/>
                    <a:pt x="272" y="368"/>
                  </a:cubicBezTo>
                  <a:cubicBezTo>
                    <a:pt x="298" y="358"/>
                    <a:pt x="322" y="349"/>
                    <a:pt x="347" y="342"/>
                  </a:cubicBezTo>
                  <a:cubicBezTo>
                    <a:pt x="370" y="335"/>
                    <a:pt x="393" y="332"/>
                    <a:pt x="414" y="332"/>
                  </a:cubicBezTo>
                  <a:cubicBezTo>
                    <a:pt x="434" y="332"/>
                    <a:pt x="453" y="340"/>
                    <a:pt x="468" y="356"/>
                  </a:cubicBezTo>
                  <a:cubicBezTo>
                    <a:pt x="488" y="375"/>
                    <a:pt x="495" y="396"/>
                    <a:pt x="493" y="419"/>
                  </a:cubicBezTo>
                  <a:cubicBezTo>
                    <a:pt x="490" y="442"/>
                    <a:pt x="477" y="465"/>
                    <a:pt x="455" y="487"/>
                  </a:cubicBezTo>
                  <a:cubicBezTo>
                    <a:pt x="442" y="500"/>
                    <a:pt x="428" y="512"/>
                    <a:pt x="413" y="525"/>
                  </a:cubicBezTo>
                  <a:cubicBezTo>
                    <a:pt x="397" y="536"/>
                    <a:pt x="385" y="545"/>
                    <a:pt x="375" y="549"/>
                  </a:cubicBezTo>
                  <a:lnTo>
                    <a:pt x="352" y="543"/>
                  </a:lnTo>
                  <a:lnTo>
                    <a:pt x="290" y="481"/>
                  </a:lnTo>
                  <a:lnTo>
                    <a:pt x="254" y="518"/>
                  </a:lnTo>
                  <a:lnTo>
                    <a:pt x="352" y="616"/>
                  </a:lnTo>
                  <a:cubicBezTo>
                    <a:pt x="371" y="608"/>
                    <a:pt x="392" y="597"/>
                    <a:pt x="414" y="582"/>
                  </a:cubicBezTo>
                  <a:cubicBezTo>
                    <a:pt x="436" y="566"/>
                    <a:pt x="460" y="545"/>
                    <a:pt x="486" y="520"/>
                  </a:cubicBezTo>
                  <a:cubicBezTo>
                    <a:pt x="527" y="478"/>
                    <a:pt x="552" y="435"/>
                    <a:pt x="558" y="393"/>
                  </a:cubicBezTo>
                  <a:cubicBezTo>
                    <a:pt x="565" y="350"/>
                    <a:pt x="552" y="313"/>
                    <a:pt x="520" y="280"/>
                  </a:cubicBezTo>
                  <a:cubicBezTo>
                    <a:pt x="497" y="262"/>
                    <a:pt x="474" y="248"/>
                    <a:pt x="450" y="245"/>
                  </a:cubicBezTo>
                  <a:cubicBezTo>
                    <a:pt x="439" y="243"/>
                    <a:pt x="428" y="242"/>
                    <a:pt x="417" y="242"/>
                  </a:cubicBezTo>
                  <a:cubicBezTo>
                    <a:pt x="403" y="242"/>
                    <a:pt x="389" y="244"/>
                    <a:pt x="374" y="247"/>
                  </a:cubicBezTo>
                  <a:cubicBezTo>
                    <a:pt x="349" y="252"/>
                    <a:pt x="323" y="261"/>
                    <a:pt x="297" y="271"/>
                  </a:cubicBezTo>
                  <a:cubicBezTo>
                    <a:pt x="271" y="280"/>
                    <a:pt x="246" y="290"/>
                    <a:pt x="223" y="298"/>
                  </a:cubicBezTo>
                  <a:cubicBezTo>
                    <a:pt x="200" y="305"/>
                    <a:pt x="178" y="309"/>
                    <a:pt x="158" y="309"/>
                  </a:cubicBezTo>
                  <a:cubicBezTo>
                    <a:pt x="136" y="309"/>
                    <a:pt x="118" y="302"/>
                    <a:pt x="103" y="286"/>
                  </a:cubicBezTo>
                  <a:cubicBezTo>
                    <a:pt x="92" y="274"/>
                    <a:pt x="83" y="262"/>
                    <a:pt x="80" y="247"/>
                  </a:cubicBezTo>
                  <a:cubicBezTo>
                    <a:pt x="76" y="233"/>
                    <a:pt x="76" y="219"/>
                    <a:pt x="78" y="205"/>
                  </a:cubicBezTo>
                  <a:cubicBezTo>
                    <a:pt x="81" y="190"/>
                    <a:pt x="88" y="176"/>
                    <a:pt x="97" y="163"/>
                  </a:cubicBezTo>
                  <a:cubicBezTo>
                    <a:pt x="106" y="148"/>
                    <a:pt x="115" y="134"/>
                    <a:pt x="130" y="119"/>
                  </a:cubicBezTo>
                  <a:cubicBezTo>
                    <a:pt x="144" y="106"/>
                    <a:pt x="160" y="93"/>
                    <a:pt x="174" y="85"/>
                  </a:cubicBezTo>
                  <a:cubicBezTo>
                    <a:pt x="190" y="76"/>
                    <a:pt x="202" y="71"/>
                    <a:pt x="213" y="70"/>
                  </a:cubicBezTo>
                  <a:lnTo>
                    <a:pt x="238" y="73"/>
                  </a:lnTo>
                  <a:lnTo>
                    <a:pt x="305" y="140"/>
                  </a:lnTo>
                  <a:lnTo>
                    <a:pt x="341" y="104"/>
                  </a:lnTo>
                  <a:lnTo>
                    <a:pt x="2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8"/>
            <p:cNvSpPr/>
            <p:nvPr/>
          </p:nvSpPr>
          <p:spPr>
            <a:xfrm>
              <a:off x="4189175" y="4569100"/>
              <a:ext cx="17725" cy="17550"/>
            </a:xfrm>
            <a:custGeom>
              <a:rect b="b" l="l" r="r" t="t"/>
              <a:pathLst>
                <a:path extrusionOk="0" h="702" w="709">
                  <a:moveTo>
                    <a:pt x="312" y="1"/>
                  </a:moveTo>
                  <a:lnTo>
                    <a:pt x="0" y="313"/>
                  </a:lnTo>
                  <a:lnTo>
                    <a:pt x="99" y="413"/>
                  </a:lnTo>
                  <a:lnTo>
                    <a:pt x="135" y="374"/>
                  </a:lnTo>
                  <a:lnTo>
                    <a:pt x="80" y="320"/>
                  </a:lnTo>
                  <a:lnTo>
                    <a:pt x="80" y="297"/>
                  </a:lnTo>
                  <a:lnTo>
                    <a:pt x="228" y="147"/>
                  </a:lnTo>
                  <a:lnTo>
                    <a:pt x="383" y="304"/>
                  </a:lnTo>
                  <a:lnTo>
                    <a:pt x="287" y="399"/>
                  </a:lnTo>
                  <a:lnTo>
                    <a:pt x="269" y="399"/>
                  </a:lnTo>
                  <a:lnTo>
                    <a:pt x="246" y="374"/>
                  </a:lnTo>
                  <a:lnTo>
                    <a:pt x="208" y="411"/>
                  </a:lnTo>
                  <a:lnTo>
                    <a:pt x="307" y="509"/>
                  </a:lnTo>
                  <a:lnTo>
                    <a:pt x="343" y="471"/>
                  </a:lnTo>
                  <a:lnTo>
                    <a:pt x="318" y="449"/>
                  </a:lnTo>
                  <a:lnTo>
                    <a:pt x="318" y="431"/>
                  </a:lnTo>
                  <a:lnTo>
                    <a:pt x="415" y="335"/>
                  </a:lnTo>
                  <a:lnTo>
                    <a:pt x="562" y="482"/>
                  </a:lnTo>
                  <a:lnTo>
                    <a:pt x="422" y="621"/>
                  </a:lnTo>
                  <a:lnTo>
                    <a:pt x="398" y="620"/>
                  </a:lnTo>
                  <a:lnTo>
                    <a:pt x="351" y="570"/>
                  </a:lnTo>
                  <a:lnTo>
                    <a:pt x="313" y="607"/>
                  </a:lnTo>
                  <a:lnTo>
                    <a:pt x="408" y="702"/>
                  </a:lnTo>
                  <a:lnTo>
                    <a:pt x="709" y="399"/>
                  </a:lnTo>
                  <a:lnTo>
                    <a:pt x="677" y="367"/>
                  </a:lnTo>
                  <a:lnTo>
                    <a:pt x="625" y="419"/>
                  </a:lnTo>
                  <a:lnTo>
                    <a:pt x="291" y="85"/>
                  </a:lnTo>
                  <a:lnTo>
                    <a:pt x="343" y="33"/>
                  </a:lnTo>
                  <a:lnTo>
                    <a:pt x="3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8"/>
            <p:cNvSpPr/>
            <p:nvPr/>
          </p:nvSpPr>
          <p:spPr>
            <a:xfrm>
              <a:off x="3830825" y="4572575"/>
              <a:ext cx="15475" cy="13850"/>
            </a:xfrm>
            <a:custGeom>
              <a:rect b="b" l="l" r="r" t="t"/>
              <a:pathLst>
                <a:path extrusionOk="0" h="554" w="619">
                  <a:moveTo>
                    <a:pt x="359" y="1"/>
                  </a:moveTo>
                  <a:cubicBezTo>
                    <a:pt x="322" y="1"/>
                    <a:pt x="288" y="15"/>
                    <a:pt x="259" y="45"/>
                  </a:cubicBezTo>
                  <a:cubicBezTo>
                    <a:pt x="238" y="65"/>
                    <a:pt x="226" y="89"/>
                    <a:pt x="223" y="114"/>
                  </a:cubicBezTo>
                  <a:cubicBezTo>
                    <a:pt x="220" y="137"/>
                    <a:pt x="221" y="162"/>
                    <a:pt x="226" y="188"/>
                  </a:cubicBezTo>
                  <a:cubicBezTo>
                    <a:pt x="231" y="214"/>
                    <a:pt x="238" y="240"/>
                    <a:pt x="250" y="265"/>
                  </a:cubicBezTo>
                  <a:cubicBezTo>
                    <a:pt x="260" y="291"/>
                    <a:pt x="269" y="316"/>
                    <a:pt x="275" y="341"/>
                  </a:cubicBezTo>
                  <a:cubicBezTo>
                    <a:pt x="284" y="363"/>
                    <a:pt x="286" y="387"/>
                    <a:pt x="286" y="408"/>
                  </a:cubicBezTo>
                  <a:cubicBezTo>
                    <a:pt x="286" y="428"/>
                    <a:pt x="278" y="446"/>
                    <a:pt x="263" y="461"/>
                  </a:cubicBezTo>
                  <a:cubicBezTo>
                    <a:pt x="246" y="479"/>
                    <a:pt x="227" y="486"/>
                    <a:pt x="207" y="486"/>
                  </a:cubicBezTo>
                  <a:cubicBezTo>
                    <a:pt x="205" y="486"/>
                    <a:pt x="203" y="486"/>
                    <a:pt x="200" y="486"/>
                  </a:cubicBezTo>
                  <a:cubicBezTo>
                    <a:pt x="176" y="483"/>
                    <a:pt x="154" y="471"/>
                    <a:pt x="131" y="449"/>
                  </a:cubicBezTo>
                  <a:cubicBezTo>
                    <a:pt x="119" y="436"/>
                    <a:pt x="105" y="421"/>
                    <a:pt x="93" y="406"/>
                  </a:cubicBezTo>
                  <a:cubicBezTo>
                    <a:pt x="81" y="390"/>
                    <a:pt x="72" y="378"/>
                    <a:pt x="68" y="369"/>
                  </a:cubicBezTo>
                  <a:lnTo>
                    <a:pt x="73" y="346"/>
                  </a:lnTo>
                  <a:lnTo>
                    <a:pt x="135" y="284"/>
                  </a:lnTo>
                  <a:lnTo>
                    <a:pt x="99" y="248"/>
                  </a:lnTo>
                  <a:lnTo>
                    <a:pt x="1" y="346"/>
                  </a:lnTo>
                  <a:cubicBezTo>
                    <a:pt x="9" y="364"/>
                    <a:pt x="21" y="385"/>
                    <a:pt x="36" y="408"/>
                  </a:cubicBezTo>
                  <a:cubicBezTo>
                    <a:pt x="51" y="429"/>
                    <a:pt x="72" y="454"/>
                    <a:pt x="98" y="480"/>
                  </a:cubicBezTo>
                  <a:cubicBezTo>
                    <a:pt x="139" y="521"/>
                    <a:pt x="181" y="545"/>
                    <a:pt x="224" y="552"/>
                  </a:cubicBezTo>
                  <a:cubicBezTo>
                    <a:pt x="231" y="553"/>
                    <a:pt x="237" y="554"/>
                    <a:pt x="244" y="554"/>
                  </a:cubicBezTo>
                  <a:cubicBezTo>
                    <a:pt x="279" y="554"/>
                    <a:pt x="309" y="540"/>
                    <a:pt x="336" y="513"/>
                  </a:cubicBezTo>
                  <a:cubicBezTo>
                    <a:pt x="358" y="491"/>
                    <a:pt x="371" y="468"/>
                    <a:pt x="375" y="444"/>
                  </a:cubicBezTo>
                  <a:cubicBezTo>
                    <a:pt x="379" y="419"/>
                    <a:pt x="379" y="393"/>
                    <a:pt x="372" y="368"/>
                  </a:cubicBezTo>
                  <a:cubicBezTo>
                    <a:pt x="367" y="342"/>
                    <a:pt x="360" y="316"/>
                    <a:pt x="350" y="290"/>
                  </a:cubicBezTo>
                  <a:cubicBezTo>
                    <a:pt x="339" y="264"/>
                    <a:pt x="330" y="240"/>
                    <a:pt x="322" y="217"/>
                  </a:cubicBezTo>
                  <a:cubicBezTo>
                    <a:pt x="315" y="193"/>
                    <a:pt x="310" y="171"/>
                    <a:pt x="310" y="151"/>
                  </a:cubicBezTo>
                  <a:cubicBezTo>
                    <a:pt x="310" y="130"/>
                    <a:pt x="319" y="112"/>
                    <a:pt x="334" y="96"/>
                  </a:cubicBezTo>
                  <a:cubicBezTo>
                    <a:pt x="346" y="85"/>
                    <a:pt x="358" y="78"/>
                    <a:pt x="372" y="73"/>
                  </a:cubicBezTo>
                  <a:cubicBezTo>
                    <a:pt x="380" y="71"/>
                    <a:pt x="388" y="70"/>
                    <a:pt x="395" y="70"/>
                  </a:cubicBezTo>
                  <a:cubicBezTo>
                    <a:pt x="401" y="70"/>
                    <a:pt x="408" y="71"/>
                    <a:pt x="415" y="72"/>
                  </a:cubicBezTo>
                  <a:cubicBezTo>
                    <a:pt x="429" y="74"/>
                    <a:pt x="444" y="81"/>
                    <a:pt x="458" y="90"/>
                  </a:cubicBezTo>
                  <a:cubicBezTo>
                    <a:pt x="472" y="99"/>
                    <a:pt x="486" y="110"/>
                    <a:pt x="500" y="124"/>
                  </a:cubicBezTo>
                  <a:cubicBezTo>
                    <a:pt x="515" y="137"/>
                    <a:pt x="526" y="153"/>
                    <a:pt x="535" y="167"/>
                  </a:cubicBezTo>
                  <a:cubicBezTo>
                    <a:pt x="544" y="183"/>
                    <a:pt x="550" y="196"/>
                    <a:pt x="551" y="208"/>
                  </a:cubicBezTo>
                  <a:lnTo>
                    <a:pt x="547" y="232"/>
                  </a:lnTo>
                  <a:lnTo>
                    <a:pt x="480" y="299"/>
                  </a:lnTo>
                  <a:lnTo>
                    <a:pt x="516" y="336"/>
                  </a:lnTo>
                  <a:lnTo>
                    <a:pt x="619" y="232"/>
                  </a:lnTo>
                  <a:cubicBezTo>
                    <a:pt x="617" y="217"/>
                    <a:pt x="609" y="196"/>
                    <a:pt x="594" y="170"/>
                  </a:cubicBezTo>
                  <a:cubicBezTo>
                    <a:pt x="578" y="145"/>
                    <a:pt x="558" y="119"/>
                    <a:pt x="531" y="91"/>
                  </a:cubicBezTo>
                  <a:cubicBezTo>
                    <a:pt x="483" y="43"/>
                    <a:pt x="433" y="13"/>
                    <a:pt x="386" y="3"/>
                  </a:cubicBezTo>
                  <a:cubicBezTo>
                    <a:pt x="377" y="2"/>
                    <a:pt x="368" y="1"/>
                    <a:pt x="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8"/>
            <p:cNvSpPr/>
            <p:nvPr/>
          </p:nvSpPr>
          <p:spPr>
            <a:xfrm>
              <a:off x="3814200" y="4558825"/>
              <a:ext cx="21275" cy="21450"/>
            </a:xfrm>
            <a:custGeom>
              <a:rect b="b" l="l" r="r" t="t"/>
              <a:pathLst>
                <a:path extrusionOk="0" h="858" w="851">
                  <a:moveTo>
                    <a:pt x="541" y="0"/>
                  </a:moveTo>
                  <a:lnTo>
                    <a:pt x="81" y="272"/>
                  </a:lnTo>
                  <a:lnTo>
                    <a:pt x="33" y="223"/>
                  </a:lnTo>
                  <a:lnTo>
                    <a:pt x="0" y="256"/>
                  </a:lnTo>
                  <a:lnTo>
                    <a:pt x="140" y="394"/>
                  </a:lnTo>
                  <a:lnTo>
                    <a:pt x="173" y="362"/>
                  </a:lnTo>
                  <a:lnTo>
                    <a:pt x="123" y="314"/>
                  </a:lnTo>
                  <a:lnTo>
                    <a:pt x="420" y="129"/>
                  </a:lnTo>
                  <a:lnTo>
                    <a:pt x="514" y="70"/>
                  </a:lnTo>
                  <a:lnTo>
                    <a:pt x="516" y="72"/>
                  </a:lnTo>
                  <a:lnTo>
                    <a:pt x="459" y="165"/>
                  </a:lnTo>
                  <a:lnTo>
                    <a:pt x="266" y="520"/>
                  </a:lnTo>
                  <a:lnTo>
                    <a:pt x="308" y="563"/>
                  </a:lnTo>
                  <a:cubicBezTo>
                    <a:pt x="372" y="526"/>
                    <a:pt x="431" y="494"/>
                    <a:pt x="482" y="466"/>
                  </a:cubicBezTo>
                  <a:cubicBezTo>
                    <a:pt x="504" y="454"/>
                    <a:pt x="526" y="442"/>
                    <a:pt x="546" y="429"/>
                  </a:cubicBezTo>
                  <a:cubicBezTo>
                    <a:pt x="567" y="418"/>
                    <a:pt x="586" y="408"/>
                    <a:pt x="603" y="399"/>
                  </a:cubicBezTo>
                  <a:cubicBezTo>
                    <a:pt x="619" y="390"/>
                    <a:pt x="633" y="382"/>
                    <a:pt x="643" y="377"/>
                  </a:cubicBezTo>
                  <a:cubicBezTo>
                    <a:pt x="654" y="371"/>
                    <a:pt x="659" y="368"/>
                    <a:pt x="660" y="368"/>
                  </a:cubicBezTo>
                  <a:lnTo>
                    <a:pt x="759" y="314"/>
                  </a:lnTo>
                  <a:lnTo>
                    <a:pt x="762" y="316"/>
                  </a:lnTo>
                  <a:lnTo>
                    <a:pt x="701" y="407"/>
                  </a:lnTo>
                  <a:lnTo>
                    <a:pt x="519" y="710"/>
                  </a:lnTo>
                  <a:lnTo>
                    <a:pt x="465" y="655"/>
                  </a:lnTo>
                  <a:lnTo>
                    <a:pt x="433" y="687"/>
                  </a:lnTo>
                  <a:lnTo>
                    <a:pt x="603" y="858"/>
                  </a:lnTo>
                  <a:lnTo>
                    <a:pt x="635" y="826"/>
                  </a:lnTo>
                  <a:lnTo>
                    <a:pt x="586" y="777"/>
                  </a:lnTo>
                  <a:lnTo>
                    <a:pt x="851" y="310"/>
                  </a:lnTo>
                  <a:lnTo>
                    <a:pt x="785" y="244"/>
                  </a:lnTo>
                  <a:lnTo>
                    <a:pt x="381" y="470"/>
                  </a:lnTo>
                  <a:lnTo>
                    <a:pt x="381" y="470"/>
                  </a:lnTo>
                  <a:lnTo>
                    <a:pt x="607" y="66"/>
                  </a:lnTo>
                  <a:lnTo>
                    <a:pt x="5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8"/>
            <p:cNvSpPr/>
            <p:nvPr/>
          </p:nvSpPr>
          <p:spPr>
            <a:xfrm>
              <a:off x="3904800" y="4153225"/>
              <a:ext cx="4575" cy="4025"/>
            </a:xfrm>
            <a:custGeom>
              <a:rect b="b" l="l" r="r" t="t"/>
              <a:pathLst>
                <a:path extrusionOk="0" h="161" w="183">
                  <a:moveTo>
                    <a:pt x="91" y="0"/>
                  </a:moveTo>
                  <a:cubicBezTo>
                    <a:pt x="81" y="0"/>
                    <a:pt x="70" y="2"/>
                    <a:pt x="61" y="6"/>
                  </a:cubicBezTo>
                  <a:cubicBezTo>
                    <a:pt x="21" y="24"/>
                    <a:pt x="1" y="71"/>
                    <a:pt x="18" y="111"/>
                  </a:cubicBezTo>
                  <a:cubicBezTo>
                    <a:pt x="30" y="142"/>
                    <a:pt x="61" y="161"/>
                    <a:pt x="92" y="161"/>
                  </a:cubicBezTo>
                  <a:cubicBezTo>
                    <a:pt x="102" y="161"/>
                    <a:pt x="112" y="159"/>
                    <a:pt x="122" y="155"/>
                  </a:cubicBezTo>
                  <a:cubicBezTo>
                    <a:pt x="163" y="138"/>
                    <a:pt x="183" y="91"/>
                    <a:pt x="166" y="50"/>
                  </a:cubicBezTo>
                  <a:cubicBezTo>
                    <a:pt x="154" y="19"/>
                    <a:pt x="123" y="0"/>
                    <a:pt x="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8"/>
            <p:cNvSpPr/>
            <p:nvPr/>
          </p:nvSpPr>
          <p:spPr>
            <a:xfrm>
              <a:off x="3915625" y="4147800"/>
              <a:ext cx="4550" cy="4025"/>
            </a:xfrm>
            <a:custGeom>
              <a:rect b="b" l="l" r="r" t="t"/>
              <a:pathLst>
                <a:path extrusionOk="0" h="161" w="182">
                  <a:moveTo>
                    <a:pt x="90" y="1"/>
                  </a:moveTo>
                  <a:cubicBezTo>
                    <a:pt x="80" y="1"/>
                    <a:pt x="70" y="2"/>
                    <a:pt x="60" y="6"/>
                  </a:cubicBezTo>
                  <a:cubicBezTo>
                    <a:pt x="19" y="24"/>
                    <a:pt x="0" y="71"/>
                    <a:pt x="17" y="112"/>
                  </a:cubicBezTo>
                  <a:cubicBezTo>
                    <a:pt x="29" y="143"/>
                    <a:pt x="59" y="161"/>
                    <a:pt x="90" y="161"/>
                  </a:cubicBezTo>
                  <a:cubicBezTo>
                    <a:pt x="100" y="161"/>
                    <a:pt x="111" y="159"/>
                    <a:pt x="121" y="155"/>
                  </a:cubicBezTo>
                  <a:cubicBezTo>
                    <a:pt x="162" y="138"/>
                    <a:pt x="182" y="91"/>
                    <a:pt x="165" y="51"/>
                  </a:cubicBezTo>
                  <a:cubicBezTo>
                    <a:pt x="152" y="19"/>
                    <a:pt x="121" y="1"/>
                    <a:pt x="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8"/>
            <p:cNvSpPr/>
            <p:nvPr/>
          </p:nvSpPr>
          <p:spPr>
            <a:xfrm>
              <a:off x="3927050" y="4144000"/>
              <a:ext cx="4575" cy="4050"/>
            </a:xfrm>
            <a:custGeom>
              <a:rect b="b" l="l" r="r" t="t"/>
              <a:pathLst>
                <a:path extrusionOk="0" h="162" w="183">
                  <a:moveTo>
                    <a:pt x="92" y="0"/>
                  </a:moveTo>
                  <a:cubicBezTo>
                    <a:pt x="82" y="0"/>
                    <a:pt x="71" y="2"/>
                    <a:pt x="61" y="7"/>
                  </a:cubicBezTo>
                  <a:cubicBezTo>
                    <a:pt x="20" y="23"/>
                    <a:pt x="0" y="71"/>
                    <a:pt x="18" y="111"/>
                  </a:cubicBezTo>
                  <a:cubicBezTo>
                    <a:pt x="31" y="142"/>
                    <a:pt x="61" y="161"/>
                    <a:pt x="93" y="161"/>
                  </a:cubicBezTo>
                  <a:cubicBezTo>
                    <a:pt x="102" y="161"/>
                    <a:pt x="112" y="159"/>
                    <a:pt x="122" y="155"/>
                  </a:cubicBezTo>
                  <a:cubicBezTo>
                    <a:pt x="163" y="138"/>
                    <a:pt x="183" y="90"/>
                    <a:pt x="165" y="50"/>
                  </a:cubicBezTo>
                  <a:cubicBezTo>
                    <a:pt x="153" y="19"/>
                    <a:pt x="123" y="0"/>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8"/>
            <p:cNvSpPr/>
            <p:nvPr/>
          </p:nvSpPr>
          <p:spPr>
            <a:xfrm>
              <a:off x="3770900" y="4300150"/>
              <a:ext cx="4575" cy="4025"/>
            </a:xfrm>
            <a:custGeom>
              <a:rect b="b" l="l" r="r" t="t"/>
              <a:pathLst>
                <a:path extrusionOk="0" h="161" w="183">
                  <a:moveTo>
                    <a:pt x="91" y="1"/>
                  </a:moveTo>
                  <a:cubicBezTo>
                    <a:pt x="59" y="1"/>
                    <a:pt x="30" y="19"/>
                    <a:pt x="18" y="50"/>
                  </a:cubicBezTo>
                  <a:cubicBezTo>
                    <a:pt x="0" y="92"/>
                    <a:pt x="20" y="138"/>
                    <a:pt x="61" y="155"/>
                  </a:cubicBezTo>
                  <a:cubicBezTo>
                    <a:pt x="71" y="159"/>
                    <a:pt x="82" y="161"/>
                    <a:pt x="92" y="161"/>
                  </a:cubicBezTo>
                  <a:cubicBezTo>
                    <a:pt x="124" y="161"/>
                    <a:pt x="153" y="142"/>
                    <a:pt x="166" y="111"/>
                  </a:cubicBezTo>
                  <a:cubicBezTo>
                    <a:pt x="183" y="70"/>
                    <a:pt x="163" y="24"/>
                    <a:pt x="122" y="7"/>
                  </a:cubicBezTo>
                  <a:cubicBezTo>
                    <a:pt x="112" y="3"/>
                    <a:pt x="101"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8"/>
            <p:cNvSpPr/>
            <p:nvPr/>
          </p:nvSpPr>
          <p:spPr>
            <a:xfrm>
              <a:off x="3774700" y="4288700"/>
              <a:ext cx="4575" cy="4050"/>
            </a:xfrm>
            <a:custGeom>
              <a:rect b="b" l="l" r="r" t="t"/>
              <a:pathLst>
                <a:path extrusionOk="0" h="162" w="183">
                  <a:moveTo>
                    <a:pt x="92" y="1"/>
                  </a:moveTo>
                  <a:cubicBezTo>
                    <a:pt x="60" y="1"/>
                    <a:pt x="31" y="19"/>
                    <a:pt x="17" y="50"/>
                  </a:cubicBezTo>
                  <a:cubicBezTo>
                    <a:pt x="1" y="92"/>
                    <a:pt x="20" y="138"/>
                    <a:pt x="62" y="155"/>
                  </a:cubicBezTo>
                  <a:cubicBezTo>
                    <a:pt x="72" y="159"/>
                    <a:pt x="82" y="161"/>
                    <a:pt x="92" y="161"/>
                  </a:cubicBezTo>
                  <a:cubicBezTo>
                    <a:pt x="124" y="161"/>
                    <a:pt x="153" y="142"/>
                    <a:pt x="166" y="111"/>
                  </a:cubicBezTo>
                  <a:cubicBezTo>
                    <a:pt x="182" y="70"/>
                    <a:pt x="164" y="23"/>
                    <a:pt x="123" y="7"/>
                  </a:cubicBezTo>
                  <a:cubicBezTo>
                    <a:pt x="112" y="3"/>
                    <a:pt x="102"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8"/>
            <p:cNvSpPr/>
            <p:nvPr/>
          </p:nvSpPr>
          <p:spPr>
            <a:xfrm>
              <a:off x="3780100" y="4277925"/>
              <a:ext cx="4575" cy="4050"/>
            </a:xfrm>
            <a:custGeom>
              <a:rect b="b" l="l" r="r" t="t"/>
              <a:pathLst>
                <a:path extrusionOk="0" h="162" w="183">
                  <a:moveTo>
                    <a:pt x="91" y="1"/>
                  </a:moveTo>
                  <a:cubicBezTo>
                    <a:pt x="59" y="1"/>
                    <a:pt x="30" y="20"/>
                    <a:pt x="17" y="51"/>
                  </a:cubicBezTo>
                  <a:cubicBezTo>
                    <a:pt x="0" y="91"/>
                    <a:pt x="20" y="138"/>
                    <a:pt x="61" y="155"/>
                  </a:cubicBezTo>
                  <a:cubicBezTo>
                    <a:pt x="71" y="159"/>
                    <a:pt x="82" y="161"/>
                    <a:pt x="92" y="161"/>
                  </a:cubicBezTo>
                  <a:cubicBezTo>
                    <a:pt x="124" y="161"/>
                    <a:pt x="153" y="143"/>
                    <a:pt x="166" y="112"/>
                  </a:cubicBezTo>
                  <a:cubicBezTo>
                    <a:pt x="182" y="71"/>
                    <a:pt x="162" y="24"/>
                    <a:pt x="121" y="7"/>
                  </a:cubicBezTo>
                  <a:cubicBezTo>
                    <a:pt x="111" y="3"/>
                    <a:pt x="101"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8"/>
            <p:cNvSpPr/>
            <p:nvPr/>
          </p:nvSpPr>
          <p:spPr>
            <a:xfrm>
              <a:off x="3780100" y="4498725"/>
              <a:ext cx="4600" cy="4050"/>
            </a:xfrm>
            <a:custGeom>
              <a:rect b="b" l="l" r="r" t="t"/>
              <a:pathLst>
                <a:path extrusionOk="0" h="162" w="184">
                  <a:moveTo>
                    <a:pt x="91" y="1"/>
                  </a:moveTo>
                  <a:cubicBezTo>
                    <a:pt x="81" y="1"/>
                    <a:pt x="71" y="3"/>
                    <a:pt x="61" y="6"/>
                  </a:cubicBezTo>
                  <a:cubicBezTo>
                    <a:pt x="20" y="24"/>
                    <a:pt x="0" y="71"/>
                    <a:pt x="17" y="112"/>
                  </a:cubicBezTo>
                  <a:cubicBezTo>
                    <a:pt x="29" y="143"/>
                    <a:pt x="60" y="161"/>
                    <a:pt x="91" y="161"/>
                  </a:cubicBezTo>
                  <a:cubicBezTo>
                    <a:pt x="101" y="161"/>
                    <a:pt x="112" y="159"/>
                    <a:pt x="121" y="155"/>
                  </a:cubicBezTo>
                  <a:cubicBezTo>
                    <a:pt x="162" y="139"/>
                    <a:pt x="183" y="91"/>
                    <a:pt x="166" y="51"/>
                  </a:cubicBezTo>
                  <a:cubicBezTo>
                    <a:pt x="153" y="19"/>
                    <a:pt x="122"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8"/>
            <p:cNvSpPr/>
            <p:nvPr/>
          </p:nvSpPr>
          <p:spPr>
            <a:xfrm>
              <a:off x="3774675" y="4487975"/>
              <a:ext cx="4575" cy="4025"/>
            </a:xfrm>
            <a:custGeom>
              <a:rect b="b" l="l" r="r" t="t"/>
              <a:pathLst>
                <a:path extrusionOk="0" h="161" w="183">
                  <a:moveTo>
                    <a:pt x="93" y="0"/>
                  </a:moveTo>
                  <a:cubicBezTo>
                    <a:pt x="82" y="0"/>
                    <a:pt x="72" y="2"/>
                    <a:pt x="62" y="6"/>
                  </a:cubicBezTo>
                  <a:cubicBezTo>
                    <a:pt x="20" y="23"/>
                    <a:pt x="1" y="70"/>
                    <a:pt x="17" y="110"/>
                  </a:cubicBezTo>
                  <a:cubicBezTo>
                    <a:pt x="30" y="142"/>
                    <a:pt x="61" y="161"/>
                    <a:pt x="92" y="161"/>
                  </a:cubicBezTo>
                  <a:cubicBezTo>
                    <a:pt x="102" y="161"/>
                    <a:pt x="112" y="159"/>
                    <a:pt x="121" y="155"/>
                  </a:cubicBezTo>
                  <a:cubicBezTo>
                    <a:pt x="163" y="137"/>
                    <a:pt x="182" y="90"/>
                    <a:pt x="166" y="50"/>
                  </a:cubicBezTo>
                  <a:cubicBezTo>
                    <a:pt x="153" y="18"/>
                    <a:pt x="124" y="0"/>
                    <a:pt x="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8"/>
            <p:cNvSpPr/>
            <p:nvPr/>
          </p:nvSpPr>
          <p:spPr>
            <a:xfrm>
              <a:off x="3770650" y="4476450"/>
              <a:ext cx="4475" cy="4025"/>
            </a:xfrm>
            <a:custGeom>
              <a:rect b="b" l="l" r="r" t="t"/>
              <a:pathLst>
                <a:path extrusionOk="0" h="161" w="179">
                  <a:moveTo>
                    <a:pt x="89" y="0"/>
                  </a:moveTo>
                  <a:cubicBezTo>
                    <a:pt x="70" y="0"/>
                    <a:pt x="50" y="7"/>
                    <a:pt x="35" y="22"/>
                  </a:cubicBezTo>
                  <a:cubicBezTo>
                    <a:pt x="3" y="51"/>
                    <a:pt x="1" y="102"/>
                    <a:pt x="30" y="135"/>
                  </a:cubicBezTo>
                  <a:cubicBezTo>
                    <a:pt x="46" y="152"/>
                    <a:pt x="67" y="160"/>
                    <a:pt x="89" y="160"/>
                  </a:cubicBezTo>
                  <a:cubicBezTo>
                    <a:pt x="108" y="160"/>
                    <a:pt x="128" y="154"/>
                    <a:pt x="143" y="140"/>
                  </a:cubicBezTo>
                  <a:cubicBezTo>
                    <a:pt x="176" y="110"/>
                    <a:pt x="178" y="60"/>
                    <a:pt x="148" y="27"/>
                  </a:cubicBezTo>
                  <a:cubicBezTo>
                    <a:pt x="133" y="9"/>
                    <a:pt x="111" y="0"/>
                    <a:pt x="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8"/>
            <p:cNvSpPr/>
            <p:nvPr/>
          </p:nvSpPr>
          <p:spPr>
            <a:xfrm>
              <a:off x="3927050" y="4632625"/>
              <a:ext cx="4575" cy="4025"/>
            </a:xfrm>
            <a:custGeom>
              <a:rect b="b" l="l" r="r" t="t"/>
              <a:pathLst>
                <a:path extrusionOk="0" h="161" w="183">
                  <a:moveTo>
                    <a:pt x="91" y="1"/>
                  </a:moveTo>
                  <a:cubicBezTo>
                    <a:pt x="60" y="1"/>
                    <a:pt x="30" y="20"/>
                    <a:pt x="18" y="51"/>
                  </a:cubicBezTo>
                  <a:cubicBezTo>
                    <a:pt x="0" y="92"/>
                    <a:pt x="20" y="138"/>
                    <a:pt x="61" y="155"/>
                  </a:cubicBezTo>
                  <a:cubicBezTo>
                    <a:pt x="71" y="159"/>
                    <a:pt x="82" y="161"/>
                    <a:pt x="92" y="161"/>
                  </a:cubicBezTo>
                  <a:cubicBezTo>
                    <a:pt x="124" y="161"/>
                    <a:pt x="153" y="143"/>
                    <a:pt x="165" y="112"/>
                  </a:cubicBezTo>
                  <a:cubicBezTo>
                    <a:pt x="183" y="71"/>
                    <a:pt x="163" y="25"/>
                    <a:pt x="122" y="7"/>
                  </a:cubicBezTo>
                  <a:cubicBezTo>
                    <a:pt x="112" y="3"/>
                    <a:pt x="101"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8"/>
            <p:cNvSpPr/>
            <p:nvPr/>
          </p:nvSpPr>
          <p:spPr>
            <a:xfrm>
              <a:off x="3915625" y="4628850"/>
              <a:ext cx="4550" cy="4050"/>
            </a:xfrm>
            <a:custGeom>
              <a:rect b="b" l="l" r="r" t="t"/>
              <a:pathLst>
                <a:path extrusionOk="0" h="162" w="182">
                  <a:moveTo>
                    <a:pt x="91" y="1"/>
                  </a:moveTo>
                  <a:cubicBezTo>
                    <a:pt x="59" y="1"/>
                    <a:pt x="29" y="20"/>
                    <a:pt x="17" y="51"/>
                  </a:cubicBezTo>
                  <a:cubicBezTo>
                    <a:pt x="0" y="92"/>
                    <a:pt x="19" y="139"/>
                    <a:pt x="60" y="155"/>
                  </a:cubicBezTo>
                  <a:cubicBezTo>
                    <a:pt x="70" y="159"/>
                    <a:pt x="81" y="161"/>
                    <a:pt x="91" y="161"/>
                  </a:cubicBezTo>
                  <a:cubicBezTo>
                    <a:pt x="123" y="161"/>
                    <a:pt x="152" y="143"/>
                    <a:pt x="165" y="112"/>
                  </a:cubicBezTo>
                  <a:cubicBezTo>
                    <a:pt x="182" y="71"/>
                    <a:pt x="161" y="24"/>
                    <a:pt x="121" y="7"/>
                  </a:cubicBezTo>
                  <a:cubicBezTo>
                    <a:pt x="111" y="3"/>
                    <a:pt x="101"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8"/>
            <p:cNvSpPr/>
            <p:nvPr/>
          </p:nvSpPr>
          <p:spPr>
            <a:xfrm>
              <a:off x="3904800" y="4623450"/>
              <a:ext cx="4575" cy="4025"/>
            </a:xfrm>
            <a:custGeom>
              <a:rect b="b" l="l" r="r" t="t"/>
              <a:pathLst>
                <a:path extrusionOk="0" h="161" w="183">
                  <a:moveTo>
                    <a:pt x="92" y="0"/>
                  </a:moveTo>
                  <a:cubicBezTo>
                    <a:pt x="60" y="0"/>
                    <a:pt x="30" y="19"/>
                    <a:pt x="18" y="50"/>
                  </a:cubicBezTo>
                  <a:cubicBezTo>
                    <a:pt x="1" y="92"/>
                    <a:pt x="21" y="138"/>
                    <a:pt x="61" y="155"/>
                  </a:cubicBezTo>
                  <a:cubicBezTo>
                    <a:pt x="71" y="159"/>
                    <a:pt x="81" y="160"/>
                    <a:pt x="91" y="160"/>
                  </a:cubicBezTo>
                  <a:cubicBezTo>
                    <a:pt x="123" y="160"/>
                    <a:pt x="154" y="142"/>
                    <a:pt x="166" y="111"/>
                  </a:cubicBezTo>
                  <a:cubicBezTo>
                    <a:pt x="183" y="70"/>
                    <a:pt x="163" y="24"/>
                    <a:pt x="122" y="6"/>
                  </a:cubicBezTo>
                  <a:cubicBezTo>
                    <a:pt x="112" y="2"/>
                    <a:pt x="102" y="0"/>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8"/>
            <p:cNvSpPr/>
            <p:nvPr/>
          </p:nvSpPr>
          <p:spPr>
            <a:xfrm>
              <a:off x="4125600" y="4623450"/>
              <a:ext cx="4575" cy="4025"/>
            </a:xfrm>
            <a:custGeom>
              <a:rect b="b" l="l" r="r" t="t"/>
              <a:pathLst>
                <a:path extrusionOk="0" h="161" w="183">
                  <a:moveTo>
                    <a:pt x="92" y="0"/>
                  </a:moveTo>
                  <a:cubicBezTo>
                    <a:pt x="82" y="0"/>
                    <a:pt x="72" y="2"/>
                    <a:pt x="62" y="6"/>
                  </a:cubicBezTo>
                  <a:cubicBezTo>
                    <a:pt x="20" y="23"/>
                    <a:pt x="1" y="71"/>
                    <a:pt x="17" y="111"/>
                  </a:cubicBezTo>
                  <a:cubicBezTo>
                    <a:pt x="30" y="142"/>
                    <a:pt x="60" y="161"/>
                    <a:pt x="92" y="161"/>
                  </a:cubicBezTo>
                  <a:cubicBezTo>
                    <a:pt x="102" y="161"/>
                    <a:pt x="112" y="159"/>
                    <a:pt x="122" y="155"/>
                  </a:cubicBezTo>
                  <a:cubicBezTo>
                    <a:pt x="163" y="138"/>
                    <a:pt x="182" y="91"/>
                    <a:pt x="166" y="50"/>
                  </a:cubicBezTo>
                  <a:cubicBezTo>
                    <a:pt x="154" y="19"/>
                    <a:pt x="124" y="0"/>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8"/>
            <p:cNvSpPr/>
            <p:nvPr/>
          </p:nvSpPr>
          <p:spPr>
            <a:xfrm>
              <a:off x="4114825" y="4628850"/>
              <a:ext cx="4600" cy="4050"/>
            </a:xfrm>
            <a:custGeom>
              <a:rect b="b" l="l" r="r" t="t"/>
              <a:pathLst>
                <a:path extrusionOk="0" h="162" w="184">
                  <a:moveTo>
                    <a:pt x="92" y="1"/>
                  </a:moveTo>
                  <a:cubicBezTo>
                    <a:pt x="82" y="1"/>
                    <a:pt x="71" y="3"/>
                    <a:pt x="61" y="7"/>
                  </a:cubicBezTo>
                  <a:cubicBezTo>
                    <a:pt x="20" y="24"/>
                    <a:pt x="1" y="72"/>
                    <a:pt x="18" y="112"/>
                  </a:cubicBezTo>
                  <a:cubicBezTo>
                    <a:pt x="31" y="143"/>
                    <a:pt x="61" y="161"/>
                    <a:pt x="92" y="161"/>
                  </a:cubicBezTo>
                  <a:cubicBezTo>
                    <a:pt x="102" y="161"/>
                    <a:pt x="112" y="159"/>
                    <a:pt x="122" y="155"/>
                  </a:cubicBezTo>
                  <a:cubicBezTo>
                    <a:pt x="163" y="139"/>
                    <a:pt x="183" y="91"/>
                    <a:pt x="166" y="51"/>
                  </a:cubicBezTo>
                  <a:cubicBezTo>
                    <a:pt x="153" y="20"/>
                    <a:pt x="123"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8"/>
            <p:cNvSpPr/>
            <p:nvPr/>
          </p:nvSpPr>
          <p:spPr>
            <a:xfrm>
              <a:off x="4103400" y="4632625"/>
              <a:ext cx="4575" cy="4050"/>
            </a:xfrm>
            <a:custGeom>
              <a:rect b="b" l="l" r="r" t="t"/>
              <a:pathLst>
                <a:path extrusionOk="0" h="162" w="183">
                  <a:moveTo>
                    <a:pt x="92" y="1"/>
                  </a:moveTo>
                  <a:cubicBezTo>
                    <a:pt x="81" y="1"/>
                    <a:pt x="71" y="3"/>
                    <a:pt x="60" y="7"/>
                  </a:cubicBezTo>
                  <a:cubicBezTo>
                    <a:pt x="19" y="24"/>
                    <a:pt x="0" y="71"/>
                    <a:pt x="17" y="112"/>
                  </a:cubicBezTo>
                  <a:cubicBezTo>
                    <a:pt x="29" y="143"/>
                    <a:pt x="59" y="161"/>
                    <a:pt x="90" y="161"/>
                  </a:cubicBezTo>
                  <a:cubicBezTo>
                    <a:pt x="101" y="161"/>
                    <a:pt x="111" y="159"/>
                    <a:pt x="121" y="155"/>
                  </a:cubicBezTo>
                  <a:cubicBezTo>
                    <a:pt x="162" y="138"/>
                    <a:pt x="182" y="91"/>
                    <a:pt x="166" y="51"/>
                  </a:cubicBezTo>
                  <a:cubicBezTo>
                    <a:pt x="152" y="20"/>
                    <a:pt x="123"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8"/>
            <p:cNvSpPr/>
            <p:nvPr/>
          </p:nvSpPr>
          <p:spPr>
            <a:xfrm>
              <a:off x="4259525" y="4476525"/>
              <a:ext cx="4600" cy="4025"/>
            </a:xfrm>
            <a:custGeom>
              <a:rect b="b" l="l" r="r" t="t"/>
              <a:pathLst>
                <a:path extrusionOk="0" h="161" w="184">
                  <a:moveTo>
                    <a:pt x="92" y="0"/>
                  </a:moveTo>
                  <a:cubicBezTo>
                    <a:pt x="61" y="0"/>
                    <a:pt x="31" y="19"/>
                    <a:pt x="18" y="50"/>
                  </a:cubicBezTo>
                  <a:cubicBezTo>
                    <a:pt x="1" y="90"/>
                    <a:pt x="20" y="138"/>
                    <a:pt x="62" y="155"/>
                  </a:cubicBezTo>
                  <a:cubicBezTo>
                    <a:pt x="71" y="159"/>
                    <a:pt x="82" y="161"/>
                    <a:pt x="92" y="161"/>
                  </a:cubicBezTo>
                  <a:cubicBezTo>
                    <a:pt x="123" y="161"/>
                    <a:pt x="153" y="142"/>
                    <a:pt x="166" y="110"/>
                  </a:cubicBezTo>
                  <a:cubicBezTo>
                    <a:pt x="183" y="69"/>
                    <a:pt x="164" y="23"/>
                    <a:pt x="122" y="6"/>
                  </a:cubicBezTo>
                  <a:cubicBezTo>
                    <a:pt x="113" y="2"/>
                    <a:pt x="102" y="0"/>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8"/>
            <p:cNvSpPr/>
            <p:nvPr/>
          </p:nvSpPr>
          <p:spPr>
            <a:xfrm>
              <a:off x="4255750" y="4487975"/>
              <a:ext cx="4550" cy="4025"/>
            </a:xfrm>
            <a:custGeom>
              <a:rect b="b" l="l" r="r" t="t"/>
              <a:pathLst>
                <a:path extrusionOk="0" h="161" w="182">
                  <a:moveTo>
                    <a:pt x="90" y="0"/>
                  </a:moveTo>
                  <a:cubicBezTo>
                    <a:pt x="58" y="0"/>
                    <a:pt x="29" y="18"/>
                    <a:pt x="17" y="50"/>
                  </a:cubicBezTo>
                  <a:cubicBezTo>
                    <a:pt x="0" y="90"/>
                    <a:pt x="20" y="137"/>
                    <a:pt x="61" y="155"/>
                  </a:cubicBezTo>
                  <a:cubicBezTo>
                    <a:pt x="71" y="159"/>
                    <a:pt x="81" y="161"/>
                    <a:pt x="91" y="161"/>
                  </a:cubicBezTo>
                  <a:cubicBezTo>
                    <a:pt x="123" y="161"/>
                    <a:pt x="153" y="142"/>
                    <a:pt x="165" y="110"/>
                  </a:cubicBezTo>
                  <a:cubicBezTo>
                    <a:pt x="182" y="69"/>
                    <a:pt x="162" y="23"/>
                    <a:pt x="121" y="6"/>
                  </a:cubicBezTo>
                  <a:cubicBezTo>
                    <a:pt x="111" y="2"/>
                    <a:pt x="100" y="0"/>
                    <a:pt x="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8"/>
            <p:cNvSpPr/>
            <p:nvPr/>
          </p:nvSpPr>
          <p:spPr>
            <a:xfrm>
              <a:off x="4250350" y="4498725"/>
              <a:ext cx="4550" cy="4050"/>
            </a:xfrm>
            <a:custGeom>
              <a:rect b="b" l="l" r="r" t="t"/>
              <a:pathLst>
                <a:path extrusionOk="0" h="162" w="182">
                  <a:moveTo>
                    <a:pt x="92" y="1"/>
                  </a:moveTo>
                  <a:cubicBezTo>
                    <a:pt x="60" y="1"/>
                    <a:pt x="30" y="19"/>
                    <a:pt x="17" y="51"/>
                  </a:cubicBezTo>
                  <a:cubicBezTo>
                    <a:pt x="0" y="92"/>
                    <a:pt x="20" y="139"/>
                    <a:pt x="61" y="155"/>
                  </a:cubicBezTo>
                  <a:cubicBezTo>
                    <a:pt x="71" y="159"/>
                    <a:pt x="82" y="161"/>
                    <a:pt x="92" y="161"/>
                  </a:cubicBezTo>
                  <a:cubicBezTo>
                    <a:pt x="124" y="161"/>
                    <a:pt x="153" y="143"/>
                    <a:pt x="165" y="112"/>
                  </a:cubicBezTo>
                  <a:cubicBezTo>
                    <a:pt x="182" y="71"/>
                    <a:pt x="163" y="24"/>
                    <a:pt x="122" y="6"/>
                  </a:cubicBezTo>
                  <a:cubicBezTo>
                    <a:pt x="112" y="3"/>
                    <a:pt x="102"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8"/>
            <p:cNvSpPr/>
            <p:nvPr/>
          </p:nvSpPr>
          <p:spPr>
            <a:xfrm>
              <a:off x="4250325" y="4277925"/>
              <a:ext cx="4550" cy="4050"/>
            </a:xfrm>
            <a:custGeom>
              <a:rect b="b" l="l" r="r" t="t"/>
              <a:pathLst>
                <a:path extrusionOk="0" h="162" w="182">
                  <a:moveTo>
                    <a:pt x="91" y="1"/>
                  </a:moveTo>
                  <a:cubicBezTo>
                    <a:pt x="81" y="1"/>
                    <a:pt x="71" y="3"/>
                    <a:pt x="61" y="7"/>
                  </a:cubicBezTo>
                  <a:cubicBezTo>
                    <a:pt x="20" y="24"/>
                    <a:pt x="0" y="71"/>
                    <a:pt x="17" y="112"/>
                  </a:cubicBezTo>
                  <a:cubicBezTo>
                    <a:pt x="29" y="143"/>
                    <a:pt x="60" y="161"/>
                    <a:pt x="91" y="161"/>
                  </a:cubicBezTo>
                  <a:cubicBezTo>
                    <a:pt x="101" y="161"/>
                    <a:pt x="111" y="159"/>
                    <a:pt x="121" y="155"/>
                  </a:cubicBezTo>
                  <a:cubicBezTo>
                    <a:pt x="162" y="139"/>
                    <a:pt x="182" y="91"/>
                    <a:pt x="165" y="51"/>
                  </a:cubicBezTo>
                  <a:cubicBezTo>
                    <a:pt x="153" y="20"/>
                    <a:pt x="122"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8"/>
            <p:cNvSpPr/>
            <p:nvPr/>
          </p:nvSpPr>
          <p:spPr>
            <a:xfrm>
              <a:off x="4255775" y="4288700"/>
              <a:ext cx="4550" cy="4050"/>
            </a:xfrm>
            <a:custGeom>
              <a:rect b="b" l="l" r="r" t="t"/>
              <a:pathLst>
                <a:path extrusionOk="0" h="162" w="182">
                  <a:moveTo>
                    <a:pt x="91" y="1"/>
                  </a:moveTo>
                  <a:cubicBezTo>
                    <a:pt x="81" y="1"/>
                    <a:pt x="71" y="3"/>
                    <a:pt x="61" y="7"/>
                  </a:cubicBezTo>
                  <a:cubicBezTo>
                    <a:pt x="20" y="23"/>
                    <a:pt x="0" y="71"/>
                    <a:pt x="17" y="111"/>
                  </a:cubicBezTo>
                  <a:cubicBezTo>
                    <a:pt x="30" y="142"/>
                    <a:pt x="59" y="161"/>
                    <a:pt x="91" y="161"/>
                  </a:cubicBezTo>
                  <a:cubicBezTo>
                    <a:pt x="101" y="161"/>
                    <a:pt x="112" y="159"/>
                    <a:pt x="122" y="155"/>
                  </a:cubicBezTo>
                  <a:cubicBezTo>
                    <a:pt x="163" y="138"/>
                    <a:pt x="182" y="90"/>
                    <a:pt x="165" y="50"/>
                  </a:cubicBezTo>
                  <a:cubicBezTo>
                    <a:pt x="153" y="19"/>
                    <a:pt x="123" y="1"/>
                    <a:pt x="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8"/>
            <p:cNvSpPr/>
            <p:nvPr/>
          </p:nvSpPr>
          <p:spPr>
            <a:xfrm>
              <a:off x="4259525" y="4300150"/>
              <a:ext cx="4600" cy="4025"/>
            </a:xfrm>
            <a:custGeom>
              <a:rect b="b" l="l" r="r" t="t"/>
              <a:pathLst>
                <a:path extrusionOk="0" h="161" w="184">
                  <a:moveTo>
                    <a:pt x="92" y="1"/>
                  </a:moveTo>
                  <a:cubicBezTo>
                    <a:pt x="82" y="1"/>
                    <a:pt x="72" y="3"/>
                    <a:pt x="62" y="7"/>
                  </a:cubicBezTo>
                  <a:cubicBezTo>
                    <a:pt x="21" y="24"/>
                    <a:pt x="1" y="70"/>
                    <a:pt x="18" y="111"/>
                  </a:cubicBezTo>
                  <a:cubicBezTo>
                    <a:pt x="31" y="142"/>
                    <a:pt x="61" y="161"/>
                    <a:pt x="92" y="161"/>
                  </a:cubicBezTo>
                  <a:cubicBezTo>
                    <a:pt x="102" y="161"/>
                    <a:pt x="112" y="159"/>
                    <a:pt x="122" y="155"/>
                  </a:cubicBezTo>
                  <a:cubicBezTo>
                    <a:pt x="164" y="138"/>
                    <a:pt x="183" y="91"/>
                    <a:pt x="166" y="50"/>
                  </a:cubicBezTo>
                  <a:cubicBezTo>
                    <a:pt x="153" y="19"/>
                    <a:pt x="124"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8"/>
            <p:cNvSpPr/>
            <p:nvPr/>
          </p:nvSpPr>
          <p:spPr>
            <a:xfrm>
              <a:off x="4103400" y="4144000"/>
              <a:ext cx="4575" cy="4050"/>
            </a:xfrm>
            <a:custGeom>
              <a:rect b="b" l="l" r="r" t="t"/>
              <a:pathLst>
                <a:path extrusionOk="0" h="162" w="183">
                  <a:moveTo>
                    <a:pt x="90" y="0"/>
                  </a:moveTo>
                  <a:cubicBezTo>
                    <a:pt x="59" y="0"/>
                    <a:pt x="29" y="19"/>
                    <a:pt x="17" y="50"/>
                  </a:cubicBezTo>
                  <a:cubicBezTo>
                    <a:pt x="0" y="91"/>
                    <a:pt x="19" y="138"/>
                    <a:pt x="60" y="155"/>
                  </a:cubicBezTo>
                  <a:cubicBezTo>
                    <a:pt x="70" y="159"/>
                    <a:pt x="80" y="161"/>
                    <a:pt x="90" y="161"/>
                  </a:cubicBezTo>
                  <a:cubicBezTo>
                    <a:pt x="122" y="161"/>
                    <a:pt x="152" y="142"/>
                    <a:pt x="166" y="111"/>
                  </a:cubicBezTo>
                  <a:cubicBezTo>
                    <a:pt x="182" y="70"/>
                    <a:pt x="162" y="23"/>
                    <a:pt x="121" y="7"/>
                  </a:cubicBezTo>
                  <a:cubicBezTo>
                    <a:pt x="111" y="2"/>
                    <a:pt x="100" y="0"/>
                    <a:pt x="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8"/>
            <p:cNvSpPr/>
            <p:nvPr/>
          </p:nvSpPr>
          <p:spPr>
            <a:xfrm>
              <a:off x="4114825" y="4147800"/>
              <a:ext cx="4600" cy="4025"/>
            </a:xfrm>
            <a:custGeom>
              <a:rect b="b" l="l" r="r" t="t"/>
              <a:pathLst>
                <a:path extrusionOk="0" h="161" w="184">
                  <a:moveTo>
                    <a:pt x="92" y="1"/>
                  </a:moveTo>
                  <a:cubicBezTo>
                    <a:pt x="60" y="1"/>
                    <a:pt x="31" y="19"/>
                    <a:pt x="18" y="51"/>
                  </a:cubicBezTo>
                  <a:cubicBezTo>
                    <a:pt x="1" y="91"/>
                    <a:pt x="20" y="138"/>
                    <a:pt x="61" y="155"/>
                  </a:cubicBezTo>
                  <a:cubicBezTo>
                    <a:pt x="72" y="159"/>
                    <a:pt x="82" y="161"/>
                    <a:pt x="92" y="161"/>
                  </a:cubicBezTo>
                  <a:cubicBezTo>
                    <a:pt x="124" y="161"/>
                    <a:pt x="153" y="143"/>
                    <a:pt x="166" y="112"/>
                  </a:cubicBezTo>
                  <a:cubicBezTo>
                    <a:pt x="183" y="70"/>
                    <a:pt x="164" y="24"/>
                    <a:pt x="122" y="6"/>
                  </a:cubicBezTo>
                  <a:cubicBezTo>
                    <a:pt x="112" y="2"/>
                    <a:pt x="102"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8"/>
            <p:cNvSpPr/>
            <p:nvPr/>
          </p:nvSpPr>
          <p:spPr>
            <a:xfrm>
              <a:off x="4125600" y="4153225"/>
              <a:ext cx="4575" cy="4025"/>
            </a:xfrm>
            <a:custGeom>
              <a:rect b="b" l="l" r="r" t="t"/>
              <a:pathLst>
                <a:path extrusionOk="0" h="161" w="183">
                  <a:moveTo>
                    <a:pt x="91" y="0"/>
                  </a:moveTo>
                  <a:cubicBezTo>
                    <a:pt x="60" y="0"/>
                    <a:pt x="30" y="19"/>
                    <a:pt x="17" y="50"/>
                  </a:cubicBezTo>
                  <a:cubicBezTo>
                    <a:pt x="1" y="91"/>
                    <a:pt x="21" y="138"/>
                    <a:pt x="62" y="155"/>
                  </a:cubicBezTo>
                  <a:cubicBezTo>
                    <a:pt x="72" y="159"/>
                    <a:pt x="82" y="161"/>
                    <a:pt x="93" y="161"/>
                  </a:cubicBezTo>
                  <a:cubicBezTo>
                    <a:pt x="124" y="161"/>
                    <a:pt x="153" y="142"/>
                    <a:pt x="166" y="111"/>
                  </a:cubicBezTo>
                  <a:cubicBezTo>
                    <a:pt x="182" y="70"/>
                    <a:pt x="163" y="24"/>
                    <a:pt x="122" y="6"/>
                  </a:cubicBezTo>
                  <a:cubicBezTo>
                    <a:pt x="112" y="2"/>
                    <a:pt x="101" y="0"/>
                    <a:pt x="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3" name="Google Shape;6603;p68"/>
          <p:cNvSpPr/>
          <p:nvPr/>
        </p:nvSpPr>
        <p:spPr>
          <a:xfrm>
            <a:off x="-266850" y="-480325"/>
            <a:ext cx="2197025" cy="2339325"/>
          </a:xfrm>
          <a:custGeom>
            <a:rect b="b" l="l" r="r" t="t"/>
            <a:pathLst>
              <a:path extrusionOk="0" h="93573" w="87881">
                <a:moveTo>
                  <a:pt x="0" y="93573"/>
                </a:moveTo>
                <a:cubicBezTo>
                  <a:pt x="4671" y="86101"/>
                  <a:pt x="5759" y="75734"/>
                  <a:pt x="12809" y="70447"/>
                </a:cubicBezTo>
                <a:cubicBezTo>
                  <a:pt x="28920" y="58365"/>
                  <a:pt x="50310" y="53862"/>
                  <a:pt x="65110" y="40205"/>
                </a:cubicBezTo>
                <a:cubicBezTo>
                  <a:pt x="72518" y="33368"/>
                  <a:pt x="79161" y="25223"/>
                  <a:pt x="83255" y="16011"/>
                </a:cubicBezTo>
                <a:cubicBezTo>
                  <a:pt x="85511" y="10934"/>
                  <a:pt x="83953" y="3928"/>
                  <a:pt x="87881" y="0"/>
                </a:cubicBezTo>
              </a:path>
            </a:pathLst>
          </a:custGeom>
          <a:noFill/>
          <a:ln cap="flat" cmpd="sng" w="19050">
            <a:solidFill>
              <a:schemeClr val="lt1"/>
            </a:solidFill>
            <a:prstDash val="dash"/>
            <a:round/>
            <a:headEnd len="med" w="med" type="none"/>
            <a:tailEnd len="med" w="med" type="none"/>
          </a:ln>
        </p:spPr>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07" name="Shape 6607"/>
        <p:cNvGrpSpPr/>
        <p:nvPr/>
      </p:nvGrpSpPr>
      <p:grpSpPr>
        <a:xfrm>
          <a:off x="0" y="0"/>
          <a:ext cx="0" cy="0"/>
          <a:chOff x="0" y="0"/>
          <a:chExt cx="0" cy="0"/>
        </a:xfrm>
      </p:grpSpPr>
      <p:sp>
        <p:nvSpPr>
          <p:cNvPr id="6608" name="Google Shape;6608;p6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6609" name="Google Shape;6609;p6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6610" name="Google Shape;6610;p69"/>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14" name="Shape 6614"/>
        <p:cNvGrpSpPr/>
        <p:nvPr/>
      </p:nvGrpSpPr>
      <p:grpSpPr>
        <a:xfrm>
          <a:off x="0" y="0"/>
          <a:ext cx="0" cy="0"/>
          <a:chOff x="0" y="0"/>
          <a:chExt cx="0" cy="0"/>
        </a:xfrm>
      </p:grpSpPr>
      <p:sp>
        <p:nvSpPr>
          <p:cNvPr id="6615" name="Google Shape;6615;p70"/>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6616" name="Google Shape;6616;p7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6617" name="Google Shape;6617;p7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21" name="Shape 6621"/>
        <p:cNvGrpSpPr/>
        <p:nvPr/>
      </p:nvGrpSpPr>
      <p:grpSpPr>
        <a:xfrm>
          <a:off x="0" y="0"/>
          <a:ext cx="0" cy="0"/>
          <a:chOff x="0" y="0"/>
          <a:chExt cx="0" cy="0"/>
        </a:xfrm>
      </p:grpSpPr>
      <p:sp>
        <p:nvSpPr>
          <p:cNvPr id="6622" name="Google Shape;6622;p71"/>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6623" name="Google Shape;6623;p71"/>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Cormorant Garamond</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val="tx"/>
                    </a:ext>
                  </a:extLst>
                </a:hlinkClick>
              </a:rPr>
              <a:t>https://fonts.google.com/specimen/Cormorant+Garamond</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Open Sans</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4">
                  <a:extLst>
                    <a:ext uri="{A12FA001-AC4F-418D-AE19-62706E023703}">
                      <ahyp:hlinkClr val="tx"/>
                    </a:ext>
                  </a:extLst>
                </a:hlinkClick>
              </a:rPr>
              <a:t>https://fonts.google.com/specimen/Open+Sans</a:t>
            </a:r>
            <a:r>
              <a:rPr lang="en" sz="1100">
                <a:solidFill>
                  <a:srgbClr val="FFFFFF"/>
                </a:solidFill>
              </a:rPr>
              <a:t>)</a:t>
            </a:r>
            <a:endParaRPr sz="1100">
              <a:solidFill>
                <a:srgbClr val="FFFFFF"/>
              </a:solidFill>
            </a:endParaRPr>
          </a:p>
        </p:txBody>
      </p:sp>
      <p:sp>
        <p:nvSpPr>
          <p:cNvPr id="6624" name="Google Shape;6624;p71"/>
          <p:cNvSpPr/>
          <p:nvPr/>
        </p:nvSpPr>
        <p:spPr>
          <a:xfrm>
            <a:off x="2583563" y="2947800"/>
            <a:ext cx="791400" cy="754200"/>
          </a:xfrm>
          <a:prstGeom prst="roundRect">
            <a:avLst>
              <a:gd fmla="val 16667" name="adj"/>
            </a:avLst>
          </a:prstGeom>
          <a:solidFill>
            <a:srgbClr val="24242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191919"/>
              </a:solidFill>
            </a:endParaRPr>
          </a:p>
        </p:txBody>
      </p:sp>
      <p:sp>
        <p:nvSpPr>
          <p:cNvPr id="6625" name="Google Shape;6625;p71"/>
          <p:cNvSpPr/>
          <p:nvPr/>
        </p:nvSpPr>
        <p:spPr>
          <a:xfrm>
            <a:off x="3645382" y="2947800"/>
            <a:ext cx="791400" cy="754200"/>
          </a:xfrm>
          <a:prstGeom prst="roundRect">
            <a:avLst>
              <a:gd fmla="val 16667" name="adj"/>
            </a:avLst>
          </a:prstGeom>
          <a:solidFill>
            <a:srgbClr val="FFFBD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1"/>
          <p:cNvSpPr/>
          <p:nvPr/>
        </p:nvSpPr>
        <p:spPr>
          <a:xfrm>
            <a:off x="4707202" y="2947800"/>
            <a:ext cx="791400" cy="754200"/>
          </a:xfrm>
          <a:prstGeom prst="roundRect">
            <a:avLst>
              <a:gd fmla="val 16667" name="adj"/>
            </a:avLst>
          </a:prstGeom>
          <a:solidFill>
            <a:srgbClr val="AF97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1"/>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6628" name="Google Shape;6628;p71"/>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#fffbd</a:t>
            </a:r>
            <a:r>
              <a:rPr lang="en" sz="1000">
                <a:solidFill>
                  <a:schemeClr val="dk1"/>
                </a:solidFill>
              </a:rPr>
              <a:t>d</a:t>
            </a:r>
            <a:endParaRPr sz="1000">
              <a:solidFill>
                <a:schemeClr val="dk1"/>
              </a:solidFill>
            </a:endParaRPr>
          </a:p>
        </p:txBody>
      </p:sp>
      <p:sp>
        <p:nvSpPr>
          <p:cNvPr id="6629" name="Google Shape;6629;p71"/>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#af977d</a:t>
            </a:r>
            <a:endParaRPr sz="1000">
              <a:solidFill>
                <a:srgbClr val="FFFFFF"/>
              </a:solidFill>
            </a:endParaRPr>
          </a:p>
        </p:txBody>
      </p:sp>
      <p:sp>
        <p:nvSpPr>
          <p:cNvPr id="6630" name="Google Shape;6630;p71"/>
          <p:cNvSpPr/>
          <p:nvPr/>
        </p:nvSpPr>
        <p:spPr>
          <a:xfrm>
            <a:off x="5769038" y="2947800"/>
            <a:ext cx="791400" cy="754200"/>
          </a:xfrm>
          <a:prstGeom prst="roundRect">
            <a:avLst>
              <a:gd fmla="val 16667" name="adj"/>
            </a:avLst>
          </a:prstGeom>
          <a:solidFill>
            <a:srgbClr val="7C47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1"/>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#7c4735</a:t>
            </a:r>
            <a:endParaRPr sz="1000">
              <a:solidFill>
                <a:srgbClr val="FFFFFF"/>
              </a:solidFill>
            </a:endParaRPr>
          </a:p>
        </p:txBody>
      </p:sp>
      <p:sp>
        <p:nvSpPr>
          <p:cNvPr id="6632" name="Google Shape;6632;p71"/>
          <p:cNvSpPr/>
          <p:nvPr/>
        </p:nvSpPr>
        <p:spPr>
          <a:xfrm>
            <a:off x="2583563" y="3878900"/>
            <a:ext cx="791400" cy="754200"/>
          </a:xfrm>
          <a:prstGeom prst="roundRect">
            <a:avLst>
              <a:gd fmla="val 16667" name="adj"/>
            </a:avLst>
          </a:prstGeom>
          <a:solidFill>
            <a:srgbClr val="5027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1"/>
          <p:cNvSpPr/>
          <p:nvPr/>
        </p:nvSpPr>
        <p:spPr>
          <a:xfrm>
            <a:off x="3645382" y="3878900"/>
            <a:ext cx="791400" cy="754200"/>
          </a:xfrm>
          <a:prstGeom prst="roundRect">
            <a:avLst>
              <a:gd fmla="val 16667" name="adj"/>
            </a:avLst>
          </a:prstGeom>
          <a:solidFill>
            <a:srgbClr val="AC94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1"/>
          <p:cNvSpPr/>
          <p:nvPr/>
        </p:nvSpPr>
        <p:spPr>
          <a:xfrm>
            <a:off x="4707202" y="3878900"/>
            <a:ext cx="791400" cy="754200"/>
          </a:xfrm>
          <a:prstGeom prst="roundRect">
            <a:avLst>
              <a:gd fmla="val 16667" name="adj"/>
            </a:avLst>
          </a:prstGeom>
          <a:solidFill>
            <a:srgbClr val="6458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1"/>
          <p:cNvSpPr txBox="1"/>
          <p:nvPr/>
        </p:nvSpPr>
        <p:spPr>
          <a:xfrm>
            <a:off x="258356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#502719</a:t>
            </a:r>
            <a:endParaRPr sz="1000">
              <a:solidFill>
                <a:srgbClr val="FFFFFF"/>
              </a:solidFill>
            </a:endParaRPr>
          </a:p>
        </p:txBody>
      </p:sp>
      <p:sp>
        <p:nvSpPr>
          <p:cNvPr id="6636" name="Google Shape;6636;p71"/>
          <p:cNvSpPr txBox="1"/>
          <p:nvPr/>
        </p:nvSpPr>
        <p:spPr>
          <a:xfrm>
            <a:off x="364538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#ac9430</a:t>
            </a:r>
            <a:endParaRPr sz="1000">
              <a:solidFill>
                <a:srgbClr val="FFFFFF"/>
              </a:solidFill>
            </a:endParaRPr>
          </a:p>
        </p:txBody>
      </p:sp>
      <p:sp>
        <p:nvSpPr>
          <p:cNvPr id="6637" name="Google Shape;6637;p71"/>
          <p:cNvSpPr txBox="1"/>
          <p:nvPr/>
        </p:nvSpPr>
        <p:spPr>
          <a:xfrm>
            <a:off x="470721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#645830</a:t>
            </a:r>
            <a:endParaRPr sz="1000">
              <a:solidFill>
                <a:srgbClr val="FFFFFF"/>
              </a:solidFill>
            </a:endParaRPr>
          </a:p>
        </p:txBody>
      </p:sp>
      <p:sp>
        <p:nvSpPr>
          <p:cNvPr id="6638" name="Google Shape;6638;p71"/>
          <p:cNvSpPr/>
          <p:nvPr/>
        </p:nvSpPr>
        <p:spPr>
          <a:xfrm>
            <a:off x="5769038" y="3878900"/>
            <a:ext cx="791400" cy="754200"/>
          </a:xfrm>
          <a:prstGeom prst="roundRect">
            <a:avLst>
              <a:gd fmla="val 16667" name="adj"/>
            </a:avLst>
          </a:prstGeom>
          <a:solidFill>
            <a:srgbClr val="5959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1"/>
          <p:cNvSpPr txBox="1"/>
          <p:nvPr/>
        </p:nvSpPr>
        <p:spPr>
          <a:xfrm>
            <a:off x="576903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#595959</a:t>
            </a:r>
            <a:endParaRPr sz="1000">
              <a:solidFill>
                <a:srgbClr val="FFFFFF"/>
              </a:solidFill>
            </a:endParaRPr>
          </a:p>
        </p:txBody>
      </p:sp>
      <p:sp>
        <p:nvSpPr>
          <p:cNvPr id="6640" name="Google Shape;6640;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44" name="Shape 6644"/>
        <p:cNvGrpSpPr/>
        <p:nvPr/>
      </p:nvGrpSpPr>
      <p:grpSpPr>
        <a:xfrm>
          <a:off x="0" y="0"/>
          <a:ext cx="0" cy="0"/>
          <a:chOff x="0" y="0"/>
          <a:chExt cx="0" cy="0"/>
        </a:xfrm>
      </p:grpSpPr>
      <p:sp>
        <p:nvSpPr>
          <p:cNvPr id="6645" name="Google Shape;6645;p72"/>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sp>
        <p:nvSpPr>
          <p:cNvPr id="6646" name="Google Shape;6646;p7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6647" name="Google Shape;6647;p72"/>
          <p:cNvPicPr preferRelativeResize="0"/>
          <p:nvPr/>
        </p:nvPicPr>
        <p:blipFill rotWithShape="1">
          <a:blip r:embed="rId4">
            <a:alphaModFix/>
          </a:blip>
          <a:srcRect b="16541" l="0" r="0" t="16547"/>
          <a:stretch/>
        </p:blipFill>
        <p:spPr>
          <a:xfrm>
            <a:off x="510820" y="2688639"/>
            <a:ext cx="1606720" cy="1075075"/>
          </a:xfrm>
          <a:prstGeom prst="rect">
            <a:avLst/>
          </a:prstGeom>
          <a:noFill/>
          <a:ln>
            <a:noFill/>
          </a:ln>
        </p:spPr>
      </p:pic>
      <p:sp>
        <p:nvSpPr>
          <p:cNvPr id="6648" name="Google Shape;6648;p72">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6649" name="Google Shape;6649;p72">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6650" name="Google Shape;6650;p72">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6651" name="Google Shape;6651;p72">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6652" name="Google Shape;6652;p72"/>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6653" name="Google Shape;6653;p72"/>
          <p:cNvPicPr preferRelativeResize="0"/>
          <p:nvPr/>
        </p:nvPicPr>
        <p:blipFill rotWithShape="1">
          <a:blip r:embed="rId14">
            <a:alphaModFix/>
          </a:blip>
          <a:srcRect b="6378" l="0" r="0" t="6378"/>
          <a:stretch/>
        </p:blipFill>
        <p:spPr>
          <a:xfrm>
            <a:off x="3774275" y="2532512"/>
            <a:ext cx="1448305" cy="1263590"/>
          </a:xfrm>
          <a:prstGeom prst="rect">
            <a:avLst/>
          </a:prstGeom>
          <a:noFill/>
          <a:ln>
            <a:noFill/>
          </a:ln>
        </p:spPr>
      </p:pic>
      <p:pic>
        <p:nvPicPr>
          <p:cNvPr id="6654" name="Google Shape;6654;p72"/>
          <p:cNvPicPr preferRelativeResize="0"/>
          <p:nvPr/>
        </p:nvPicPr>
        <p:blipFill rotWithShape="1">
          <a:blip r:embed="rId15">
            <a:alphaModFix/>
          </a:blip>
          <a:srcRect b="9257" l="0" r="0" t="9257"/>
          <a:stretch/>
        </p:blipFill>
        <p:spPr>
          <a:xfrm>
            <a:off x="5347337" y="2581527"/>
            <a:ext cx="1448285" cy="1180165"/>
          </a:xfrm>
          <a:prstGeom prst="rect">
            <a:avLst/>
          </a:prstGeom>
          <a:noFill/>
          <a:ln>
            <a:noFill/>
          </a:ln>
        </p:spPr>
      </p:pic>
      <p:pic>
        <p:nvPicPr>
          <p:cNvPr id="6655" name="Google Shape;6655;p72"/>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6656" name="Google Shape;6656;p72">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60" name="Shape 6660"/>
        <p:cNvGrpSpPr/>
        <p:nvPr/>
      </p:nvGrpSpPr>
      <p:grpSpPr>
        <a:xfrm>
          <a:off x="0" y="0"/>
          <a:ext cx="0" cy="0"/>
          <a:chOff x="0" y="0"/>
          <a:chExt cx="0" cy="0"/>
        </a:xfrm>
      </p:grpSpPr>
      <p:sp>
        <p:nvSpPr>
          <p:cNvPr id="6661" name="Google Shape;6661;p73"/>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6662" name="Google Shape;6662;p73"/>
          <p:cNvGrpSpPr/>
          <p:nvPr/>
        </p:nvGrpSpPr>
        <p:grpSpPr>
          <a:xfrm>
            <a:off x="5156078" y="3085736"/>
            <a:ext cx="474294" cy="551291"/>
            <a:chOff x="4727025" y="1332775"/>
            <a:chExt cx="59900" cy="69625"/>
          </a:xfrm>
        </p:grpSpPr>
        <p:sp>
          <p:nvSpPr>
            <p:cNvPr id="6663" name="Google Shape;6663;p7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73"/>
          <p:cNvGrpSpPr/>
          <p:nvPr/>
        </p:nvGrpSpPr>
        <p:grpSpPr>
          <a:xfrm>
            <a:off x="5769734" y="2314340"/>
            <a:ext cx="555653" cy="557031"/>
            <a:chOff x="4820425" y="1329900"/>
            <a:chExt cx="70175" cy="70350"/>
          </a:xfrm>
        </p:grpSpPr>
        <p:sp>
          <p:nvSpPr>
            <p:cNvPr id="6666" name="Google Shape;6666;p7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73"/>
          <p:cNvGrpSpPr/>
          <p:nvPr/>
        </p:nvGrpSpPr>
        <p:grpSpPr>
          <a:xfrm>
            <a:off x="6396103" y="2318845"/>
            <a:ext cx="582574" cy="533871"/>
            <a:chOff x="4903200" y="1331525"/>
            <a:chExt cx="73575" cy="67425"/>
          </a:xfrm>
        </p:grpSpPr>
        <p:sp>
          <p:nvSpPr>
            <p:cNvPr id="6671" name="Google Shape;6671;p7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73"/>
          <p:cNvGrpSpPr/>
          <p:nvPr/>
        </p:nvGrpSpPr>
        <p:grpSpPr>
          <a:xfrm>
            <a:off x="5755581" y="3078709"/>
            <a:ext cx="583960" cy="565345"/>
            <a:chOff x="4815575" y="1416800"/>
            <a:chExt cx="73750" cy="71400"/>
          </a:xfrm>
        </p:grpSpPr>
        <p:sp>
          <p:nvSpPr>
            <p:cNvPr id="6674" name="Google Shape;6674;p7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73"/>
          <p:cNvGrpSpPr/>
          <p:nvPr/>
        </p:nvGrpSpPr>
        <p:grpSpPr>
          <a:xfrm>
            <a:off x="6390362" y="3108896"/>
            <a:ext cx="589898" cy="504970"/>
            <a:chOff x="4902475" y="1418875"/>
            <a:chExt cx="74500" cy="63775"/>
          </a:xfrm>
        </p:grpSpPr>
        <p:sp>
          <p:nvSpPr>
            <p:cNvPr id="6678" name="Google Shape;6678;p7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73"/>
          <p:cNvGrpSpPr/>
          <p:nvPr/>
        </p:nvGrpSpPr>
        <p:grpSpPr>
          <a:xfrm>
            <a:off x="5765577" y="3826000"/>
            <a:ext cx="563967" cy="567127"/>
            <a:chOff x="4818100" y="1507675"/>
            <a:chExt cx="71225" cy="71625"/>
          </a:xfrm>
        </p:grpSpPr>
        <p:sp>
          <p:nvSpPr>
            <p:cNvPr id="6681" name="Google Shape;6681;p7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73"/>
          <p:cNvGrpSpPr/>
          <p:nvPr/>
        </p:nvGrpSpPr>
        <p:grpSpPr>
          <a:xfrm>
            <a:off x="5079075" y="3829461"/>
            <a:ext cx="628301" cy="588505"/>
            <a:chOff x="4721450" y="1509475"/>
            <a:chExt cx="79350" cy="74325"/>
          </a:xfrm>
        </p:grpSpPr>
        <p:sp>
          <p:nvSpPr>
            <p:cNvPr id="6686" name="Google Shape;6686;p7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73"/>
          <p:cNvGrpSpPr/>
          <p:nvPr/>
        </p:nvGrpSpPr>
        <p:grpSpPr>
          <a:xfrm>
            <a:off x="6424608" y="3814027"/>
            <a:ext cx="557038" cy="562772"/>
            <a:chOff x="4906800" y="1507500"/>
            <a:chExt cx="70350" cy="71075"/>
          </a:xfrm>
        </p:grpSpPr>
        <p:sp>
          <p:nvSpPr>
            <p:cNvPr id="6691" name="Google Shape;6691;p7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73"/>
          <p:cNvGrpSpPr/>
          <p:nvPr/>
        </p:nvGrpSpPr>
        <p:grpSpPr>
          <a:xfrm>
            <a:off x="4462216" y="2340963"/>
            <a:ext cx="517934" cy="517934"/>
            <a:chOff x="3736598" y="2170606"/>
            <a:chExt cx="404889" cy="404889"/>
          </a:xfrm>
        </p:grpSpPr>
        <p:sp>
          <p:nvSpPr>
            <p:cNvPr id="6697" name="Google Shape;6697;p7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73"/>
          <p:cNvGrpSpPr/>
          <p:nvPr/>
        </p:nvGrpSpPr>
        <p:grpSpPr>
          <a:xfrm>
            <a:off x="3729277" y="2341061"/>
            <a:ext cx="586986" cy="517740"/>
            <a:chOff x="3161917" y="2170682"/>
            <a:chExt cx="458870" cy="404737"/>
          </a:xfrm>
        </p:grpSpPr>
        <p:sp>
          <p:nvSpPr>
            <p:cNvPr id="6702" name="Google Shape;6702;p7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73"/>
          <p:cNvGrpSpPr/>
          <p:nvPr/>
        </p:nvGrpSpPr>
        <p:grpSpPr>
          <a:xfrm>
            <a:off x="3752299" y="3102400"/>
            <a:ext cx="540943" cy="517963"/>
            <a:chOff x="3179914" y="2889488"/>
            <a:chExt cx="422876" cy="404911"/>
          </a:xfrm>
        </p:grpSpPr>
        <p:sp>
          <p:nvSpPr>
            <p:cNvPr id="6706" name="Google Shape;6706;p7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73"/>
          <p:cNvGrpSpPr/>
          <p:nvPr/>
        </p:nvGrpSpPr>
        <p:grpSpPr>
          <a:xfrm>
            <a:off x="4453093" y="3102358"/>
            <a:ext cx="536180" cy="518047"/>
            <a:chOff x="3729467" y="2889422"/>
            <a:chExt cx="419153" cy="404977"/>
          </a:xfrm>
        </p:grpSpPr>
        <p:sp>
          <p:nvSpPr>
            <p:cNvPr id="6713" name="Google Shape;6713;p7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73"/>
          <p:cNvGrpSpPr/>
          <p:nvPr/>
        </p:nvGrpSpPr>
        <p:grpSpPr>
          <a:xfrm>
            <a:off x="1990126" y="3445787"/>
            <a:ext cx="965351" cy="134611"/>
            <a:chOff x="4411970" y="2962952"/>
            <a:chExt cx="706544" cy="104212"/>
          </a:xfrm>
        </p:grpSpPr>
        <p:sp>
          <p:nvSpPr>
            <p:cNvPr id="6721" name="Google Shape;6721;p7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73"/>
          <p:cNvGrpSpPr/>
          <p:nvPr/>
        </p:nvGrpSpPr>
        <p:grpSpPr>
          <a:xfrm>
            <a:off x="1990126" y="3041077"/>
            <a:ext cx="960158" cy="289172"/>
            <a:chOff x="4411970" y="2726085"/>
            <a:chExt cx="643107" cy="193659"/>
          </a:xfrm>
        </p:grpSpPr>
        <p:sp>
          <p:nvSpPr>
            <p:cNvPr id="6726" name="Google Shape;6726;p7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3"/>
          <p:cNvGrpSpPr/>
          <p:nvPr/>
        </p:nvGrpSpPr>
        <p:grpSpPr>
          <a:xfrm>
            <a:off x="998624" y="3295400"/>
            <a:ext cx="811503" cy="252584"/>
            <a:chOff x="4411970" y="4340222"/>
            <a:chExt cx="779467" cy="242683"/>
          </a:xfrm>
        </p:grpSpPr>
        <p:sp>
          <p:nvSpPr>
            <p:cNvPr id="6730" name="Google Shape;6730;p7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73"/>
          <p:cNvGrpSpPr/>
          <p:nvPr/>
        </p:nvGrpSpPr>
        <p:grpSpPr>
          <a:xfrm>
            <a:off x="1990126" y="2709308"/>
            <a:ext cx="965160" cy="216230"/>
            <a:chOff x="4411970" y="2468674"/>
            <a:chExt cx="747317" cy="167425"/>
          </a:xfrm>
        </p:grpSpPr>
        <p:sp>
          <p:nvSpPr>
            <p:cNvPr id="6734" name="Google Shape;6734;p7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6" name="Google Shape;6736;p7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7" name="Google Shape;6737;p73"/>
          <p:cNvGrpSpPr/>
          <p:nvPr/>
        </p:nvGrpSpPr>
        <p:grpSpPr>
          <a:xfrm>
            <a:off x="997692" y="2334687"/>
            <a:ext cx="1959041" cy="208784"/>
            <a:chOff x="6336019" y="3733725"/>
            <a:chExt cx="2566206" cy="351310"/>
          </a:xfrm>
        </p:grpSpPr>
        <p:sp>
          <p:nvSpPr>
            <p:cNvPr id="6738" name="Google Shape;6738;p7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73"/>
          <p:cNvGrpSpPr/>
          <p:nvPr/>
        </p:nvGrpSpPr>
        <p:grpSpPr>
          <a:xfrm>
            <a:off x="1990126" y="3950602"/>
            <a:ext cx="946551" cy="153200"/>
            <a:chOff x="4404545" y="3301592"/>
            <a:chExt cx="782403" cy="129272"/>
          </a:xfrm>
        </p:grpSpPr>
        <p:sp>
          <p:nvSpPr>
            <p:cNvPr id="6743" name="Google Shape;6743;p7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73"/>
          <p:cNvGrpSpPr/>
          <p:nvPr/>
        </p:nvGrpSpPr>
        <p:grpSpPr>
          <a:xfrm>
            <a:off x="1990126" y="3695937"/>
            <a:ext cx="962257" cy="139127"/>
            <a:chOff x="4411970" y="3131459"/>
            <a:chExt cx="710520" cy="117397"/>
          </a:xfrm>
        </p:grpSpPr>
        <p:sp>
          <p:nvSpPr>
            <p:cNvPr id="6746" name="Google Shape;6746;p7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748" name="Google Shape;6748;p7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9" name="Google Shape;6749;p73"/>
          <p:cNvGrpSpPr/>
          <p:nvPr/>
        </p:nvGrpSpPr>
        <p:grpSpPr>
          <a:xfrm>
            <a:off x="990271" y="3621603"/>
            <a:ext cx="823838" cy="458988"/>
            <a:chOff x="4411970" y="1801825"/>
            <a:chExt cx="734586" cy="409262"/>
          </a:xfrm>
        </p:grpSpPr>
        <p:sp>
          <p:nvSpPr>
            <p:cNvPr id="6750" name="Google Shape;6750;p7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73"/>
          <p:cNvGrpSpPr/>
          <p:nvPr/>
        </p:nvGrpSpPr>
        <p:grpSpPr>
          <a:xfrm>
            <a:off x="3095243" y="2339173"/>
            <a:ext cx="521514" cy="521514"/>
            <a:chOff x="5681300" y="2527788"/>
            <a:chExt cx="805800" cy="805800"/>
          </a:xfrm>
        </p:grpSpPr>
        <p:sp>
          <p:nvSpPr>
            <p:cNvPr id="6753" name="Google Shape;6753;p7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73"/>
          <p:cNvGrpSpPr/>
          <p:nvPr/>
        </p:nvGrpSpPr>
        <p:grpSpPr>
          <a:xfrm>
            <a:off x="3089483" y="3094865"/>
            <a:ext cx="533033" cy="533033"/>
            <a:chOff x="4049800" y="640400"/>
            <a:chExt cx="858900" cy="858900"/>
          </a:xfrm>
        </p:grpSpPr>
        <p:sp>
          <p:nvSpPr>
            <p:cNvPr id="6756" name="Google Shape;6756;p7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3"/>
          <p:cNvGrpSpPr/>
          <p:nvPr/>
        </p:nvGrpSpPr>
        <p:grpSpPr>
          <a:xfrm>
            <a:off x="3014966" y="3772543"/>
            <a:ext cx="682068" cy="682068"/>
            <a:chOff x="5080188" y="927900"/>
            <a:chExt cx="961200" cy="961200"/>
          </a:xfrm>
        </p:grpSpPr>
        <p:sp>
          <p:nvSpPr>
            <p:cNvPr id="6759" name="Google Shape;6759;p7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73"/>
          <p:cNvGrpSpPr/>
          <p:nvPr/>
        </p:nvGrpSpPr>
        <p:grpSpPr>
          <a:xfrm>
            <a:off x="4478465" y="3869234"/>
            <a:ext cx="505650" cy="504006"/>
            <a:chOff x="6039282" y="1042577"/>
            <a:chExt cx="734315" cy="731929"/>
          </a:xfrm>
        </p:grpSpPr>
        <p:sp>
          <p:nvSpPr>
            <p:cNvPr id="6768" name="Google Shape;6768;p7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73"/>
          <p:cNvGrpSpPr/>
          <p:nvPr/>
        </p:nvGrpSpPr>
        <p:grpSpPr>
          <a:xfrm>
            <a:off x="5091067" y="2298862"/>
            <a:ext cx="567744" cy="602136"/>
            <a:chOff x="1825800" y="1651625"/>
            <a:chExt cx="539989" cy="571775"/>
          </a:xfrm>
        </p:grpSpPr>
        <p:sp>
          <p:nvSpPr>
            <p:cNvPr id="6790" name="Google Shape;6790;p7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73"/>
          <p:cNvGrpSpPr/>
          <p:nvPr/>
        </p:nvGrpSpPr>
        <p:grpSpPr>
          <a:xfrm>
            <a:off x="3765995" y="3855579"/>
            <a:ext cx="508123" cy="507955"/>
            <a:chOff x="1897577" y="2802432"/>
            <a:chExt cx="492176" cy="492014"/>
          </a:xfrm>
        </p:grpSpPr>
        <p:sp>
          <p:nvSpPr>
            <p:cNvPr id="6795" name="Google Shape;6795;p7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3"/>
          <p:cNvGrpSpPr/>
          <p:nvPr/>
        </p:nvGrpSpPr>
        <p:grpSpPr>
          <a:xfrm>
            <a:off x="997525" y="4169123"/>
            <a:ext cx="809227" cy="200842"/>
            <a:chOff x="2013045" y="4813233"/>
            <a:chExt cx="921986" cy="228854"/>
          </a:xfrm>
        </p:grpSpPr>
        <p:sp>
          <p:nvSpPr>
            <p:cNvPr id="6808" name="Google Shape;6808;p7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73"/>
          <p:cNvGrpSpPr/>
          <p:nvPr/>
        </p:nvGrpSpPr>
        <p:grpSpPr>
          <a:xfrm>
            <a:off x="1005985" y="2656004"/>
            <a:ext cx="792421" cy="269941"/>
            <a:chOff x="1046767" y="4756633"/>
            <a:chExt cx="859646" cy="292841"/>
          </a:xfrm>
        </p:grpSpPr>
        <p:sp>
          <p:nvSpPr>
            <p:cNvPr id="6811" name="Google Shape;6811;p7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4" name="Google Shape;6814;p7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8" name="Google Shape;6818;p73"/>
          <p:cNvGrpSpPr/>
          <p:nvPr/>
        </p:nvGrpSpPr>
        <p:grpSpPr>
          <a:xfrm>
            <a:off x="7141841" y="2550562"/>
            <a:ext cx="166473" cy="141497"/>
            <a:chOff x="4660325" y="1866850"/>
            <a:chExt cx="68350" cy="58100"/>
          </a:xfrm>
        </p:grpSpPr>
        <p:sp>
          <p:nvSpPr>
            <p:cNvPr id="6819" name="Google Shape;6819;p7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73"/>
          <p:cNvGrpSpPr/>
          <p:nvPr/>
        </p:nvGrpSpPr>
        <p:grpSpPr>
          <a:xfrm>
            <a:off x="7451186" y="2576286"/>
            <a:ext cx="162515" cy="90049"/>
            <a:chOff x="4791775" y="1877500"/>
            <a:chExt cx="66725" cy="36975"/>
          </a:xfrm>
        </p:grpSpPr>
        <p:sp>
          <p:nvSpPr>
            <p:cNvPr id="6822" name="Google Shape;6822;p7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73"/>
          <p:cNvGrpSpPr/>
          <p:nvPr/>
        </p:nvGrpSpPr>
        <p:grpSpPr>
          <a:xfrm>
            <a:off x="7772899" y="2576286"/>
            <a:ext cx="144979" cy="90049"/>
            <a:chOff x="4923925" y="1877500"/>
            <a:chExt cx="59525" cy="36975"/>
          </a:xfrm>
        </p:grpSpPr>
        <p:sp>
          <p:nvSpPr>
            <p:cNvPr id="6825" name="Google Shape;6825;p7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73"/>
          <p:cNvGrpSpPr/>
          <p:nvPr/>
        </p:nvGrpSpPr>
        <p:grpSpPr>
          <a:xfrm>
            <a:off x="8067390" y="2558477"/>
            <a:ext cx="141447" cy="125667"/>
            <a:chOff x="5058450" y="1870100"/>
            <a:chExt cx="58075" cy="51600"/>
          </a:xfrm>
        </p:grpSpPr>
        <p:sp>
          <p:nvSpPr>
            <p:cNvPr id="6828" name="Google Shape;6828;p7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73"/>
          <p:cNvGrpSpPr/>
          <p:nvPr/>
        </p:nvGrpSpPr>
        <p:grpSpPr>
          <a:xfrm>
            <a:off x="7481905" y="2980885"/>
            <a:ext cx="101077" cy="107645"/>
            <a:chOff x="4811425" y="2065025"/>
            <a:chExt cx="41500" cy="44200"/>
          </a:xfrm>
        </p:grpSpPr>
        <p:sp>
          <p:nvSpPr>
            <p:cNvPr id="6831" name="Google Shape;6831;p7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73"/>
          <p:cNvGrpSpPr/>
          <p:nvPr/>
        </p:nvGrpSpPr>
        <p:grpSpPr>
          <a:xfrm>
            <a:off x="7774342" y="2981098"/>
            <a:ext cx="120867" cy="107218"/>
            <a:chOff x="4929875" y="2065025"/>
            <a:chExt cx="49625" cy="44025"/>
          </a:xfrm>
        </p:grpSpPr>
        <p:sp>
          <p:nvSpPr>
            <p:cNvPr id="6834" name="Google Shape;6834;p7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73"/>
          <p:cNvGrpSpPr/>
          <p:nvPr/>
        </p:nvGrpSpPr>
        <p:grpSpPr>
          <a:xfrm>
            <a:off x="8103011" y="2984112"/>
            <a:ext cx="70206" cy="101191"/>
            <a:chOff x="5083925" y="2066350"/>
            <a:chExt cx="28825" cy="41550"/>
          </a:xfrm>
        </p:grpSpPr>
        <p:sp>
          <p:nvSpPr>
            <p:cNvPr id="6837" name="Google Shape;6837;p7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73"/>
          <p:cNvGrpSpPr/>
          <p:nvPr/>
        </p:nvGrpSpPr>
        <p:grpSpPr>
          <a:xfrm>
            <a:off x="7134565" y="2999759"/>
            <a:ext cx="181026" cy="69896"/>
            <a:chOff x="4659775" y="2072775"/>
            <a:chExt cx="74325" cy="28700"/>
          </a:xfrm>
        </p:grpSpPr>
        <p:sp>
          <p:nvSpPr>
            <p:cNvPr id="6840" name="Google Shape;6840;p7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73"/>
          <p:cNvGrpSpPr/>
          <p:nvPr/>
        </p:nvGrpSpPr>
        <p:grpSpPr>
          <a:xfrm>
            <a:off x="8054421" y="2790324"/>
            <a:ext cx="167387" cy="89197"/>
            <a:chOff x="4662475" y="1976500"/>
            <a:chExt cx="68725" cy="36625"/>
          </a:xfrm>
        </p:grpSpPr>
        <p:sp>
          <p:nvSpPr>
            <p:cNvPr id="6844" name="Google Shape;6844;p7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73"/>
          <p:cNvGrpSpPr/>
          <p:nvPr/>
        </p:nvGrpSpPr>
        <p:grpSpPr>
          <a:xfrm>
            <a:off x="7751326" y="2793764"/>
            <a:ext cx="166899" cy="82317"/>
            <a:chOff x="4920150" y="1977875"/>
            <a:chExt cx="68525" cy="33800"/>
          </a:xfrm>
        </p:grpSpPr>
        <p:sp>
          <p:nvSpPr>
            <p:cNvPr id="6848" name="Google Shape;6848;p7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73"/>
          <p:cNvGrpSpPr/>
          <p:nvPr/>
        </p:nvGrpSpPr>
        <p:grpSpPr>
          <a:xfrm>
            <a:off x="7162483" y="3197682"/>
            <a:ext cx="125190" cy="127859"/>
            <a:chOff x="4676550" y="2160575"/>
            <a:chExt cx="51400" cy="52500"/>
          </a:xfrm>
        </p:grpSpPr>
        <p:sp>
          <p:nvSpPr>
            <p:cNvPr id="6852" name="Google Shape;6852;p7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73"/>
          <p:cNvGrpSpPr/>
          <p:nvPr/>
        </p:nvGrpSpPr>
        <p:grpSpPr>
          <a:xfrm>
            <a:off x="7459741" y="3204714"/>
            <a:ext cx="145405" cy="113794"/>
            <a:chOff x="4768325" y="2163475"/>
            <a:chExt cx="59700" cy="46725"/>
          </a:xfrm>
        </p:grpSpPr>
        <p:sp>
          <p:nvSpPr>
            <p:cNvPr id="6856" name="Google Shape;6856;p7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8" name="Google Shape;6858;p7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4" name="Google Shape;6864;p73"/>
          <p:cNvGrpSpPr/>
          <p:nvPr/>
        </p:nvGrpSpPr>
        <p:grpSpPr>
          <a:xfrm>
            <a:off x="7476059" y="3459808"/>
            <a:ext cx="112768" cy="106853"/>
            <a:chOff x="4768575" y="2253950"/>
            <a:chExt cx="46300" cy="43875"/>
          </a:xfrm>
        </p:grpSpPr>
        <p:sp>
          <p:nvSpPr>
            <p:cNvPr id="6865" name="Google Shape;6865;p7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73"/>
          <p:cNvGrpSpPr/>
          <p:nvPr/>
        </p:nvGrpSpPr>
        <p:grpSpPr>
          <a:xfrm>
            <a:off x="7775682" y="3948834"/>
            <a:ext cx="118187" cy="146246"/>
            <a:chOff x="4960900" y="2433225"/>
            <a:chExt cx="48525" cy="60050"/>
          </a:xfrm>
        </p:grpSpPr>
        <p:sp>
          <p:nvSpPr>
            <p:cNvPr id="6868" name="Google Shape;6868;p7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73"/>
          <p:cNvGrpSpPr/>
          <p:nvPr/>
        </p:nvGrpSpPr>
        <p:grpSpPr>
          <a:xfrm>
            <a:off x="7464247" y="4212895"/>
            <a:ext cx="136394" cy="143810"/>
            <a:chOff x="4854075" y="2527625"/>
            <a:chExt cx="56000" cy="59050"/>
          </a:xfrm>
        </p:grpSpPr>
        <p:sp>
          <p:nvSpPr>
            <p:cNvPr id="6871" name="Google Shape;6871;p7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3" name="Google Shape;6873;p7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6" name="Google Shape;6876;p73"/>
          <p:cNvGrpSpPr/>
          <p:nvPr/>
        </p:nvGrpSpPr>
        <p:grpSpPr>
          <a:xfrm>
            <a:off x="8088458" y="3676639"/>
            <a:ext cx="99312" cy="160797"/>
            <a:chOff x="5059700" y="2334775"/>
            <a:chExt cx="40775" cy="66025"/>
          </a:xfrm>
        </p:grpSpPr>
        <p:sp>
          <p:nvSpPr>
            <p:cNvPr id="6877" name="Google Shape;6877;p7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73"/>
          <p:cNvGrpSpPr/>
          <p:nvPr/>
        </p:nvGrpSpPr>
        <p:grpSpPr>
          <a:xfrm>
            <a:off x="8045622" y="3941771"/>
            <a:ext cx="184984" cy="160371"/>
            <a:chOff x="5037700" y="2430325"/>
            <a:chExt cx="75950" cy="65850"/>
          </a:xfrm>
        </p:grpSpPr>
        <p:sp>
          <p:nvSpPr>
            <p:cNvPr id="6887" name="Google Shape;6887;p7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73"/>
          <p:cNvGrpSpPr/>
          <p:nvPr/>
        </p:nvGrpSpPr>
        <p:grpSpPr>
          <a:xfrm>
            <a:off x="7465128" y="3708223"/>
            <a:ext cx="173014" cy="97629"/>
            <a:chOff x="4756975" y="2341800"/>
            <a:chExt cx="91975" cy="51925"/>
          </a:xfrm>
        </p:grpSpPr>
        <p:sp>
          <p:nvSpPr>
            <p:cNvPr id="6890" name="Google Shape;6890;p7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73"/>
          <p:cNvGrpSpPr/>
          <p:nvPr/>
        </p:nvGrpSpPr>
        <p:grpSpPr>
          <a:xfrm>
            <a:off x="7732065" y="4196920"/>
            <a:ext cx="212497" cy="175761"/>
            <a:chOff x="4943575" y="2516350"/>
            <a:chExt cx="98675" cy="81700"/>
          </a:xfrm>
        </p:grpSpPr>
        <p:sp>
          <p:nvSpPr>
            <p:cNvPr id="6911" name="Google Shape;6911;p7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9" name="Google Shape;6989;p7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7" name="Shape 6997"/>
        <p:cNvGrpSpPr/>
        <p:nvPr/>
      </p:nvGrpSpPr>
      <p:grpSpPr>
        <a:xfrm>
          <a:off x="0" y="0"/>
          <a:ext cx="0" cy="0"/>
          <a:chOff x="0" y="0"/>
          <a:chExt cx="0" cy="0"/>
        </a:xfrm>
      </p:grpSpPr>
      <p:grpSp>
        <p:nvGrpSpPr>
          <p:cNvPr id="6998" name="Google Shape;6998;p74"/>
          <p:cNvGrpSpPr/>
          <p:nvPr/>
        </p:nvGrpSpPr>
        <p:grpSpPr>
          <a:xfrm>
            <a:off x="6647587" y="3567393"/>
            <a:ext cx="560636" cy="516497"/>
            <a:chOff x="6652051" y="3714143"/>
            <a:chExt cx="560636" cy="516497"/>
          </a:xfrm>
        </p:grpSpPr>
        <p:grpSp>
          <p:nvGrpSpPr>
            <p:cNvPr id="6999" name="Google Shape;6999;p74"/>
            <p:cNvGrpSpPr/>
            <p:nvPr/>
          </p:nvGrpSpPr>
          <p:grpSpPr>
            <a:xfrm>
              <a:off x="6669657" y="3716715"/>
              <a:ext cx="466768" cy="464314"/>
              <a:chOff x="3139766" y="765669"/>
              <a:chExt cx="886380" cy="881888"/>
            </a:xfrm>
          </p:grpSpPr>
          <p:grpSp>
            <p:nvGrpSpPr>
              <p:cNvPr id="7000" name="Google Shape;7000;p74"/>
              <p:cNvGrpSpPr/>
              <p:nvPr/>
            </p:nvGrpSpPr>
            <p:grpSpPr>
              <a:xfrm>
                <a:off x="3139766" y="765669"/>
                <a:ext cx="886380" cy="881888"/>
                <a:chOff x="3139766" y="765669"/>
                <a:chExt cx="886380" cy="881888"/>
              </a:xfrm>
            </p:grpSpPr>
            <p:sp>
              <p:nvSpPr>
                <p:cNvPr id="7001" name="Google Shape;7001;p7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0" name="Google Shape;7010;p7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4" name="Google Shape;7014;p7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74"/>
          <p:cNvGrpSpPr/>
          <p:nvPr/>
        </p:nvGrpSpPr>
        <p:grpSpPr>
          <a:xfrm>
            <a:off x="7646296" y="3047976"/>
            <a:ext cx="104231" cy="320340"/>
            <a:chOff x="7564426" y="3224343"/>
            <a:chExt cx="119985" cy="368801"/>
          </a:xfrm>
        </p:grpSpPr>
        <p:sp>
          <p:nvSpPr>
            <p:cNvPr id="7016" name="Google Shape;7016;p7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74"/>
          <p:cNvGrpSpPr/>
          <p:nvPr/>
        </p:nvGrpSpPr>
        <p:grpSpPr>
          <a:xfrm>
            <a:off x="7345785" y="3042077"/>
            <a:ext cx="189489" cy="332132"/>
            <a:chOff x="8370831" y="3202002"/>
            <a:chExt cx="218129" cy="382376"/>
          </a:xfrm>
        </p:grpSpPr>
        <p:sp>
          <p:nvSpPr>
            <p:cNvPr id="7019" name="Google Shape;7019;p7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74"/>
          <p:cNvGrpSpPr/>
          <p:nvPr/>
        </p:nvGrpSpPr>
        <p:grpSpPr>
          <a:xfrm>
            <a:off x="8069174" y="3453209"/>
            <a:ext cx="309429" cy="267000"/>
            <a:chOff x="6742064" y="3750480"/>
            <a:chExt cx="399315" cy="344560"/>
          </a:xfrm>
        </p:grpSpPr>
        <p:sp>
          <p:nvSpPr>
            <p:cNvPr id="7022" name="Google Shape;7022;p7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74"/>
          <p:cNvGrpSpPr/>
          <p:nvPr/>
        </p:nvGrpSpPr>
        <p:grpSpPr>
          <a:xfrm>
            <a:off x="7608193" y="3804257"/>
            <a:ext cx="180437" cy="281608"/>
            <a:chOff x="7248525" y="3739696"/>
            <a:chExt cx="230531" cy="359790"/>
          </a:xfrm>
        </p:grpSpPr>
        <p:sp>
          <p:nvSpPr>
            <p:cNvPr id="7025" name="Google Shape;7025;p7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74"/>
          <p:cNvGrpSpPr/>
          <p:nvPr/>
        </p:nvGrpSpPr>
        <p:grpSpPr>
          <a:xfrm>
            <a:off x="7854113" y="3447481"/>
            <a:ext cx="162896" cy="278710"/>
            <a:chOff x="7601242" y="3729267"/>
            <a:chExt cx="222566" cy="380803"/>
          </a:xfrm>
        </p:grpSpPr>
        <p:sp>
          <p:nvSpPr>
            <p:cNvPr id="7028" name="Google Shape;7028;p7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0" name="Google Shape;7030;p74"/>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1" name="Google Shape;7031;p74"/>
          <p:cNvGrpSpPr/>
          <p:nvPr/>
        </p:nvGrpSpPr>
        <p:grpSpPr>
          <a:xfrm>
            <a:off x="7343758" y="3448622"/>
            <a:ext cx="193543" cy="275990"/>
            <a:chOff x="8304647" y="3738687"/>
            <a:chExt cx="225076" cy="320956"/>
          </a:xfrm>
        </p:grpSpPr>
        <p:sp>
          <p:nvSpPr>
            <p:cNvPr id="7032" name="Google Shape;7032;p7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74"/>
          <p:cNvGrpSpPr/>
          <p:nvPr/>
        </p:nvGrpSpPr>
        <p:grpSpPr>
          <a:xfrm>
            <a:off x="7616251" y="3448622"/>
            <a:ext cx="178492" cy="275990"/>
            <a:chOff x="8615101" y="3738687"/>
            <a:chExt cx="207573" cy="320956"/>
          </a:xfrm>
        </p:grpSpPr>
        <p:sp>
          <p:nvSpPr>
            <p:cNvPr id="7036" name="Google Shape;7036;p7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9" name="Google Shape;7039;p74"/>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0" name="Google Shape;7040;p74"/>
          <p:cNvGrpSpPr/>
          <p:nvPr/>
        </p:nvGrpSpPr>
        <p:grpSpPr>
          <a:xfrm>
            <a:off x="7841782" y="3851282"/>
            <a:ext cx="187557" cy="187557"/>
            <a:chOff x="8565775" y="671075"/>
            <a:chExt cx="441000" cy="441000"/>
          </a:xfrm>
        </p:grpSpPr>
        <p:sp>
          <p:nvSpPr>
            <p:cNvPr id="7041" name="Google Shape;7041;p7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3" name="Google Shape;7043;p74"/>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4"/>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5" name="Google Shape;7045;p74"/>
          <p:cNvGrpSpPr/>
          <p:nvPr/>
        </p:nvGrpSpPr>
        <p:grpSpPr>
          <a:xfrm>
            <a:off x="5996254" y="2923808"/>
            <a:ext cx="587865" cy="517731"/>
            <a:chOff x="6000718" y="3070557"/>
            <a:chExt cx="587865" cy="517731"/>
          </a:xfrm>
        </p:grpSpPr>
        <p:sp>
          <p:nvSpPr>
            <p:cNvPr id="7046" name="Google Shape;7046;p7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4"/>
          <p:cNvGrpSpPr/>
          <p:nvPr/>
        </p:nvGrpSpPr>
        <p:grpSpPr>
          <a:xfrm>
            <a:off x="6011059" y="3567468"/>
            <a:ext cx="557665" cy="516387"/>
            <a:chOff x="6015523" y="3714217"/>
            <a:chExt cx="557665" cy="516387"/>
          </a:xfrm>
        </p:grpSpPr>
        <p:grpSp>
          <p:nvGrpSpPr>
            <p:cNvPr id="7057" name="Google Shape;7057;p74"/>
            <p:cNvGrpSpPr/>
            <p:nvPr/>
          </p:nvGrpSpPr>
          <p:grpSpPr>
            <a:xfrm>
              <a:off x="6036094" y="3716980"/>
              <a:ext cx="529822" cy="510480"/>
              <a:chOff x="3148311" y="-545634"/>
              <a:chExt cx="1006118" cy="969572"/>
            </a:xfrm>
          </p:grpSpPr>
          <p:sp>
            <p:nvSpPr>
              <p:cNvPr id="7058" name="Google Shape;7058;p7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8" name="Google Shape;7068;p7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74"/>
          <p:cNvGrpSpPr/>
          <p:nvPr/>
        </p:nvGrpSpPr>
        <p:grpSpPr>
          <a:xfrm>
            <a:off x="6639841" y="2926879"/>
            <a:ext cx="576302" cy="511871"/>
            <a:chOff x="6644304" y="3073628"/>
            <a:chExt cx="576302" cy="511871"/>
          </a:xfrm>
        </p:grpSpPr>
        <p:grpSp>
          <p:nvGrpSpPr>
            <p:cNvPr id="7070" name="Google Shape;7070;p74"/>
            <p:cNvGrpSpPr/>
            <p:nvPr/>
          </p:nvGrpSpPr>
          <p:grpSpPr>
            <a:xfrm>
              <a:off x="6712169" y="3073651"/>
              <a:ext cx="481611" cy="506713"/>
              <a:chOff x="1833536" y="-546641"/>
              <a:chExt cx="914567" cy="962419"/>
            </a:xfrm>
          </p:grpSpPr>
          <p:grpSp>
            <p:nvGrpSpPr>
              <p:cNvPr id="7071" name="Google Shape;7071;p74"/>
              <p:cNvGrpSpPr/>
              <p:nvPr/>
            </p:nvGrpSpPr>
            <p:grpSpPr>
              <a:xfrm>
                <a:off x="1833536" y="-524249"/>
                <a:ext cx="914567" cy="940027"/>
                <a:chOff x="1833536" y="-524249"/>
                <a:chExt cx="914567" cy="940027"/>
              </a:xfrm>
            </p:grpSpPr>
            <p:sp>
              <p:nvSpPr>
                <p:cNvPr id="7072" name="Google Shape;7072;p7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7" name="Google Shape;7077;p7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1" name="Google Shape;7081;p7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74"/>
          <p:cNvGrpSpPr/>
          <p:nvPr/>
        </p:nvGrpSpPr>
        <p:grpSpPr>
          <a:xfrm>
            <a:off x="719115" y="2852867"/>
            <a:ext cx="2622876" cy="1333540"/>
            <a:chOff x="238125" y="1038125"/>
            <a:chExt cx="7146800" cy="3633625"/>
          </a:xfrm>
        </p:grpSpPr>
        <p:sp>
          <p:nvSpPr>
            <p:cNvPr id="7083" name="Google Shape;7083;p7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74"/>
          <p:cNvGrpSpPr/>
          <p:nvPr/>
        </p:nvGrpSpPr>
        <p:grpSpPr>
          <a:xfrm>
            <a:off x="5904877" y="1016248"/>
            <a:ext cx="2435960" cy="1297725"/>
            <a:chOff x="233350" y="949250"/>
            <a:chExt cx="7137300" cy="3802300"/>
          </a:xfrm>
        </p:grpSpPr>
        <p:sp>
          <p:nvSpPr>
            <p:cNvPr id="8656" name="Google Shape;8656;p7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74"/>
          <p:cNvGrpSpPr/>
          <p:nvPr/>
        </p:nvGrpSpPr>
        <p:grpSpPr>
          <a:xfrm>
            <a:off x="698034" y="977939"/>
            <a:ext cx="2665073" cy="1317140"/>
            <a:chOff x="793334" y="1192826"/>
            <a:chExt cx="2665073" cy="1317140"/>
          </a:xfrm>
        </p:grpSpPr>
        <p:sp>
          <p:nvSpPr>
            <p:cNvPr id="8708" name="Google Shape;8708;p7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74"/>
          <p:cNvGrpSpPr/>
          <p:nvPr/>
        </p:nvGrpSpPr>
        <p:grpSpPr>
          <a:xfrm>
            <a:off x="3416804" y="902588"/>
            <a:ext cx="2310381" cy="1488888"/>
            <a:chOff x="229225" y="549050"/>
            <a:chExt cx="7161750" cy="4615275"/>
          </a:xfrm>
        </p:grpSpPr>
        <p:sp>
          <p:nvSpPr>
            <p:cNvPr id="12676" name="Google Shape;12676;p7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74"/>
          <p:cNvGrpSpPr/>
          <p:nvPr/>
        </p:nvGrpSpPr>
        <p:grpSpPr>
          <a:xfrm>
            <a:off x="3514722" y="2832485"/>
            <a:ext cx="2310282" cy="1374222"/>
            <a:chOff x="238125" y="732525"/>
            <a:chExt cx="7130500" cy="4241425"/>
          </a:xfrm>
        </p:grpSpPr>
        <p:sp>
          <p:nvSpPr>
            <p:cNvPr id="12794" name="Google Shape;12794;p7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11" name="Shape 12911"/>
        <p:cNvGrpSpPr/>
        <p:nvPr/>
      </p:nvGrpSpPr>
      <p:grpSpPr>
        <a:xfrm>
          <a:off x="0" y="0"/>
          <a:ext cx="0" cy="0"/>
          <a:chOff x="0" y="0"/>
          <a:chExt cx="0" cy="0"/>
        </a:xfrm>
      </p:grpSpPr>
      <p:grpSp>
        <p:nvGrpSpPr>
          <p:cNvPr id="12912" name="Google Shape;12912;p75"/>
          <p:cNvGrpSpPr/>
          <p:nvPr/>
        </p:nvGrpSpPr>
        <p:grpSpPr>
          <a:xfrm>
            <a:off x="2100561" y="3398658"/>
            <a:ext cx="1102891" cy="760337"/>
            <a:chOff x="4967783" y="2151471"/>
            <a:chExt cx="3920692" cy="2702940"/>
          </a:xfrm>
        </p:grpSpPr>
        <p:grpSp>
          <p:nvGrpSpPr>
            <p:cNvPr id="12913" name="Google Shape;12913;p75"/>
            <p:cNvGrpSpPr/>
            <p:nvPr/>
          </p:nvGrpSpPr>
          <p:grpSpPr>
            <a:xfrm>
              <a:off x="5045709" y="2252109"/>
              <a:ext cx="3761071" cy="2501708"/>
              <a:chOff x="2691784" y="1805334"/>
              <a:chExt cx="3761071" cy="2501708"/>
            </a:xfrm>
          </p:grpSpPr>
          <p:sp>
            <p:nvSpPr>
              <p:cNvPr id="12914" name="Google Shape;12914;p7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75"/>
            <p:cNvGrpSpPr/>
            <p:nvPr/>
          </p:nvGrpSpPr>
          <p:grpSpPr>
            <a:xfrm>
              <a:off x="4967783" y="2151471"/>
              <a:ext cx="3920692" cy="2702940"/>
              <a:chOff x="2613858" y="1704696"/>
              <a:chExt cx="3920692" cy="2702940"/>
            </a:xfrm>
          </p:grpSpPr>
          <p:sp>
            <p:nvSpPr>
              <p:cNvPr id="12922" name="Google Shape;12922;p7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27" name="Google Shape;12927;p75"/>
          <p:cNvGrpSpPr/>
          <p:nvPr/>
        </p:nvGrpSpPr>
        <p:grpSpPr>
          <a:xfrm>
            <a:off x="3504470" y="1286935"/>
            <a:ext cx="1561911" cy="708580"/>
            <a:chOff x="3530532" y="1496185"/>
            <a:chExt cx="1561911" cy="708580"/>
          </a:xfrm>
        </p:grpSpPr>
        <p:grpSp>
          <p:nvGrpSpPr>
            <p:cNvPr id="12928" name="Google Shape;12928;p75"/>
            <p:cNvGrpSpPr/>
            <p:nvPr/>
          </p:nvGrpSpPr>
          <p:grpSpPr>
            <a:xfrm>
              <a:off x="3720318" y="1857562"/>
              <a:ext cx="1372125" cy="54"/>
              <a:chOff x="3720318" y="1857562"/>
              <a:chExt cx="1372125" cy="54"/>
            </a:xfrm>
          </p:grpSpPr>
          <p:cxnSp>
            <p:nvCxnSpPr>
              <p:cNvPr id="12929" name="Google Shape;12929;p75"/>
              <p:cNvCxnSpPr>
                <a:endCxn id="1293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931" name="Google Shape;12931;p7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932" name="Google Shape;12932;p7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933" name="Google Shape;12933;p75"/>
              <p:cNvCxnSpPr>
                <a:stCxn id="1293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2934" name="Google Shape;12934;p75"/>
            <p:cNvGrpSpPr/>
            <p:nvPr/>
          </p:nvGrpSpPr>
          <p:grpSpPr>
            <a:xfrm>
              <a:off x="3567462" y="1496185"/>
              <a:ext cx="286500" cy="272914"/>
              <a:chOff x="3567462" y="1496185"/>
              <a:chExt cx="286500" cy="272914"/>
            </a:xfrm>
          </p:grpSpPr>
          <p:cxnSp>
            <p:nvCxnSpPr>
              <p:cNvPr id="12935" name="Google Shape;12935;p7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2936" name="Google Shape;12936;p7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7" name="Google Shape;12937;p7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9" name="Google Shape;12939;p75"/>
            <p:cNvGrpSpPr/>
            <p:nvPr/>
          </p:nvGrpSpPr>
          <p:grpSpPr>
            <a:xfrm>
              <a:off x="3929014" y="1960574"/>
              <a:ext cx="286500" cy="242342"/>
              <a:chOff x="3929014" y="1960574"/>
              <a:chExt cx="286500" cy="242342"/>
            </a:xfrm>
          </p:grpSpPr>
          <p:cxnSp>
            <p:nvCxnSpPr>
              <p:cNvPr id="12940" name="Google Shape;12940;p7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2941" name="Google Shape;12941;p7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75"/>
            <p:cNvGrpSpPr/>
            <p:nvPr/>
          </p:nvGrpSpPr>
          <p:grpSpPr>
            <a:xfrm>
              <a:off x="4290828" y="1496185"/>
              <a:ext cx="286500" cy="272914"/>
              <a:chOff x="4290828" y="1496185"/>
              <a:chExt cx="286500" cy="272914"/>
            </a:xfrm>
          </p:grpSpPr>
          <p:cxnSp>
            <p:nvCxnSpPr>
              <p:cNvPr id="12943" name="Google Shape;12943;p7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2944" name="Google Shape;12944;p7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5" name="Google Shape;12945;p7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6" name="Google Shape;12946;p75"/>
            <p:cNvGrpSpPr/>
            <p:nvPr/>
          </p:nvGrpSpPr>
          <p:grpSpPr>
            <a:xfrm>
              <a:off x="4657726" y="1959674"/>
              <a:ext cx="286500" cy="245092"/>
              <a:chOff x="4657726" y="1959674"/>
              <a:chExt cx="286500" cy="245092"/>
            </a:xfrm>
          </p:grpSpPr>
          <p:cxnSp>
            <p:nvCxnSpPr>
              <p:cNvPr id="12947" name="Google Shape;12947;p7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2948" name="Google Shape;12948;p7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49" name="Google Shape;12949;p75"/>
          <p:cNvGrpSpPr/>
          <p:nvPr/>
        </p:nvGrpSpPr>
        <p:grpSpPr>
          <a:xfrm>
            <a:off x="3486489" y="2149032"/>
            <a:ext cx="1597032" cy="378649"/>
            <a:chOff x="3512551" y="2358282"/>
            <a:chExt cx="1597032" cy="378649"/>
          </a:xfrm>
        </p:grpSpPr>
        <p:grpSp>
          <p:nvGrpSpPr>
            <p:cNvPr id="12950" name="Google Shape;12950;p75"/>
            <p:cNvGrpSpPr/>
            <p:nvPr/>
          </p:nvGrpSpPr>
          <p:grpSpPr>
            <a:xfrm>
              <a:off x="3738198" y="2553002"/>
              <a:ext cx="1145834" cy="117"/>
              <a:chOff x="3738198" y="2553002"/>
              <a:chExt cx="1145834" cy="117"/>
            </a:xfrm>
          </p:grpSpPr>
          <p:cxnSp>
            <p:nvCxnSpPr>
              <p:cNvPr id="12951" name="Google Shape;12951;p7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2952" name="Google Shape;12952;p7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2953" name="Google Shape;12953;p75"/>
              <p:cNvCxnSpPr>
                <a:stCxn id="12954" idx="6"/>
                <a:endCxn id="1295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2956" name="Google Shape;12956;p75"/>
            <p:cNvGrpSpPr/>
            <p:nvPr/>
          </p:nvGrpSpPr>
          <p:grpSpPr>
            <a:xfrm>
              <a:off x="3969644" y="2440153"/>
              <a:ext cx="225900" cy="296779"/>
              <a:chOff x="3969644" y="2440153"/>
              <a:chExt cx="225900" cy="296779"/>
            </a:xfrm>
          </p:grpSpPr>
          <p:cxnSp>
            <p:nvCxnSpPr>
              <p:cNvPr id="12957" name="Google Shape;12957;p7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2955" name="Google Shape;12955;p7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75"/>
            <p:cNvGrpSpPr/>
            <p:nvPr/>
          </p:nvGrpSpPr>
          <p:grpSpPr>
            <a:xfrm>
              <a:off x="4426818" y="2358282"/>
              <a:ext cx="225600" cy="307471"/>
              <a:chOff x="4426818" y="2358282"/>
              <a:chExt cx="225600" cy="307471"/>
            </a:xfrm>
          </p:grpSpPr>
          <p:cxnSp>
            <p:nvCxnSpPr>
              <p:cNvPr id="12960" name="Google Shape;12960;p75"/>
              <p:cNvCxnSpPr>
                <a:stCxn id="1296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2962" name="Google Shape;12962;p7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75"/>
            <p:cNvGrpSpPr/>
            <p:nvPr/>
          </p:nvGrpSpPr>
          <p:grpSpPr>
            <a:xfrm>
              <a:off x="4883984" y="2440153"/>
              <a:ext cx="225600" cy="296479"/>
              <a:chOff x="4883984" y="2440153"/>
              <a:chExt cx="225600" cy="296479"/>
            </a:xfrm>
          </p:grpSpPr>
          <p:cxnSp>
            <p:nvCxnSpPr>
              <p:cNvPr id="12964" name="Google Shape;12964;p7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2965" name="Google Shape;12965;p7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75"/>
            <p:cNvGrpSpPr/>
            <p:nvPr/>
          </p:nvGrpSpPr>
          <p:grpSpPr>
            <a:xfrm>
              <a:off x="3512551" y="2358356"/>
              <a:ext cx="225647" cy="307629"/>
              <a:chOff x="2182679" y="2005014"/>
              <a:chExt cx="792300" cy="1080158"/>
            </a:xfrm>
          </p:grpSpPr>
          <p:cxnSp>
            <p:nvCxnSpPr>
              <p:cNvPr id="12968" name="Google Shape;12968;p75"/>
              <p:cNvCxnSpPr>
                <a:stCxn id="1296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2954" name="Google Shape;12954;p7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70" name="Google Shape;12970;p75"/>
          <p:cNvGrpSpPr/>
          <p:nvPr/>
        </p:nvGrpSpPr>
        <p:grpSpPr>
          <a:xfrm>
            <a:off x="6846571" y="972829"/>
            <a:ext cx="1559809" cy="722610"/>
            <a:chOff x="634175" y="2986275"/>
            <a:chExt cx="3147949" cy="1458344"/>
          </a:xfrm>
        </p:grpSpPr>
        <p:cxnSp>
          <p:nvCxnSpPr>
            <p:cNvPr id="12971" name="Google Shape;12971;p75"/>
            <p:cNvCxnSpPr>
              <a:stCxn id="12972" idx="4"/>
              <a:endCxn id="1297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2974" name="Google Shape;12974;p75"/>
            <p:cNvCxnSpPr>
              <a:stCxn id="12973" idx="0"/>
              <a:endCxn id="1297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2976" name="Google Shape;12976;p75"/>
            <p:cNvCxnSpPr>
              <a:stCxn id="12975" idx="4"/>
              <a:endCxn id="1297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2978" name="Google Shape;12978;p75"/>
            <p:cNvCxnSpPr>
              <a:stCxn id="12977" idx="0"/>
              <a:endCxn id="1297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2979" name="Google Shape;12979;p7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975" name="Google Shape;12975;p7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972" name="Google Shape;12972;p7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977" name="Google Shape;12977;p7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973" name="Google Shape;12973;p7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2980" name="Google Shape;12980;p75"/>
          <p:cNvGrpSpPr/>
          <p:nvPr/>
        </p:nvGrpSpPr>
        <p:grpSpPr>
          <a:xfrm>
            <a:off x="3500361" y="2682737"/>
            <a:ext cx="1570719" cy="294123"/>
            <a:chOff x="998425" y="1182125"/>
            <a:chExt cx="1065400" cy="199500"/>
          </a:xfrm>
        </p:grpSpPr>
        <p:sp>
          <p:nvSpPr>
            <p:cNvPr id="12981" name="Google Shape;12981;p7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75"/>
          <p:cNvGrpSpPr/>
          <p:nvPr/>
        </p:nvGrpSpPr>
        <p:grpSpPr>
          <a:xfrm>
            <a:off x="6843617" y="1800224"/>
            <a:ext cx="1565716" cy="366729"/>
            <a:chOff x="1247650" y="2075423"/>
            <a:chExt cx="6648477" cy="1557238"/>
          </a:xfrm>
        </p:grpSpPr>
        <p:sp>
          <p:nvSpPr>
            <p:cNvPr id="12987" name="Google Shape;12987;p7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75"/>
          <p:cNvGrpSpPr/>
          <p:nvPr/>
        </p:nvGrpSpPr>
        <p:grpSpPr>
          <a:xfrm>
            <a:off x="6827929" y="2949039"/>
            <a:ext cx="1597061" cy="663440"/>
            <a:chOff x="6796238" y="3158297"/>
            <a:chExt cx="1630319" cy="677257"/>
          </a:xfrm>
        </p:grpSpPr>
        <p:cxnSp>
          <p:nvCxnSpPr>
            <p:cNvPr id="12994" name="Google Shape;12994;p7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2995" name="Google Shape;12995;p7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2996" name="Google Shape;12996;p7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2997" name="Google Shape;12997;p7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2998" name="Google Shape;12998;p75"/>
            <p:cNvGrpSpPr/>
            <p:nvPr/>
          </p:nvGrpSpPr>
          <p:grpSpPr>
            <a:xfrm>
              <a:off x="6796238" y="3311904"/>
              <a:ext cx="1630319" cy="377697"/>
              <a:chOff x="6796238" y="3311904"/>
              <a:chExt cx="1630319" cy="377697"/>
            </a:xfrm>
          </p:grpSpPr>
          <p:sp>
            <p:nvSpPr>
              <p:cNvPr id="12999" name="Google Shape;12999;p7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02" name="Google Shape;13002;p75"/>
          <p:cNvGrpSpPr/>
          <p:nvPr/>
        </p:nvGrpSpPr>
        <p:grpSpPr>
          <a:xfrm>
            <a:off x="5349067" y="970431"/>
            <a:ext cx="1368606" cy="1593805"/>
            <a:chOff x="1839112" y="2209163"/>
            <a:chExt cx="1918159" cy="2233784"/>
          </a:xfrm>
        </p:grpSpPr>
        <p:sp>
          <p:nvSpPr>
            <p:cNvPr id="13003" name="Google Shape;13003;p7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06" name="Google Shape;13006;p75"/>
            <p:cNvCxnSpPr>
              <a:stCxn id="13003" idx="6"/>
              <a:endCxn id="1300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007" name="Google Shape;13007;p75"/>
            <p:cNvCxnSpPr>
              <a:stCxn id="13004" idx="4"/>
              <a:endCxn id="1300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3009" name="Google Shape;13009;p75"/>
            <p:cNvCxnSpPr>
              <a:stCxn id="13008" idx="6"/>
              <a:endCxn id="1300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010" name="Google Shape;13010;p75"/>
            <p:cNvCxnSpPr>
              <a:stCxn id="13005" idx="4"/>
              <a:endCxn id="1301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3008" name="Google Shape;13008;p7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13" name="Google Shape;13013;p75"/>
            <p:cNvCxnSpPr>
              <a:endCxn id="1301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3014" name="Google Shape;13014;p75"/>
          <p:cNvGrpSpPr/>
          <p:nvPr/>
        </p:nvGrpSpPr>
        <p:grpSpPr>
          <a:xfrm>
            <a:off x="3481440" y="976667"/>
            <a:ext cx="1637968" cy="154942"/>
            <a:chOff x="238125" y="2506075"/>
            <a:chExt cx="7115411" cy="673075"/>
          </a:xfrm>
        </p:grpSpPr>
        <p:sp>
          <p:nvSpPr>
            <p:cNvPr id="13015" name="Google Shape;13015;p7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75"/>
          <p:cNvGrpSpPr/>
          <p:nvPr/>
        </p:nvGrpSpPr>
        <p:grpSpPr>
          <a:xfrm>
            <a:off x="720125" y="1298264"/>
            <a:ext cx="2476762" cy="91743"/>
            <a:chOff x="1464850" y="436376"/>
            <a:chExt cx="6001362" cy="222300"/>
          </a:xfrm>
        </p:grpSpPr>
        <p:sp>
          <p:nvSpPr>
            <p:cNvPr id="13021" name="Google Shape;13021;p7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26" name="Google Shape;13026;p7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027" name="Google Shape;13027;p7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028" name="Google Shape;13028;p7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029" name="Google Shape;13029;p7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3030" name="Google Shape;13030;p75"/>
          <p:cNvGrpSpPr/>
          <p:nvPr/>
        </p:nvGrpSpPr>
        <p:grpSpPr>
          <a:xfrm>
            <a:off x="706392" y="2533730"/>
            <a:ext cx="1452710" cy="651923"/>
            <a:chOff x="803162" y="2667727"/>
            <a:chExt cx="1411906" cy="633611"/>
          </a:xfrm>
        </p:grpSpPr>
        <p:cxnSp>
          <p:nvCxnSpPr>
            <p:cNvPr id="13031" name="Google Shape;13031;p75"/>
            <p:cNvCxnSpPr>
              <a:stCxn id="13032" idx="2"/>
              <a:endCxn id="1303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034" name="Google Shape;13034;p75"/>
            <p:cNvCxnSpPr>
              <a:stCxn id="13035" idx="0"/>
              <a:endCxn id="1303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036" name="Google Shape;13036;p75"/>
            <p:cNvCxnSpPr>
              <a:stCxn id="13035" idx="2"/>
              <a:endCxn id="1303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038" name="Google Shape;13038;p75"/>
            <p:cNvCxnSpPr>
              <a:stCxn id="13039" idx="0"/>
              <a:endCxn id="1303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040" name="Google Shape;13040;p75"/>
            <p:cNvCxnSpPr>
              <a:stCxn id="13033" idx="2"/>
              <a:endCxn id="1304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042" name="Google Shape;13042;p75"/>
            <p:cNvCxnSpPr>
              <a:stCxn id="13043" idx="0"/>
              <a:endCxn id="1303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3039" name="Google Shape;13039;p7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037" name="Google Shape;13037;p7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043" name="Google Shape;13043;p7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041" name="Google Shape;13041;p7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033" name="Google Shape;13033;p7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035" name="Google Shape;13035;p7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032" name="Google Shape;13032;p7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3044" name="Google Shape;13044;p75"/>
          <p:cNvGrpSpPr/>
          <p:nvPr/>
        </p:nvGrpSpPr>
        <p:grpSpPr>
          <a:xfrm>
            <a:off x="706394" y="969268"/>
            <a:ext cx="2518541" cy="209309"/>
            <a:chOff x="803163" y="1111966"/>
            <a:chExt cx="2447800" cy="203430"/>
          </a:xfrm>
        </p:grpSpPr>
        <p:grpSp>
          <p:nvGrpSpPr>
            <p:cNvPr id="13045" name="Google Shape;13045;p75"/>
            <p:cNvGrpSpPr/>
            <p:nvPr/>
          </p:nvGrpSpPr>
          <p:grpSpPr>
            <a:xfrm>
              <a:off x="1958180" y="1111966"/>
              <a:ext cx="588019" cy="121396"/>
              <a:chOff x="4808316" y="2800065"/>
              <a:chExt cx="1999386" cy="412910"/>
            </a:xfrm>
          </p:grpSpPr>
          <p:sp>
            <p:nvSpPr>
              <p:cNvPr id="13046" name="Google Shape;13046;p7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7" name="Google Shape;13047;p75"/>
              <p:cNvGrpSpPr/>
              <p:nvPr/>
            </p:nvGrpSpPr>
            <p:grpSpPr>
              <a:xfrm>
                <a:off x="4808316" y="2800065"/>
                <a:ext cx="92400" cy="411825"/>
                <a:chOff x="845575" y="2563700"/>
                <a:chExt cx="92400" cy="411825"/>
              </a:xfrm>
            </p:grpSpPr>
            <p:cxnSp>
              <p:nvCxnSpPr>
                <p:cNvPr id="13048" name="Google Shape;13048;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049" name="Google Shape;13049;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3050" name="Google Shape;13050;p7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3051" name="Google Shape;13051;p7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2" name="Google Shape;13052;p75"/>
            <p:cNvGrpSpPr/>
            <p:nvPr/>
          </p:nvGrpSpPr>
          <p:grpSpPr>
            <a:xfrm>
              <a:off x="803163" y="1111974"/>
              <a:ext cx="591158" cy="121545"/>
              <a:chOff x="803163" y="1111974"/>
              <a:chExt cx="591158" cy="121545"/>
            </a:xfrm>
          </p:grpSpPr>
          <p:grpSp>
            <p:nvGrpSpPr>
              <p:cNvPr id="13053" name="Google Shape;13053;p75"/>
              <p:cNvGrpSpPr/>
              <p:nvPr/>
            </p:nvGrpSpPr>
            <p:grpSpPr>
              <a:xfrm>
                <a:off x="803163" y="1111974"/>
                <a:ext cx="27175" cy="121077"/>
                <a:chOff x="845575" y="2563700"/>
                <a:chExt cx="92400" cy="411825"/>
              </a:xfrm>
            </p:grpSpPr>
            <p:cxnSp>
              <p:nvCxnSpPr>
                <p:cNvPr id="13054" name="Google Shape;13054;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055" name="Google Shape;13055;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6" name="Google Shape;13056;p7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75"/>
            <p:cNvGrpSpPr/>
            <p:nvPr/>
          </p:nvGrpSpPr>
          <p:grpSpPr>
            <a:xfrm>
              <a:off x="1381910" y="1194219"/>
              <a:ext cx="588341" cy="121177"/>
              <a:chOff x="1381910" y="1194219"/>
              <a:chExt cx="588341" cy="121177"/>
            </a:xfrm>
          </p:grpSpPr>
          <p:grpSp>
            <p:nvGrpSpPr>
              <p:cNvPr id="13058" name="Google Shape;13058;p75"/>
              <p:cNvGrpSpPr/>
              <p:nvPr/>
            </p:nvGrpSpPr>
            <p:grpSpPr>
              <a:xfrm rot="10800000">
                <a:off x="1381910" y="1194319"/>
                <a:ext cx="27175" cy="121077"/>
                <a:chOff x="2070100" y="2563700"/>
                <a:chExt cx="92400" cy="411825"/>
              </a:xfrm>
            </p:grpSpPr>
            <p:cxnSp>
              <p:nvCxnSpPr>
                <p:cNvPr id="13059" name="Google Shape;13059;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060" name="Google Shape;13060;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1" name="Google Shape;13061;p7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75"/>
            <p:cNvGrpSpPr/>
            <p:nvPr/>
          </p:nvGrpSpPr>
          <p:grpSpPr>
            <a:xfrm>
              <a:off x="2532079" y="1194219"/>
              <a:ext cx="704927" cy="121177"/>
              <a:chOff x="2532079" y="1194219"/>
              <a:chExt cx="704927" cy="121177"/>
            </a:xfrm>
          </p:grpSpPr>
          <p:grpSp>
            <p:nvGrpSpPr>
              <p:cNvPr id="13063" name="Google Shape;13063;p75"/>
              <p:cNvGrpSpPr/>
              <p:nvPr/>
            </p:nvGrpSpPr>
            <p:grpSpPr>
              <a:xfrm rot="10800000">
                <a:off x="2532079" y="1194319"/>
                <a:ext cx="27175" cy="121077"/>
                <a:chOff x="2070100" y="2563700"/>
                <a:chExt cx="92400" cy="411825"/>
              </a:xfrm>
            </p:grpSpPr>
            <p:cxnSp>
              <p:nvCxnSpPr>
                <p:cNvPr id="13064" name="Google Shape;13064;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065" name="Google Shape;13065;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6" name="Google Shape;13066;p7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67" name="Google Shape;13067;p75"/>
          <p:cNvGrpSpPr/>
          <p:nvPr/>
        </p:nvGrpSpPr>
        <p:grpSpPr>
          <a:xfrm>
            <a:off x="3499404" y="3665900"/>
            <a:ext cx="1567778" cy="491677"/>
            <a:chOff x="5194708" y="3484366"/>
            <a:chExt cx="3148148" cy="987304"/>
          </a:xfrm>
        </p:grpSpPr>
        <p:grpSp>
          <p:nvGrpSpPr>
            <p:cNvPr id="13068" name="Google Shape;13068;p75"/>
            <p:cNvGrpSpPr/>
            <p:nvPr/>
          </p:nvGrpSpPr>
          <p:grpSpPr>
            <a:xfrm>
              <a:off x="7531521" y="3484366"/>
              <a:ext cx="811335" cy="987304"/>
              <a:chOff x="3379425" y="1617275"/>
              <a:chExt cx="1090650" cy="1327200"/>
            </a:xfrm>
          </p:grpSpPr>
          <p:sp>
            <p:nvSpPr>
              <p:cNvPr id="13069" name="Google Shape;13069;p7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75"/>
            <p:cNvGrpSpPr/>
            <p:nvPr/>
          </p:nvGrpSpPr>
          <p:grpSpPr>
            <a:xfrm>
              <a:off x="6752546" y="3484366"/>
              <a:ext cx="811428" cy="987304"/>
              <a:chOff x="2332275" y="1617275"/>
              <a:chExt cx="1090775" cy="1327200"/>
            </a:xfrm>
          </p:grpSpPr>
          <p:sp>
            <p:nvSpPr>
              <p:cNvPr id="13073" name="Google Shape;13073;p7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75"/>
            <p:cNvGrpSpPr/>
            <p:nvPr/>
          </p:nvGrpSpPr>
          <p:grpSpPr>
            <a:xfrm>
              <a:off x="5973664" y="3484366"/>
              <a:ext cx="811335" cy="987304"/>
              <a:chOff x="1285250" y="1617275"/>
              <a:chExt cx="1090650" cy="1327200"/>
            </a:xfrm>
          </p:grpSpPr>
          <p:sp>
            <p:nvSpPr>
              <p:cNvPr id="13077" name="Google Shape;13077;p7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75"/>
            <p:cNvGrpSpPr/>
            <p:nvPr/>
          </p:nvGrpSpPr>
          <p:grpSpPr>
            <a:xfrm>
              <a:off x="5194708" y="3484366"/>
              <a:ext cx="811409" cy="987304"/>
              <a:chOff x="238125" y="1617275"/>
              <a:chExt cx="1090750" cy="1327200"/>
            </a:xfrm>
          </p:grpSpPr>
          <p:sp>
            <p:nvSpPr>
              <p:cNvPr id="13081" name="Google Shape;13081;p7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84" name="Google Shape;13084;p75"/>
          <p:cNvGrpSpPr/>
          <p:nvPr/>
        </p:nvGrpSpPr>
        <p:grpSpPr>
          <a:xfrm>
            <a:off x="3460013" y="3146311"/>
            <a:ext cx="1616964" cy="346256"/>
            <a:chOff x="1808063" y="4294338"/>
            <a:chExt cx="3370782" cy="721817"/>
          </a:xfrm>
        </p:grpSpPr>
        <p:sp>
          <p:nvSpPr>
            <p:cNvPr id="13085" name="Google Shape;13085;p7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75"/>
          <p:cNvGrpSpPr/>
          <p:nvPr/>
        </p:nvGrpSpPr>
        <p:grpSpPr>
          <a:xfrm>
            <a:off x="738225" y="3432340"/>
            <a:ext cx="1295882" cy="646587"/>
            <a:chOff x="834100" y="3642869"/>
            <a:chExt cx="1259483" cy="628426"/>
          </a:xfrm>
        </p:grpSpPr>
        <p:sp>
          <p:nvSpPr>
            <p:cNvPr id="13096" name="Google Shape;13096;p7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1" name="Google Shape;13121;p75"/>
            <p:cNvGrpSpPr/>
            <p:nvPr/>
          </p:nvGrpSpPr>
          <p:grpSpPr>
            <a:xfrm>
              <a:off x="1360364" y="3847835"/>
              <a:ext cx="208119" cy="224359"/>
              <a:chOff x="1360769" y="3847100"/>
              <a:chExt cx="208119" cy="224359"/>
            </a:xfrm>
          </p:grpSpPr>
          <p:sp>
            <p:nvSpPr>
              <p:cNvPr id="13122" name="Google Shape;13122;p7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2" name="Google Shape;13142;p7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75"/>
          <p:cNvGrpSpPr/>
          <p:nvPr/>
        </p:nvGrpSpPr>
        <p:grpSpPr>
          <a:xfrm rot="5400000">
            <a:off x="5951338" y="3228837"/>
            <a:ext cx="164064" cy="1414916"/>
            <a:chOff x="4428249" y="1369375"/>
            <a:chExt cx="36905" cy="429569"/>
          </a:xfrm>
        </p:grpSpPr>
        <p:sp>
          <p:nvSpPr>
            <p:cNvPr id="13157" name="Google Shape;13157;p7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75"/>
          <p:cNvGrpSpPr/>
          <p:nvPr/>
        </p:nvGrpSpPr>
        <p:grpSpPr>
          <a:xfrm flipH="1" rot="10800000">
            <a:off x="5323767" y="2817380"/>
            <a:ext cx="1419207" cy="24808"/>
            <a:chOff x="219558" y="4738465"/>
            <a:chExt cx="5852400" cy="102300"/>
          </a:xfrm>
        </p:grpSpPr>
        <p:cxnSp>
          <p:nvCxnSpPr>
            <p:cNvPr id="13190" name="Google Shape;13190;p7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3191" name="Google Shape;13191;p7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6" name="Google Shape;13196;p75"/>
          <p:cNvGrpSpPr/>
          <p:nvPr/>
        </p:nvGrpSpPr>
        <p:grpSpPr>
          <a:xfrm>
            <a:off x="5335086" y="3190444"/>
            <a:ext cx="1396570" cy="385016"/>
            <a:chOff x="5286284" y="2966544"/>
            <a:chExt cx="1396570" cy="385016"/>
          </a:xfrm>
        </p:grpSpPr>
        <p:cxnSp>
          <p:nvCxnSpPr>
            <p:cNvPr id="13197" name="Google Shape;13197;p7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3198" name="Google Shape;13198;p7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3199" name="Google Shape;13199;p75"/>
            <p:cNvGrpSpPr/>
            <p:nvPr/>
          </p:nvGrpSpPr>
          <p:grpSpPr>
            <a:xfrm>
              <a:off x="5287688" y="3173364"/>
              <a:ext cx="1395166" cy="74100"/>
              <a:chOff x="5287688" y="3173364"/>
              <a:chExt cx="1395166" cy="74100"/>
            </a:xfrm>
          </p:grpSpPr>
          <p:cxnSp>
            <p:nvCxnSpPr>
              <p:cNvPr id="13200" name="Google Shape;13200;p7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3201" name="Google Shape;13201;p7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3202" name="Google Shape;13202;p7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203" name="Google Shape;13203;p7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204" name="Google Shape;13204;p7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205" name="Google Shape;13205;p7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206" name="Google Shape;13206;p7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207" name="Google Shape;13207;p7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3208" name="Google Shape;13208;p7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3209" name="Google Shape;13209;p75"/>
          <p:cNvGrpSpPr/>
          <p:nvPr/>
        </p:nvGrpSpPr>
        <p:grpSpPr>
          <a:xfrm>
            <a:off x="2021151" y="1609220"/>
            <a:ext cx="1182276" cy="662027"/>
            <a:chOff x="2029517" y="1732295"/>
            <a:chExt cx="1149068" cy="643432"/>
          </a:xfrm>
        </p:grpSpPr>
        <p:grpSp>
          <p:nvGrpSpPr>
            <p:cNvPr id="13210" name="Google Shape;13210;p75"/>
            <p:cNvGrpSpPr/>
            <p:nvPr/>
          </p:nvGrpSpPr>
          <p:grpSpPr>
            <a:xfrm>
              <a:off x="2708660" y="1746937"/>
              <a:ext cx="455427" cy="244429"/>
              <a:chOff x="2700693" y="1746937"/>
              <a:chExt cx="455427" cy="244429"/>
            </a:xfrm>
          </p:grpSpPr>
          <p:grpSp>
            <p:nvGrpSpPr>
              <p:cNvPr id="13211" name="Google Shape;13211;p75"/>
              <p:cNvGrpSpPr/>
              <p:nvPr/>
            </p:nvGrpSpPr>
            <p:grpSpPr>
              <a:xfrm>
                <a:off x="2905682" y="1782817"/>
                <a:ext cx="250438" cy="208549"/>
                <a:chOff x="2905682" y="1782817"/>
                <a:chExt cx="250438" cy="208549"/>
              </a:xfrm>
            </p:grpSpPr>
            <p:cxnSp>
              <p:nvCxnSpPr>
                <p:cNvPr id="13212" name="Google Shape;13212;p7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213" name="Google Shape;13213;p7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75"/>
              <p:cNvGrpSpPr/>
              <p:nvPr/>
            </p:nvGrpSpPr>
            <p:grpSpPr>
              <a:xfrm>
                <a:off x="2700693" y="1746937"/>
                <a:ext cx="449967" cy="72374"/>
                <a:chOff x="2700693" y="1746937"/>
                <a:chExt cx="449967" cy="72374"/>
              </a:xfrm>
            </p:grpSpPr>
            <p:cxnSp>
              <p:nvCxnSpPr>
                <p:cNvPr id="13215" name="Google Shape;13215;p7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216" name="Google Shape;13216;p7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17" name="Google Shape;13217;p75"/>
            <p:cNvGrpSpPr/>
            <p:nvPr/>
          </p:nvGrpSpPr>
          <p:grpSpPr>
            <a:xfrm>
              <a:off x="2029517" y="1732295"/>
              <a:ext cx="1149068" cy="643432"/>
              <a:chOff x="2029517" y="1732295"/>
              <a:chExt cx="1149068" cy="643432"/>
            </a:xfrm>
          </p:grpSpPr>
          <p:grpSp>
            <p:nvGrpSpPr>
              <p:cNvPr id="13218" name="Google Shape;13218;p75"/>
              <p:cNvGrpSpPr/>
              <p:nvPr/>
            </p:nvGrpSpPr>
            <p:grpSpPr>
              <a:xfrm>
                <a:off x="2703618" y="2103152"/>
                <a:ext cx="474966" cy="260017"/>
                <a:chOff x="2703618" y="2103152"/>
                <a:chExt cx="474966" cy="260017"/>
              </a:xfrm>
            </p:grpSpPr>
            <p:grpSp>
              <p:nvGrpSpPr>
                <p:cNvPr id="13219" name="Google Shape;13219;p75"/>
                <p:cNvGrpSpPr/>
                <p:nvPr/>
              </p:nvGrpSpPr>
              <p:grpSpPr>
                <a:xfrm>
                  <a:off x="2703618" y="2290640"/>
                  <a:ext cx="450291" cy="72529"/>
                  <a:chOff x="2703618" y="2290640"/>
                  <a:chExt cx="450291" cy="72529"/>
                </a:xfrm>
              </p:grpSpPr>
              <p:cxnSp>
                <p:nvCxnSpPr>
                  <p:cNvPr id="13220" name="Google Shape;13220;p7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221" name="Google Shape;13221;p7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75"/>
                <p:cNvGrpSpPr/>
                <p:nvPr/>
              </p:nvGrpSpPr>
              <p:grpSpPr>
                <a:xfrm>
                  <a:off x="2908607" y="2103152"/>
                  <a:ext cx="269977" cy="223538"/>
                  <a:chOff x="2908607" y="2103152"/>
                  <a:chExt cx="269977" cy="223538"/>
                </a:xfrm>
              </p:grpSpPr>
              <p:cxnSp>
                <p:nvCxnSpPr>
                  <p:cNvPr id="13223" name="Google Shape;13223;p7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224" name="Google Shape;13224;p7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25" name="Google Shape;13225;p75"/>
              <p:cNvGrpSpPr/>
              <p:nvPr/>
            </p:nvGrpSpPr>
            <p:grpSpPr>
              <a:xfrm>
                <a:off x="2029517" y="1732295"/>
                <a:ext cx="685827" cy="643432"/>
                <a:chOff x="2029517" y="1732295"/>
                <a:chExt cx="685827" cy="643432"/>
              </a:xfrm>
            </p:grpSpPr>
            <p:sp>
              <p:nvSpPr>
                <p:cNvPr id="13226" name="Google Shape;13226;p7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7" name="Google Shape;13227;p75"/>
                <p:cNvGrpSpPr/>
                <p:nvPr/>
              </p:nvGrpSpPr>
              <p:grpSpPr>
                <a:xfrm>
                  <a:off x="2158948" y="1732295"/>
                  <a:ext cx="556396" cy="333108"/>
                  <a:chOff x="2158948" y="1732295"/>
                  <a:chExt cx="556396" cy="333108"/>
                </a:xfrm>
              </p:grpSpPr>
              <p:cxnSp>
                <p:nvCxnSpPr>
                  <p:cNvPr id="13228" name="Google Shape;13228;p7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229" name="Google Shape;13229;p7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75"/>
                <p:cNvGrpSpPr/>
                <p:nvPr/>
              </p:nvGrpSpPr>
              <p:grpSpPr>
                <a:xfrm>
                  <a:off x="2159908" y="2065057"/>
                  <a:ext cx="550884" cy="310670"/>
                  <a:chOff x="2159908" y="2065057"/>
                  <a:chExt cx="550884" cy="310670"/>
                </a:xfrm>
              </p:grpSpPr>
              <p:cxnSp>
                <p:nvCxnSpPr>
                  <p:cNvPr id="13231" name="Google Shape;13231;p7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232" name="Google Shape;13232;p7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3233" name="Google Shape;13233;p75"/>
          <p:cNvGrpSpPr/>
          <p:nvPr/>
        </p:nvGrpSpPr>
        <p:grpSpPr>
          <a:xfrm>
            <a:off x="706400" y="1556833"/>
            <a:ext cx="962651" cy="810058"/>
            <a:chOff x="844912" y="1681380"/>
            <a:chExt cx="935611" cy="787305"/>
          </a:xfrm>
        </p:grpSpPr>
        <p:grpSp>
          <p:nvGrpSpPr>
            <p:cNvPr id="13234" name="Google Shape;13234;p75"/>
            <p:cNvGrpSpPr/>
            <p:nvPr/>
          </p:nvGrpSpPr>
          <p:grpSpPr>
            <a:xfrm>
              <a:off x="844912" y="1819635"/>
              <a:ext cx="329836" cy="510016"/>
              <a:chOff x="844912" y="1819635"/>
              <a:chExt cx="329836" cy="510016"/>
            </a:xfrm>
          </p:grpSpPr>
          <p:sp>
            <p:nvSpPr>
              <p:cNvPr id="13235" name="Google Shape;13235;p7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75"/>
            <p:cNvGrpSpPr/>
            <p:nvPr/>
          </p:nvGrpSpPr>
          <p:grpSpPr>
            <a:xfrm>
              <a:off x="1284601" y="2158168"/>
              <a:ext cx="495923" cy="310517"/>
              <a:chOff x="1284601" y="2158168"/>
              <a:chExt cx="495923" cy="310517"/>
            </a:xfrm>
          </p:grpSpPr>
          <p:sp>
            <p:nvSpPr>
              <p:cNvPr id="13242" name="Google Shape;13242;p7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3" name="Google Shape;13243;p75"/>
              <p:cNvGrpSpPr/>
              <p:nvPr/>
            </p:nvGrpSpPr>
            <p:grpSpPr>
              <a:xfrm>
                <a:off x="1507666" y="2158168"/>
                <a:ext cx="272858" cy="310517"/>
                <a:chOff x="1507666" y="2158168"/>
                <a:chExt cx="272858" cy="310517"/>
              </a:xfrm>
            </p:grpSpPr>
            <p:grpSp>
              <p:nvGrpSpPr>
                <p:cNvPr id="13244" name="Google Shape;13244;p75"/>
                <p:cNvGrpSpPr/>
                <p:nvPr/>
              </p:nvGrpSpPr>
              <p:grpSpPr>
                <a:xfrm>
                  <a:off x="1507666" y="2176104"/>
                  <a:ext cx="166395" cy="273149"/>
                  <a:chOff x="1507666" y="2176104"/>
                  <a:chExt cx="166395" cy="273149"/>
                </a:xfrm>
              </p:grpSpPr>
              <p:sp>
                <p:nvSpPr>
                  <p:cNvPr id="13245" name="Google Shape;13245;p7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2" name="Google Shape;13252;p7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54" name="Google Shape;13254;p75"/>
            <p:cNvGrpSpPr/>
            <p:nvPr/>
          </p:nvGrpSpPr>
          <p:grpSpPr>
            <a:xfrm>
              <a:off x="1284601" y="1681380"/>
              <a:ext cx="495923" cy="310517"/>
              <a:chOff x="1284601" y="1681380"/>
              <a:chExt cx="495923" cy="310517"/>
            </a:xfrm>
          </p:grpSpPr>
          <p:sp>
            <p:nvSpPr>
              <p:cNvPr id="13255" name="Google Shape;13255;p7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6" name="Google Shape;13256;p75"/>
              <p:cNvGrpSpPr/>
              <p:nvPr/>
            </p:nvGrpSpPr>
            <p:grpSpPr>
              <a:xfrm>
                <a:off x="1507666" y="1681380"/>
                <a:ext cx="272858" cy="310517"/>
                <a:chOff x="1507666" y="1681380"/>
                <a:chExt cx="272858" cy="310517"/>
              </a:xfrm>
            </p:grpSpPr>
            <p:grpSp>
              <p:nvGrpSpPr>
                <p:cNvPr id="13257" name="Google Shape;13257;p75"/>
                <p:cNvGrpSpPr/>
                <p:nvPr/>
              </p:nvGrpSpPr>
              <p:grpSpPr>
                <a:xfrm>
                  <a:off x="1507666" y="1700120"/>
                  <a:ext cx="166395" cy="272984"/>
                  <a:chOff x="1507666" y="1700120"/>
                  <a:chExt cx="166395" cy="272984"/>
                </a:xfrm>
              </p:grpSpPr>
              <p:sp>
                <p:nvSpPr>
                  <p:cNvPr id="13258" name="Google Shape;13258;p7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5" name="Google Shape;13265;p7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267" name="Google Shape;13267;p75"/>
          <p:cNvGrpSpPr/>
          <p:nvPr/>
        </p:nvGrpSpPr>
        <p:grpSpPr>
          <a:xfrm>
            <a:off x="6815341" y="2324262"/>
            <a:ext cx="1622269" cy="552443"/>
            <a:chOff x="6894650" y="2574740"/>
            <a:chExt cx="1445100" cy="492111"/>
          </a:xfrm>
        </p:grpSpPr>
        <p:sp>
          <p:nvSpPr>
            <p:cNvPr id="13268" name="Google Shape;13268;p7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73" name="Google Shape;13273;p7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3274" name="Google Shape;13274;p75"/>
          <p:cNvGrpSpPr/>
          <p:nvPr/>
        </p:nvGrpSpPr>
        <p:grpSpPr>
          <a:xfrm>
            <a:off x="6834884" y="3698518"/>
            <a:ext cx="1583206" cy="475705"/>
            <a:chOff x="6953919" y="3907920"/>
            <a:chExt cx="1377300" cy="475705"/>
          </a:xfrm>
        </p:grpSpPr>
        <p:cxnSp>
          <p:nvCxnSpPr>
            <p:cNvPr id="13275" name="Google Shape;13275;p7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276" name="Google Shape;13276;p7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3277" name="Google Shape;13277;p7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278" name="Google Shape;13278;p7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3279" name="Google Shape;13279;p7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3280" name="Google Shape;13280;p75"/>
          <p:cNvGrpSpPr/>
          <p:nvPr/>
        </p:nvGrpSpPr>
        <p:grpSpPr>
          <a:xfrm>
            <a:off x="2338472" y="2459663"/>
            <a:ext cx="836286" cy="824529"/>
            <a:chOff x="2389399" y="2595741"/>
            <a:chExt cx="812796" cy="801369"/>
          </a:xfrm>
        </p:grpSpPr>
        <p:grpSp>
          <p:nvGrpSpPr>
            <p:cNvPr id="13281" name="Google Shape;13281;p75"/>
            <p:cNvGrpSpPr/>
            <p:nvPr/>
          </p:nvGrpSpPr>
          <p:grpSpPr>
            <a:xfrm>
              <a:off x="2492145" y="2881565"/>
              <a:ext cx="607300" cy="229751"/>
              <a:chOff x="2492145" y="2881565"/>
              <a:chExt cx="607300" cy="229751"/>
            </a:xfrm>
          </p:grpSpPr>
          <p:sp>
            <p:nvSpPr>
              <p:cNvPr id="13282" name="Google Shape;13282;p7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75"/>
            <p:cNvGrpSpPr/>
            <p:nvPr/>
          </p:nvGrpSpPr>
          <p:grpSpPr>
            <a:xfrm>
              <a:off x="2389399" y="2595741"/>
              <a:ext cx="812796" cy="296825"/>
              <a:chOff x="2389399" y="2595741"/>
              <a:chExt cx="812796" cy="296825"/>
            </a:xfrm>
          </p:grpSpPr>
          <p:grpSp>
            <p:nvGrpSpPr>
              <p:cNvPr id="13286" name="Google Shape;13286;p75"/>
              <p:cNvGrpSpPr/>
              <p:nvPr/>
            </p:nvGrpSpPr>
            <p:grpSpPr>
              <a:xfrm>
                <a:off x="2389399" y="2595741"/>
                <a:ext cx="363638" cy="296825"/>
                <a:chOff x="2389399" y="2595741"/>
                <a:chExt cx="363638" cy="296825"/>
              </a:xfrm>
            </p:grpSpPr>
            <p:grpSp>
              <p:nvGrpSpPr>
                <p:cNvPr id="13287" name="Google Shape;13287;p75"/>
                <p:cNvGrpSpPr/>
                <p:nvPr/>
              </p:nvGrpSpPr>
              <p:grpSpPr>
                <a:xfrm>
                  <a:off x="2493852" y="2794333"/>
                  <a:ext cx="259185" cy="98232"/>
                  <a:chOff x="2493852" y="2794333"/>
                  <a:chExt cx="259185" cy="98232"/>
                </a:xfrm>
              </p:grpSpPr>
              <p:sp>
                <p:nvSpPr>
                  <p:cNvPr id="13288" name="Google Shape;13288;p7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75"/>
                <p:cNvGrpSpPr/>
                <p:nvPr/>
              </p:nvGrpSpPr>
              <p:grpSpPr>
                <a:xfrm>
                  <a:off x="2389399" y="2595741"/>
                  <a:ext cx="224343" cy="182054"/>
                  <a:chOff x="2389399" y="2595741"/>
                  <a:chExt cx="224343" cy="182054"/>
                </a:xfrm>
              </p:grpSpPr>
              <p:sp>
                <p:nvSpPr>
                  <p:cNvPr id="13292" name="Google Shape;13292;p7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94" name="Google Shape;13294;p75"/>
              <p:cNvGrpSpPr/>
              <p:nvPr/>
            </p:nvGrpSpPr>
            <p:grpSpPr>
              <a:xfrm>
                <a:off x="2683630" y="2595741"/>
                <a:ext cx="224334" cy="296825"/>
                <a:chOff x="2683630" y="2595741"/>
                <a:chExt cx="224334" cy="296825"/>
              </a:xfrm>
            </p:grpSpPr>
            <p:grpSp>
              <p:nvGrpSpPr>
                <p:cNvPr id="13295" name="Google Shape;13295;p75"/>
                <p:cNvGrpSpPr/>
                <p:nvPr/>
              </p:nvGrpSpPr>
              <p:grpSpPr>
                <a:xfrm>
                  <a:off x="2788083" y="2794333"/>
                  <a:ext cx="15356" cy="98232"/>
                  <a:chOff x="2788083" y="2794333"/>
                  <a:chExt cx="15356" cy="98232"/>
                </a:xfrm>
              </p:grpSpPr>
              <p:sp>
                <p:nvSpPr>
                  <p:cNvPr id="13296" name="Google Shape;13296;p7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9" name="Google Shape;13299;p75"/>
                <p:cNvGrpSpPr/>
                <p:nvPr/>
              </p:nvGrpSpPr>
              <p:grpSpPr>
                <a:xfrm>
                  <a:off x="2683630" y="2595741"/>
                  <a:ext cx="224334" cy="182054"/>
                  <a:chOff x="2683630" y="2595741"/>
                  <a:chExt cx="224334" cy="182054"/>
                </a:xfrm>
              </p:grpSpPr>
              <p:sp>
                <p:nvSpPr>
                  <p:cNvPr id="13300" name="Google Shape;13300;p7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02" name="Google Shape;13302;p75"/>
              <p:cNvGrpSpPr/>
              <p:nvPr/>
            </p:nvGrpSpPr>
            <p:grpSpPr>
              <a:xfrm>
                <a:off x="2838475" y="2595741"/>
                <a:ext cx="363719" cy="296825"/>
                <a:chOff x="2838475" y="2595741"/>
                <a:chExt cx="363719" cy="296825"/>
              </a:xfrm>
            </p:grpSpPr>
            <p:grpSp>
              <p:nvGrpSpPr>
                <p:cNvPr id="13303" name="Google Shape;13303;p75"/>
                <p:cNvGrpSpPr/>
                <p:nvPr/>
              </p:nvGrpSpPr>
              <p:grpSpPr>
                <a:xfrm>
                  <a:off x="2838475" y="2794333"/>
                  <a:ext cx="259185" cy="98232"/>
                  <a:chOff x="2838475" y="2794333"/>
                  <a:chExt cx="259185" cy="98232"/>
                </a:xfrm>
              </p:grpSpPr>
              <p:sp>
                <p:nvSpPr>
                  <p:cNvPr id="13304" name="Google Shape;13304;p7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75"/>
                <p:cNvGrpSpPr/>
                <p:nvPr/>
              </p:nvGrpSpPr>
              <p:grpSpPr>
                <a:xfrm>
                  <a:off x="2977852" y="2595741"/>
                  <a:ext cx="224343" cy="182054"/>
                  <a:chOff x="2977852" y="2595741"/>
                  <a:chExt cx="224343" cy="182054"/>
                </a:xfrm>
              </p:grpSpPr>
              <p:sp>
                <p:nvSpPr>
                  <p:cNvPr id="13308" name="Google Shape;13308;p7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310" name="Google Shape;13310;p75"/>
            <p:cNvGrpSpPr/>
            <p:nvPr/>
          </p:nvGrpSpPr>
          <p:grpSpPr>
            <a:xfrm>
              <a:off x="2389399" y="3100241"/>
              <a:ext cx="812796" cy="296869"/>
              <a:chOff x="2389399" y="3100241"/>
              <a:chExt cx="812796" cy="296869"/>
            </a:xfrm>
          </p:grpSpPr>
          <p:grpSp>
            <p:nvGrpSpPr>
              <p:cNvPr id="13311" name="Google Shape;13311;p75"/>
              <p:cNvGrpSpPr/>
              <p:nvPr/>
            </p:nvGrpSpPr>
            <p:grpSpPr>
              <a:xfrm>
                <a:off x="2683630" y="3100241"/>
                <a:ext cx="224334" cy="296869"/>
                <a:chOff x="2683630" y="3100241"/>
                <a:chExt cx="224334" cy="296869"/>
              </a:xfrm>
            </p:grpSpPr>
            <p:grpSp>
              <p:nvGrpSpPr>
                <p:cNvPr id="13312" name="Google Shape;13312;p75"/>
                <p:cNvGrpSpPr/>
                <p:nvPr/>
              </p:nvGrpSpPr>
              <p:grpSpPr>
                <a:xfrm>
                  <a:off x="2788083" y="3100241"/>
                  <a:ext cx="15356" cy="98237"/>
                  <a:chOff x="2788083" y="3100241"/>
                  <a:chExt cx="15356" cy="98237"/>
                </a:xfrm>
              </p:grpSpPr>
              <p:sp>
                <p:nvSpPr>
                  <p:cNvPr id="13313" name="Google Shape;13313;p7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75"/>
                <p:cNvGrpSpPr/>
                <p:nvPr/>
              </p:nvGrpSpPr>
              <p:grpSpPr>
                <a:xfrm>
                  <a:off x="2683630" y="3215065"/>
                  <a:ext cx="224334" cy="182045"/>
                  <a:chOff x="2683630" y="3215065"/>
                  <a:chExt cx="224334" cy="182045"/>
                </a:xfrm>
              </p:grpSpPr>
              <p:sp>
                <p:nvSpPr>
                  <p:cNvPr id="13317" name="Google Shape;13317;p7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19" name="Google Shape;13319;p75"/>
              <p:cNvGrpSpPr/>
              <p:nvPr/>
            </p:nvGrpSpPr>
            <p:grpSpPr>
              <a:xfrm>
                <a:off x="2389399" y="3100241"/>
                <a:ext cx="363638" cy="296869"/>
                <a:chOff x="2389399" y="3100241"/>
                <a:chExt cx="363638" cy="296869"/>
              </a:xfrm>
            </p:grpSpPr>
            <p:grpSp>
              <p:nvGrpSpPr>
                <p:cNvPr id="13320" name="Google Shape;13320;p75"/>
                <p:cNvGrpSpPr/>
                <p:nvPr/>
              </p:nvGrpSpPr>
              <p:grpSpPr>
                <a:xfrm>
                  <a:off x="2493852" y="3100241"/>
                  <a:ext cx="259185" cy="98237"/>
                  <a:chOff x="2493852" y="3100241"/>
                  <a:chExt cx="259185" cy="98237"/>
                </a:xfrm>
              </p:grpSpPr>
              <p:sp>
                <p:nvSpPr>
                  <p:cNvPr id="13321" name="Google Shape;13321;p7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4" name="Google Shape;13324;p75"/>
                <p:cNvGrpSpPr/>
                <p:nvPr/>
              </p:nvGrpSpPr>
              <p:grpSpPr>
                <a:xfrm>
                  <a:off x="2389399" y="3215065"/>
                  <a:ext cx="224343" cy="182045"/>
                  <a:chOff x="2389399" y="3215065"/>
                  <a:chExt cx="224343" cy="182045"/>
                </a:xfrm>
              </p:grpSpPr>
              <p:sp>
                <p:nvSpPr>
                  <p:cNvPr id="13325" name="Google Shape;13325;p7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27" name="Google Shape;13327;p75"/>
              <p:cNvGrpSpPr/>
              <p:nvPr/>
            </p:nvGrpSpPr>
            <p:grpSpPr>
              <a:xfrm>
                <a:off x="2838475" y="3100241"/>
                <a:ext cx="363719" cy="296869"/>
                <a:chOff x="2838475" y="3100241"/>
                <a:chExt cx="363719" cy="296869"/>
              </a:xfrm>
            </p:grpSpPr>
            <p:grpSp>
              <p:nvGrpSpPr>
                <p:cNvPr id="13328" name="Google Shape;13328;p75"/>
                <p:cNvGrpSpPr/>
                <p:nvPr/>
              </p:nvGrpSpPr>
              <p:grpSpPr>
                <a:xfrm>
                  <a:off x="2838475" y="3100241"/>
                  <a:ext cx="259185" cy="98237"/>
                  <a:chOff x="2838475" y="3100241"/>
                  <a:chExt cx="259185" cy="98237"/>
                </a:xfrm>
              </p:grpSpPr>
              <p:sp>
                <p:nvSpPr>
                  <p:cNvPr id="13329" name="Google Shape;13329;p7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75"/>
                <p:cNvGrpSpPr/>
                <p:nvPr/>
              </p:nvGrpSpPr>
              <p:grpSpPr>
                <a:xfrm>
                  <a:off x="2977852" y="3215065"/>
                  <a:ext cx="224343" cy="182045"/>
                  <a:chOff x="2977852" y="3215065"/>
                  <a:chExt cx="224343" cy="182045"/>
                </a:xfrm>
              </p:grpSpPr>
              <p:sp>
                <p:nvSpPr>
                  <p:cNvPr id="13333" name="Google Shape;13333;p7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38" name="Shape 13338"/>
        <p:cNvGrpSpPr/>
        <p:nvPr/>
      </p:nvGrpSpPr>
      <p:grpSpPr>
        <a:xfrm>
          <a:off x="0" y="0"/>
          <a:ext cx="0" cy="0"/>
          <a:chOff x="0" y="0"/>
          <a:chExt cx="0" cy="0"/>
        </a:xfrm>
      </p:grpSpPr>
      <p:grpSp>
        <p:nvGrpSpPr>
          <p:cNvPr id="13339" name="Google Shape;13339;p76"/>
          <p:cNvGrpSpPr/>
          <p:nvPr/>
        </p:nvGrpSpPr>
        <p:grpSpPr>
          <a:xfrm>
            <a:off x="702075" y="3155925"/>
            <a:ext cx="2390414" cy="1024800"/>
            <a:chOff x="728925" y="3296613"/>
            <a:chExt cx="2390414" cy="1024800"/>
          </a:xfrm>
        </p:grpSpPr>
        <p:grpSp>
          <p:nvGrpSpPr>
            <p:cNvPr id="13340" name="Google Shape;13340;p76"/>
            <p:cNvGrpSpPr/>
            <p:nvPr/>
          </p:nvGrpSpPr>
          <p:grpSpPr>
            <a:xfrm>
              <a:off x="728925" y="3619800"/>
              <a:ext cx="2390414" cy="500893"/>
              <a:chOff x="728925" y="3619800"/>
              <a:chExt cx="2390414" cy="500893"/>
            </a:xfrm>
          </p:grpSpPr>
          <p:sp>
            <p:nvSpPr>
              <p:cNvPr id="13341" name="Google Shape;13341;p7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42" name="Google Shape;13342;p7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3343" name="Google Shape;13343;p76"/>
            <p:cNvGrpSpPr/>
            <p:nvPr/>
          </p:nvGrpSpPr>
          <p:grpSpPr>
            <a:xfrm>
              <a:off x="1348050" y="3296613"/>
              <a:ext cx="1706152" cy="1024800"/>
              <a:chOff x="1348050" y="3296613"/>
              <a:chExt cx="1706152" cy="1024800"/>
            </a:xfrm>
          </p:grpSpPr>
          <p:sp>
            <p:nvSpPr>
              <p:cNvPr id="13344" name="Google Shape;13344;p7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45" name="Google Shape;13345;p7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46" name="Google Shape;13346;p7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47" name="Google Shape;13347;p7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48" name="Google Shape;13348;p7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3349" name="Google Shape;13349;p76"/>
            <p:cNvGrpSpPr/>
            <p:nvPr/>
          </p:nvGrpSpPr>
          <p:grpSpPr>
            <a:xfrm>
              <a:off x="1455707" y="3654858"/>
              <a:ext cx="1491150" cy="417657"/>
              <a:chOff x="1455707" y="3654858"/>
              <a:chExt cx="1491150" cy="417657"/>
            </a:xfrm>
          </p:grpSpPr>
          <p:sp>
            <p:nvSpPr>
              <p:cNvPr id="13350" name="Google Shape;13350;p7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370" name="Google Shape;13370;p76"/>
          <p:cNvGraphicFramePr/>
          <p:nvPr/>
        </p:nvGraphicFramePr>
        <p:xfrm>
          <a:off x="5937775" y="2153837"/>
          <a:ext cx="3000000" cy="3000000"/>
        </p:xfrm>
        <a:graphic>
          <a:graphicData uri="http://schemas.openxmlformats.org/drawingml/2006/table">
            <a:tbl>
              <a:tblPr>
                <a:noFill/>
                <a:tableStyleId>{5FD1044C-748C-4667-A2F9-789F35D1457B}</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3371" name="Google Shape;13371;p76"/>
          <p:cNvGrpSpPr/>
          <p:nvPr/>
        </p:nvGrpSpPr>
        <p:grpSpPr>
          <a:xfrm>
            <a:off x="710451" y="981601"/>
            <a:ext cx="2396505" cy="976502"/>
            <a:chOff x="749309" y="1112739"/>
            <a:chExt cx="2371603" cy="976502"/>
          </a:xfrm>
        </p:grpSpPr>
        <p:grpSp>
          <p:nvGrpSpPr>
            <p:cNvPr id="13372" name="Google Shape;13372;p76"/>
            <p:cNvGrpSpPr/>
            <p:nvPr/>
          </p:nvGrpSpPr>
          <p:grpSpPr>
            <a:xfrm>
              <a:off x="1092126" y="1112739"/>
              <a:ext cx="2028786" cy="975464"/>
              <a:chOff x="1092126" y="1112739"/>
              <a:chExt cx="2028786" cy="975464"/>
            </a:xfrm>
          </p:grpSpPr>
          <p:sp>
            <p:nvSpPr>
              <p:cNvPr id="13373" name="Google Shape;13373;p7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76"/>
            <p:cNvGrpSpPr/>
            <p:nvPr/>
          </p:nvGrpSpPr>
          <p:grpSpPr>
            <a:xfrm>
              <a:off x="749309" y="1112739"/>
              <a:ext cx="314700" cy="975464"/>
              <a:chOff x="749309" y="1112739"/>
              <a:chExt cx="314700" cy="975464"/>
            </a:xfrm>
          </p:grpSpPr>
          <p:sp>
            <p:nvSpPr>
              <p:cNvPr id="13398" name="Google Shape;13398;p7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2" name="Google Shape;13402;p7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3406" name="Google Shape;13406;p76"/>
          <p:cNvGraphicFramePr/>
          <p:nvPr/>
        </p:nvGraphicFramePr>
        <p:xfrm>
          <a:off x="5937800" y="981587"/>
          <a:ext cx="3000000" cy="3000000"/>
        </p:xfrm>
        <a:graphic>
          <a:graphicData uri="http://schemas.openxmlformats.org/drawingml/2006/table">
            <a:tbl>
              <a:tblPr>
                <a:noFill/>
                <a:tableStyleId>{5FD1044C-748C-4667-A2F9-789F35D1457B}</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3407" name="Google Shape;13407;p76"/>
          <p:cNvGraphicFramePr/>
          <p:nvPr/>
        </p:nvGraphicFramePr>
        <p:xfrm>
          <a:off x="3358663" y="2153837"/>
          <a:ext cx="3000000" cy="3000000"/>
        </p:xfrm>
        <a:graphic>
          <a:graphicData uri="http://schemas.openxmlformats.org/drawingml/2006/table">
            <a:tbl>
              <a:tblPr>
                <a:noFill/>
                <a:tableStyleId>{5FD1044C-748C-4667-A2F9-789F35D1457B}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3408" name="Google Shape;13408;p76"/>
          <p:cNvGrpSpPr/>
          <p:nvPr/>
        </p:nvGrpSpPr>
        <p:grpSpPr>
          <a:xfrm>
            <a:off x="3360649" y="3144798"/>
            <a:ext cx="2363377" cy="1047062"/>
            <a:chOff x="3358399" y="3285485"/>
            <a:chExt cx="2363377" cy="1047062"/>
          </a:xfrm>
        </p:grpSpPr>
        <p:grpSp>
          <p:nvGrpSpPr>
            <p:cNvPr id="13409" name="Google Shape;13409;p76"/>
            <p:cNvGrpSpPr/>
            <p:nvPr/>
          </p:nvGrpSpPr>
          <p:grpSpPr>
            <a:xfrm>
              <a:off x="3358412" y="3285485"/>
              <a:ext cx="2363244" cy="139500"/>
              <a:chOff x="3358412" y="3285485"/>
              <a:chExt cx="2363244" cy="139500"/>
            </a:xfrm>
          </p:grpSpPr>
          <p:sp>
            <p:nvSpPr>
              <p:cNvPr id="13410" name="Google Shape;13410;p7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76"/>
            <p:cNvGrpSpPr/>
            <p:nvPr/>
          </p:nvGrpSpPr>
          <p:grpSpPr>
            <a:xfrm>
              <a:off x="3358412" y="3466996"/>
              <a:ext cx="2363244" cy="139500"/>
              <a:chOff x="3358412" y="3466996"/>
              <a:chExt cx="2363244" cy="139500"/>
            </a:xfrm>
          </p:grpSpPr>
          <p:sp>
            <p:nvSpPr>
              <p:cNvPr id="13416" name="Google Shape;13416;p7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76"/>
            <p:cNvGrpSpPr/>
            <p:nvPr/>
          </p:nvGrpSpPr>
          <p:grpSpPr>
            <a:xfrm>
              <a:off x="3358412" y="3648507"/>
              <a:ext cx="2363244" cy="139500"/>
              <a:chOff x="3358412" y="3648507"/>
              <a:chExt cx="2363244" cy="139500"/>
            </a:xfrm>
          </p:grpSpPr>
          <p:sp>
            <p:nvSpPr>
              <p:cNvPr id="13422" name="Google Shape;13422;p7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76"/>
            <p:cNvGrpSpPr/>
            <p:nvPr/>
          </p:nvGrpSpPr>
          <p:grpSpPr>
            <a:xfrm>
              <a:off x="3358412" y="3830018"/>
              <a:ext cx="2363244" cy="139500"/>
              <a:chOff x="3358412" y="3830018"/>
              <a:chExt cx="2363244" cy="139500"/>
            </a:xfrm>
          </p:grpSpPr>
          <p:sp>
            <p:nvSpPr>
              <p:cNvPr id="13428" name="Google Shape;13428;p7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3" name="Google Shape;13433;p76"/>
            <p:cNvGrpSpPr/>
            <p:nvPr/>
          </p:nvGrpSpPr>
          <p:grpSpPr>
            <a:xfrm>
              <a:off x="3358399" y="4011514"/>
              <a:ext cx="2363377" cy="139537"/>
              <a:chOff x="3294800" y="4134603"/>
              <a:chExt cx="2638876" cy="152400"/>
            </a:xfrm>
          </p:grpSpPr>
          <p:sp>
            <p:nvSpPr>
              <p:cNvPr id="13434" name="Google Shape;13434;p7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76"/>
            <p:cNvGrpSpPr/>
            <p:nvPr/>
          </p:nvGrpSpPr>
          <p:grpSpPr>
            <a:xfrm>
              <a:off x="3358399" y="4193010"/>
              <a:ext cx="2363377" cy="139537"/>
              <a:chOff x="3294800" y="4134603"/>
              <a:chExt cx="2638876" cy="152400"/>
            </a:xfrm>
          </p:grpSpPr>
          <p:sp>
            <p:nvSpPr>
              <p:cNvPr id="13440" name="Google Shape;13440;p7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445" name="Google Shape;13445;p76"/>
          <p:cNvGraphicFramePr/>
          <p:nvPr/>
        </p:nvGraphicFramePr>
        <p:xfrm>
          <a:off x="711450" y="2153837"/>
          <a:ext cx="3000000" cy="3000000"/>
        </p:xfrm>
        <a:graphic>
          <a:graphicData uri="http://schemas.openxmlformats.org/drawingml/2006/table">
            <a:tbl>
              <a:tblPr>
                <a:noFill/>
                <a:tableStyleId>{5FD1044C-748C-4667-A2F9-789F35D1457B}</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3446" name="Google Shape;13446;p76"/>
          <p:cNvGrpSpPr/>
          <p:nvPr/>
        </p:nvGrpSpPr>
        <p:grpSpPr>
          <a:xfrm>
            <a:off x="4161119" y="2557652"/>
            <a:ext cx="1302095" cy="60959"/>
            <a:chOff x="3558802" y="4011427"/>
            <a:chExt cx="1866000" cy="111300"/>
          </a:xfrm>
        </p:grpSpPr>
        <p:sp>
          <p:nvSpPr>
            <p:cNvPr id="13447" name="Google Shape;13447;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9" name="Google Shape;13449;p76"/>
          <p:cNvGrpSpPr/>
          <p:nvPr/>
        </p:nvGrpSpPr>
        <p:grpSpPr>
          <a:xfrm>
            <a:off x="4706607" y="2839811"/>
            <a:ext cx="914340" cy="60959"/>
            <a:chOff x="3558802" y="4011427"/>
            <a:chExt cx="1866000" cy="111300"/>
          </a:xfrm>
        </p:grpSpPr>
        <p:sp>
          <p:nvSpPr>
            <p:cNvPr id="13450" name="Google Shape;13450;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76"/>
          <p:cNvGrpSpPr/>
          <p:nvPr/>
        </p:nvGrpSpPr>
        <p:grpSpPr>
          <a:xfrm>
            <a:off x="5874449" y="3167609"/>
            <a:ext cx="2519825" cy="1001454"/>
            <a:chOff x="1906114" y="789980"/>
            <a:chExt cx="1487676" cy="606868"/>
          </a:xfrm>
        </p:grpSpPr>
        <p:cxnSp>
          <p:nvCxnSpPr>
            <p:cNvPr id="13453" name="Google Shape;13453;p7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454" name="Google Shape;13454;p7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455" name="Google Shape;13455;p7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3456" name="Google Shape;13456;p7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3457" name="Google Shape;13457;p7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3458" name="Google Shape;13458;p7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3459" name="Google Shape;13459;p7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3460" name="Google Shape;13460;p7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3467" name="Google Shape;13467;p7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3468" name="Google Shape;13468;p7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3469" name="Google Shape;13469;p7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76"/>
          <p:cNvGrpSpPr/>
          <p:nvPr/>
        </p:nvGrpSpPr>
        <p:grpSpPr>
          <a:xfrm>
            <a:off x="3355812" y="951645"/>
            <a:ext cx="2363393" cy="1005865"/>
            <a:chOff x="3292400" y="1193188"/>
            <a:chExt cx="2615240" cy="1131075"/>
          </a:xfrm>
        </p:grpSpPr>
        <p:sp>
          <p:nvSpPr>
            <p:cNvPr id="13471" name="Google Shape;13471;p7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72" name="Google Shape;13472;p7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73" name="Google Shape;13473;p7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3474" name="Google Shape;13474;p7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3475" name="Google Shape;13475;p7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3476" name="Google Shape;13476;p7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3477" name="Google Shape;13477;p7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3478" name="Google Shape;13478;p7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3479" name="Google Shape;13479;p7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3480" name="Google Shape;13480;p7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3481" name="Google Shape;13481;p7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3482" name="Google Shape;13482;p7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3483" name="Google Shape;13483;p7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3484" name="Google Shape;13484;p7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3485" name="Google Shape;13485;p76"/>
            <p:cNvGrpSpPr/>
            <p:nvPr/>
          </p:nvGrpSpPr>
          <p:grpSpPr>
            <a:xfrm>
              <a:off x="3748438" y="1378608"/>
              <a:ext cx="2159202" cy="903971"/>
              <a:chOff x="1683525" y="2179850"/>
              <a:chExt cx="4519050" cy="2134525"/>
            </a:xfrm>
          </p:grpSpPr>
          <p:sp>
            <p:nvSpPr>
              <p:cNvPr id="13486" name="Google Shape;13486;p7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87" name="Google Shape;13487;p7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88" name="Google Shape;13488;p7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89" name="Google Shape;13489;p7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90" name="Google Shape;13490;p7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91" name="Google Shape;13491;p7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92" name="Google Shape;13492;p7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93" name="Google Shape;13493;p7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94" name="Google Shape;13494;p7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95" name="Google Shape;13495;p7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96" name="Google Shape;13496;p7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497" name="Google Shape;13497;p7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01" name="Shape 13501"/>
        <p:cNvGrpSpPr/>
        <p:nvPr/>
      </p:nvGrpSpPr>
      <p:grpSpPr>
        <a:xfrm>
          <a:off x="0" y="0"/>
          <a:ext cx="0" cy="0"/>
          <a:chOff x="0" y="0"/>
          <a:chExt cx="0" cy="0"/>
        </a:xfrm>
      </p:grpSpPr>
      <p:grpSp>
        <p:nvGrpSpPr>
          <p:cNvPr id="13502" name="Google Shape;13502;p77"/>
          <p:cNvGrpSpPr/>
          <p:nvPr/>
        </p:nvGrpSpPr>
        <p:grpSpPr>
          <a:xfrm>
            <a:off x="4796684" y="970941"/>
            <a:ext cx="745431" cy="718863"/>
            <a:chOff x="4249973" y="1201875"/>
            <a:chExt cx="1958568" cy="1888762"/>
          </a:xfrm>
        </p:grpSpPr>
        <p:sp>
          <p:nvSpPr>
            <p:cNvPr id="13503" name="Google Shape;13503;p7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4" name="Google Shape;13504;p77"/>
            <p:cNvGrpSpPr/>
            <p:nvPr/>
          </p:nvGrpSpPr>
          <p:grpSpPr>
            <a:xfrm>
              <a:off x="5853086" y="1789142"/>
              <a:ext cx="355454" cy="1048099"/>
              <a:chOff x="5576108" y="2016725"/>
              <a:chExt cx="565200" cy="1666560"/>
            </a:xfrm>
          </p:grpSpPr>
          <p:sp>
            <p:nvSpPr>
              <p:cNvPr id="13505" name="Google Shape;13505;p7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506" name="Google Shape;13506;p7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7" name="Google Shape;13507;p77"/>
            <p:cNvGrpSpPr/>
            <p:nvPr/>
          </p:nvGrpSpPr>
          <p:grpSpPr>
            <a:xfrm>
              <a:off x="4869455" y="2691676"/>
              <a:ext cx="1013897" cy="398961"/>
              <a:chOff x="4012057" y="3451825"/>
              <a:chExt cx="1612175" cy="634379"/>
            </a:xfrm>
          </p:grpSpPr>
          <p:sp>
            <p:nvSpPr>
              <p:cNvPr id="13508" name="Google Shape;13508;p7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509" name="Google Shape;13509;p7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77"/>
            <p:cNvGrpSpPr/>
            <p:nvPr/>
          </p:nvGrpSpPr>
          <p:grpSpPr>
            <a:xfrm>
              <a:off x="4276937" y="2155961"/>
              <a:ext cx="651965" cy="891358"/>
              <a:chOff x="3069908" y="2599997"/>
              <a:chExt cx="1036675" cy="1417328"/>
            </a:xfrm>
          </p:grpSpPr>
          <p:sp>
            <p:nvSpPr>
              <p:cNvPr id="13511" name="Google Shape;13511;p7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512" name="Google Shape;13512;p7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77"/>
            <p:cNvGrpSpPr/>
            <p:nvPr/>
          </p:nvGrpSpPr>
          <p:grpSpPr>
            <a:xfrm>
              <a:off x="5054918" y="1201875"/>
              <a:ext cx="999548" cy="602711"/>
              <a:chOff x="4306958" y="1082925"/>
              <a:chExt cx="1589359" cy="958358"/>
            </a:xfrm>
          </p:grpSpPr>
          <p:sp>
            <p:nvSpPr>
              <p:cNvPr id="13514" name="Google Shape;13514;p7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515" name="Google Shape;13515;p7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6" name="Google Shape;13516;p77"/>
            <p:cNvGrpSpPr/>
            <p:nvPr/>
          </p:nvGrpSpPr>
          <p:grpSpPr>
            <a:xfrm>
              <a:off x="4249973" y="1303451"/>
              <a:ext cx="799317" cy="841334"/>
              <a:chOff x="3027033" y="1244439"/>
              <a:chExt cx="1270977" cy="1337786"/>
            </a:xfrm>
          </p:grpSpPr>
          <p:sp>
            <p:nvSpPr>
              <p:cNvPr id="13517" name="Google Shape;13517;p7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518" name="Google Shape;13518;p7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19" name="Google Shape;13519;p77"/>
          <p:cNvGrpSpPr/>
          <p:nvPr/>
        </p:nvGrpSpPr>
        <p:grpSpPr>
          <a:xfrm>
            <a:off x="713057" y="1849390"/>
            <a:ext cx="761767" cy="729896"/>
            <a:chOff x="2657744" y="2337745"/>
            <a:chExt cx="832987" cy="798137"/>
          </a:xfrm>
        </p:grpSpPr>
        <p:sp>
          <p:nvSpPr>
            <p:cNvPr id="13520" name="Google Shape;13520;p7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77"/>
          <p:cNvGrpSpPr/>
          <p:nvPr/>
        </p:nvGrpSpPr>
        <p:grpSpPr>
          <a:xfrm>
            <a:off x="3224022" y="1852597"/>
            <a:ext cx="685569" cy="723586"/>
            <a:chOff x="3398134" y="2057755"/>
            <a:chExt cx="704087" cy="743130"/>
          </a:xfrm>
        </p:grpSpPr>
        <p:grpSp>
          <p:nvGrpSpPr>
            <p:cNvPr id="13527" name="Google Shape;13527;p77"/>
            <p:cNvGrpSpPr/>
            <p:nvPr/>
          </p:nvGrpSpPr>
          <p:grpSpPr>
            <a:xfrm>
              <a:off x="3398134" y="2290183"/>
              <a:ext cx="315300" cy="219900"/>
              <a:chOff x="3398134" y="2290183"/>
              <a:chExt cx="315300" cy="219900"/>
            </a:xfrm>
          </p:grpSpPr>
          <p:sp>
            <p:nvSpPr>
              <p:cNvPr id="13528" name="Google Shape;13528;p7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529" name="Google Shape;13529;p77"/>
              <p:cNvCxnSpPr>
                <a:stCxn id="1352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3530" name="Google Shape;13530;p77"/>
            <p:cNvGrpSpPr/>
            <p:nvPr/>
          </p:nvGrpSpPr>
          <p:grpSpPr>
            <a:xfrm>
              <a:off x="3547823" y="2467358"/>
              <a:ext cx="219900" cy="333527"/>
              <a:chOff x="3547823" y="2467358"/>
              <a:chExt cx="219900" cy="333527"/>
            </a:xfrm>
          </p:grpSpPr>
          <p:sp>
            <p:nvSpPr>
              <p:cNvPr id="13531" name="Google Shape;13531;p7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532" name="Google Shape;13532;p7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3533" name="Google Shape;13533;p77"/>
            <p:cNvGrpSpPr/>
            <p:nvPr/>
          </p:nvGrpSpPr>
          <p:grpSpPr>
            <a:xfrm>
              <a:off x="3734138" y="2467358"/>
              <a:ext cx="219900" cy="333527"/>
              <a:chOff x="3734138" y="2467358"/>
              <a:chExt cx="219900" cy="333527"/>
            </a:xfrm>
          </p:grpSpPr>
          <p:sp>
            <p:nvSpPr>
              <p:cNvPr id="13534" name="Google Shape;13534;p7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535" name="Google Shape;13535;p7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3536" name="Google Shape;13536;p77"/>
            <p:cNvGrpSpPr/>
            <p:nvPr/>
          </p:nvGrpSpPr>
          <p:grpSpPr>
            <a:xfrm>
              <a:off x="3787560" y="2288011"/>
              <a:ext cx="314661" cy="219900"/>
              <a:chOff x="3787560" y="2288011"/>
              <a:chExt cx="314661" cy="219900"/>
            </a:xfrm>
          </p:grpSpPr>
          <p:sp>
            <p:nvSpPr>
              <p:cNvPr id="13537" name="Google Shape;13537;p7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538" name="Google Shape;13538;p7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3539" name="Google Shape;13539;p77"/>
            <p:cNvGrpSpPr/>
            <p:nvPr/>
          </p:nvGrpSpPr>
          <p:grpSpPr>
            <a:xfrm>
              <a:off x="3637290" y="2057755"/>
              <a:ext cx="219900" cy="335499"/>
              <a:chOff x="3637290" y="2057755"/>
              <a:chExt cx="219900" cy="335499"/>
            </a:xfrm>
          </p:grpSpPr>
          <p:sp>
            <p:nvSpPr>
              <p:cNvPr id="13540" name="Google Shape;13540;p7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3541" name="Google Shape;13541;p7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3542" name="Google Shape;13542;p77"/>
          <p:cNvGrpSpPr/>
          <p:nvPr/>
        </p:nvGrpSpPr>
        <p:grpSpPr>
          <a:xfrm>
            <a:off x="4899244" y="1859292"/>
            <a:ext cx="710153" cy="710153"/>
            <a:chOff x="5007123" y="2079403"/>
            <a:chExt cx="687600" cy="687600"/>
          </a:xfrm>
        </p:grpSpPr>
        <p:sp>
          <p:nvSpPr>
            <p:cNvPr id="13543" name="Google Shape;13543;p7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7" name="Google Shape;13547;p77"/>
          <p:cNvGrpSpPr/>
          <p:nvPr/>
        </p:nvGrpSpPr>
        <p:grpSpPr>
          <a:xfrm>
            <a:off x="5708681" y="1853799"/>
            <a:ext cx="720998" cy="721183"/>
            <a:chOff x="5797446" y="2063053"/>
            <a:chExt cx="698100" cy="698280"/>
          </a:xfrm>
        </p:grpSpPr>
        <p:sp>
          <p:nvSpPr>
            <p:cNvPr id="13548" name="Google Shape;13548;p7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77"/>
          <p:cNvGrpSpPr/>
          <p:nvPr/>
        </p:nvGrpSpPr>
        <p:grpSpPr>
          <a:xfrm>
            <a:off x="8153828" y="3499404"/>
            <a:ext cx="280585" cy="673164"/>
            <a:chOff x="8075075" y="3754290"/>
            <a:chExt cx="255612" cy="613194"/>
          </a:xfrm>
        </p:grpSpPr>
        <p:grpSp>
          <p:nvGrpSpPr>
            <p:cNvPr id="13553" name="Google Shape;13553;p77"/>
            <p:cNvGrpSpPr/>
            <p:nvPr/>
          </p:nvGrpSpPr>
          <p:grpSpPr>
            <a:xfrm>
              <a:off x="8075075" y="3754290"/>
              <a:ext cx="255612" cy="613194"/>
              <a:chOff x="8075075" y="3754290"/>
              <a:chExt cx="255612" cy="613194"/>
            </a:xfrm>
          </p:grpSpPr>
          <p:sp>
            <p:nvSpPr>
              <p:cNvPr id="13554" name="Google Shape;13554;p7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6" name="Google Shape;13556;p7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77"/>
          <p:cNvGrpSpPr/>
          <p:nvPr/>
        </p:nvGrpSpPr>
        <p:grpSpPr>
          <a:xfrm>
            <a:off x="5270887" y="3488200"/>
            <a:ext cx="470352" cy="683745"/>
            <a:chOff x="1697726" y="3244179"/>
            <a:chExt cx="788124" cy="1146069"/>
          </a:xfrm>
        </p:grpSpPr>
        <p:sp>
          <p:nvSpPr>
            <p:cNvPr id="13558" name="Google Shape;13558;p7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0" name="Google Shape;13560;p77"/>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1" name="Google Shape;13561;p77"/>
          <p:cNvGrpSpPr/>
          <p:nvPr/>
        </p:nvGrpSpPr>
        <p:grpSpPr>
          <a:xfrm>
            <a:off x="5892037" y="3499402"/>
            <a:ext cx="293891" cy="293845"/>
            <a:chOff x="6134814" y="3754290"/>
            <a:chExt cx="293891" cy="293845"/>
          </a:xfrm>
        </p:grpSpPr>
        <p:sp>
          <p:nvSpPr>
            <p:cNvPr id="13562" name="Google Shape;13562;p7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77"/>
          <p:cNvGrpSpPr/>
          <p:nvPr/>
        </p:nvGrpSpPr>
        <p:grpSpPr>
          <a:xfrm>
            <a:off x="5892037" y="3878074"/>
            <a:ext cx="293891" cy="293891"/>
            <a:chOff x="6134814" y="4086186"/>
            <a:chExt cx="293891" cy="293891"/>
          </a:xfrm>
        </p:grpSpPr>
        <p:sp>
          <p:nvSpPr>
            <p:cNvPr id="13565" name="Google Shape;13565;p7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7" name="Google Shape;13567;p77"/>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7"/>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9" name="Google Shape;13569;p77"/>
          <p:cNvGrpSpPr/>
          <p:nvPr/>
        </p:nvGrpSpPr>
        <p:grpSpPr>
          <a:xfrm>
            <a:off x="7817013" y="2706766"/>
            <a:ext cx="622883" cy="621944"/>
            <a:chOff x="1187048" y="238125"/>
            <a:chExt cx="5256397" cy="5248476"/>
          </a:xfrm>
        </p:grpSpPr>
        <p:sp>
          <p:nvSpPr>
            <p:cNvPr id="13570" name="Google Shape;13570;p7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77"/>
          <p:cNvGrpSpPr/>
          <p:nvPr/>
        </p:nvGrpSpPr>
        <p:grpSpPr>
          <a:xfrm>
            <a:off x="2274118" y="2716375"/>
            <a:ext cx="1310987" cy="612407"/>
            <a:chOff x="238125" y="1188750"/>
            <a:chExt cx="7140450" cy="3335550"/>
          </a:xfrm>
        </p:grpSpPr>
        <p:sp>
          <p:nvSpPr>
            <p:cNvPr id="13575" name="Google Shape;13575;p7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0" name="Google Shape;13580;p77"/>
          <p:cNvGrpSpPr/>
          <p:nvPr/>
        </p:nvGrpSpPr>
        <p:grpSpPr>
          <a:xfrm>
            <a:off x="6599990" y="2706930"/>
            <a:ext cx="1110299" cy="621702"/>
            <a:chOff x="238125" y="1335475"/>
            <a:chExt cx="5418735" cy="3034175"/>
          </a:xfrm>
        </p:grpSpPr>
        <p:sp>
          <p:nvSpPr>
            <p:cNvPr id="13581" name="Google Shape;13581;p7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4" name="Google Shape;13584;p77"/>
          <p:cNvGrpSpPr/>
          <p:nvPr/>
        </p:nvGrpSpPr>
        <p:grpSpPr>
          <a:xfrm>
            <a:off x="5417649" y="2703827"/>
            <a:ext cx="1074451" cy="627181"/>
            <a:chOff x="5359127" y="2910889"/>
            <a:chExt cx="1097723" cy="640831"/>
          </a:xfrm>
        </p:grpSpPr>
        <p:grpSp>
          <p:nvGrpSpPr>
            <p:cNvPr id="13585" name="Google Shape;13585;p77"/>
            <p:cNvGrpSpPr/>
            <p:nvPr/>
          </p:nvGrpSpPr>
          <p:grpSpPr>
            <a:xfrm>
              <a:off x="5929791" y="3263088"/>
              <a:ext cx="527060" cy="287097"/>
              <a:chOff x="5929791" y="3263088"/>
              <a:chExt cx="527060" cy="287097"/>
            </a:xfrm>
          </p:grpSpPr>
          <p:sp>
            <p:nvSpPr>
              <p:cNvPr id="13586" name="Google Shape;13586;p7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587" name="Google Shape;13587;p7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588" name="Google Shape;13588;p77"/>
            <p:cNvGrpSpPr/>
            <p:nvPr/>
          </p:nvGrpSpPr>
          <p:grpSpPr>
            <a:xfrm>
              <a:off x="5359127" y="3263089"/>
              <a:ext cx="526428" cy="288631"/>
              <a:chOff x="5359127" y="3263089"/>
              <a:chExt cx="526428" cy="288631"/>
            </a:xfrm>
          </p:grpSpPr>
          <p:sp>
            <p:nvSpPr>
              <p:cNvPr id="13589" name="Google Shape;13589;p7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590" name="Google Shape;13590;p7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591" name="Google Shape;13591;p77"/>
            <p:cNvGrpSpPr/>
            <p:nvPr/>
          </p:nvGrpSpPr>
          <p:grpSpPr>
            <a:xfrm>
              <a:off x="5551525" y="2910889"/>
              <a:ext cx="520901" cy="610283"/>
              <a:chOff x="5551525" y="2910889"/>
              <a:chExt cx="520901" cy="610283"/>
            </a:xfrm>
          </p:grpSpPr>
          <p:sp>
            <p:nvSpPr>
              <p:cNvPr id="13592" name="Google Shape;13592;p7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593" name="Google Shape;13593;p7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594" name="Google Shape;13594;p77"/>
            <p:cNvGrpSpPr/>
            <p:nvPr/>
          </p:nvGrpSpPr>
          <p:grpSpPr>
            <a:xfrm>
              <a:off x="5743962" y="2919100"/>
              <a:ext cx="623674" cy="284502"/>
              <a:chOff x="5743962" y="2919100"/>
              <a:chExt cx="623674" cy="284502"/>
            </a:xfrm>
          </p:grpSpPr>
          <p:sp>
            <p:nvSpPr>
              <p:cNvPr id="13595" name="Google Shape;13595;p7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596" name="Google Shape;13596;p7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3597" name="Google Shape;13597;p77"/>
          <p:cNvGrpSpPr/>
          <p:nvPr/>
        </p:nvGrpSpPr>
        <p:grpSpPr>
          <a:xfrm>
            <a:off x="7568863" y="1854538"/>
            <a:ext cx="874976" cy="719600"/>
            <a:chOff x="7608988" y="2093194"/>
            <a:chExt cx="817276" cy="672147"/>
          </a:xfrm>
        </p:grpSpPr>
        <p:cxnSp>
          <p:nvCxnSpPr>
            <p:cNvPr id="13598" name="Google Shape;13598;p7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599" name="Google Shape;13599;p7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600" name="Google Shape;13600;p7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601" name="Google Shape;13601;p7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602" name="Google Shape;13602;p7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3603" name="Google Shape;13603;p7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3604" name="Google Shape;13604;p77"/>
            <p:cNvGrpSpPr/>
            <p:nvPr/>
          </p:nvGrpSpPr>
          <p:grpSpPr>
            <a:xfrm>
              <a:off x="7721175" y="2093194"/>
              <a:ext cx="599587" cy="623846"/>
              <a:chOff x="7721175" y="2093194"/>
              <a:chExt cx="599587" cy="623846"/>
            </a:xfrm>
          </p:grpSpPr>
          <p:grpSp>
            <p:nvGrpSpPr>
              <p:cNvPr id="13605" name="Google Shape;13605;p77"/>
              <p:cNvGrpSpPr/>
              <p:nvPr/>
            </p:nvGrpSpPr>
            <p:grpSpPr>
              <a:xfrm>
                <a:off x="7721175" y="2093194"/>
                <a:ext cx="291605" cy="623846"/>
                <a:chOff x="9405575" y="2061418"/>
                <a:chExt cx="291605" cy="623846"/>
              </a:xfrm>
            </p:grpSpPr>
            <p:sp>
              <p:nvSpPr>
                <p:cNvPr id="13606" name="Google Shape;13606;p7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77"/>
              <p:cNvGrpSpPr/>
              <p:nvPr/>
            </p:nvGrpSpPr>
            <p:grpSpPr>
              <a:xfrm flipH="1">
                <a:off x="8029157" y="2093194"/>
                <a:ext cx="291605" cy="623846"/>
                <a:chOff x="9405575" y="2061418"/>
                <a:chExt cx="291605" cy="623846"/>
              </a:xfrm>
            </p:grpSpPr>
            <p:sp>
              <p:nvSpPr>
                <p:cNvPr id="13614" name="Google Shape;13614;p7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621" name="Google Shape;13621;p77"/>
          <p:cNvGrpSpPr/>
          <p:nvPr/>
        </p:nvGrpSpPr>
        <p:grpSpPr>
          <a:xfrm>
            <a:off x="4013299" y="970941"/>
            <a:ext cx="712557" cy="785901"/>
            <a:chOff x="4206459" y="1191441"/>
            <a:chExt cx="712557" cy="785901"/>
          </a:xfrm>
        </p:grpSpPr>
        <p:sp>
          <p:nvSpPr>
            <p:cNvPr id="13622" name="Google Shape;13622;p7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6" name="Google Shape;13626;p77"/>
            <p:cNvGrpSpPr/>
            <p:nvPr/>
          </p:nvGrpSpPr>
          <p:grpSpPr>
            <a:xfrm>
              <a:off x="4644280" y="1290523"/>
              <a:ext cx="143716" cy="29463"/>
              <a:chOff x="4644280" y="1290523"/>
              <a:chExt cx="143716" cy="29463"/>
            </a:xfrm>
          </p:grpSpPr>
          <p:sp>
            <p:nvSpPr>
              <p:cNvPr id="13627" name="Google Shape;13627;p7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77"/>
            <p:cNvGrpSpPr/>
            <p:nvPr/>
          </p:nvGrpSpPr>
          <p:grpSpPr>
            <a:xfrm>
              <a:off x="4356567" y="1191441"/>
              <a:ext cx="143690" cy="29488"/>
              <a:chOff x="4356567" y="1191441"/>
              <a:chExt cx="143690" cy="29488"/>
            </a:xfrm>
          </p:grpSpPr>
          <p:sp>
            <p:nvSpPr>
              <p:cNvPr id="13632" name="Google Shape;13632;p7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77"/>
            <p:cNvGrpSpPr/>
            <p:nvPr/>
          </p:nvGrpSpPr>
          <p:grpSpPr>
            <a:xfrm>
              <a:off x="4339009" y="1863727"/>
              <a:ext cx="143703" cy="29476"/>
              <a:chOff x="4339009" y="1863727"/>
              <a:chExt cx="143703" cy="29476"/>
            </a:xfrm>
          </p:grpSpPr>
          <p:sp>
            <p:nvSpPr>
              <p:cNvPr id="13637" name="Google Shape;13637;p7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1" name="Google Shape;13641;p77"/>
            <p:cNvGrpSpPr/>
            <p:nvPr/>
          </p:nvGrpSpPr>
          <p:grpSpPr>
            <a:xfrm>
              <a:off x="4206459" y="1607315"/>
              <a:ext cx="29539" cy="142899"/>
              <a:chOff x="4206459" y="1607315"/>
              <a:chExt cx="29539" cy="142899"/>
            </a:xfrm>
          </p:grpSpPr>
          <p:sp>
            <p:nvSpPr>
              <p:cNvPr id="13642" name="Google Shape;13642;p7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6" name="Google Shape;13646;p7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0" name="Google Shape;13650;p77"/>
            <p:cNvGrpSpPr/>
            <p:nvPr/>
          </p:nvGrpSpPr>
          <p:grpSpPr>
            <a:xfrm>
              <a:off x="4889463" y="1423737"/>
              <a:ext cx="29552" cy="142899"/>
              <a:chOff x="4889463" y="1423737"/>
              <a:chExt cx="29552" cy="142899"/>
            </a:xfrm>
          </p:grpSpPr>
          <p:sp>
            <p:nvSpPr>
              <p:cNvPr id="13651" name="Google Shape;13651;p7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77"/>
            <p:cNvGrpSpPr/>
            <p:nvPr/>
          </p:nvGrpSpPr>
          <p:grpSpPr>
            <a:xfrm>
              <a:off x="4771663" y="1876896"/>
              <a:ext cx="108651" cy="100447"/>
              <a:chOff x="4771663" y="1876896"/>
              <a:chExt cx="108651" cy="100447"/>
            </a:xfrm>
          </p:grpSpPr>
          <p:sp>
            <p:nvSpPr>
              <p:cNvPr id="13656" name="Google Shape;13656;p7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60" name="Google Shape;13660;p77"/>
          <p:cNvGrpSpPr/>
          <p:nvPr/>
        </p:nvGrpSpPr>
        <p:grpSpPr>
          <a:xfrm>
            <a:off x="4008774" y="1854164"/>
            <a:ext cx="791287" cy="720350"/>
            <a:chOff x="267375" y="1071875"/>
            <a:chExt cx="470500" cy="428550"/>
          </a:xfrm>
        </p:grpSpPr>
        <p:sp>
          <p:nvSpPr>
            <p:cNvPr id="13661" name="Google Shape;13661;p7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9" name="Google Shape;13669;p77"/>
          <p:cNvGrpSpPr/>
          <p:nvPr/>
        </p:nvGrpSpPr>
        <p:grpSpPr>
          <a:xfrm>
            <a:off x="709269" y="3498794"/>
            <a:ext cx="1408444" cy="673166"/>
            <a:chOff x="712664" y="3693287"/>
            <a:chExt cx="1460738" cy="698160"/>
          </a:xfrm>
        </p:grpSpPr>
        <p:grpSp>
          <p:nvGrpSpPr>
            <p:cNvPr id="13670" name="Google Shape;13670;p77"/>
            <p:cNvGrpSpPr/>
            <p:nvPr/>
          </p:nvGrpSpPr>
          <p:grpSpPr>
            <a:xfrm>
              <a:off x="1380079" y="4133090"/>
              <a:ext cx="234048" cy="258099"/>
              <a:chOff x="1380079" y="4133090"/>
              <a:chExt cx="234048" cy="258099"/>
            </a:xfrm>
          </p:grpSpPr>
          <p:sp>
            <p:nvSpPr>
              <p:cNvPr id="13671" name="Google Shape;13671;p7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77"/>
            <p:cNvGrpSpPr/>
            <p:nvPr/>
          </p:nvGrpSpPr>
          <p:grpSpPr>
            <a:xfrm>
              <a:off x="884610" y="3864082"/>
              <a:ext cx="1118566" cy="527275"/>
              <a:chOff x="890961" y="3865463"/>
              <a:chExt cx="1115221" cy="525698"/>
            </a:xfrm>
          </p:grpSpPr>
          <p:sp>
            <p:nvSpPr>
              <p:cNvPr id="13675" name="Google Shape;13675;p7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77"/>
            <p:cNvGrpSpPr/>
            <p:nvPr/>
          </p:nvGrpSpPr>
          <p:grpSpPr>
            <a:xfrm>
              <a:off x="712664" y="3693287"/>
              <a:ext cx="1460738" cy="698160"/>
              <a:chOff x="712664" y="3693025"/>
              <a:chExt cx="1460738" cy="698160"/>
            </a:xfrm>
          </p:grpSpPr>
          <p:sp>
            <p:nvSpPr>
              <p:cNvPr id="13679" name="Google Shape;13679;p7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85" name="Google Shape;13685;p77"/>
          <p:cNvGrpSpPr/>
          <p:nvPr/>
        </p:nvGrpSpPr>
        <p:grpSpPr>
          <a:xfrm>
            <a:off x="3146985" y="970941"/>
            <a:ext cx="795485" cy="738831"/>
            <a:chOff x="3348603" y="1236445"/>
            <a:chExt cx="749256" cy="695894"/>
          </a:xfrm>
        </p:grpSpPr>
        <p:grpSp>
          <p:nvGrpSpPr>
            <p:cNvPr id="13686" name="Google Shape;13686;p77"/>
            <p:cNvGrpSpPr/>
            <p:nvPr/>
          </p:nvGrpSpPr>
          <p:grpSpPr>
            <a:xfrm>
              <a:off x="3583779" y="1236445"/>
              <a:ext cx="293795" cy="285811"/>
              <a:chOff x="3750225" y="1774000"/>
              <a:chExt cx="149575" cy="145525"/>
            </a:xfrm>
          </p:grpSpPr>
          <p:sp>
            <p:nvSpPr>
              <p:cNvPr id="13687" name="Google Shape;13687;p7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77"/>
            <p:cNvGrpSpPr/>
            <p:nvPr/>
          </p:nvGrpSpPr>
          <p:grpSpPr>
            <a:xfrm>
              <a:off x="3775534" y="1462599"/>
              <a:ext cx="322325" cy="285958"/>
              <a:chOff x="3847850" y="1889150"/>
              <a:chExt cx="164100" cy="145600"/>
            </a:xfrm>
          </p:grpSpPr>
          <p:sp>
            <p:nvSpPr>
              <p:cNvPr id="13690" name="Google Shape;13690;p7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77"/>
            <p:cNvGrpSpPr/>
            <p:nvPr/>
          </p:nvGrpSpPr>
          <p:grpSpPr>
            <a:xfrm>
              <a:off x="3545329" y="1646528"/>
              <a:ext cx="293746" cy="285811"/>
              <a:chOff x="3730650" y="1982800"/>
              <a:chExt cx="149550" cy="145525"/>
            </a:xfrm>
          </p:grpSpPr>
          <p:sp>
            <p:nvSpPr>
              <p:cNvPr id="13693" name="Google Shape;13693;p7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77"/>
            <p:cNvGrpSpPr/>
            <p:nvPr/>
          </p:nvGrpSpPr>
          <p:grpSpPr>
            <a:xfrm>
              <a:off x="3348603" y="1415046"/>
              <a:ext cx="294384" cy="284387"/>
              <a:chOff x="3630494" y="1864938"/>
              <a:chExt cx="149875" cy="144800"/>
            </a:xfrm>
          </p:grpSpPr>
          <p:sp>
            <p:nvSpPr>
              <p:cNvPr id="13696" name="Google Shape;13696;p7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98" name="Google Shape;13698;p77"/>
          <p:cNvGrpSpPr/>
          <p:nvPr/>
        </p:nvGrpSpPr>
        <p:grpSpPr>
          <a:xfrm>
            <a:off x="2268512" y="3493837"/>
            <a:ext cx="1324924" cy="678083"/>
            <a:chOff x="2413923" y="3711366"/>
            <a:chExt cx="1374117" cy="703260"/>
          </a:xfrm>
        </p:grpSpPr>
        <p:grpSp>
          <p:nvGrpSpPr>
            <p:cNvPr id="13699" name="Google Shape;13699;p77"/>
            <p:cNvGrpSpPr/>
            <p:nvPr/>
          </p:nvGrpSpPr>
          <p:grpSpPr>
            <a:xfrm>
              <a:off x="2413923" y="3711366"/>
              <a:ext cx="1374117" cy="703260"/>
              <a:chOff x="2413923" y="3711366"/>
              <a:chExt cx="1374117" cy="703260"/>
            </a:xfrm>
          </p:grpSpPr>
          <p:sp>
            <p:nvSpPr>
              <p:cNvPr id="13700" name="Google Shape;13700;p7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1" name="Google Shape;13701;p77"/>
              <p:cNvGrpSpPr/>
              <p:nvPr/>
            </p:nvGrpSpPr>
            <p:grpSpPr>
              <a:xfrm>
                <a:off x="2600284" y="3808654"/>
                <a:ext cx="234506" cy="138009"/>
                <a:chOff x="2600284" y="3808654"/>
                <a:chExt cx="234506" cy="138009"/>
              </a:xfrm>
            </p:grpSpPr>
            <p:sp>
              <p:nvSpPr>
                <p:cNvPr id="13702" name="Google Shape;13702;p7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03" name="Google Shape;13703;p7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704" name="Google Shape;13704;p77"/>
              <p:cNvGrpSpPr/>
              <p:nvPr/>
            </p:nvGrpSpPr>
            <p:grpSpPr>
              <a:xfrm>
                <a:off x="3359659" y="3805664"/>
                <a:ext cx="232294" cy="141000"/>
                <a:chOff x="3359659" y="3805664"/>
                <a:chExt cx="232294" cy="141000"/>
              </a:xfrm>
            </p:grpSpPr>
            <p:sp>
              <p:nvSpPr>
                <p:cNvPr id="13705" name="Google Shape;13705;p7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06" name="Google Shape;13706;p7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707" name="Google Shape;13707;p77"/>
              <p:cNvGrpSpPr/>
              <p:nvPr/>
            </p:nvGrpSpPr>
            <p:grpSpPr>
              <a:xfrm>
                <a:off x="3067316" y="3711366"/>
                <a:ext cx="66900" cy="166809"/>
                <a:chOff x="3067316" y="3711366"/>
                <a:chExt cx="66900" cy="166809"/>
              </a:xfrm>
            </p:grpSpPr>
            <p:sp>
              <p:nvSpPr>
                <p:cNvPr id="13708" name="Google Shape;13708;p7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09" name="Google Shape;13709;p7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710" name="Google Shape;13710;p77"/>
              <p:cNvGrpSpPr/>
              <p:nvPr/>
            </p:nvGrpSpPr>
            <p:grpSpPr>
              <a:xfrm>
                <a:off x="2413923" y="4058666"/>
                <a:ext cx="224119" cy="66900"/>
                <a:chOff x="2413923" y="4058666"/>
                <a:chExt cx="224119" cy="66900"/>
              </a:xfrm>
            </p:grpSpPr>
            <p:sp>
              <p:nvSpPr>
                <p:cNvPr id="13711" name="Google Shape;13711;p7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12" name="Google Shape;13712;p7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713" name="Google Shape;13713;p77"/>
              <p:cNvGrpSpPr/>
              <p:nvPr/>
            </p:nvGrpSpPr>
            <p:grpSpPr>
              <a:xfrm>
                <a:off x="3564643" y="4058666"/>
                <a:ext cx="223397" cy="66900"/>
                <a:chOff x="3564643" y="4058666"/>
                <a:chExt cx="223397" cy="66900"/>
              </a:xfrm>
            </p:grpSpPr>
            <p:sp>
              <p:nvSpPr>
                <p:cNvPr id="13714" name="Google Shape;13714;p7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15" name="Google Shape;13715;p7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3716" name="Google Shape;13716;p77"/>
            <p:cNvGrpSpPr/>
            <p:nvPr/>
          </p:nvGrpSpPr>
          <p:grpSpPr>
            <a:xfrm>
              <a:off x="2633353" y="3965763"/>
              <a:ext cx="933975" cy="445687"/>
              <a:chOff x="2633353" y="3965763"/>
              <a:chExt cx="933975" cy="445687"/>
            </a:xfrm>
          </p:grpSpPr>
          <p:sp>
            <p:nvSpPr>
              <p:cNvPr id="13717" name="Google Shape;13717;p7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19" name="Google Shape;13719;p77"/>
          <p:cNvGrpSpPr/>
          <p:nvPr/>
        </p:nvGrpSpPr>
        <p:grpSpPr>
          <a:xfrm>
            <a:off x="6392784" y="1044384"/>
            <a:ext cx="1131087" cy="587383"/>
            <a:chOff x="238125" y="999450"/>
            <a:chExt cx="7140700" cy="3708225"/>
          </a:xfrm>
        </p:grpSpPr>
        <p:sp>
          <p:nvSpPr>
            <p:cNvPr id="13720" name="Google Shape;13720;p7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77"/>
          <p:cNvGrpSpPr/>
          <p:nvPr/>
        </p:nvGrpSpPr>
        <p:grpSpPr>
          <a:xfrm>
            <a:off x="3744234" y="3493879"/>
            <a:ext cx="1375854" cy="678131"/>
            <a:chOff x="3913765" y="3641905"/>
            <a:chExt cx="1522805" cy="750560"/>
          </a:xfrm>
        </p:grpSpPr>
        <p:grpSp>
          <p:nvGrpSpPr>
            <p:cNvPr id="13730" name="Google Shape;13730;p77"/>
            <p:cNvGrpSpPr/>
            <p:nvPr/>
          </p:nvGrpSpPr>
          <p:grpSpPr>
            <a:xfrm>
              <a:off x="3913765" y="3997002"/>
              <a:ext cx="1522805" cy="395463"/>
              <a:chOff x="3913765" y="3997002"/>
              <a:chExt cx="1522805" cy="395463"/>
            </a:xfrm>
          </p:grpSpPr>
          <p:grpSp>
            <p:nvGrpSpPr>
              <p:cNvPr id="13731" name="Google Shape;13731;p77"/>
              <p:cNvGrpSpPr/>
              <p:nvPr/>
            </p:nvGrpSpPr>
            <p:grpSpPr>
              <a:xfrm>
                <a:off x="3913765" y="4138659"/>
                <a:ext cx="507602" cy="253806"/>
                <a:chOff x="3913765" y="4138659"/>
                <a:chExt cx="507602" cy="253806"/>
              </a:xfrm>
            </p:grpSpPr>
            <p:sp>
              <p:nvSpPr>
                <p:cNvPr id="13732" name="Google Shape;13732;p7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3734" name="Google Shape;13734;p77"/>
              <p:cNvGrpSpPr/>
              <p:nvPr/>
            </p:nvGrpSpPr>
            <p:grpSpPr>
              <a:xfrm>
                <a:off x="4421361" y="3997002"/>
                <a:ext cx="507618" cy="395463"/>
                <a:chOff x="4421361" y="3997002"/>
                <a:chExt cx="507618" cy="395463"/>
              </a:xfrm>
            </p:grpSpPr>
            <p:sp>
              <p:nvSpPr>
                <p:cNvPr id="13735" name="Google Shape;13735;p7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7" name="Google Shape;13737;p77"/>
              <p:cNvGrpSpPr/>
              <p:nvPr/>
            </p:nvGrpSpPr>
            <p:grpSpPr>
              <a:xfrm>
                <a:off x="4928973" y="4189418"/>
                <a:ext cx="507596" cy="203047"/>
                <a:chOff x="4928973" y="4189418"/>
                <a:chExt cx="507596" cy="203047"/>
              </a:xfrm>
            </p:grpSpPr>
            <p:sp>
              <p:nvSpPr>
                <p:cNvPr id="13738" name="Google Shape;13738;p7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0" name="Google Shape;13740;p77"/>
            <p:cNvGrpSpPr/>
            <p:nvPr/>
          </p:nvGrpSpPr>
          <p:grpSpPr>
            <a:xfrm>
              <a:off x="4482186" y="3641905"/>
              <a:ext cx="397605" cy="349784"/>
              <a:chOff x="2906375" y="1159725"/>
              <a:chExt cx="1860575" cy="1636800"/>
            </a:xfrm>
          </p:grpSpPr>
          <p:sp>
            <p:nvSpPr>
              <p:cNvPr id="13741" name="Google Shape;13741;p7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5" name="Google Shape;13745;p77"/>
          <p:cNvGrpSpPr/>
          <p:nvPr/>
        </p:nvGrpSpPr>
        <p:grpSpPr>
          <a:xfrm>
            <a:off x="6528943" y="1853805"/>
            <a:ext cx="940737" cy="721067"/>
            <a:chOff x="6599718" y="2068734"/>
            <a:chExt cx="940737" cy="721067"/>
          </a:xfrm>
        </p:grpSpPr>
        <p:sp>
          <p:nvSpPr>
            <p:cNvPr id="13746" name="Google Shape;13746;p7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2" name="Google Shape;13752;p77"/>
            <p:cNvGrpSpPr/>
            <p:nvPr/>
          </p:nvGrpSpPr>
          <p:grpSpPr>
            <a:xfrm>
              <a:off x="6836957" y="2068734"/>
              <a:ext cx="461892" cy="721067"/>
              <a:chOff x="6836957" y="2068734"/>
              <a:chExt cx="461892" cy="721067"/>
            </a:xfrm>
          </p:grpSpPr>
          <p:sp>
            <p:nvSpPr>
              <p:cNvPr id="13753" name="Google Shape;13753;p7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9" name="Google Shape;13759;p77"/>
              <p:cNvGrpSpPr/>
              <p:nvPr/>
            </p:nvGrpSpPr>
            <p:grpSpPr>
              <a:xfrm>
                <a:off x="6836957" y="2068734"/>
                <a:ext cx="461892" cy="721067"/>
                <a:chOff x="6836957" y="2068734"/>
                <a:chExt cx="461892" cy="721067"/>
              </a:xfrm>
            </p:grpSpPr>
            <p:sp>
              <p:nvSpPr>
                <p:cNvPr id="13760" name="Google Shape;13760;p7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767" name="Google Shape;13767;p77"/>
          <p:cNvGrpSpPr/>
          <p:nvPr/>
        </p:nvGrpSpPr>
        <p:grpSpPr>
          <a:xfrm>
            <a:off x="2412262" y="1858152"/>
            <a:ext cx="712577" cy="712374"/>
            <a:chOff x="2559249" y="2069323"/>
            <a:chExt cx="685566" cy="685634"/>
          </a:xfrm>
        </p:grpSpPr>
        <p:sp>
          <p:nvSpPr>
            <p:cNvPr id="13768" name="Google Shape;13768;p7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1" name="Google Shape;13781;p77"/>
          <p:cNvGrpSpPr/>
          <p:nvPr/>
        </p:nvGrpSpPr>
        <p:grpSpPr>
          <a:xfrm>
            <a:off x="7594699" y="970941"/>
            <a:ext cx="845645" cy="711911"/>
            <a:chOff x="951975" y="315800"/>
            <a:chExt cx="5860325" cy="4933550"/>
          </a:xfrm>
        </p:grpSpPr>
        <p:sp>
          <p:nvSpPr>
            <p:cNvPr id="13782" name="Google Shape;13782;p7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77"/>
          <p:cNvGrpSpPr/>
          <p:nvPr/>
        </p:nvGrpSpPr>
        <p:grpSpPr>
          <a:xfrm>
            <a:off x="3691828" y="2707050"/>
            <a:ext cx="1617932" cy="621724"/>
            <a:chOff x="3862800" y="3038525"/>
            <a:chExt cx="1329006" cy="510698"/>
          </a:xfrm>
        </p:grpSpPr>
        <p:sp>
          <p:nvSpPr>
            <p:cNvPr id="13791" name="Google Shape;13791;p7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3" name="Google Shape;13793;p77"/>
            <p:cNvGrpSpPr/>
            <p:nvPr/>
          </p:nvGrpSpPr>
          <p:grpSpPr>
            <a:xfrm>
              <a:off x="3967075" y="3040337"/>
              <a:ext cx="1019927" cy="402126"/>
              <a:chOff x="3967075" y="3040337"/>
              <a:chExt cx="1019927" cy="402126"/>
            </a:xfrm>
          </p:grpSpPr>
          <p:sp>
            <p:nvSpPr>
              <p:cNvPr id="13794" name="Google Shape;13794;p7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77"/>
            <p:cNvGrpSpPr/>
            <p:nvPr/>
          </p:nvGrpSpPr>
          <p:grpSpPr>
            <a:xfrm>
              <a:off x="4186700" y="3040337"/>
              <a:ext cx="390475" cy="183289"/>
              <a:chOff x="4186700" y="3040337"/>
              <a:chExt cx="390475" cy="183289"/>
            </a:xfrm>
          </p:grpSpPr>
          <p:sp>
            <p:nvSpPr>
              <p:cNvPr id="13797" name="Google Shape;13797;p7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77"/>
            <p:cNvGrpSpPr/>
            <p:nvPr/>
          </p:nvGrpSpPr>
          <p:grpSpPr>
            <a:xfrm>
              <a:off x="4073727" y="3040337"/>
              <a:ext cx="697794" cy="296263"/>
              <a:chOff x="4073727" y="3040337"/>
              <a:chExt cx="697794" cy="296263"/>
            </a:xfrm>
          </p:grpSpPr>
          <p:sp>
            <p:nvSpPr>
              <p:cNvPr id="13800" name="Google Shape;13800;p7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2" name="Google Shape;13802;p77"/>
            <p:cNvGrpSpPr/>
            <p:nvPr/>
          </p:nvGrpSpPr>
          <p:grpSpPr>
            <a:xfrm>
              <a:off x="3862800" y="3038525"/>
              <a:ext cx="1329006" cy="510698"/>
              <a:chOff x="3862800" y="3038525"/>
              <a:chExt cx="1329006" cy="510698"/>
            </a:xfrm>
          </p:grpSpPr>
          <p:sp>
            <p:nvSpPr>
              <p:cNvPr id="13803" name="Google Shape;13803;p7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05" name="Google Shape;13805;p77"/>
          <p:cNvGrpSpPr/>
          <p:nvPr/>
        </p:nvGrpSpPr>
        <p:grpSpPr>
          <a:xfrm>
            <a:off x="700150" y="970941"/>
            <a:ext cx="883205" cy="775176"/>
            <a:chOff x="649648" y="271400"/>
            <a:chExt cx="6215377" cy="5455143"/>
          </a:xfrm>
        </p:grpSpPr>
        <p:sp>
          <p:nvSpPr>
            <p:cNvPr id="13806" name="Google Shape;13806;p7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77"/>
          <p:cNvGrpSpPr/>
          <p:nvPr/>
        </p:nvGrpSpPr>
        <p:grpSpPr>
          <a:xfrm>
            <a:off x="2308452" y="970941"/>
            <a:ext cx="767704" cy="815489"/>
            <a:chOff x="2499700" y="1135950"/>
            <a:chExt cx="732402" cy="777990"/>
          </a:xfrm>
        </p:grpSpPr>
        <p:grpSp>
          <p:nvGrpSpPr>
            <p:cNvPr id="13819" name="Google Shape;13819;p77"/>
            <p:cNvGrpSpPr/>
            <p:nvPr/>
          </p:nvGrpSpPr>
          <p:grpSpPr>
            <a:xfrm>
              <a:off x="2499700" y="1135950"/>
              <a:ext cx="732402" cy="694705"/>
              <a:chOff x="2499700" y="1135950"/>
              <a:chExt cx="732402" cy="694705"/>
            </a:xfrm>
          </p:grpSpPr>
          <p:sp>
            <p:nvSpPr>
              <p:cNvPr id="13820" name="Google Shape;13820;p7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7" name="Google Shape;13847;p77"/>
            <p:cNvGrpSpPr/>
            <p:nvPr/>
          </p:nvGrpSpPr>
          <p:grpSpPr>
            <a:xfrm>
              <a:off x="2517909" y="1188726"/>
              <a:ext cx="702702" cy="725214"/>
              <a:chOff x="2517909" y="1188726"/>
              <a:chExt cx="702702" cy="725214"/>
            </a:xfrm>
          </p:grpSpPr>
          <p:sp>
            <p:nvSpPr>
              <p:cNvPr id="13848" name="Google Shape;13848;p7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53" name="Google Shape;13853;p77"/>
          <p:cNvGrpSpPr/>
          <p:nvPr/>
        </p:nvGrpSpPr>
        <p:grpSpPr>
          <a:xfrm>
            <a:off x="1654184" y="970941"/>
            <a:ext cx="583439" cy="870229"/>
            <a:chOff x="1716825" y="1121550"/>
            <a:chExt cx="622800" cy="928938"/>
          </a:xfrm>
        </p:grpSpPr>
        <p:grpSp>
          <p:nvGrpSpPr>
            <p:cNvPr id="13854" name="Google Shape;13854;p77"/>
            <p:cNvGrpSpPr/>
            <p:nvPr/>
          </p:nvGrpSpPr>
          <p:grpSpPr>
            <a:xfrm>
              <a:off x="1716825" y="1121550"/>
              <a:ext cx="622800" cy="928938"/>
              <a:chOff x="1716825" y="1121550"/>
              <a:chExt cx="622800" cy="928938"/>
            </a:xfrm>
          </p:grpSpPr>
          <p:cxnSp>
            <p:nvCxnSpPr>
              <p:cNvPr id="13855" name="Google Shape;13855;p7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3856" name="Google Shape;13856;p7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77"/>
            <p:cNvGrpSpPr/>
            <p:nvPr/>
          </p:nvGrpSpPr>
          <p:grpSpPr>
            <a:xfrm>
              <a:off x="1768050" y="1172775"/>
              <a:ext cx="520200" cy="832000"/>
              <a:chOff x="1768050" y="1172775"/>
              <a:chExt cx="520200" cy="832000"/>
            </a:xfrm>
          </p:grpSpPr>
          <p:cxnSp>
            <p:nvCxnSpPr>
              <p:cNvPr id="13858" name="Google Shape;13858;p7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3859" name="Google Shape;13859;p7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77"/>
            <p:cNvGrpSpPr/>
            <p:nvPr/>
          </p:nvGrpSpPr>
          <p:grpSpPr>
            <a:xfrm>
              <a:off x="1820100" y="1225475"/>
              <a:ext cx="416400" cy="729575"/>
              <a:chOff x="1820100" y="1225475"/>
              <a:chExt cx="416400" cy="729575"/>
            </a:xfrm>
          </p:grpSpPr>
          <p:cxnSp>
            <p:nvCxnSpPr>
              <p:cNvPr id="13861" name="Google Shape;13861;p7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3862" name="Google Shape;13862;p7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77"/>
            <p:cNvGrpSpPr/>
            <p:nvPr/>
          </p:nvGrpSpPr>
          <p:grpSpPr>
            <a:xfrm>
              <a:off x="1874250" y="1278825"/>
              <a:ext cx="308100" cy="605275"/>
              <a:chOff x="1874250" y="1278825"/>
              <a:chExt cx="308100" cy="605275"/>
            </a:xfrm>
          </p:grpSpPr>
          <p:cxnSp>
            <p:nvCxnSpPr>
              <p:cNvPr id="13864" name="Google Shape;13864;p7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3865" name="Google Shape;13865;p7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6" name="Google Shape;13866;p7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7" name="Google Shape;13867;p77"/>
          <p:cNvGrpSpPr/>
          <p:nvPr/>
        </p:nvGrpSpPr>
        <p:grpSpPr>
          <a:xfrm>
            <a:off x="1574007" y="1857263"/>
            <a:ext cx="739072" cy="714152"/>
            <a:chOff x="4334725" y="1355875"/>
            <a:chExt cx="3106650" cy="3001900"/>
          </a:xfrm>
        </p:grpSpPr>
        <p:grpSp>
          <p:nvGrpSpPr>
            <p:cNvPr id="13868" name="Google Shape;13868;p77"/>
            <p:cNvGrpSpPr/>
            <p:nvPr/>
          </p:nvGrpSpPr>
          <p:grpSpPr>
            <a:xfrm>
              <a:off x="4516050" y="1724875"/>
              <a:ext cx="2693725" cy="2632900"/>
              <a:chOff x="4516050" y="1724875"/>
              <a:chExt cx="2693725" cy="2632900"/>
            </a:xfrm>
          </p:grpSpPr>
          <p:sp>
            <p:nvSpPr>
              <p:cNvPr id="13869" name="Google Shape;13869;p7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2" name="Google Shape;13872;p77"/>
            <p:cNvGrpSpPr/>
            <p:nvPr/>
          </p:nvGrpSpPr>
          <p:grpSpPr>
            <a:xfrm>
              <a:off x="4334725" y="1355875"/>
              <a:ext cx="3106650" cy="2709650"/>
              <a:chOff x="4334725" y="1355875"/>
              <a:chExt cx="3106650" cy="2709650"/>
            </a:xfrm>
          </p:grpSpPr>
          <p:sp>
            <p:nvSpPr>
              <p:cNvPr id="13873" name="Google Shape;13873;p7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76" name="Google Shape;13876;p77"/>
          <p:cNvGrpSpPr/>
          <p:nvPr/>
        </p:nvGrpSpPr>
        <p:grpSpPr>
          <a:xfrm>
            <a:off x="7690956" y="3488034"/>
            <a:ext cx="312074" cy="684173"/>
            <a:chOff x="7645573" y="3754300"/>
            <a:chExt cx="293855" cy="644170"/>
          </a:xfrm>
        </p:grpSpPr>
        <p:sp>
          <p:nvSpPr>
            <p:cNvPr id="13877" name="Google Shape;13877;p7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77"/>
          <p:cNvGrpSpPr/>
          <p:nvPr/>
        </p:nvGrpSpPr>
        <p:grpSpPr>
          <a:xfrm>
            <a:off x="5612944" y="970941"/>
            <a:ext cx="709011" cy="739359"/>
            <a:chOff x="5830645" y="1256617"/>
            <a:chExt cx="530340" cy="553040"/>
          </a:xfrm>
        </p:grpSpPr>
        <p:grpSp>
          <p:nvGrpSpPr>
            <p:cNvPr id="13880" name="Google Shape;13880;p77"/>
            <p:cNvGrpSpPr/>
            <p:nvPr/>
          </p:nvGrpSpPr>
          <p:grpSpPr>
            <a:xfrm>
              <a:off x="5830645" y="1256617"/>
              <a:ext cx="259743" cy="269909"/>
              <a:chOff x="5830645" y="1256617"/>
              <a:chExt cx="259743" cy="269909"/>
            </a:xfrm>
          </p:grpSpPr>
          <p:sp>
            <p:nvSpPr>
              <p:cNvPr id="13881" name="Google Shape;13881;p7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77"/>
            <p:cNvGrpSpPr/>
            <p:nvPr/>
          </p:nvGrpSpPr>
          <p:grpSpPr>
            <a:xfrm>
              <a:off x="6101293" y="1256617"/>
              <a:ext cx="259692" cy="269909"/>
              <a:chOff x="6101293" y="1256617"/>
              <a:chExt cx="259692" cy="269909"/>
            </a:xfrm>
          </p:grpSpPr>
          <p:sp>
            <p:nvSpPr>
              <p:cNvPr id="13884" name="Google Shape;13884;p7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77"/>
            <p:cNvGrpSpPr/>
            <p:nvPr/>
          </p:nvGrpSpPr>
          <p:grpSpPr>
            <a:xfrm>
              <a:off x="5830645" y="1539749"/>
              <a:ext cx="259692" cy="269909"/>
              <a:chOff x="5830645" y="1539749"/>
              <a:chExt cx="259692" cy="269909"/>
            </a:xfrm>
          </p:grpSpPr>
          <p:sp>
            <p:nvSpPr>
              <p:cNvPr id="13887" name="Google Shape;13887;p7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77"/>
            <p:cNvGrpSpPr/>
            <p:nvPr/>
          </p:nvGrpSpPr>
          <p:grpSpPr>
            <a:xfrm>
              <a:off x="6101293" y="1539749"/>
              <a:ext cx="259692" cy="269909"/>
              <a:chOff x="6101293" y="1539749"/>
              <a:chExt cx="259692" cy="269909"/>
            </a:xfrm>
          </p:grpSpPr>
          <p:sp>
            <p:nvSpPr>
              <p:cNvPr id="13890" name="Google Shape;13890;p7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2" name="Google Shape;13892;p7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77"/>
          <p:cNvGrpSpPr/>
          <p:nvPr/>
        </p:nvGrpSpPr>
        <p:grpSpPr>
          <a:xfrm>
            <a:off x="714438" y="2707057"/>
            <a:ext cx="1452955" cy="621360"/>
            <a:chOff x="732422" y="2990152"/>
            <a:chExt cx="1337773" cy="572102"/>
          </a:xfrm>
        </p:grpSpPr>
        <p:sp>
          <p:nvSpPr>
            <p:cNvPr id="13894" name="Google Shape;13894;p7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03" name="Shape 13903"/>
        <p:cNvGrpSpPr/>
        <p:nvPr/>
      </p:nvGrpSpPr>
      <p:grpSpPr>
        <a:xfrm>
          <a:off x="0" y="0"/>
          <a:ext cx="0" cy="0"/>
          <a:chOff x="0" y="0"/>
          <a:chExt cx="0" cy="0"/>
        </a:xfrm>
      </p:grpSpPr>
      <p:grpSp>
        <p:nvGrpSpPr>
          <p:cNvPr id="13904" name="Google Shape;13904;p78"/>
          <p:cNvGrpSpPr/>
          <p:nvPr/>
        </p:nvGrpSpPr>
        <p:grpSpPr>
          <a:xfrm>
            <a:off x="708575" y="965865"/>
            <a:ext cx="1636117" cy="1526144"/>
            <a:chOff x="729238" y="1179665"/>
            <a:chExt cx="1636117" cy="1526144"/>
          </a:xfrm>
        </p:grpSpPr>
        <p:grpSp>
          <p:nvGrpSpPr>
            <p:cNvPr id="13905" name="Google Shape;13905;p78"/>
            <p:cNvGrpSpPr/>
            <p:nvPr/>
          </p:nvGrpSpPr>
          <p:grpSpPr>
            <a:xfrm>
              <a:off x="729238" y="1179665"/>
              <a:ext cx="80700" cy="1526144"/>
              <a:chOff x="729238" y="1179665"/>
              <a:chExt cx="80700" cy="1526144"/>
            </a:xfrm>
          </p:grpSpPr>
          <p:sp>
            <p:nvSpPr>
              <p:cNvPr id="13906" name="Google Shape;13906;p7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78"/>
            <p:cNvGrpSpPr/>
            <p:nvPr/>
          </p:nvGrpSpPr>
          <p:grpSpPr>
            <a:xfrm>
              <a:off x="903098" y="1179665"/>
              <a:ext cx="80700" cy="1526144"/>
              <a:chOff x="903098" y="1179665"/>
              <a:chExt cx="80700" cy="1526144"/>
            </a:xfrm>
          </p:grpSpPr>
          <p:sp>
            <p:nvSpPr>
              <p:cNvPr id="13917" name="Google Shape;13917;p7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7" name="Google Shape;13927;p78"/>
            <p:cNvGrpSpPr/>
            <p:nvPr/>
          </p:nvGrpSpPr>
          <p:grpSpPr>
            <a:xfrm>
              <a:off x="1076958" y="1179665"/>
              <a:ext cx="80700" cy="1526144"/>
              <a:chOff x="1076958" y="1179665"/>
              <a:chExt cx="80700" cy="1526144"/>
            </a:xfrm>
          </p:grpSpPr>
          <p:sp>
            <p:nvSpPr>
              <p:cNvPr id="13928" name="Google Shape;13928;p7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78"/>
            <p:cNvGrpSpPr/>
            <p:nvPr/>
          </p:nvGrpSpPr>
          <p:grpSpPr>
            <a:xfrm>
              <a:off x="1247707" y="1179665"/>
              <a:ext cx="80700" cy="1526144"/>
              <a:chOff x="1247707" y="1179665"/>
              <a:chExt cx="80700" cy="1526144"/>
            </a:xfrm>
          </p:grpSpPr>
          <p:sp>
            <p:nvSpPr>
              <p:cNvPr id="13939" name="Google Shape;13939;p7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78"/>
            <p:cNvGrpSpPr/>
            <p:nvPr/>
          </p:nvGrpSpPr>
          <p:grpSpPr>
            <a:xfrm>
              <a:off x="1421567" y="1179665"/>
              <a:ext cx="80700" cy="1526144"/>
              <a:chOff x="1421567" y="1179665"/>
              <a:chExt cx="80700" cy="1526144"/>
            </a:xfrm>
          </p:grpSpPr>
          <p:sp>
            <p:nvSpPr>
              <p:cNvPr id="13950" name="Google Shape;13950;p7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0" name="Google Shape;13960;p78"/>
            <p:cNvGrpSpPr/>
            <p:nvPr/>
          </p:nvGrpSpPr>
          <p:grpSpPr>
            <a:xfrm>
              <a:off x="1592327" y="1179665"/>
              <a:ext cx="80700" cy="1526144"/>
              <a:chOff x="1592327" y="1179665"/>
              <a:chExt cx="80700" cy="1526144"/>
            </a:xfrm>
          </p:grpSpPr>
          <p:sp>
            <p:nvSpPr>
              <p:cNvPr id="13961" name="Google Shape;13961;p7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78"/>
            <p:cNvGrpSpPr/>
            <p:nvPr/>
          </p:nvGrpSpPr>
          <p:grpSpPr>
            <a:xfrm>
              <a:off x="1766187" y="1179665"/>
              <a:ext cx="80700" cy="1526144"/>
              <a:chOff x="1766187" y="1179665"/>
              <a:chExt cx="80700" cy="1526144"/>
            </a:xfrm>
          </p:grpSpPr>
          <p:sp>
            <p:nvSpPr>
              <p:cNvPr id="13972" name="Google Shape;13972;p7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2" name="Google Shape;13982;p78"/>
            <p:cNvGrpSpPr/>
            <p:nvPr/>
          </p:nvGrpSpPr>
          <p:grpSpPr>
            <a:xfrm>
              <a:off x="1936935" y="1179665"/>
              <a:ext cx="80700" cy="1526144"/>
              <a:chOff x="1936935" y="1179665"/>
              <a:chExt cx="80700" cy="1526144"/>
            </a:xfrm>
          </p:grpSpPr>
          <p:sp>
            <p:nvSpPr>
              <p:cNvPr id="13983" name="Google Shape;13983;p7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78"/>
            <p:cNvGrpSpPr/>
            <p:nvPr/>
          </p:nvGrpSpPr>
          <p:grpSpPr>
            <a:xfrm>
              <a:off x="2110795" y="1179665"/>
              <a:ext cx="80700" cy="1526144"/>
              <a:chOff x="2110795" y="1179665"/>
              <a:chExt cx="80700" cy="1526144"/>
            </a:xfrm>
          </p:grpSpPr>
          <p:sp>
            <p:nvSpPr>
              <p:cNvPr id="13994" name="Google Shape;13994;p7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78"/>
            <p:cNvGrpSpPr/>
            <p:nvPr/>
          </p:nvGrpSpPr>
          <p:grpSpPr>
            <a:xfrm>
              <a:off x="2284655" y="1179665"/>
              <a:ext cx="80700" cy="1526144"/>
              <a:chOff x="2284655" y="1179665"/>
              <a:chExt cx="80700" cy="1526144"/>
            </a:xfrm>
          </p:grpSpPr>
          <p:sp>
            <p:nvSpPr>
              <p:cNvPr id="14005" name="Google Shape;14005;p7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15" name="Google Shape;14015;p78"/>
          <p:cNvGrpSpPr/>
          <p:nvPr/>
        </p:nvGrpSpPr>
        <p:grpSpPr>
          <a:xfrm>
            <a:off x="2603242" y="985003"/>
            <a:ext cx="1364248" cy="1102133"/>
            <a:chOff x="2623904" y="1198803"/>
            <a:chExt cx="1364248" cy="1102133"/>
          </a:xfrm>
        </p:grpSpPr>
        <p:grpSp>
          <p:nvGrpSpPr>
            <p:cNvPr id="14016" name="Google Shape;14016;p78"/>
            <p:cNvGrpSpPr/>
            <p:nvPr/>
          </p:nvGrpSpPr>
          <p:grpSpPr>
            <a:xfrm>
              <a:off x="2623907" y="1198803"/>
              <a:ext cx="1364245" cy="273000"/>
              <a:chOff x="2623907" y="1198803"/>
              <a:chExt cx="1364245" cy="273000"/>
            </a:xfrm>
          </p:grpSpPr>
          <p:sp>
            <p:nvSpPr>
              <p:cNvPr id="14017" name="Google Shape;14017;p7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78"/>
            <p:cNvGrpSpPr/>
            <p:nvPr/>
          </p:nvGrpSpPr>
          <p:grpSpPr>
            <a:xfrm>
              <a:off x="2623904" y="1476964"/>
              <a:ext cx="1364245" cy="273000"/>
              <a:chOff x="2623904" y="1476964"/>
              <a:chExt cx="1364245" cy="273000"/>
            </a:xfrm>
          </p:grpSpPr>
          <p:sp>
            <p:nvSpPr>
              <p:cNvPr id="14023" name="Google Shape;14023;p7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78"/>
            <p:cNvGrpSpPr/>
            <p:nvPr/>
          </p:nvGrpSpPr>
          <p:grpSpPr>
            <a:xfrm>
              <a:off x="2623907" y="1749775"/>
              <a:ext cx="1364245" cy="273000"/>
              <a:chOff x="2623907" y="1749775"/>
              <a:chExt cx="1364245" cy="273000"/>
            </a:xfrm>
          </p:grpSpPr>
          <p:sp>
            <p:nvSpPr>
              <p:cNvPr id="14029" name="Google Shape;14029;p7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78"/>
            <p:cNvGrpSpPr/>
            <p:nvPr/>
          </p:nvGrpSpPr>
          <p:grpSpPr>
            <a:xfrm>
              <a:off x="2623904" y="2027936"/>
              <a:ext cx="1364245" cy="273000"/>
              <a:chOff x="2623904" y="2027936"/>
              <a:chExt cx="1364245" cy="273000"/>
            </a:xfrm>
          </p:grpSpPr>
          <p:sp>
            <p:nvSpPr>
              <p:cNvPr id="14035" name="Google Shape;14035;p7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40" name="Google Shape;14040;p78"/>
          <p:cNvGrpSpPr/>
          <p:nvPr/>
        </p:nvGrpSpPr>
        <p:grpSpPr>
          <a:xfrm>
            <a:off x="2592703" y="2444186"/>
            <a:ext cx="1387541" cy="159124"/>
            <a:chOff x="3200660" y="2180272"/>
            <a:chExt cx="2563824" cy="378237"/>
          </a:xfrm>
        </p:grpSpPr>
        <p:sp>
          <p:nvSpPr>
            <p:cNvPr id="14041" name="Google Shape;14041;p7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9" name="Google Shape;14059;p78"/>
          <p:cNvGrpSpPr/>
          <p:nvPr/>
        </p:nvGrpSpPr>
        <p:grpSpPr>
          <a:xfrm>
            <a:off x="2589227" y="2722011"/>
            <a:ext cx="1390502" cy="159625"/>
            <a:chOff x="3530150" y="2790075"/>
            <a:chExt cx="1962600" cy="225300"/>
          </a:xfrm>
        </p:grpSpPr>
        <p:sp>
          <p:nvSpPr>
            <p:cNvPr id="14060" name="Google Shape;14060;p7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78"/>
          <p:cNvGrpSpPr/>
          <p:nvPr/>
        </p:nvGrpSpPr>
        <p:grpSpPr>
          <a:xfrm>
            <a:off x="2589880" y="3000337"/>
            <a:ext cx="1411629" cy="153761"/>
            <a:chOff x="3558802" y="4011427"/>
            <a:chExt cx="1866000" cy="111300"/>
          </a:xfrm>
        </p:grpSpPr>
        <p:sp>
          <p:nvSpPr>
            <p:cNvPr id="14063" name="Google Shape;14063;p7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78"/>
          <p:cNvGrpSpPr/>
          <p:nvPr/>
        </p:nvGrpSpPr>
        <p:grpSpPr>
          <a:xfrm>
            <a:off x="2589573" y="2205736"/>
            <a:ext cx="1383503" cy="119749"/>
            <a:chOff x="3465975" y="2270276"/>
            <a:chExt cx="1986364" cy="171929"/>
          </a:xfrm>
        </p:grpSpPr>
        <p:sp>
          <p:nvSpPr>
            <p:cNvPr id="14066" name="Google Shape;14066;p7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78"/>
          <p:cNvGrpSpPr/>
          <p:nvPr/>
        </p:nvGrpSpPr>
        <p:grpSpPr>
          <a:xfrm>
            <a:off x="2600580" y="3569387"/>
            <a:ext cx="1369531" cy="195460"/>
            <a:chOff x="723300" y="4253549"/>
            <a:chExt cx="2276482" cy="324900"/>
          </a:xfrm>
        </p:grpSpPr>
        <p:sp>
          <p:nvSpPr>
            <p:cNvPr id="14075" name="Google Shape;14075;p7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78"/>
          <p:cNvGrpSpPr/>
          <p:nvPr/>
        </p:nvGrpSpPr>
        <p:grpSpPr>
          <a:xfrm>
            <a:off x="2590141" y="3270567"/>
            <a:ext cx="1389066" cy="180119"/>
            <a:chOff x="705948" y="3788465"/>
            <a:chExt cx="2308953" cy="299400"/>
          </a:xfrm>
        </p:grpSpPr>
        <p:sp>
          <p:nvSpPr>
            <p:cNvPr id="14081" name="Google Shape;14081;p7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6" name="Google Shape;14086;p78"/>
          <p:cNvGrpSpPr/>
          <p:nvPr/>
        </p:nvGrpSpPr>
        <p:grpSpPr>
          <a:xfrm>
            <a:off x="2638078" y="3883547"/>
            <a:ext cx="1304609" cy="294074"/>
            <a:chOff x="2658741" y="4097347"/>
            <a:chExt cx="1304609" cy="294074"/>
          </a:xfrm>
        </p:grpSpPr>
        <p:grpSp>
          <p:nvGrpSpPr>
            <p:cNvPr id="14087" name="Google Shape;14087;p78"/>
            <p:cNvGrpSpPr/>
            <p:nvPr/>
          </p:nvGrpSpPr>
          <p:grpSpPr>
            <a:xfrm>
              <a:off x="2658741" y="4097347"/>
              <a:ext cx="118572" cy="294074"/>
              <a:chOff x="3343310" y="4475555"/>
              <a:chExt cx="127717" cy="316753"/>
            </a:xfrm>
          </p:grpSpPr>
          <p:sp>
            <p:nvSpPr>
              <p:cNvPr id="14088" name="Google Shape;14088;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78"/>
            <p:cNvGrpSpPr/>
            <p:nvPr/>
          </p:nvGrpSpPr>
          <p:grpSpPr>
            <a:xfrm>
              <a:off x="3815519" y="4098388"/>
              <a:ext cx="147831" cy="291991"/>
              <a:chOff x="3527539" y="4476677"/>
              <a:chExt cx="159232" cy="314510"/>
            </a:xfrm>
          </p:grpSpPr>
          <p:sp>
            <p:nvSpPr>
              <p:cNvPr id="14091" name="Google Shape;14091;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78"/>
            <p:cNvGrpSpPr/>
            <p:nvPr/>
          </p:nvGrpSpPr>
          <p:grpSpPr>
            <a:xfrm>
              <a:off x="3511696" y="4098388"/>
              <a:ext cx="147831" cy="291991"/>
              <a:chOff x="3527539" y="4476677"/>
              <a:chExt cx="159232" cy="314510"/>
            </a:xfrm>
          </p:grpSpPr>
          <p:sp>
            <p:nvSpPr>
              <p:cNvPr id="14094" name="Google Shape;14094;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78"/>
            <p:cNvGrpSpPr/>
            <p:nvPr/>
          </p:nvGrpSpPr>
          <p:grpSpPr>
            <a:xfrm>
              <a:off x="3207874" y="4098388"/>
              <a:ext cx="147831" cy="291991"/>
              <a:chOff x="3527539" y="4476677"/>
              <a:chExt cx="159232" cy="314510"/>
            </a:xfrm>
          </p:grpSpPr>
          <p:sp>
            <p:nvSpPr>
              <p:cNvPr id="14097" name="Google Shape;14097;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78"/>
            <p:cNvGrpSpPr/>
            <p:nvPr/>
          </p:nvGrpSpPr>
          <p:grpSpPr>
            <a:xfrm>
              <a:off x="2933305" y="4097347"/>
              <a:ext cx="118572" cy="294074"/>
              <a:chOff x="3343310" y="4475555"/>
              <a:chExt cx="127717" cy="316753"/>
            </a:xfrm>
          </p:grpSpPr>
          <p:sp>
            <p:nvSpPr>
              <p:cNvPr id="14100" name="Google Shape;14100;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02" name="Google Shape;14102;p78"/>
          <p:cNvGrpSpPr/>
          <p:nvPr/>
        </p:nvGrpSpPr>
        <p:grpSpPr>
          <a:xfrm>
            <a:off x="4256908" y="1866669"/>
            <a:ext cx="1433821" cy="191501"/>
            <a:chOff x="4273350" y="2080469"/>
            <a:chExt cx="1433821" cy="191501"/>
          </a:xfrm>
        </p:grpSpPr>
        <p:grpSp>
          <p:nvGrpSpPr>
            <p:cNvPr id="14103" name="Google Shape;14103;p78"/>
            <p:cNvGrpSpPr/>
            <p:nvPr/>
          </p:nvGrpSpPr>
          <p:grpSpPr>
            <a:xfrm>
              <a:off x="4273350" y="2080469"/>
              <a:ext cx="1433821" cy="0"/>
              <a:chOff x="5224975" y="2962250"/>
              <a:chExt cx="1544400" cy="0"/>
            </a:xfrm>
          </p:grpSpPr>
          <p:cxnSp>
            <p:nvCxnSpPr>
              <p:cNvPr id="14104" name="Google Shape;14104;p7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105" name="Google Shape;14105;p7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4106" name="Google Shape;14106;p78"/>
            <p:cNvGrpSpPr/>
            <p:nvPr/>
          </p:nvGrpSpPr>
          <p:grpSpPr>
            <a:xfrm>
              <a:off x="4273350" y="2271969"/>
              <a:ext cx="1433821" cy="0"/>
              <a:chOff x="5224975" y="2962250"/>
              <a:chExt cx="1544400" cy="0"/>
            </a:xfrm>
          </p:grpSpPr>
          <p:cxnSp>
            <p:nvCxnSpPr>
              <p:cNvPr id="14107" name="Google Shape;14107;p7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108" name="Google Shape;14108;p7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4109" name="Google Shape;14109;p78"/>
          <p:cNvGrpSpPr/>
          <p:nvPr/>
        </p:nvGrpSpPr>
        <p:grpSpPr>
          <a:xfrm>
            <a:off x="4258463" y="969236"/>
            <a:ext cx="1430711" cy="743389"/>
            <a:chOff x="5159450" y="1919950"/>
            <a:chExt cx="1541050" cy="862500"/>
          </a:xfrm>
        </p:grpSpPr>
        <p:sp>
          <p:nvSpPr>
            <p:cNvPr id="14110" name="Google Shape;14110;p7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4111" name="Google Shape;14111;p78"/>
            <p:cNvGrpSpPr/>
            <p:nvPr/>
          </p:nvGrpSpPr>
          <p:grpSpPr>
            <a:xfrm>
              <a:off x="5159450" y="1919950"/>
              <a:ext cx="1541050" cy="862500"/>
              <a:chOff x="5159450" y="1919950"/>
              <a:chExt cx="1541050" cy="862500"/>
            </a:xfrm>
          </p:grpSpPr>
          <p:cxnSp>
            <p:nvCxnSpPr>
              <p:cNvPr id="14112" name="Google Shape;14112;p7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4113" name="Google Shape;14113;p7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4114" name="Google Shape;14114;p78"/>
          <p:cNvGrpSpPr/>
          <p:nvPr/>
        </p:nvGrpSpPr>
        <p:grpSpPr>
          <a:xfrm>
            <a:off x="4248577" y="2192564"/>
            <a:ext cx="1450484" cy="1052087"/>
            <a:chOff x="5230575" y="1554475"/>
            <a:chExt cx="2137150" cy="1550150"/>
          </a:xfrm>
        </p:grpSpPr>
        <p:sp>
          <p:nvSpPr>
            <p:cNvPr id="14115" name="Google Shape;14115;p7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78"/>
          <p:cNvGrpSpPr/>
          <p:nvPr/>
        </p:nvGrpSpPr>
        <p:grpSpPr>
          <a:xfrm rot="10800000">
            <a:off x="4265127" y="3284753"/>
            <a:ext cx="1417383" cy="887946"/>
            <a:chOff x="5645403" y="2920021"/>
            <a:chExt cx="2650800" cy="2180614"/>
          </a:xfrm>
        </p:grpSpPr>
        <p:sp>
          <p:nvSpPr>
            <p:cNvPr id="14129" name="Google Shape;14129;p7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30" name="Google Shape;14130;p78"/>
            <p:cNvCxnSpPr>
              <a:stCxn id="1412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4131" name="Google Shape;14131;p7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32" name="Google Shape;14132;p78"/>
            <p:cNvCxnSpPr>
              <a:endCxn id="14131"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4133" name="Google Shape;14133;p7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34" name="Google Shape;14134;p78"/>
            <p:cNvCxnSpPr>
              <a:stCxn id="14133"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4135" name="Google Shape;14135;p7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36" name="Google Shape;14136;p78"/>
            <p:cNvCxnSpPr>
              <a:endCxn id="1413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4137" name="Google Shape;14137;p78"/>
          <p:cNvGrpSpPr/>
          <p:nvPr/>
        </p:nvGrpSpPr>
        <p:grpSpPr>
          <a:xfrm>
            <a:off x="7365487" y="2188108"/>
            <a:ext cx="1071743" cy="1021579"/>
            <a:chOff x="7189833" y="2022667"/>
            <a:chExt cx="1251159" cy="1192597"/>
          </a:xfrm>
        </p:grpSpPr>
        <p:sp>
          <p:nvSpPr>
            <p:cNvPr id="14138" name="Google Shape;14138;p7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2" name="Google Shape;14142;p78"/>
          <p:cNvGrpSpPr/>
          <p:nvPr/>
        </p:nvGrpSpPr>
        <p:grpSpPr>
          <a:xfrm>
            <a:off x="706758" y="2614515"/>
            <a:ext cx="1695374" cy="1560837"/>
            <a:chOff x="727421" y="2828315"/>
            <a:chExt cx="1695374" cy="1560837"/>
          </a:xfrm>
        </p:grpSpPr>
        <p:grpSp>
          <p:nvGrpSpPr>
            <p:cNvPr id="14143" name="Google Shape;14143;p78"/>
            <p:cNvGrpSpPr/>
            <p:nvPr/>
          </p:nvGrpSpPr>
          <p:grpSpPr>
            <a:xfrm>
              <a:off x="819108" y="2882501"/>
              <a:ext cx="103104" cy="1426186"/>
              <a:chOff x="4674013" y="3100904"/>
              <a:chExt cx="122758" cy="1698043"/>
            </a:xfrm>
          </p:grpSpPr>
          <p:sp>
            <p:nvSpPr>
              <p:cNvPr id="14144" name="Google Shape;14144;p7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78"/>
            <p:cNvGrpSpPr/>
            <p:nvPr/>
          </p:nvGrpSpPr>
          <p:grpSpPr>
            <a:xfrm>
              <a:off x="1062475" y="2882501"/>
              <a:ext cx="103104" cy="1426186"/>
              <a:chOff x="4940438" y="3100904"/>
              <a:chExt cx="122758" cy="1698043"/>
            </a:xfrm>
          </p:grpSpPr>
          <p:sp>
            <p:nvSpPr>
              <p:cNvPr id="14152" name="Google Shape;14152;p7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78"/>
            <p:cNvGrpSpPr/>
            <p:nvPr/>
          </p:nvGrpSpPr>
          <p:grpSpPr>
            <a:xfrm>
              <a:off x="1299324" y="2882501"/>
              <a:ext cx="103104" cy="1426186"/>
              <a:chOff x="5206863" y="3100904"/>
              <a:chExt cx="122758" cy="1698043"/>
            </a:xfrm>
          </p:grpSpPr>
          <p:sp>
            <p:nvSpPr>
              <p:cNvPr id="14160" name="Google Shape;14160;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7" name="Google Shape;14167;p78"/>
            <p:cNvGrpSpPr/>
            <p:nvPr/>
          </p:nvGrpSpPr>
          <p:grpSpPr>
            <a:xfrm>
              <a:off x="1786057" y="2882501"/>
              <a:ext cx="103104" cy="1426186"/>
              <a:chOff x="6006138" y="3143629"/>
              <a:chExt cx="122758" cy="1698043"/>
            </a:xfrm>
          </p:grpSpPr>
          <p:sp>
            <p:nvSpPr>
              <p:cNvPr id="14168" name="Google Shape;14168;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78"/>
            <p:cNvGrpSpPr/>
            <p:nvPr/>
          </p:nvGrpSpPr>
          <p:grpSpPr>
            <a:xfrm>
              <a:off x="2029422" y="2882501"/>
              <a:ext cx="103104" cy="1426186"/>
              <a:chOff x="6805413" y="3100904"/>
              <a:chExt cx="122758" cy="1698043"/>
            </a:xfrm>
          </p:grpSpPr>
          <p:sp>
            <p:nvSpPr>
              <p:cNvPr id="14176" name="Google Shape;14176;p7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3" name="Google Shape;14183;p78"/>
            <p:cNvGrpSpPr/>
            <p:nvPr/>
          </p:nvGrpSpPr>
          <p:grpSpPr>
            <a:xfrm>
              <a:off x="727421" y="2828315"/>
              <a:ext cx="1695374" cy="1560837"/>
              <a:chOff x="734799" y="2782450"/>
              <a:chExt cx="1571100" cy="1577400"/>
            </a:xfrm>
          </p:grpSpPr>
          <p:cxnSp>
            <p:nvCxnSpPr>
              <p:cNvPr id="14184" name="Google Shape;14184;p7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4185" name="Google Shape;14185;p7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4186" name="Google Shape;14186;p78"/>
            <p:cNvGrpSpPr/>
            <p:nvPr/>
          </p:nvGrpSpPr>
          <p:grpSpPr>
            <a:xfrm>
              <a:off x="2272795" y="2882501"/>
              <a:ext cx="103104" cy="1426186"/>
              <a:chOff x="5206863" y="3100904"/>
              <a:chExt cx="122758" cy="1698043"/>
            </a:xfrm>
          </p:grpSpPr>
          <p:sp>
            <p:nvSpPr>
              <p:cNvPr id="14187" name="Google Shape;14187;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78"/>
            <p:cNvGrpSpPr/>
            <p:nvPr/>
          </p:nvGrpSpPr>
          <p:grpSpPr>
            <a:xfrm>
              <a:off x="1542694" y="2882501"/>
              <a:ext cx="103104" cy="1426186"/>
              <a:chOff x="6006138" y="3143629"/>
              <a:chExt cx="122758" cy="1698043"/>
            </a:xfrm>
          </p:grpSpPr>
          <p:sp>
            <p:nvSpPr>
              <p:cNvPr id="14195" name="Google Shape;14195;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02" name="Google Shape;14202;p78"/>
          <p:cNvGrpSpPr/>
          <p:nvPr/>
        </p:nvGrpSpPr>
        <p:grpSpPr>
          <a:xfrm>
            <a:off x="5915338" y="2192087"/>
            <a:ext cx="1248543" cy="1025319"/>
            <a:chOff x="5183758" y="1210600"/>
            <a:chExt cx="3605380" cy="2960783"/>
          </a:xfrm>
        </p:grpSpPr>
        <p:sp>
          <p:nvSpPr>
            <p:cNvPr id="14203" name="Google Shape;14203;p7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07" name="Google Shape;14207;p7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4208" name="Google Shape;14208;p7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4209" name="Google Shape;14209;p7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4210" name="Google Shape;14210;p7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4211" name="Google Shape;14211;p7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78"/>
          <p:cNvGrpSpPr/>
          <p:nvPr/>
        </p:nvGrpSpPr>
        <p:grpSpPr>
          <a:xfrm>
            <a:off x="5772399" y="3330404"/>
            <a:ext cx="2664831" cy="843440"/>
            <a:chOff x="5916567" y="1099697"/>
            <a:chExt cx="2556683" cy="809211"/>
          </a:xfrm>
        </p:grpSpPr>
        <p:sp>
          <p:nvSpPr>
            <p:cNvPr id="14213" name="Google Shape;14213;p7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78"/>
          <p:cNvGrpSpPr/>
          <p:nvPr/>
        </p:nvGrpSpPr>
        <p:grpSpPr>
          <a:xfrm>
            <a:off x="5879940" y="979263"/>
            <a:ext cx="1299851" cy="1023338"/>
            <a:chOff x="5900602" y="1193063"/>
            <a:chExt cx="1299851" cy="1023338"/>
          </a:xfrm>
        </p:grpSpPr>
        <p:grpSp>
          <p:nvGrpSpPr>
            <p:cNvPr id="14222" name="Google Shape;14222;p78"/>
            <p:cNvGrpSpPr/>
            <p:nvPr/>
          </p:nvGrpSpPr>
          <p:grpSpPr>
            <a:xfrm>
              <a:off x="6743564" y="1193063"/>
              <a:ext cx="456889" cy="700379"/>
              <a:chOff x="6743564" y="1193063"/>
              <a:chExt cx="456889" cy="700379"/>
            </a:xfrm>
          </p:grpSpPr>
          <p:grpSp>
            <p:nvGrpSpPr>
              <p:cNvPr id="14223" name="Google Shape;14223;p78"/>
              <p:cNvGrpSpPr/>
              <p:nvPr/>
            </p:nvGrpSpPr>
            <p:grpSpPr>
              <a:xfrm>
                <a:off x="6743564" y="1690731"/>
                <a:ext cx="214402" cy="202710"/>
                <a:chOff x="6743564" y="1690731"/>
                <a:chExt cx="214402" cy="202710"/>
              </a:xfrm>
            </p:grpSpPr>
            <p:sp>
              <p:nvSpPr>
                <p:cNvPr id="14224" name="Google Shape;14224;p7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78"/>
              <p:cNvGrpSpPr/>
              <p:nvPr/>
            </p:nvGrpSpPr>
            <p:grpSpPr>
              <a:xfrm>
                <a:off x="6915505" y="1193063"/>
                <a:ext cx="284947" cy="589637"/>
                <a:chOff x="6915505" y="1193063"/>
                <a:chExt cx="284947" cy="589637"/>
              </a:xfrm>
            </p:grpSpPr>
            <p:sp>
              <p:nvSpPr>
                <p:cNvPr id="14227" name="Google Shape;14227;p7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28" name="Google Shape;14228;p7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4229" name="Google Shape;14229;p78"/>
            <p:cNvGrpSpPr/>
            <p:nvPr/>
          </p:nvGrpSpPr>
          <p:grpSpPr>
            <a:xfrm>
              <a:off x="6520337" y="1193063"/>
              <a:ext cx="341815" cy="801589"/>
              <a:chOff x="6520337" y="1193063"/>
              <a:chExt cx="341815" cy="801589"/>
            </a:xfrm>
          </p:grpSpPr>
          <p:grpSp>
            <p:nvGrpSpPr>
              <p:cNvPr id="14230" name="Google Shape;14230;p78"/>
              <p:cNvGrpSpPr/>
              <p:nvPr/>
            </p:nvGrpSpPr>
            <p:grpSpPr>
              <a:xfrm>
                <a:off x="6520337" y="1589527"/>
                <a:ext cx="213950" cy="405125"/>
                <a:chOff x="6520337" y="1589527"/>
                <a:chExt cx="213950" cy="405125"/>
              </a:xfrm>
            </p:grpSpPr>
            <p:sp>
              <p:nvSpPr>
                <p:cNvPr id="14231" name="Google Shape;14231;p7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3" name="Google Shape;14233;p78"/>
              <p:cNvGrpSpPr/>
              <p:nvPr/>
            </p:nvGrpSpPr>
            <p:grpSpPr>
              <a:xfrm>
                <a:off x="6577204" y="1193063"/>
                <a:ext cx="284947" cy="453562"/>
                <a:chOff x="6577204" y="1193063"/>
                <a:chExt cx="284947" cy="453562"/>
              </a:xfrm>
            </p:grpSpPr>
            <p:sp>
              <p:nvSpPr>
                <p:cNvPr id="14234" name="Google Shape;14234;p7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35" name="Google Shape;14235;p7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4236" name="Google Shape;14236;p78"/>
            <p:cNvGrpSpPr/>
            <p:nvPr/>
          </p:nvGrpSpPr>
          <p:grpSpPr>
            <a:xfrm>
              <a:off x="6238903" y="1193063"/>
              <a:ext cx="300475" cy="901782"/>
              <a:chOff x="6238903" y="1193063"/>
              <a:chExt cx="300475" cy="901782"/>
            </a:xfrm>
          </p:grpSpPr>
          <p:grpSp>
            <p:nvGrpSpPr>
              <p:cNvPr id="14237" name="Google Shape;14237;p78"/>
              <p:cNvGrpSpPr/>
              <p:nvPr/>
            </p:nvGrpSpPr>
            <p:grpSpPr>
              <a:xfrm>
                <a:off x="6290865" y="1489315"/>
                <a:ext cx="248514" cy="605530"/>
                <a:chOff x="6290865" y="1489315"/>
                <a:chExt cx="248514" cy="605530"/>
              </a:xfrm>
            </p:grpSpPr>
            <p:sp>
              <p:nvSpPr>
                <p:cNvPr id="14238" name="Google Shape;14238;p7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0" name="Google Shape;14240;p78"/>
              <p:cNvGrpSpPr/>
              <p:nvPr/>
            </p:nvGrpSpPr>
            <p:grpSpPr>
              <a:xfrm>
                <a:off x="6238903" y="1193063"/>
                <a:ext cx="284947" cy="327512"/>
                <a:chOff x="6238903" y="1193063"/>
                <a:chExt cx="284947" cy="327512"/>
              </a:xfrm>
            </p:grpSpPr>
            <p:sp>
              <p:nvSpPr>
                <p:cNvPr id="14241" name="Google Shape;14241;p7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42" name="Google Shape;14242;p7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4243" name="Google Shape;14243;p78"/>
            <p:cNvGrpSpPr/>
            <p:nvPr/>
          </p:nvGrpSpPr>
          <p:grpSpPr>
            <a:xfrm>
              <a:off x="5900602" y="1193063"/>
              <a:ext cx="444345" cy="1023338"/>
              <a:chOff x="5900602" y="1193063"/>
              <a:chExt cx="444345" cy="1023338"/>
            </a:xfrm>
          </p:grpSpPr>
          <p:grpSp>
            <p:nvGrpSpPr>
              <p:cNvPr id="14244" name="Google Shape;14244;p78"/>
              <p:cNvGrpSpPr/>
              <p:nvPr/>
            </p:nvGrpSpPr>
            <p:grpSpPr>
              <a:xfrm>
                <a:off x="6046501" y="1367785"/>
                <a:ext cx="298446" cy="848616"/>
                <a:chOff x="6046501" y="1367785"/>
                <a:chExt cx="298446" cy="848616"/>
              </a:xfrm>
            </p:grpSpPr>
            <p:sp>
              <p:nvSpPr>
                <p:cNvPr id="14245" name="Google Shape;14245;p7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78"/>
              <p:cNvGrpSpPr/>
              <p:nvPr/>
            </p:nvGrpSpPr>
            <p:grpSpPr>
              <a:xfrm>
                <a:off x="5900602" y="1193063"/>
                <a:ext cx="284947" cy="182312"/>
                <a:chOff x="5900602" y="1193063"/>
                <a:chExt cx="284947" cy="182312"/>
              </a:xfrm>
            </p:grpSpPr>
            <p:sp>
              <p:nvSpPr>
                <p:cNvPr id="14248" name="Google Shape;14248;p7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49" name="Google Shape;14249;p7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4250" name="Google Shape;14250;p78"/>
          <p:cNvGrpSpPr/>
          <p:nvPr/>
        </p:nvGrpSpPr>
        <p:grpSpPr>
          <a:xfrm>
            <a:off x="7217822" y="979408"/>
            <a:ext cx="1219413" cy="1051365"/>
            <a:chOff x="7287122" y="1165658"/>
            <a:chExt cx="1219413" cy="1051365"/>
          </a:xfrm>
        </p:grpSpPr>
        <p:grpSp>
          <p:nvGrpSpPr>
            <p:cNvPr id="14251" name="Google Shape;14251;p78"/>
            <p:cNvGrpSpPr/>
            <p:nvPr/>
          </p:nvGrpSpPr>
          <p:grpSpPr>
            <a:xfrm>
              <a:off x="7287122" y="1969723"/>
              <a:ext cx="1219413" cy="247300"/>
              <a:chOff x="7287122" y="1969723"/>
              <a:chExt cx="1219413" cy="247300"/>
            </a:xfrm>
          </p:grpSpPr>
          <p:sp>
            <p:nvSpPr>
              <p:cNvPr id="14252" name="Google Shape;14252;p7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3" name="Google Shape;14253;p78"/>
              <p:cNvGrpSpPr/>
              <p:nvPr/>
            </p:nvGrpSpPr>
            <p:grpSpPr>
              <a:xfrm>
                <a:off x="7287122" y="2063892"/>
                <a:ext cx="1151753" cy="73428"/>
                <a:chOff x="7287122" y="2063892"/>
                <a:chExt cx="1151753" cy="73428"/>
              </a:xfrm>
            </p:grpSpPr>
            <p:sp>
              <p:nvSpPr>
                <p:cNvPr id="14254" name="Google Shape;14254;p7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55" name="Google Shape;14255;p7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4256" name="Google Shape;14256;p78"/>
            <p:cNvGrpSpPr/>
            <p:nvPr/>
          </p:nvGrpSpPr>
          <p:grpSpPr>
            <a:xfrm>
              <a:off x="7287122" y="1712201"/>
              <a:ext cx="1219403" cy="246767"/>
              <a:chOff x="7287122" y="1712201"/>
              <a:chExt cx="1219403" cy="246767"/>
            </a:xfrm>
          </p:grpSpPr>
          <p:sp>
            <p:nvSpPr>
              <p:cNvPr id="14257" name="Google Shape;14257;p7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8" name="Google Shape;14258;p78"/>
              <p:cNvGrpSpPr/>
              <p:nvPr/>
            </p:nvGrpSpPr>
            <p:grpSpPr>
              <a:xfrm>
                <a:off x="7287122" y="1842861"/>
                <a:ext cx="1005303" cy="73419"/>
                <a:chOff x="7287122" y="1842861"/>
                <a:chExt cx="1005303" cy="73419"/>
              </a:xfrm>
            </p:grpSpPr>
            <p:sp>
              <p:nvSpPr>
                <p:cNvPr id="14259" name="Google Shape;14259;p7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60" name="Google Shape;14260;p7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4261" name="Google Shape;14261;p78"/>
            <p:cNvGrpSpPr/>
            <p:nvPr/>
          </p:nvGrpSpPr>
          <p:grpSpPr>
            <a:xfrm>
              <a:off x="7287122" y="1447520"/>
              <a:ext cx="1219403" cy="286667"/>
              <a:chOff x="7287122" y="1447520"/>
              <a:chExt cx="1219403" cy="286667"/>
            </a:xfrm>
          </p:grpSpPr>
          <p:sp>
            <p:nvSpPr>
              <p:cNvPr id="14262" name="Google Shape;14262;p7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3" name="Google Shape;14263;p78"/>
              <p:cNvGrpSpPr/>
              <p:nvPr/>
            </p:nvGrpSpPr>
            <p:grpSpPr>
              <a:xfrm>
                <a:off x="7287122" y="1581977"/>
                <a:ext cx="852803" cy="73428"/>
                <a:chOff x="7287122" y="1581977"/>
                <a:chExt cx="852803" cy="73428"/>
              </a:xfrm>
            </p:grpSpPr>
            <p:sp>
              <p:nvSpPr>
                <p:cNvPr id="14264" name="Google Shape;14264;p7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65" name="Google Shape;14265;p7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4266" name="Google Shape;14266;p78"/>
            <p:cNvGrpSpPr/>
            <p:nvPr/>
          </p:nvGrpSpPr>
          <p:grpSpPr>
            <a:xfrm>
              <a:off x="7287122" y="1165658"/>
              <a:ext cx="1219403" cy="344253"/>
              <a:chOff x="7287122" y="1165658"/>
              <a:chExt cx="1219403" cy="344253"/>
            </a:xfrm>
          </p:grpSpPr>
          <p:sp>
            <p:nvSpPr>
              <p:cNvPr id="14267" name="Google Shape;14267;p7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8" name="Google Shape;14268;p78"/>
              <p:cNvGrpSpPr/>
              <p:nvPr/>
            </p:nvGrpSpPr>
            <p:grpSpPr>
              <a:xfrm>
                <a:off x="7287122" y="1341025"/>
                <a:ext cx="695703" cy="73419"/>
                <a:chOff x="7287122" y="1341025"/>
                <a:chExt cx="695703" cy="73419"/>
              </a:xfrm>
            </p:grpSpPr>
            <p:sp>
              <p:nvSpPr>
                <p:cNvPr id="14269" name="Google Shape;14269;p7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70" name="Google Shape;14270;p7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74" name="Shape 14274"/>
        <p:cNvGrpSpPr/>
        <p:nvPr/>
      </p:nvGrpSpPr>
      <p:grpSpPr>
        <a:xfrm>
          <a:off x="0" y="0"/>
          <a:ext cx="0" cy="0"/>
          <a:chOff x="0" y="0"/>
          <a:chExt cx="0" cy="0"/>
        </a:xfrm>
      </p:grpSpPr>
      <p:grpSp>
        <p:nvGrpSpPr>
          <p:cNvPr id="14275" name="Google Shape;14275;p79"/>
          <p:cNvGrpSpPr/>
          <p:nvPr/>
        </p:nvGrpSpPr>
        <p:grpSpPr>
          <a:xfrm>
            <a:off x="866243" y="2291587"/>
            <a:ext cx="415546" cy="355053"/>
            <a:chOff x="866243" y="2291587"/>
            <a:chExt cx="415546" cy="355053"/>
          </a:xfrm>
        </p:grpSpPr>
        <p:sp>
          <p:nvSpPr>
            <p:cNvPr id="14276" name="Google Shape;14276;p7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1" name="Google Shape;14281;p7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2" name="Google Shape;14282;p79"/>
          <p:cNvGrpSpPr/>
          <p:nvPr/>
        </p:nvGrpSpPr>
        <p:grpSpPr>
          <a:xfrm>
            <a:off x="1958520" y="2302574"/>
            <a:ext cx="359213" cy="327807"/>
            <a:chOff x="1958520" y="2302574"/>
            <a:chExt cx="359213" cy="327807"/>
          </a:xfrm>
        </p:grpSpPr>
        <p:sp>
          <p:nvSpPr>
            <p:cNvPr id="14283" name="Google Shape;14283;p7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79"/>
          <p:cNvGrpSpPr/>
          <p:nvPr/>
        </p:nvGrpSpPr>
        <p:grpSpPr>
          <a:xfrm>
            <a:off x="2579882" y="2287427"/>
            <a:ext cx="207582" cy="359594"/>
            <a:chOff x="2656082" y="2287427"/>
            <a:chExt cx="207582" cy="359594"/>
          </a:xfrm>
        </p:grpSpPr>
        <p:sp>
          <p:nvSpPr>
            <p:cNvPr id="14287" name="Google Shape;14287;p7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79"/>
          <p:cNvGrpSpPr/>
          <p:nvPr/>
        </p:nvGrpSpPr>
        <p:grpSpPr>
          <a:xfrm>
            <a:off x="3049653" y="2321468"/>
            <a:ext cx="362991" cy="290018"/>
            <a:chOff x="3049653" y="2321468"/>
            <a:chExt cx="362991" cy="290018"/>
          </a:xfrm>
        </p:grpSpPr>
        <p:sp>
          <p:nvSpPr>
            <p:cNvPr id="14292" name="Google Shape;14292;p7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6" name="Google Shape;14296;p79"/>
          <p:cNvGrpSpPr/>
          <p:nvPr/>
        </p:nvGrpSpPr>
        <p:grpSpPr>
          <a:xfrm>
            <a:off x="3564243" y="2289904"/>
            <a:ext cx="422342" cy="355243"/>
            <a:chOff x="3564243" y="2289904"/>
            <a:chExt cx="422342" cy="355243"/>
          </a:xfrm>
        </p:grpSpPr>
        <p:sp>
          <p:nvSpPr>
            <p:cNvPr id="14297" name="Google Shape;14297;p7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2" name="Google Shape;14302;p7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3" name="Google Shape;14303;p79"/>
          <p:cNvGrpSpPr/>
          <p:nvPr/>
        </p:nvGrpSpPr>
        <p:grpSpPr>
          <a:xfrm>
            <a:off x="4687894" y="2289713"/>
            <a:ext cx="359594" cy="353909"/>
            <a:chOff x="4687894" y="2289713"/>
            <a:chExt cx="359594" cy="353909"/>
          </a:xfrm>
        </p:grpSpPr>
        <p:sp>
          <p:nvSpPr>
            <p:cNvPr id="14304" name="Google Shape;14304;p7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7" name="Google Shape;14307;p7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8" name="Google Shape;14308;p79"/>
          <p:cNvGrpSpPr/>
          <p:nvPr/>
        </p:nvGrpSpPr>
        <p:grpSpPr>
          <a:xfrm>
            <a:off x="6372624" y="2308227"/>
            <a:ext cx="263567" cy="317614"/>
            <a:chOff x="6421399" y="2308227"/>
            <a:chExt cx="263567" cy="317614"/>
          </a:xfrm>
        </p:grpSpPr>
        <p:sp>
          <p:nvSpPr>
            <p:cNvPr id="14309" name="Google Shape;14309;p7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79"/>
          <p:cNvGrpSpPr/>
          <p:nvPr/>
        </p:nvGrpSpPr>
        <p:grpSpPr>
          <a:xfrm>
            <a:off x="6870193" y="2295620"/>
            <a:ext cx="360356" cy="343462"/>
            <a:chOff x="6870193" y="2295620"/>
            <a:chExt cx="360356" cy="343462"/>
          </a:xfrm>
        </p:grpSpPr>
        <p:sp>
          <p:nvSpPr>
            <p:cNvPr id="14314" name="Google Shape;14314;p7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6" name="Google Shape;14316;p79"/>
          <p:cNvGrpSpPr/>
          <p:nvPr/>
        </p:nvGrpSpPr>
        <p:grpSpPr>
          <a:xfrm>
            <a:off x="7441465" y="2302860"/>
            <a:ext cx="342192" cy="327140"/>
            <a:chOff x="7441465" y="2302860"/>
            <a:chExt cx="342192" cy="327140"/>
          </a:xfrm>
        </p:grpSpPr>
        <p:sp>
          <p:nvSpPr>
            <p:cNvPr id="14317" name="Google Shape;14317;p7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9" name="Google Shape;14319;p79"/>
          <p:cNvGrpSpPr/>
          <p:nvPr/>
        </p:nvGrpSpPr>
        <p:grpSpPr>
          <a:xfrm>
            <a:off x="7989683" y="2350207"/>
            <a:ext cx="332761" cy="234066"/>
            <a:chOff x="7989683" y="2350207"/>
            <a:chExt cx="332761" cy="234066"/>
          </a:xfrm>
        </p:grpSpPr>
        <p:sp>
          <p:nvSpPr>
            <p:cNvPr id="14320" name="Google Shape;14320;p7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79"/>
          <p:cNvGrpSpPr/>
          <p:nvPr/>
        </p:nvGrpSpPr>
        <p:grpSpPr>
          <a:xfrm>
            <a:off x="5823294" y="2309751"/>
            <a:ext cx="315327" cy="314978"/>
            <a:chOff x="5823294" y="2309751"/>
            <a:chExt cx="315327" cy="314978"/>
          </a:xfrm>
        </p:grpSpPr>
        <p:sp>
          <p:nvSpPr>
            <p:cNvPr id="14327" name="Google Shape;14327;p7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4" name="Google Shape;14344;p79"/>
          <p:cNvGrpSpPr/>
          <p:nvPr/>
        </p:nvGrpSpPr>
        <p:grpSpPr>
          <a:xfrm>
            <a:off x="2497275" y="2744159"/>
            <a:ext cx="370930" cy="370549"/>
            <a:chOff x="2497275" y="2744159"/>
            <a:chExt cx="370930" cy="370549"/>
          </a:xfrm>
        </p:grpSpPr>
        <p:sp>
          <p:nvSpPr>
            <p:cNvPr id="14345" name="Google Shape;14345;p7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1" name="Google Shape;14351;p79"/>
          <p:cNvGrpSpPr/>
          <p:nvPr/>
        </p:nvGrpSpPr>
        <p:grpSpPr>
          <a:xfrm>
            <a:off x="860940" y="2746477"/>
            <a:ext cx="371883" cy="365691"/>
            <a:chOff x="860940" y="2746477"/>
            <a:chExt cx="371883" cy="365691"/>
          </a:xfrm>
        </p:grpSpPr>
        <p:sp>
          <p:nvSpPr>
            <p:cNvPr id="14352" name="Google Shape;14352;p7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79"/>
          <p:cNvGrpSpPr/>
          <p:nvPr/>
        </p:nvGrpSpPr>
        <p:grpSpPr>
          <a:xfrm>
            <a:off x="1450836" y="2766258"/>
            <a:ext cx="283985" cy="341080"/>
            <a:chOff x="1493849" y="2775533"/>
            <a:chExt cx="283985" cy="341080"/>
          </a:xfrm>
        </p:grpSpPr>
        <p:sp>
          <p:nvSpPr>
            <p:cNvPr id="14358" name="Google Shape;14358;p7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79"/>
          <p:cNvGrpSpPr/>
          <p:nvPr/>
        </p:nvGrpSpPr>
        <p:grpSpPr>
          <a:xfrm>
            <a:off x="1952836" y="2774422"/>
            <a:ext cx="372835" cy="342573"/>
            <a:chOff x="1952836" y="2774422"/>
            <a:chExt cx="372835" cy="342573"/>
          </a:xfrm>
        </p:grpSpPr>
        <p:sp>
          <p:nvSpPr>
            <p:cNvPr id="14361" name="Google Shape;14361;p7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4" name="Google Shape;14364;p79"/>
          <p:cNvGrpSpPr/>
          <p:nvPr/>
        </p:nvGrpSpPr>
        <p:grpSpPr>
          <a:xfrm>
            <a:off x="3079916" y="2744477"/>
            <a:ext cx="332729" cy="372518"/>
            <a:chOff x="3079916" y="2744477"/>
            <a:chExt cx="332729" cy="372518"/>
          </a:xfrm>
        </p:grpSpPr>
        <p:sp>
          <p:nvSpPr>
            <p:cNvPr id="14365" name="Google Shape;14365;p7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8" name="Google Shape;14368;p79"/>
          <p:cNvGrpSpPr/>
          <p:nvPr/>
        </p:nvGrpSpPr>
        <p:grpSpPr>
          <a:xfrm>
            <a:off x="3620576" y="2745525"/>
            <a:ext cx="336889" cy="355592"/>
            <a:chOff x="3620576" y="2745525"/>
            <a:chExt cx="336889" cy="355592"/>
          </a:xfrm>
        </p:grpSpPr>
        <p:sp>
          <p:nvSpPr>
            <p:cNvPr id="14369" name="Google Shape;14369;p7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79"/>
          <p:cNvGrpSpPr/>
          <p:nvPr/>
        </p:nvGrpSpPr>
        <p:grpSpPr>
          <a:xfrm>
            <a:off x="4126815" y="2760704"/>
            <a:ext cx="380393" cy="363118"/>
            <a:chOff x="4126815" y="2760704"/>
            <a:chExt cx="380393" cy="363118"/>
          </a:xfrm>
        </p:grpSpPr>
        <p:sp>
          <p:nvSpPr>
            <p:cNvPr id="14372" name="Google Shape;14372;p7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79"/>
          <p:cNvGrpSpPr/>
          <p:nvPr/>
        </p:nvGrpSpPr>
        <p:grpSpPr>
          <a:xfrm>
            <a:off x="4675986" y="2745684"/>
            <a:ext cx="381346" cy="368644"/>
            <a:chOff x="4675986" y="2745684"/>
            <a:chExt cx="381346" cy="368644"/>
          </a:xfrm>
        </p:grpSpPr>
        <p:sp>
          <p:nvSpPr>
            <p:cNvPr id="14377" name="Google Shape;14377;p7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79"/>
          <p:cNvGrpSpPr/>
          <p:nvPr/>
        </p:nvGrpSpPr>
        <p:grpSpPr>
          <a:xfrm>
            <a:off x="5220616" y="2791061"/>
            <a:ext cx="373185" cy="302466"/>
            <a:chOff x="5220616" y="2791061"/>
            <a:chExt cx="373185" cy="302466"/>
          </a:xfrm>
        </p:grpSpPr>
        <p:sp>
          <p:nvSpPr>
            <p:cNvPr id="14380" name="Google Shape;14380;p7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79"/>
          <p:cNvGrpSpPr/>
          <p:nvPr/>
        </p:nvGrpSpPr>
        <p:grpSpPr>
          <a:xfrm>
            <a:off x="5788661" y="2772517"/>
            <a:ext cx="284366" cy="344097"/>
            <a:chOff x="5864861" y="2772517"/>
            <a:chExt cx="284366" cy="344097"/>
          </a:xfrm>
        </p:grpSpPr>
        <p:sp>
          <p:nvSpPr>
            <p:cNvPr id="14399" name="Google Shape;14399;p7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5" name="Google Shape;14405;p7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6" name="Google Shape;14406;p79"/>
          <p:cNvGrpSpPr/>
          <p:nvPr/>
        </p:nvGrpSpPr>
        <p:grpSpPr>
          <a:xfrm>
            <a:off x="6974158" y="2789537"/>
            <a:ext cx="255247" cy="327458"/>
            <a:chOff x="6974158" y="2789537"/>
            <a:chExt cx="255247" cy="327458"/>
          </a:xfrm>
        </p:grpSpPr>
        <p:sp>
          <p:nvSpPr>
            <p:cNvPr id="14407" name="Google Shape;14407;p7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79"/>
          <p:cNvGrpSpPr/>
          <p:nvPr/>
        </p:nvGrpSpPr>
        <p:grpSpPr>
          <a:xfrm>
            <a:off x="7530697" y="2790299"/>
            <a:ext cx="244291" cy="326314"/>
            <a:chOff x="7530697" y="2790299"/>
            <a:chExt cx="244291" cy="326314"/>
          </a:xfrm>
        </p:grpSpPr>
        <p:sp>
          <p:nvSpPr>
            <p:cNvPr id="14414" name="Google Shape;14414;p7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0" name="Google Shape;14420;p79"/>
          <p:cNvGrpSpPr/>
          <p:nvPr/>
        </p:nvGrpSpPr>
        <p:grpSpPr>
          <a:xfrm>
            <a:off x="7988191" y="2832248"/>
            <a:ext cx="332348" cy="283985"/>
            <a:chOff x="7988191" y="2832248"/>
            <a:chExt cx="332348" cy="283985"/>
          </a:xfrm>
        </p:grpSpPr>
        <p:sp>
          <p:nvSpPr>
            <p:cNvPr id="14421" name="Google Shape;14421;p7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4" name="Google Shape;14424;p7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5" name="Google Shape;14425;p79"/>
          <p:cNvGrpSpPr/>
          <p:nvPr/>
        </p:nvGrpSpPr>
        <p:grpSpPr>
          <a:xfrm>
            <a:off x="3588440" y="3258368"/>
            <a:ext cx="364484" cy="262423"/>
            <a:chOff x="3588440" y="3258368"/>
            <a:chExt cx="364484" cy="262423"/>
          </a:xfrm>
        </p:grpSpPr>
        <p:sp>
          <p:nvSpPr>
            <p:cNvPr id="14426" name="Google Shape;14426;p7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2" name="Google Shape;14432;p7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3" name="Google Shape;14433;p79"/>
          <p:cNvGrpSpPr/>
          <p:nvPr/>
        </p:nvGrpSpPr>
        <p:grpSpPr>
          <a:xfrm>
            <a:off x="5765817" y="3227724"/>
            <a:ext cx="364865" cy="324822"/>
            <a:chOff x="5765817" y="3227724"/>
            <a:chExt cx="364865" cy="324822"/>
          </a:xfrm>
        </p:grpSpPr>
        <p:sp>
          <p:nvSpPr>
            <p:cNvPr id="14434" name="Google Shape;14434;p7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79"/>
          <p:cNvGrpSpPr/>
          <p:nvPr/>
        </p:nvGrpSpPr>
        <p:grpSpPr>
          <a:xfrm>
            <a:off x="6228583" y="3237664"/>
            <a:ext cx="446539" cy="303895"/>
            <a:chOff x="6228583" y="3237664"/>
            <a:chExt cx="446539" cy="303895"/>
          </a:xfrm>
        </p:grpSpPr>
        <p:sp>
          <p:nvSpPr>
            <p:cNvPr id="14438" name="Google Shape;14438;p7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79"/>
          <p:cNvGrpSpPr/>
          <p:nvPr/>
        </p:nvGrpSpPr>
        <p:grpSpPr>
          <a:xfrm>
            <a:off x="865862" y="3207306"/>
            <a:ext cx="364484" cy="364897"/>
            <a:chOff x="865862" y="3207306"/>
            <a:chExt cx="364484" cy="364897"/>
          </a:xfrm>
        </p:grpSpPr>
        <p:sp>
          <p:nvSpPr>
            <p:cNvPr id="14456" name="Google Shape;14456;p7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0" name="Google Shape;14470;p79"/>
          <p:cNvGrpSpPr/>
          <p:nvPr/>
        </p:nvGrpSpPr>
        <p:grpSpPr>
          <a:xfrm>
            <a:off x="1404617" y="3226962"/>
            <a:ext cx="370168" cy="325965"/>
            <a:chOff x="1404617" y="3226962"/>
            <a:chExt cx="370168" cy="325965"/>
          </a:xfrm>
        </p:grpSpPr>
        <p:sp>
          <p:nvSpPr>
            <p:cNvPr id="14471" name="Google Shape;14471;p7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79"/>
          <p:cNvGrpSpPr/>
          <p:nvPr/>
        </p:nvGrpSpPr>
        <p:grpSpPr>
          <a:xfrm>
            <a:off x="1953403" y="3216094"/>
            <a:ext cx="366389" cy="354481"/>
            <a:chOff x="1954741" y="3212419"/>
            <a:chExt cx="366389" cy="354481"/>
          </a:xfrm>
        </p:grpSpPr>
        <p:sp>
          <p:nvSpPr>
            <p:cNvPr id="14481" name="Google Shape;14481;p7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8" name="Google Shape;14488;p79"/>
          <p:cNvGrpSpPr/>
          <p:nvPr/>
        </p:nvGrpSpPr>
        <p:grpSpPr>
          <a:xfrm>
            <a:off x="3043239" y="3215626"/>
            <a:ext cx="366008" cy="348670"/>
            <a:chOff x="3043239" y="3215626"/>
            <a:chExt cx="366008" cy="348670"/>
          </a:xfrm>
        </p:grpSpPr>
        <p:sp>
          <p:nvSpPr>
            <p:cNvPr id="14489" name="Google Shape;14489;p7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1" name="Google Shape;14491;p79"/>
          <p:cNvGrpSpPr/>
          <p:nvPr/>
        </p:nvGrpSpPr>
        <p:grpSpPr>
          <a:xfrm>
            <a:off x="4218333" y="3184982"/>
            <a:ext cx="209107" cy="383442"/>
            <a:chOff x="4218333" y="3184982"/>
            <a:chExt cx="209107" cy="383442"/>
          </a:xfrm>
        </p:grpSpPr>
        <p:sp>
          <p:nvSpPr>
            <p:cNvPr id="14492" name="Google Shape;14492;p7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4" name="Google Shape;14494;p7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5" name="Google Shape;14495;p79"/>
          <p:cNvGrpSpPr/>
          <p:nvPr/>
        </p:nvGrpSpPr>
        <p:grpSpPr>
          <a:xfrm>
            <a:off x="6896644" y="3216007"/>
            <a:ext cx="322917" cy="347876"/>
            <a:chOff x="6896644" y="3216007"/>
            <a:chExt cx="322917" cy="347876"/>
          </a:xfrm>
        </p:grpSpPr>
        <p:sp>
          <p:nvSpPr>
            <p:cNvPr id="14496" name="Google Shape;14496;p7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3" name="Google Shape;14503;p79"/>
          <p:cNvGrpSpPr/>
          <p:nvPr/>
        </p:nvGrpSpPr>
        <p:grpSpPr>
          <a:xfrm>
            <a:off x="7429366" y="3223183"/>
            <a:ext cx="334634" cy="333904"/>
            <a:chOff x="7429366" y="3223183"/>
            <a:chExt cx="334634" cy="333904"/>
          </a:xfrm>
        </p:grpSpPr>
        <p:sp>
          <p:nvSpPr>
            <p:cNvPr id="14504" name="Google Shape;14504;p7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6" name="Google Shape;14506;p7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7" name="Google Shape;14507;p79"/>
          <p:cNvGrpSpPr/>
          <p:nvPr/>
        </p:nvGrpSpPr>
        <p:grpSpPr>
          <a:xfrm>
            <a:off x="5216456" y="3725484"/>
            <a:ext cx="356196" cy="265631"/>
            <a:chOff x="5216456" y="3725484"/>
            <a:chExt cx="356196" cy="265631"/>
          </a:xfrm>
        </p:grpSpPr>
        <p:sp>
          <p:nvSpPr>
            <p:cNvPr id="14508" name="Google Shape;14508;p7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0" name="Google Shape;14510;p79"/>
          <p:cNvGrpSpPr/>
          <p:nvPr/>
        </p:nvGrpSpPr>
        <p:grpSpPr>
          <a:xfrm>
            <a:off x="6849393" y="3733994"/>
            <a:ext cx="355053" cy="248038"/>
            <a:chOff x="6849393" y="3733994"/>
            <a:chExt cx="355053" cy="248038"/>
          </a:xfrm>
        </p:grpSpPr>
        <p:sp>
          <p:nvSpPr>
            <p:cNvPr id="14511" name="Google Shape;14511;p7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6" name="Google Shape;14516;p79"/>
          <p:cNvGrpSpPr/>
          <p:nvPr/>
        </p:nvGrpSpPr>
        <p:grpSpPr>
          <a:xfrm>
            <a:off x="7918997" y="3714687"/>
            <a:ext cx="392111" cy="280206"/>
            <a:chOff x="7918997" y="3714687"/>
            <a:chExt cx="392111" cy="280206"/>
          </a:xfrm>
        </p:grpSpPr>
        <p:sp>
          <p:nvSpPr>
            <p:cNvPr id="14517" name="Google Shape;14517;p7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2" name="Google Shape;14522;p7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3" name="Google Shape;14523;p79"/>
          <p:cNvGrpSpPr/>
          <p:nvPr/>
        </p:nvGrpSpPr>
        <p:grpSpPr>
          <a:xfrm>
            <a:off x="1408777" y="3680964"/>
            <a:ext cx="357720" cy="355148"/>
            <a:chOff x="1408777" y="3680964"/>
            <a:chExt cx="357720" cy="355148"/>
          </a:xfrm>
        </p:grpSpPr>
        <p:sp>
          <p:nvSpPr>
            <p:cNvPr id="14524" name="Google Shape;14524;p7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9" name="Google Shape;14529;p79"/>
          <p:cNvGrpSpPr/>
          <p:nvPr/>
        </p:nvGrpSpPr>
        <p:grpSpPr>
          <a:xfrm>
            <a:off x="1952836" y="3680964"/>
            <a:ext cx="357720" cy="355148"/>
            <a:chOff x="1952836" y="3680964"/>
            <a:chExt cx="357720" cy="355148"/>
          </a:xfrm>
        </p:grpSpPr>
        <p:sp>
          <p:nvSpPr>
            <p:cNvPr id="14530" name="Google Shape;14530;p7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79"/>
          <p:cNvGrpSpPr/>
          <p:nvPr/>
        </p:nvGrpSpPr>
        <p:grpSpPr>
          <a:xfrm>
            <a:off x="2496894" y="3680964"/>
            <a:ext cx="357720" cy="355148"/>
            <a:chOff x="2496894" y="3680964"/>
            <a:chExt cx="357720" cy="355148"/>
          </a:xfrm>
        </p:grpSpPr>
        <p:sp>
          <p:nvSpPr>
            <p:cNvPr id="14536" name="Google Shape;14536;p7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1" name="Google Shape;14541;p79"/>
          <p:cNvGrpSpPr/>
          <p:nvPr/>
        </p:nvGrpSpPr>
        <p:grpSpPr>
          <a:xfrm>
            <a:off x="3040984" y="3681059"/>
            <a:ext cx="356164" cy="355815"/>
            <a:chOff x="3040984" y="3681059"/>
            <a:chExt cx="356164" cy="355815"/>
          </a:xfrm>
        </p:grpSpPr>
        <p:sp>
          <p:nvSpPr>
            <p:cNvPr id="14542" name="Google Shape;14542;p7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79"/>
          <p:cNvGrpSpPr/>
          <p:nvPr/>
        </p:nvGrpSpPr>
        <p:grpSpPr>
          <a:xfrm>
            <a:off x="3584280" y="3699191"/>
            <a:ext cx="358069" cy="317995"/>
            <a:chOff x="3584280" y="3699191"/>
            <a:chExt cx="358069" cy="317995"/>
          </a:xfrm>
        </p:grpSpPr>
        <p:sp>
          <p:nvSpPr>
            <p:cNvPr id="14546" name="Google Shape;14546;p7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79"/>
          <p:cNvGrpSpPr/>
          <p:nvPr/>
        </p:nvGrpSpPr>
        <p:grpSpPr>
          <a:xfrm>
            <a:off x="4129482" y="3681059"/>
            <a:ext cx="355402" cy="354291"/>
            <a:chOff x="4129482" y="3681059"/>
            <a:chExt cx="355402" cy="354291"/>
          </a:xfrm>
        </p:grpSpPr>
        <p:sp>
          <p:nvSpPr>
            <p:cNvPr id="14551" name="Google Shape;14551;p7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79"/>
          <p:cNvGrpSpPr/>
          <p:nvPr/>
        </p:nvGrpSpPr>
        <p:grpSpPr>
          <a:xfrm>
            <a:off x="4673540" y="3680297"/>
            <a:ext cx="355434" cy="355815"/>
            <a:chOff x="4673540" y="3680297"/>
            <a:chExt cx="355434" cy="355815"/>
          </a:xfrm>
        </p:grpSpPr>
        <p:sp>
          <p:nvSpPr>
            <p:cNvPr id="14556" name="Google Shape;14556;p7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79"/>
          <p:cNvGrpSpPr/>
          <p:nvPr/>
        </p:nvGrpSpPr>
        <p:grpSpPr>
          <a:xfrm>
            <a:off x="5779408" y="3699191"/>
            <a:ext cx="317645" cy="318757"/>
            <a:chOff x="5779408" y="3699191"/>
            <a:chExt cx="317645" cy="318757"/>
          </a:xfrm>
        </p:grpSpPr>
        <p:sp>
          <p:nvSpPr>
            <p:cNvPr id="14560" name="Google Shape;14560;p7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2" name="Google Shape;14562;p7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3" name="Google Shape;14563;p79"/>
          <p:cNvGrpSpPr/>
          <p:nvPr/>
        </p:nvGrpSpPr>
        <p:grpSpPr>
          <a:xfrm>
            <a:off x="7390435" y="3680868"/>
            <a:ext cx="372073" cy="355243"/>
            <a:chOff x="7390435" y="3680868"/>
            <a:chExt cx="372073" cy="355243"/>
          </a:xfrm>
        </p:grpSpPr>
        <p:sp>
          <p:nvSpPr>
            <p:cNvPr id="14564" name="Google Shape;14564;p7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79"/>
          <p:cNvGrpSpPr/>
          <p:nvPr/>
        </p:nvGrpSpPr>
        <p:grpSpPr>
          <a:xfrm>
            <a:off x="1421638" y="4125629"/>
            <a:ext cx="374709" cy="374010"/>
            <a:chOff x="1421638" y="4125629"/>
            <a:chExt cx="374709" cy="374010"/>
          </a:xfrm>
        </p:grpSpPr>
        <p:sp>
          <p:nvSpPr>
            <p:cNvPr id="14571" name="Google Shape;14571;p7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79"/>
          <p:cNvGrpSpPr/>
          <p:nvPr/>
        </p:nvGrpSpPr>
        <p:grpSpPr>
          <a:xfrm>
            <a:off x="1973254" y="4156304"/>
            <a:ext cx="357720" cy="342192"/>
            <a:chOff x="1973254" y="4156304"/>
            <a:chExt cx="357720" cy="342192"/>
          </a:xfrm>
        </p:grpSpPr>
        <p:sp>
          <p:nvSpPr>
            <p:cNvPr id="14574" name="Google Shape;14574;p7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79"/>
          <p:cNvGrpSpPr/>
          <p:nvPr/>
        </p:nvGrpSpPr>
        <p:grpSpPr>
          <a:xfrm>
            <a:off x="2523759" y="4135505"/>
            <a:ext cx="341049" cy="340318"/>
            <a:chOff x="2523759" y="4135505"/>
            <a:chExt cx="341049" cy="340318"/>
          </a:xfrm>
        </p:grpSpPr>
        <p:sp>
          <p:nvSpPr>
            <p:cNvPr id="14581" name="Google Shape;14581;p7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3" name="Google Shape;14583;p79"/>
          <p:cNvGrpSpPr/>
          <p:nvPr/>
        </p:nvGrpSpPr>
        <p:grpSpPr>
          <a:xfrm>
            <a:off x="3040603" y="4130360"/>
            <a:ext cx="392079" cy="350353"/>
            <a:chOff x="3040603" y="4130360"/>
            <a:chExt cx="392079" cy="350353"/>
          </a:xfrm>
        </p:grpSpPr>
        <p:sp>
          <p:nvSpPr>
            <p:cNvPr id="14584" name="Google Shape;14584;p7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79"/>
          <p:cNvGrpSpPr/>
          <p:nvPr/>
        </p:nvGrpSpPr>
        <p:grpSpPr>
          <a:xfrm>
            <a:off x="3662144" y="4135505"/>
            <a:ext cx="232955" cy="340318"/>
            <a:chOff x="3662144" y="4135505"/>
            <a:chExt cx="232955" cy="340318"/>
          </a:xfrm>
        </p:grpSpPr>
        <p:sp>
          <p:nvSpPr>
            <p:cNvPr id="14595" name="Google Shape;14595;p7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79"/>
          <p:cNvGrpSpPr/>
          <p:nvPr/>
        </p:nvGrpSpPr>
        <p:grpSpPr>
          <a:xfrm>
            <a:off x="4149138" y="4121151"/>
            <a:ext cx="344065" cy="368644"/>
            <a:chOff x="4149138" y="4121151"/>
            <a:chExt cx="344065" cy="368644"/>
          </a:xfrm>
        </p:grpSpPr>
        <p:sp>
          <p:nvSpPr>
            <p:cNvPr id="14600" name="Google Shape;14600;p7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2" name="Google Shape;14612;p7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3" name="Google Shape;14613;p79"/>
          <p:cNvGrpSpPr/>
          <p:nvPr/>
        </p:nvGrpSpPr>
        <p:grpSpPr>
          <a:xfrm>
            <a:off x="5206262" y="4174817"/>
            <a:ext cx="397763" cy="262804"/>
            <a:chOff x="5206262" y="4174817"/>
            <a:chExt cx="397763" cy="262804"/>
          </a:xfrm>
        </p:grpSpPr>
        <p:sp>
          <p:nvSpPr>
            <p:cNvPr id="14614" name="Google Shape;14614;p7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1" name="Google Shape;14621;p79"/>
          <p:cNvGrpSpPr/>
          <p:nvPr/>
        </p:nvGrpSpPr>
        <p:grpSpPr>
          <a:xfrm>
            <a:off x="5727616" y="4204699"/>
            <a:ext cx="440505" cy="290018"/>
            <a:chOff x="5727616" y="4204699"/>
            <a:chExt cx="440505" cy="290018"/>
          </a:xfrm>
        </p:grpSpPr>
        <p:sp>
          <p:nvSpPr>
            <p:cNvPr id="14622" name="Google Shape;14622;p7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79"/>
          <p:cNvGrpSpPr/>
          <p:nvPr/>
        </p:nvGrpSpPr>
        <p:grpSpPr>
          <a:xfrm>
            <a:off x="6410063" y="4135124"/>
            <a:ext cx="159950" cy="364516"/>
            <a:chOff x="6410063" y="4135124"/>
            <a:chExt cx="159950" cy="364516"/>
          </a:xfrm>
        </p:grpSpPr>
        <p:sp>
          <p:nvSpPr>
            <p:cNvPr id="14631" name="Google Shape;14631;p7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79"/>
          <p:cNvGrpSpPr/>
          <p:nvPr/>
        </p:nvGrpSpPr>
        <p:grpSpPr>
          <a:xfrm>
            <a:off x="6924652" y="4135505"/>
            <a:ext cx="214378" cy="364135"/>
            <a:chOff x="6924652" y="4135505"/>
            <a:chExt cx="214378" cy="364135"/>
          </a:xfrm>
        </p:grpSpPr>
        <p:sp>
          <p:nvSpPr>
            <p:cNvPr id="14636" name="Google Shape;14636;p7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0" name="Google Shape;14640;p79"/>
          <p:cNvGrpSpPr/>
          <p:nvPr/>
        </p:nvGrpSpPr>
        <p:grpSpPr>
          <a:xfrm>
            <a:off x="7384751" y="4147984"/>
            <a:ext cx="380012" cy="351274"/>
            <a:chOff x="7384751" y="4147984"/>
            <a:chExt cx="380012" cy="351274"/>
          </a:xfrm>
        </p:grpSpPr>
        <p:sp>
          <p:nvSpPr>
            <p:cNvPr id="14641" name="Google Shape;14641;p7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6" name="Google Shape;14646;p79"/>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4647" name="Google Shape;14647;p7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51" name="Shape 14651"/>
        <p:cNvGrpSpPr/>
        <p:nvPr/>
      </p:nvGrpSpPr>
      <p:grpSpPr>
        <a:xfrm>
          <a:off x="0" y="0"/>
          <a:ext cx="0" cy="0"/>
          <a:chOff x="0" y="0"/>
          <a:chExt cx="0" cy="0"/>
        </a:xfrm>
      </p:grpSpPr>
      <p:grpSp>
        <p:nvGrpSpPr>
          <p:cNvPr id="14652" name="Google Shape;14652;p80"/>
          <p:cNvGrpSpPr/>
          <p:nvPr/>
        </p:nvGrpSpPr>
        <p:grpSpPr>
          <a:xfrm>
            <a:off x="1989449" y="4101269"/>
            <a:ext cx="374774" cy="346073"/>
            <a:chOff x="1989449" y="4282269"/>
            <a:chExt cx="374774" cy="346073"/>
          </a:xfrm>
        </p:grpSpPr>
        <p:sp>
          <p:nvSpPr>
            <p:cNvPr id="14653" name="Google Shape;14653;p8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8" name="Google Shape;14658;p80"/>
          <p:cNvGrpSpPr/>
          <p:nvPr/>
        </p:nvGrpSpPr>
        <p:grpSpPr>
          <a:xfrm>
            <a:off x="2487439" y="4099740"/>
            <a:ext cx="198775" cy="348972"/>
            <a:chOff x="2487439" y="4280740"/>
            <a:chExt cx="198775" cy="348972"/>
          </a:xfrm>
        </p:grpSpPr>
        <p:sp>
          <p:nvSpPr>
            <p:cNvPr id="14659" name="Google Shape;14659;p8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80"/>
          <p:cNvGrpSpPr/>
          <p:nvPr/>
        </p:nvGrpSpPr>
        <p:grpSpPr>
          <a:xfrm>
            <a:off x="2810958" y="4092923"/>
            <a:ext cx="353145" cy="361873"/>
            <a:chOff x="2810958" y="4273923"/>
            <a:chExt cx="353145" cy="361873"/>
          </a:xfrm>
        </p:grpSpPr>
        <p:sp>
          <p:nvSpPr>
            <p:cNvPr id="14664" name="Google Shape;14664;p8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80"/>
          <p:cNvGrpSpPr/>
          <p:nvPr/>
        </p:nvGrpSpPr>
        <p:grpSpPr>
          <a:xfrm>
            <a:off x="6275635" y="4101651"/>
            <a:ext cx="209383" cy="366778"/>
            <a:chOff x="6275635" y="4282651"/>
            <a:chExt cx="209383" cy="366778"/>
          </a:xfrm>
        </p:grpSpPr>
        <p:sp>
          <p:nvSpPr>
            <p:cNvPr id="14672" name="Google Shape;14672;p8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80"/>
          <p:cNvGrpSpPr/>
          <p:nvPr/>
        </p:nvGrpSpPr>
        <p:grpSpPr>
          <a:xfrm>
            <a:off x="6701186" y="4102033"/>
            <a:ext cx="280292" cy="366396"/>
            <a:chOff x="6701186" y="4283033"/>
            <a:chExt cx="280292" cy="366396"/>
          </a:xfrm>
        </p:grpSpPr>
        <p:sp>
          <p:nvSpPr>
            <p:cNvPr id="14675" name="Google Shape;14675;p8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7" name="Google Shape;14677;p80"/>
          <p:cNvGrpSpPr/>
          <p:nvPr/>
        </p:nvGrpSpPr>
        <p:grpSpPr>
          <a:xfrm>
            <a:off x="2609571" y="3643958"/>
            <a:ext cx="373627" cy="347347"/>
            <a:chOff x="2609571" y="3824958"/>
            <a:chExt cx="373627" cy="347347"/>
          </a:xfrm>
        </p:grpSpPr>
        <p:sp>
          <p:nvSpPr>
            <p:cNvPr id="14678" name="Google Shape;14678;p8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0" name="Google Shape;14680;p8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1" name="Google Shape;14681;p80"/>
          <p:cNvGrpSpPr/>
          <p:nvPr/>
        </p:nvGrpSpPr>
        <p:grpSpPr>
          <a:xfrm>
            <a:off x="916127" y="3626056"/>
            <a:ext cx="221902" cy="380795"/>
            <a:chOff x="916127" y="3807056"/>
            <a:chExt cx="221902" cy="380795"/>
          </a:xfrm>
        </p:grpSpPr>
        <p:sp>
          <p:nvSpPr>
            <p:cNvPr id="14682" name="Google Shape;14682;p8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6" name="Google Shape;14686;p8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8" name="Google Shape;14688;p80"/>
          <p:cNvGrpSpPr/>
          <p:nvPr/>
        </p:nvGrpSpPr>
        <p:grpSpPr>
          <a:xfrm>
            <a:off x="3513010" y="3635134"/>
            <a:ext cx="362223" cy="361108"/>
            <a:chOff x="3513010" y="3816134"/>
            <a:chExt cx="362223" cy="361108"/>
          </a:xfrm>
        </p:grpSpPr>
        <p:sp>
          <p:nvSpPr>
            <p:cNvPr id="14689" name="Google Shape;14689;p8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3" name="Google Shape;14693;p80"/>
          <p:cNvGrpSpPr/>
          <p:nvPr/>
        </p:nvGrpSpPr>
        <p:grpSpPr>
          <a:xfrm>
            <a:off x="3950316" y="3639307"/>
            <a:ext cx="369805" cy="353782"/>
            <a:chOff x="3950316" y="3820307"/>
            <a:chExt cx="369805" cy="353782"/>
          </a:xfrm>
        </p:grpSpPr>
        <p:sp>
          <p:nvSpPr>
            <p:cNvPr id="14694" name="Google Shape;14694;p8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80"/>
          <p:cNvGrpSpPr/>
          <p:nvPr/>
        </p:nvGrpSpPr>
        <p:grpSpPr>
          <a:xfrm>
            <a:off x="1761909" y="3630961"/>
            <a:ext cx="307974" cy="371716"/>
            <a:chOff x="1761909" y="3811961"/>
            <a:chExt cx="307974" cy="371716"/>
          </a:xfrm>
        </p:grpSpPr>
        <p:sp>
          <p:nvSpPr>
            <p:cNvPr id="14699" name="Google Shape;14699;p8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80"/>
          <p:cNvGrpSpPr/>
          <p:nvPr/>
        </p:nvGrpSpPr>
        <p:grpSpPr>
          <a:xfrm>
            <a:off x="5373342" y="3627935"/>
            <a:ext cx="231395" cy="353145"/>
            <a:chOff x="5373342" y="3808935"/>
            <a:chExt cx="231395" cy="353145"/>
          </a:xfrm>
        </p:grpSpPr>
        <p:sp>
          <p:nvSpPr>
            <p:cNvPr id="14710" name="Google Shape;14710;p8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9" name="Google Shape;14719;p8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20" name="Google Shape;14720;p80"/>
          <p:cNvGrpSpPr/>
          <p:nvPr/>
        </p:nvGrpSpPr>
        <p:grpSpPr>
          <a:xfrm>
            <a:off x="5833775" y="3628445"/>
            <a:ext cx="235185" cy="352253"/>
            <a:chOff x="5833775" y="3809445"/>
            <a:chExt cx="235185" cy="352253"/>
          </a:xfrm>
        </p:grpSpPr>
        <p:sp>
          <p:nvSpPr>
            <p:cNvPr id="14721" name="Google Shape;14721;p8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80"/>
          <p:cNvGrpSpPr/>
          <p:nvPr/>
        </p:nvGrpSpPr>
        <p:grpSpPr>
          <a:xfrm>
            <a:off x="4942472" y="3628318"/>
            <a:ext cx="238976" cy="352762"/>
            <a:chOff x="4942472" y="3809318"/>
            <a:chExt cx="238976" cy="352762"/>
          </a:xfrm>
        </p:grpSpPr>
        <p:sp>
          <p:nvSpPr>
            <p:cNvPr id="14725" name="Google Shape;14725;p8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2" name="Google Shape;14732;p80"/>
          <p:cNvGrpSpPr/>
          <p:nvPr/>
        </p:nvGrpSpPr>
        <p:grpSpPr>
          <a:xfrm>
            <a:off x="6266525" y="3626788"/>
            <a:ext cx="260223" cy="353527"/>
            <a:chOff x="6266525" y="3807788"/>
            <a:chExt cx="260223" cy="353527"/>
          </a:xfrm>
        </p:grpSpPr>
        <p:sp>
          <p:nvSpPr>
            <p:cNvPr id="14733" name="Google Shape;14733;p8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37" name="Google Shape;14737;p8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8" name="Google Shape;14738;p80"/>
          <p:cNvGrpSpPr/>
          <p:nvPr/>
        </p:nvGrpSpPr>
        <p:grpSpPr>
          <a:xfrm>
            <a:off x="7184363" y="3628604"/>
            <a:ext cx="202184" cy="352762"/>
            <a:chOff x="7184363" y="3809604"/>
            <a:chExt cx="202184" cy="352762"/>
          </a:xfrm>
        </p:grpSpPr>
        <p:sp>
          <p:nvSpPr>
            <p:cNvPr id="14739" name="Google Shape;14739;p8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80"/>
          <p:cNvGrpSpPr/>
          <p:nvPr/>
        </p:nvGrpSpPr>
        <p:grpSpPr>
          <a:xfrm>
            <a:off x="7571624" y="3627935"/>
            <a:ext cx="292047" cy="352762"/>
            <a:chOff x="7571624" y="3808935"/>
            <a:chExt cx="292047" cy="352762"/>
          </a:xfrm>
        </p:grpSpPr>
        <p:sp>
          <p:nvSpPr>
            <p:cNvPr id="14742" name="Google Shape;14742;p8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80"/>
          <p:cNvGrpSpPr/>
          <p:nvPr/>
        </p:nvGrpSpPr>
        <p:grpSpPr>
          <a:xfrm>
            <a:off x="2174559" y="3175116"/>
            <a:ext cx="364135" cy="359930"/>
            <a:chOff x="2174559" y="3356116"/>
            <a:chExt cx="364135" cy="359930"/>
          </a:xfrm>
        </p:grpSpPr>
        <p:sp>
          <p:nvSpPr>
            <p:cNvPr id="14749" name="Google Shape;14749;p8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1" name="Google Shape;14751;p80"/>
          <p:cNvGrpSpPr/>
          <p:nvPr/>
        </p:nvGrpSpPr>
        <p:grpSpPr>
          <a:xfrm>
            <a:off x="1731934" y="3174639"/>
            <a:ext cx="368371" cy="361554"/>
            <a:chOff x="1731934" y="3355639"/>
            <a:chExt cx="368371" cy="361554"/>
          </a:xfrm>
        </p:grpSpPr>
        <p:sp>
          <p:nvSpPr>
            <p:cNvPr id="14752" name="Google Shape;14752;p8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4" name="Google Shape;14754;p80"/>
          <p:cNvGrpSpPr/>
          <p:nvPr/>
        </p:nvGrpSpPr>
        <p:grpSpPr>
          <a:xfrm>
            <a:off x="3990517" y="3173173"/>
            <a:ext cx="279559" cy="363402"/>
            <a:chOff x="3990517" y="3354173"/>
            <a:chExt cx="279559" cy="363402"/>
          </a:xfrm>
        </p:grpSpPr>
        <p:sp>
          <p:nvSpPr>
            <p:cNvPr id="14755" name="Google Shape;14755;p8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80"/>
          <p:cNvGrpSpPr/>
          <p:nvPr/>
        </p:nvGrpSpPr>
        <p:grpSpPr>
          <a:xfrm>
            <a:off x="3497847" y="3236374"/>
            <a:ext cx="379680" cy="237606"/>
            <a:chOff x="3497847" y="3417374"/>
            <a:chExt cx="379680" cy="237606"/>
          </a:xfrm>
        </p:grpSpPr>
        <p:sp>
          <p:nvSpPr>
            <p:cNvPr id="14759" name="Google Shape;14759;p8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80"/>
          <p:cNvGrpSpPr/>
          <p:nvPr/>
        </p:nvGrpSpPr>
        <p:grpSpPr>
          <a:xfrm>
            <a:off x="2612597" y="3186075"/>
            <a:ext cx="376271" cy="337982"/>
            <a:chOff x="2612597" y="3367075"/>
            <a:chExt cx="376271" cy="337982"/>
          </a:xfrm>
        </p:grpSpPr>
        <p:sp>
          <p:nvSpPr>
            <p:cNvPr id="14764" name="Google Shape;14764;p8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6" name="Google Shape;14766;p80"/>
          <p:cNvGrpSpPr/>
          <p:nvPr/>
        </p:nvGrpSpPr>
        <p:grpSpPr>
          <a:xfrm>
            <a:off x="3071914" y="3183431"/>
            <a:ext cx="343652" cy="342505"/>
            <a:chOff x="3071914" y="3364431"/>
            <a:chExt cx="343652" cy="342505"/>
          </a:xfrm>
        </p:grpSpPr>
        <p:sp>
          <p:nvSpPr>
            <p:cNvPr id="14767" name="Google Shape;14767;p8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80"/>
          <p:cNvGrpSpPr/>
          <p:nvPr/>
        </p:nvGrpSpPr>
        <p:grpSpPr>
          <a:xfrm>
            <a:off x="897141" y="3178875"/>
            <a:ext cx="257962" cy="352762"/>
            <a:chOff x="897141" y="3359875"/>
            <a:chExt cx="257962" cy="352762"/>
          </a:xfrm>
        </p:grpSpPr>
        <p:sp>
          <p:nvSpPr>
            <p:cNvPr id="14773" name="Google Shape;14773;p8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80"/>
          <p:cNvGrpSpPr/>
          <p:nvPr/>
        </p:nvGrpSpPr>
        <p:grpSpPr>
          <a:xfrm>
            <a:off x="1333682" y="3163330"/>
            <a:ext cx="271213" cy="383088"/>
            <a:chOff x="1333682" y="3344330"/>
            <a:chExt cx="271213" cy="383088"/>
          </a:xfrm>
        </p:grpSpPr>
        <p:sp>
          <p:nvSpPr>
            <p:cNvPr id="14782" name="Google Shape;14782;p8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3" name="Google Shape;14793;p80"/>
          <p:cNvGrpSpPr/>
          <p:nvPr/>
        </p:nvGrpSpPr>
        <p:grpSpPr>
          <a:xfrm>
            <a:off x="6664394" y="3165974"/>
            <a:ext cx="353113" cy="351998"/>
            <a:chOff x="6664394" y="3346974"/>
            <a:chExt cx="353113" cy="351998"/>
          </a:xfrm>
        </p:grpSpPr>
        <p:sp>
          <p:nvSpPr>
            <p:cNvPr id="14794" name="Google Shape;14794;p8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80"/>
          <p:cNvGrpSpPr/>
          <p:nvPr/>
        </p:nvGrpSpPr>
        <p:grpSpPr>
          <a:xfrm>
            <a:off x="849741" y="1778307"/>
            <a:ext cx="399398" cy="375443"/>
            <a:chOff x="849741" y="1959307"/>
            <a:chExt cx="399398" cy="375443"/>
          </a:xfrm>
        </p:grpSpPr>
        <p:sp>
          <p:nvSpPr>
            <p:cNvPr id="14800" name="Google Shape;14800;p8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80"/>
          <p:cNvGrpSpPr/>
          <p:nvPr/>
        </p:nvGrpSpPr>
        <p:grpSpPr>
          <a:xfrm>
            <a:off x="1284212" y="1782766"/>
            <a:ext cx="379489" cy="366046"/>
            <a:chOff x="1284212" y="1963766"/>
            <a:chExt cx="379489" cy="366046"/>
          </a:xfrm>
        </p:grpSpPr>
        <p:sp>
          <p:nvSpPr>
            <p:cNvPr id="14803" name="Google Shape;14803;p8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80"/>
          <p:cNvGrpSpPr/>
          <p:nvPr/>
        </p:nvGrpSpPr>
        <p:grpSpPr>
          <a:xfrm>
            <a:off x="3037766" y="1788564"/>
            <a:ext cx="370219" cy="354928"/>
            <a:chOff x="3037766" y="1969564"/>
            <a:chExt cx="370219" cy="354928"/>
          </a:xfrm>
        </p:grpSpPr>
        <p:sp>
          <p:nvSpPr>
            <p:cNvPr id="14806" name="Google Shape;14806;p8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80"/>
          <p:cNvGrpSpPr/>
          <p:nvPr/>
        </p:nvGrpSpPr>
        <p:grpSpPr>
          <a:xfrm>
            <a:off x="3982553" y="1790730"/>
            <a:ext cx="304566" cy="350501"/>
            <a:chOff x="3982553" y="1971730"/>
            <a:chExt cx="304566" cy="350501"/>
          </a:xfrm>
        </p:grpSpPr>
        <p:sp>
          <p:nvSpPr>
            <p:cNvPr id="14811" name="Google Shape;14811;p8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80"/>
          <p:cNvGrpSpPr/>
          <p:nvPr/>
        </p:nvGrpSpPr>
        <p:grpSpPr>
          <a:xfrm>
            <a:off x="2567841" y="1813124"/>
            <a:ext cx="399812" cy="306477"/>
            <a:chOff x="2567841" y="1994124"/>
            <a:chExt cx="399812" cy="306477"/>
          </a:xfrm>
        </p:grpSpPr>
        <p:sp>
          <p:nvSpPr>
            <p:cNvPr id="14814" name="Google Shape;14814;p8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7" name="Google Shape;14817;p80"/>
          <p:cNvGrpSpPr/>
          <p:nvPr/>
        </p:nvGrpSpPr>
        <p:grpSpPr>
          <a:xfrm>
            <a:off x="2212084" y="1779358"/>
            <a:ext cx="324698" cy="372863"/>
            <a:chOff x="2212084" y="1960358"/>
            <a:chExt cx="324698" cy="372863"/>
          </a:xfrm>
        </p:grpSpPr>
        <p:sp>
          <p:nvSpPr>
            <p:cNvPr id="14818" name="Google Shape;14818;p8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80"/>
          <p:cNvGrpSpPr/>
          <p:nvPr/>
        </p:nvGrpSpPr>
        <p:grpSpPr>
          <a:xfrm>
            <a:off x="1805901" y="1779358"/>
            <a:ext cx="284847" cy="373627"/>
            <a:chOff x="1805901" y="1960358"/>
            <a:chExt cx="284847" cy="373627"/>
          </a:xfrm>
        </p:grpSpPr>
        <p:sp>
          <p:nvSpPr>
            <p:cNvPr id="14822" name="Google Shape;14822;p8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4" name="Google Shape;14824;p8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7" name="Google Shape;14827;p80"/>
          <p:cNvGrpSpPr/>
          <p:nvPr/>
        </p:nvGrpSpPr>
        <p:grpSpPr>
          <a:xfrm>
            <a:off x="6656812" y="1848388"/>
            <a:ext cx="368690" cy="245793"/>
            <a:chOff x="6656812" y="2029388"/>
            <a:chExt cx="368690" cy="245793"/>
          </a:xfrm>
        </p:grpSpPr>
        <p:sp>
          <p:nvSpPr>
            <p:cNvPr id="14828" name="Google Shape;14828;p8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8" name="Google Shape;14838;p80"/>
          <p:cNvGrpSpPr/>
          <p:nvPr/>
        </p:nvGrpSpPr>
        <p:grpSpPr>
          <a:xfrm>
            <a:off x="4869651" y="1831218"/>
            <a:ext cx="376654" cy="281566"/>
            <a:chOff x="4869651" y="2012218"/>
            <a:chExt cx="376654" cy="281566"/>
          </a:xfrm>
        </p:grpSpPr>
        <p:sp>
          <p:nvSpPr>
            <p:cNvPr id="14839" name="Google Shape;14839;p8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80"/>
          <p:cNvGrpSpPr/>
          <p:nvPr/>
        </p:nvGrpSpPr>
        <p:grpSpPr>
          <a:xfrm>
            <a:off x="5306224" y="1831313"/>
            <a:ext cx="367925" cy="281694"/>
            <a:chOff x="5306224" y="2012313"/>
            <a:chExt cx="367925" cy="281694"/>
          </a:xfrm>
        </p:grpSpPr>
        <p:sp>
          <p:nvSpPr>
            <p:cNvPr id="14844" name="Google Shape;14844;p8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6" name="Google Shape;14846;p8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47" name="Google Shape;14847;p80"/>
          <p:cNvGrpSpPr/>
          <p:nvPr/>
        </p:nvGrpSpPr>
        <p:grpSpPr>
          <a:xfrm>
            <a:off x="6195998" y="1802102"/>
            <a:ext cx="368308" cy="338746"/>
            <a:chOff x="6195998" y="1983102"/>
            <a:chExt cx="368308" cy="338746"/>
          </a:xfrm>
        </p:grpSpPr>
        <p:sp>
          <p:nvSpPr>
            <p:cNvPr id="14848" name="Google Shape;14848;p8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1" name="Google Shape;14851;p80"/>
          <p:cNvGrpSpPr/>
          <p:nvPr/>
        </p:nvGrpSpPr>
        <p:grpSpPr>
          <a:xfrm>
            <a:off x="7542031" y="1830835"/>
            <a:ext cx="369072" cy="280037"/>
            <a:chOff x="7542031" y="2011835"/>
            <a:chExt cx="369072" cy="280037"/>
          </a:xfrm>
        </p:grpSpPr>
        <p:sp>
          <p:nvSpPr>
            <p:cNvPr id="14852" name="Google Shape;14852;p8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80"/>
          <p:cNvGrpSpPr/>
          <p:nvPr/>
        </p:nvGrpSpPr>
        <p:grpSpPr>
          <a:xfrm>
            <a:off x="8010427" y="3167503"/>
            <a:ext cx="278795" cy="351615"/>
            <a:chOff x="8010427" y="3348503"/>
            <a:chExt cx="278795" cy="351615"/>
          </a:xfrm>
        </p:grpSpPr>
        <p:sp>
          <p:nvSpPr>
            <p:cNvPr id="14862" name="Google Shape;14862;p8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6" name="Google Shape;14866;p8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7" name="Google Shape;14867;p80"/>
          <p:cNvGrpSpPr/>
          <p:nvPr/>
        </p:nvGrpSpPr>
        <p:grpSpPr>
          <a:xfrm>
            <a:off x="7141900" y="3168204"/>
            <a:ext cx="281057" cy="351010"/>
            <a:chOff x="7141900" y="3349204"/>
            <a:chExt cx="281057" cy="351010"/>
          </a:xfrm>
        </p:grpSpPr>
        <p:sp>
          <p:nvSpPr>
            <p:cNvPr id="14868" name="Google Shape;14868;p8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80"/>
          <p:cNvGrpSpPr/>
          <p:nvPr/>
        </p:nvGrpSpPr>
        <p:grpSpPr>
          <a:xfrm>
            <a:off x="5314188" y="3169032"/>
            <a:ext cx="363752" cy="353113"/>
            <a:chOff x="5314188" y="3350032"/>
            <a:chExt cx="363752" cy="353113"/>
          </a:xfrm>
        </p:grpSpPr>
        <p:sp>
          <p:nvSpPr>
            <p:cNvPr id="14872" name="Google Shape;14872;p8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80"/>
          <p:cNvGrpSpPr/>
          <p:nvPr/>
        </p:nvGrpSpPr>
        <p:grpSpPr>
          <a:xfrm>
            <a:off x="6203579" y="3167981"/>
            <a:ext cx="351615" cy="350373"/>
            <a:chOff x="6203579" y="3348981"/>
            <a:chExt cx="351615" cy="350373"/>
          </a:xfrm>
        </p:grpSpPr>
        <p:sp>
          <p:nvSpPr>
            <p:cNvPr id="14875" name="Google Shape;14875;p8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80"/>
          <p:cNvGrpSpPr/>
          <p:nvPr/>
        </p:nvGrpSpPr>
        <p:grpSpPr>
          <a:xfrm>
            <a:off x="5829984" y="3169032"/>
            <a:ext cx="220755" cy="352348"/>
            <a:chOff x="5829984" y="3350032"/>
            <a:chExt cx="220755" cy="352348"/>
          </a:xfrm>
        </p:grpSpPr>
        <p:sp>
          <p:nvSpPr>
            <p:cNvPr id="14881" name="Google Shape;14881;p8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5" name="Google Shape;14885;p80"/>
          <p:cNvGrpSpPr/>
          <p:nvPr/>
        </p:nvGrpSpPr>
        <p:grpSpPr>
          <a:xfrm>
            <a:off x="4882170" y="3168841"/>
            <a:ext cx="358464" cy="352316"/>
            <a:chOff x="4882170" y="3349841"/>
            <a:chExt cx="358464" cy="352316"/>
          </a:xfrm>
        </p:grpSpPr>
        <p:sp>
          <p:nvSpPr>
            <p:cNvPr id="14886" name="Google Shape;14886;p8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8" name="Google Shape;14888;p8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0" name="Google Shape;14890;p80"/>
          <p:cNvGrpSpPr/>
          <p:nvPr/>
        </p:nvGrpSpPr>
        <p:grpSpPr>
          <a:xfrm>
            <a:off x="3044965" y="2254220"/>
            <a:ext cx="400194" cy="324316"/>
            <a:chOff x="3044965" y="2435220"/>
            <a:chExt cx="400194" cy="324316"/>
          </a:xfrm>
        </p:grpSpPr>
        <p:sp>
          <p:nvSpPr>
            <p:cNvPr id="14891" name="Google Shape;14891;p8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4" name="Google Shape;14894;p80"/>
          <p:cNvGrpSpPr/>
          <p:nvPr/>
        </p:nvGrpSpPr>
        <p:grpSpPr>
          <a:xfrm>
            <a:off x="4878379" y="2292892"/>
            <a:ext cx="367161" cy="287523"/>
            <a:chOff x="4878379" y="2473892"/>
            <a:chExt cx="367161" cy="287523"/>
          </a:xfrm>
        </p:grpSpPr>
        <p:sp>
          <p:nvSpPr>
            <p:cNvPr id="14895" name="Google Shape;14895;p8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0" name="Google Shape;14900;p80"/>
          <p:cNvGrpSpPr/>
          <p:nvPr/>
        </p:nvGrpSpPr>
        <p:grpSpPr>
          <a:xfrm>
            <a:off x="1325719" y="2706689"/>
            <a:ext cx="290581" cy="372481"/>
            <a:chOff x="1325719" y="2887689"/>
            <a:chExt cx="290581" cy="372481"/>
          </a:xfrm>
        </p:grpSpPr>
        <p:sp>
          <p:nvSpPr>
            <p:cNvPr id="14901" name="Google Shape;14901;p8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3" name="Google Shape;14903;p8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4" name="Google Shape;14904;p80"/>
          <p:cNvGrpSpPr/>
          <p:nvPr/>
        </p:nvGrpSpPr>
        <p:grpSpPr>
          <a:xfrm>
            <a:off x="3510335" y="2711499"/>
            <a:ext cx="360726" cy="361204"/>
            <a:chOff x="3510335" y="2892499"/>
            <a:chExt cx="360726" cy="361204"/>
          </a:xfrm>
        </p:grpSpPr>
        <p:sp>
          <p:nvSpPr>
            <p:cNvPr id="14905" name="Google Shape;14905;p8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0" name="Google Shape;14910;p80"/>
          <p:cNvGrpSpPr/>
          <p:nvPr/>
        </p:nvGrpSpPr>
        <p:grpSpPr>
          <a:xfrm>
            <a:off x="3086313" y="2696049"/>
            <a:ext cx="320143" cy="392581"/>
            <a:chOff x="3086313" y="2877049"/>
            <a:chExt cx="320143" cy="392581"/>
          </a:xfrm>
        </p:grpSpPr>
        <p:sp>
          <p:nvSpPr>
            <p:cNvPr id="14911" name="Google Shape;14911;p8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3" name="Google Shape;14923;p8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4" name="Google Shape;14924;p80"/>
          <p:cNvGrpSpPr/>
          <p:nvPr/>
        </p:nvGrpSpPr>
        <p:grpSpPr>
          <a:xfrm>
            <a:off x="861113" y="2704746"/>
            <a:ext cx="333809" cy="373277"/>
            <a:chOff x="861113" y="2885746"/>
            <a:chExt cx="333809" cy="373277"/>
          </a:xfrm>
        </p:grpSpPr>
        <p:sp>
          <p:nvSpPr>
            <p:cNvPr id="14925" name="Google Shape;14925;p8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8" name="Google Shape;14928;p8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0" name="Google Shape;14930;p80"/>
          <p:cNvGrpSpPr/>
          <p:nvPr/>
        </p:nvGrpSpPr>
        <p:grpSpPr>
          <a:xfrm>
            <a:off x="1297654" y="1323481"/>
            <a:ext cx="349354" cy="362223"/>
            <a:chOff x="1297654" y="1504481"/>
            <a:chExt cx="349354" cy="362223"/>
          </a:xfrm>
        </p:grpSpPr>
        <p:sp>
          <p:nvSpPr>
            <p:cNvPr id="14931" name="Google Shape;14931;p8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4" name="Google Shape;14934;p8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5" name="Google Shape;14935;p80"/>
          <p:cNvGrpSpPr/>
          <p:nvPr/>
        </p:nvGrpSpPr>
        <p:grpSpPr>
          <a:xfrm>
            <a:off x="852385" y="1329916"/>
            <a:ext cx="353145" cy="351998"/>
            <a:chOff x="852385" y="1510916"/>
            <a:chExt cx="353145" cy="351998"/>
          </a:xfrm>
        </p:grpSpPr>
        <p:sp>
          <p:nvSpPr>
            <p:cNvPr id="14936" name="Google Shape;14936;p8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80"/>
          <p:cNvGrpSpPr/>
          <p:nvPr/>
        </p:nvGrpSpPr>
        <p:grpSpPr>
          <a:xfrm>
            <a:off x="1745217" y="1334471"/>
            <a:ext cx="343269" cy="342505"/>
            <a:chOff x="1745217" y="1515471"/>
            <a:chExt cx="343269" cy="342505"/>
          </a:xfrm>
        </p:grpSpPr>
        <p:sp>
          <p:nvSpPr>
            <p:cNvPr id="14940" name="Google Shape;14940;p8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4" name="Google Shape;14944;p8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5" name="Google Shape;14945;p80"/>
          <p:cNvGrpSpPr/>
          <p:nvPr/>
        </p:nvGrpSpPr>
        <p:grpSpPr>
          <a:xfrm>
            <a:off x="3042703" y="1348137"/>
            <a:ext cx="411535" cy="315587"/>
            <a:chOff x="3042703" y="1529137"/>
            <a:chExt cx="411535" cy="315587"/>
          </a:xfrm>
        </p:grpSpPr>
        <p:sp>
          <p:nvSpPr>
            <p:cNvPr id="14946" name="Google Shape;14946;p8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80"/>
          <p:cNvGrpSpPr/>
          <p:nvPr/>
        </p:nvGrpSpPr>
        <p:grpSpPr>
          <a:xfrm>
            <a:off x="2629289" y="1363682"/>
            <a:ext cx="350501" cy="284497"/>
            <a:chOff x="2629289" y="1544682"/>
            <a:chExt cx="350501" cy="284497"/>
          </a:xfrm>
        </p:grpSpPr>
        <p:sp>
          <p:nvSpPr>
            <p:cNvPr id="14957" name="Google Shape;14957;p8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80"/>
          <p:cNvGrpSpPr/>
          <p:nvPr/>
        </p:nvGrpSpPr>
        <p:grpSpPr>
          <a:xfrm>
            <a:off x="5305077" y="1321633"/>
            <a:ext cx="367893" cy="365218"/>
            <a:chOff x="5305077" y="1502633"/>
            <a:chExt cx="367893" cy="365218"/>
          </a:xfrm>
        </p:grpSpPr>
        <p:sp>
          <p:nvSpPr>
            <p:cNvPr id="14963" name="Google Shape;14963;p8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5" name="Google Shape;14965;p80"/>
          <p:cNvGrpSpPr/>
          <p:nvPr/>
        </p:nvGrpSpPr>
        <p:grpSpPr>
          <a:xfrm>
            <a:off x="7100170" y="1319117"/>
            <a:ext cx="368308" cy="367033"/>
            <a:chOff x="7100170" y="1500117"/>
            <a:chExt cx="368308" cy="367033"/>
          </a:xfrm>
        </p:grpSpPr>
        <p:sp>
          <p:nvSpPr>
            <p:cNvPr id="14966" name="Google Shape;14966;p8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79" name="Google Shape;14979;p8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0" name="Google Shape;14980;p80"/>
          <p:cNvGrpSpPr/>
          <p:nvPr/>
        </p:nvGrpSpPr>
        <p:grpSpPr>
          <a:xfrm>
            <a:off x="6649231" y="1319021"/>
            <a:ext cx="390287" cy="367065"/>
            <a:chOff x="6649231" y="1500021"/>
            <a:chExt cx="390287" cy="367065"/>
          </a:xfrm>
        </p:grpSpPr>
        <p:sp>
          <p:nvSpPr>
            <p:cNvPr id="14981" name="Google Shape;14981;p8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80"/>
          <p:cNvGrpSpPr/>
          <p:nvPr/>
        </p:nvGrpSpPr>
        <p:grpSpPr>
          <a:xfrm>
            <a:off x="5746938" y="1362503"/>
            <a:ext cx="387261" cy="280356"/>
            <a:chOff x="5746938" y="1543503"/>
            <a:chExt cx="387261" cy="280356"/>
          </a:xfrm>
        </p:grpSpPr>
        <p:sp>
          <p:nvSpPr>
            <p:cNvPr id="14994" name="Google Shape;14994;p8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6" name="Google Shape;14996;p80"/>
          <p:cNvGrpSpPr/>
          <p:nvPr/>
        </p:nvGrpSpPr>
        <p:grpSpPr>
          <a:xfrm>
            <a:off x="6196730" y="1344346"/>
            <a:ext cx="369072" cy="317467"/>
            <a:chOff x="6196730" y="1525346"/>
            <a:chExt cx="369072" cy="317467"/>
          </a:xfrm>
        </p:grpSpPr>
        <p:sp>
          <p:nvSpPr>
            <p:cNvPr id="14997" name="Google Shape;14997;p8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80"/>
          <p:cNvGrpSpPr/>
          <p:nvPr/>
        </p:nvGrpSpPr>
        <p:grpSpPr>
          <a:xfrm>
            <a:off x="4940592" y="1319690"/>
            <a:ext cx="246558" cy="367161"/>
            <a:chOff x="4940592" y="1500690"/>
            <a:chExt cx="246558" cy="367161"/>
          </a:xfrm>
        </p:grpSpPr>
        <p:sp>
          <p:nvSpPr>
            <p:cNvPr id="15001" name="Google Shape;15001;p8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80"/>
          <p:cNvGrpSpPr/>
          <p:nvPr/>
        </p:nvGrpSpPr>
        <p:grpSpPr>
          <a:xfrm>
            <a:off x="7964906" y="1318894"/>
            <a:ext cx="380858" cy="367575"/>
            <a:chOff x="7964906" y="1499894"/>
            <a:chExt cx="380858" cy="367575"/>
          </a:xfrm>
        </p:grpSpPr>
        <p:sp>
          <p:nvSpPr>
            <p:cNvPr id="15006" name="Google Shape;15006;p8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9" name="Google Shape;15009;p8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0" name="Google Shape;15010;p80"/>
          <p:cNvGrpSpPr/>
          <p:nvPr/>
        </p:nvGrpSpPr>
        <p:grpSpPr>
          <a:xfrm>
            <a:off x="8007400" y="2721278"/>
            <a:ext cx="285230" cy="355597"/>
            <a:chOff x="8007400" y="2902278"/>
            <a:chExt cx="285230" cy="355597"/>
          </a:xfrm>
        </p:grpSpPr>
        <p:sp>
          <p:nvSpPr>
            <p:cNvPr id="15011" name="Google Shape;15011;p8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3" name="Google Shape;15013;p80"/>
          <p:cNvGrpSpPr/>
          <p:nvPr/>
        </p:nvGrpSpPr>
        <p:grpSpPr>
          <a:xfrm>
            <a:off x="6219124" y="2721788"/>
            <a:ext cx="318231" cy="355470"/>
            <a:chOff x="6219124" y="2902788"/>
            <a:chExt cx="318231" cy="355470"/>
          </a:xfrm>
        </p:grpSpPr>
        <p:sp>
          <p:nvSpPr>
            <p:cNvPr id="15014" name="Google Shape;15014;p8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7" name="Google Shape;15017;p80"/>
          <p:cNvGrpSpPr/>
          <p:nvPr/>
        </p:nvGrpSpPr>
        <p:grpSpPr>
          <a:xfrm>
            <a:off x="4969421" y="2721852"/>
            <a:ext cx="185109" cy="355406"/>
            <a:chOff x="4969421" y="2902852"/>
            <a:chExt cx="185109" cy="355406"/>
          </a:xfrm>
        </p:grpSpPr>
        <p:sp>
          <p:nvSpPr>
            <p:cNvPr id="15018" name="Google Shape;15018;p8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4" name="Google Shape;15024;p8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6" name="Google Shape;15026;p80"/>
          <p:cNvGrpSpPr/>
          <p:nvPr/>
        </p:nvGrpSpPr>
        <p:grpSpPr>
          <a:xfrm>
            <a:off x="6685259" y="2721852"/>
            <a:ext cx="311414" cy="355406"/>
            <a:chOff x="6685259" y="2902852"/>
            <a:chExt cx="311414" cy="355406"/>
          </a:xfrm>
        </p:grpSpPr>
        <p:sp>
          <p:nvSpPr>
            <p:cNvPr id="15027" name="Google Shape;15027;p8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80"/>
          <p:cNvGrpSpPr/>
          <p:nvPr/>
        </p:nvGrpSpPr>
        <p:grpSpPr>
          <a:xfrm>
            <a:off x="5309250" y="2722170"/>
            <a:ext cx="359579" cy="355852"/>
            <a:chOff x="5309250" y="2903170"/>
            <a:chExt cx="359579" cy="355852"/>
          </a:xfrm>
        </p:grpSpPr>
        <p:sp>
          <p:nvSpPr>
            <p:cNvPr id="15031" name="Google Shape;15031;p8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80"/>
          <p:cNvGrpSpPr/>
          <p:nvPr/>
        </p:nvGrpSpPr>
        <p:grpSpPr>
          <a:xfrm>
            <a:off x="2199565" y="2240172"/>
            <a:ext cx="312179" cy="353431"/>
            <a:chOff x="2199565" y="2421172"/>
            <a:chExt cx="312179" cy="353431"/>
          </a:xfrm>
        </p:grpSpPr>
        <p:sp>
          <p:nvSpPr>
            <p:cNvPr id="15035" name="Google Shape;15035;p8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80"/>
          <p:cNvGrpSpPr/>
          <p:nvPr/>
        </p:nvGrpSpPr>
        <p:grpSpPr>
          <a:xfrm>
            <a:off x="1750887" y="2244727"/>
            <a:ext cx="320143" cy="343269"/>
            <a:chOff x="1750887" y="2425727"/>
            <a:chExt cx="320143" cy="343269"/>
          </a:xfrm>
        </p:grpSpPr>
        <p:sp>
          <p:nvSpPr>
            <p:cNvPr id="15038" name="Google Shape;15038;p8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80"/>
          <p:cNvGrpSpPr/>
          <p:nvPr/>
        </p:nvGrpSpPr>
        <p:grpSpPr>
          <a:xfrm>
            <a:off x="1298037" y="2244727"/>
            <a:ext cx="338364" cy="342887"/>
            <a:chOff x="1298037" y="2425727"/>
            <a:chExt cx="338364" cy="342887"/>
          </a:xfrm>
        </p:grpSpPr>
        <p:sp>
          <p:nvSpPr>
            <p:cNvPr id="15041" name="Google Shape;15041;p8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5" name="Google Shape;15045;p8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6" name="Google Shape;15046;p80"/>
          <p:cNvGrpSpPr/>
          <p:nvPr/>
        </p:nvGrpSpPr>
        <p:grpSpPr>
          <a:xfrm>
            <a:off x="3974207" y="2248009"/>
            <a:ext cx="320143" cy="338491"/>
            <a:chOff x="3974207" y="2429009"/>
            <a:chExt cx="320143" cy="338491"/>
          </a:xfrm>
        </p:grpSpPr>
        <p:sp>
          <p:nvSpPr>
            <p:cNvPr id="15047" name="Google Shape;15047;p8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80"/>
          <p:cNvGrpSpPr/>
          <p:nvPr/>
        </p:nvGrpSpPr>
        <p:grpSpPr>
          <a:xfrm>
            <a:off x="2623237" y="2250047"/>
            <a:ext cx="355024" cy="332630"/>
            <a:chOff x="2623237" y="2431047"/>
            <a:chExt cx="355024" cy="332630"/>
          </a:xfrm>
        </p:grpSpPr>
        <p:sp>
          <p:nvSpPr>
            <p:cNvPr id="15050" name="Google Shape;15050;p8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4" name="Google Shape;15054;p80"/>
          <p:cNvGrpSpPr/>
          <p:nvPr/>
        </p:nvGrpSpPr>
        <p:grpSpPr>
          <a:xfrm>
            <a:off x="6657194" y="2253073"/>
            <a:ext cx="375507" cy="367925"/>
            <a:chOff x="6657194" y="2434073"/>
            <a:chExt cx="375507" cy="367925"/>
          </a:xfrm>
        </p:grpSpPr>
        <p:sp>
          <p:nvSpPr>
            <p:cNvPr id="15055" name="Google Shape;15055;p8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80"/>
          <p:cNvGrpSpPr/>
          <p:nvPr/>
        </p:nvGrpSpPr>
        <p:grpSpPr>
          <a:xfrm>
            <a:off x="7101317" y="2260655"/>
            <a:ext cx="367925" cy="352380"/>
            <a:chOff x="7101317" y="2441655"/>
            <a:chExt cx="367925" cy="352380"/>
          </a:xfrm>
        </p:grpSpPr>
        <p:sp>
          <p:nvSpPr>
            <p:cNvPr id="15059" name="Google Shape;15059;p8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1" name="Google Shape;15061;p80"/>
          <p:cNvGrpSpPr/>
          <p:nvPr/>
        </p:nvGrpSpPr>
        <p:grpSpPr>
          <a:xfrm>
            <a:off x="5756399" y="2253456"/>
            <a:ext cx="367925" cy="367161"/>
            <a:chOff x="5756399" y="2434456"/>
            <a:chExt cx="367925" cy="367161"/>
          </a:xfrm>
        </p:grpSpPr>
        <p:sp>
          <p:nvSpPr>
            <p:cNvPr id="15062" name="Google Shape;15062;p8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9" name="Google Shape;15069;p8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1" name="Google Shape;15071;p80"/>
          <p:cNvGrpSpPr/>
          <p:nvPr/>
        </p:nvGrpSpPr>
        <p:grpSpPr>
          <a:xfrm>
            <a:off x="7964906" y="2253073"/>
            <a:ext cx="373627" cy="367925"/>
            <a:chOff x="7964906" y="2434073"/>
            <a:chExt cx="373627" cy="367925"/>
          </a:xfrm>
        </p:grpSpPr>
        <p:sp>
          <p:nvSpPr>
            <p:cNvPr id="15072" name="Google Shape;15072;p8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80"/>
          <p:cNvGrpSpPr/>
          <p:nvPr/>
        </p:nvGrpSpPr>
        <p:grpSpPr>
          <a:xfrm>
            <a:off x="6194086" y="2256737"/>
            <a:ext cx="369837" cy="360471"/>
            <a:chOff x="6194086" y="2437737"/>
            <a:chExt cx="369837" cy="360471"/>
          </a:xfrm>
        </p:grpSpPr>
        <p:sp>
          <p:nvSpPr>
            <p:cNvPr id="15075" name="Google Shape;15075;p8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7" name="Google Shape;15077;p80"/>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5078" name="Google Shape;15078;p80"/>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82" name="Shape 15082"/>
        <p:cNvGrpSpPr/>
        <p:nvPr/>
      </p:nvGrpSpPr>
      <p:grpSpPr>
        <a:xfrm>
          <a:off x="0" y="0"/>
          <a:ext cx="0" cy="0"/>
          <a:chOff x="0" y="0"/>
          <a:chExt cx="0" cy="0"/>
        </a:xfrm>
      </p:grpSpPr>
      <p:grpSp>
        <p:nvGrpSpPr>
          <p:cNvPr id="15083" name="Google Shape;15083;p81"/>
          <p:cNvGrpSpPr/>
          <p:nvPr/>
        </p:nvGrpSpPr>
        <p:grpSpPr>
          <a:xfrm>
            <a:off x="3541011" y="1334344"/>
            <a:ext cx="350166" cy="349434"/>
            <a:chOff x="3541011" y="1508594"/>
            <a:chExt cx="350166" cy="349434"/>
          </a:xfrm>
        </p:grpSpPr>
        <p:sp>
          <p:nvSpPr>
            <p:cNvPr id="15084" name="Google Shape;15084;p8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81"/>
          <p:cNvGrpSpPr/>
          <p:nvPr/>
        </p:nvGrpSpPr>
        <p:grpSpPr>
          <a:xfrm>
            <a:off x="3122257" y="1334344"/>
            <a:ext cx="294850" cy="349434"/>
            <a:chOff x="3122257" y="1508594"/>
            <a:chExt cx="294850" cy="349434"/>
          </a:xfrm>
        </p:grpSpPr>
        <p:sp>
          <p:nvSpPr>
            <p:cNvPr id="15098" name="Google Shape;15098;p8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81"/>
          <p:cNvGrpSpPr/>
          <p:nvPr/>
        </p:nvGrpSpPr>
        <p:grpSpPr>
          <a:xfrm>
            <a:off x="910723" y="1333962"/>
            <a:ext cx="251660" cy="350166"/>
            <a:chOff x="910723" y="1508212"/>
            <a:chExt cx="251660" cy="350166"/>
          </a:xfrm>
        </p:grpSpPr>
        <p:sp>
          <p:nvSpPr>
            <p:cNvPr id="15104" name="Google Shape;15104;p8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81"/>
          <p:cNvGrpSpPr/>
          <p:nvPr/>
        </p:nvGrpSpPr>
        <p:grpSpPr>
          <a:xfrm>
            <a:off x="1308631" y="1333580"/>
            <a:ext cx="350166" cy="350198"/>
            <a:chOff x="1308631" y="1507830"/>
            <a:chExt cx="350166" cy="350198"/>
          </a:xfrm>
        </p:grpSpPr>
        <p:sp>
          <p:nvSpPr>
            <p:cNvPr id="15122" name="Google Shape;15122;p8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6" name="Google Shape;15126;p81"/>
          <p:cNvGrpSpPr/>
          <p:nvPr/>
        </p:nvGrpSpPr>
        <p:grpSpPr>
          <a:xfrm>
            <a:off x="1756921" y="1335489"/>
            <a:ext cx="345997" cy="345997"/>
            <a:chOff x="1756921" y="1509739"/>
            <a:chExt cx="345997" cy="345997"/>
          </a:xfrm>
        </p:grpSpPr>
        <p:sp>
          <p:nvSpPr>
            <p:cNvPr id="15127" name="Google Shape;15127;p8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81"/>
          <p:cNvGrpSpPr/>
          <p:nvPr/>
        </p:nvGrpSpPr>
        <p:grpSpPr>
          <a:xfrm>
            <a:off x="2216956" y="1336253"/>
            <a:ext cx="318721" cy="345615"/>
            <a:chOff x="2216956" y="1510503"/>
            <a:chExt cx="318721" cy="345615"/>
          </a:xfrm>
        </p:grpSpPr>
        <p:sp>
          <p:nvSpPr>
            <p:cNvPr id="15145" name="Google Shape;15145;p8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81"/>
          <p:cNvGrpSpPr/>
          <p:nvPr/>
        </p:nvGrpSpPr>
        <p:grpSpPr>
          <a:xfrm>
            <a:off x="3988156" y="1394211"/>
            <a:ext cx="349052" cy="230049"/>
            <a:chOff x="3988156" y="1568461"/>
            <a:chExt cx="349052" cy="230049"/>
          </a:xfrm>
        </p:grpSpPr>
        <p:sp>
          <p:nvSpPr>
            <p:cNvPr id="15151" name="Google Shape;15151;p8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81"/>
          <p:cNvGrpSpPr/>
          <p:nvPr/>
        </p:nvGrpSpPr>
        <p:grpSpPr>
          <a:xfrm>
            <a:off x="2633037" y="1325623"/>
            <a:ext cx="379002" cy="366112"/>
            <a:chOff x="2633037" y="1499873"/>
            <a:chExt cx="379002" cy="366112"/>
          </a:xfrm>
        </p:grpSpPr>
        <p:sp>
          <p:nvSpPr>
            <p:cNvPr id="15159" name="Google Shape;15159;p8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81"/>
          <p:cNvGrpSpPr/>
          <p:nvPr/>
        </p:nvGrpSpPr>
        <p:grpSpPr>
          <a:xfrm>
            <a:off x="6675256" y="1341919"/>
            <a:ext cx="327823" cy="357009"/>
            <a:chOff x="6675256" y="1516169"/>
            <a:chExt cx="327823" cy="357009"/>
          </a:xfrm>
        </p:grpSpPr>
        <p:sp>
          <p:nvSpPr>
            <p:cNvPr id="15166" name="Google Shape;15166;p8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5" name="Google Shape;15175;p81"/>
          <p:cNvGrpSpPr/>
          <p:nvPr/>
        </p:nvGrpSpPr>
        <p:grpSpPr>
          <a:xfrm>
            <a:off x="8020159" y="1342301"/>
            <a:ext cx="300897" cy="356627"/>
            <a:chOff x="8020159" y="1516551"/>
            <a:chExt cx="300897" cy="356627"/>
          </a:xfrm>
        </p:grpSpPr>
        <p:sp>
          <p:nvSpPr>
            <p:cNvPr id="15176" name="Google Shape;15176;p8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1" name="Google Shape;15181;p81"/>
          <p:cNvGrpSpPr/>
          <p:nvPr/>
        </p:nvGrpSpPr>
        <p:grpSpPr>
          <a:xfrm>
            <a:off x="5377363" y="1341919"/>
            <a:ext cx="257357" cy="356627"/>
            <a:chOff x="5377363" y="1516169"/>
            <a:chExt cx="257357" cy="356627"/>
          </a:xfrm>
        </p:grpSpPr>
        <p:sp>
          <p:nvSpPr>
            <p:cNvPr id="15182" name="Google Shape;15182;p8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9" name="Google Shape;15199;p81"/>
          <p:cNvGrpSpPr/>
          <p:nvPr/>
        </p:nvGrpSpPr>
        <p:grpSpPr>
          <a:xfrm>
            <a:off x="4880567" y="1361620"/>
            <a:ext cx="356245" cy="317607"/>
            <a:chOff x="4880567" y="1535870"/>
            <a:chExt cx="356245" cy="317607"/>
          </a:xfrm>
        </p:grpSpPr>
        <p:sp>
          <p:nvSpPr>
            <p:cNvPr id="15200" name="Google Shape;15200;p8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81"/>
          <p:cNvGrpSpPr/>
          <p:nvPr/>
        </p:nvGrpSpPr>
        <p:grpSpPr>
          <a:xfrm>
            <a:off x="5771483" y="1341537"/>
            <a:ext cx="357359" cy="357391"/>
            <a:chOff x="5771483" y="1515787"/>
            <a:chExt cx="357359" cy="357391"/>
          </a:xfrm>
        </p:grpSpPr>
        <p:sp>
          <p:nvSpPr>
            <p:cNvPr id="15206" name="Google Shape;15206;p8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0" name="Google Shape;15210;p81"/>
          <p:cNvGrpSpPr/>
          <p:nvPr/>
        </p:nvGrpSpPr>
        <p:grpSpPr>
          <a:xfrm>
            <a:off x="7121669" y="1359360"/>
            <a:ext cx="321362" cy="321362"/>
            <a:chOff x="7121669" y="1533610"/>
            <a:chExt cx="321362" cy="321362"/>
          </a:xfrm>
        </p:grpSpPr>
        <p:sp>
          <p:nvSpPr>
            <p:cNvPr id="15211" name="Google Shape;15211;p8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5" name="Google Shape;15215;p81"/>
          <p:cNvGrpSpPr/>
          <p:nvPr/>
        </p:nvGrpSpPr>
        <p:grpSpPr>
          <a:xfrm>
            <a:off x="7562766" y="1340614"/>
            <a:ext cx="327059" cy="360192"/>
            <a:chOff x="7562766" y="1514864"/>
            <a:chExt cx="327059" cy="360192"/>
          </a:xfrm>
        </p:grpSpPr>
        <p:sp>
          <p:nvSpPr>
            <p:cNvPr id="15216" name="Google Shape;15216;p8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81"/>
          <p:cNvGrpSpPr/>
          <p:nvPr/>
        </p:nvGrpSpPr>
        <p:grpSpPr>
          <a:xfrm>
            <a:off x="6221229" y="1324423"/>
            <a:ext cx="361636" cy="362183"/>
            <a:chOff x="6259175" y="1559008"/>
            <a:chExt cx="271743" cy="272093"/>
          </a:xfrm>
        </p:grpSpPr>
        <p:sp>
          <p:nvSpPr>
            <p:cNvPr id="15221" name="Google Shape;15221;p8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81"/>
          <p:cNvGrpSpPr/>
          <p:nvPr/>
        </p:nvGrpSpPr>
        <p:grpSpPr>
          <a:xfrm>
            <a:off x="6671087" y="1835054"/>
            <a:ext cx="332757" cy="281833"/>
            <a:chOff x="6671087" y="2009304"/>
            <a:chExt cx="332757" cy="281833"/>
          </a:xfrm>
        </p:grpSpPr>
        <p:sp>
          <p:nvSpPr>
            <p:cNvPr id="15239" name="Google Shape;15239;p8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1" name="Google Shape;15241;p8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2" name="Google Shape;15242;p81"/>
          <p:cNvGrpSpPr/>
          <p:nvPr/>
        </p:nvGrpSpPr>
        <p:grpSpPr>
          <a:xfrm>
            <a:off x="2201806" y="1802335"/>
            <a:ext cx="349784" cy="349434"/>
            <a:chOff x="2201806" y="1976585"/>
            <a:chExt cx="349784" cy="349434"/>
          </a:xfrm>
        </p:grpSpPr>
        <p:sp>
          <p:nvSpPr>
            <p:cNvPr id="15243" name="Google Shape;15243;p8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7" name="Google Shape;15247;p81"/>
          <p:cNvGrpSpPr/>
          <p:nvPr/>
        </p:nvGrpSpPr>
        <p:grpSpPr>
          <a:xfrm>
            <a:off x="3094217" y="1802335"/>
            <a:ext cx="350198" cy="350548"/>
            <a:chOff x="3094217" y="1976585"/>
            <a:chExt cx="350198" cy="350548"/>
          </a:xfrm>
        </p:grpSpPr>
        <p:sp>
          <p:nvSpPr>
            <p:cNvPr id="15248" name="Google Shape;15248;p8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1" name="Google Shape;15261;p8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2" name="Google Shape;15262;p81"/>
          <p:cNvGrpSpPr/>
          <p:nvPr/>
        </p:nvGrpSpPr>
        <p:grpSpPr>
          <a:xfrm>
            <a:off x="3979435" y="1802335"/>
            <a:ext cx="345265" cy="349848"/>
            <a:chOff x="3979435" y="1976585"/>
            <a:chExt cx="345265" cy="349848"/>
          </a:xfrm>
        </p:grpSpPr>
        <p:sp>
          <p:nvSpPr>
            <p:cNvPr id="15263" name="Google Shape;15263;p8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81"/>
          <p:cNvGrpSpPr/>
          <p:nvPr/>
        </p:nvGrpSpPr>
        <p:grpSpPr>
          <a:xfrm>
            <a:off x="3576626" y="1801571"/>
            <a:ext cx="284251" cy="351694"/>
            <a:chOff x="3576626" y="1975821"/>
            <a:chExt cx="284251" cy="351694"/>
          </a:xfrm>
        </p:grpSpPr>
        <p:sp>
          <p:nvSpPr>
            <p:cNvPr id="15281" name="Google Shape;15281;p8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4" name="Google Shape;15284;p81"/>
          <p:cNvGrpSpPr/>
          <p:nvPr/>
        </p:nvGrpSpPr>
        <p:grpSpPr>
          <a:xfrm>
            <a:off x="2722090" y="2715912"/>
            <a:ext cx="238770" cy="371841"/>
            <a:chOff x="2722090" y="2890162"/>
            <a:chExt cx="238770" cy="371841"/>
          </a:xfrm>
        </p:grpSpPr>
        <p:sp>
          <p:nvSpPr>
            <p:cNvPr id="15285" name="Google Shape;15285;p8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8" name="Google Shape;15288;p8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9" name="Google Shape;15289;p81"/>
          <p:cNvGrpSpPr/>
          <p:nvPr/>
        </p:nvGrpSpPr>
        <p:grpSpPr>
          <a:xfrm>
            <a:off x="6216367" y="1795906"/>
            <a:ext cx="361147" cy="361147"/>
            <a:chOff x="6216367" y="1970156"/>
            <a:chExt cx="361147" cy="361147"/>
          </a:xfrm>
        </p:grpSpPr>
        <p:sp>
          <p:nvSpPr>
            <p:cNvPr id="15290" name="Google Shape;15290;p8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4" name="Google Shape;15294;p81"/>
          <p:cNvGrpSpPr/>
          <p:nvPr/>
        </p:nvGrpSpPr>
        <p:grpSpPr>
          <a:xfrm>
            <a:off x="1289311" y="2751972"/>
            <a:ext cx="408156" cy="299783"/>
            <a:chOff x="1289311" y="2926222"/>
            <a:chExt cx="408156" cy="299783"/>
          </a:xfrm>
        </p:grpSpPr>
        <p:sp>
          <p:nvSpPr>
            <p:cNvPr id="15295" name="Google Shape;15295;p8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7" name="Google Shape;15297;p81"/>
          <p:cNvGrpSpPr/>
          <p:nvPr/>
        </p:nvGrpSpPr>
        <p:grpSpPr>
          <a:xfrm>
            <a:off x="7978465" y="1795142"/>
            <a:ext cx="361147" cy="360797"/>
            <a:chOff x="7978465" y="1969392"/>
            <a:chExt cx="361147" cy="360797"/>
          </a:xfrm>
        </p:grpSpPr>
        <p:sp>
          <p:nvSpPr>
            <p:cNvPr id="15298" name="Google Shape;15298;p8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7" name="Google Shape;15307;p8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8" name="Google Shape;15308;p81"/>
          <p:cNvGrpSpPr/>
          <p:nvPr/>
        </p:nvGrpSpPr>
        <p:grpSpPr>
          <a:xfrm>
            <a:off x="854261" y="2734563"/>
            <a:ext cx="377474" cy="335748"/>
            <a:chOff x="854261" y="2908813"/>
            <a:chExt cx="377474" cy="335748"/>
          </a:xfrm>
        </p:grpSpPr>
        <p:sp>
          <p:nvSpPr>
            <p:cNvPr id="15309" name="Google Shape;15309;p8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81"/>
          <p:cNvGrpSpPr/>
          <p:nvPr/>
        </p:nvGrpSpPr>
        <p:grpSpPr>
          <a:xfrm>
            <a:off x="1749728" y="2720527"/>
            <a:ext cx="386927" cy="363438"/>
            <a:chOff x="1749728" y="2894777"/>
            <a:chExt cx="386927" cy="363438"/>
          </a:xfrm>
        </p:grpSpPr>
        <p:sp>
          <p:nvSpPr>
            <p:cNvPr id="15315" name="Google Shape;15315;p8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81"/>
          <p:cNvGrpSpPr/>
          <p:nvPr/>
        </p:nvGrpSpPr>
        <p:grpSpPr>
          <a:xfrm>
            <a:off x="7098912" y="1795142"/>
            <a:ext cx="359651" cy="361560"/>
            <a:chOff x="7098912" y="1969392"/>
            <a:chExt cx="359651" cy="361560"/>
          </a:xfrm>
        </p:grpSpPr>
        <p:sp>
          <p:nvSpPr>
            <p:cNvPr id="15323" name="Google Shape;15323;p8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6" name="Google Shape;15336;p8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7" name="Google Shape;15337;p81"/>
          <p:cNvGrpSpPr/>
          <p:nvPr/>
        </p:nvGrpSpPr>
        <p:grpSpPr>
          <a:xfrm>
            <a:off x="5352728" y="1815989"/>
            <a:ext cx="327091" cy="322508"/>
            <a:chOff x="5352728" y="1990239"/>
            <a:chExt cx="327091" cy="322508"/>
          </a:xfrm>
        </p:grpSpPr>
        <p:sp>
          <p:nvSpPr>
            <p:cNvPr id="15338" name="Google Shape;15338;p8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81"/>
          <p:cNvGrpSpPr/>
          <p:nvPr/>
        </p:nvGrpSpPr>
        <p:grpSpPr>
          <a:xfrm>
            <a:off x="7538896" y="1795906"/>
            <a:ext cx="361147" cy="361529"/>
            <a:chOff x="7538896" y="1970156"/>
            <a:chExt cx="361147" cy="361529"/>
          </a:xfrm>
        </p:grpSpPr>
        <p:sp>
          <p:nvSpPr>
            <p:cNvPr id="15342" name="Google Shape;15342;p8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81"/>
          <p:cNvGrpSpPr/>
          <p:nvPr/>
        </p:nvGrpSpPr>
        <p:grpSpPr>
          <a:xfrm>
            <a:off x="4896099" y="1796670"/>
            <a:ext cx="358155" cy="358123"/>
            <a:chOff x="4896099" y="1970920"/>
            <a:chExt cx="358155" cy="358123"/>
          </a:xfrm>
        </p:grpSpPr>
        <p:sp>
          <p:nvSpPr>
            <p:cNvPr id="15349" name="Google Shape;15349;p8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2" name="Google Shape;15352;p81"/>
          <p:cNvGrpSpPr/>
          <p:nvPr/>
        </p:nvGrpSpPr>
        <p:grpSpPr>
          <a:xfrm>
            <a:off x="4048787" y="2802769"/>
            <a:ext cx="283488" cy="198604"/>
            <a:chOff x="4048787" y="2977019"/>
            <a:chExt cx="283488" cy="198604"/>
          </a:xfrm>
        </p:grpSpPr>
        <p:sp>
          <p:nvSpPr>
            <p:cNvPr id="15353" name="Google Shape;15353;p8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81"/>
          <p:cNvGrpSpPr/>
          <p:nvPr/>
        </p:nvGrpSpPr>
        <p:grpSpPr>
          <a:xfrm>
            <a:off x="4054103" y="2255941"/>
            <a:ext cx="218687" cy="349052"/>
            <a:chOff x="4054103" y="2430191"/>
            <a:chExt cx="218687" cy="349052"/>
          </a:xfrm>
        </p:grpSpPr>
        <p:sp>
          <p:nvSpPr>
            <p:cNvPr id="15360" name="Google Shape;15360;p8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81"/>
          <p:cNvGrpSpPr/>
          <p:nvPr/>
        </p:nvGrpSpPr>
        <p:grpSpPr>
          <a:xfrm>
            <a:off x="2185128" y="2253299"/>
            <a:ext cx="382758" cy="356595"/>
            <a:chOff x="2185128" y="2427549"/>
            <a:chExt cx="382758" cy="356595"/>
          </a:xfrm>
        </p:grpSpPr>
        <p:sp>
          <p:nvSpPr>
            <p:cNvPr id="15363" name="Google Shape;15363;p8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81"/>
          <p:cNvGrpSpPr/>
          <p:nvPr/>
        </p:nvGrpSpPr>
        <p:grpSpPr>
          <a:xfrm>
            <a:off x="3539102" y="2253299"/>
            <a:ext cx="355099" cy="355481"/>
            <a:chOff x="3539102" y="2427549"/>
            <a:chExt cx="355099" cy="355481"/>
          </a:xfrm>
        </p:grpSpPr>
        <p:sp>
          <p:nvSpPr>
            <p:cNvPr id="15368" name="Google Shape;15368;p8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0" name="Google Shape;15370;p81"/>
          <p:cNvGrpSpPr/>
          <p:nvPr/>
        </p:nvGrpSpPr>
        <p:grpSpPr>
          <a:xfrm>
            <a:off x="2656907" y="2265043"/>
            <a:ext cx="332757" cy="332343"/>
            <a:chOff x="2656907" y="2439293"/>
            <a:chExt cx="332757" cy="332343"/>
          </a:xfrm>
        </p:grpSpPr>
        <p:sp>
          <p:nvSpPr>
            <p:cNvPr id="15371" name="Google Shape;15371;p8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8" name="Google Shape;15378;p81"/>
          <p:cNvGrpSpPr/>
          <p:nvPr/>
        </p:nvGrpSpPr>
        <p:grpSpPr>
          <a:xfrm>
            <a:off x="1731523" y="2248366"/>
            <a:ext cx="399435" cy="365698"/>
            <a:chOff x="1731523" y="2422616"/>
            <a:chExt cx="399435" cy="365698"/>
          </a:xfrm>
        </p:grpSpPr>
        <p:sp>
          <p:nvSpPr>
            <p:cNvPr id="15379" name="Google Shape;15379;p8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81"/>
          <p:cNvGrpSpPr/>
          <p:nvPr/>
        </p:nvGrpSpPr>
        <p:grpSpPr>
          <a:xfrm>
            <a:off x="3097241" y="2259314"/>
            <a:ext cx="344883" cy="343387"/>
            <a:chOff x="3097241" y="2433564"/>
            <a:chExt cx="344883" cy="343387"/>
          </a:xfrm>
        </p:grpSpPr>
        <p:sp>
          <p:nvSpPr>
            <p:cNvPr id="15383" name="Google Shape;15383;p8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81"/>
          <p:cNvGrpSpPr/>
          <p:nvPr/>
        </p:nvGrpSpPr>
        <p:grpSpPr>
          <a:xfrm>
            <a:off x="1278299" y="2265043"/>
            <a:ext cx="410829" cy="332343"/>
            <a:chOff x="1278299" y="2439293"/>
            <a:chExt cx="410829" cy="332343"/>
          </a:xfrm>
        </p:grpSpPr>
        <p:sp>
          <p:nvSpPr>
            <p:cNvPr id="15393" name="Google Shape;15393;p8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1" name="Google Shape;15401;p81"/>
          <p:cNvGrpSpPr/>
          <p:nvPr/>
        </p:nvGrpSpPr>
        <p:grpSpPr>
          <a:xfrm>
            <a:off x="2661459" y="1840751"/>
            <a:ext cx="322508" cy="273494"/>
            <a:chOff x="2661459" y="2015001"/>
            <a:chExt cx="322508" cy="273494"/>
          </a:xfrm>
        </p:grpSpPr>
        <p:sp>
          <p:nvSpPr>
            <p:cNvPr id="15402" name="Google Shape;15402;p8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81"/>
          <p:cNvGrpSpPr/>
          <p:nvPr/>
        </p:nvGrpSpPr>
        <p:grpSpPr>
          <a:xfrm>
            <a:off x="870939" y="2265043"/>
            <a:ext cx="331993" cy="331993"/>
            <a:chOff x="870939" y="2439293"/>
            <a:chExt cx="331993" cy="331993"/>
          </a:xfrm>
        </p:grpSpPr>
        <p:sp>
          <p:nvSpPr>
            <p:cNvPr id="15405" name="Google Shape;15405;p8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81"/>
          <p:cNvGrpSpPr/>
          <p:nvPr/>
        </p:nvGrpSpPr>
        <p:grpSpPr>
          <a:xfrm>
            <a:off x="6644957" y="2282103"/>
            <a:ext cx="371395" cy="278904"/>
            <a:chOff x="6644957" y="2456353"/>
            <a:chExt cx="371395" cy="278904"/>
          </a:xfrm>
        </p:grpSpPr>
        <p:sp>
          <p:nvSpPr>
            <p:cNvPr id="15422" name="Google Shape;15422;p8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81"/>
          <p:cNvGrpSpPr/>
          <p:nvPr/>
        </p:nvGrpSpPr>
        <p:grpSpPr>
          <a:xfrm>
            <a:off x="5388757" y="2240409"/>
            <a:ext cx="260349" cy="362292"/>
            <a:chOff x="5388757" y="2414659"/>
            <a:chExt cx="260349" cy="362292"/>
          </a:xfrm>
        </p:grpSpPr>
        <p:sp>
          <p:nvSpPr>
            <p:cNvPr id="15428" name="Google Shape;15428;p8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81"/>
          <p:cNvGrpSpPr/>
          <p:nvPr/>
        </p:nvGrpSpPr>
        <p:grpSpPr>
          <a:xfrm>
            <a:off x="3567142" y="2731507"/>
            <a:ext cx="348288" cy="340331"/>
            <a:chOff x="3567142" y="2905757"/>
            <a:chExt cx="348288" cy="340331"/>
          </a:xfrm>
        </p:grpSpPr>
        <p:sp>
          <p:nvSpPr>
            <p:cNvPr id="15449" name="Google Shape;15449;p8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4" name="Google Shape;15454;p81"/>
          <p:cNvGrpSpPr/>
          <p:nvPr/>
        </p:nvGrpSpPr>
        <p:grpSpPr>
          <a:xfrm>
            <a:off x="870939" y="1801571"/>
            <a:ext cx="332375" cy="350071"/>
            <a:chOff x="870939" y="1975821"/>
            <a:chExt cx="332375" cy="350071"/>
          </a:xfrm>
        </p:grpSpPr>
        <p:sp>
          <p:nvSpPr>
            <p:cNvPr id="15455" name="Google Shape;15455;p8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9" name="Google Shape;15459;p81"/>
          <p:cNvGrpSpPr/>
          <p:nvPr/>
        </p:nvGrpSpPr>
        <p:grpSpPr>
          <a:xfrm>
            <a:off x="7967103" y="2240791"/>
            <a:ext cx="355863" cy="361911"/>
            <a:chOff x="7967103" y="2415041"/>
            <a:chExt cx="355863" cy="361911"/>
          </a:xfrm>
        </p:grpSpPr>
        <p:sp>
          <p:nvSpPr>
            <p:cNvPr id="15460" name="Google Shape;15460;p8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81"/>
          <p:cNvGrpSpPr/>
          <p:nvPr/>
        </p:nvGrpSpPr>
        <p:grpSpPr>
          <a:xfrm>
            <a:off x="7529411" y="2240409"/>
            <a:ext cx="355863" cy="362292"/>
            <a:chOff x="7529411" y="2414659"/>
            <a:chExt cx="355863" cy="362292"/>
          </a:xfrm>
        </p:grpSpPr>
        <p:sp>
          <p:nvSpPr>
            <p:cNvPr id="15472" name="Google Shape;15472;p8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81"/>
          <p:cNvGrpSpPr/>
          <p:nvPr/>
        </p:nvGrpSpPr>
        <p:grpSpPr>
          <a:xfrm>
            <a:off x="5733194" y="2257468"/>
            <a:ext cx="446826" cy="327059"/>
            <a:chOff x="5733194" y="2431718"/>
            <a:chExt cx="446826" cy="327059"/>
          </a:xfrm>
        </p:grpSpPr>
        <p:sp>
          <p:nvSpPr>
            <p:cNvPr id="15485" name="Google Shape;15485;p8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8" name="Google Shape;15488;p81"/>
          <p:cNvGrpSpPr/>
          <p:nvPr/>
        </p:nvGrpSpPr>
        <p:grpSpPr>
          <a:xfrm>
            <a:off x="4876780" y="2243814"/>
            <a:ext cx="407774" cy="356627"/>
            <a:chOff x="4876780" y="2418064"/>
            <a:chExt cx="407774" cy="356627"/>
          </a:xfrm>
        </p:grpSpPr>
        <p:sp>
          <p:nvSpPr>
            <p:cNvPr id="15489" name="Google Shape;15489;p8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7" name="Google Shape;15497;p81"/>
          <p:cNvGrpSpPr/>
          <p:nvPr/>
        </p:nvGrpSpPr>
        <p:grpSpPr>
          <a:xfrm>
            <a:off x="7070872" y="2236621"/>
            <a:ext cx="398321" cy="371013"/>
            <a:chOff x="7070872" y="2410871"/>
            <a:chExt cx="398321" cy="371013"/>
          </a:xfrm>
        </p:grpSpPr>
        <p:sp>
          <p:nvSpPr>
            <p:cNvPr id="15498" name="Google Shape;15498;p8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02" name="Google Shape;15502;p8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3" name="Google Shape;15503;p81"/>
          <p:cNvGrpSpPr/>
          <p:nvPr/>
        </p:nvGrpSpPr>
        <p:grpSpPr>
          <a:xfrm>
            <a:off x="5318259" y="2807861"/>
            <a:ext cx="371013" cy="220787"/>
            <a:chOff x="5318259" y="2982111"/>
            <a:chExt cx="371013" cy="220787"/>
          </a:xfrm>
        </p:grpSpPr>
        <p:sp>
          <p:nvSpPr>
            <p:cNvPr id="15504" name="Google Shape;15504;p8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2" name="Google Shape;15512;p81"/>
          <p:cNvGrpSpPr/>
          <p:nvPr/>
        </p:nvGrpSpPr>
        <p:grpSpPr>
          <a:xfrm>
            <a:off x="7073928" y="2731507"/>
            <a:ext cx="371395" cy="371809"/>
            <a:chOff x="7073928" y="2905757"/>
            <a:chExt cx="371395" cy="371809"/>
          </a:xfrm>
        </p:grpSpPr>
        <p:sp>
          <p:nvSpPr>
            <p:cNvPr id="15513" name="Google Shape;15513;p8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81"/>
          <p:cNvGrpSpPr/>
          <p:nvPr/>
        </p:nvGrpSpPr>
        <p:grpSpPr>
          <a:xfrm>
            <a:off x="6188327" y="2781158"/>
            <a:ext cx="371395" cy="272857"/>
            <a:chOff x="6188327" y="2955408"/>
            <a:chExt cx="371395" cy="272857"/>
          </a:xfrm>
        </p:grpSpPr>
        <p:sp>
          <p:nvSpPr>
            <p:cNvPr id="15517" name="Google Shape;15517;p8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9" name="Google Shape;15519;p81"/>
          <p:cNvGrpSpPr/>
          <p:nvPr/>
        </p:nvGrpSpPr>
        <p:grpSpPr>
          <a:xfrm>
            <a:off x="7521454" y="2731889"/>
            <a:ext cx="359651" cy="371013"/>
            <a:chOff x="7521454" y="2906139"/>
            <a:chExt cx="359651" cy="371013"/>
          </a:xfrm>
        </p:grpSpPr>
        <p:sp>
          <p:nvSpPr>
            <p:cNvPr id="15520" name="Google Shape;15520;p8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81"/>
          <p:cNvGrpSpPr/>
          <p:nvPr/>
        </p:nvGrpSpPr>
        <p:grpSpPr>
          <a:xfrm>
            <a:off x="5782845" y="2732271"/>
            <a:ext cx="301661" cy="371013"/>
            <a:chOff x="5782845" y="2906521"/>
            <a:chExt cx="301661" cy="371013"/>
          </a:xfrm>
        </p:grpSpPr>
        <p:sp>
          <p:nvSpPr>
            <p:cNvPr id="15526" name="Google Shape;15526;p8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9" name="Google Shape;15529;p81"/>
          <p:cNvGrpSpPr/>
          <p:nvPr/>
        </p:nvGrpSpPr>
        <p:grpSpPr>
          <a:xfrm>
            <a:off x="6630539" y="2743252"/>
            <a:ext cx="371777" cy="349434"/>
            <a:chOff x="6630539" y="2917502"/>
            <a:chExt cx="371777" cy="349434"/>
          </a:xfrm>
        </p:grpSpPr>
        <p:sp>
          <p:nvSpPr>
            <p:cNvPr id="15530" name="Google Shape;15530;p8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81"/>
          <p:cNvGrpSpPr/>
          <p:nvPr/>
        </p:nvGrpSpPr>
        <p:grpSpPr>
          <a:xfrm>
            <a:off x="2171474" y="3194979"/>
            <a:ext cx="408156" cy="343737"/>
            <a:chOff x="2171474" y="3369229"/>
            <a:chExt cx="408156" cy="343737"/>
          </a:xfrm>
        </p:grpSpPr>
        <p:sp>
          <p:nvSpPr>
            <p:cNvPr id="15538" name="Google Shape;15538;p8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2" name="Google Shape;15542;p81"/>
          <p:cNvGrpSpPr/>
          <p:nvPr/>
        </p:nvGrpSpPr>
        <p:grpSpPr>
          <a:xfrm>
            <a:off x="4891198" y="2750858"/>
            <a:ext cx="334634" cy="334634"/>
            <a:chOff x="4891198" y="2925108"/>
            <a:chExt cx="334634" cy="334634"/>
          </a:xfrm>
        </p:grpSpPr>
        <p:sp>
          <p:nvSpPr>
            <p:cNvPr id="15543" name="Google Shape;15543;p8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81"/>
          <p:cNvGrpSpPr/>
          <p:nvPr/>
        </p:nvGrpSpPr>
        <p:grpSpPr>
          <a:xfrm>
            <a:off x="7976174" y="2750858"/>
            <a:ext cx="334666" cy="334634"/>
            <a:chOff x="7976174" y="2925108"/>
            <a:chExt cx="334666" cy="334634"/>
          </a:xfrm>
        </p:grpSpPr>
        <p:sp>
          <p:nvSpPr>
            <p:cNvPr id="15552" name="Google Shape;15552;p8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81"/>
          <p:cNvGrpSpPr/>
          <p:nvPr/>
        </p:nvGrpSpPr>
        <p:grpSpPr>
          <a:xfrm>
            <a:off x="3091957" y="3199881"/>
            <a:ext cx="354717" cy="332757"/>
            <a:chOff x="3091957" y="3374131"/>
            <a:chExt cx="354717" cy="332757"/>
          </a:xfrm>
        </p:grpSpPr>
        <p:sp>
          <p:nvSpPr>
            <p:cNvPr id="15562" name="Google Shape;15562;p8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81"/>
          <p:cNvGrpSpPr/>
          <p:nvPr/>
        </p:nvGrpSpPr>
        <p:grpSpPr>
          <a:xfrm>
            <a:off x="3988156" y="3205960"/>
            <a:ext cx="353954" cy="318880"/>
            <a:chOff x="3988156" y="3380210"/>
            <a:chExt cx="353954" cy="318880"/>
          </a:xfrm>
        </p:grpSpPr>
        <p:sp>
          <p:nvSpPr>
            <p:cNvPr id="15569" name="Google Shape;15569;p8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81"/>
          <p:cNvGrpSpPr/>
          <p:nvPr/>
        </p:nvGrpSpPr>
        <p:grpSpPr>
          <a:xfrm>
            <a:off x="3541011" y="3193070"/>
            <a:ext cx="348257" cy="346188"/>
            <a:chOff x="3541011" y="3367320"/>
            <a:chExt cx="348257" cy="346188"/>
          </a:xfrm>
        </p:grpSpPr>
        <p:sp>
          <p:nvSpPr>
            <p:cNvPr id="15575" name="Google Shape;15575;p8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81"/>
          <p:cNvGrpSpPr/>
          <p:nvPr/>
        </p:nvGrpSpPr>
        <p:grpSpPr>
          <a:xfrm>
            <a:off x="1314678" y="3183967"/>
            <a:ext cx="334666" cy="365348"/>
            <a:chOff x="1314678" y="3358217"/>
            <a:chExt cx="334666" cy="365348"/>
          </a:xfrm>
        </p:grpSpPr>
        <p:sp>
          <p:nvSpPr>
            <p:cNvPr id="15580" name="Google Shape;15580;p8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5" name="Google Shape;15585;p81"/>
          <p:cNvGrpSpPr/>
          <p:nvPr/>
        </p:nvGrpSpPr>
        <p:grpSpPr>
          <a:xfrm>
            <a:off x="1748582" y="3198385"/>
            <a:ext cx="359269" cy="335780"/>
            <a:chOff x="1748582" y="3372635"/>
            <a:chExt cx="359269" cy="335780"/>
          </a:xfrm>
        </p:grpSpPr>
        <p:sp>
          <p:nvSpPr>
            <p:cNvPr id="15586" name="Google Shape;15586;p8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7" name="Google Shape;15587;p81"/>
            <p:cNvGrpSpPr/>
            <p:nvPr/>
          </p:nvGrpSpPr>
          <p:grpSpPr>
            <a:xfrm>
              <a:off x="1748582" y="3372635"/>
              <a:ext cx="333520" cy="335780"/>
              <a:chOff x="1748582" y="3372635"/>
              <a:chExt cx="333520" cy="335780"/>
            </a:xfrm>
          </p:grpSpPr>
          <p:sp>
            <p:nvSpPr>
              <p:cNvPr id="15588" name="Google Shape;15588;p8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91" name="Google Shape;15591;p81"/>
          <p:cNvGrpSpPr/>
          <p:nvPr/>
        </p:nvGrpSpPr>
        <p:grpSpPr>
          <a:xfrm>
            <a:off x="2640993" y="3183585"/>
            <a:ext cx="365348" cy="364966"/>
            <a:chOff x="2640993" y="3357835"/>
            <a:chExt cx="365348" cy="364966"/>
          </a:xfrm>
        </p:grpSpPr>
        <p:sp>
          <p:nvSpPr>
            <p:cNvPr id="15592" name="Google Shape;15592;p8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2" name="Google Shape;15602;p81"/>
          <p:cNvGrpSpPr/>
          <p:nvPr/>
        </p:nvGrpSpPr>
        <p:grpSpPr>
          <a:xfrm>
            <a:off x="4886264" y="3191924"/>
            <a:ext cx="350548" cy="350198"/>
            <a:chOff x="4886264" y="3366174"/>
            <a:chExt cx="350548" cy="350198"/>
          </a:xfrm>
        </p:grpSpPr>
        <p:sp>
          <p:nvSpPr>
            <p:cNvPr id="15603" name="Google Shape;15603;p8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81"/>
          <p:cNvGrpSpPr/>
          <p:nvPr/>
        </p:nvGrpSpPr>
        <p:grpSpPr>
          <a:xfrm>
            <a:off x="5331913" y="3239697"/>
            <a:ext cx="347143" cy="254684"/>
            <a:chOff x="5331913" y="3413947"/>
            <a:chExt cx="347143" cy="254684"/>
          </a:xfrm>
        </p:grpSpPr>
        <p:sp>
          <p:nvSpPr>
            <p:cNvPr id="15617" name="Google Shape;15617;p8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81"/>
          <p:cNvGrpSpPr/>
          <p:nvPr/>
        </p:nvGrpSpPr>
        <p:grpSpPr>
          <a:xfrm>
            <a:off x="5776798" y="3235528"/>
            <a:ext cx="346379" cy="264518"/>
            <a:chOff x="5776798" y="3409778"/>
            <a:chExt cx="346379" cy="264518"/>
          </a:xfrm>
        </p:grpSpPr>
        <p:sp>
          <p:nvSpPr>
            <p:cNvPr id="15624" name="Google Shape;15624;p8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81"/>
          <p:cNvGrpSpPr/>
          <p:nvPr/>
        </p:nvGrpSpPr>
        <p:grpSpPr>
          <a:xfrm>
            <a:off x="7108015" y="3222255"/>
            <a:ext cx="344883" cy="290299"/>
            <a:chOff x="7108015" y="3396505"/>
            <a:chExt cx="344883" cy="290299"/>
          </a:xfrm>
        </p:grpSpPr>
        <p:sp>
          <p:nvSpPr>
            <p:cNvPr id="15631" name="Google Shape;15631;p8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81"/>
          <p:cNvGrpSpPr/>
          <p:nvPr/>
        </p:nvGrpSpPr>
        <p:grpSpPr>
          <a:xfrm>
            <a:off x="7551754" y="3216558"/>
            <a:ext cx="344883" cy="301311"/>
            <a:chOff x="7551754" y="3390808"/>
            <a:chExt cx="344883" cy="301311"/>
          </a:xfrm>
        </p:grpSpPr>
        <p:sp>
          <p:nvSpPr>
            <p:cNvPr id="15636" name="Google Shape;15636;p8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7" name="Google Shape;15647;p81"/>
          <p:cNvGrpSpPr/>
          <p:nvPr/>
        </p:nvGrpSpPr>
        <p:grpSpPr>
          <a:xfrm>
            <a:off x="6707084" y="3213153"/>
            <a:ext cx="261145" cy="308504"/>
            <a:chOff x="6707084" y="3387403"/>
            <a:chExt cx="261145" cy="308504"/>
          </a:xfrm>
        </p:grpSpPr>
        <p:sp>
          <p:nvSpPr>
            <p:cNvPr id="15648" name="Google Shape;15648;p8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2" name="Google Shape;15652;p81"/>
          <p:cNvGrpSpPr/>
          <p:nvPr/>
        </p:nvGrpSpPr>
        <p:grpSpPr>
          <a:xfrm>
            <a:off x="848978" y="4123387"/>
            <a:ext cx="377824" cy="324418"/>
            <a:chOff x="848978" y="4297637"/>
            <a:chExt cx="377824" cy="324418"/>
          </a:xfrm>
        </p:grpSpPr>
        <p:sp>
          <p:nvSpPr>
            <p:cNvPr id="15653" name="Google Shape;15653;p8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5" name="Google Shape;15655;p81"/>
          <p:cNvGrpSpPr/>
          <p:nvPr/>
        </p:nvGrpSpPr>
        <p:grpSpPr>
          <a:xfrm>
            <a:off x="1754279" y="4112343"/>
            <a:ext cx="351439" cy="345965"/>
            <a:chOff x="1754279" y="4286593"/>
            <a:chExt cx="351439" cy="345965"/>
          </a:xfrm>
        </p:grpSpPr>
        <p:sp>
          <p:nvSpPr>
            <p:cNvPr id="15656" name="Google Shape;15656;p8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81"/>
          <p:cNvGrpSpPr/>
          <p:nvPr/>
        </p:nvGrpSpPr>
        <p:grpSpPr>
          <a:xfrm>
            <a:off x="3996113" y="4116926"/>
            <a:ext cx="336512" cy="335048"/>
            <a:chOff x="3996113" y="4291176"/>
            <a:chExt cx="336512" cy="335048"/>
          </a:xfrm>
        </p:grpSpPr>
        <p:sp>
          <p:nvSpPr>
            <p:cNvPr id="15662" name="Google Shape;15662;p8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65" name="Google Shape;15665;p8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6" name="Google Shape;15666;p81"/>
          <p:cNvGrpSpPr/>
          <p:nvPr/>
        </p:nvGrpSpPr>
        <p:grpSpPr>
          <a:xfrm>
            <a:off x="2179081" y="4111261"/>
            <a:ext cx="397525" cy="348670"/>
            <a:chOff x="2179081" y="4285511"/>
            <a:chExt cx="397525" cy="348670"/>
          </a:xfrm>
        </p:grpSpPr>
        <p:sp>
          <p:nvSpPr>
            <p:cNvPr id="15667" name="Google Shape;15667;p8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81"/>
          <p:cNvGrpSpPr/>
          <p:nvPr/>
        </p:nvGrpSpPr>
        <p:grpSpPr>
          <a:xfrm>
            <a:off x="3584201" y="4120746"/>
            <a:ext cx="267574" cy="329415"/>
            <a:chOff x="3584201" y="4294996"/>
            <a:chExt cx="267574" cy="329415"/>
          </a:xfrm>
        </p:grpSpPr>
        <p:sp>
          <p:nvSpPr>
            <p:cNvPr id="15670" name="Google Shape;15670;p8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4" name="Google Shape;15674;p81"/>
          <p:cNvGrpSpPr/>
          <p:nvPr/>
        </p:nvGrpSpPr>
        <p:grpSpPr>
          <a:xfrm>
            <a:off x="3082855" y="4121478"/>
            <a:ext cx="375946" cy="327823"/>
            <a:chOff x="3082855" y="4295728"/>
            <a:chExt cx="375946" cy="327823"/>
          </a:xfrm>
        </p:grpSpPr>
        <p:sp>
          <p:nvSpPr>
            <p:cNvPr id="15675" name="Google Shape;15675;p8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6" name="Google Shape;15686;p81"/>
          <p:cNvGrpSpPr/>
          <p:nvPr/>
        </p:nvGrpSpPr>
        <p:grpSpPr>
          <a:xfrm>
            <a:off x="2749016" y="4116926"/>
            <a:ext cx="150831" cy="336926"/>
            <a:chOff x="2749016" y="4291176"/>
            <a:chExt cx="150831" cy="336926"/>
          </a:xfrm>
        </p:grpSpPr>
        <p:sp>
          <p:nvSpPr>
            <p:cNvPr id="15687" name="Google Shape;15687;p8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81"/>
          <p:cNvGrpSpPr/>
          <p:nvPr/>
        </p:nvGrpSpPr>
        <p:grpSpPr>
          <a:xfrm>
            <a:off x="7127716" y="4105182"/>
            <a:ext cx="248254" cy="361942"/>
            <a:chOff x="7127716" y="4279432"/>
            <a:chExt cx="248254" cy="361942"/>
          </a:xfrm>
        </p:grpSpPr>
        <p:sp>
          <p:nvSpPr>
            <p:cNvPr id="15692" name="Google Shape;15692;p8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81"/>
          <p:cNvGrpSpPr/>
          <p:nvPr/>
        </p:nvGrpSpPr>
        <p:grpSpPr>
          <a:xfrm>
            <a:off x="7565408" y="4105182"/>
            <a:ext cx="248255" cy="361942"/>
            <a:chOff x="7565408" y="4279432"/>
            <a:chExt cx="248255" cy="361942"/>
          </a:xfrm>
        </p:grpSpPr>
        <p:sp>
          <p:nvSpPr>
            <p:cNvPr id="15702" name="Google Shape;15702;p8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0" name="Google Shape;15710;p81"/>
          <p:cNvGrpSpPr/>
          <p:nvPr/>
        </p:nvGrpSpPr>
        <p:grpSpPr>
          <a:xfrm>
            <a:off x="6264109" y="4105182"/>
            <a:ext cx="225498" cy="361560"/>
            <a:chOff x="6264109" y="4279432"/>
            <a:chExt cx="225498" cy="361560"/>
          </a:xfrm>
        </p:grpSpPr>
        <p:sp>
          <p:nvSpPr>
            <p:cNvPr id="15711" name="Google Shape;15711;p8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3" name="Google Shape;15713;p81"/>
          <p:cNvGrpSpPr/>
          <p:nvPr/>
        </p:nvGrpSpPr>
        <p:grpSpPr>
          <a:xfrm>
            <a:off x="7929578" y="4110115"/>
            <a:ext cx="395266" cy="351312"/>
            <a:chOff x="7929578" y="4284365"/>
            <a:chExt cx="395266" cy="351312"/>
          </a:xfrm>
        </p:grpSpPr>
        <p:sp>
          <p:nvSpPr>
            <p:cNvPr id="15714" name="Google Shape;15714;p8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81"/>
          <p:cNvGrpSpPr/>
          <p:nvPr/>
        </p:nvGrpSpPr>
        <p:grpSpPr>
          <a:xfrm>
            <a:off x="6595502" y="4149527"/>
            <a:ext cx="426315" cy="332826"/>
            <a:chOff x="6639652" y="4323777"/>
            <a:chExt cx="426315" cy="332826"/>
          </a:xfrm>
        </p:grpSpPr>
        <p:sp>
          <p:nvSpPr>
            <p:cNvPr id="15719" name="Google Shape;15719;p8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81"/>
          <p:cNvGrpSpPr/>
          <p:nvPr/>
        </p:nvGrpSpPr>
        <p:grpSpPr>
          <a:xfrm>
            <a:off x="5357662" y="4123387"/>
            <a:ext cx="287275" cy="326296"/>
            <a:chOff x="5357662" y="4297637"/>
            <a:chExt cx="287275" cy="326296"/>
          </a:xfrm>
        </p:grpSpPr>
        <p:sp>
          <p:nvSpPr>
            <p:cNvPr id="15730" name="Google Shape;15730;p8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5" name="Google Shape;15735;p81"/>
          <p:cNvGrpSpPr/>
          <p:nvPr/>
        </p:nvGrpSpPr>
        <p:grpSpPr>
          <a:xfrm>
            <a:off x="5774124" y="4120300"/>
            <a:ext cx="331611" cy="331674"/>
            <a:chOff x="5774124" y="4294550"/>
            <a:chExt cx="331611" cy="331674"/>
          </a:xfrm>
        </p:grpSpPr>
        <p:sp>
          <p:nvSpPr>
            <p:cNvPr id="15736" name="Google Shape;15736;p8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8" name="Google Shape;15738;p81"/>
          <p:cNvGrpSpPr/>
          <p:nvPr/>
        </p:nvGrpSpPr>
        <p:grpSpPr>
          <a:xfrm>
            <a:off x="4890434" y="4113139"/>
            <a:ext cx="345997" cy="346029"/>
            <a:chOff x="4890434" y="4287389"/>
            <a:chExt cx="345997" cy="346029"/>
          </a:xfrm>
        </p:grpSpPr>
        <p:sp>
          <p:nvSpPr>
            <p:cNvPr id="15739" name="Google Shape;15739;p8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81"/>
          <p:cNvGrpSpPr/>
          <p:nvPr/>
        </p:nvGrpSpPr>
        <p:grpSpPr>
          <a:xfrm>
            <a:off x="2165809" y="3636809"/>
            <a:ext cx="422542" cy="342973"/>
            <a:chOff x="2165809" y="3811059"/>
            <a:chExt cx="422542" cy="342973"/>
          </a:xfrm>
        </p:grpSpPr>
        <p:sp>
          <p:nvSpPr>
            <p:cNvPr id="15747" name="Google Shape;15747;p8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65" name="Google Shape;15765;p8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66" name="Google Shape;15766;p81"/>
          <p:cNvGrpSpPr/>
          <p:nvPr/>
        </p:nvGrpSpPr>
        <p:grpSpPr>
          <a:xfrm>
            <a:off x="903530" y="3631875"/>
            <a:ext cx="264550" cy="353222"/>
            <a:chOff x="903530" y="3806125"/>
            <a:chExt cx="264550" cy="353222"/>
          </a:xfrm>
        </p:grpSpPr>
        <p:sp>
          <p:nvSpPr>
            <p:cNvPr id="15767" name="Google Shape;15767;p8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1" name="Google Shape;15771;p81"/>
          <p:cNvGrpSpPr/>
          <p:nvPr/>
        </p:nvGrpSpPr>
        <p:grpSpPr>
          <a:xfrm>
            <a:off x="850092" y="3178684"/>
            <a:ext cx="369517" cy="375660"/>
            <a:chOff x="850092" y="3352934"/>
            <a:chExt cx="369517" cy="375660"/>
          </a:xfrm>
        </p:grpSpPr>
        <p:sp>
          <p:nvSpPr>
            <p:cNvPr id="15772" name="Google Shape;15772;p8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81"/>
          <p:cNvGrpSpPr/>
          <p:nvPr/>
        </p:nvGrpSpPr>
        <p:grpSpPr>
          <a:xfrm>
            <a:off x="2611458" y="3642124"/>
            <a:ext cx="426329" cy="332375"/>
            <a:chOff x="2611458" y="3816374"/>
            <a:chExt cx="426329" cy="332375"/>
          </a:xfrm>
        </p:grpSpPr>
        <p:sp>
          <p:nvSpPr>
            <p:cNvPr id="15778" name="Google Shape;15778;p8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8" name="Google Shape;15788;p8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9" name="Google Shape;15789;p81"/>
          <p:cNvGrpSpPr/>
          <p:nvPr/>
        </p:nvGrpSpPr>
        <p:grpSpPr>
          <a:xfrm>
            <a:off x="4019984" y="3631143"/>
            <a:ext cx="293704" cy="353954"/>
            <a:chOff x="4019984" y="3805393"/>
            <a:chExt cx="293704" cy="353954"/>
          </a:xfrm>
        </p:grpSpPr>
        <p:sp>
          <p:nvSpPr>
            <p:cNvPr id="15790" name="Google Shape;15790;p8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81"/>
          <p:cNvGrpSpPr/>
          <p:nvPr/>
        </p:nvGrpSpPr>
        <p:grpSpPr>
          <a:xfrm>
            <a:off x="8006505" y="3215794"/>
            <a:ext cx="323654" cy="303189"/>
            <a:chOff x="8006505" y="3390044"/>
            <a:chExt cx="323654" cy="303189"/>
          </a:xfrm>
        </p:grpSpPr>
        <p:sp>
          <p:nvSpPr>
            <p:cNvPr id="15793" name="Google Shape;15793;p8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9" name="Google Shape;15799;p81"/>
          <p:cNvGrpSpPr/>
          <p:nvPr/>
        </p:nvGrpSpPr>
        <p:grpSpPr>
          <a:xfrm>
            <a:off x="1299146" y="3632257"/>
            <a:ext cx="367990" cy="351312"/>
            <a:chOff x="1299146" y="3806507"/>
            <a:chExt cx="367990" cy="351312"/>
          </a:xfrm>
        </p:grpSpPr>
        <p:sp>
          <p:nvSpPr>
            <p:cNvPr id="15800" name="Google Shape;15800;p8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2" name="Google Shape;15802;p8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03" name="Google Shape;15803;p81"/>
          <p:cNvGrpSpPr/>
          <p:nvPr/>
        </p:nvGrpSpPr>
        <p:grpSpPr>
          <a:xfrm>
            <a:off x="3095745" y="3631143"/>
            <a:ext cx="352840" cy="354717"/>
            <a:chOff x="3095745" y="3805393"/>
            <a:chExt cx="352840" cy="354717"/>
          </a:xfrm>
        </p:grpSpPr>
        <p:sp>
          <p:nvSpPr>
            <p:cNvPr id="15804" name="Google Shape;15804;p8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0" name="Google Shape;15810;p81"/>
          <p:cNvGrpSpPr/>
          <p:nvPr/>
        </p:nvGrpSpPr>
        <p:grpSpPr>
          <a:xfrm>
            <a:off x="7550258" y="3658420"/>
            <a:ext cx="371395" cy="301279"/>
            <a:chOff x="7550258" y="3832670"/>
            <a:chExt cx="371395" cy="301279"/>
          </a:xfrm>
        </p:grpSpPr>
        <p:sp>
          <p:nvSpPr>
            <p:cNvPr id="15811" name="Google Shape;15811;p8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9" name="Google Shape;15829;p8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30" name="Google Shape;15830;p81"/>
          <p:cNvGrpSpPr/>
          <p:nvPr/>
        </p:nvGrpSpPr>
        <p:grpSpPr>
          <a:xfrm>
            <a:off x="6659725" y="3633785"/>
            <a:ext cx="367608" cy="350548"/>
            <a:chOff x="6659725" y="3808035"/>
            <a:chExt cx="367608" cy="350548"/>
          </a:xfrm>
        </p:grpSpPr>
        <p:sp>
          <p:nvSpPr>
            <p:cNvPr id="15831" name="Google Shape;15831;p8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81"/>
          <p:cNvGrpSpPr/>
          <p:nvPr/>
        </p:nvGrpSpPr>
        <p:grpSpPr>
          <a:xfrm>
            <a:off x="6219391" y="3642506"/>
            <a:ext cx="356627" cy="334252"/>
            <a:chOff x="6219391" y="3816756"/>
            <a:chExt cx="356627" cy="334252"/>
          </a:xfrm>
        </p:grpSpPr>
        <p:sp>
          <p:nvSpPr>
            <p:cNvPr id="15834" name="Google Shape;15834;p8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81"/>
          <p:cNvGrpSpPr/>
          <p:nvPr/>
        </p:nvGrpSpPr>
        <p:grpSpPr>
          <a:xfrm>
            <a:off x="5778676" y="3652722"/>
            <a:ext cx="349052" cy="313055"/>
            <a:chOff x="5778676" y="3826972"/>
            <a:chExt cx="349052" cy="313055"/>
          </a:xfrm>
        </p:grpSpPr>
        <p:sp>
          <p:nvSpPr>
            <p:cNvPr id="15839" name="Google Shape;15839;p8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81"/>
          <p:cNvGrpSpPr/>
          <p:nvPr/>
        </p:nvGrpSpPr>
        <p:grpSpPr>
          <a:xfrm>
            <a:off x="5355784" y="3660297"/>
            <a:ext cx="299019" cy="297905"/>
            <a:chOff x="5355784" y="3834547"/>
            <a:chExt cx="299019" cy="297905"/>
          </a:xfrm>
        </p:grpSpPr>
        <p:sp>
          <p:nvSpPr>
            <p:cNvPr id="15845" name="Google Shape;15845;p8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9" name="Google Shape;15849;p81"/>
          <p:cNvGrpSpPr/>
          <p:nvPr/>
        </p:nvGrpSpPr>
        <p:grpSpPr>
          <a:xfrm>
            <a:off x="8036455" y="3633021"/>
            <a:ext cx="292176" cy="353985"/>
            <a:chOff x="8036455" y="3807271"/>
            <a:chExt cx="292176" cy="353985"/>
          </a:xfrm>
        </p:grpSpPr>
        <p:sp>
          <p:nvSpPr>
            <p:cNvPr id="15850" name="Google Shape;15850;p8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52" name="Google Shape;15852;p81"/>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5853" name="Google Shape;15853;p81"/>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5854" name="Google Shape;15854;p81"/>
          <p:cNvGrpSpPr/>
          <p:nvPr/>
        </p:nvGrpSpPr>
        <p:grpSpPr>
          <a:xfrm>
            <a:off x="4874902" y="3634549"/>
            <a:ext cx="345615" cy="350835"/>
            <a:chOff x="4874902" y="3808799"/>
            <a:chExt cx="345615" cy="350835"/>
          </a:xfrm>
        </p:grpSpPr>
        <p:sp>
          <p:nvSpPr>
            <p:cNvPr id="15855" name="Google Shape;15855;p8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75" name="Shape 15875"/>
        <p:cNvGrpSpPr/>
        <p:nvPr/>
      </p:nvGrpSpPr>
      <p:grpSpPr>
        <a:xfrm>
          <a:off x="0" y="0"/>
          <a:ext cx="0" cy="0"/>
          <a:chOff x="0" y="0"/>
          <a:chExt cx="0" cy="0"/>
        </a:xfrm>
      </p:grpSpPr>
      <p:grpSp>
        <p:nvGrpSpPr>
          <p:cNvPr id="15876" name="Google Shape;15876;p82"/>
          <p:cNvGrpSpPr/>
          <p:nvPr/>
        </p:nvGrpSpPr>
        <p:grpSpPr>
          <a:xfrm>
            <a:off x="2704005" y="4083381"/>
            <a:ext cx="342144" cy="362704"/>
            <a:chOff x="2704005" y="4258781"/>
            <a:chExt cx="342144" cy="362704"/>
          </a:xfrm>
        </p:grpSpPr>
        <p:sp>
          <p:nvSpPr>
            <p:cNvPr id="15877" name="Google Shape;15877;p8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82"/>
          <p:cNvGrpSpPr/>
          <p:nvPr/>
        </p:nvGrpSpPr>
        <p:grpSpPr>
          <a:xfrm>
            <a:off x="2157462" y="4083096"/>
            <a:ext cx="347435" cy="363370"/>
            <a:chOff x="2157462" y="4258496"/>
            <a:chExt cx="347435" cy="363370"/>
          </a:xfrm>
        </p:grpSpPr>
        <p:sp>
          <p:nvSpPr>
            <p:cNvPr id="15885" name="Google Shape;15885;p8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8" name="Google Shape;15888;p82"/>
          <p:cNvGrpSpPr/>
          <p:nvPr/>
        </p:nvGrpSpPr>
        <p:grpSpPr>
          <a:xfrm>
            <a:off x="4010963" y="3588381"/>
            <a:ext cx="343665" cy="363211"/>
            <a:chOff x="4010963" y="3763781"/>
            <a:chExt cx="343665" cy="363211"/>
          </a:xfrm>
        </p:grpSpPr>
        <p:sp>
          <p:nvSpPr>
            <p:cNvPr id="15889" name="Google Shape;15889;p8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82"/>
          <p:cNvGrpSpPr/>
          <p:nvPr/>
        </p:nvGrpSpPr>
        <p:grpSpPr>
          <a:xfrm>
            <a:off x="2214042" y="3635109"/>
            <a:ext cx="368153" cy="311193"/>
            <a:chOff x="2214042" y="3810509"/>
            <a:chExt cx="368153" cy="311193"/>
          </a:xfrm>
        </p:grpSpPr>
        <p:sp>
          <p:nvSpPr>
            <p:cNvPr id="15895" name="Google Shape;15895;p8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7" name="Google Shape;15897;p82"/>
          <p:cNvGrpSpPr/>
          <p:nvPr/>
        </p:nvGrpSpPr>
        <p:grpSpPr>
          <a:xfrm>
            <a:off x="1768938" y="3606819"/>
            <a:ext cx="367805" cy="367773"/>
            <a:chOff x="1768938" y="3782219"/>
            <a:chExt cx="367805" cy="367773"/>
          </a:xfrm>
        </p:grpSpPr>
        <p:sp>
          <p:nvSpPr>
            <p:cNvPr id="15898" name="Google Shape;15898;p8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3" name="Google Shape;15903;p82"/>
          <p:cNvGrpSpPr/>
          <p:nvPr/>
        </p:nvGrpSpPr>
        <p:grpSpPr>
          <a:xfrm>
            <a:off x="2681385" y="3623039"/>
            <a:ext cx="325544" cy="327413"/>
            <a:chOff x="2681385" y="3798439"/>
            <a:chExt cx="325544" cy="327413"/>
          </a:xfrm>
        </p:grpSpPr>
        <p:sp>
          <p:nvSpPr>
            <p:cNvPr id="15904" name="Google Shape;15904;p8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1" name="Google Shape;15911;p82"/>
          <p:cNvGrpSpPr/>
          <p:nvPr/>
        </p:nvGrpSpPr>
        <p:grpSpPr>
          <a:xfrm>
            <a:off x="6243928" y="4088102"/>
            <a:ext cx="274254" cy="350824"/>
            <a:chOff x="6243928" y="4263502"/>
            <a:chExt cx="274254" cy="350824"/>
          </a:xfrm>
        </p:grpSpPr>
        <p:sp>
          <p:nvSpPr>
            <p:cNvPr id="15912" name="Google Shape;15912;p8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0" name="Google Shape;15920;p82"/>
          <p:cNvGrpSpPr/>
          <p:nvPr/>
        </p:nvGrpSpPr>
        <p:grpSpPr>
          <a:xfrm>
            <a:off x="3560600" y="3587938"/>
            <a:ext cx="352345" cy="363655"/>
            <a:chOff x="3560600" y="3763338"/>
            <a:chExt cx="352345" cy="363655"/>
          </a:xfrm>
        </p:grpSpPr>
        <p:sp>
          <p:nvSpPr>
            <p:cNvPr id="15921" name="Google Shape;15921;p8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4" name="Google Shape;15924;p82"/>
          <p:cNvGrpSpPr/>
          <p:nvPr/>
        </p:nvGrpSpPr>
        <p:grpSpPr>
          <a:xfrm>
            <a:off x="5790556" y="4085852"/>
            <a:ext cx="279513" cy="356083"/>
            <a:chOff x="5790556" y="4261252"/>
            <a:chExt cx="279513" cy="356083"/>
          </a:xfrm>
        </p:grpSpPr>
        <p:sp>
          <p:nvSpPr>
            <p:cNvPr id="15925" name="Google Shape;15925;p8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2" name="Google Shape;15932;p82"/>
          <p:cNvGrpSpPr/>
          <p:nvPr/>
        </p:nvGrpSpPr>
        <p:grpSpPr>
          <a:xfrm>
            <a:off x="5341333" y="4085852"/>
            <a:ext cx="278752" cy="356463"/>
            <a:chOff x="5341333" y="4261252"/>
            <a:chExt cx="278752" cy="356463"/>
          </a:xfrm>
        </p:grpSpPr>
        <p:sp>
          <p:nvSpPr>
            <p:cNvPr id="15933" name="Google Shape;15933;p8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0" name="Google Shape;15940;p8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1" name="Google Shape;15941;p82"/>
          <p:cNvGrpSpPr/>
          <p:nvPr/>
        </p:nvGrpSpPr>
        <p:grpSpPr>
          <a:xfrm>
            <a:off x="3103646" y="3590676"/>
            <a:ext cx="360233" cy="362451"/>
            <a:chOff x="3107608" y="3763401"/>
            <a:chExt cx="360233" cy="362451"/>
          </a:xfrm>
        </p:grpSpPr>
        <p:sp>
          <p:nvSpPr>
            <p:cNvPr id="15942" name="Google Shape;15942;p8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5" name="Google Shape;15945;p82"/>
          <p:cNvGrpSpPr/>
          <p:nvPr/>
        </p:nvGrpSpPr>
        <p:grpSpPr>
          <a:xfrm>
            <a:off x="889343" y="3625827"/>
            <a:ext cx="351585" cy="339705"/>
            <a:chOff x="889343" y="3801227"/>
            <a:chExt cx="351585" cy="339705"/>
          </a:xfrm>
        </p:grpSpPr>
        <p:sp>
          <p:nvSpPr>
            <p:cNvPr id="15946" name="Google Shape;15946;p8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82"/>
          <p:cNvGrpSpPr/>
          <p:nvPr/>
        </p:nvGrpSpPr>
        <p:grpSpPr>
          <a:xfrm>
            <a:off x="4896609" y="4085472"/>
            <a:ext cx="278784" cy="355323"/>
            <a:chOff x="4896609" y="4260872"/>
            <a:chExt cx="278784" cy="355323"/>
          </a:xfrm>
        </p:grpSpPr>
        <p:sp>
          <p:nvSpPr>
            <p:cNvPr id="15952" name="Google Shape;15952;p8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82"/>
          <p:cNvGrpSpPr/>
          <p:nvPr/>
        </p:nvGrpSpPr>
        <p:grpSpPr>
          <a:xfrm>
            <a:off x="7598438" y="4090731"/>
            <a:ext cx="260283" cy="345914"/>
            <a:chOff x="7598438" y="4266131"/>
            <a:chExt cx="260283" cy="345914"/>
          </a:xfrm>
        </p:grpSpPr>
        <p:sp>
          <p:nvSpPr>
            <p:cNvPr id="15959" name="Google Shape;15959;p8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82"/>
          <p:cNvGrpSpPr/>
          <p:nvPr/>
        </p:nvGrpSpPr>
        <p:grpSpPr>
          <a:xfrm>
            <a:off x="1767069" y="3184746"/>
            <a:ext cx="286324" cy="348163"/>
            <a:chOff x="1767069" y="3360146"/>
            <a:chExt cx="286324" cy="348163"/>
          </a:xfrm>
        </p:grpSpPr>
        <p:sp>
          <p:nvSpPr>
            <p:cNvPr id="15967" name="Google Shape;15967;p8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4" name="Google Shape;15974;p82"/>
          <p:cNvGrpSpPr/>
          <p:nvPr/>
        </p:nvGrpSpPr>
        <p:grpSpPr>
          <a:xfrm>
            <a:off x="7149944" y="4090731"/>
            <a:ext cx="260283" cy="345914"/>
            <a:chOff x="7149944" y="4266131"/>
            <a:chExt cx="260283" cy="345914"/>
          </a:xfrm>
        </p:grpSpPr>
        <p:sp>
          <p:nvSpPr>
            <p:cNvPr id="15975" name="Google Shape;15975;p8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82"/>
          <p:cNvGrpSpPr/>
          <p:nvPr/>
        </p:nvGrpSpPr>
        <p:grpSpPr>
          <a:xfrm>
            <a:off x="6695051" y="4083951"/>
            <a:ext cx="270104" cy="360233"/>
            <a:chOff x="6695051" y="4259351"/>
            <a:chExt cx="270104" cy="360233"/>
          </a:xfrm>
        </p:grpSpPr>
        <p:sp>
          <p:nvSpPr>
            <p:cNvPr id="15982" name="Google Shape;15982;p8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6" name="Google Shape;15986;p82"/>
          <p:cNvGrpSpPr/>
          <p:nvPr/>
        </p:nvGrpSpPr>
        <p:grpSpPr>
          <a:xfrm>
            <a:off x="8047661" y="4082051"/>
            <a:ext cx="277263" cy="362514"/>
            <a:chOff x="8047661" y="4257451"/>
            <a:chExt cx="277263" cy="362514"/>
          </a:xfrm>
        </p:grpSpPr>
        <p:sp>
          <p:nvSpPr>
            <p:cNvPr id="15987" name="Google Shape;15987;p8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82"/>
          <p:cNvGrpSpPr/>
          <p:nvPr/>
        </p:nvGrpSpPr>
        <p:grpSpPr>
          <a:xfrm>
            <a:off x="6248078" y="3609068"/>
            <a:ext cx="277263" cy="356115"/>
            <a:chOff x="6248078" y="3784468"/>
            <a:chExt cx="277263" cy="356115"/>
          </a:xfrm>
        </p:grpSpPr>
        <p:sp>
          <p:nvSpPr>
            <p:cNvPr id="15992" name="Google Shape;15992;p8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82"/>
          <p:cNvGrpSpPr/>
          <p:nvPr/>
        </p:nvGrpSpPr>
        <p:grpSpPr>
          <a:xfrm>
            <a:off x="5800725" y="3610589"/>
            <a:ext cx="277644" cy="354594"/>
            <a:chOff x="5800725" y="3785989"/>
            <a:chExt cx="277644" cy="354594"/>
          </a:xfrm>
        </p:grpSpPr>
        <p:sp>
          <p:nvSpPr>
            <p:cNvPr id="15998" name="Google Shape;15998;p8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5" name="Google Shape;16005;p82"/>
          <p:cNvGrpSpPr/>
          <p:nvPr/>
        </p:nvGrpSpPr>
        <p:grpSpPr>
          <a:xfrm>
            <a:off x="2206122" y="3185348"/>
            <a:ext cx="308183" cy="347561"/>
            <a:chOff x="2206122" y="3360748"/>
            <a:chExt cx="308183" cy="347561"/>
          </a:xfrm>
        </p:grpSpPr>
        <p:sp>
          <p:nvSpPr>
            <p:cNvPr id="16006" name="Google Shape;16006;p8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82"/>
          <p:cNvGrpSpPr/>
          <p:nvPr/>
        </p:nvGrpSpPr>
        <p:grpSpPr>
          <a:xfrm>
            <a:off x="5353403" y="3610209"/>
            <a:ext cx="277992" cy="354974"/>
            <a:chOff x="5353403" y="3785609"/>
            <a:chExt cx="277992" cy="354974"/>
          </a:xfrm>
        </p:grpSpPr>
        <p:sp>
          <p:nvSpPr>
            <p:cNvPr id="16012" name="Google Shape;16012;p8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8" name="Google Shape;16018;p82"/>
          <p:cNvGrpSpPr/>
          <p:nvPr/>
        </p:nvGrpSpPr>
        <p:grpSpPr>
          <a:xfrm>
            <a:off x="4896229" y="3610589"/>
            <a:ext cx="278784" cy="354594"/>
            <a:chOff x="4896229" y="3785989"/>
            <a:chExt cx="278784" cy="354594"/>
          </a:xfrm>
        </p:grpSpPr>
        <p:sp>
          <p:nvSpPr>
            <p:cNvPr id="16019" name="Google Shape;16019;p8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5" name="Google Shape;16025;p82"/>
          <p:cNvGrpSpPr/>
          <p:nvPr/>
        </p:nvGrpSpPr>
        <p:grpSpPr>
          <a:xfrm>
            <a:off x="7592387" y="3612458"/>
            <a:ext cx="273874" cy="351204"/>
            <a:chOff x="7592387" y="3787858"/>
            <a:chExt cx="273874" cy="351204"/>
          </a:xfrm>
        </p:grpSpPr>
        <p:sp>
          <p:nvSpPr>
            <p:cNvPr id="16026" name="Google Shape;16026;p8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0" name="Google Shape;16030;p82"/>
          <p:cNvGrpSpPr/>
          <p:nvPr/>
        </p:nvGrpSpPr>
        <p:grpSpPr>
          <a:xfrm>
            <a:off x="7145794" y="3612458"/>
            <a:ext cx="274254" cy="350444"/>
            <a:chOff x="7145794" y="3787858"/>
            <a:chExt cx="274254" cy="350444"/>
          </a:xfrm>
        </p:grpSpPr>
        <p:sp>
          <p:nvSpPr>
            <p:cNvPr id="16031" name="Google Shape;16031;p8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7" name="Google Shape;16037;p82"/>
          <p:cNvGrpSpPr/>
          <p:nvPr/>
        </p:nvGrpSpPr>
        <p:grpSpPr>
          <a:xfrm>
            <a:off x="8054060" y="3611698"/>
            <a:ext cx="266334" cy="353834"/>
            <a:chOff x="8054060" y="3787098"/>
            <a:chExt cx="266334" cy="353834"/>
          </a:xfrm>
        </p:grpSpPr>
        <p:sp>
          <p:nvSpPr>
            <p:cNvPr id="16038" name="Google Shape;16038;p8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2" name="Google Shape;16042;p82"/>
          <p:cNvGrpSpPr/>
          <p:nvPr/>
        </p:nvGrpSpPr>
        <p:grpSpPr>
          <a:xfrm>
            <a:off x="6702211" y="3607199"/>
            <a:ext cx="270104" cy="361754"/>
            <a:chOff x="6702211" y="3782599"/>
            <a:chExt cx="270104" cy="361754"/>
          </a:xfrm>
        </p:grpSpPr>
        <p:sp>
          <p:nvSpPr>
            <p:cNvPr id="16043" name="Google Shape;16043;p8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82"/>
          <p:cNvGrpSpPr/>
          <p:nvPr/>
        </p:nvGrpSpPr>
        <p:grpSpPr>
          <a:xfrm>
            <a:off x="3516886" y="3263327"/>
            <a:ext cx="391854" cy="269922"/>
            <a:chOff x="3516850" y="3406526"/>
            <a:chExt cx="369674" cy="254644"/>
          </a:xfrm>
        </p:grpSpPr>
        <p:sp>
          <p:nvSpPr>
            <p:cNvPr id="16049" name="Google Shape;16049;p8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3" name="Google Shape;16053;p82"/>
          <p:cNvGrpSpPr/>
          <p:nvPr/>
        </p:nvGrpSpPr>
        <p:grpSpPr>
          <a:xfrm>
            <a:off x="1310655" y="3185127"/>
            <a:ext cx="306314" cy="347403"/>
            <a:chOff x="1310655" y="3360527"/>
            <a:chExt cx="306314" cy="347403"/>
          </a:xfrm>
        </p:grpSpPr>
        <p:sp>
          <p:nvSpPr>
            <p:cNvPr id="16054" name="Google Shape;16054;p8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9" name="Google Shape;16059;p82"/>
          <p:cNvGrpSpPr/>
          <p:nvPr/>
        </p:nvGrpSpPr>
        <p:grpSpPr>
          <a:xfrm>
            <a:off x="3119678" y="3184746"/>
            <a:ext cx="269343" cy="348543"/>
            <a:chOff x="3119678" y="3360146"/>
            <a:chExt cx="269343" cy="348543"/>
          </a:xfrm>
        </p:grpSpPr>
        <p:sp>
          <p:nvSpPr>
            <p:cNvPr id="16060" name="Google Shape;16060;p8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82"/>
          <p:cNvGrpSpPr/>
          <p:nvPr/>
        </p:nvGrpSpPr>
        <p:grpSpPr>
          <a:xfrm>
            <a:off x="3967213" y="3181547"/>
            <a:ext cx="368185" cy="354753"/>
            <a:chOff x="3967213" y="3356947"/>
            <a:chExt cx="368185" cy="354753"/>
          </a:xfrm>
        </p:grpSpPr>
        <p:sp>
          <p:nvSpPr>
            <p:cNvPr id="16068" name="Google Shape;16068;p8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3" name="Google Shape;16073;p82"/>
          <p:cNvGrpSpPr/>
          <p:nvPr/>
        </p:nvGrpSpPr>
        <p:grpSpPr>
          <a:xfrm>
            <a:off x="871254" y="3184746"/>
            <a:ext cx="285183" cy="347023"/>
            <a:chOff x="871254" y="3360146"/>
            <a:chExt cx="285183" cy="347023"/>
          </a:xfrm>
        </p:grpSpPr>
        <p:sp>
          <p:nvSpPr>
            <p:cNvPr id="16074" name="Google Shape;16074;p8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8" name="Google Shape;16078;p82"/>
          <p:cNvGrpSpPr/>
          <p:nvPr/>
        </p:nvGrpSpPr>
        <p:grpSpPr>
          <a:xfrm>
            <a:off x="2665165" y="3184746"/>
            <a:ext cx="281794" cy="349684"/>
            <a:chOff x="2665165" y="3360146"/>
            <a:chExt cx="281794" cy="349684"/>
          </a:xfrm>
        </p:grpSpPr>
        <p:sp>
          <p:nvSpPr>
            <p:cNvPr id="16079" name="Google Shape;16079;p8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4" name="Google Shape;16084;p82"/>
          <p:cNvGrpSpPr/>
          <p:nvPr/>
        </p:nvGrpSpPr>
        <p:grpSpPr>
          <a:xfrm>
            <a:off x="7156344" y="3172296"/>
            <a:ext cx="264465" cy="353074"/>
            <a:chOff x="7156344" y="3347696"/>
            <a:chExt cx="264465" cy="353074"/>
          </a:xfrm>
        </p:grpSpPr>
        <p:sp>
          <p:nvSpPr>
            <p:cNvPr id="16085" name="Google Shape;16085;p8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82"/>
          <p:cNvGrpSpPr/>
          <p:nvPr/>
        </p:nvGrpSpPr>
        <p:grpSpPr>
          <a:xfrm>
            <a:off x="6703732" y="3171536"/>
            <a:ext cx="264813" cy="352693"/>
            <a:chOff x="6703732" y="3346936"/>
            <a:chExt cx="264813" cy="352693"/>
          </a:xfrm>
        </p:grpSpPr>
        <p:sp>
          <p:nvSpPr>
            <p:cNvPr id="16091" name="Google Shape;16091;p8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82"/>
          <p:cNvGrpSpPr/>
          <p:nvPr/>
        </p:nvGrpSpPr>
        <p:grpSpPr>
          <a:xfrm>
            <a:off x="6252228" y="3171536"/>
            <a:ext cx="265193" cy="352693"/>
            <a:chOff x="6252228" y="3346936"/>
            <a:chExt cx="265193" cy="352693"/>
          </a:xfrm>
        </p:grpSpPr>
        <p:sp>
          <p:nvSpPr>
            <p:cNvPr id="16097" name="Google Shape;16097;p8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0" name="Google Shape;16100;p82"/>
          <p:cNvGrpSpPr/>
          <p:nvPr/>
        </p:nvGrpSpPr>
        <p:grpSpPr>
          <a:xfrm>
            <a:off x="5801105" y="3172296"/>
            <a:ext cx="264813" cy="351933"/>
            <a:chOff x="5801105" y="3347696"/>
            <a:chExt cx="264813" cy="351933"/>
          </a:xfrm>
        </p:grpSpPr>
        <p:sp>
          <p:nvSpPr>
            <p:cNvPr id="16101" name="Google Shape;16101;p8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82"/>
          <p:cNvGrpSpPr/>
          <p:nvPr/>
        </p:nvGrpSpPr>
        <p:grpSpPr>
          <a:xfrm>
            <a:off x="5349253" y="3171536"/>
            <a:ext cx="265922" cy="352693"/>
            <a:chOff x="5349253" y="3346936"/>
            <a:chExt cx="265922" cy="352693"/>
          </a:xfrm>
        </p:grpSpPr>
        <p:sp>
          <p:nvSpPr>
            <p:cNvPr id="16106" name="Google Shape;16106;p8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82"/>
          <p:cNvGrpSpPr/>
          <p:nvPr/>
        </p:nvGrpSpPr>
        <p:grpSpPr>
          <a:xfrm>
            <a:off x="4907159" y="3171536"/>
            <a:ext cx="264845" cy="354214"/>
            <a:chOff x="4907159" y="3346936"/>
            <a:chExt cx="264845" cy="354214"/>
          </a:xfrm>
        </p:grpSpPr>
        <p:sp>
          <p:nvSpPr>
            <p:cNvPr id="16113" name="Google Shape;16113;p8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5" name="Google Shape;16115;p82"/>
          <p:cNvGrpSpPr/>
          <p:nvPr/>
        </p:nvGrpSpPr>
        <p:grpSpPr>
          <a:xfrm>
            <a:off x="8048421" y="3159086"/>
            <a:ext cx="276503" cy="369674"/>
            <a:chOff x="8048421" y="3334486"/>
            <a:chExt cx="276503" cy="369674"/>
          </a:xfrm>
        </p:grpSpPr>
        <p:sp>
          <p:nvSpPr>
            <p:cNvPr id="16116" name="Google Shape;16116;p8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2" name="Google Shape;16122;p82"/>
          <p:cNvGrpSpPr/>
          <p:nvPr/>
        </p:nvGrpSpPr>
        <p:grpSpPr>
          <a:xfrm>
            <a:off x="7575787" y="3154555"/>
            <a:ext cx="295384" cy="376834"/>
            <a:chOff x="7575787" y="3329955"/>
            <a:chExt cx="295384" cy="376834"/>
          </a:xfrm>
        </p:grpSpPr>
        <p:sp>
          <p:nvSpPr>
            <p:cNvPr id="16123" name="Google Shape;16123;p8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82"/>
          <p:cNvGrpSpPr/>
          <p:nvPr/>
        </p:nvGrpSpPr>
        <p:grpSpPr>
          <a:xfrm>
            <a:off x="864062" y="2709103"/>
            <a:ext cx="264084" cy="347783"/>
            <a:chOff x="864062" y="2884503"/>
            <a:chExt cx="264084" cy="347783"/>
          </a:xfrm>
        </p:grpSpPr>
        <p:sp>
          <p:nvSpPr>
            <p:cNvPr id="16130" name="Google Shape;16130;p8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0" name="Google Shape;16140;p82"/>
          <p:cNvGrpSpPr/>
          <p:nvPr/>
        </p:nvGrpSpPr>
        <p:grpSpPr>
          <a:xfrm>
            <a:off x="3978523" y="2709261"/>
            <a:ext cx="348955" cy="346516"/>
            <a:chOff x="3978523" y="2884661"/>
            <a:chExt cx="348955" cy="346516"/>
          </a:xfrm>
        </p:grpSpPr>
        <p:sp>
          <p:nvSpPr>
            <p:cNvPr id="16141" name="Google Shape;16141;p8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9" name="Google Shape;16149;p82"/>
          <p:cNvGrpSpPr/>
          <p:nvPr/>
        </p:nvGrpSpPr>
        <p:grpSpPr>
          <a:xfrm>
            <a:off x="3527780" y="2709863"/>
            <a:ext cx="347435" cy="345534"/>
            <a:chOff x="3527780" y="2885263"/>
            <a:chExt cx="347435" cy="345534"/>
          </a:xfrm>
        </p:grpSpPr>
        <p:sp>
          <p:nvSpPr>
            <p:cNvPr id="16150" name="Google Shape;16150;p8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3" name="Google Shape;16173;p82"/>
          <p:cNvGrpSpPr/>
          <p:nvPr/>
        </p:nvGrpSpPr>
        <p:grpSpPr>
          <a:xfrm>
            <a:off x="2239671" y="2709103"/>
            <a:ext cx="218053" cy="348543"/>
            <a:chOff x="2239671" y="2884503"/>
            <a:chExt cx="218053" cy="348543"/>
          </a:xfrm>
        </p:grpSpPr>
        <p:sp>
          <p:nvSpPr>
            <p:cNvPr id="16174" name="Google Shape;16174;p8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9" name="Google Shape;16179;p82"/>
          <p:cNvGrpSpPr/>
          <p:nvPr/>
        </p:nvGrpSpPr>
        <p:grpSpPr>
          <a:xfrm>
            <a:off x="2691555" y="2709103"/>
            <a:ext cx="215044" cy="348924"/>
            <a:chOff x="2691555" y="2884503"/>
            <a:chExt cx="215044" cy="348924"/>
          </a:xfrm>
        </p:grpSpPr>
        <p:sp>
          <p:nvSpPr>
            <p:cNvPr id="16180" name="Google Shape;16180;p8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3" name="Google Shape;16183;p82"/>
          <p:cNvGrpSpPr/>
          <p:nvPr/>
        </p:nvGrpSpPr>
        <p:grpSpPr>
          <a:xfrm>
            <a:off x="1770459" y="2709103"/>
            <a:ext cx="254644" cy="348828"/>
            <a:chOff x="1770459" y="2884503"/>
            <a:chExt cx="254644" cy="348828"/>
          </a:xfrm>
        </p:grpSpPr>
        <p:sp>
          <p:nvSpPr>
            <p:cNvPr id="16184" name="Google Shape;16184;p8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2" name="Google Shape;16192;p82"/>
          <p:cNvGrpSpPr/>
          <p:nvPr/>
        </p:nvGrpSpPr>
        <p:grpSpPr>
          <a:xfrm>
            <a:off x="1317466" y="2709483"/>
            <a:ext cx="258382" cy="348543"/>
            <a:chOff x="1317466" y="2884883"/>
            <a:chExt cx="258382" cy="348543"/>
          </a:xfrm>
        </p:grpSpPr>
        <p:sp>
          <p:nvSpPr>
            <p:cNvPr id="16193" name="Google Shape;16193;p8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82"/>
          <p:cNvGrpSpPr/>
          <p:nvPr/>
        </p:nvGrpSpPr>
        <p:grpSpPr>
          <a:xfrm>
            <a:off x="3121167" y="2709483"/>
            <a:ext cx="258414" cy="348543"/>
            <a:chOff x="3121167" y="2884883"/>
            <a:chExt cx="258414" cy="348543"/>
          </a:xfrm>
        </p:grpSpPr>
        <p:sp>
          <p:nvSpPr>
            <p:cNvPr id="16202" name="Google Shape;16202;p8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0" name="Google Shape;16210;p82"/>
          <p:cNvGrpSpPr/>
          <p:nvPr/>
        </p:nvGrpSpPr>
        <p:grpSpPr>
          <a:xfrm>
            <a:off x="4899999" y="2706695"/>
            <a:ext cx="271244" cy="346801"/>
            <a:chOff x="4899999" y="2882095"/>
            <a:chExt cx="271244" cy="346801"/>
          </a:xfrm>
        </p:grpSpPr>
        <p:sp>
          <p:nvSpPr>
            <p:cNvPr id="16211" name="Google Shape;16211;p8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1" name="Google Shape;16221;p82"/>
          <p:cNvGrpSpPr/>
          <p:nvPr/>
        </p:nvGrpSpPr>
        <p:grpSpPr>
          <a:xfrm>
            <a:off x="7162775" y="2705713"/>
            <a:ext cx="259523" cy="346294"/>
            <a:chOff x="7162775" y="2881113"/>
            <a:chExt cx="259523" cy="346294"/>
          </a:xfrm>
        </p:grpSpPr>
        <p:sp>
          <p:nvSpPr>
            <p:cNvPr id="16222" name="Google Shape;16222;p8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8" name="Google Shape;16228;p82"/>
          <p:cNvGrpSpPr/>
          <p:nvPr/>
        </p:nvGrpSpPr>
        <p:grpSpPr>
          <a:xfrm>
            <a:off x="6709751" y="2706442"/>
            <a:ext cx="261075" cy="347815"/>
            <a:chOff x="6709751" y="2881842"/>
            <a:chExt cx="261075" cy="347815"/>
          </a:xfrm>
        </p:grpSpPr>
        <p:sp>
          <p:nvSpPr>
            <p:cNvPr id="16229" name="Google Shape;16229;p8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82"/>
          <p:cNvGrpSpPr/>
          <p:nvPr/>
        </p:nvGrpSpPr>
        <p:grpSpPr>
          <a:xfrm>
            <a:off x="5807156" y="2705713"/>
            <a:ext cx="261043" cy="348163"/>
            <a:chOff x="5807156" y="2881113"/>
            <a:chExt cx="261043" cy="348163"/>
          </a:xfrm>
        </p:grpSpPr>
        <p:sp>
          <p:nvSpPr>
            <p:cNvPr id="16236" name="Google Shape;16236;p8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82"/>
          <p:cNvGrpSpPr/>
          <p:nvPr/>
        </p:nvGrpSpPr>
        <p:grpSpPr>
          <a:xfrm>
            <a:off x="5355653" y="2706093"/>
            <a:ext cx="262184" cy="346643"/>
            <a:chOff x="5355653" y="2881493"/>
            <a:chExt cx="262184" cy="346643"/>
          </a:xfrm>
        </p:grpSpPr>
        <p:sp>
          <p:nvSpPr>
            <p:cNvPr id="16242" name="Google Shape;16242;p8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7" name="Google Shape;16247;p82"/>
          <p:cNvGrpSpPr/>
          <p:nvPr/>
        </p:nvGrpSpPr>
        <p:grpSpPr>
          <a:xfrm>
            <a:off x="8055961" y="2706442"/>
            <a:ext cx="260283" cy="345914"/>
            <a:chOff x="8055961" y="2881842"/>
            <a:chExt cx="260283" cy="345914"/>
          </a:xfrm>
        </p:grpSpPr>
        <p:sp>
          <p:nvSpPr>
            <p:cNvPr id="16248" name="Google Shape;16248;p8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2" name="Google Shape;16252;p82"/>
          <p:cNvGrpSpPr/>
          <p:nvPr/>
        </p:nvGrpSpPr>
        <p:grpSpPr>
          <a:xfrm>
            <a:off x="7609368" y="2718512"/>
            <a:ext cx="264813" cy="353105"/>
            <a:chOff x="7609368" y="2893912"/>
            <a:chExt cx="264813" cy="353105"/>
          </a:xfrm>
        </p:grpSpPr>
        <p:sp>
          <p:nvSpPr>
            <p:cNvPr id="16253" name="Google Shape;16253;p8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9" name="Google Shape;16259;p82"/>
          <p:cNvGrpSpPr/>
          <p:nvPr/>
        </p:nvGrpSpPr>
        <p:grpSpPr>
          <a:xfrm>
            <a:off x="6248458" y="2694372"/>
            <a:ext cx="270864" cy="360645"/>
            <a:chOff x="6248458" y="2869772"/>
            <a:chExt cx="270864" cy="360645"/>
          </a:xfrm>
        </p:grpSpPr>
        <p:sp>
          <p:nvSpPr>
            <p:cNvPr id="16260" name="Google Shape;16260;p8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5" name="Google Shape;16265;p82"/>
          <p:cNvGrpSpPr/>
          <p:nvPr/>
        </p:nvGrpSpPr>
        <p:grpSpPr>
          <a:xfrm>
            <a:off x="3075928" y="2270398"/>
            <a:ext cx="363243" cy="300675"/>
            <a:chOff x="3075928" y="2445798"/>
            <a:chExt cx="363243" cy="300675"/>
          </a:xfrm>
        </p:grpSpPr>
        <p:sp>
          <p:nvSpPr>
            <p:cNvPr id="16266" name="Google Shape;16266;p8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7" name="Google Shape;16277;p82"/>
          <p:cNvGrpSpPr/>
          <p:nvPr/>
        </p:nvGrpSpPr>
        <p:grpSpPr>
          <a:xfrm>
            <a:off x="2633105" y="2256459"/>
            <a:ext cx="363243" cy="328585"/>
            <a:chOff x="2633105" y="2431859"/>
            <a:chExt cx="363243" cy="328585"/>
          </a:xfrm>
        </p:grpSpPr>
        <p:sp>
          <p:nvSpPr>
            <p:cNvPr id="16278" name="Google Shape;16278;p8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6" name="Google Shape;16286;p82"/>
          <p:cNvGrpSpPr/>
          <p:nvPr/>
        </p:nvGrpSpPr>
        <p:grpSpPr>
          <a:xfrm>
            <a:off x="2189142" y="2245910"/>
            <a:ext cx="365904" cy="350064"/>
            <a:chOff x="2189142" y="2421310"/>
            <a:chExt cx="365904" cy="350064"/>
          </a:xfrm>
        </p:grpSpPr>
        <p:sp>
          <p:nvSpPr>
            <p:cNvPr id="16287" name="Google Shape;16287;p8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96" name="Google Shape;16296;p8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97" name="Google Shape;16297;p82"/>
          <p:cNvGrpSpPr/>
          <p:nvPr/>
        </p:nvGrpSpPr>
        <p:grpSpPr>
          <a:xfrm>
            <a:off x="3961923" y="2310917"/>
            <a:ext cx="364415" cy="220936"/>
            <a:chOff x="3961923" y="2486317"/>
            <a:chExt cx="364415" cy="220936"/>
          </a:xfrm>
        </p:grpSpPr>
        <p:sp>
          <p:nvSpPr>
            <p:cNvPr id="16298" name="Google Shape;16298;p8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2" name="Google Shape;16302;p8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3" name="Google Shape;16303;p82"/>
          <p:cNvGrpSpPr/>
          <p:nvPr/>
        </p:nvGrpSpPr>
        <p:grpSpPr>
          <a:xfrm>
            <a:off x="1303876" y="2243977"/>
            <a:ext cx="363275" cy="354626"/>
            <a:chOff x="1303876" y="2419377"/>
            <a:chExt cx="363275" cy="354626"/>
          </a:xfrm>
        </p:grpSpPr>
        <p:sp>
          <p:nvSpPr>
            <p:cNvPr id="16304" name="Google Shape;16304;p8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82"/>
          <p:cNvGrpSpPr/>
          <p:nvPr/>
        </p:nvGrpSpPr>
        <p:grpSpPr>
          <a:xfrm>
            <a:off x="861053" y="2239510"/>
            <a:ext cx="362134" cy="363623"/>
            <a:chOff x="861053" y="2414910"/>
            <a:chExt cx="362134" cy="363623"/>
          </a:xfrm>
        </p:grpSpPr>
        <p:sp>
          <p:nvSpPr>
            <p:cNvPr id="16313" name="Google Shape;16313;p8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8" name="Google Shape;16318;p82"/>
          <p:cNvGrpSpPr/>
          <p:nvPr/>
        </p:nvGrpSpPr>
        <p:grpSpPr>
          <a:xfrm>
            <a:off x="7594288" y="2239859"/>
            <a:ext cx="279513" cy="355735"/>
            <a:chOff x="7594288" y="2415259"/>
            <a:chExt cx="279513" cy="355735"/>
          </a:xfrm>
        </p:grpSpPr>
        <p:sp>
          <p:nvSpPr>
            <p:cNvPr id="16319" name="Google Shape;16319;p8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82"/>
          <p:cNvGrpSpPr/>
          <p:nvPr/>
        </p:nvGrpSpPr>
        <p:grpSpPr>
          <a:xfrm>
            <a:off x="7145794" y="2240239"/>
            <a:ext cx="278784" cy="355735"/>
            <a:chOff x="7145794" y="2415639"/>
            <a:chExt cx="278784" cy="355735"/>
          </a:xfrm>
        </p:grpSpPr>
        <p:sp>
          <p:nvSpPr>
            <p:cNvPr id="16326" name="Google Shape;16326;p8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6" name="Google Shape;16336;p82"/>
          <p:cNvGrpSpPr/>
          <p:nvPr/>
        </p:nvGrpSpPr>
        <p:grpSpPr>
          <a:xfrm>
            <a:off x="6698441" y="2239130"/>
            <a:ext cx="277644" cy="357984"/>
            <a:chOff x="6698441" y="2414530"/>
            <a:chExt cx="277644" cy="357984"/>
          </a:xfrm>
        </p:grpSpPr>
        <p:sp>
          <p:nvSpPr>
            <p:cNvPr id="16337" name="Google Shape;16337;p8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3" name="Google Shape;16343;p82"/>
          <p:cNvGrpSpPr/>
          <p:nvPr/>
        </p:nvGrpSpPr>
        <p:grpSpPr>
          <a:xfrm>
            <a:off x="4897750" y="2240239"/>
            <a:ext cx="279513" cy="357255"/>
            <a:chOff x="4897750" y="2415639"/>
            <a:chExt cx="279513" cy="357255"/>
          </a:xfrm>
        </p:grpSpPr>
        <p:sp>
          <p:nvSpPr>
            <p:cNvPr id="16344" name="Google Shape;16344;p8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82"/>
          <p:cNvGrpSpPr/>
          <p:nvPr/>
        </p:nvGrpSpPr>
        <p:grpSpPr>
          <a:xfrm>
            <a:off x="5812066" y="2240619"/>
            <a:ext cx="264813" cy="353454"/>
            <a:chOff x="5812066" y="2416019"/>
            <a:chExt cx="264813" cy="353454"/>
          </a:xfrm>
        </p:grpSpPr>
        <p:sp>
          <p:nvSpPr>
            <p:cNvPr id="16353" name="Google Shape;16353;p8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0" name="Google Shape;16360;p82"/>
          <p:cNvGrpSpPr/>
          <p:nvPr/>
        </p:nvGrpSpPr>
        <p:grpSpPr>
          <a:xfrm>
            <a:off x="8054820" y="2240999"/>
            <a:ext cx="264433" cy="353454"/>
            <a:chOff x="8054820" y="2416399"/>
            <a:chExt cx="264433" cy="353454"/>
          </a:xfrm>
        </p:grpSpPr>
        <p:sp>
          <p:nvSpPr>
            <p:cNvPr id="16361" name="Google Shape;16361;p8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7" name="Google Shape;16367;p82"/>
          <p:cNvGrpSpPr/>
          <p:nvPr/>
        </p:nvGrpSpPr>
        <p:grpSpPr>
          <a:xfrm>
            <a:off x="5356413" y="2237990"/>
            <a:ext cx="271212" cy="361374"/>
            <a:chOff x="5356413" y="2413390"/>
            <a:chExt cx="271212" cy="361374"/>
          </a:xfrm>
        </p:grpSpPr>
        <p:sp>
          <p:nvSpPr>
            <p:cNvPr id="16368" name="Google Shape;16368;p8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82"/>
          <p:cNvGrpSpPr/>
          <p:nvPr/>
        </p:nvGrpSpPr>
        <p:grpSpPr>
          <a:xfrm>
            <a:off x="6255238" y="2236849"/>
            <a:ext cx="271244" cy="360994"/>
            <a:chOff x="6255238" y="2412249"/>
            <a:chExt cx="271244" cy="360994"/>
          </a:xfrm>
        </p:grpSpPr>
        <p:sp>
          <p:nvSpPr>
            <p:cNvPr id="16374" name="Google Shape;16374;p8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82"/>
          <p:cNvGrpSpPr/>
          <p:nvPr/>
        </p:nvGrpSpPr>
        <p:grpSpPr>
          <a:xfrm>
            <a:off x="2185372" y="1782399"/>
            <a:ext cx="366664" cy="366981"/>
            <a:chOff x="2185372" y="1957799"/>
            <a:chExt cx="366664" cy="366981"/>
          </a:xfrm>
        </p:grpSpPr>
        <p:sp>
          <p:nvSpPr>
            <p:cNvPr id="16381" name="Google Shape;16381;p8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82"/>
          <p:cNvGrpSpPr/>
          <p:nvPr/>
        </p:nvGrpSpPr>
        <p:grpSpPr>
          <a:xfrm>
            <a:off x="1737258" y="1812971"/>
            <a:ext cx="370814" cy="307359"/>
            <a:chOff x="1737258" y="1988371"/>
            <a:chExt cx="370814" cy="307359"/>
          </a:xfrm>
        </p:grpSpPr>
        <p:sp>
          <p:nvSpPr>
            <p:cNvPr id="16390" name="Google Shape;16390;p8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4" name="Google Shape;16394;p82"/>
          <p:cNvGrpSpPr/>
          <p:nvPr/>
        </p:nvGrpSpPr>
        <p:grpSpPr>
          <a:xfrm>
            <a:off x="848983" y="1814111"/>
            <a:ext cx="369294" cy="304350"/>
            <a:chOff x="848983" y="1989511"/>
            <a:chExt cx="369294" cy="304350"/>
          </a:xfrm>
        </p:grpSpPr>
        <p:sp>
          <p:nvSpPr>
            <p:cNvPr id="16395" name="Google Shape;16395;p8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0" name="Google Shape;16400;p82"/>
          <p:cNvGrpSpPr/>
          <p:nvPr/>
        </p:nvGrpSpPr>
        <p:grpSpPr>
          <a:xfrm>
            <a:off x="3074027" y="1808377"/>
            <a:ext cx="380604" cy="313854"/>
            <a:chOff x="3074027" y="1983777"/>
            <a:chExt cx="380604" cy="313854"/>
          </a:xfrm>
        </p:grpSpPr>
        <p:sp>
          <p:nvSpPr>
            <p:cNvPr id="16401" name="Google Shape;16401;p8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82"/>
          <p:cNvGrpSpPr/>
          <p:nvPr/>
        </p:nvGrpSpPr>
        <p:grpSpPr>
          <a:xfrm>
            <a:off x="3522521" y="1800457"/>
            <a:ext cx="367013" cy="331278"/>
            <a:chOff x="3522521" y="1975857"/>
            <a:chExt cx="367013" cy="331278"/>
          </a:xfrm>
        </p:grpSpPr>
        <p:sp>
          <p:nvSpPr>
            <p:cNvPr id="16407" name="Google Shape;16407;p8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4" name="Google Shape;16414;p82"/>
          <p:cNvGrpSpPr/>
          <p:nvPr/>
        </p:nvGrpSpPr>
        <p:grpSpPr>
          <a:xfrm>
            <a:off x="2630824" y="1801566"/>
            <a:ext cx="368185" cy="330454"/>
            <a:chOff x="2630824" y="1976966"/>
            <a:chExt cx="368185" cy="330454"/>
          </a:xfrm>
        </p:grpSpPr>
        <p:sp>
          <p:nvSpPr>
            <p:cNvPr id="16415" name="Google Shape;16415;p8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82"/>
          <p:cNvGrpSpPr/>
          <p:nvPr/>
        </p:nvGrpSpPr>
        <p:grpSpPr>
          <a:xfrm>
            <a:off x="1293706" y="1791016"/>
            <a:ext cx="369294" cy="350444"/>
            <a:chOff x="1293706" y="1966416"/>
            <a:chExt cx="369294" cy="350444"/>
          </a:xfrm>
        </p:grpSpPr>
        <p:sp>
          <p:nvSpPr>
            <p:cNvPr id="16424" name="Google Shape;16424;p8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82"/>
          <p:cNvGrpSpPr/>
          <p:nvPr/>
        </p:nvGrpSpPr>
        <p:grpSpPr>
          <a:xfrm>
            <a:off x="3967213" y="1800077"/>
            <a:ext cx="368185" cy="331816"/>
            <a:chOff x="3967213" y="1975477"/>
            <a:chExt cx="368185" cy="331816"/>
          </a:xfrm>
        </p:grpSpPr>
        <p:sp>
          <p:nvSpPr>
            <p:cNvPr id="16433" name="Google Shape;16433;p8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6" name="Google Shape;16436;p82"/>
          <p:cNvGrpSpPr/>
          <p:nvPr/>
        </p:nvGrpSpPr>
        <p:grpSpPr>
          <a:xfrm>
            <a:off x="8047661" y="1793646"/>
            <a:ext cx="279132" cy="356875"/>
            <a:chOff x="8047661" y="1969046"/>
            <a:chExt cx="279132" cy="356875"/>
          </a:xfrm>
        </p:grpSpPr>
        <p:sp>
          <p:nvSpPr>
            <p:cNvPr id="16437" name="Google Shape;16437;p8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82"/>
          <p:cNvGrpSpPr/>
          <p:nvPr/>
        </p:nvGrpSpPr>
        <p:grpSpPr>
          <a:xfrm>
            <a:off x="7596157" y="1792759"/>
            <a:ext cx="279544" cy="358142"/>
            <a:chOff x="7596157" y="1968159"/>
            <a:chExt cx="279544" cy="358142"/>
          </a:xfrm>
        </p:grpSpPr>
        <p:sp>
          <p:nvSpPr>
            <p:cNvPr id="16442" name="Google Shape;16442;p8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8" name="Google Shape;16448;p82"/>
          <p:cNvGrpSpPr/>
          <p:nvPr/>
        </p:nvGrpSpPr>
        <p:grpSpPr>
          <a:xfrm>
            <a:off x="7147315" y="1793646"/>
            <a:ext cx="279513" cy="357636"/>
            <a:chOff x="7147315" y="1969046"/>
            <a:chExt cx="279513" cy="357636"/>
          </a:xfrm>
        </p:grpSpPr>
        <p:sp>
          <p:nvSpPr>
            <p:cNvPr id="16449" name="Google Shape;16449;p8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6" name="Google Shape;16456;p82"/>
          <p:cNvGrpSpPr/>
          <p:nvPr/>
        </p:nvGrpSpPr>
        <p:grpSpPr>
          <a:xfrm>
            <a:off x="6697681" y="1792917"/>
            <a:ext cx="280305" cy="359093"/>
            <a:chOff x="6697681" y="1968317"/>
            <a:chExt cx="280305" cy="359093"/>
          </a:xfrm>
        </p:grpSpPr>
        <p:sp>
          <p:nvSpPr>
            <p:cNvPr id="16457" name="Google Shape;16457;p8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4" name="Google Shape;16464;p82"/>
          <p:cNvGrpSpPr/>
          <p:nvPr/>
        </p:nvGrpSpPr>
        <p:grpSpPr>
          <a:xfrm>
            <a:off x="6248839" y="1792537"/>
            <a:ext cx="280273" cy="358744"/>
            <a:chOff x="6248839" y="1967937"/>
            <a:chExt cx="280273" cy="358744"/>
          </a:xfrm>
        </p:grpSpPr>
        <p:sp>
          <p:nvSpPr>
            <p:cNvPr id="16465" name="Google Shape;16465;p8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1" name="Google Shape;16471;p82"/>
          <p:cNvGrpSpPr/>
          <p:nvPr/>
        </p:nvGrpSpPr>
        <p:grpSpPr>
          <a:xfrm>
            <a:off x="5801485" y="1793646"/>
            <a:ext cx="279164" cy="357794"/>
            <a:chOff x="5801485" y="1969046"/>
            <a:chExt cx="279164" cy="357794"/>
          </a:xfrm>
        </p:grpSpPr>
        <p:sp>
          <p:nvSpPr>
            <p:cNvPr id="16472" name="Google Shape;16472;p8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5" name="Google Shape;16485;p82"/>
          <p:cNvGrpSpPr/>
          <p:nvPr/>
        </p:nvGrpSpPr>
        <p:grpSpPr>
          <a:xfrm>
            <a:off x="5352643" y="1793646"/>
            <a:ext cx="278404" cy="358364"/>
            <a:chOff x="5352643" y="1969046"/>
            <a:chExt cx="278404" cy="358364"/>
          </a:xfrm>
        </p:grpSpPr>
        <p:sp>
          <p:nvSpPr>
            <p:cNvPr id="16486" name="Google Shape;16486;p8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0" name="Google Shape;16490;p82"/>
          <p:cNvGrpSpPr/>
          <p:nvPr/>
        </p:nvGrpSpPr>
        <p:grpSpPr>
          <a:xfrm>
            <a:off x="4897750" y="1792917"/>
            <a:ext cx="279132" cy="358364"/>
            <a:chOff x="4897750" y="1968317"/>
            <a:chExt cx="279132" cy="358364"/>
          </a:xfrm>
        </p:grpSpPr>
        <p:sp>
          <p:nvSpPr>
            <p:cNvPr id="16491" name="Google Shape;16491;p8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4" name="Google Shape;16504;p8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5" name="Google Shape;16505;p82"/>
          <p:cNvGrpSpPr/>
          <p:nvPr/>
        </p:nvGrpSpPr>
        <p:grpSpPr>
          <a:xfrm>
            <a:off x="1767449" y="1337644"/>
            <a:ext cx="324403" cy="347783"/>
            <a:chOff x="1767449" y="1513044"/>
            <a:chExt cx="324403" cy="347783"/>
          </a:xfrm>
        </p:grpSpPr>
        <p:sp>
          <p:nvSpPr>
            <p:cNvPr id="16506" name="Google Shape;16506;p8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82"/>
          <p:cNvGrpSpPr/>
          <p:nvPr/>
        </p:nvGrpSpPr>
        <p:grpSpPr>
          <a:xfrm>
            <a:off x="4007193" y="1337327"/>
            <a:ext cx="320633" cy="348100"/>
            <a:chOff x="4007193" y="1512727"/>
            <a:chExt cx="320633" cy="348100"/>
          </a:xfrm>
        </p:grpSpPr>
        <p:sp>
          <p:nvSpPr>
            <p:cNvPr id="16516" name="Google Shape;16516;p8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1" name="Google Shape;16521;p82"/>
          <p:cNvGrpSpPr/>
          <p:nvPr/>
        </p:nvGrpSpPr>
        <p:grpSpPr>
          <a:xfrm>
            <a:off x="3530425" y="1333347"/>
            <a:ext cx="368175" cy="344594"/>
            <a:chOff x="3530425" y="1508747"/>
            <a:chExt cx="368175" cy="344594"/>
          </a:xfrm>
        </p:grpSpPr>
        <p:sp>
          <p:nvSpPr>
            <p:cNvPr id="16522" name="Google Shape;16522;p8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6" name="Google Shape;16526;p82"/>
          <p:cNvGrpSpPr/>
          <p:nvPr/>
        </p:nvGrpSpPr>
        <p:grpSpPr>
          <a:xfrm>
            <a:off x="3127598" y="1337834"/>
            <a:ext cx="289714" cy="347593"/>
            <a:chOff x="3127598" y="1513234"/>
            <a:chExt cx="289714" cy="347593"/>
          </a:xfrm>
        </p:grpSpPr>
        <p:sp>
          <p:nvSpPr>
            <p:cNvPr id="16527" name="Google Shape;16527;p8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2" name="Google Shape;16532;p82"/>
          <p:cNvGrpSpPr/>
          <p:nvPr/>
        </p:nvGrpSpPr>
        <p:grpSpPr>
          <a:xfrm>
            <a:off x="2662884" y="1337644"/>
            <a:ext cx="322914" cy="348543"/>
            <a:chOff x="2662884" y="1513044"/>
            <a:chExt cx="322914" cy="348543"/>
          </a:xfrm>
        </p:grpSpPr>
        <p:sp>
          <p:nvSpPr>
            <p:cNvPr id="16533" name="Google Shape;16533;p8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3" name="Google Shape;16543;p82"/>
          <p:cNvGrpSpPr/>
          <p:nvPr/>
        </p:nvGrpSpPr>
        <p:grpSpPr>
          <a:xfrm>
            <a:off x="2232511" y="1337359"/>
            <a:ext cx="299534" cy="348068"/>
            <a:chOff x="2232511" y="1512759"/>
            <a:chExt cx="299534" cy="348068"/>
          </a:xfrm>
        </p:grpSpPr>
        <p:sp>
          <p:nvSpPr>
            <p:cNvPr id="16544" name="Google Shape;16544;p8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5" name="Google Shape;16555;p82"/>
          <p:cNvGrpSpPr/>
          <p:nvPr/>
        </p:nvGrpSpPr>
        <p:grpSpPr>
          <a:xfrm>
            <a:off x="1331406" y="1337961"/>
            <a:ext cx="301784" cy="348607"/>
            <a:chOff x="1331406" y="1513361"/>
            <a:chExt cx="301784" cy="348607"/>
          </a:xfrm>
        </p:grpSpPr>
        <p:sp>
          <p:nvSpPr>
            <p:cNvPr id="16556" name="Google Shape;16556;p8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0" name="Google Shape;16560;p82"/>
          <p:cNvGrpSpPr/>
          <p:nvPr/>
        </p:nvGrpSpPr>
        <p:grpSpPr>
          <a:xfrm>
            <a:off x="7144274" y="1324814"/>
            <a:ext cx="282174" cy="355735"/>
            <a:chOff x="7144274" y="1500214"/>
            <a:chExt cx="282174" cy="355735"/>
          </a:xfrm>
        </p:grpSpPr>
        <p:sp>
          <p:nvSpPr>
            <p:cNvPr id="16561" name="Google Shape;16561;p8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7" name="Google Shape;16567;p82"/>
          <p:cNvGrpSpPr/>
          <p:nvPr/>
        </p:nvGrpSpPr>
        <p:grpSpPr>
          <a:xfrm>
            <a:off x="6685262" y="1324814"/>
            <a:ext cx="289682" cy="354594"/>
            <a:chOff x="6685262" y="1500214"/>
            <a:chExt cx="289682" cy="354594"/>
          </a:xfrm>
        </p:grpSpPr>
        <p:sp>
          <p:nvSpPr>
            <p:cNvPr id="16568" name="Google Shape;16568;p8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2" name="Google Shape;16572;p82"/>
          <p:cNvGrpSpPr/>
          <p:nvPr/>
        </p:nvGrpSpPr>
        <p:grpSpPr>
          <a:xfrm>
            <a:off x="6200938" y="1325194"/>
            <a:ext cx="322154" cy="355355"/>
            <a:chOff x="6200938" y="1500594"/>
            <a:chExt cx="322154" cy="355355"/>
          </a:xfrm>
        </p:grpSpPr>
        <p:sp>
          <p:nvSpPr>
            <p:cNvPr id="16573" name="Google Shape;16573;p8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82"/>
          <p:cNvGrpSpPr/>
          <p:nvPr/>
        </p:nvGrpSpPr>
        <p:grpSpPr>
          <a:xfrm>
            <a:off x="5289631" y="1324814"/>
            <a:ext cx="332355" cy="354974"/>
            <a:chOff x="5289631" y="1500214"/>
            <a:chExt cx="332355" cy="354974"/>
          </a:xfrm>
        </p:grpSpPr>
        <p:sp>
          <p:nvSpPr>
            <p:cNvPr id="16579" name="Google Shape;16579;p8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5" name="Google Shape;16585;p82"/>
          <p:cNvGrpSpPr/>
          <p:nvPr/>
        </p:nvGrpSpPr>
        <p:grpSpPr>
          <a:xfrm>
            <a:off x="5748295" y="1324433"/>
            <a:ext cx="323294" cy="356115"/>
            <a:chOff x="5748295" y="1499833"/>
            <a:chExt cx="323294" cy="356115"/>
          </a:xfrm>
        </p:grpSpPr>
        <p:sp>
          <p:nvSpPr>
            <p:cNvPr id="16586" name="Google Shape;16586;p8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3" name="Google Shape;16593;p82"/>
          <p:cNvGrpSpPr/>
          <p:nvPr/>
        </p:nvGrpSpPr>
        <p:grpSpPr>
          <a:xfrm>
            <a:off x="8047661" y="1325637"/>
            <a:ext cx="278404" cy="355260"/>
            <a:chOff x="8047661" y="1501037"/>
            <a:chExt cx="278404" cy="355260"/>
          </a:xfrm>
        </p:grpSpPr>
        <p:sp>
          <p:nvSpPr>
            <p:cNvPr id="16594" name="Google Shape;16594;p8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8" name="Google Shape;16598;p82"/>
          <p:cNvGrpSpPr/>
          <p:nvPr/>
        </p:nvGrpSpPr>
        <p:grpSpPr>
          <a:xfrm>
            <a:off x="4903389" y="1324814"/>
            <a:ext cx="267854" cy="355735"/>
            <a:chOff x="4903389" y="1500214"/>
            <a:chExt cx="267854" cy="355735"/>
          </a:xfrm>
        </p:grpSpPr>
        <p:sp>
          <p:nvSpPr>
            <p:cNvPr id="16599" name="Google Shape;16599;p8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4" name="Google Shape;16604;p82"/>
          <p:cNvGrpSpPr/>
          <p:nvPr/>
        </p:nvGrpSpPr>
        <p:grpSpPr>
          <a:xfrm>
            <a:off x="7613518" y="1325954"/>
            <a:ext cx="264433" cy="353074"/>
            <a:chOff x="7613518" y="1501354"/>
            <a:chExt cx="264433" cy="353074"/>
          </a:xfrm>
        </p:grpSpPr>
        <p:sp>
          <p:nvSpPr>
            <p:cNvPr id="16605" name="Google Shape;16605;p8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11" name="Google Shape;16611;p82"/>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6612" name="Google Shape;16612;p82"/>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16" name="Shape 16616"/>
        <p:cNvGrpSpPr/>
        <p:nvPr/>
      </p:nvGrpSpPr>
      <p:grpSpPr>
        <a:xfrm>
          <a:off x="0" y="0"/>
          <a:ext cx="0" cy="0"/>
          <a:chOff x="0" y="0"/>
          <a:chExt cx="0" cy="0"/>
        </a:xfrm>
      </p:grpSpPr>
      <p:grpSp>
        <p:nvGrpSpPr>
          <p:cNvPr id="16617" name="Google Shape;16617;p83"/>
          <p:cNvGrpSpPr/>
          <p:nvPr/>
        </p:nvGrpSpPr>
        <p:grpSpPr>
          <a:xfrm>
            <a:off x="1757085" y="1325225"/>
            <a:ext cx="371069" cy="359396"/>
            <a:chOff x="1757085" y="1500675"/>
            <a:chExt cx="371069" cy="359396"/>
          </a:xfrm>
        </p:grpSpPr>
        <p:sp>
          <p:nvSpPr>
            <p:cNvPr id="16618" name="Google Shape;16618;p8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83"/>
          <p:cNvGrpSpPr/>
          <p:nvPr/>
        </p:nvGrpSpPr>
        <p:grpSpPr>
          <a:xfrm>
            <a:off x="2774209" y="1779241"/>
            <a:ext cx="116693" cy="374186"/>
            <a:chOff x="2774209" y="1954691"/>
            <a:chExt cx="116693" cy="374186"/>
          </a:xfrm>
        </p:grpSpPr>
        <p:sp>
          <p:nvSpPr>
            <p:cNvPr id="16648" name="Google Shape;16648;p8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0" name="Google Shape;16650;p83"/>
          <p:cNvGrpSpPr/>
          <p:nvPr/>
        </p:nvGrpSpPr>
        <p:grpSpPr>
          <a:xfrm>
            <a:off x="4017435" y="1324462"/>
            <a:ext cx="315092" cy="359397"/>
            <a:chOff x="4017435" y="1499912"/>
            <a:chExt cx="315092" cy="359397"/>
          </a:xfrm>
        </p:grpSpPr>
        <p:sp>
          <p:nvSpPr>
            <p:cNvPr id="16651" name="Google Shape;16651;p8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3" name="Google Shape;16653;p83"/>
          <p:cNvGrpSpPr/>
          <p:nvPr/>
        </p:nvGrpSpPr>
        <p:grpSpPr>
          <a:xfrm>
            <a:off x="3963652" y="1824309"/>
            <a:ext cx="374154" cy="284050"/>
            <a:chOff x="3963652" y="1999759"/>
            <a:chExt cx="374154" cy="284050"/>
          </a:xfrm>
        </p:grpSpPr>
        <p:sp>
          <p:nvSpPr>
            <p:cNvPr id="16654" name="Google Shape;16654;p8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7" name="Google Shape;16657;p83"/>
          <p:cNvGrpSpPr/>
          <p:nvPr/>
        </p:nvGrpSpPr>
        <p:grpSpPr>
          <a:xfrm>
            <a:off x="1777536" y="1839416"/>
            <a:ext cx="376444" cy="253772"/>
            <a:chOff x="1777536" y="2014866"/>
            <a:chExt cx="376444" cy="253772"/>
          </a:xfrm>
        </p:grpSpPr>
        <p:sp>
          <p:nvSpPr>
            <p:cNvPr id="16658" name="Google Shape;16658;p8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3" name="Google Shape;16663;p83"/>
          <p:cNvGrpSpPr/>
          <p:nvPr/>
        </p:nvGrpSpPr>
        <p:grpSpPr>
          <a:xfrm>
            <a:off x="1309875" y="1881876"/>
            <a:ext cx="374154" cy="169680"/>
            <a:chOff x="1309875" y="2057326"/>
            <a:chExt cx="374154" cy="169680"/>
          </a:xfrm>
        </p:grpSpPr>
        <p:sp>
          <p:nvSpPr>
            <p:cNvPr id="16664" name="Google Shape;16664;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5" name="Google Shape;16675;p8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76" name="Google Shape;16676;p83"/>
          <p:cNvGrpSpPr/>
          <p:nvPr/>
        </p:nvGrpSpPr>
        <p:grpSpPr>
          <a:xfrm>
            <a:off x="2347450" y="1779114"/>
            <a:ext cx="113639" cy="373168"/>
            <a:chOff x="2347450" y="1954564"/>
            <a:chExt cx="113639" cy="373168"/>
          </a:xfrm>
        </p:grpSpPr>
        <p:sp>
          <p:nvSpPr>
            <p:cNvPr id="16677" name="Google Shape;16677;p8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9" name="Google Shape;16679;p8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80" name="Google Shape;16680;p83"/>
          <p:cNvGrpSpPr/>
          <p:nvPr/>
        </p:nvGrpSpPr>
        <p:grpSpPr>
          <a:xfrm>
            <a:off x="3110102" y="1324430"/>
            <a:ext cx="330613" cy="358379"/>
            <a:chOff x="3110102" y="1499880"/>
            <a:chExt cx="330613" cy="358379"/>
          </a:xfrm>
        </p:grpSpPr>
        <p:sp>
          <p:nvSpPr>
            <p:cNvPr id="16681" name="Google Shape;16681;p8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88" name="Google Shape;16688;p8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89" name="Google Shape;16689;p83"/>
          <p:cNvGrpSpPr/>
          <p:nvPr/>
        </p:nvGrpSpPr>
        <p:grpSpPr>
          <a:xfrm>
            <a:off x="3485575" y="1824309"/>
            <a:ext cx="373772" cy="284050"/>
            <a:chOff x="3531200" y="1999759"/>
            <a:chExt cx="373772" cy="284050"/>
          </a:xfrm>
        </p:grpSpPr>
        <p:sp>
          <p:nvSpPr>
            <p:cNvPr id="16690" name="Google Shape;16690;p8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83"/>
          <p:cNvGrpSpPr/>
          <p:nvPr/>
        </p:nvGrpSpPr>
        <p:grpSpPr>
          <a:xfrm>
            <a:off x="2667058" y="1324843"/>
            <a:ext cx="330231" cy="359015"/>
            <a:chOff x="2667058" y="1500293"/>
            <a:chExt cx="330231" cy="359015"/>
          </a:xfrm>
        </p:grpSpPr>
        <p:sp>
          <p:nvSpPr>
            <p:cNvPr id="16695" name="Google Shape;16695;p8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3" name="Google Shape;16713;p83"/>
          <p:cNvGrpSpPr/>
          <p:nvPr/>
        </p:nvGrpSpPr>
        <p:grpSpPr>
          <a:xfrm>
            <a:off x="3567553" y="1324462"/>
            <a:ext cx="320022" cy="359778"/>
            <a:chOff x="3567553" y="1499912"/>
            <a:chExt cx="320022" cy="359778"/>
          </a:xfrm>
        </p:grpSpPr>
        <p:sp>
          <p:nvSpPr>
            <p:cNvPr id="16714" name="Google Shape;16714;p8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0" name="Google Shape;16720;p83"/>
          <p:cNvGrpSpPr/>
          <p:nvPr/>
        </p:nvGrpSpPr>
        <p:grpSpPr>
          <a:xfrm>
            <a:off x="1309875" y="1324462"/>
            <a:ext cx="359015" cy="358633"/>
            <a:chOff x="1309875" y="1499912"/>
            <a:chExt cx="359015" cy="358633"/>
          </a:xfrm>
        </p:grpSpPr>
        <p:sp>
          <p:nvSpPr>
            <p:cNvPr id="16721" name="Google Shape;16721;p8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83"/>
          <p:cNvGrpSpPr/>
          <p:nvPr/>
        </p:nvGrpSpPr>
        <p:grpSpPr>
          <a:xfrm>
            <a:off x="2219466" y="1324843"/>
            <a:ext cx="330613" cy="359015"/>
            <a:chOff x="2219466" y="1500293"/>
            <a:chExt cx="330613" cy="359015"/>
          </a:xfrm>
        </p:grpSpPr>
        <p:sp>
          <p:nvSpPr>
            <p:cNvPr id="16731" name="Google Shape;16731;p8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3" name="Google Shape;16733;p83"/>
          <p:cNvGrpSpPr/>
          <p:nvPr/>
        </p:nvGrpSpPr>
        <p:grpSpPr>
          <a:xfrm>
            <a:off x="5343544" y="1333908"/>
            <a:ext cx="244676" cy="351095"/>
            <a:chOff x="5343544" y="1509358"/>
            <a:chExt cx="244676" cy="351095"/>
          </a:xfrm>
        </p:grpSpPr>
        <p:sp>
          <p:nvSpPr>
            <p:cNvPr id="16734" name="Google Shape;16734;p8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7" name="Google Shape;16737;p83"/>
          <p:cNvGrpSpPr/>
          <p:nvPr/>
        </p:nvGrpSpPr>
        <p:grpSpPr>
          <a:xfrm>
            <a:off x="4882340" y="1333908"/>
            <a:ext cx="246171" cy="351095"/>
            <a:chOff x="4882340" y="1509358"/>
            <a:chExt cx="246171" cy="351095"/>
          </a:xfrm>
        </p:grpSpPr>
        <p:sp>
          <p:nvSpPr>
            <p:cNvPr id="16738" name="Google Shape;16738;p8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3" name="Google Shape;16743;p83"/>
          <p:cNvGrpSpPr/>
          <p:nvPr/>
        </p:nvGrpSpPr>
        <p:grpSpPr>
          <a:xfrm>
            <a:off x="6273204" y="1333558"/>
            <a:ext cx="236343" cy="351445"/>
            <a:chOff x="6273204" y="1509008"/>
            <a:chExt cx="236343" cy="351445"/>
          </a:xfrm>
        </p:grpSpPr>
        <p:sp>
          <p:nvSpPr>
            <p:cNvPr id="16744" name="Google Shape;16744;p8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6" name="Google Shape;16746;p8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47" name="Google Shape;16747;p83"/>
          <p:cNvGrpSpPr/>
          <p:nvPr/>
        </p:nvGrpSpPr>
        <p:grpSpPr>
          <a:xfrm>
            <a:off x="7219530" y="1332794"/>
            <a:ext cx="191625" cy="352209"/>
            <a:chOff x="7219530" y="1508244"/>
            <a:chExt cx="191625" cy="352209"/>
          </a:xfrm>
        </p:grpSpPr>
        <p:sp>
          <p:nvSpPr>
            <p:cNvPr id="16748" name="Google Shape;16748;p8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83"/>
          <p:cNvGrpSpPr/>
          <p:nvPr/>
        </p:nvGrpSpPr>
        <p:grpSpPr>
          <a:xfrm>
            <a:off x="7699309" y="1333176"/>
            <a:ext cx="154922" cy="351827"/>
            <a:chOff x="7699309" y="1508626"/>
            <a:chExt cx="154922" cy="351827"/>
          </a:xfrm>
        </p:grpSpPr>
        <p:sp>
          <p:nvSpPr>
            <p:cNvPr id="16751" name="Google Shape;16751;p8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8" name="Google Shape;16758;p83"/>
          <p:cNvGrpSpPr/>
          <p:nvPr/>
        </p:nvGrpSpPr>
        <p:grpSpPr>
          <a:xfrm>
            <a:off x="8161690" y="1333558"/>
            <a:ext cx="153396" cy="351064"/>
            <a:chOff x="8161690" y="1509008"/>
            <a:chExt cx="153396" cy="351064"/>
          </a:xfrm>
        </p:grpSpPr>
        <p:sp>
          <p:nvSpPr>
            <p:cNvPr id="16759" name="Google Shape;16759;p8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3" name="Google Shape;16763;p83"/>
          <p:cNvGrpSpPr/>
          <p:nvPr/>
        </p:nvGrpSpPr>
        <p:grpSpPr>
          <a:xfrm>
            <a:off x="6746940" y="1333431"/>
            <a:ext cx="213221" cy="352304"/>
            <a:chOff x="6746940" y="1508881"/>
            <a:chExt cx="213221" cy="352304"/>
          </a:xfrm>
        </p:grpSpPr>
        <p:sp>
          <p:nvSpPr>
            <p:cNvPr id="16764" name="Google Shape;16764;p8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8" name="Google Shape;16768;p83"/>
          <p:cNvGrpSpPr/>
          <p:nvPr/>
        </p:nvGrpSpPr>
        <p:grpSpPr>
          <a:xfrm>
            <a:off x="5770336" y="1832165"/>
            <a:ext cx="350682" cy="292097"/>
            <a:chOff x="5770336" y="2007615"/>
            <a:chExt cx="350682" cy="292097"/>
          </a:xfrm>
        </p:grpSpPr>
        <p:sp>
          <p:nvSpPr>
            <p:cNvPr id="16769" name="Google Shape;16769;p8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83"/>
          <p:cNvGrpSpPr/>
          <p:nvPr/>
        </p:nvGrpSpPr>
        <p:grpSpPr>
          <a:xfrm>
            <a:off x="5326878" y="1804908"/>
            <a:ext cx="350332" cy="346229"/>
            <a:chOff x="5326878" y="1980358"/>
            <a:chExt cx="350332" cy="346229"/>
          </a:xfrm>
        </p:grpSpPr>
        <p:sp>
          <p:nvSpPr>
            <p:cNvPr id="16774" name="Google Shape;16774;p8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78" name="Google Shape;16778;p8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79" name="Google Shape;16779;p83"/>
          <p:cNvGrpSpPr/>
          <p:nvPr/>
        </p:nvGrpSpPr>
        <p:grpSpPr>
          <a:xfrm>
            <a:off x="4883835" y="1817121"/>
            <a:ext cx="350300" cy="323043"/>
            <a:chOff x="4883835" y="1992571"/>
            <a:chExt cx="350300" cy="323043"/>
          </a:xfrm>
        </p:grpSpPr>
        <p:sp>
          <p:nvSpPr>
            <p:cNvPr id="16780" name="Google Shape;16780;p8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83"/>
          <p:cNvGrpSpPr/>
          <p:nvPr/>
        </p:nvGrpSpPr>
        <p:grpSpPr>
          <a:xfrm>
            <a:off x="7548967" y="1803477"/>
            <a:ext cx="333285" cy="349950"/>
            <a:chOff x="7548967" y="1978927"/>
            <a:chExt cx="333285" cy="349950"/>
          </a:xfrm>
        </p:grpSpPr>
        <p:sp>
          <p:nvSpPr>
            <p:cNvPr id="16787" name="Google Shape;16787;p8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4" name="Google Shape;16794;p83"/>
          <p:cNvGrpSpPr/>
          <p:nvPr/>
        </p:nvGrpSpPr>
        <p:grpSpPr>
          <a:xfrm>
            <a:off x="6214142" y="1803477"/>
            <a:ext cx="346515" cy="350300"/>
            <a:chOff x="6214142" y="1978927"/>
            <a:chExt cx="346515" cy="350300"/>
          </a:xfrm>
        </p:grpSpPr>
        <p:sp>
          <p:nvSpPr>
            <p:cNvPr id="16795" name="Google Shape;16795;p8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7" name="Google Shape;16797;p83"/>
          <p:cNvGrpSpPr/>
          <p:nvPr/>
        </p:nvGrpSpPr>
        <p:grpSpPr>
          <a:xfrm>
            <a:off x="7105923" y="1803095"/>
            <a:ext cx="333285" cy="350682"/>
            <a:chOff x="7105923" y="1978545"/>
            <a:chExt cx="333285" cy="350682"/>
          </a:xfrm>
        </p:grpSpPr>
        <p:sp>
          <p:nvSpPr>
            <p:cNvPr id="16798" name="Google Shape;16798;p8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05" name="Google Shape;16805;p8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07" name="Google Shape;16807;p83"/>
          <p:cNvGrpSpPr/>
          <p:nvPr/>
        </p:nvGrpSpPr>
        <p:grpSpPr>
          <a:xfrm>
            <a:off x="3616406" y="2246902"/>
            <a:ext cx="203393" cy="351827"/>
            <a:chOff x="3616406" y="2422352"/>
            <a:chExt cx="203393" cy="351827"/>
          </a:xfrm>
        </p:grpSpPr>
        <p:sp>
          <p:nvSpPr>
            <p:cNvPr id="16808" name="Google Shape;16808;p8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83"/>
          <p:cNvGrpSpPr/>
          <p:nvPr/>
        </p:nvGrpSpPr>
        <p:grpSpPr>
          <a:xfrm>
            <a:off x="878187" y="2246520"/>
            <a:ext cx="272696" cy="351827"/>
            <a:chOff x="913012" y="2421970"/>
            <a:chExt cx="272696" cy="351827"/>
          </a:xfrm>
        </p:grpSpPr>
        <p:sp>
          <p:nvSpPr>
            <p:cNvPr id="16811" name="Google Shape;16811;p8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5" name="Google Shape;16815;p83"/>
          <p:cNvGrpSpPr/>
          <p:nvPr/>
        </p:nvGrpSpPr>
        <p:grpSpPr>
          <a:xfrm>
            <a:off x="2274743" y="2246902"/>
            <a:ext cx="255649" cy="351445"/>
            <a:chOff x="2274743" y="2422352"/>
            <a:chExt cx="255649" cy="351445"/>
          </a:xfrm>
        </p:grpSpPr>
        <p:sp>
          <p:nvSpPr>
            <p:cNvPr id="16816" name="Google Shape;16816;p8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9" name="Google Shape;16819;p83"/>
          <p:cNvGrpSpPr/>
          <p:nvPr/>
        </p:nvGrpSpPr>
        <p:grpSpPr>
          <a:xfrm>
            <a:off x="2708723" y="2245789"/>
            <a:ext cx="246552" cy="352558"/>
            <a:chOff x="2708723" y="2421239"/>
            <a:chExt cx="246552" cy="352558"/>
          </a:xfrm>
        </p:grpSpPr>
        <p:sp>
          <p:nvSpPr>
            <p:cNvPr id="16820" name="Google Shape;16820;p8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2" name="Google Shape;16822;p83"/>
          <p:cNvGrpSpPr/>
          <p:nvPr/>
        </p:nvGrpSpPr>
        <p:grpSpPr>
          <a:xfrm>
            <a:off x="1835485" y="2246902"/>
            <a:ext cx="259433" cy="350714"/>
            <a:chOff x="1835485" y="2422352"/>
            <a:chExt cx="259433" cy="350714"/>
          </a:xfrm>
        </p:grpSpPr>
        <p:sp>
          <p:nvSpPr>
            <p:cNvPr id="16823" name="Google Shape;16823;p8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0" name="Google Shape;16830;p83"/>
          <p:cNvGrpSpPr/>
          <p:nvPr/>
        </p:nvGrpSpPr>
        <p:grpSpPr>
          <a:xfrm>
            <a:off x="3150240" y="2246902"/>
            <a:ext cx="212489" cy="351445"/>
            <a:chOff x="3150240" y="2422352"/>
            <a:chExt cx="212489" cy="351445"/>
          </a:xfrm>
        </p:grpSpPr>
        <p:sp>
          <p:nvSpPr>
            <p:cNvPr id="16831" name="Google Shape;16831;p8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3" name="Google Shape;16833;p83"/>
          <p:cNvGrpSpPr/>
          <p:nvPr/>
        </p:nvGrpSpPr>
        <p:grpSpPr>
          <a:xfrm>
            <a:off x="1367060" y="2246679"/>
            <a:ext cx="269261" cy="352050"/>
            <a:chOff x="1367060" y="2422129"/>
            <a:chExt cx="269261" cy="352050"/>
          </a:xfrm>
        </p:grpSpPr>
        <p:sp>
          <p:nvSpPr>
            <p:cNvPr id="16834" name="Google Shape;16834;p8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48" name="Google Shape;16848;p8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49" name="Google Shape;16849;p83"/>
          <p:cNvGrpSpPr/>
          <p:nvPr/>
        </p:nvGrpSpPr>
        <p:grpSpPr>
          <a:xfrm>
            <a:off x="4882690" y="2249955"/>
            <a:ext cx="274573" cy="350682"/>
            <a:chOff x="4882690" y="2425405"/>
            <a:chExt cx="274573" cy="350682"/>
          </a:xfrm>
        </p:grpSpPr>
        <p:sp>
          <p:nvSpPr>
            <p:cNvPr id="16850" name="Google Shape;16850;p8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2" name="Google Shape;16852;p83"/>
          <p:cNvGrpSpPr/>
          <p:nvPr/>
        </p:nvGrpSpPr>
        <p:grpSpPr>
          <a:xfrm>
            <a:off x="6627639" y="2268434"/>
            <a:ext cx="355993" cy="313247"/>
            <a:chOff x="6627639" y="2443884"/>
            <a:chExt cx="355993" cy="313247"/>
          </a:xfrm>
        </p:grpSpPr>
        <p:sp>
          <p:nvSpPr>
            <p:cNvPr id="16853" name="Google Shape;16853;p8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6" name="Google Shape;16856;p83"/>
          <p:cNvGrpSpPr/>
          <p:nvPr/>
        </p:nvGrpSpPr>
        <p:grpSpPr>
          <a:xfrm>
            <a:off x="6183451" y="2286690"/>
            <a:ext cx="351445" cy="277976"/>
            <a:chOff x="6183451" y="2462140"/>
            <a:chExt cx="351445" cy="277976"/>
          </a:xfrm>
        </p:grpSpPr>
        <p:sp>
          <p:nvSpPr>
            <p:cNvPr id="16857" name="Google Shape;16857;p8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4" name="Google Shape;16864;p83"/>
          <p:cNvGrpSpPr/>
          <p:nvPr/>
        </p:nvGrpSpPr>
        <p:grpSpPr>
          <a:xfrm>
            <a:off x="5735477" y="2254408"/>
            <a:ext cx="353354" cy="341299"/>
            <a:chOff x="5735477" y="2429858"/>
            <a:chExt cx="353354" cy="341299"/>
          </a:xfrm>
        </p:grpSpPr>
        <p:sp>
          <p:nvSpPr>
            <p:cNvPr id="16865" name="Google Shape;16865;p8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1" name="Google Shape;16871;p83"/>
          <p:cNvGrpSpPr/>
          <p:nvPr/>
        </p:nvGrpSpPr>
        <p:grpSpPr>
          <a:xfrm>
            <a:off x="5243735" y="2271523"/>
            <a:ext cx="405255" cy="275499"/>
            <a:chOff x="5283337" y="2478774"/>
            <a:chExt cx="358633" cy="243913"/>
          </a:xfrm>
        </p:grpSpPr>
        <p:sp>
          <p:nvSpPr>
            <p:cNvPr id="16872" name="Google Shape;16872;p8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9" name="Google Shape;16889;p83"/>
          <p:cNvGrpSpPr/>
          <p:nvPr/>
        </p:nvGrpSpPr>
        <p:grpSpPr>
          <a:xfrm>
            <a:off x="7964753" y="2295373"/>
            <a:ext cx="362068" cy="258670"/>
            <a:chOff x="7964753" y="2470823"/>
            <a:chExt cx="362068" cy="258670"/>
          </a:xfrm>
        </p:grpSpPr>
        <p:sp>
          <p:nvSpPr>
            <p:cNvPr id="16890" name="Google Shape;16890;p8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9" name="Google Shape;16899;p83"/>
          <p:cNvGrpSpPr/>
          <p:nvPr/>
        </p:nvGrpSpPr>
        <p:grpSpPr>
          <a:xfrm>
            <a:off x="7524349" y="2280997"/>
            <a:ext cx="350332" cy="288948"/>
            <a:chOff x="7524349" y="2456447"/>
            <a:chExt cx="350332" cy="288948"/>
          </a:xfrm>
        </p:grpSpPr>
        <p:sp>
          <p:nvSpPr>
            <p:cNvPr id="16900" name="Google Shape;16900;p8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5" name="Google Shape;16905;p83"/>
          <p:cNvGrpSpPr/>
          <p:nvPr/>
        </p:nvGrpSpPr>
        <p:grpSpPr>
          <a:xfrm>
            <a:off x="3972749" y="2718761"/>
            <a:ext cx="355230" cy="356725"/>
            <a:chOff x="3972749" y="2894211"/>
            <a:chExt cx="355230" cy="356725"/>
          </a:xfrm>
        </p:grpSpPr>
        <p:sp>
          <p:nvSpPr>
            <p:cNvPr id="16906" name="Google Shape;16906;p8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1" name="Google Shape;16911;p83"/>
          <p:cNvGrpSpPr/>
          <p:nvPr/>
        </p:nvGrpSpPr>
        <p:grpSpPr>
          <a:xfrm>
            <a:off x="3527797" y="2743346"/>
            <a:ext cx="355993" cy="307904"/>
            <a:chOff x="3527797" y="2918796"/>
            <a:chExt cx="355993" cy="307904"/>
          </a:xfrm>
        </p:grpSpPr>
        <p:sp>
          <p:nvSpPr>
            <p:cNvPr id="16912" name="Google Shape;16912;p8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83"/>
          <p:cNvGrpSpPr/>
          <p:nvPr/>
        </p:nvGrpSpPr>
        <p:grpSpPr>
          <a:xfrm>
            <a:off x="3082845" y="2745509"/>
            <a:ext cx="356375" cy="302338"/>
            <a:chOff x="3082845" y="2920959"/>
            <a:chExt cx="356375" cy="302338"/>
          </a:xfrm>
        </p:grpSpPr>
        <p:sp>
          <p:nvSpPr>
            <p:cNvPr id="16923" name="Google Shape;16923;p8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5" name="Google Shape;16925;p83"/>
          <p:cNvGrpSpPr/>
          <p:nvPr/>
        </p:nvGrpSpPr>
        <p:grpSpPr>
          <a:xfrm>
            <a:off x="2639038" y="2719492"/>
            <a:ext cx="355612" cy="355612"/>
            <a:chOff x="2639038" y="2894942"/>
            <a:chExt cx="355612" cy="355612"/>
          </a:xfrm>
        </p:grpSpPr>
        <p:sp>
          <p:nvSpPr>
            <p:cNvPr id="16926" name="Google Shape;16926;p8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8" name="Google Shape;16928;p83"/>
          <p:cNvGrpSpPr/>
          <p:nvPr/>
        </p:nvGrpSpPr>
        <p:grpSpPr>
          <a:xfrm>
            <a:off x="2194468" y="2763415"/>
            <a:ext cx="355993" cy="267766"/>
            <a:chOff x="2194468" y="2938865"/>
            <a:chExt cx="355993" cy="267766"/>
          </a:xfrm>
        </p:grpSpPr>
        <p:sp>
          <p:nvSpPr>
            <p:cNvPr id="16929" name="Google Shape;16929;p8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9" name="Google Shape;16949;p83"/>
          <p:cNvGrpSpPr/>
          <p:nvPr/>
        </p:nvGrpSpPr>
        <p:grpSpPr>
          <a:xfrm>
            <a:off x="1749897" y="2719111"/>
            <a:ext cx="355993" cy="355612"/>
            <a:chOff x="1749897" y="2894561"/>
            <a:chExt cx="355993" cy="355612"/>
          </a:xfrm>
        </p:grpSpPr>
        <p:sp>
          <p:nvSpPr>
            <p:cNvPr id="16950" name="Google Shape;16950;p8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1" name="Google Shape;16961;p83"/>
          <p:cNvGrpSpPr/>
          <p:nvPr/>
        </p:nvGrpSpPr>
        <p:grpSpPr>
          <a:xfrm>
            <a:off x="1305327" y="2718761"/>
            <a:ext cx="357520" cy="357488"/>
            <a:chOff x="1305327" y="2894211"/>
            <a:chExt cx="357520" cy="357488"/>
          </a:xfrm>
        </p:grpSpPr>
        <p:sp>
          <p:nvSpPr>
            <p:cNvPr id="16962" name="Google Shape;16962;p8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7" name="Google Shape;16967;p83"/>
          <p:cNvGrpSpPr/>
          <p:nvPr/>
        </p:nvGrpSpPr>
        <p:grpSpPr>
          <a:xfrm>
            <a:off x="853950" y="2719270"/>
            <a:ext cx="364104" cy="353290"/>
            <a:chOff x="853950" y="2894720"/>
            <a:chExt cx="364104" cy="353290"/>
          </a:xfrm>
        </p:grpSpPr>
        <p:sp>
          <p:nvSpPr>
            <p:cNvPr id="16968" name="Google Shape;16968;p8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5" name="Google Shape;16975;p83"/>
          <p:cNvGrpSpPr/>
          <p:nvPr/>
        </p:nvGrpSpPr>
        <p:grpSpPr>
          <a:xfrm>
            <a:off x="7066548" y="2737144"/>
            <a:ext cx="352209" cy="334938"/>
            <a:chOff x="7066548" y="2912594"/>
            <a:chExt cx="352209" cy="334938"/>
          </a:xfrm>
        </p:grpSpPr>
        <p:sp>
          <p:nvSpPr>
            <p:cNvPr id="16976" name="Google Shape;16976;p8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2" name="Google Shape;16982;p8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84" name="Google Shape;16984;p83"/>
          <p:cNvGrpSpPr/>
          <p:nvPr/>
        </p:nvGrpSpPr>
        <p:grpSpPr>
          <a:xfrm>
            <a:off x="7541397" y="2729352"/>
            <a:ext cx="318495" cy="352209"/>
            <a:chOff x="7541397" y="2904802"/>
            <a:chExt cx="318495" cy="352209"/>
          </a:xfrm>
        </p:grpSpPr>
        <p:sp>
          <p:nvSpPr>
            <p:cNvPr id="16985" name="Google Shape;16985;p8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83"/>
          <p:cNvGrpSpPr/>
          <p:nvPr/>
        </p:nvGrpSpPr>
        <p:grpSpPr>
          <a:xfrm>
            <a:off x="8003015" y="2728589"/>
            <a:ext cx="306759" cy="351445"/>
            <a:chOff x="8003015" y="2904039"/>
            <a:chExt cx="306759" cy="351445"/>
          </a:xfrm>
        </p:grpSpPr>
        <p:sp>
          <p:nvSpPr>
            <p:cNvPr id="16988" name="Google Shape;16988;p8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4" name="Google Shape;16994;p83"/>
          <p:cNvGrpSpPr/>
          <p:nvPr/>
        </p:nvGrpSpPr>
        <p:grpSpPr>
          <a:xfrm>
            <a:off x="5687770" y="2710046"/>
            <a:ext cx="369638" cy="369606"/>
            <a:chOff x="5687770" y="2885496"/>
            <a:chExt cx="369638" cy="369606"/>
          </a:xfrm>
        </p:grpSpPr>
        <p:sp>
          <p:nvSpPr>
            <p:cNvPr id="16995" name="Google Shape;16995;p8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5" name="Google Shape;17005;p83"/>
          <p:cNvGrpSpPr/>
          <p:nvPr/>
        </p:nvGrpSpPr>
        <p:grpSpPr>
          <a:xfrm>
            <a:off x="4881958" y="2729352"/>
            <a:ext cx="156417" cy="349537"/>
            <a:chOff x="4881958" y="2904802"/>
            <a:chExt cx="156417" cy="349537"/>
          </a:xfrm>
        </p:grpSpPr>
        <p:sp>
          <p:nvSpPr>
            <p:cNvPr id="17006" name="Google Shape;17006;p8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3" name="Google Shape;17013;p83"/>
          <p:cNvGrpSpPr/>
          <p:nvPr/>
        </p:nvGrpSpPr>
        <p:grpSpPr>
          <a:xfrm>
            <a:off x="5230318" y="2711064"/>
            <a:ext cx="371133" cy="367443"/>
            <a:chOff x="5230318" y="2886514"/>
            <a:chExt cx="371133" cy="367443"/>
          </a:xfrm>
        </p:grpSpPr>
        <p:sp>
          <p:nvSpPr>
            <p:cNvPr id="17014" name="Google Shape;17014;p8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3" name="Google Shape;17023;p83"/>
          <p:cNvGrpSpPr/>
          <p:nvPr/>
        </p:nvGrpSpPr>
        <p:grpSpPr>
          <a:xfrm>
            <a:off x="5748358" y="3259128"/>
            <a:ext cx="352590" cy="182561"/>
            <a:chOff x="5748358" y="3434578"/>
            <a:chExt cx="352590" cy="182561"/>
          </a:xfrm>
        </p:grpSpPr>
        <p:sp>
          <p:nvSpPr>
            <p:cNvPr id="17024" name="Google Shape;17024;p8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0" name="Google Shape;17030;p83"/>
          <p:cNvGrpSpPr/>
          <p:nvPr/>
        </p:nvGrpSpPr>
        <p:grpSpPr>
          <a:xfrm>
            <a:off x="862283" y="4099321"/>
            <a:ext cx="341204" cy="359301"/>
            <a:chOff x="862283" y="4274771"/>
            <a:chExt cx="341204" cy="359301"/>
          </a:xfrm>
        </p:grpSpPr>
        <p:sp>
          <p:nvSpPr>
            <p:cNvPr id="17031" name="Google Shape;17031;p8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4" name="Google Shape;17034;p83"/>
          <p:cNvGrpSpPr/>
          <p:nvPr/>
        </p:nvGrpSpPr>
        <p:grpSpPr>
          <a:xfrm>
            <a:off x="1396957" y="4111915"/>
            <a:ext cx="301861" cy="332871"/>
            <a:chOff x="1396957" y="4287365"/>
            <a:chExt cx="301861" cy="332871"/>
          </a:xfrm>
        </p:grpSpPr>
        <p:sp>
          <p:nvSpPr>
            <p:cNvPr id="17035" name="Google Shape;17035;p8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0" name="Google Shape;17050;p83"/>
          <p:cNvGrpSpPr/>
          <p:nvPr/>
        </p:nvGrpSpPr>
        <p:grpSpPr>
          <a:xfrm>
            <a:off x="1865381" y="4102056"/>
            <a:ext cx="396131" cy="355612"/>
            <a:chOff x="1865381" y="4277506"/>
            <a:chExt cx="396131" cy="355612"/>
          </a:xfrm>
        </p:grpSpPr>
        <p:sp>
          <p:nvSpPr>
            <p:cNvPr id="17051" name="Google Shape;17051;p8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7" name="Google Shape;17057;p83"/>
          <p:cNvGrpSpPr/>
          <p:nvPr/>
        </p:nvGrpSpPr>
        <p:grpSpPr>
          <a:xfrm>
            <a:off x="2411823" y="4128549"/>
            <a:ext cx="334398" cy="299953"/>
            <a:chOff x="2411823" y="4303999"/>
            <a:chExt cx="334398" cy="299953"/>
          </a:xfrm>
        </p:grpSpPr>
        <p:sp>
          <p:nvSpPr>
            <p:cNvPr id="17058" name="Google Shape;17058;p8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5" name="Google Shape;17065;p83"/>
          <p:cNvGrpSpPr/>
          <p:nvPr/>
        </p:nvGrpSpPr>
        <p:grpSpPr>
          <a:xfrm>
            <a:off x="2903337" y="4103582"/>
            <a:ext cx="382519" cy="350682"/>
            <a:chOff x="2903337" y="4279032"/>
            <a:chExt cx="382519" cy="350682"/>
          </a:xfrm>
        </p:grpSpPr>
        <p:sp>
          <p:nvSpPr>
            <p:cNvPr id="17066" name="Google Shape;17066;p8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1" name="Google Shape;17081;p83"/>
          <p:cNvGrpSpPr/>
          <p:nvPr/>
        </p:nvGrpSpPr>
        <p:grpSpPr>
          <a:xfrm>
            <a:off x="3933342" y="4140317"/>
            <a:ext cx="383632" cy="276449"/>
            <a:chOff x="3933342" y="4315767"/>
            <a:chExt cx="383632" cy="276449"/>
          </a:xfrm>
        </p:grpSpPr>
        <p:sp>
          <p:nvSpPr>
            <p:cNvPr id="17082" name="Google Shape;17082;p8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8" name="Google Shape;17088;p83"/>
          <p:cNvGrpSpPr/>
          <p:nvPr/>
        </p:nvGrpSpPr>
        <p:grpSpPr>
          <a:xfrm>
            <a:off x="3441065" y="4127055"/>
            <a:ext cx="337069" cy="302593"/>
            <a:chOff x="3441065" y="4302505"/>
            <a:chExt cx="337069" cy="302593"/>
          </a:xfrm>
        </p:grpSpPr>
        <p:sp>
          <p:nvSpPr>
            <p:cNvPr id="17089" name="Google Shape;17089;p8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2" name="Google Shape;17102;p83"/>
          <p:cNvGrpSpPr/>
          <p:nvPr/>
        </p:nvGrpSpPr>
        <p:grpSpPr>
          <a:xfrm>
            <a:off x="3532345" y="3187185"/>
            <a:ext cx="339328" cy="336274"/>
            <a:chOff x="3532345" y="3362635"/>
            <a:chExt cx="339328" cy="336274"/>
          </a:xfrm>
        </p:grpSpPr>
        <p:sp>
          <p:nvSpPr>
            <p:cNvPr id="17103" name="Google Shape;17103;p8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08" name="Google Shape;17108;p8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09" name="Google Shape;17109;p83"/>
          <p:cNvGrpSpPr/>
          <p:nvPr/>
        </p:nvGrpSpPr>
        <p:grpSpPr>
          <a:xfrm>
            <a:off x="1883955" y="3633250"/>
            <a:ext cx="162873" cy="351445"/>
            <a:chOff x="1883955" y="3808700"/>
            <a:chExt cx="162873" cy="351445"/>
          </a:xfrm>
        </p:grpSpPr>
        <p:sp>
          <p:nvSpPr>
            <p:cNvPr id="17110" name="Google Shape;17110;p8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2" name="Google Shape;17112;p83"/>
          <p:cNvGrpSpPr/>
          <p:nvPr/>
        </p:nvGrpSpPr>
        <p:grpSpPr>
          <a:xfrm>
            <a:off x="939156" y="3633759"/>
            <a:ext cx="192007" cy="351318"/>
            <a:chOff x="939156" y="3809209"/>
            <a:chExt cx="192007" cy="351318"/>
          </a:xfrm>
        </p:grpSpPr>
        <p:sp>
          <p:nvSpPr>
            <p:cNvPr id="17113" name="Google Shape;17113;p8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5" name="Google Shape;17115;p83"/>
          <p:cNvGrpSpPr/>
          <p:nvPr/>
        </p:nvGrpSpPr>
        <p:grpSpPr>
          <a:xfrm>
            <a:off x="2306167" y="3634395"/>
            <a:ext cx="193915" cy="349155"/>
            <a:chOff x="2306167" y="3809845"/>
            <a:chExt cx="193915" cy="349155"/>
          </a:xfrm>
        </p:grpSpPr>
        <p:sp>
          <p:nvSpPr>
            <p:cNvPr id="17116" name="Google Shape;17116;p8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3" name="Google Shape;17123;p83"/>
          <p:cNvGrpSpPr/>
          <p:nvPr/>
        </p:nvGrpSpPr>
        <p:grpSpPr>
          <a:xfrm>
            <a:off x="1323901" y="3631723"/>
            <a:ext cx="356343" cy="356757"/>
            <a:chOff x="1323901" y="3807173"/>
            <a:chExt cx="356343" cy="356757"/>
          </a:xfrm>
        </p:grpSpPr>
        <p:sp>
          <p:nvSpPr>
            <p:cNvPr id="17124" name="Google Shape;17124;p8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48" name="Google Shape;17148;p8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49" name="Google Shape;17149;p83"/>
          <p:cNvGrpSpPr/>
          <p:nvPr/>
        </p:nvGrpSpPr>
        <p:grpSpPr>
          <a:xfrm>
            <a:off x="859262" y="3178470"/>
            <a:ext cx="306759" cy="351445"/>
            <a:chOff x="859262" y="3353920"/>
            <a:chExt cx="306759" cy="351445"/>
          </a:xfrm>
        </p:grpSpPr>
        <p:sp>
          <p:nvSpPr>
            <p:cNvPr id="17150" name="Google Shape;17150;p8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5" name="Google Shape;17155;p8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56" name="Google Shape;17156;p83"/>
          <p:cNvGrpSpPr/>
          <p:nvPr/>
        </p:nvGrpSpPr>
        <p:grpSpPr>
          <a:xfrm>
            <a:off x="3967437" y="3661652"/>
            <a:ext cx="364708" cy="295405"/>
            <a:chOff x="3967437" y="3837102"/>
            <a:chExt cx="364708" cy="295405"/>
          </a:xfrm>
        </p:grpSpPr>
        <p:sp>
          <p:nvSpPr>
            <p:cNvPr id="17157" name="Google Shape;17157;p8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62" name="Google Shape;17162;p8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65" name="Google Shape;17165;p83"/>
          <p:cNvGrpSpPr/>
          <p:nvPr/>
        </p:nvGrpSpPr>
        <p:grpSpPr>
          <a:xfrm>
            <a:off x="5811827" y="3631001"/>
            <a:ext cx="283743" cy="308444"/>
            <a:chOff x="5964227" y="3858701"/>
            <a:chExt cx="283743" cy="308444"/>
          </a:xfrm>
        </p:grpSpPr>
        <p:sp>
          <p:nvSpPr>
            <p:cNvPr id="17166" name="Google Shape;17166;p8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83"/>
          <p:cNvGrpSpPr/>
          <p:nvPr/>
        </p:nvGrpSpPr>
        <p:grpSpPr>
          <a:xfrm>
            <a:off x="6243508" y="3697623"/>
            <a:ext cx="320372" cy="213602"/>
            <a:chOff x="6395908" y="3873073"/>
            <a:chExt cx="320372" cy="213602"/>
          </a:xfrm>
        </p:grpSpPr>
        <p:sp>
          <p:nvSpPr>
            <p:cNvPr id="17171" name="Google Shape;17171;p8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1" name="Google Shape;17181;p83"/>
          <p:cNvGrpSpPr/>
          <p:nvPr/>
        </p:nvGrpSpPr>
        <p:grpSpPr>
          <a:xfrm>
            <a:off x="7262890" y="3627366"/>
            <a:ext cx="357138" cy="352018"/>
            <a:chOff x="7415290" y="3802816"/>
            <a:chExt cx="357138" cy="352018"/>
          </a:xfrm>
        </p:grpSpPr>
        <p:sp>
          <p:nvSpPr>
            <p:cNvPr id="17182" name="Google Shape;17182;p8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0" name="Google Shape;17190;p83"/>
          <p:cNvGrpSpPr/>
          <p:nvPr/>
        </p:nvGrpSpPr>
        <p:grpSpPr>
          <a:xfrm>
            <a:off x="6737312" y="3657963"/>
            <a:ext cx="355230" cy="293401"/>
            <a:chOff x="6889712" y="3833413"/>
            <a:chExt cx="355230" cy="293401"/>
          </a:xfrm>
        </p:grpSpPr>
        <p:sp>
          <p:nvSpPr>
            <p:cNvPr id="17191" name="Google Shape;17191;p8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6" name="Google Shape;17196;p83"/>
          <p:cNvGrpSpPr/>
          <p:nvPr/>
        </p:nvGrpSpPr>
        <p:grpSpPr>
          <a:xfrm>
            <a:off x="7707152" y="3660420"/>
            <a:ext cx="282318" cy="337168"/>
            <a:chOff x="1635875" y="237775"/>
            <a:chExt cx="4370250" cy="5219325"/>
          </a:xfrm>
        </p:grpSpPr>
        <p:sp>
          <p:nvSpPr>
            <p:cNvPr id="17197" name="Google Shape;17197;p8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9" name="Google Shape;17199;p83"/>
          <p:cNvGrpSpPr/>
          <p:nvPr/>
        </p:nvGrpSpPr>
        <p:grpSpPr>
          <a:xfrm>
            <a:off x="3103963" y="3185690"/>
            <a:ext cx="297886" cy="337578"/>
            <a:chOff x="3103963" y="3361140"/>
            <a:chExt cx="297886" cy="337578"/>
          </a:xfrm>
        </p:grpSpPr>
        <p:sp>
          <p:nvSpPr>
            <p:cNvPr id="17200" name="Google Shape;17200;p8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4" name="Google Shape;17224;p83"/>
          <p:cNvGrpSpPr/>
          <p:nvPr/>
        </p:nvGrpSpPr>
        <p:grpSpPr>
          <a:xfrm>
            <a:off x="2667821" y="3185658"/>
            <a:ext cx="273046" cy="337801"/>
            <a:chOff x="2667821" y="3361108"/>
            <a:chExt cx="273046" cy="337801"/>
          </a:xfrm>
        </p:grpSpPr>
        <p:sp>
          <p:nvSpPr>
            <p:cNvPr id="17225" name="Google Shape;17225;p8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4" name="Google Shape;17244;p83"/>
          <p:cNvGrpSpPr/>
          <p:nvPr/>
        </p:nvGrpSpPr>
        <p:grpSpPr>
          <a:xfrm>
            <a:off x="2212469" y="3184863"/>
            <a:ext cx="282715" cy="338660"/>
            <a:chOff x="2212469" y="3360313"/>
            <a:chExt cx="282715" cy="338660"/>
          </a:xfrm>
        </p:grpSpPr>
        <p:sp>
          <p:nvSpPr>
            <p:cNvPr id="17245" name="Google Shape;17245;p8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8" name="Google Shape;17248;p83"/>
          <p:cNvGrpSpPr/>
          <p:nvPr/>
        </p:nvGrpSpPr>
        <p:grpSpPr>
          <a:xfrm>
            <a:off x="1768821" y="3185658"/>
            <a:ext cx="278739" cy="339073"/>
            <a:chOff x="1768821" y="3361108"/>
            <a:chExt cx="278739" cy="339073"/>
          </a:xfrm>
        </p:grpSpPr>
        <p:sp>
          <p:nvSpPr>
            <p:cNvPr id="17249" name="Google Shape;17249;p8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0" name="Google Shape;17260;p83"/>
          <p:cNvGrpSpPr/>
          <p:nvPr/>
        </p:nvGrpSpPr>
        <p:grpSpPr>
          <a:xfrm>
            <a:off x="5337883" y="3161423"/>
            <a:ext cx="307141" cy="376826"/>
            <a:chOff x="5337883" y="3336873"/>
            <a:chExt cx="307141" cy="376826"/>
          </a:xfrm>
        </p:grpSpPr>
        <p:sp>
          <p:nvSpPr>
            <p:cNvPr id="17261" name="Google Shape;17261;p8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3" name="Google Shape;17263;p83"/>
          <p:cNvGrpSpPr/>
          <p:nvPr/>
        </p:nvGrpSpPr>
        <p:grpSpPr>
          <a:xfrm>
            <a:off x="4883835" y="3161805"/>
            <a:ext cx="323425" cy="377557"/>
            <a:chOff x="4883835" y="3337255"/>
            <a:chExt cx="323425" cy="377557"/>
          </a:xfrm>
        </p:grpSpPr>
        <p:sp>
          <p:nvSpPr>
            <p:cNvPr id="17264" name="Google Shape;17264;p8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7" name="Google Shape;17267;p83"/>
          <p:cNvGrpSpPr/>
          <p:nvPr/>
        </p:nvGrpSpPr>
        <p:grpSpPr>
          <a:xfrm>
            <a:off x="6193310" y="3231839"/>
            <a:ext cx="352590" cy="237488"/>
            <a:chOff x="6193310" y="3407289"/>
            <a:chExt cx="352590" cy="237488"/>
          </a:xfrm>
        </p:grpSpPr>
        <p:sp>
          <p:nvSpPr>
            <p:cNvPr id="17268" name="Google Shape;17268;p8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3" name="Google Shape;17273;p83"/>
          <p:cNvGrpSpPr/>
          <p:nvPr/>
        </p:nvGrpSpPr>
        <p:grpSpPr>
          <a:xfrm>
            <a:off x="6637117" y="3222393"/>
            <a:ext cx="353735" cy="254504"/>
            <a:chOff x="6637117" y="3397843"/>
            <a:chExt cx="353735" cy="254504"/>
          </a:xfrm>
        </p:grpSpPr>
        <p:sp>
          <p:nvSpPr>
            <p:cNvPr id="17274" name="Google Shape;17274;p8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0" name="Google Shape;17280;p83"/>
          <p:cNvGrpSpPr/>
          <p:nvPr/>
        </p:nvGrpSpPr>
        <p:grpSpPr>
          <a:xfrm>
            <a:off x="7075994" y="3174081"/>
            <a:ext cx="360637" cy="352336"/>
            <a:chOff x="7075994" y="3349531"/>
            <a:chExt cx="360637" cy="352336"/>
          </a:xfrm>
        </p:grpSpPr>
        <p:sp>
          <p:nvSpPr>
            <p:cNvPr id="17281" name="Google Shape;17281;p8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8" name="Google Shape;17288;p83"/>
          <p:cNvGrpSpPr/>
          <p:nvPr/>
        </p:nvGrpSpPr>
        <p:grpSpPr>
          <a:xfrm>
            <a:off x="7651983" y="3173731"/>
            <a:ext cx="107183" cy="352399"/>
            <a:chOff x="7651983" y="3349181"/>
            <a:chExt cx="107183" cy="352399"/>
          </a:xfrm>
        </p:grpSpPr>
        <p:sp>
          <p:nvSpPr>
            <p:cNvPr id="17289" name="Google Shape;17289;p8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1" name="Google Shape;17291;p83"/>
          <p:cNvGrpSpPr/>
          <p:nvPr/>
        </p:nvGrpSpPr>
        <p:grpSpPr>
          <a:xfrm>
            <a:off x="7973468" y="3206872"/>
            <a:ext cx="352590" cy="287072"/>
            <a:chOff x="7973468" y="3382322"/>
            <a:chExt cx="352590" cy="287072"/>
          </a:xfrm>
        </p:grpSpPr>
        <p:sp>
          <p:nvSpPr>
            <p:cNvPr id="17292" name="Google Shape;17292;p8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04" name="Google Shape;17304;p83"/>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7305" name="Google Shape;17305;p83"/>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09" name="Shape 17309"/>
        <p:cNvGrpSpPr/>
        <p:nvPr/>
      </p:nvGrpSpPr>
      <p:grpSpPr>
        <a:xfrm>
          <a:off x="0" y="0"/>
          <a:ext cx="0" cy="0"/>
          <a:chOff x="0" y="0"/>
          <a:chExt cx="0" cy="0"/>
        </a:xfrm>
      </p:grpSpPr>
      <p:grpSp>
        <p:nvGrpSpPr>
          <p:cNvPr id="17310" name="Google Shape;17310;p84"/>
          <p:cNvGrpSpPr/>
          <p:nvPr/>
        </p:nvGrpSpPr>
        <p:grpSpPr>
          <a:xfrm>
            <a:off x="849677" y="1576858"/>
            <a:ext cx="347872" cy="347488"/>
            <a:chOff x="849677" y="1500658"/>
            <a:chExt cx="347872" cy="347488"/>
          </a:xfrm>
        </p:grpSpPr>
        <p:sp>
          <p:nvSpPr>
            <p:cNvPr id="17311" name="Google Shape;17311;p8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7" name="Google Shape;17317;p84"/>
          <p:cNvGrpSpPr/>
          <p:nvPr/>
        </p:nvGrpSpPr>
        <p:grpSpPr>
          <a:xfrm>
            <a:off x="1415853" y="1576858"/>
            <a:ext cx="315872" cy="347488"/>
            <a:chOff x="1415853" y="1500658"/>
            <a:chExt cx="315872" cy="347488"/>
          </a:xfrm>
        </p:grpSpPr>
        <p:sp>
          <p:nvSpPr>
            <p:cNvPr id="17318" name="Google Shape;17318;p8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84"/>
          <p:cNvGrpSpPr/>
          <p:nvPr/>
        </p:nvGrpSpPr>
        <p:grpSpPr>
          <a:xfrm>
            <a:off x="4697389" y="1576858"/>
            <a:ext cx="347520" cy="347104"/>
            <a:chOff x="4697389" y="1500658"/>
            <a:chExt cx="347520" cy="347104"/>
          </a:xfrm>
        </p:grpSpPr>
        <p:sp>
          <p:nvSpPr>
            <p:cNvPr id="17323" name="Google Shape;17323;p8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6" name="Google Shape;17326;p84"/>
          <p:cNvGrpSpPr/>
          <p:nvPr/>
        </p:nvGrpSpPr>
        <p:grpSpPr>
          <a:xfrm>
            <a:off x="3603533" y="2041146"/>
            <a:ext cx="347520" cy="353760"/>
            <a:chOff x="3603533" y="1964946"/>
            <a:chExt cx="347520" cy="353760"/>
          </a:xfrm>
        </p:grpSpPr>
        <p:sp>
          <p:nvSpPr>
            <p:cNvPr id="17327" name="Google Shape;17327;p8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0" name="Google Shape;17330;p84"/>
          <p:cNvGrpSpPr/>
          <p:nvPr/>
        </p:nvGrpSpPr>
        <p:grpSpPr>
          <a:xfrm>
            <a:off x="1950765" y="2040538"/>
            <a:ext cx="357792" cy="352448"/>
            <a:chOff x="1950765" y="1964338"/>
            <a:chExt cx="357792" cy="352448"/>
          </a:xfrm>
        </p:grpSpPr>
        <p:sp>
          <p:nvSpPr>
            <p:cNvPr id="17331" name="Google Shape;17331;p8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5" name="Google Shape;17335;p84"/>
          <p:cNvGrpSpPr/>
          <p:nvPr/>
        </p:nvGrpSpPr>
        <p:grpSpPr>
          <a:xfrm>
            <a:off x="7435629" y="2040890"/>
            <a:ext cx="367712" cy="353248"/>
            <a:chOff x="7435629" y="1964690"/>
            <a:chExt cx="367712" cy="353248"/>
          </a:xfrm>
        </p:grpSpPr>
        <p:sp>
          <p:nvSpPr>
            <p:cNvPr id="17336" name="Google Shape;17336;p8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84"/>
          <p:cNvGrpSpPr/>
          <p:nvPr/>
        </p:nvGrpSpPr>
        <p:grpSpPr>
          <a:xfrm>
            <a:off x="2512749" y="2041242"/>
            <a:ext cx="333024" cy="352896"/>
            <a:chOff x="2512749" y="1965042"/>
            <a:chExt cx="333024" cy="352896"/>
          </a:xfrm>
        </p:grpSpPr>
        <p:sp>
          <p:nvSpPr>
            <p:cNvPr id="17341" name="Google Shape;17341;p8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6" name="Google Shape;17346;p84"/>
          <p:cNvGrpSpPr/>
          <p:nvPr/>
        </p:nvGrpSpPr>
        <p:grpSpPr>
          <a:xfrm>
            <a:off x="1398317" y="2057978"/>
            <a:ext cx="365792" cy="335392"/>
            <a:chOff x="1398317" y="1981778"/>
            <a:chExt cx="365792" cy="335392"/>
          </a:xfrm>
        </p:grpSpPr>
        <p:sp>
          <p:nvSpPr>
            <p:cNvPr id="17347" name="Google Shape;17347;p8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3" name="Google Shape;17353;p84"/>
          <p:cNvGrpSpPr/>
          <p:nvPr/>
        </p:nvGrpSpPr>
        <p:grpSpPr>
          <a:xfrm>
            <a:off x="3052237" y="2079770"/>
            <a:ext cx="353600" cy="314752"/>
            <a:chOff x="3052237" y="2003570"/>
            <a:chExt cx="353600" cy="314752"/>
          </a:xfrm>
        </p:grpSpPr>
        <p:sp>
          <p:nvSpPr>
            <p:cNvPr id="17354" name="Google Shape;17354;p8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7" name="Google Shape;17357;p84"/>
          <p:cNvGrpSpPr/>
          <p:nvPr/>
        </p:nvGrpSpPr>
        <p:grpSpPr>
          <a:xfrm>
            <a:off x="1404013" y="3034266"/>
            <a:ext cx="368096" cy="223968"/>
            <a:chOff x="1404013" y="2958066"/>
            <a:chExt cx="368096" cy="223968"/>
          </a:xfrm>
        </p:grpSpPr>
        <p:sp>
          <p:nvSpPr>
            <p:cNvPr id="17358" name="Google Shape;17358;p8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60" name="Google Shape;17360;p84"/>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4"/>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62" name="Google Shape;17362;p84"/>
          <p:cNvGrpSpPr/>
          <p:nvPr/>
        </p:nvGrpSpPr>
        <p:grpSpPr>
          <a:xfrm>
            <a:off x="1951149" y="2961402"/>
            <a:ext cx="370368" cy="367328"/>
            <a:chOff x="1951149" y="2885202"/>
            <a:chExt cx="370368" cy="367328"/>
          </a:xfrm>
        </p:grpSpPr>
        <p:sp>
          <p:nvSpPr>
            <p:cNvPr id="17363" name="Google Shape;17363;p8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6" name="Google Shape;17366;p84"/>
          <p:cNvGrpSpPr/>
          <p:nvPr/>
        </p:nvGrpSpPr>
        <p:grpSpPr>
          <a:xfrm>
            <a:off x="2501677" y="2982362"/>
            <a:ext cx="367328" cy="327296"/>
            <a:chOff x="2501677" y="2906162"/>
            <a:chExt cx="367328" cy="327296"/>
          </a:xfrm>
        </p:grpSpPr>
        <p:sp>
          <p:nvSpPr>
            <p:cNvPr id="17367" name="Google Shape;17367;p8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0" name="Google Shape;17370;p84"/>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1" name="Google Shape;17371;p84"/>
          <p:cNvGrpSpPr/>
          <p:nvPr/>
        </p:nvGrpSpPr>
        <p:grpSpPr>
          <a:xfrm>
            <a:off x="3050317" y="2969914"/>
            <a:ext cx="367712" cy="354240"/>
            <a:chOff x="3050317" y="2893714"/>
            <a:chExt cx="367712" cy="354240"/>
          </a:xfrm>
        </p:grpSpPr>
        <p:sp>
          <p:nvSpPr>
            <p:cNvPr id="17372" name="Google Shape;17372;p8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4" name="Google Shape;17374;p84"/>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4"/>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6" name="Google Shape;17376;p84"/>
          <p:cNvGrpSpPr/>
          <p:nvPr/>
        </p:nvGrpSpPr>
        <p:grpSpPr>
          <a:xfrm>
            <a:off x="7531277" y="2962554"/>
            <a:ext cx="185184" cy="367296"/>
            <a:chOff x="7531277" y="2886354"/>
            <a:chExt cx="185184" cy="367296"/>
          </a:xfrm>
        </p:grpSpPr>
        <p:sp>
          <p:nvSpPr>
            <p:cNvPr id="17377" name="Google Shape;17377;p8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0" name="Google Shape;17380;p84"/>
          <p:cNvGrpSpPr/>
          <p:nvPr/>
        </p:nvGrpSpPr>
        <p:grpSpPr>
          <a:xfrm>
            <a:off x="6926637" y="2962938"/>
            <a:ext cx="297184" cy="367296"/>
            <a:chOff x="6926637" y="2886738"/>
            <a:chExt cx="297184" cy="367296"/>
          </a:xfrm>
        </p:grpSpPr>
        <p:sp>
          <p:nvSpPr>
            <p:cNvPr id="17381" name="Google Shape;17381;p8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4" name="Google Shape;17384;p84"/>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4"/>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6" name="Google Shape;17386;p84"/>
          <p:cNvGrpSpPr/>
          <p:nvPr/>
        </p:nvGrpSpPr>
        <p:grpSpPr>
          <a:xfrm>
            <a:off x="6340653" y="2962554"/>
            <a:ext cx="370368" cy="368064"/>
            <a:chOff x="6340653" y="2886354"/>
            <a:chExt cx="370368" cy="368064"/>
          </a:xfrm>
        </p:grpSpPr>
        <p:sp>
          <p:nvSpPr>
            <p:cNvPr id="17387" name="Google Shape;17387;p8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84"/>
          <p:cNvGrpSpPr/>
          <p:nvPr/>
        </p:nvGrpSpPr>
        <p:grpSpPr>
          <a:xfrm>
            <a:off x="5246797" y="2057626"/>
            <a:ext cx="354752" cy="336512"/>
            <a:chOff x="5246797" y="1981426"/>
            <a:chExt cx="354752" cy="336512"/>
          </a:xfrm>
        </p:grpSpPr>
        <p:sp>
          <p:nvSpPr>
            <p:cNvPr id="17394" name="Google Shape;17394;p8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6" name="Google Shape;17396;p84"/>
          <p:cNvGrpSpPr/>
          <p:nvPr/>
        </p:nvGrpSpPr>
        <p:grpSpPr>
          <a:xfrm>
            <a:off x="4148749" y="2178266"/>
            <a:ext cx="355136" cy="216256"/>
            <a:chOff x="4148749" y="2102066"/>
            <a:chExt cx="355136" cy="216256"/>
          </a:xfrm>
        </p:grpSpPr>
        <p:sp>
          <p:nvSpPr>
            <p:cNvPr id="17397" name="Google Shape;17397;p8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84"/>
          <p:cNvGrpSpPr/>
          <p:nvPr/>
        </p:nvGrpSpPr>
        <p:grpSpPr>
          <a:xfrm>
            <a:off x="5794669" y="2077626"/>
            <a:ext cx="354752" cy="315360"/>
            <a:chOff x="5794669" y="2001426"/>
            <a:chExt cx="354752" cy="315360"/>
          </a:xfrm>
        </p:grpSpPr>
        <p:sp>
          <p:nvSpPr>
            <p:cNvPr id="17400" name="Google Shape;17400;p8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2" name="Google Shape;17402;p84"/>
          <p:cNvGrpSpPr/>
          <p:nvPr/>
        </p:nvGrpSpPr>
        <p:grpSpPr>
          <a:xfrm>
            <a:off x="6345229" y="2106042"/>
            <a:ext cx="352832" cy="289216"/>
            <a:chOff x="6345229" y="2029842"/>
            <a:chExt cx="352832" cy="289216"/>
          </a:xfrm>
        </p:grpSpPr>
        <p:sp>
          <p:nvSpPr>
            <p:cNvPr id="17403" name="Google Shape;17403;p8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5" name="Google Shape;17405;p84"/>
          <p:cNvGrpSpPr/>
          <p:nvPr/>
        </p:nvGrpSpPr>
        <p:grpSpPr>
          <a:xfrm>
            <a:off x="4697389" y="2112538"/>
            <a:ext cx="354752" cy="281984"/>
            <a:chOff x="4697389" y="2036338"/>
            <a:chExt cx="354752" cy="281984"/>
          </a:xfrm>
        </p:grpSpPr>
        <p:sp>
          <p:nvSpPr>
            <p:cNvPr id="17406" name="Google Shape;17406;p8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8" name="Google Shape;17408;p84"/>
          <p:cNvGrpSpPr/>
          <p:nvPr/>
        </p:nvGrpSpPr>
        <p:grpSpPr>
          <a:xfrm>
            <a:off x="1404013" y="2500954"/>
            <a:ext cx="353600" cy="354944"/>
            <a:chOff x="1404013" y="2424754"/>
            <a:chExt cx="353600" cy="354944"/>
          </a:xfrm>
        </p:grpSpPr>
        <p:sp>
          <p:nvSpPr>
            <p:cNvPr id="17409" name="Google Shape;17409;p8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4" name="Google Shape;17414;p84"/>
          <p:cNvGrpSpPr/>
          <p:nvPr/>
        </p:nvGrpSpPr>
        <p:grpSpPr>
          <a:xfrm>
            <a:off x="854253" y="2504474"/>
            <a:ext cx="355104" cy="351040"/>
            <a:chOff x="854253" y="2428274"/>
            <a:chExt cx="355104" cy="351040"/>
          </a:xfrm>
        </p:grpSpPr>
        <p:sp>
          <p:nvSpPr>
            <p:cNvPr id="17415" name="Google Shape;17415;p8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7" name="Google Shape;17417;p84"/>
          <p:cNvGrpSpPr/>
          <p:nvPr/>
        </p:nvGrpSpPr>
        <p:grpSpPr>
          <a:xfrm>
            <a:off x="6896909" y="2517146"/>
            <a:ext cx="354752" cy="275904"/>
            <a:chOff x="6896909" y="2440946"/>
            <a:chExt cx="354752" cy="275904"/>
          </a:xfrm>
        </p:grpSpPr>
        <p:sp>
          <p:nvSpPr>
            <p:cNvPr id="17418" name="Google Shape;17418;p8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20" name="Google Shape;17420;p84"/>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21" name="Google Shape;17421;p84"/>
          <p:cNvGrpSpPr/>
          <p:nvPr/>
        </p:nvGrpSpPr>
        <p:grpSpPr>
          <a:xfrm>
            <a:off x="5265069" y="2500954"/>
            <a:ext cx="321984" cy="354560"/>
            <a:chOff x="5265069" y="2424754"/>
            <a:chExt cx="321984" cy="354560"/>
          </a:xfrm>
        </p:grpSpPr>
        <p:sp>
          <p:nvSpPr>
            <p:cNvPr id="17422" name="Google Shape;17422;p8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4" name="Google Shape;17424;p84"/>
          <p:cNvGrpSpPr/>
          <p:nvPr/>
        </p:nvGrpSpPr>
        <p:grpSpPr>
          <a:xfrm>
            <a:off x="4150669" y="2542970"/>
            <a:ext cx="355104" cy="259584"/>
            <a:chOff x="4150669" y="2466770"/>
            <a:chExt cx="355104" cy="259584"/>
          </a:xfrm>
        </p:grpSpPr>
        <p:sp>
          <p:nvSpPr>
            <p:cNvPr id="17425" name="Google Shape;17425;p8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9" name="Google Shape;17429;p84"/>
          <p:cNvGrpSpPr/>
          <p:nvPr/>
        </p:nvGrpSpPr>
        <p:grpSpPr>
          <a:xfrm>
            <a:off x="4699693" y="2501146"/>
            <a:ext cx="354336" cy="353984"/>
            <a:chOff x="4699693" y="2424946"/>
            <a:chExt cx="354336" cy="353984"/>
          </a:xfrm>
        </p:grpSpPr>
        <p:sp>
          <p:nvSpPr>
            <p:cNvPr id="17430" name="Google Shape;17430;p8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32" name="Google Shape;17432;p84"/>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4"/>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34" name="Google Shape;17434;p84"/>
          <p:cNvGrpSpPr/>
          <p:nvPr/>
        </p:nvGrpSpPr>
        <p:grpSpPr>
          <a:xfrm>
            <a:off x="1953037" y="2628442"/>
            <a:ext cx="355136" cy="227072"/>
            <a:chOff x="1953037" y="2552242"/>
            <a:chExt cx="355136" cy="227072"/>
          </a:xfrm>
        </p:grpSpPr>
        <p:sp>
          <p:nvSpPr>
            <p:cNvPr id="17435" name="Google Shape;17435;p8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37" name="Google Shape;17437;p84"/>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38" name="Google Shape;17438;p84"/>
          <p:cNvGrpSpPr/>
          <p:nvPr/>
        </p:nvGrpSpPr>
        <p:grpSpPr>
          <a:xfrm>
            <a:off x="2500941" y="2603418"/>
            <a:ext cx="355104" cy="250944"/>
            <a:chOff x="2500941" y="2527218"/>
            <a:chExt cx="355104" cy="250944"/>
          </a:xfrm>
        </p:grpSpPr>
        <p:sp>
          <p:nvSpPr>
            <p:cNvPr id="17439" name="Google Shape;17439;p8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44" name="Google Shape;17444;p84"/>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45" name="Google Shape;17445;p84"/>
          <p:cNvGrpSpPr/>
          <p:nvPr/>
        </p:nvGrpSpPr>
        <p:grpSpPr>
          <a:xfrm>
            <a:off x="7993805" y="2503322"/>
            <a:ext cx="356256" cy="351808"/>
            <a:chOff x="7993805" y="2427122"/>
            <a:chExt cx="356256" cy="351808"/>
          </a:xfrm>
        </p:grpSpPr>
        <p:sp>
          <p:nvSpPr>
            <p:cNvPr id="17446" name="Google Shape;17446;p8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9" name="Google Shape;17449;p84"/>
          <p:cNvGrpSpPr/>
          <p:nvPr/>
        </p:nvGrpSpPr>
        <p:grpSpPr>
          <a:xfrm>
            <a:off x="878637" y="2041210"/>
            <a:ext cx="308640" cy="353312"/>
            <a:chOff x="878637" y="1965010"/>
            <a:chExt cx="308640" cy="353312"/>
          </a:xfrm>
        </p:grpSpPr>
        <p:sp>
          <p:nvSpPr>
            <p:cNvPr id="17450" name="Google Shape;17450;p8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3" name="Google Shape;17453;p84"/>
          <p:cNvGrpSpPr/>
          <p:nvPr/>
        </p:nvGrpSpPr>
        <p:grpSpPr>
          <a:xfrm>
            <a:off x="6896141" y="2040922"/>
            <a:ext cx="348256" cy="352448"/>
            <a:chOff x="6896141" y="1964722"/>
            <a:chExt cx="348256" cy="352448"/>
          </a:xfrm>
        </p:grpSpPr>
        <p:sp>
          <p:nvSpPr>
            <p:cNvPr id="17454" name="Google Shape;17454;p8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7" name="Google Shape;17457;p84"/>
          <p:cNvGrpSpPr/>
          <p:nvPr/>
        </p:nvGrpSpPr>
        <p:grpSpPr>
          <a:xfrm>
            <a:off x="7989997" y="2091578"/>
            <a:ext cx="355136" cy="303328"/>
            <a:chOff x="7989997" y="2015378"/>
            <a:chExt cx="355136" cy="303328"/>
          </a:xfrm>
        </p:grpSpPr>
        <p:sp>
          <p:nvSpPr>
            <p:cNvPr id="17458" name="Google Shape;17458;p8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1" name="Google Shape;17461;p84"/>
          <p:cNvGrpSpPr/>
          <p:nvPr/>
        </p:nvGrpSpPr>
        <p:grpSpPr>
          <a:xfrm>
            <a:off x="3598221" y="1585562"/>
            <a:ext cx="348640" cy="330784"/>
            <a:chOff x="3598221" y="1509362"/>
            <a:chExt cx="348640" cy="330784"/>
          </a:xfrm>
        </p:grpSpPr>
        <p:sp>
          <p:nvSpPr>
            <p:cNvPr id="17462" name="Google Shape;17462;p8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6" name="Google Shape;17466;p84"/>
          <p:cNvGrpSpPr/>
          <p:nvPr/>
        </p:nvGrpSpPr>
        <p:grpSpPr>
          <a:xfrm>
            <a:off x="5246797" y="1576858"/>
            <a:ext cx="347872" cy="347488"/>
            <a:chOff x="5246797" y="1500658"/>
            <a:chExt cx="347872" cy="347488"/>
          </a:xfrm>
        </p:grpSpPr>
        <p:sp>
          <p:nvSpPr>
            <p:cNvPr id="17467" name="Google Shape;17467;p8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1" name="Google Shape;17471;p84"/>
          <p:cNvGrpSpPr/>
          <p:nvPr/>
        </p:nvGrpSpPr>
        <p:grpSpPr>
          <a:xfrm>
            <a:off x="5796589" y="1576858"/>
            <a:ext cx="349024" cy="346752"/>
            <a:chOff x="5796589" y="1500658"/>
            <a:chExt cx="349024" cy="346752"/>
          </a:xfrm>
        </p:grpSpPr>
        <p:sp>
          <p:nvSpPr>
            <p:cNvPr id="17472" name="Google Shape;17472;p8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73" name="Google Shape;17473;p84"/>
            <p:cNvGrpSpPr/>
            <p:nvPr/>
          </p:nvGrpSpPr>
          <p:grpSpPr>
            <a:xfrm>
              <a:off x="5796589" y="1500658"/>
              <a:ext cx="349024" cy="346752"/>
              <a:chOff x="5796589" y="1500658"/>
              <a:chExt cx="349024" cy="346752"/>
            </a:xfrm>
          </p:grpSpPr>
          <p:sp>
            <p:nvSpPr>
              <p:cNvPr id="17474" name="Google Shape;17474;p8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78" name="Google Shape;17478;p84"/>
          <p:cNvGrpSpPr/>
          <p:nvPr/>
        </p:nvGrpSpPr>
        <p:grpSpPr>
          <a:xfrm>
            <a:off x="6895373" y="1578778"/>
            <a:ext cx="348640" cy="343296"/>
            <a:chOff x="6895373" y="1502578"/>
            <a:chExt cx="348640" cy="343296"/>
          </a:xfrm>
        </p:grpSpPr>
        <p:sp>
          <p:nvSpPr>
            <p:cNvPr id="17479" name="Google Shape;17479;p8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2" name="Google Shape;17482;p84"/>
          <p:cNvGrpSpPr/>
          <p:nvPr/>
        </p:nvGrpSpPr>
        <p:grpSpPr>
          <a:xfrm>
            <a:off x="4147597" y="1581658"/>
            <a:ext cx="347904" cy="336992"/>
            <a:chOff x="4147597" y="1505458"/>
            <a:chExt cx="347904" cy="336992"/>
          </a:xfrm>
        </p:grpSpPr>
        <p:sp>
          <p:nvSpPr>
            <p:cNvPr id="17483" name="Google Shape;17483;p8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0" name="Google Shape;17490;p84"/>
          <p:cNvGrpSpPr/>
          <p:nvPr/>
        </p:nvGrpSpPr>
        <p:grpSpPr>
          <a:xfrm>
            <a:off x="2499405" y="1576090"/>
            <a:ext cx="347488" cy="348256"/>
            <a:chOff x="2499405" y="1499890"/>
            <a:chExt cx="347488" cy="348256"/>
          </a:xfrm>
        </p:grpSpPr>
        <p:sp>
          <p:nvSpPr>
            <p:cNvPr id="17491" name="Google Shape;17491;p8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6" name="Google Shape;17496;p84"/>
          <p:cNvGrpSpPr/>
          <p:nvPr/>
        </p:nvGrpSpPr>
        <p:grpSpPr>
          <a:xfrm>
            <a:off x="1956845" y="1576698"/>
            <a:ext cx="331520" cy="348032"/>
            <a:chOff x="1956845" y="1500498"/>
            <a:chExt cx="331520" cy="348032"/>
          </a:xfrm>
        </p:grpSpPr>
        <p:sp>
          <p:nvSpPr>
            <p:cNvPr id="17497" name="Google Shape;17497;p8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9" name="Google Shape;17509;p84"/>
          <p:cNvGrpSpPr/>
          <p:nvPr/>
        </p:nvGrpSpPr>
        <p:grpSpPr>
          <a:xfrm>
            <a:off x="6345613" y="1626074"/>
            <a:ext cx="348640" cy="250656"/>
            <a:chOff x="6345613" y="1549874"/>
            <a:chExt cx="348640" cy="250656"/>
          </a:xfrm>
        </p:grpSpPr>
        <p:sp>
          <p:nvSpPr>
            <p:cNvPr id="17510" name="Google Shape;17510;p8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6" name="Google Shape;17516;p84"/>
          <p:cNvGrpSpPr/>
          <p:nvPr/>
        </p:nvGrpSpPr>
        <p:grpSpPr>
          <a:xfrm>
            <a:off x="7444781" y="1583226"/>
            <a:ext cx="348640" cy="334272"/>
            <a:chOff x="7444781" y="1507026"/>
            <a:chExt cx="348640" cy="334272"/>
          </a:xfrm>
        </p:grpSpPr>
        <p:sp>
          <p:nvSpPr>
            <p:cNvPr id="17517" name="Google Shape;17517;p8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2" name="Google Shape;17522;p84"/>
          <p:cNvGrpSpPr/>
          <p:nvPr/>
        </p:nvGrpSpPr>
        <p:grpSpPr>
          <a:xfrm>
            <a:off x="7995341" y="1582938"/>
            <a:ext cx="347872" cy="334944"/>
            <a:chOff x="7995341" y="1506738"/>
            <a:chExt cx="347872" cy="334944"/>
          </a:xfrm>
        </p:grpSpPr>
        <p:sp>
          <p:nvSpPr>
            <p:cNvPr id="17523" name="Google Shape;17523;p8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9" name="Google Shape;17529;p84"/>
          <p:cNvGrpSpPr/>
          <p:nvPr/>
        </p:nvGrpSpPr>
        <p:grpSpPr>
          <a:xfrm>
            <a:off x="3048045" y="1599130"/>
            <a:ext cx="347872" cy="303904"/>
            <a:chOff x="3048045" y="1522930"/>
            <a:chExt cx="347872" cy="303904"/>
          </a:xfrm>
        </p:grpSpPr>
        <p:sp>
          <p:nvSpPr>
            <p:cNvPr id="17530" name="Google Shape;17530;p8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1" name="Google Shape;17531;p84"/>
            <p:cNvGrpSpPr/>
            <p:nvPr/>
          </p:nvGrpSpPr>
          <p:grpSpPr>
            <a:xfrm>
              <a:off x="3048045" y="1522930"/>
              <a:ext cx="347872" cy="303904"/>
              <a:chOff x="3048045" y="1522930"/>
              <a:chExt cx="347872" cy="303904"/>
            </a:xfrm>
          </p:grpSpPr>
          <p:sp>
            <p:nvSpPr>
              <p:cNvPr id="17532" name="Google Shape;17532;p8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34" name="Google Shape;17534;p84"/>
          <p:cNvGrpSpPr/>
          <p:nvPr/>
        </p:nvGrpSpPr>
        <p:grpSpPr>
          <a:xfrm>
            <a:off x="1133133" y="3428122"/>
            <a:ext cx="313984" cy="358560"/>
            <a:chOff x="1133133" y="3351922"/>
            <a:chExt cx="313984" cy="358560"/>
          </a:xfrm>
        </p:grpSpPr>
        <p:sp>
          <p:nvSpPr>
            <p:cNvPr id="17535" name="Google Shape;17535;p8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51" name="Google Shape;17551;p84"/>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52" name="Google Shape;17552;p84"/>
          <p:cNvGrpSpPr/>
          <p:nvPr/>
        </p:nvGrpSpPr>
        <p:grpSpPr>
          <a:xfrm>
            <a:off x="2795053" y="3428794"/>
            <a:ext cx="288448" cy="357120"/>
            <a:chOff x="2795053" y="3352594"/>
            <a:chExt cx="288448" cy="357120"/>
          </a:xfrm>
        </p:grpSpPr>
        <p:sp>
          <p:nvSpPr>
            <p:cNvPr id="17553" name="Google Shape;17553;p8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2" name="Google Shape;17562;p84"/>
          <p:cNvGrpSpPr/>
          <p:nvPr/>
        </p:nvGrpSpPr>
        <p:grpSpPr>
          <a:xfrm>
            <a:off x="2236525" y="3429402"/>
            <a:ext cx="304832" cy="356512"/>
            <a:chOff x="2236525" y="3353202"/>
            <a:chExt cx="304832" cy="356512"/>
          </a:xfrm>
        </p:grpSpPr>
        <p:sp>
          <p:nvSpPr>
            <p:cNvPr id="17563" name="Google Shape;17563;p8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8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6" name="Google Shape;17566;p84"/>
          <p:cNvGrpSpPr/>
          <p:nvPr/>
        </p:nvGrpSpPr>
        <p:grpSpPr>
          <a:xfrm>
            <a:off x="3910637" y="3428890"/>
            <a:ext cx="256800" cy="357024"/>
            <a:chOff x="3910637" y="3352690"/>
            <a:chExt cx="256800" cy="357024"/>
          </a:xfrm>
        </p:grpSpPr>
        <p:sp>
          <p:nvSpPr>
            <p:cNvPr id="17567" name="Google Shape;17567;p8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0" name="Google Shape;17570;p84"/>
          <p:cNvGrpSpPr/>
          <p:nvPr/>
        </p:nvGrpSpPr>
        <p:grpSpPr>
          <a:xfrm>
            <a:off x="6056429" y="3428122"/>
            <a:ext cx="360064" cy="360096"/>
            <a:chOff x="6056429" y="3351922"/>
            <a:chExt cx="360064" cy="360096"/>
          </a:xfrm>
        </p:grpSpPr>
        <p:sp>
          <p:nvSpPr>
            <p:cNvPr id="17571" name="Google Shape;17571;p8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4" name="Google Shape;17574;p84"/>
          <p:cNvGrpSpPr/>
          <p:nvPr/>
        </p:nvGrpSpPr>
        <p:grpSpPr>
          <a:xfrm>
            <a:off x="6608877" y="3429274"/>
            <a:ext cx="357408" cy="357408"/>
            <a:chOff x="6608877" y="3353074"/>
            <a:chExt cx="357408" cy="357408"/>
          </a:xfrm>
        </p:grpSpPr>
        <p:sp>
          <p:nvSpPr>
            <p:cNvPr id="17575" name="Google Shape;17575;p8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82" name="Google Shape;17582;p84"/>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4"/>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84" name="Google Shape;17584;p84"/>
          <p:cNvGrpSpPr/>
          <p:nvPr/>
        </p:nvGrpSpPr>
        <p:grpSpPr>
          <a:xfrm>
            <a:off x="4959533" y="3446426"/>
            <a:ext cx="357408" cy="323488"/>
            <a:chOff x="4959533" y="3370226"/>
            <a:chExt cx="357408" cy="323488"/>
          </a:xfrm>
        </p:grpSpPr>
        <p:sp>
          <p:nvSpPr>
            <p:cNvPr id="17585" name="Google Shape;17585;p8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7" name="Google Shape;17587;p84"/>
          <p:cNvGrpSpPr/>
          <p:nvPr/>
        </p:nvGrpSpPr>
        <p:grpSpPr>
          <a:xfrm>
            <a:off x="7158637" y="3429274"/>
            <a:ext cx="357056" cy="357408"/>
            <a:chOff x="7158637" y="3353074"/>
            <a:chExt cx="357056" cy="357408"/>
          </a:xfrm>
        </p:grpSpPr>
        <p:sp>
          <p:nvSpPr>
            <p:cNvPr id="17588" name="Google Shape;17588;p8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2" name="Google Shape;17592;p84"/>
          <p:cNvGrpSpPr/>
          <p:nvPr/>
        </p:nvGrpSpPr>
        <p:grpSpPr>
          <a:xfrm>
            <a:off x="3316269" y="3428602"/>
            <a:ext cx="344832" cy="356544"/>
            <a:chOff x="3316269" y="3352402"/>
            <a:chExt cx="344832" cy="356544"/>
          </a:xfrm>
        </p:grpSpPr>
        <p:sp>
          <p:nvSpPr>
            <p:cNvPr id="17593" name="Google Shape;17593;p8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6" name="Google Shape;17596;p84"/>
          <p:cNvGrpSpPr/>
          <p:nvPr/>
        </p:nvGrpSpPr>
        <p:grpSpPr>
          <a:xfrm>
            <a:off x="5508909" y="3447706"/>
            <a:ext cx="358560" cy="319552"/>
            <a:chOff x="5508909" y="3371506"/>
            <a:chExt cx="358560" cy="319552"/>
          </a:xfrm>
        </p:grpSpPr>
        <p:sp>
          <p:nvSpPr>
            <p:cNvPr id="17597" name="Google Shape;17597;p8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07" name="Google Shape;17607;p84"/>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11" name="Shape 17611"/>
        <p:cNvGrpSpPr/>
        <p:nvPr/>
      </p:nvGrpSpPr>
      <p:grpSpPr>
        <a:xfrm>
          <a:off x="0" y="0"/>
          <a:ext cx="0" cy="0"/>
          <a:chOff x="0" y="0"/>
          <a:chExt cx="0" cy="0"/>
        </a:xfrm>
      </p:grpSpPr>
      <p:sp>
        <p:nvSpPr>
          <p:cNvPr id="17612" name="Google Shape;17612;p85"/>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13" name="Google Shape;17613;p85"/>
          <p:cNvGrpSpPr/>
          <p:nvPr/>
        </p:nvGrpSpPr>
        <p:grpSpPr>
          <a:xfrm>
            <a:off x="3051327" y="3893352"/>
            <a:ext cx="346056" cy="345674"/>
            <a:chOff x="3303268" y="3817349"/>
            <a:chExt cx="346056" cy="345674"/>
          </a:xfrm>
        </p:grpSpPr>
        <p:sp>
          <p:nvSpPr>
            <p:cNvPr id="17614" name="Google Shape;17614;p8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85"/>
          <p:cNvGrpSpPr/>
          <p:nvPr/>
        </p:nvGrpSpPr>
        <p:grpSpPr>
          <a:xfrm>
            <a:off x="3500416" y="3893352"/>
            <a:ext cx="346056" cy="345674"/>
            <a:chOff x="3752358" y="3817349"/>
            <a:chExt cx="346056" cy="345674"/>
          </a:xfrm>
        </p:grpSpPr>
        <p:sp>
          <p:nvSpPr>
            <p:cNvPr id="17619" name="Google Shape;17619;p8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3" name="Google Shape;17623;p85"/>
          <p:cNvGrpSpPr/>
          <p:nvPr/>
        </p:nvGrpSpPr>
        <p:grpSpPr>
          <a:xfrm>
            <a:off x="4848066" y="3893352"/>
            <a:ext cx="346024" cy="345674"/>
            <a:chOff x="5100008" y="3817349"/>
            <a:chExt cx="346024" cy="345674"/>
          </a:xfrm>
        </p:grpSpPr>
        <p:sp>
          <p:nvSpPr>
            <p:cNvPr id="17624" name="Google Shape;17624;p8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7" name="Google Shape;17627;p85"/>
          <p:cNvGrpSpPr/>
          <p:nvPr/>
        </p:nvGrpSpPr>
        <p:grpSpPr>
          <a:xfrm>
            <a:off x="5746977" y="3893352"/>
            <a:ext cx="345674" cy="345674"/>
            <a:chOff x="5998919" y="3817349"/>
            <a:chExt cx="345674" cy="345674"/>
          </a:xfrm>
        </p:grpSpPr>
        <p:sp>
          <p:nvSpPr>
            <p:cNvPr id="17628" name="Google Shape;17628;p8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1" name="Google Shape;17631;p85"/>
          <p:cNvGrpSpPr/>
          <p:nvPr/>
        </p:nvGrpSpPr>
        <p:grpSpPr>
          <a:xfrm>
            <a:off x="3949506" y="3893352"/>
            <a:ext cx="346024" cy="345674"/>
            <a:chOff x="4201447" y="3817349"/>
            <a:chExt cx="346024" cy="345674"/>
          </a:xfrm>
        </p:grpSpPr>
        <p:sp>
          <p:nvSpPr>
            <p:cNvPr id="17632" name="Google Shape;17632;p8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4" name="Google Shape;17634;p85"/>
          <p:cNvGrpSpPr/>
          <p:nvPr/>
        </p:nvGrpSpPr>
        <p:grpSpPr>
          <a:xfrm>
            <a:off x="4398977" y="3893352"/>
            <a:ext cx="346024" cy="345674"/>
            <a:chOff x="4650919" y="3817349"/>
            <a:chExt cx="346024" cy="345674"/>
          </a:xfrm>
        </p:grpSpPr>
        <p:sp>
          <p:nvSpPr>
            <p:cNvPr id="17635" name="Google Shape;17635;p8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8" name="Google Shape;17638;p85"/>
          <p:cNvGrpSpPr/>
          <p:nvPr/>
        </p:nvGrpSpPr>
        <p:grpSpPr>
          <a:xfrm>
            <a:off x="5297920" y="3893352"/>
            <a:ext cx="345642" cy="345674"/>
            <a:chOff x="5549861" y="3817349"/>
            <a:chExt cx="345642" cy="345674"/>
          </a:xfrm>
        </p:grpSpPr>
        <p:sp>
          <p:nvSpPr>
            <p:cNvPr id="17639" name="Google Shape;17639;p8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2" name="Google Shape;17642;p85"/>
          <p:cNvGrpSpPr/>
          <p:nvPr/>
        </p:nvGrpSpPr>
        <p:grpSpPr>
          <a:xfrm>
            <a:off x="1306445" y="3474029"/>
            <a:ext cx="367255" cy="269855"/>
            <a:chOff x="1306445" y="3397829"/>
            <a:chExt cx="367255" cy="269855"/>
          </a:xfrm>
        </p:grpSpPr>
        <p:sp>
          <p:nvSpPr>
            <p:cNvPr id="17643" name="Google Shape;17643;p8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9" name="Google Shape;17649;p85"/>
          <p:cNvGrpSpPr/>
          <p:nvPr/>
        </p:nvGrpSpPr>
        <p:grpSpPr>
          <a:xfrm>
            <a:off x="1781317" y="3467600"/>
            <a:ext cx="367255" cy="282364"/>
            <a:chOff x="1781317" y="3391400"/>
            <a:chExt cx="367255" cy="282364"/>
          </a:xfrm>
        </p:grpSpPr>
        <p:sp>
          <p:nvSpPr>
            <p:cNvPr id="17650" name="Google Shape;17650;p8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6" name="Google Shape;17656;p85"/>
          <p:cNvGrpSpPr/>
          <p:nvPr/>
        </p:nvGrpSpPr>
        <p:grpSpPr>
          <a:xfrm>
            <a:off x="3678830" y="3447133"/>
            <a:ext cx="369164" cy="323297"/>
            <a:chOff x="3678830" y="3370933"/>
            <a:chExt cx="369164" cy="323297"/>
          </a:xfrm>
        </p:grpSpPr>
        <p:sp>
          <p:nvSpPr>
            <p:cNvPr id="17657" name="Google Shape;17657;p8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8" name="Google Shape;17668;p85"/>
          <p:cNvGrpSpPr/>
          <p:nvPr/>
        </p:nvGrpSpPr>
        <p:grpSpPr>
          <a:xfrm>
            <a:off x="859265" y="3424375"/>
            <a:ext cx="312316" cy="368400"/>
            <a:chOff x="859265" y="3348175"/>
            <a:chExt cx="312316" cy="368400"/>
          </a:xfrm>
        </p:grpSpPr>
        <p:sp>
          <p:nvSpPr>
            <p:cNvPr id="17669" name="Google Shape;17669;p8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74" name="Google Shape;17674;p85"/>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5" name="Google Shape;17675;p85"/>
          <p:cNvGrpSpPr/>
          <p:nvPr/>
        </p:nvGrpSpPr>
        <p:grpSpPr>
          <a:xfrm>
            <a:off x="2766374" y="3437213"/>
            <a:ext cx="330110" cy="308908"/>
            <a:chOff x="2766264" y="3394042"/>
            <a:chExt cx="294873" cy="275934"/>
          </a:xfrm>
        </p:grpSpPr>
        <p:sp>
          <p:nvSpPr>
            <p:cNvPr id="17676" name="Google Shape;17676;p8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0" name="Google Shape;17680;p85"/>
          <p:cNvGrpSpPr/>
          <p:nvPr/>
        </p:nvGrpSpPr>
        <p:grpSpPr>
          <a:xfrm>
            <a:off x="3214972" y="3435388"/>
            <a:ext cx="346406" cy="347552"/>
            <a:chOff x="3214972" y="3359188"/>
            <a:chExt cx="346406" cy="347552"/>
          </a:xfrm>
        </p:grpSpPr>
        <p:sp>
          <p:nvSpPr>
            <p:cNvPr id="17681" name="Google Shape;17681;p8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5" name="Google Shape;17695;p85"/>
          <p:cNvGrpSpPr/>
          <p:nvPr/>
        </p:nvGrpSpPr>
        <p:grpSpPr>
          <a:xfrm>
            <a:off x="4629306" y="3485393"/>
            <a:ext cx="367255" cy="244486"/>
            <a:chOff x="4629306" y="3409193"/>
            <a:chExt cx="367255" cy="244486"/>
          </a:xfrm>
        </p:grpSpPr>
        <p:sp>
          <p:nvSpPr>
            <p:cNvPr id="17696" name="Google Shape;17696;p8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6" name="Google Shape;17706;p85"/>
          <p:cNvGrpSpPr/>
          <p:nvPr/>
        </p:nvGrpSpPr>
        <p:grpSpPr>
          <a:xfrm>
            <a:off x="4193490" y="3426284"/>
            <a:ext cx="289939" cy="334661"/>
            <a:chOff x="4193490" y="3350084"/>
            <a:chExt cx="289939" cy="334661"/>
          </a:xfrm>
        </p:grpSpPr>
        <p:sp>
          <p:nvSpPr>
            <p:cNvPr id="17707" name="Google Shape;17707;p8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7" name="Google Shape;17717;p85"/>
          <p:cNvGrpSpPr/>
          <p:nvPr/>
        </p:nvGrpSpPr>
        <p:grpSpPr>
          <a:xfrm>
            <a:off x="6533281" y="3427430"/>
            <a:ext cx="357037" cy="357005"/>
            <a:chOff x="6533281" y="3351230"/>
            <a:chExt cx="357037" cy="357005"/>
          </a:xfrm>
        </p:grpSpPr>
        <p:sp>
          <p:nvSpPr>
            <p:cNvPr id="17718" name="Google Shape;17718;p8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85"/>
          <p:cNvGrpSpPr/>
          <p:nvPr/>
        </p:nvGrpSpPr>
        <p:grpSpPr>
          <a:xfrm>
            <a:off x="6058441" y="3427430"/>
            <a:ext cx="357387" cy="357005"/>
            <a:chOff x="6058441" y="3351230"/>
            <a:chExt cx="357387" cy="357005"/>
          </a:xfrm>
        </p:grpSpPr>
        <p:sp>
          <p:nvSpPr>
            <p:cNvPr id="17722" name="Google Shape;17722;p8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4" name="Google Shape;17724;p85"/>
          <p:cNvGrpSpPr/>
          <p:nvPr/>
        </p:nvGrpSpPr>
        <p:grpSpPr>
          <a:xfrm>
            <a:off x="7957483" y="3427048"/>
            <a:ext cx="357387" cy="357387"/>
            <a:chOff x="7957483" y="3350848"/>
            <a:chExt cx="357387" cy="357387"/>
          </a:xfrm>
        </p:grpSpPr>
        <p:sp>
          <p:nvSpPr>
            <p:cNvPr id="17725" name="Google Shape;17725;p8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8" name="Google Shape;17728;p85"/>
          <p:cNvGrpSpPr/>
          <p:nvPr/>
        </p:nvGrpSpPr>
        <p:grpSpPr>
          <a:xfrm>
            <a:off x="7007771" y="3427430"/>
            <a:ext cx="357387" cy="357005"/>
            <a:chOff x="7007771" y="3351230"/>
            <a:chExt cx="357387" cy="357005"/>
          </a:xfrm>
        </p:grpSpPr>
        <p:sp>
          <p:nvSpPr>
            <p:cNvPr id="17729" name="Google Shape;17729;p8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4" name="Google Shape;17734;p85"/>
          <p:cNvGrpSpPr/>
          <p:nvPr/>
        </p:nvGrpSpPr>
        <p:grpSpPr>
          <a:xfrm>
            <a:off x="5108729" y="3427430"/>
            <a:ext cx="357005" cy="357005"/>
            <a:chOff x="5108729" y="3351230"/>
            <a:chExt cx="357005" cy="357005"/>
          </a:xfrm>
        </p:grpSpPr>
        <p:sp>
          <p:nvSpPr>
            <p:cNvPr id="17735" name="Google Shape;17735;p8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7" name="Google Shape;17737;p85"/>
          <p:cNvGrpSpPr/>
          <p:nvPr/>
        </p:nvGrpSpPr>
        <p:grpSpPr>
          <a:xfrm>
            <a:off x="5583569" y="3427430"/>
            <a:ext cx="357419" cy="357005"/>
            <a:chOff x="5583569" y="3351230"/>
            <a:chExt cx="357419" cy="357005"/>
          </a:xfrm>
        </p:grpSpPr>
        <p:sp>
          <p:nvSpPr>
            <p:cNvPr id="17738" name="Google Shape;17738;p8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0" name="Google Shape;17740;p85"/>
          <p:cNvGrpSpPr/>
          <p:nvPr/>
        </p:nvGrpSpPr>
        <p:grpSpPr>
          <a:xfrm>
            <a:off x="7482229" y="3427430"/>
            <a:ext cx="357419" cy="357005"/>
            <a:chOff x="7482229" y="3351230"/>
            <a:chExt cx="357419" cy="357005"/>
          </a:xfrm>
        </p:grpSpPr>
        <p:sp>
          <p:nvSpPr>
            <p:cNvPr id="17741" name="Google Shape;17741;p8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6" name="Google Shape;17746;p85"/>
          <p:cNvGrpSpPr/>
          <p:nvPr/>
        </p:nvGrpSpPr>
        <p:grpSpPr>
          <a:xfrm>
            <a:off x="3764485" y="2966882"/>
            <a:ext cx="222874" cy="345737"/>
            <a:chOff x="3764485" y="2890682"/>
            <a:chExt cx="222874" cy="345737"/>
          </a:xfrm>
        </p:grpSpPr>
        <p:sp>
          <p:nvSpPr>
            <p:cNvPr id="17747" name="Google Shape;17747;p8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0" name="Google Shape;17750;p85"/>
          <p:cNvGrpSpPr/>
          <p:nvPr/>
        </p:nvGrpSpPr>
        <p:grpSpPr>
          <a:xfrm>
            <a:off x="2238616" y="2984331"/>
            <a:ext cx="422596" cy="310382"/>
            <a:chOff x="2278533" y="2937377"/>
            <a:chExt cx="346788" cy="254704"/>
          </a:xfrm>
        </p:grpSpPr>
        <p:sp>
          <p:nvSpPr>
            <p:cNvPr id="17751" name="Google Shape;17751;p8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3" name="Google Shape;17753;p85"/>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4" name="Google Shape;17754;p85"/>
          <p:cNvGrpSpPr/>
          <p:nvPr/>
        </p:nvGrpSpPr>
        <p:grpSpPr>
          <a:xfrm>
            <a:off x="1836637" y="2967710"/>
            <a:ext cx="286152" cy="346438"/>
            <a:chOff x="1836637" y="2891510"/>
            <a:chExt cx="286152" cy="346438"/>
          </a:xfrm>
        </p:grpSpPr>
        <p:sp>
          <p:nvSpPr>
            <p:cNvPr id="17755" name="Google Shape;17755;p8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8" name="Google Shape;17758;p85"/>
          <p:cNvGrpSpPr/>
          <p:nvPr/>
        </p:nvGrpSpPr>
        <p:grpSpPr>
          <a:xfrm>
            <a:off x="5585861" y="2982129"/>
            <a:ext cx="379764" cy="337684"/>
            <a:chOff x="5585861" y="2905929"/>
            <a:chExt cx="379764" cy="337684"/>
          </a:xfrm>
        </p:grpSpPr>
        <p:sp>
          <p:nvSpPr>
            <p:cNvPr id="17759" name="Google Shape;17759;p8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3" name="Google Shape;17763;p85"/>
          <p:cNvGrpSpPr/>
          <p:nvPr/>
        </p:nvGrpSpPr>
        <p:grpSpPr>
          <a:xfrm>
            <a:off x="1327676" y="2986680"/>
            <a:ext cx="347934" cy="310024"/>
            <a:chOff x="1327676" y="2910480"/>
            <a:chExt cx="347934" cy="310024"/>
          </a:xfrm>
        </p:grpSpPr>
        <p:sp>
          <p:nvSpPr>
            <p:cNvPr id="17764" name="Google Shape;17764;p8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9" name="Google Shape;17769;p85"/>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70" name="Google Shape;17770;p85"/>
          <p:cNvGrpSpPr/>
          <p:nvPr/>
        </p:nvGrpSpPr>
        <p:grpSpPr>
          <a:xfrm>
            <a:off x="2753401" y="2945764"/>
            <a:ext cx="382828" cy="358601"/>
            <a:chOff x="2753373" y="2902523"/>
            <a:chExt cx="347552" cy="325557"/>
          </a:xfrm>
        </p:grpSpPr>
        <p:sp>
          <p:nvSpPr>
            <p:cNvPr id="17771" name="Google Shape;17771;p8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7" name="Google Shape;17777;p85"/>
          <p:cNvGrpSpPr/>
          <p:nvPr/>
        </p:nvGrpSpPr>
        <p:grpSpPr>
          <a:xfrm>
            <a:off x="849016" y="2979455"/>
            <a:ext cx="356655" cy="335425"/>
            <a:chOff x="849016" y="2903255"/>
            <a:chExt cx="356655" cy="335425"/>
          </a:xfrm>
        </p:grpSpPr>
        <p:sp>
          <p:nvSpPr>
            <p:cNvPr id="17778" name="Google Shape;17778;p8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9" name="Google Shape;17789;p85"/>
          <p:cNvGrpSpPr/>
          <p:nvPr/>
        </p:nvGrpSpPr>
        <p:grpSpPr>
          <a:xfrm>
            <a:off x="4210933" y="3002977"/>
            <a:ext cx="280072" cy="275520"/>
            <a:chOff x="4210933" y="2926777"/>
            <a:chExt cx="280072" cy="275520"/>
          </a:xfrm>
        </p:grpSpPr>
        <p:sp>
          <p:nvSpPr>
            <p:cNvPr id="17790" name="Google Shape;17790;p8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3" name="Google Shape;17803;p85"/>
          <p:cNvGrpSpPr/>
          <p:nvPr/>
        </p:nvGrpSpPr>
        <p:grpSpPr>
          <a:xfrm>
            <a:off x="4667216" y="2991582"/>
            <a:ext cx="320273" cy="318395"/>
            <a:chOff x="4667216" y="2915382"/>
            <a:chExt cx="320273" cy="318395"/>
          </a:xfrm>
        </p:grpSpPr>
        <p:sp>
          <p:nvSpPr>
            <p:cNvPr id="17804" name="Google Shape;17804;p8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8" name="Google Shape;17808;p85"/>
          <p:cNvGrpSpPr/>
          <p:nvPr/>
        </p:nvGrpSpPr>
        <p:grpSpPr>
          <a:xfrm>
            <a:off x="5170480" y="3010839"/>
            <a:ext cx="261929" cy="280550"/>
            <a:chOff x="5170480" y="2934639"/>
            <a:chExt cx="261929" cy="280550"/>
          </a:xfrm>
        </p:grpSpPr>
        <p:sp>
          <p:nvSpPr>
            <p:cNvPr id="17809" name="Google Shape;17809;p8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6" name="Google Shape;17816;p85"/>
          <p:cNvGrpSpPr/>
          <p:nvPr/>
        </p:nvGrpSpPr>
        <p:grpSpPr>
          <a:xfrm>
            <a:off x="6069423" y="2968091"/>
            <a:ext cx="362321" cy="364231"/>
            <a:chOff x="6069423" y="2891892"/>
            <a:chExt cx="362321" cy="364231"/>
          </a:xfrm>
        </p:grpSpPr>
        <p:sp>
          <p:nvSpPr>
            <p:cNvPr id="17817" name="Google Shape;17817;p8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3" name="Google Shape;17823;p85"/>
          <p:cNvGrpSpPr/>
          <p:nvPr/>
        </p:nvGrpSpPr>
        <p:grpSpPr>
          <a:xfrm>
            <a:off x="6571955" y="2995370"/>
            <a:ext cx="308878" cy="311170"/>
            <a:chOff x="6571955" y="2919170"/>
            <a:chExt cx="308878" cy="311170"/>
          </a:xfrm>
        </p:grpSpPr>
        <p:sp>
          <p:nvSpPr>
            <p:cNvPr id="17824" name="Google Shape;17824;p8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4" name="Google Shape;17834;p85"/>
          <p:cNvGrpSpPr/>
          <p:nvPr/>
        </p:nvGrpSpPr>
        <p:grpSpPr>
          <a:xfrm>
            <a:off x="7500054" y="3010935"/>
            <a:ext cx="350576" cy="280454"/>
            <a:chOff x="7500054" y="2934735"/>
            <a:chExt cx="350576" cy="280454"/>
          </a:xfrm>
        </p:grpSpPr>
        <p:sp>
          <p:nvSpPr>
            <p:cNvPr id="17835" name="Google Shape;17835;p8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3" name="Google Shape;17843;p85"/>
          <p:cNvGrpSpPr/>
          <p:nvPr/>
        </p:nvGrpSpPr>
        <p:grpSpPr>
          <a:xfrm>
            <a:off x="7024430" y="2950862"/>
            <a:ext cx="332012" cy="355454"/>
            <a:chOff x="7055134" y="2919170"/>
            <a:chExt cx="290321" cy="310820"/>
          </a:xfrm>
        </p:grpSpPr>
        <p:sp>
          <p:nvSpPr>
            <p:cNvPr id="17844" name="Google Shape;17844;p8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8" name="Google Shape;17858;p85"/>
          <p:cNvGrpSpPr/>
          <p:nvPr/>
        </p:nvGrpSpPr>
        <p:grpSpPr>
          <a:xfrm>
            <a:off x="7985143" y="2976813"/>
            <a:ext cx="330109" cy="347552"/>
            <a:chOff x="7985143" y="2900613"/>
            <a:chExt cx="330109" cy="347552"/>
          </a:xfrm>
        </p:grpSpPr>
        <p:sp>
          <p:nvSpPr>
            <p:cNvPr id="17859" name="Google Shape;17859;p8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7" name="Google Shape;17867;p85"/>
          <p:cNvGrpSpPr/>
          <p:nvPr/>
        </p:nvGrpSpPr>
        <p:grpSpPr>
          <a:xfrm>
            <a:off x="7990840" y="2511426"/>
            <a:ext cx="354363" cy="353631"/>
            <a:chOff x="7990840" y="2435226"/>
            <a:chExt cx="354363" cy="353631"/>
          </a:xfrm>
        </p:grpSpPr>
        <p:sp>
          <p:nvSpPr>
            <p:cNvPr id="17868" name="Google Shape;17868;p8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1" name="Google Shape;17871;p85"/>
          <p:cNvGrpSpPr/>
          <p:nvPr/>
        </p:nvGrpSpPr>
        <p:grpSpPr>
          <a:xfrm>
            <a:off x="1817317" y="2556530"/>
            <a:ext cx="350958" cy="263043"/>
            <a:chOff x="1817317" y="2480330"/>
            <a:chExt cx="350958" cy="263043"/>
          </a:xfrm>
        </p:grpSpPr>
        <p:sp>
          <p:nvSpPr>
            <p:cNvPr id="17872" name="Google Shape;17872;p8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7" name="Google Shape;17877;p85"/>
          <p:cNvGrpSpPr/>
          <p:nvPr/>
        </p:nvGrpSpPr>
        <p:grpSpPr>
          <a:xfrm>
            <a:off x="1341727" y="2559549"/>
            <a:ext cx="419913" cy="308109"/>
            <a:chOff x="1341727" y="2483349"/>
            <a:chExt cx="419913" cy="308109"/>
          </a:xfrm>
        </p:grpSpPr>
        <p:sp>
          <p:nvSpPr>
            <p:cNvPr id="17878" name="Google Shape;17878;p8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1" name="Google Shape;17881;p85"/>
          <p:cNvGrpSpPr/>
          <p:nvPr/>
        </p:nvGrpSpPr>
        <p:grpSpPr>
          <a:xfrm>
            <a:off x="854332" y="2523936"/>
            <a:ext cx="376358" cy="330109"/>
            <a:chOff x="854332" y="2447736"/>
            <a:chExt cx="376358" cy="330109"/>
          </a:xfrm>
        </p:grpSpPr>
        <p:sp>
          <p:nvSpPr>
            <p:cNvPr id="17882" name="Google Shape;17882;p8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0" name="Google Shape;17890;p85"/>
          <p:cNvGrpSpPr/>
          <p:nvPr/>
        </p:nvGrpSpPr>
        <p:grpSpPr>
          <a:xfrm>
            <a:off x="4206763" y="2527151"/>
            <a:ext cx="322151" cy="322374"/>
            <a:chOff x="4206763" y="2450951"/>
            <a:chExt cx="322151" cy="322374"/>
          </a:xfrm>
        </p:grpSpPr>
        <p:sp>
          <p:nvSpPr>
            <p:cNvPr id="17891" name="Google Shape;17891;p8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3" name="Google Shape;17893;p85"/>
          <p:cNvGrpSpPr/>
          <p:nvPr/>
        </p:nvGrpSpPr>
        <p:grpSpPr>
          <a:xfrm>
            <a:off x="7528096" y="2526259"/>
            <a:ext cx="327976" cy="324316"/>
            <a:chOff x="7528096" y="2450059"/>
            <a:chExt cx="327976" cy="324316"/>
          </a:xfrm>
        </p:grpSpPr>
        <p:sp>
          <p:nvSpPr>
            <p:cNvPr id="17894" name="Google Shape;17894;p8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9" name="Google Shape;17899;p85"/>
          <p:cNvGrpSpPr/>
          <p:nvPr/>
        </p:nvGrpSpPr>
        <p:grpSpPr>
          <a:xfrm>
            <a:off x="7077129" y="2588742"/>
            <a:ext cx="282364" cy="198619"/>
            <a:chOff x="7077129" y="2512542"/>
            <a:chExt cx="282364" cy="198619"/>
          </a:xfrm>
        </p:grpSpPr>
        <p:sp>
          <p:nvSpPr>
            <p:cNvPr id="17900" name="Google Shape;17900;p8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6" name="Google Shape;17906;p85"/>
          <p:cNvGrpSpPr/>
          <p:nvPr/>
        </p:nvGrpSpPr>
        <p:grpSpPr>
          <a:xfrm>
            <a:off x="3725461" y="2520912"/>
            <a:ext cx="334279" cy="334661"/>
            <a:chOff x="3725461" y="2444712"/>
            <a:chExt cx="334279" cy="334661"/>
          </a:xfrm>
        </p:grpSpPr>
        <p:sp>
          <p:nvSpPr>
            <p:cNvPr id="17907" name="Google Shape;17907;p8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4" name="Google Shape;17914;p85"/>
          <p:cNvGrpSpPr/>
          <p:nvPr/>
        </p:nvGrpSpPr>
        <p:grpSpPr>
          <a:xfrm>
            <a:off x="6577238" y="2533421"/>
            <a:ext cx="332019" cy="310788"/>
            <a:chOff x="6577238" y="2457221"/>
            <a:chExt cx="332019" cy="310788"/>
          </a:xfrm>
        </p:grpSpPr>
        <p:sp>
          <p:nvSpPr>
            <p:cNvPr id="17915" name="Google Shape;17915;p8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1" name="Google Shape;17921;p85"/>
          <p:cNvGrpSpPr/>
          <p:nvPr/>
        </p:nvGrpSpPr>
        <p:grpSpPr>
          <a:xfrm>
            <a:off x="2818561" y="2515978"/>
            <a:ext cx="247892" cy="346024"/>
            <a:chOff x="2818561" y="2439778"/>
            <a:chExt cx="247892" cy="346024"/>
          </a:xfrm>
        </p:grpSpPr>
        <p:sp>
          <p:nvSpPr>
            <p:cNvPr id="17922" name="Google Shape;17922;p8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85"/>
          <p:cNvGrpSpPr/>
          <p:nvPr/>
        </p:nvGrpSpPr>
        <p:grpSpPr>
          <a:xfrm>
            <a:off x="3207778" y="2550832"/>
            <a:ext cx="419933" cy="275170"/>
            <a:chOff x="3207778" y="2474632"/>
            <a:chExt cx="419933" cy="275170"/>
          </a:xfrm>
        </p:grpSpPr>
        <p:sp>
          <p:nvSpPr>
            <p:cNvPr id="17935" name="Google Shape;17935;p8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9" name="Google Shape;17949;p85"/>
          <p:cNvGrpSpPr/>
          <p:nvPr/>
        </p:nvGrpSpPr>
        <p:grpSpPr>
          <a:xfrm>
            <a:off x="6099375" y="2532275"/>
            <a:ext cx="337684" cy="314194"/>
            <a:chOff x="6099375" y="2456075"/>
            <a:chExt cx="337684" cy="314194"/>
          </a:xfrm>
        </p:grpSpPr>
        <p:sp>
          <p:nvSpPr>
            <p:cNvPr id="17950" name="Google Shape;17950;p8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2" name="Google Shape;17952;p85"/>
          <p:cNvGrpSpPr/>
          <p:nvPr/>
        </p:nvGrpSpPr>
        <p:grpSpPr>
          <a:xfrm>
            <a:off x="2312623" y="2544784"/>
            <a:ext cx="312698" cy="286534"/>
            <a:chOff x="2312623" y="2468584"/>
            <a:chExt cx="312698" cy="286534"/>
          </a:xfrm>
        </p:grpSpPr>
        <p:sp>
          <p:nvSpPr>
            <p:cNvPr id="17953" name="Google Shape;17953;p8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6" name="Google Shape;17956;p85"/>
          <p:cNvGrpSpPr/>
          <p:nvPr/>
        </p:nvGrpSpPr>
        <p:grpSpPr>
          <a:xfrm>
            <a:off x="5618805" y="2517124"/>
            <a:ext cx="345292" cy="342618"/>
            <a:chOff x="5618805" y="2440924"/>
            <a:chExt cx="345292" cy="342618"/>
          </a:xfrm>
        </p:grpSpPr>
        <p:sp>
          <p:nvSpPr>
            <p:cNvPr id="17957" name="Google Shape;17957;p8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2" name="Google Shape;17962;p85"/>
          <p:cNvGrpSpPr/>
          <p:nvPr/>
        </p:nvGrpSpPr>
        <p:grpSpPr>
          <a:xfrm>
            <a:off x="4653179" y="2522790"/>
            <a:ext cx="377886" cy="331255"/>
            <a:chOff x="4653179" y="2446590"/>
            <a:chExt cx="377886" cy="331255"/>
          </a:xfrm>
        </p:grpSpPr>
        <p:sp>
          <p:nvSpPr>
            <p:cNvPr id="17963" name="Google Shape;17963;p8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7" name="Google Shape;17967;p85"/>
          <p:cNvGrpSpPr/>
          <p:nvPr/>
        </p:nvGrpSpPr>
        <p:grpSpPr>
          <a:xfrm>
            <a:off x="5184517" y="2535681"/>
            <a:ext cx="252062" cy="305122"/>
            <a:chOff x="5184517" y="2459481"/>
            <a:chExt cx="252062" cy="305122"/>
          </a:xfrm>
        </p:grpSpPr>
        <p:sp>
          <p:nvSpPr>
            <p:cNvPr id="17968" name="Google Shape;17968;p8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74" name="Google Shape;17974;p85"/>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75" name="Google Shape;17975;p85"/>
          <p:cNvGrpSpPr/>
          <p:nvPr/>
        </p:nvGrpSpPr>
        <p:grpSpPr>
          <a:xfrm>
            <a:off x="6155459" y="2045308"/>
            <a:ext cx="249770" cy="363849"/>
            <a:chOff x="6155459" y="1969108"/>
            <a:chExt cx="249770" cy="363849"/>
          </a:xfrm>
        </p:grpSpPr>
        <p:sp>
          <p:nvSpPr>
            <p:cNvPr id="17976" name="Google Shape;17976;p8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5" name="Google Shape;17985;p85"/>
          <p:cNvGrpSpPr/>
          <p:nvPr/>
        </p:nvGrpSpPr>
        <p:grpSpPr>
          <a:xfrm>
            <a:off x="2280029" y="2046804"/>
            <a:ext cx="353631" cy="354395"/>
            <a:chOff x="2280029" y="1970604"/>
            <a:chExt cx="353631" cy="354395"/>
          </a:xfrm>
        </p:grpSpPr>
        <p:sp>
          <p:nvSpPr>
            <p:cNvPr id="17986" name="Google Shape;17986;p8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0" name="Google Shape;17990;p85"/>
          <p:cNvGrpSpPr/>
          <p:nvPr/>
        </p:nvGrpSpPr>
        <p:grpSpPr>
          <a:xfrm>
            <a:off x="8065100" y="2076374"/>
            <a:ext cx="255086" cy="301685"/>
            <a:chOff x="8065100" y="2000174"/>
            <a:chExt cx="255086" cy="301685"/>
          </a:xfrm>
        </p:grpSpPr>
        <p:sp>
          <p:nvSpPr>
            <p:cNvPr id="17991" name="Google Shape;17991;p8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5" name="Google Shape;17995;p85"/>
          <p:cNvGrpSpPr/>
          <p:nvPr/>
        </p:nvGrpSpPr>
        <p:grpSpPr>
          <a:xfrm>
            <a:off x="6633705" y="2045308"/>
            <a:ext cx="249420" cy="363849"/>
            <a:chOff x="6633705" y="1969108"/>
            <a:chExt cx="249420" cy="363849"/>
          </a:xfrm>
        </p:grpSpPr>
        <p:sp>
          <p:nvSpPr>
            <p:cNvPr id="17996" name="Google Shape;17996;p8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4" name="Google Shape;18004;p85"/>
          <p:cNvGrpSpPr/>
          <p:nvPr/>
        </p:nvGrpSpPr>
        <p:grpSpPr>
          <a:xfrm>
            <a:off x="5211031" y="2045308"/>
            <a:ext cx="226661" cy="363467"/>
            <a:chOff x="5211031" y="1969108"/>
            <a:chExt cx="226661" cy="363467"/>
          </a:xfrm>
        </p:grpSpPr>
        <p:sp>
          <p:nvSpPr>
            <p:cNvPr id="18005" name="Google Shape;18005;p8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85"/>
          <p:cNvGrpSpPr/>
          <p:nvPr/>
        </p:nvGrpSpPr>
        <p:grpSpPr>
          <a:xfrm>
            <a:off x="3712952" y="2046804"/>
            <a:ext cx="354363" cy="354395"/>
            <a:chOff x="3712952" y="1970604"/>
            <a:chExt cx="354363" cy="354395"/>
          </a:xfrm>
        </p:grpSpPr>
        <p:sp>
          <p:nvSpPr>
            <p:cNvPr id="18008" name="Google Shape;18008;p8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7" name="Google Shape;18017;p85"/>
          <p:cNvGrpSpPr/>
          <p:nvPr/>
        </p:nvGrpSpPr>
        <p:grpSpPr>
          <a:xfrm>
            <a:off x="3235438" y="2046804"/>
            <a:ext cx="354363" cy="354745"/>
            <a:chOff x="3235438" y="1970604"/>
            <a:chExt cx="354363" cy="354745"/>
          </a:xfrm>
        </p:grpSpPr>
        <p:sp>
          <p:nvSpPr>
            <p:cNvPr id="18018" name="Google Shape;18018;p8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1" name="Google Shape;18031;p85"/>
          <p:cNvGrpSpPr/>
          <p:nvPr/>
        </p:nvGrpSpPr>
        <p:grpSpPr>
          <a:xfrm>
            <a:off x="1329585" y="2066125"/>
            <a:ext cx="341472" cy="335074"/>
            <a:chOff x="1329585" y="1989925"/>
            <a:chExt cx="341472" cy="335074"/>
          </a:xfrm>
        </p:grpSpPr>
        <p:sp>
          <p:nvSpPr>
            <p:cNvPr id="18032" name="Google Shape;18032;p8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5" name="Google Shape;18035;p85"/>
          <p:cNvGrpSpPr/>
          <p:nvPr/>
        </p:nvGrpSpPr>
        <p:grpSpPr>
          <a:xfrm>
            <a:off x="5591871" y="2066106"/>
            <a:ext cx="416649" cy="325597"/>
            <a:chOff x="5626763" y="2013829"/>
            <a:chExt cx="351722" cy="274788"/>
          </a:xfrm>
        </p:grpSpPr>
        <p:sp>
          <p:nvSpPr>
            <p:cNvPr id="18036" name="Google Shape;18036;p8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6" name="Google Shape;18046;p85"/>
          <p:cNvGrpSpPr/>
          <p:nvPr/>
        </p:nvGrpSpPr>
        <p:grpSpPr>
          <a:xfrm>
            <a:off x="7576605" y="2060077"/>
            <a:ext cx="276698" cy="333133"/>
            <a:chOff x="7576605" y="1983877"/>
            <a:chExt cx="276698" cy="333133"/>
          </a:xfrm>
        </p:grpSpPr>
        <p:sp>
          <p:nvSpPr>
            <p:cNvPr id="18047" name="Google Shape;18047;p8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85"/>
          <p:cNvGrpSpPr/>
          <p:nvPr/>
        </p:nvGrpSpPr>
        <p:grpSpPr>
          <a:xfrm>
            <a:off x="853568" y="2051738"/>
            <a:ext cx="337334" cy="353599"/>
            <a:chOff x="853568" y="1975538"/>
            <a:chExt cx="337334" cy="353599"/>
          </a:xfrm>
        </p:grpSpPr>
        <p:sp>
          <p:nvSpPr>
            <p:cNvPr id="18050" name="Google Shape;18050;p8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4" name="Google Shape;18054;p85"/>
          <p:cNvGrpSpPr/>
          <p:nvPr/>
        </p:nvGrpSpPr>
        <p:grpSpPr>
          <a:xfrm>
            <a:off x="2770052" y="2085828"/>
            <a:ext cx="327085" cy="277080"/>
            <a:chOff x="2770052" y="2009628"/>
            <a:chExt cx="327085" cy="277080"/>
          </a:xfrm>
        </p:grpSpPr>
        <p:sp>
          <p:nvSpPr>
            <p:cNvPr id="18055" name="Google Shape;18055;p8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57" name="Google Shape;18057;p85"/>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58" name="Google Shape;18058;p85"/>
          <p:cNvGrpSpPr/>
          <p:nvPr/>
        </p:nvGrpSpPr>
        <p:grpSpPr>
          <a:xfrm>
            <a:off x="4195399" y="2046804"/>
            <a:ext cx="344878" cy="343573"/>
            <a:chOff x="4195399" y="1970604"/>
            <a:chExt cx="344878" cy="343573"/>
          </a:xfrm>
        </p:grpSpPr>
        <p:sp>
          <p:nvSpPr>
            <p:cNvPr id="18059" name="Google Shape;18059;p8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3" name="Google Shape;18063;p85"/>
          <p:cNvGrpSpPr/>
          <p:nvPr/>
        </p:nvGrpSpPr>
        <p:grpSpPr>
          <a:xfrm>
            <a:off x="4674791" y="2053647"/>
            <a:ext cx="344528" cy="344114"/>
            <a:chOff x="4674791" y="1977447"/>
            <a:chExt cx="344528" cy="344114"/>
          </a:xfrm>
        </p:grpSpPr>
        <p:sp>
          <p:nvSpPr>
            <p:cNvPr id="18064" name="Google Shape;18064;p8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0" name="Google Shape;18090;p85"/>
          <p:cNvGrpSpPr/>
          <p:nvPr/>
        </p:nvGrpSpPr>
        <p:grpSpPr>
          <a:xfrm>
            <a:off x="6083810" y="1623497"/>
            <a:ext cx="382819" cy="310788"/>
            <a:chOff x="6083810" y="1547297"/>
            <a:chExt cx="382819" cy="310788"/>
          </a:xfrm>
        </p:grpSpPr>
        <p:sp>
          <p:nvSpPr>
            <p:cNvPr id="18091" name="Google Shape;18091;p8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9" name="Google Shape;18109;p85"/>
          <p:cNvGrpSpPr/>
          <p:nvPr/>
        </p:nvGrpSpPr>
        <p:grpSpPr>
          <a:xfrm>
            <a:off x="6558300" y="1614393"/>
            <a:ext cx="382788" cy="328613"/>
            <a:chOff x="6558300" y="1538193"/>
            <a:chExt cx="382788" cy="328613"/>
          </a:xfrm>
        </p:grpSpPr>
        <p:sp>
          <p:nvSpPr>
            <p:cNvPr id="18110" name="Google Shape;18110;p8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2" name="Google Shape;18112;p85"/>
          <p:cNvGrpSpPr/>
          <p:nvPr/>
        </p:nvGrpSpPr>
        <p:grpSpPr>
          <a:xfrm>
            <a:off x="5194002" y="1587497"/>
            <a:ext cx="259605" cy="346024"/>
            <a:chOff x="5194002" y="1511297"/>
            <a:chExt cx="259605" cy="346024"/>
          </a:xfrm>
        </p:grpSpPr>
        <p:sp>
          <p:nvSpPr>
            <p:cNvPr id="18113" name="Google Shape;18113;p8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85"/>
          <p:cNvGrpSpPr/>
          <p:nvPr/>
        </p:nvGrpSpPr>
        <p:grpSpPr>
          <a:xfrm>
            <a:off x="1394741" y="1588261"/>
            <a:ext cx="252444" cy="351722"/>
            <a:chOff x="1394741" y="1512061"/>
            <a:chExt cx="252444" cy="351722"/>
          </a:xfrm>
        </p:grpSpPr>
        <p:sp>
          <p:nvSpPr>
            <p:cNvPr id="18118" name="Google Shape;18118;p8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5" name="Google Shape;18135;p85"/>
          <p:cNvGrpSpPr/>
          <p:nvPr/>
        </p:nvGrpSpPr>
        <p:grpSpPr>
          <a:xfrm>
            <a:off x="855096" y="1580685"/>
            <a:ext cx="380910" cy="339594"/>
            <a:chOff x="855096" y="1504485"/>
            <a:chExt cx="380910" cy="339594"/>
          </a:xfrm>
        </p:grpSpPr>
        <p:sp>
          <p:nvSpPr>
            <p:cNvPr id="18136" name="Google Shape;18136;p8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1" name="Google Shape;18141;p85"/>
          <p:cNvGrpSpPr/>
          <p:nvPr/>
        </p:nvGrpSpPr>
        <p:grpSpPr>
          <a:xfrm>
            <a:off x="1819576" y="1587879"/>
            <a:ext cx="352103" cy="352103"/>
            <a:chOff x="1819576" y="1511679"/>
            <a:chExt cx="352103" cy="352103"/>
          </a:xfrm>
        </p:grpSpPr>
        <p:sp>
          <p:nvSpPr>
            <p:cNvPr id="18142" name="Google Shape;18142;p8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6" name="Google Shape;18146;p85"/>
          <p:cNvGrpSpPr/>
          <p:nvPr/>
        </p:nvGrpSpPr>
        <p:grpSpPr>
          <a:xfrm>
            <a:off x="5621097" y="1576961"/>
            <a:ext cx="371424" cy="355446"/>
            <a:chOff x="5621097" y="1500761"/>
            <a:chExt cx="371424" cy="355446"/>
          </a:xfrm>
        </p:grpSpPr>
        <p:sp>
          <p:nvSpPr>
            <p:cNvPr id="18147" name="Google Shape;18147;p8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9" name="Google Shape;18149;p85"/>
          <p:cNvGrpSpPr/>
          <p:nvPr/>
        </p:nvGrpSpPr>
        <p:grpSpPr>
          <a:xfrm>
            <a:off x="4670239" y="1617799"/>
            <a:ext cx="359679" cy="321833"/>
            <a:chOff x="4670239" y="1541599"/>
            <a:chExt cx="359679" cy="321833"/>
          </a:xfrm>
        </p:grpSpPr>
        <p:sp>
          <p:nvSpPr>
            <p:cNvPr id="18150" name="Google Shape;18150;p8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5" name="Google Shape;18155;p85"/>
          <p:cNvGrpSpPr/>
          <p:nvPr/>
        </p:nvGrpSpPr>
        <p:grpSpPr>
          <a:xfrm>
            <a:off x="4212429" y="1578585"/>
            <a:ext cx="321037" cy="353822"/>
            <a:chOff x="4212429" y="1502385"/>
            <a:chExt cx="321037" cy="353822"/>
          </a:xfrm>
        </p:grpSpPr>
        <p:sp>
          <p:nvSpPr>
            <p:cNvPr id="18156" name="Google Shape;18156;p8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0" name="Google Shape;18160;p85"/>
          <p:cNvGrpSpPr/>
          <p:nvPr/>
        </p:nvGrpSpPr>
        <p:grpSpPr>
          <a:xfrm>
            <a:off x="2302788" y="1582181"/>
            <a:ext cx="336188" cy="335425"/>
            <a:chOff x="2302788" y="1505981"/>
            <a:chExt cx="336188" cy="335425"/>
          </a:xfrm>
        </p:grpSpPr>
        <p:sp>
          <p:nvSpPr>
            <p:cNvPr id="18161" name="Google Shape;18161;p8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8" name="Google Shape;18178;p85"/>
          <p:cNvGrpSpPr/>
          <p:nvPr/>
        </p:nvGrpSpPr>
        <p:grpSpPr>
          <a:xfrm>
            <a:off x="2780301" y="1598096"/>
            <a:ext cx="333133" cy="321037"/>
            <a:chOff x="2780301" y="1521896"/>
            <a:chExt cx="333133" cy="321037"/>
          </a:xfrm>
        </p:grpSpPr>
        <p:sp>
          <p:nvSpPr>
            <p:cNvPr id="18179" name="Google Shape;18179;p8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9" name="Google Shape;18199;p85"/>
          <p:cNvGrpSpPr/>
          <p:nvPr/>
        </p:nvGrpSpPr>
        <p:grpSpPr>
          <a:xfrm>
            <a:off x="3316159" y="1591285"/>
            <a:ext cx="211892" cy="339594"/>
            <a:chOff x="3316159" y="1515085"/>
            <a:chExt cx="211892" cy="339594"/>
          </a:xfrm>
        </p:grpSpPr>
        <p:sp>
          <p:nvSpPr>
            <p:cNvPr id="18200" name="Google Shape;18200;p8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03" name="Google Shape;18203;p85"/>
            <p:cNvGrpSpPr/>
            <p:nvPr/>
          </p:nvGrpSpPr>
          <p:grpSpPr>
            <a:xfrm>
              <a:off x="3316159" y="1515085"/>
              <a:ext cx="211892" cy="339594"/>
              <a:chOff x="3316159" y="1515085"/>
              <a:chExt cx="211892" cy="339594"/>
            </a:xfrm>
          </p:grpSpPr>
          <p:sp>
            <p:nvSpPr>
              <p:cNvPr id="18204" name="Google Shape;18204;p8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10" name="Google Shape;18210;p85"/>
          <p:cNvGrpSpPr/>
          <p:nvPr/>
        </p:nvGrpSpPr>
        <p:grpSpPr>
          <a:xfrm>
            <a:off x="3716358" y="1620855"/>
            <a:ext cx="361971" cy="314958"/>
            <a:chOff x="3716358" y="1544655"/>
            <a:chExt cx="361971" cy="314958"/>
          </a:xfrm>
        </p:grpSpPr>
        <p:sp>
          <p:nvSpPr>
            <p:cNvPr id="18211" name="Google Shape;18211;p8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16" name="Google Shape;18216;p85"/>
            <p:cNvGrpSpPr/>
            <p:nvPr/>
          </p:nvGrpSpPr>
          <p:grpSpPr>
            <a:xfrm>
              <a:off x="3716358" y="1544655"/>
              <a:ext cx="361971" cy="314958"/>
              <a:chOff x="3716358" y="1544655"/>
              <a:chExt cx="361971" cy="314958"/>
            </a:xfrm>
          </p:grpSpPr>
          <p:sp>
            <p:nvSpPr>
              <p:cNvPr id="18217" name="Google Shape;18217;p8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22" name="Google Shape;18222;p85"/>
          <p:cNvGrpSpPr/>
          <p:nvPr/>
        </p:nvGrpSpPr>
        <p:grpSpPr>
          <a:xfrm>
            <a:off x="7011924" y="1633752"/>
            <a:ext cx="499533" cy="305136"/>
            <a:chOff x="7009649" y="1541981"/>
            <a:chExt cx="524940" cy="320655"/>
          </a:xfrm>
        </p:grpSpPr>
        <p:sp>
          <p:nvSpPr>
            <p:cNvPr id="18223" name="Google Shape;18223;p8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1" name="Google Shape;18231;p85"/>
          <p:cNvGrpSpPr/>
          <p:nvPr/>
        </p:nvGrpSpPr>
        <p:grpSpPr>
          <a:xfrm>
            <a:off x="8034034" y="1594309"/>
            <a:ext cx="282746" cy="340358"/>
            <a:chOff x="8034034" y="1518109"/>
            <a:chExt cx="282746" cy="340358"/>
          </a:xfrm>
        </p:grpSpPr>
        <p:sp>
          <p:nvSpPr>
            <p:cNvPr id="18232" name="Google Shape;18232;p8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6" name="Google Shape;18236;p85"/>
          <p:cNvGrpSpPr/>
          <p:nvPr/>
        </p:nvGrpSpPr>
        <p:grpSpPr>
          <a:xfrm>
            <a:off x="7582302" y="1576134"/>
            <a:ext cx="369133" cy="360411"/>
            <a:chOff x="7582302" y="1499934"/>
            <a:chExt cx="369133" cy="360411"/>
          </a:xfrm>
        </p:grpSpPr>
        <p:sp>
          <p:nvSpPr>
            <p:cNvPr id="18237" name="Google Shape;18237;p8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85"/>
          <p:cNvGrpSpPr/>
          <p:nvPr/>
        </p:nvGrpSpPr>
        <p:grpSpPr>
          <a:xfrm>
            <a:off x="6196089" y="3893352"/>
            <a:ext cx="346056" cy="345674"/>
            <a:chOff x="2238181" y="4120624"/>
            <a:chExt cx="346056" cy="345674"/>
          </a:xfrm>
        </p:grpSpPr>
        <p:grpSp>
          <p:nvGrpSpPr>
            <p:cNvPr id="18243" name="Google Shape;18243;p85"/>
            <p:cNvGrpSpPr/>
            <p:nvPr/>
          </p:nvGrpSpPr>
          <p:grpSpPr>
            <a:xfrm>
              <a:off x="2309155" y="4177413"/>
              <a:ext cx="203862" cy="231903"/>
              <a:chOff x="1512725" y="258500"/>
              <a:chExt cx="4570900" cy="5199625"/>
            </a:xfrm>
          </p:grpSpPr>
          <p:sp>
            <p:nvSpPr>
              <p:cNvPr id="18244" name="Google Shape;18244;p8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46" name="Google Shape;18246;p8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47" name="Google Shape;18247;p85"/>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51" name="Shape 18251"/>
        <p:cNvGrpSpPr/>
        <p:nvPr/>
      </p:nvGrpSpPr>
      <p:grpSpPr>
        <a:xfrm>
          <a:off x="0" y="0"/>
          <a:ext cx="0" cy="0"/>
          <a:chOff x="0" y="0"/>
          <a:chExt cx="0" cy="0"/>
        </a:xfrm>
      </p:grpSpPr>
      <p:pic>
        <p:nvPicPr>
          <p:cNvPr id="18252" name="Google Shape;18252;p8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Old Maps Style Newsletter by Slidesgo">
  <a:themeElements>
    <a:clrScheme name="Simple Light">
      <a:dk1>
        <a:srgbClr val="191919"/>
      </a:dk1>
      <a:lt1>
        <a:srgbClr val="FFFBDD"/>
      </a:lt1>
      <a:dk2>
        <a:srgbClr val="AF977D"/>
      </a:dk2>
      <a:lt2>
        <a:srgbClr val="7C4735"/>
      </a:lt2>
      <a:accent1>
        <a:srgbClr val="502719"/>
      </a:accent1>
      <a:accent2>
        <a:srgbClr val="AC9430"/>
      </a:accent2>
      <a:accent3>
        <a:srgbClr val="645830"/>
      </a:accent3>
      <a:accent4>
        <a:srgbClr val="595959"/>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